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notesSlides/notesSlide12.xml" ContentType="application/vnd.openxmlformats-officedocument.presentationml.notesSlide+xml"/>
  <Override PartName="/ppt/tags/tag2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tags/tag3.xml" ContentType="application/vnd.openxmlformats-officedocument.presentationml.tags+xml"/>
  <Override PartName="/ppt/notesSlides/notesSlide15.xml" ContentType="application/vnd.openxmlformats-officedocument.presentationml.notesSlide+xml"/>
  <Override PartName="/ppt/media/image59.jpg" ContentType="image/png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 bookmarkIdSeed="3">
  <p:sldMasterIdLst>
    <p:sldMasterId id="2147483648" r:id="rId1"/>
  </p:sldMasterIdLst>
  <p:notesMasterIdLst>
    <p:notesMasterId r:id="rId20"/>
  </p:notesMasterIdLst>
  <p:handoutMasterIdLst>
    <p:handoutMasterId r:id="rId21"/>
  </p:handoutMasterIdLst>
  <p:sldIdLst>
    <p:sldId id="691" r:id="rId2"/>
    <p:sldId id="2289" r:id="rId3"/>
    <p:sldId id="2286" r:id="rId4"/>
    <p:sldId id="2269" r:id="rId5"/>
    <p:sldId id="2270" r:id="rId6"/>
    <p:sldId id="2288" r:id="rId7"/>
    <p:sldId id="2272" r:id="rId8"/>
    <p:sldId id="2273" r:id="rId9"/>
    <p:sldId id="2283" r:id="rId10"/>
    <p:sldId id="2275" r:id="rId11"/>
    <p:sldId id="2284" r:id="rId12"/>
    <p:sldId id="2277" r:id="rId13"/>
    <p:sldId id="2278" r:id="rId14"/>
    <p:sldId id="2279" r:id="rId15"/>
    <p:sldId id="2265" r:id="rId16"/>
    <p:sldId id="2285" r:id="rId17"/>
    <p:sldId id="2281" r:id="rId18"/>
    <p:sldId id="2290" r:id="rId19"/>
  </p:sldIdLst>
  <p:sldSz cx="12192000" cy="6858000"/>
  <p:notesSz cx="6784975" cy="99187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7469" userDrawn="1">
          <p15:clr>
            <a:srgbClr val="A4A3A4"/>
          </p15:clr>
        </p15:guide>
        <p15:guide id="3" orient="horz" pos="4201" userDrawn="1">
          <p15:clr>
            <a:srgbClr val="A4A3A4"/>
          </p15:clr>
        </p15:guide>
        <p15:guide id="4" pos="211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hen xp" initials="cx" lastIdx="1" clrIdx="0"/>
  <p:cmAuthor id="2" name="Fengxian WU" initials="F" lastIdx="2" clrIdx="1"/>
  <p:cmAuthor id="75" name="作者" initials="A" lastIdx="0" clrIdx="24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B0000"/>
    <a:srgbClr val="C00000"/>
    <a:srgbClr val="FFBFBF"/>
    <a:srgbClr val="0F3D8B"/>
    <a:srgbClr val="D7EAFE"/>
    <a:srgbClr val="2E75B6"/>
    <a:srgbClr val="FFFF00"/>
    <a:srgbClr val="D8D8D8"/>
    <a:srgbClr val="7F7F7F"/>
    <a:srgbClr val="20386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5FE86A1-BB69-40DB-AFAB-18F7EF9D90EC}" v="4" dt="2025-12-22T12:35:05.334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8716" autoAdjust="0"/>
    <p:restoredTop sz="88281" autoAdjust="0"/>
  </p:normalViewPr>
  <p:slideViewPr>
    <p:cSldViewPr snapToGrid="0">
      <p:cViewPr varScale="1">
        <p:scale>
          <a:sx n="97" d="100"/>
          <a:sy n="97" d="100"/>
        </p:scale>
        <p:origin x="396" y="72"/>
      </p:cViewPr>
      <p:guideLst>
        <p:guide orient="horz" pos="2160"/>
        <p:guide pos="7469"/>
        <p:guide orient="horz" pos="4201"/>
        <p:guide pos="211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25" d="100"/>
        <a:sy n="125" d="100"/>
      </p:scale>
      <p:origin x="0" y="0"/>
    </p:cViewPr>
  </p:notesTextViewPr>
  <p:sorterViewPr>
    <p:cViewPr>
      <p:scale>
        <a:sx n="100" d="100"/>
        <a:sy n="100" d="100"/>
      </p:scale>
      <p:origin x="0" y="-60"/>
    </p:cViewPr>
  </p:sorterViewPr>
  <p:notesViewPr>
    <p:cSldViewPr snapToGrid="0" showGuides="1">
      <p:cViewPr varScale="1">
        <p:scale>
          <a:sx n="113" d="100"/>
          <a:sy n="113" d="100"/>
        </p:scale>
        <p:origin x="4986" y="12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28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commentAuthors" Target="commentAuthors.xml"/><Relationship Id="rId27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浩鹏 唐" userId="12ea31258861a9b2" providerId="LiveId" clId="{7ED69F67-3617-46EB-A07D-9D5DA6DCD642}"/>
    <pc:docChg chg="undo custSel modSld modMainMaster">
      <pc:chgData name="浩鹏 唐" userId="12ea31258861a9b2" providerId="LiveId" clId="{7ED69F67-3617-46EB-A07D-9D5DA6DCD642}" dt="2025-12-24T07:23:48.549" v="70" actId="20577"/>
      <pc:docMkLst>
        <pc:docMk/>
      </pc:docMkLst>
      <pc:sldChg chg="modSp mod">
        <pc:chgData name="浩鹏 唐" userId="12ea31258861a9b2" providerId="LiveId" clId="{7ED69F67-3617-46EB-A07D-9D5DA6DCD642}" dt="2025-12-24T06:54:22.753" v="66" actId="14100"/>
        <pc:sldMkLst>
          <pc:docMk/>
          <pc:sldMk cId="3223783815" sldId="2277"/>
        </pc:sldMkLst>
        <pc:spChg chg="mod">
          <ac:chgData name="浩鹏 唐" userId="12ea31258861a9b2" providerId="LiveId" clId="{7ED69F67-3617-46EB-A07D-9D5DA6DCD642}" dt="2025-12-24T06:54:22.753" v="66" actId="14100"/>
          <ac:spMkLst>
            <pc:docMk/>
            <pc:sldMk cId="3223783815" sldId="2277"/>
            <ac:spMk id="5" creationId="{F23943B3-7C33-73FD-13DB-1D13AA734769}"/>
          </ac:spMkLst>
        </pc:spChg>
      </pc:sldChg>
      <pc:sldChg chg="modSp mod">
        <pc:chgData name="浩鹏 唐" userId="12ea31258861a9b2" providerId="LiveId" clId="{7ED69F67-3617-46EB-A07D-9D5DA6DCD642}" dt="2025-12-24T07:23:48.549" v="70" actId="20577"/>
        <pc:sldMkLst>
          <pc:docMk/>
          <pc:sldMk cId="656426264" sldId="2281"/>
        </pc:sldMkLst>
        <pc:graphicFrameChg chg="modGraphic">
          <ac:chgData name="浩鹏 唐" userId="12ea31258861a9b2" providerId="LiveId" clId="{7ED69F67-3617-46EB-A07D-9D5DA6DCD642}" dt="2025-12-24T07:23:48.549" v="70" actId="20577"/>
          <ac:graphicFrameMkLst>
            <pc:docMk/>
            <pc:sldMk cId="656426264" sldId="2281"/>
            <ac:graphicFrameMk id="4" creationId="{F89E7B22-A949-B197-01C8-2E98B37368DD}"/>
          </ac:graphicFrameMkLst>
        </pc:graphicFrameChg>
      </pc:sldChg>
      <pc:sldChg chg="addSp delSp modSp mod">
        <pc:chgData name="浩鹏 唐" userId="12ea31258861a9b2" providerId="LiveId" clId="{7ED69F67-3617-46EB-A07D-9D5DA6DCD642}" dt="2025-12-22T12:35:37.794" v="65" actId="29295"/>
        <pc:sldMkLst>
          <pc:docMk/>
          <pc:sldMk cId="2700896440" sldId="2290"/>
        </pc:sldMkLst>
        <pc:picChg chg="add mod ord modCrop">
          <ac:chgData name="浩鹏 唐" userId="12ea31258861a9b2" providerId="LiveId" clId="{7ED69F67-3617-46EB-A07D-9D5DA6DCD642}" dt="2025-12-22T12:35:37.794" v="65" actId="29295"/>
          <ac:picMkLst>
            <pc:docMk/>
            <pc:sldMk cId="2700896440" sldId="2290"/>
            <ac:picMk id="3" creationId="{59C41027-84C1-4932-96E5-35B6C31E1FA4}"/>
          </ac:picMkLst>
        </pc:picChg>
      </pc:sldChg>
      <pc:sldMasterChg chg="modSldLayout">
        <pc:chgData name="浩鹏 唐" userId="12ea31258861a9b2" providerId="LiveId" clId="{7ED69F67-3617-46EB-A07D-9D5DA6DCD642}" dt="2025-12-22T12:34:28.798" v="2"/>
        <pc:sldMasterMkLst>
          <pc:docMk/>
          <pc:sldMasterMk cId="0" sldId="2147483648"/>
        </pc:sldMasterMkLst>
        <pc:sldLayoutChg chg="addSp delSp modSp mod">
          <pc:chgData name="浩鹏 唐" userId="12ea31258861a9b2" providerId="LiveId" clId="{7ED69F67-3617-46EB-A07D-9D5DA6DCD642}" dt="2025-12-22T12:34:28.798" v="2"/>
          <pc:sldLayoutMkLst>
            <pc:docMk/>
            <pc:sldMasterMk cId="0" sldId="2147483648"/>
            <pc:sldLayoutMk cId="0" sldId="2147483650"/>
          </pc:sldLayoutMkLst>
          <pc:picChg chg="add mod">
            <ac:chgData name="浩鹏 唐" userId="12ea31258861a9b2" providerId="LiveId" clId="{7ED69F67-3617-46EB-A07D-9D5DA6DCD642}" dt="2025-12-22T12:34:28.798" v="2"/>
            <ac:picMkLst>
              <pc:docMk/>
              <pc:sldMasterMk cId="0" sldId="2147483648"/>
              <pc:sldLayoutMk cId="0" sldId="2147483650"/>
              <ac:picMk id="8" creationId="{7EEF14D4-173F-BD04-91C3-2EAD01DE3159}"/>
            </ac:picMkLst>
          </pc:picChg>
        </pc:sldLayoutChg>
      </pc:sldMaster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AB8E3E57-5957-FB94-B641-7A519405E8DB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0156" cy="49765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99150925-3866-E2DB-1784-E2B71B93127B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43249" y="0"/>
            <a:ext cx="2940156" cy="49765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CC7F54C-37C4-4BF4-BFE3-C27AF4B991CA}" type="datetimeFigureOut">
              <a:rPr lang="zh-CN" altLang="en-US" smtClean="0"/>
              <a:t>2025/12/28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2683D812-4513-26FB-F430-FB210F37144A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9421044"/>
            <a:ext cx="2940156" cy="49765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447E2F66-1166-EF0F-B266-653408259C5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43249" y="9421044"/>
            <a:ext cx="2940156" cy="49765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6B49DDB-6E2D-4EBF-BA11-33B59819744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144198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3124" userDrawn="1">
          <p15:clr>
            <a:srgbClr val="F26B43"/>
          </p15:clr>
        </p15:guide>
        <p15:guide id="2" pos="2137" userDrawn="1">
          <p15:clr>
            <a:srgbClr val="F26B43"/>
          </p15:clr>
        </p15:guide>
      </p15:sldGuideLst>
    </p:ext>
  </p:extLst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13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1 2 24575,'0'-1'0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14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1 2 24575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15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0 2 24575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16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0 2 24575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17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0 1 24575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18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1 0 24575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19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1 1 24575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0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0 1 24575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1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0 1 24575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2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0 2 24575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3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0 1 24575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4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1 2 24575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5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0 2 24575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6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1 3 24575,'0'0'0,"0"-1"0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7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1 1 24575,'-1'0'0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8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1 24575,'0'-1'0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29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0 1 24575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0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2 24575,'0'-1'0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1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0 1 24575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2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0 0 24575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3"/>
    </inkml:context>
    <inkml:brush xml:id="br0">
      <inkml:brushProperty name="width" value="0.03528" units="cm"/>
      <inkml:brushProperty name="height" value="0.03528" units="cm"/>
      <inkml:brushProperty name="color" value="#66CC00"/>
    </inkml:brush>
  </inkml:definitions>
  <inkml:trace contextRef="#ctx0" brushRef="#br0">0 2 24575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4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0 1 24575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5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1 1 24575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6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0 1 24575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7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0 1 24575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8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2 0 24575,'0'0'0,"0"1"0,-1-1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39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0 2 24575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0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0 0 24575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1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0 1 24575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2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0 0 24575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3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0 0 24575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4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0 0 24575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5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0 2 24575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6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0 0 24575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11-11T09:47:43.947"/>
    </inkml:context>
    <inkml:brush xml:id="br0">
      <inkml:brushProperty name="width" value="0.03528" units="cm"/>
      <inkml:brushProperty name="height" value="0.03528" units="cm"/>
      <inkml:brushProperty name="color" value="#E71224"/>
    </inkml:brush>
  </inkml:definitions>
  <inkml:trace contextRef="#ctx0" brushRef="#br0">1 0 24575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0156" cy="49765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43249" y="0"/>
            <a:ext cx="2940156" cy="49765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E31F4A4-A522-43EE-BB05-ADEFB8783349}" type="datetimeFigureOut">
              <a:rPr lang="zh-CN" altLang="en-US" smtClean="0"/>
              <a:t>2025/12/28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417513" y="1239838"/>
            <a:ext cx="5949950" cy="33480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78498" y="4773374"/>
            <a:ext cx="5427980" cy="39054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421044"/>
            <a:ext cx="2940156" cy="49765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43249" y="9421044"/>
            <a:ext cx="2940156" cy="49765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D80470A-4597-4319-87FD-3AB9665446A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  <p:extLst>
    <p:ext uri="{620B2872-D7B9-4A21-9093-7833F8D536E1}">
      <p15:sldGuideLst xmlns:p15="http://schemas.microsoft.com/office/powerpoint/2012/main">
        <p15:guide id="1" orient="horz" pos="3124" userDrawn="1">
          <p15:clr>
            <a:srgbClr val="F26B43"/>
          </p15:clr>
        </p15:guide>
        <p15:guide id="2" pos="2137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zh-CN" altLang="en-US" dirty="0"/>
              <a:t>各位老师同学大家好，很荣幸成为今天第一个进行开题汇报的同学，我是</a:t>
            </a:r>
            <a:r>
              <a:rPr lang="en-US" altLang="zh-CN" dirty="0"/>
              <a:t>***</a:t>
            </a:r>
            <a:r>
              <a:rPr lang="zh-CN" altLang="en-US" dirty="0"/>
              <a:t>级</a:t>
            </a:r>
            <a:r>
              <a:rPr lang="en-US" altLang="zh-CN" dirty="0"/>
              <a:t>**</a:t>
            </a:r>
            <a:r>
              <a:rPr lang="zh-CN" altLang="en-US" dirty="0"/>
              <a:t>，导师是</a:t>
            </a:r>
            <a:r>
              <a:rPr lang="en-US" altLang="zh-CN" dirty="0"/>
              <a:t>***</a:t>
            </a:r>
            <a:r>
              <a:rPr lang="zh-CN" altLang="en-US" dirty="0"/>
              <a:t>老师，我的课题名称是：</a:t>
            </a:r>
            <a:r>
              <a:rPr lang="en-US" altLang="zh-CN" dirty="0"/>
              <a:t>******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E0E0E2-7263-44C4-AAA9-733DBA7BD205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2719748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我将从以下</a:t>
            </a:r>
            <a:r>
              <a:rPr lang="en-US" altLang="zh-CN" dirty="0"/>
              <a:t>6</a:t>
            </a:r>
            <a:r>
              <a:rPr lang="zh-CN" altLang="en-US" dirty="0"/>
              <a:t>部分内容开展报告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E0E0E2-7263-44C4-AAA9-733DBA7BD205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644032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首先，研究背景与现状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b="0" i="0" dirty="0">
                <a:solidFill>
                  <a:srgbClr val="404040"/>
                </a:solidFill>
                <a:effectLst/>
                <a:latin typeface="Arial" panose="020B0604020202020204" pitchFamily="34" charset="0"/>
              </a:rPr>
              <a:t>老年人口高速增长令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。其中，衰老导致的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影响了老年日常生活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b="1" i="0" dirty="0">
              <a:solidFill>
                <a:srgbClr val="333333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研究表明，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在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人群的发生率中占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10%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，在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人群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中占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60%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以上</a:t>
            </a:r>
            <a:r>
              <a:rPr lang="en-US" altLang="zh-CN" sz="1800" kern="0" baseline="300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[2]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此外，在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中，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是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最主要的两个特点</a:t>
            </a: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随着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领域发展，</a:t>
            </a:r>
            <a:r>
              <a:rPr lang="en-US" altLang="zh-CN" sz="2800" b="1" i="0" u="none" strike="noStrike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2800" b="1" i="0" u="none" strike="noStrike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可通过</a:t>
            </a:r>
            <a:r>
              <a:rPr lang="en-US" altLang="zh-CN" sz="2800" b="1" i="0" u="none" strike="noStrike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</a:t>
            </a:r>
            <a:r>
              <a:rPr lang="zh-CN" altLang="en-US" sz="2800" b="1" i="0" u="none" strike="noStrike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方式施加</a:t>
            </a:r>
            <a:r>
              <a:rPr lang="en-US" altLang="zh-CN" sz="2800" b="1" i="0" u="none" strike="noStrike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</a:t>
            </a:r>
            <a:r>
              <a:rPr lang="zh-CN" altLang="en-US" sz="2800" b="1" i="0" u="none" strike="noStrike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，以改善</a:t>
            </a:r>
            <a:r>
              <a:rPr lang="en-US" altLang="zh-CN" sz="2800" b="1" i="0" u="none" strike="noStrike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，有望在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发挥积极作用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（动画）但是目前缺乏全面的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理论以指导相关</a:t>
            </a:r>
            <a: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设计。</a:t>
            </a: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因此，</a:t>
            </a:r>
            <a:r>
              <a:rPr lang="zh-CN" altLang="en-US" sz="1800" b="1" kern="100" dirty="0">
                <a:solidFill>
                  <a:schemeClr val="bg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迫切需要探究</a:t>
            </a:r>
            <a:r>
              <a:rPr lang="en-US" altLang="zh-CN" sz="1800" b="1" kern="100" dirty="0">
                <a:solidFill>
                  <a:schemeClr val="bg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****</a:t>
            </a:r>
            <a:r>
              <a:rPr lang="zh-CN" altLang="en-US" sz="1800" b="1" kern="1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机理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，并以此提出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策略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19224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那首先，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研究表明</a:t>
            </a:r>
            <a:endParaRPr lang="en-US" altLang="zh-CN" sz="1800" b="1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是由复杂的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条件相互协调而成的</a:t>
            </a:r>
            <a:r>
              <a:rPr lang="zh-CN" altLang="en-US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；</a:t>
            </a:r>
            <a:endParaRPr lang="en-US" altLang="zh-CN" sz="1800" b="1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b="1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研究显示，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的运动可以类比于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高效转换使得运动更多表现为不需要主动控制的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高效性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，而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的运动需要主动控制的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才能维持稳定；</a:t>
            </a:r>
            <a:endParaRPr lang="en-US" altLang="zh-CN" sz="1800" kern="100" dirty="0">
              <a:solidFill>
                <a:schemeClr val="bg1">
                  <a:lumMod val="95000"/>
                </a:schemeClr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研究进一步解释了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机制，从婴儿学步到成年后的步行模式固定，长期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学习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和</a:t>
            </a:r>
            <a:r>
              <a:rPr lang="zh-CN" altLang="en-US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适应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形成了稳定的</a:t>
            </a:r>
            <a:r>
              <a:rPr lang="zh-CN" altLang="zh-CN" sz="1800" kern="100" dirty="0">
                <a:solidFill>
                  <a:schemeClr val="bg1">
                    <a:lumMod val="95000"/>
                  </a:schemeClr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神经控制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机制，包括神经环路和协同模式，使得日常步行不需要过多大脑的参与 </a:t>
            </a:r>
            <a:r>
              <a:rPr lang="en-US" altLang="zh-CN" sz="1800" kern="0" baseline="300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[6]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。</a:t>
            </a:r>
            <a:endParaRPr lang="en-US" altLang="zh-CN" sz="1800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b="1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因此，从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出发，研究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性和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神经控制机制对于深入理解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问题至关重要。</a:t>
            </a:r>
            <a:endParaRPr lang="zh-CN" altLang="zh-CN" sz="1800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algn="r"/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9345776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b="1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目前，</a:t>
            </a:r>
            <a:r>
              <a:rPr lang="zh-CN" altLang="zh-CN" sz="1800" b="1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衰老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表现</a:t>
            </a:r>
            <a:r>
              <a:rPr lang="zh-CN" altLang="en-US" sz="1800" b="1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已经</a:t>
            </a:r>
            <a:r>
              <a:rPr lang="zh-CN" altLang="zh-CN" sz="1800" b="1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变得越来越清晰，但其潜在的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改变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却还未得到充分的探讨</a:t>
            </a:r>
            <a:r>
              <a:rPr lang="zh-CN" altLang="en-US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。</a:t>
            </a:r>
            <a:endParaRPr lang="en-US" altLang="zh-CN" sz="1800" b="1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b="1" kern="100" dirty="0"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zh-CN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最近的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研究发现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老年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与大脑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功能存在横向和纵向关系，</a:t>
            </a:r>
            <a:r>
              <a:rPr lang="zh-CN" altLang="zh-CN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并且认为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是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神经退行性病变的早期标志物</a:t>
            </a:r>
            <a:r>
              <a:rPr lang="en-US" altLang="zh-CN" sz="1800" kern="0" baseline="300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[9]</a:t>
            </a:r>
            <a:r>
              <a:rPr lang="zh-CN" altLang="zh-CN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。</a:t>
            </a:r>
            <a:endParaRPr lang="en-US" altLang="zh-CN" sz="1800" kern="1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还有研究发现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老年人降低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的复杂性和效率，以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。</a:t>
            </a:r>
            <a:endParaRPr lang="en-US" altLang="zh-CN" sz="1800" kern="1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kern="1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此外，因为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指标是多维的，有研究通过将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降温为不同的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，发现不同的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具有特异性的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kern="1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zh-CN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这表明衰老后个体在</a:t>
            </a: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对于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调整，可以通过相关的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功能反应出来。</a:t>
            </a:r>
            <a:endParaRPr lang="en-US" altLang="zh-CN" sz="1800" kern="1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800" kern="1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因此，需要结合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kern="1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准确描述老年</a:t>
            </a:r>
            <a:r>
              <a:rPr lang="en-US" altLang="zh-CN" sz="2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下降行为</a:t>
            </a:r>
            <a:endParaRPr lang="en-US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  <a:p>
            <a:pPr marL="0" marR="0" lvl="0" indent="306070" algn="just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2800" b="1" kern="100" dirty="0">
              <a:solidFill>
                <a:schemeClr val="bg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1440310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just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始于步行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特点，许多的步行辅助技术和设备被研发</a:t>
            </a:r>
          </a:p>
          <a:p>
            <a:pPr marL="0" marR="0" lvl="0" indent="0" algn="just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just">
              <a:lnSpc>
                <a:spcPct val="115000"/>
              </a:lnSpc>
            </a:pPr>
            <a:r>
              <a:rPr lang="zh-CN" altLang="en-US" sz="1800" kern="100" dirty="0">
                <a:effectLst/>
                <a:latin typeface="宋体" panose="02010600030101010101" pitchFamily="2" charset="-122"/>
                <a:ea typeface="等线" panose="02010600030101010101" pitchFamily="2" charset="-122"/>
                <a:cs typeface="Times New Roman" panose="02020603050405020304" pitchFamily="18" charset="0"/>
              </a:rPr>
              <a:t>可以把相关策略分类两类：一类是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en-US" altLang="zh-CN" sz="1800" b="1" dirty="0">
                <a:solidFill>
                  <a:schemeClr val="accent5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</a:t>
            </a:r>
            <a:r>
              <a:rPr lang="zh-CN" altLang="en-US" sz="1800" b="1" dirty="0">
                <a:solidFill>
                  <a:schemeClr val="accent5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另一类是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endParaRPr lang="zh-CN" altLang="en-US" sz="1800" b="1" dirty="0">
              <a:solidFill>
                <a:schemeClr val="accent5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  <a:p>
            <a:pPr algn="just">
              <a:lnSpc>
                <a:spcPct val="115000"/>
              </a:lnSpc>
            </a:pPr>
            <a:endParaRPr lang="en-US" altLang="zh-CN" sz="1800" kern="100" dirty="0">
              <a:effectLst/>
              <a:latin typeface="宋体" panose="02010600030101010101" pitchFamily="2" charset="-122"/>
              <a:ea typeface="等线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ct val="115000"/>
              </a:lnSpc>
            </a:pP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其中，提高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以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为代表，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施加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的是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与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步行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有关的设备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以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为代表，施加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，这符合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我们前面提到的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模型研究结果。</a:t>
            </a:r>
            <a:endParaRPr lang="en-US" altLang="zh-CN" sz="180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但真实世界中的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涉及复杂的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与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在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中相关关联，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例如，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dirty="0">
                <a:latin typeface="Calibri" panose="020F0502020204030204" pitchFamily="34" charset="0"/>
                <a:ea typeface="微软雅黑" panose="020B0503020204020204" pitchFamily="34" charset="-122"/>
                <a:cs typeface="Calibri" panose="020F0502020204030204" pitchFamily="34" charset="0"/>
              </a:rPr>
              <a:t>可能会增加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dirty="0">
                <a:latin typeface="Calibri" panose="020F0502020204030204" pitchFamily="34" charset="0"/>
                <a:ea typeface="微软雅黑" panose="020B0503020204020204" pitchFamily="34" charset="-122"/>
                <a:cs typeface="Calibri" panose="020F0502020204030204" pitchFamily="34" charset="0"/>
              </a:rPr>
              <a:t>，特别是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dirty="0">
                <a:latin typeface="Calibri" panose="020F0502020204030204" pitchFamily="34" charset="0"/>
                <a:ea typeface="微软雅黑" panose="020B0503020204020204" pitchFamily="34" charset="-122"/>
                <a:cs typeface="Calibri" panose="020F0502020204030204" pitchFamily="34" charset="0"/>
              </a:rPr>
              <a:t>，然而目前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研究</a:t>
            </a:r>
            <a:r>
              <a:rPr lang="zh-CN" altLang="zh-CN" sz="1800" b="1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未定量评估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的程度</a:t>
            </a:r>
            <a:r>
              <a:rPr lang="zh-CN" altLang="en-US" sz="1800" b="1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lang="en-US" altLang="zh-CN" sz="1800" b="1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ct val="115000"/>
              </a:lnSpc>
            </a:pPr>
            <a:endParaRPr lang="en-US" altLang="zh-CN" sz="1800" b="1" dirty="0">
              <a:latin typeface="Calibri" panose="020F0502020204030204" pitchFamily="34" charset="0"/>
              <a:ea typeface="微软雅黑" panose="020B0503020204020204" pitchFamily="34" charset="-122"/>
              <a:cs typeface="Calibri" panose="020F0502020204030204" pitchFamily="34" charset="0"/>
            </a:endParaRPr>
          </a:p>
          <a:p>
            <a:pPr algn="just">
              <a:lnSpc>
                <a:spcPct val="115000"/>
              </a:lnSpc>
            </a:pPr>
            <a:r>
              <a:rPr lang="zh-CN" altLang="en-US" sz="1800" b="1" dirty="0">
                <a:latin typeface="Calibri" panose="020F0502020204030204" pitchFamily="34" charset="0"/>
                <a:ea typeface="微软雅黑" panose="020B0503020204020204" pitchFamily="34" charset="-122"/>
                <a:cs typeface="Calibri" panose="020F0502020204030204" pitchFamily="34" charset="0"/>
              </a:rPr>
              <a:t>因此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在将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的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策略纳入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设计之前，首先</a:t>
            </a:r>
            <a:r>
              <a:rPr lang="zh-CN" altLang="en-US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需要</a:t>
            </a:r>
            <a:r>
              <a:rPr lang="zh-CN" altLang="en-US" sz="1800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定量评估以及探究现有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策略对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800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之间</a:t>
            </a:r>
            <a:r>
              <a:rPr lang="zh-CN" altLang="en-US" sz="1800" b="0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关</a:t>
            </a:r>
            <a:r>
              <a:rPr lang="zh-CN" altLang="en-US" sz="1800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系，</a:t>
            </a:r>
            <a:r>
              <a:rPr lang="zh-CN" altLang="zh-CN" sz="18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以</a:t>
            </a:r>
            <a:r>
              <a:rPr lang="zh-CN" altLang="en-US" sz="2800" b="1" kern="1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探索更优的</a:t>
            </a:r>
            <a:r>
              <a:rPr lang="en-US" altLang="zh-CN" sz="2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2800" b="1" kern="100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策略</a:t>
            </a:r>
            <a:endParaRPr lang="zh-CN" altLang="en-US" sz="1800" i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7312863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基于以上的研究背景和研究现状，我们提出这样的科学假设：</a:t>
            </a:r>
            <a:r>
              <a:rPr lang="zh-CN" altLang="en-US" sz="1200" dirty="0">
                <a:solidFill>
                  <a:schemeClr val="bg1"/>
                </a:solidFill>
              </a:rPr>
              <a:t>基于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200" dirty="0">
                <a:solidFill>
                  <a:schemeClr val="bg1"/>
                </a:solidFill>
              </a:rPr>
              <a:t>和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200" dirty="0">
                <a:solidFill>
                  <a:schemeClr val="bg1"/>
                </a:solidFill>
              </a:rPr>
              <a:t>的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200" dirty="0"/>
              <a:t>机理</a:t>
            </a:r>
            <a:r>
              <a:rPr lang="zh-CN" altLang="en-US" sz="1200" dirty="0">
                <a:solidFill>
                  <a:schemeClr val="bg1"/>
                </a:solidFill>
              </a:rPr>
              <a:t>的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200" dirty="0"/>
              <a:t>策略</a:t>
            </a:r>
            <a:r>
              <a:rPr lang="zh-CN" altLang="en-US" sz="1200" dirty="0">
                <a:solidFill>
                  <a:schemeClr val="bg1"/>
                </a:solidFill>
              </a:rPr>
              <a:t>可以为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200" dirty="0">
                <a:solidFill>
                  <a:schemeClr val="bg1"/>
                </a:solidFill>
              </a:rPr>
              <a:t>提供更加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200" dirty="0">
                <a:solidFill>
                  <a:schemeClr val="bg1"/>
                </a:solidFill>
              </a:rPr>
              <a:t>的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endParaRPr lang="en-US" altLang="zh-CN" sz="1200" dirty="0">
              <a:solidFill>
                <a:schemeClr val="bg1"/>
              </a:solidFill>
            </a:endParaRPr>
          </a:p>
          <a:p>
            <a:r>
              <a:rPr lang="zh-CN" altLang="en-US" sz="1200" dirty="0">
                <a:solidFill>
                  <a:schemeClr val="bg1"/>
                </a:solidFill>
              </a:rPr>
              <a:t>为了验证这一点假设，需要回答三个科学问题，</a:t>
            </a:r>
            <a:endParaRPr lang="en-US" altLang="zh-CN" sz="1200" dirty="0">
              <a:solidFill>
                <a:schemeClr val="bg1"/>
              </a:solidFill>
            </a:endParaRPr>
          </a:p>
          <a:p>
            <a:pPr marL="228600" indent="-228600">
              <a:buAutoNum type="arabicPeriod"/>
            </a:pPr>
            <a:r>
              <a:rPr lang="zh-CN" altLang="en-US" sz="1200" dirty="0">
                <a:solidFill>
                  <a:schemeClr val="bg1"/>
                </a:solidFill>
              </a:rPr>
              <a:t>首先是</a:t>
            </a: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</a:p>
          <a:p>
            <a:pPr marL="228600" indent="-228600">
              <a:buAutoNum type="arabicPeriod"/>
            </a:pPr>
            <a:r>
              <a:rPr lang="zh-CN" altLang="en-US" sz="1200" b="1" kern="1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其次</a:t>
            </a:r>
            <a:r>
              <a:rPr lang="en-US" altLang="zh-CN" sz="1200" dirty="0" err="1">
                <a:solidFill>
                  <a:schemeClr val="bg1"/>
                </a:solidFill>
              </a:rPr>
              <a:t>Ddd</a:t>
            </a:r>
            <a:endParaRPr lang="en-US" altLang="zh-CN" sz="1200" dirty="0">
              <a:solidFill>
                <a:schemeClr val="bg1"/>
              </a:solidFill>
            </a:endParaRPr>
          </a:p>
          <a:p>
            <a:pPr marL="228600" indent="-228600">
              <a:buAutoNum type="arabicPeriod"/>
            </a:pPr>
            <a:r>
              <a:rPr lang="zh-CN" altLang="en-US" sz="1200" dirty="0">
                <a:solidFill>
                  <a:schemeClr val="bg1"/>
                </a:solidFill>
              </a:rPr>
              <a:t>最后</a:t>
            </a:r>
            <a:r>
              <a:rPr lang="en-US" altLang="zh-CN" sz="1200" dirty="0" err="1">
                <a:solidFill>
                  <a:schemeClr val="bg1"/>
                </a:solidFill>
              </a:rPr>
              <a:t>Ddd</a:t>
            </a:r>
            <a:endParaRPr lang="en-US" altLang="zh-CN" sz="1200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zh-CN" altLang="en-US" sz="1200" dirty="0">
                <a:solidFill>
                  <a:schemeClr val="bg1"/>
                </a:solidFill>
              </a:rPr>
              <a:t>我们根据这三个科学问题设置了三个研究内容</a:t>
            </a:r>
            <a:endParaRPr lang="en-US" altLang="zh-CN" sz="1200" dirty="0">
              <a:solidFill>
                <a:schemeClr val="bg1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9084007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基于研究问题，提出研究目标。。。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根据三点研究目标，规划了以下三个研究内容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306183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研究内容一是：</a:t>
            </a:r>
            <a:r>
              <a:rPr lang="en-US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</a:t>
            </a:r>
            <a:r>
              <a:rPr lang="zh-CN" altLang="en-US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对</a:t>
            </a:r>
            <a:r>
              <a:rPr lang="en-US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</a:t>
            </a:r>
            <a:r>
              <a:rPr lang="zh-CN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以及两者关系的影响研究</a:t>
            </a:r>
            <a:br>
              <a:rPr lang="en-US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预计招募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然后对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进行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测试和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测试，获取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时的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指标</a:t>
            </a:r>
            <a:endParaRPr lang="en-US" altLang="zh-CN" sz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indent="0">
              <a:buFont typeface="Arial" panose="020B0604020202020204" pitchFamily="34" charset="0"/>
              <a:buNone/>
            </a:pPr>
            <a:endParaRPr lang="en-US" altLang="zh-CN" sz="1200" u="sng" kern="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buFont typeface="Arial" panose="020B0604020202020204" pitchFamily="34" charset="0"/>
              <a:buNone/>
            </a:pP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将结果指标分为三类，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，以及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，对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指标进行主成分分析，将其降维为多个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，并与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进行相关性分析，</a:t>
            </a:r>
            <a:endParaRPr lang="en-US" altLang="zh-CN" sz="1200" kern="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buFont typeface="Arial" panose="020B0604020202020204" pitchFamily="34" charset="0"/>
              <a:buNone/>
            </a:pPr>
            <a:endParaRPr lang="en-US" altLang="zh-CN" sz="1200" kern="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其次，明确</a:t>
            </a:r>
            <a:r>
              <a:rPr lang="en-US" altLang="zh-CN" sz="1200" b="1" dirty="0">
                <a:solidFill>
                  <a:srgbClr val="0F3D8B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</a:t>
            </a:r>
            <a:r>
              <a:rPr lang="zh-CN" altLang="en-US" sz="1200" b="1" dirty="0">
                <a:solidFill>
                  <a:srgbClr val="0F3D8B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和</a:t>
            </a:r>
            <a:r>
              <a:rPr lang="en-US" altLang="zh-CN" sz="1200" b="1" dirty="0">
                <a:solidFill>
                  <a:srgbClr val="0F3D8B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</a:t>
            </a:r>
            <a:r>
              <a:rPr lang="zh-CN" altLang="en-US" sz="1200" b="1" dirty="0">
                <a:solidFill>
                  <a:srgbClr val="0F3D8B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在</a:t>
            </a:r>
            <a:r>
              <a:rPr lang="en-US" altLang="zh-CN" sz="1200" b="1" dirty="0">
                <a:solidFill>
                  <a:srgbClr val="0F3D8B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</a:t>
            </a:r>
            <a:r>
              <a:rPr lang="zh-CN" altLang="en-US" sz="1200" b="1" dirty="0">
                <a:solidFill>
                  <a:srgbClr val="0F3D8B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组别中的表现</a:t>
            </a:r>
            <a:endParaRPr lang="en-US" altLang="zh-CN" sz="1200" b="1" kern="1200" dirty="0">
              <a:solidFill>
                <a:srgbClr val="0F3D8B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最后对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稳定和</a:t>
            </a:r>
            <a:r>
              <a:rPr lang="en-US" altLang="zh-CN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****</a:t>
            </a:r>
            <a:r>
              <a:rPr lang="zh-CN" altLang="en-US" sz="1200" kern="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进行相关性分析，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两者关系</a:t>
            </a:r>
            <a:endParaRPr lang="en-US" altLang="zh-CN" sz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indent="0">
              <a:buFont typeface="Arial" panose="020B0604020202020204" pitchFamily="34" charset="0"/>
              <a:buNone/>
            </a:pPr>
            <a:endParaRPr lang="en-US" altLang="zh-CN" sz="1200" kern="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altLang="zh-CN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altLang="zh-CN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altLang="zh-CN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1446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研究内容二是</a:t>
            </a:r>
            <a:r>
              <a:rPr lang="zh-CN" altLang="en-US" sz="1600" b="1" spc="300" dirty="0">
                <a:latin typeface="微软雅黑"/>
                <a:ea typeface="微软雅黑"/>
              </a:rPr>
              <a:t>：</a:t>
            </a:r>
            <a:r>
              <a:rPr lang="en-US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***</a:t>
            </a:r>
            <a:r>
              <a:rPr lang="zh-CN" altLang="en-US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对</a:t>
            </a:r>
            <a:r>
              <a:rPr lang="en-US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</a:t>
            </a:r>
            <a:r>
              <a:rPr lang="zh-CN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以及两者关系的影响研究</a:t>
            </a:r>
            <a:endParaRPr lang="en-US" altLang="zh-CN" dirty="0"/>
          </a:p>
          <a:p>
            <a:r>
              <a:rPr lang="zh-CN" altLang="en-US" dirty="0"/>
              <a:t>在研究内容一的基础上，加上了</a:t>
            </a:r>
            <a:r>
              <a:rPr lang="en-US" altLang="zh-CN" dirty="0"/>
              <a:t>******</a:t>
            </a:r>
          </a:p>
          <a:p>
            <a:endParaRPr lang="en-US" altLang="zh-CN" dirty="0"/>
          </a:p>
          <a:p>
            <a:r>
              <a:rPr lang="zh-CN" altLang="en-US" dirty="0"/>
              <a:t>采用了</a:t>
            </a:r>
            <a:r>
              <a:rPr lang="en-US" altLang="zh-CN" dirty="0"/>
              <a:t>******</a:t>
            </a:r>
            <a:r>
              <a:rPr lang="zh-CN" altLang="en-US" dirty="0"/>
              <a:t>实验范式，除了</a:t>
            </a:r>
            <a:r>
              <a:rPr lang="en-US" altLang="zh-CN" dirty="0"/>
              <a:t>****</a:t>
            </a:r>
            <a:r>
              <a:rPr lang="zh-CN" altLang="en-US" dirty="0"/>
              <a:t>指标外，增加了</a:t>
            </a:r>
            <a:r>
              <a:rPr lang="en-US" altLang="zh-CN" dirty="0"/>
              <a:t>*****</a:t>
            </a:r>
          </a:p>
          <a:p>
            <a:endParaRPr lang="en-US" altLang="zh-CN" dirty="0"/>
          </a:p>
          <a:p>
            <a:r>
              <a:rPr lang="zh-CN" altLang="en-US" dirty="0"/>
              <a:t>此外，对</a:t>
            </a:r>
            <a:r>
              <a:rPr lang="en-US" altLang="zh-CN" dirty="0"/>
              <a:t>****</a:t>
            </a:r>
            <a:r>
              <a:rPr lang="zh-CN" altLang="en-US" dirty="0"/>
              <a:t>进行</a:t>
            </a:r>
            <a:r>
              <a:rPr lang="en-US" altLang="zh-CN" dirty="0"/>
              <a:t>****</a:t>
            </a:r>
            <a:r>
              <a:rPr lang="zh-CN" altLang="en-US" dirty="0"/>
              <a:t>扫描，获取</a:t>
            </a:r>
            <a:r>
              <a:rPr lang="en-US" altLang="zh-CN" dirty="0"/>
              <a:t>*****</a:t>
            </a:r>
            <a:r>
              <a:rPr lang="zh-CN" altLang="en-US" dirty="0"/>
              <a:t>，通过数据处理分析获取</a:t>
            </a:r>
            <a:r>
              <a:rPr lang="en-US" altLang="zh-CN" dirty="0"/>
              <a:t>***</a:t>
            </a:r>
            <a:r>
              <a:rPr lang="zh-CN" altLang="en-US" dirty="0"/>
              <a:t>的</a:t>
            </a:r>
            <a:r>
              <a:rPr lang="en-US" altLang="zh-CN" dirty="0"/>
              <a:t>****</a:t>
            </a:r>
            <a:r>
              <a:rPr lang="zh-CN" altLang="en-US" dirty="0"/>
              <a:t>以及</a:t>
            </a:r>
            <a:r>
              <a:rPr lang="en-US" altLang="zh-CN" dirty="0"/>
              <a:t>***</a:t>
            </a:r>
            <a:r>
              <a:rPr lang="zh-CN" altLang="en-US" dirty="0"/>
              <a:t>。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最终计算多任务态下</a:t>
            </a:r>
            <a:r>
              <a:rPr lang="en-US" altLang="zh-CN" dirty="0"/>
              <a:t>******</a:t>
            </a:r>
            <a:r>
              <a:rPr lang="zh-CN" altLang="en-US" dirty="0"/>
              <a:t>关系，以及相关的</a:t>
            </a:r>
            <a:r>
              <a:rPr lang="en-US" altLang="zh-CN" dirty="0"/>
              <a:t>*****</a:t>
            </a:r>
            <a:r>
              <a:rPr lang="zh-CN" altLang="en-US" dirty="0"/>
              <a:t>表现，最终对比分析</a:t>
            </a:r>
            <a:r>
              <a:rPr lang="en-US" altLang="zh-CN" dirty="0"/>
              <a:t>*****</a:t>
            </a:r>
            <a:r>
              <a:rPr lang="zh-CN" altLang="en-US" dirty="0"/>
              <a:t>与</a:t>
            </a:r>
            <a:r>
              <a:rPr lang="en-US" altLang="zh-CN" dirty="0"/>
              <a:t>*****</a:t>
            </a:r>
            <a:r>
              <a:rPr lang="zh-CN" altLang="en-US" dirty="0"/>
              <a:t>之间的关系，以探究</a:t>
            </a:r>
            <a:r>
              <a:rPr lang="en-US" altLang="zh-CN" dirty="0"/>
              <a:t>****</a:t>
            </a:r>
            <a:r>
              <a:rPr lang="zh-CN" altLang="en-US" dirty="0"/>
              <a:t>和</a:t>
            </a:r>
            <a:r>
              <a:rPr lang="en-US" altLang="zh-CN" dirty="0"/>
              <a:t>****</a:t>
            </a:r>
            <a:r>
              <a:rPr lang="zh-CN" altLang="en-US" dirty="0"/>
              <a:t>潜在的</a:t>
            </a:r>
            <a:r>
              <a:rPr lang="en-US" altLang="zh-CN" dirty="0"/>
              <a:t>****</a:t>
            </a:r>
            <a:r>
              <a:rPr lang="zh-CN" altLang="en-US" dirty="0"/>
              <a:t>机制</a:t>
            </a:r>
            <a:endParaRPr lang="en-US" altLang="zh-CN" sz="16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0" indent="0">
              <a:buFont typeface="Arial" panose="020B0604020202020204" pitchFamily="34" charset="0"/>
              <a:buNone/>
            </a:pPr>
            <a:endParaRPr lang="en-US" altLang="zh-CN" sz="1800" kern="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2060379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研究内容三是</a:t>
            </a:r>
            <a:r>
              <a:rPr lang="zh-CN" altLang="en-US" sz="1600" b="1" spc="300" dirty="0">
                <a:latin typeface="微软雅黑"/>
                <a:ea typeface="微软雅黑"/>
              </a:rPr>
              <a:t>：</a:t>
            </a:r>
            <a:r>
              <a:rPr lang="en-US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***</a:t>
            </a:r>
            <a:r>
              <a:rPr lang="zh-CN" altLang="en-US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对</a:t>
            </a:r>
            <a:r>
              <a:rPr lang="en-US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</a:t>
            </a:r>
            <a:r>
              <a:rPr lang="zh-CN" altLang="zh-CN" sz="12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以及两者关系的影响研究</a:t>
            </a:r>
            <a:endParaRPr lang="en-US" altLang="zh-CN" dirty="0"/>
          </a:p>
          <a:p>
            <a:r>
              <a:rPr lang="zh-CN" altLang="en-US" dirty="0"/>
              <a:t>在研究内容一的基础上，加上了</a:t>
            </a:r>
            <a:r>
              <a:rPr lang="en-US" altLang="zh-CN" dirty="0"/>
              <a:t>******</a:t>
            </a:r>
          </a:p>
          <a:p>
            <a:endParaRPr lang="en-US" altLang="zh-CN" dirty="0"/>
          </a:p>
          <a:p>
            <a:r>
              <a:rPr lang="zh-CN" altLang="en-US" dirty="0"/>
              <a:t>采用了</a:t>
            </a:r>
            <a:r>
              <a:rPr lang="en-US" altLang="zh-CN" dirty="0"/>
              <a:t>******</a:t>
            </a:r>
            <a:r>
              <a:rPr lang="zh-CN" altLang="en-US" dirty="0"/>
              <a:t>实验范式，除了</a:t>
            </a:r>
            <a:r>
              <a:rPr lang="en-US" altLang="zh-CN" dirty="0"/>
              <a:t>****</a:t>
            </a:r>
            <a:r>
              <a:rPr lang="zh-CN" altLang="en-US" dirty="0"/>
              <a:t>指标外，增加了</a:t>
            </a:r>
            <a:r>
              <a:rPr lang="en-US" altLang="zh-CN" dirty="0"/>
              <a:t>*****</a:t>
            </a:r>
          </a:p>
          <a:p>
            <a:endParaRPr lang="en-US" altLang="zh-CN" dirty="0"/>
          </a:p>
          <a:p>
            <a:r>
              <a:rPr lang="zh-CN" altLang="en-US" dirty="0"/>
              <a:t>此外，对</a:t>
            </a:r>
            <a:r>
              <a:rPr lang="en-US" altLang="zh-CN" dirty="0"/>
              <a:t>****</a:t>
            </a:r>
            <a:r>
              <a:rPr lang="zh-CN" altLang="en-US" dirty="0"/>
              <a:t>进行</a:t>
            </a:r>
            <a:r>
              <a:rPr lang="en-US" altLang="zh-CN" dirty="0"/>
              <a:t>****</a:t>
            </a:r>
            <a:r>
              <a:rPr lang="zh-CN" altLang="en-US" dirty="0"/>
              <a:t>扫描，获取</a:t>
            </a:r>
            <a:r>
              <a:rPr lang="en-US" altLang="zh-CN" dirty="0"/>
              <a:t>*****</a:t>
            </a:r>
            <a:r>
              <a:rPr lang="zh-CN" altLang="en-US" dirty="0"/>
              <a:t>，通过数据处理分析获取</a:t>
            </a:r>
            <a:r>
              <a:rPr lang="en-US" altLang="zh-CN" dirty="0"/>
              <a:t>***</a:t>
            </a:r>
            <a:r>
              <a:rPr lang="zh-CN" altLang="en-US" dirty="0"/>
              <a:t>的</a:t>
            </a:r>
            <a:r>
              <a:rPr lang="en-US" altLang="zh-CN" dirty="0"/>
              <a:t>****</a:t>
            </a:r>
            <a:r>
              <a:rPr lang="zh-CN" altLang="en-US" dirty="0"/>
              <a:t>以及</a:t>
            </a:r>
            <a:r>
              <a:rPr lang="en-US" altLang="zh-CN" dirty="0"/>
              <a:t>***</a:t>
            </a:r>
            <a:r>
              <a:rPr lang="zh-CN" altLang="en-US" dirty="0"/>
              <a:t>。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最终计算多任务态下</a:t>
            </a:r>
            <a:r>
              <a:rPr lang="en-US" altLang="zh-CN" dirty="0"/>
              <a:t>******</a:t>
            </a:r>
            <a:r>
              <a:rPr lang="zh-CN" altLang="en-US" dirty="0"/>
              <a:t>关系，以及相关的</a:t>
            </a:r>
            <a:r>
              <a:rPr lang="en-US" altLang="zh-CN" dirty="0"/>
              <a:t>*****</a:t>
            </a:r>
            <a:r>
              <a:rPr lang="zh-CN" altLang="en-US" dirty="0"/>
              <a:t>表现，最终对比分析</a:t>
            </a:r>
            <a:r>
              <a:rPr lang="en-US" altLang="zh-CN" dirty="0"/>
              <a:t>*****</a:t>
            </a:r>
            <a:r>
              <a:rPr lang="zh-CN" altLang="en-US" dirty="0"/>
              <a:t>与</a:t>
            </a:r>
            <a:r>
              <a:rPr lang="en-US" altLang="zh-CN" dirty="0"/>
              <a:t>*****</a:t>
            </a:r>
            <a:r>
              <a:rPr lang="zh-CN" altLang="en-US" dirty="0"/>
              <a:t>之间的关系，以探究</a:t>
            </a:r>
            <a:r>
              <a:rPr lang="en-US" altLang="zh-CN" dirty="0"/>
              <a:t>****</a:t>
            </a:r>
            <a:r>
              <a:rPr lang="zh-CN" altLang="en-US" dirty="0"/>
              <a:t>和</a:t>
            </a:r>
            <a:r>
              <a:rPr lang="en-US" altLang="zh-CN" dirty="0"/>
              <a:t>****</a:t>
            </a:r>
            <a:r>
              <a:rPr lang="zh-CN" altLang="en-US" dirty="0"/>
              <a:t>潜在的</a:t>
            </a:r>
            <a:r>
              <a:rPr lang="en-US" altLang="zh-CN" dirty="0"/>
              <a:t>****</a:t>
            </a:r>
            <a:r>
              <a:rPr lang="zh-CN" altLang="en-US" dirty="0"/>
              <a:t>机制</a:t>
            </a:r>
            <a:endParaRPr lang="en-US" altLang="zh-CN" sz="16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0" indent="0">
              <a:buFont typeface="Arial" panose="020B0604020202020204" pitchFamily="34" charset="0"/>
              <a:buNone/>
            </a:pPr>
            <a:endParaRPr lang="en-US" altLang="zh-CN" sz="1800" kern="0" dirty="0"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endParaRPr lang="en-US" altLang="zh-CN" i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937305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然后到关键技术和创新点，</a:t>
            </a:r>
            <a:endParaRPr lang="en-US" altLang="zh-CN" dirty="0"/>
          </a:p>
          <a:p>
            <a:r>
              <a:rPr lang="zh-CN" altLang="en-US" dirty="0"/>
              <a:t>本课题从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的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表现出发，到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相关的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探究，最终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。</a:t>
            </a:r>
            <a:endParaRPr lang="en-US" altLang="zh-CN" dirty="0"/>
          </a:p>
          <a:p>
            <a:r>
              <a:rPr lang="zh-CN" altLang="en-US" dirty="0"/>
              <a:t>涉及的关键技术是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与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全信息映射分析技术，然后是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定量评估分析技术。</a:t>
            </a:r>
            <a:endParaRPr lang="en-US" altLang="zh-CN" dirty="0"/>
          </a:p>
          <a:p>
            <a:r>
              <a:rPr lang="zh-CN" altLang="en-US" dirty="0"/>
              <a:t>创新点首先是将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这这个各有侧重的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表现进行分开探讨，并且考虑两者的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和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交互关系，最后是定量评估并分析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对于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的影响，明确量效关系</a:t>
            </a:r>
            <a:endParaRPr lang="en-US" altLang="zh-CN" dirty="0"/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6776927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那基于以上研究主题，也已开展了部分工作</a:t>
            </a:r>
            <a:endParaRPr lang="en-US" altLang="zh-CN" dirty="0"/>
          </a:p>
          <a:p>
            <a:r>
              <a:rPr lang="zh-CN" altLang="en-US" dirty="0"/>
              <a:t>首先，初步进行了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测试，计算了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/>
              <a:t>等指标</a:t>
            </a:r>
            <a:endParaRPr lang="en-US" altLang="zh-CN" dirty="0"/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1666660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初步的结果表明</a:t>
            </a:r>
            <a:r>
              <a:rPr lang="en-US" altLang="zh-CN" dirty="0"/>
              <a:t>******</a:t>
            </a:r>
            <a:r>
              <a:rPr lang="zh-CN" altLang="en-US" dirty="0"/>
              <a:t>和</a:t>
            </a:r>
            <a:r>
              <a:rPr lang="en-US" altLang="zh-CN" dirty="0"/>
              <a:t>******</a:t>
            </a:r>
            <a:r>
              <a:rPr lang="zh-CN" altLang="en-US" dirty="0"/>
              <a:t>与</a:t>
            </a:r>
            <a:r>
              <a:rPr lang="en-US" altLang="zh-CN" dirty="0"/>
              <a:t>******</a:t>
            </a:r>
            <a:r>
              <a:rPr lang="zh-CN" altLang="en-US" dirty="0"/>
              <a:t>存在很大的关系，并且初步范式中的</a:t>
            </a:r>
            <a:r>
              <a:rPr lang="en-US" altLang="zh-CN" dirty="0"/>
              <a:t>******</a:t>
            </a:r>
            <a:r>
              <a:rPr lang="zh-CN" altLang="en-US" dirty="0"/>
              <a:t>探讨对于</a:t>
            </a:r>
            <a:r>
              <a:rPr lang="en-US" altLang="zh-CN" dirty="0"/>
              <a:t>******</a:t>
            </a:r>
            <a:r>
              <a:rPr lang="zh-CN" altLang="en-US" dirty="0"/>
              <a:t>意义不大，因此后续将采用</a:t>
            </a:r>
            <a:r>
              <a:rPr lang="en-US" altLang="zh-CN" dirty="0"/>
              <a:t>******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更贴近真实</a:t>
            </a:r>
            <a:r>
              <a:rPr lang="en-US" altLang="zh-CN" dirty="0"/>
              <a:t>******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en-US" altLang="zh-CN" dirty="0"/>
              <a:t>******</a:t>
            </a:r>
            <a:r>
              <a:rPr lang="zh-CN" altLang="en-US" dirty="0"/>
              <a:t>测试进行正式实验。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1516197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此外，还开展了</a:t>
            </a:r>
            <a:r>
              <a:rPr lang="en-US" altLang="zh-CN" dirty="0"/>
              <a:t>******</a:t>
            </a:r>
            <a:r>
              <a:rPr lang="zh-CN" altLang="en-US" dirty="0"/>
              <a:t>研究，</a:t>
            </a:r>
            <a:endParaRPr lang="en-US" altLang="zh-CN" dirty="0"/>
          </a:p>
          <a:p>
            <a:r>
              <a:rPr lang="zh-CN" altLang="en-US" dirty="0"/>
              <a:t>首先，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提出了</a:t>
            </a:r>
            <a:r>
              <a:rPr lang="en-US" altLang="zh-CN" sz="1800" dirty="0"/>
              <a:t>******</a:t>
            </a:r>
            <a:r>
              <a:rPr lang="zh-CN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策略</a:t>
            </a: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，相关成果已发表。</a:t>
            </a:r>
            <a:b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</a:br>
            <a:br>
              <a:rPr lang="en-US" altLang="zh-CN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</a:br>
            <a:r>
              <a:rPr lang="zh-CN" altLang="en-US" sz="18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此外，进行了</a:t>
            </a:r>
            <a:r>
              <a:rPr lang="en-US" altLang="zh-CN" dirty="0"/>
              <a:t>******</a:t>
            </a:r>
            <a:r>
              <a:rPr lang="zh-CN" altLang="en-US" dirty="0"/>
              <a:t>情况下</a:t>
            </a:r>
            <a:r>
              <a:rPr lang="en-US" altLang="zh-CN" dirty="0"/>
              <a:t>******</a:t>
            </a:r>
            <a:r>
              <a:rPr lang="zh-CN" altLang="en-US" dirty="0"/>
              <a:t>，初步结果表明</a:t>
            </a:r>
            <a:r>
              <a:rPr lang="en-US" altLang="zh-CN" dirty="0"/>
              <a:t>******</a:t>
            </a:r>
            <a:r>
              <a:rPr lang="zh-CN" altLang="en-US" dirty="0"/>
              <a:t>，但是</a:t>
            </a:r>
            <a:r>
              <a:rPr lang="en-US" altLang="zh-CN" dirty="0"/>
              <a:t>******</a:t>
            </a:r>
            <a:r>
              <a:rPr lang="zh-CN" altLang="en-US" dirty="0"/>
              <a:t>最优组合未知</a:t>
            </a:r>
            <a:endParaRPr lang="en-US" altLang="zh-CN" dirty="0"/>
          </a:p>
          <a:p>
            <a:r>
              <a:rPr lang="zh-CN" altLang="en-US" dirty="0"/>
              <a:t>因此，后期的研究需要</a:t>
            </a:r>
            <a:r>
              <a:rPr lang="zh-CN" altLang="en-US" b="1" dirty="0"/>
              <a:t>首先明确</a:t>
            </a:r>
            <a:r>
              <a:rPr lang="en-US" altLang="zh-CN" dirty="0"/>
              <a:t>******</a:t>
            </a:r>
            <a:r>
              <a:rPr lang="zh-CN" altLang="en-US" b="1" dirty="0"/>
              <a:t>如何在</a:t>
            </a:r>
            <a:r>
              <a:rPr lang="en-US" altLang="zh-CN" dirty="0"/>
              <a:t>******</a:t>
            </a:r>
            <a:r>
              <a:rPr lang="zh-CN" altLang="en-US" b="1" dirty="0"/>
              <a:t>中相互作用和影响的</a:t>
            </a:r>
            <a:r>
              <a:rPr lang="zh-CN" altLang="en-US" dirty="0"/>
              <a:t>，以更好地制定</a:t>
            </a:r>
            <a:r>
              <a:rPr lang="en-US" altLang="zh-CN" dirty="0"/>
              <a:t>******</a:t>
            </a:r>
            <a:r>
              <a:rPr lang="zh-CN" altLang="en-US" dirty="0"/>
              <a:t>策略。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789161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546637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以下是我课题的进度安排，预期成果是完成所有研究内容，发表</a:t>
            </a:r>
            <a:r>
              <a:rPr lang="en-US" altLang="zh-CN" dirty="0"/>
              <a:t>2-3</a:t>
            </a:r>
            <a:r>
              <a:rPr lang="zh-CN" altLang="en-US" dirty="0"/>
              <a:t>篇高水平学术论文，完成学位论文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018948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80470A-4597-4319-87FD-3AB9665446AB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541378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fld id="{97AA5570-5C36-4F12-A1EB-4155A99A1666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212725" y="2302510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二级</a:t>
            </a:r>
          </a:p>
          <a:p>
            <a:pPr lvl="2"/>
            <a:r>
              <a:rPr lang="zh-CN" altLang="en-US" dirty="0"/>
              <a:t>三级</a:t>
            </a:r>
          </a:p>
          <a:p>
            <a:pPr lvl="3"/>
            <a:r>
              <a:rPr lang="zh-CN" altLang="en-US" dirty="0"/>
              <a:t>四级</a:t>
            </a:r>
          </a:p>
          <a:p>
            <a:pPr lvl="4"/>
            <a:r>
              <a:rPr lang="zh-CN" altLang="en-US" dirty="0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AA5570-5C36-4F12-A1EB-4155A99A1666}" type="slidenum">
              <a:rPr lang="zh-CN" altLang="en-US" smtClean="0"/>
              <a:t>‹#›</a:t>
            </a:fld>
            <a:endParaRPr lang="zh-CN" alt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7EEF14D4-173F-BD04-91C3-2EAD01DE315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duotone>
              <a:prstClr val="black"/>
              <a:srgbClr val="FF0000">
                <a:tint val="45000"/>
                <a:satMod val="400000"/>
              </a:srgb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400000"/>
                    </a14:imgEffect>
                    <a14:imgEffect>
                      <a14:brightnessContrast bright="-40000" contrast="-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63830" y="91902"/>
            <a:ext cx="2828170" cy="584838"/>
          </a:xfrm>
          <a:prstGeom prst="rect">
            <a:avLst/>
          </a:prstGeom>
        </p:spPr>
      </p:pic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板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>
            <a:extLst>
              <a:ext uri="{FF2B5EF4-FFF2-40B4-BE49-F238E27FC236}">
                <a16:creationId xmlns:a16="http://schemas.microsoft.com/office/drawing/2014/main" id="{B3A3BC1D-126F-7D7C-4DE7-D798E95E2141}"/>
              </a:ext>
            </a:extLst>
          </p:cNvPr>
          <p:cNvSpPr/>
          <p:nvPr userDrawn="1"/>
        </p:nvSpPr>
        <p:spPr>
          <a:xfrm>
            <a:off x="0" y="0"/>
            <a:ext cx="2448000" cy="65431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zh-CN" altLang="en-US" sz="20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研究背景及现状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43935D38-7AAD-2B5E-1BD4-BAA5F163C74B}"/>
              </a:ext>
            </a:extLst>
          </p:cNvPr>
          <p:cNvSpPr/>
          <p:nvPr userDrawn="1"/>
        </p:nvSpPr>
        <p:spPr>
          <a:xfrm>
            <a:off x="2448000" y="0"/>
            <a:ext cx="2448000" cy="65431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zh-CN" altLang="en-US" sz="20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研究目标与内容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35C3A95F-F1C2-09B7-BF59-0F0B00793CD4}"/>
              </a:ext>
            </a:extLst>
          </p:cNvPr>
          <p:cNvSpPr/>
          <p:nvPr userDrawn="1"/>
        </p:nvSpPr>
        <p:spPr>
          <a:xfrm>
            <a:off x="4896000" y="0"/>
            <a:ext cx="2448000" cy="65431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zh-CN" altLang="en-US" sz="20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关键技术与创新点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87E09A82-8975-36F4-C12D-3C705D6247EF}"/>
              </a:ext>
            </a:extLst>
          </p:cNvPr>
          <p:cNvSpPr/>
          <p:nvPr userDrawn="1"/>
        </p:nvSpPr>
        <p:spPr>
          <a:xfrm>
            <a:off x="7344000" y="0"/>
            <a:ext cx="2448000" cy="65431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zh-CN" altLang="en-US" sz="20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已开展工作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95D4B884-7123-29D2-F0E4-5F097987B602}"/>
              </a:ext>
            </a:extLst>
          </p:cNvPr>
          <p:cNvSpPr/>
          <p:nvPr userDrawn="1"/>
        </p:nvSpPr>
        <p:spPr>
          <a:xfrm>
            <a:off x="9792000" y="0"/>
            <a:ext cx="2400000" cy="65431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zh-CN" altLang="en-US" sz="20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进度安排</a:t>
            </a:r>
          </a:p>
        </p:txBody>
      </p:sp>
      <p:sp>
        <p:nvSpPr>
          <p:cNvPr id="10" name="灯片编号占位符 4">
            <a:extLst>
              <a:ext uri="{FF2B5EF4-FFF2-40B4-BE49-F238E27FC236}">
                <a16:creationId xmlns:a16="http://schemas.microsoft.com/office/drawing/2014/main" id="{C6DB8247-6666-F032-5C6E-6C49B7BBF0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291669" y="6356350"/>
            <a:ext cx="2743200" cy="365125"/>
          </a:xfrm>
        </p:spPr>
        <p:txBody>
          <a:bodyPr/>
          <a:lstStyle>
            <a:lvl1pPr>
              <a:defRPr sz="1600" b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 pitchFamily="34" charset="0"/>
              </a:defRPr>
            </a:lvl1pPr>
          </a:lstStyle>
          <a:p>
            <a:fld id="{5E2EABFD-C142-48D2-8272-3C2D8BEF2F38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30275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 baseline="0">
                <a:solidFill>
                  <a:schemeClr val="tx1">
                    <a:tint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fld id="{97AA5570-5C36-4F12-A1EB-4155A99A1666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1" r:id="rId1"/>
    <p:sldLayoutId id="2147483652" r:id="rId2"/>
    <p:sldLayoutId id="2147483653" r:id="rId3"/>
    <p:sldLayoutId id="2147483654" r:id="rId4"/>
    <p:sldLayoutId id="2147483656" r:id="rId5"/>
    <p:sldLayoutId id="2147483657" r:id="rId6"/>
    <p:sldLayoutId id="2147483658" r:id="rId7"/>
    <p:sldLayoutId id="2147483659" r:id="rId8"/>
    <p:sldLayoutId id="2147483650" r:id="rId9"/>
    <p:sldLayoutId id="2147483660" r:id="rId1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9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11.png"/><Relationship Id="rId3" Type="http://schemas.openxmlformats.org/officeDocument/2006/relationships/notesSlide" Target="../notesSlides/notesSlide3.xml"/><Relationship Id="rId7" Type="http://schemas.openxmlformats.org/officeDocument/2006/relationships/image" Target="../media/image5.png"/><Relationship Id="rId12" Type="http://schemas.openxmlformats.org/officeDocument/2006/relationships/image" Target="../media/image10.svg"/><Relationship Id="rId2" Type="http://schemas.openxmlformats.org/officeDocument/2006/relationships/slideLayout" Target="../slideLayouts/slideLayout10.xml"/><Relationship Id="rId16" Type="http://schemas.openxmlformats.org/officeDocument/2006/relationships/image" Target="../media/image14.svg"/><Relationship Id="rId1" Type="http://schemas.openxmlformats.org/officeDocument/2006/relationships/tags" Target="../tags/tag1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10" Type="http://schemas.openxmlformats.org/officeDocument/2006/relationships/image" Target="../media/image8.sv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8.png"/><Relationship Id="rId11" Type="http://schemas.openxmlformats.org/officeDocument/2006/relationships/image" Target="../media/image23.png"/><Relationship Id="rId5" Type="http://schemas.openxmlformats.org/officeDocument/2006/relationships/image" Target="../media/image17.png"/><Relationship Id="rId10" Type="http://schemas.openxmlformats.org/officeDocument/2006/relationships/image" Target="../media/image22.png"/><Relationship Id="rId4" Type="http://schemas.openxmlformats.org/officeDocument/2006/relationships/image" Target="../media/image16.png"/><Relationship Id="rId9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27.jpe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29.png"/><Relationship Id="rId7" Type="http://schemas.openxmlformats.org/officeDocument/2006/relationships/image" Target="../media/image33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32.jpeg"/><Relationship Id="rId11" Type="http://schemas.openxmlformats.org/officeDocument/2006/relationships/image" Target="../media/image37.png"/><Relationship Id="rId5" Type="http://schemas.openxmlformats.org/officeDocument/2006/relationships/image" Target="../media/image31.png"/><Relationship Id="rId10" Type="http://schemas.openxmlformats.org/officeDocument/2006/relationships/image" Target="../media/image36.png"/><Relationship Id="rId4" Type="http://schemas.openxmlformats.org/officeDocument/2006/relationships/image" Target="../media/image30.png"/><Relationship Id="rId9" Type="http://schemas.openxmlformats.org/officeDocument/2006/relationships/image" Target="../media/image3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21.png"/><Relationship Id="rId4" Type="http://schemas.openxmlformats.org/officeDocument/2006/relationships/image" Target="../media/image38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customXml" Target="../ink/ink8.xml"/><Relationship Id="rId18" Type="http://schemas.openxmlformats.org/officeDocument/2006/relationships/customXml" Target="../ink/ink13.xml"/><Relationship Id="rId26" Type="http://schemas.openxmlformats.org/officeDocument/2006/relationships/customXml" Target="../ink/ink21.xml"/><Relationship Id="rId39" Type="http://schemas.openxmlformats.org/officeDocument/2006/relationships/customXml" Target="../ink/ink32.xml"/><Relationship Id="rId21" Type="http://schemas.openxmlformats.org/officeDocument/2006/relationships/customXml" Target="../ink/ink16.xml"/><Relationship Id="rId34" Type="http://schemas.openxmlformats.org/officeDocument/2006/relationships/customXml" Target="../ink/ink27.xml"/><Relationship Id="rId42" Type="http://schemas.openxmlformats.org/officeDocument/2006/relationships/customXml" Target="../ink/ink35.xml"/><Relationship Id="rId7" Type="http://schemas.openxmlformats.org/officeDocument/2006/relationships/image" Target="../media/image432.png"/><Relationship Id="rId2" Type="http://schemas.openxmlformats.org/officeDocument/2006/relationships/notesSlide" Target="../notesSlides/notesSlide11.xml"/><Relationship Id="rId16" Type="http://schemas.openxmlformats.org/officeDocument/2006/relationships/customXml" Target="../ink/ink11.xml"/><Relationship Id="rId20" Type="http://schemas.openxmlformats.org/officeDocument/2006/relationships/customXml" Target="../ink/ink15.xml"/><Relationship Id="rId29" Type="http://schemas.openxmlformats.org/officeDocument/2006/relationships/customXml" Target="../ink/ink23.xml"/><Relationship Id="rId41" Type="http://schemas.openxmlformats.org/officeDocument/2006/relationships/customXml" Target="../ink/ink34.xml"/><Relationship Id="rId1" Type="http://schemas.openxmlformats.org/officeDocument/2006/relationships/slideLayout" Target="../slideLayouts/slideLayout10.xml"/><Relationship Id="rId6" Type="http://schemas.openxmlformats.org/officeDocument/2006/relationships/customXml" Target="../ink/ink2.xml"/><Relationship Id="rId11" Type="http://schemas.openxmlformats.org/officeDocument/2006/relationships/customXml" Target="../ink/ink6.xml"/><Relationship Id="rId24" Type="http://schemas.openxmlformats.org/officeDocument/2006/relationships/customXml" Target="../ink/ink19.xml"/><Relationship Id="rId32" Type="http://schemas.openxmlformats.org/officeDocument/2006/relationships/customXml" Target="../ink/ink26.xml"/><Relationship Id="rId37" Type="http://schemas.openxmlformats.org/officeDocument/2006/relationships/customXml" Target="../ink/ink30.xml"/><Relationship Id="rId40" Type="http://schemas.openxmlformats.org/officeDocument/2006/relationships/customXml" Target="../ink/ink33.xml"/><Relationship Id="rId5" Type="http://schemas.openxmlformats.org/officeDocument/2006/relationships/image" Target="../media/image422.png"/><Relationship Id="rId15" Type="http://schemas.openxmlformats.org/officeDocument/2006/relationships/customXml" Target="../ink/ink10.xml"/><Relationship Id="rId23" Type="http://schemas.openxmlformats.org/officeDocument/2006/relationships/customXml" Target="../ink/ink18.xml"/><Relationship Id="rId28" Type="http://schemas.openxmlformats.org/officeDocument/2006/relationships/image" Target="../media/image441.png"/><Relationship Id="rId36" Type="http://schemas.openxmlformats.org/officeDocument/2006/relationships/customXml" Target="../ink/ink29.xml"/><Relationship Id="rId10" Type="http://schemas.openxmlformats.org/officeDocument/2006/relationships/customXml" Target="../ink/ink5.xml"/><Relationship Id="rId19" Type="http://schemas.openxmlformats.org/officeDocument/2006/relationships/customXml" Target="../ink/ink14.xml"/><Relationship Id="rId31" Type="http://schemas.openxmlformats.org/officeDocument/2006/relationships/customXml" Target="../ink/ink25.xml"/><Relationship Id="rId44" Type="http://schemas.openxmlformats.org/officeDocument/2006/relationships/image" Target="../media/image24.jpeg"/><Relationship Id="rId4" Type="http://schemas.openxmlformats.org/officeDocument/2006/relationships/customXml" Target="../ink/ink1.xml"/><Relationship Id="rId9" Type="http://schemas.openxmlformats.org/officeDocument/2006/relationships/customXml" Target="../ink/ink4.xml"/><Relationship Id="rId14" Type="http://schemas.openxmlformats.org/officeDocument/2006/relationships/customXml" Target="../ink/ink9.xml"/><Relationship Id="rId22" Type="http://schemas.openxmlformats.org/officeDocument/2006/relationships/customXml" Target="../ink/ink17.xml"/><Relationship Id="rId27" Type="http://schemas.openxmlformats.org/officeDocument/2006/relationships/customXml" Target="../ink/ink22.xml"/><Relationship Id="rId30" Type="http://schemas.openxmlformats.org/officeDocument/2006/relationships/customXml" Target="../ink/ink24.xml"/><Relationship Id="rId35" Type="http://schemas.openxmlformats.org/officeDocument/2006/relationships/customXml" Target="../ink/ink28.xml"/><Relationship Id="rId43" Type="http://schemas.openxmlformats.org/officeDocument/2006/relationships/image" Target="../media/image39.png"/><Relationship Id="rId8" Type="http://schemas.openxmlformats.org/officeDocument/2006/relationships/customXml" Target="../ink/ink3.xml"/><Relationship Id="rId3" Type="http://schemas.openxmlformats.org/officeDocument/2006/relationships/image" Target="../media/image16.png"/><Relationship Id="rId12" Type="http://schemas.openxmlformats.org/officeDocument/2006/relationships/customXml" Target="../ink/ink7.xml"/><Relationship Id="rId17" Type="http://schemas.openxmlformats.org/officeDocument/2006/relationships/customXml" Target="../ink/ink12.xml"/><Relationship Id="rId25" Type="http://schemas.openxmlformats.org/officeDocument/2006/relationships/customXml" Target="../ink/ink20.xml"/><Relationship Id="rId33" Type="http://schemas.openxmlformats.org/officeDocument/2006/relationships/image" Target="../media/image451.png"/><Relationship Id="rId38" Type="http://schemas.openxmlformats.org/officeDocument/2006/relationships/customXml" Target="../ink/ink3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image" Target="../media/image45.png"/><Relationship Id="rId7" Type="http://schemas.openxmlformats.org/officeDocument/2006/relationships/image" Target="../media/image4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.xml"/><Relationship Id="rId6" Type="http://schemas.microsoft.com/office/2007/relationships/hdphoto" Target="../media/hdphoto3.wdp"/><Relationship Id="rId5" Type="http://schemas.openxmlformats.org/officeDocument/2006/relationships/image" Target="../media/image46.png"/><Relationship Id="rId10" Type="http://schemas.openxmlformats.org/officeDocument/2006/relationships/image" Target="../media/image50.jpg"/><Relationship Id="rId4" Type="http://schemas.microsoft.com/office/2007/relationships/hdphoto" Target="../media/hdphoto2.wdp"/><Relationship Id="rId9" Type="http://schemas.openxmlformats.org/officeDocument/2006/relationships/image" Target="../media/image49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jpeg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54.png"/><Relationship Id="rId2" Type="http://schemas.openxmlformats.org/officeDocument/2006/relationships/slideLayout" Target="../slideLayouts/slideLayout10.xml"/><Relationship Id="rId1" Type="http://schemas.openxmlformats.org/officeDocument/2006/relationships/tags" Target="../tags/tag2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7" Type="http://schemas.openxmlformats.org/officeDocument/2006/relationships/image" Target="../media/image3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58.png"/><Relationship Id="rId5" Type="http://schemas.openxmlformats.org/officeDocument/2006/relationships/image" Target="../media/image57.png"/><Relationship Id="rId4" Type="http://schemas.openxmlformats.org/officeDocument/2006/relationships/image" Target="../media/image5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notesSlide" Target="../notesSlides/notesSlide15.xml"/><Relationship Id="rId7" Type="http://schemas.openxmlformats.org/officeDocument/2006/relationships/image" Target="../media/image62.png"/><Relationship Id="rId12" Type="http://schemas.openxmlformats.org/officeDocument/2006/relationships/image" Target="../media/image24.jpeg"/><Relationship Id="rId2" Type="http://schemas.openxmlformats.org/officeDocument/2006/relationships/slideLayout" Target="../slideLayouts/slideLayout10.xml"/><Relationship Id="rId1" Type="http://schemas.openxmlformats.org/officeDocument/2006/relationships/tags" Target="../tags/tag3.xml"/><Relationship Id="rId6" Type="http://schemas.openxmlformats.org/officeDocument/2006/relationships/image" Target="../media/image61.png"/><Relationship Id="rId11" Type="http://schemas.openxmlformats.org/officeDocument/2006/relationships/image" Target="../media/image66.png"/><Relationship Id="rId5" Type="http://schemas.openxmlformats.org/officeDocument/2006/relationships/image" Target="../media/image60.png"/><Relationship Id="rId10" Type="http://schemas.openxmlformats.org/officeDocument/2006/relationships/image" Target="../media/image65.png"/><Relationship Id="rId4" Type="http://schemas.openxmlformats.org/officeDocument/2006/relationships/image" Target="../media/image59.jpg"/><Relationship Id="rId9" Type="http://schemas.openxmlformats.org/officeDocument/2006/relationships/image" Target="../media/image64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6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>
            <a:extLst>
              <a:ext uri="{FF2B5EF4-FFF2-40B4-BE49-F238E27FC236}">
                <a16:creationId xmlns:a16="http://schemas.microsoft.com/office/drawing/2014/main" id="{E6B77101-3D38-41C9-838C-1990B2CE952E}"/>
              </a:ext>
            </a:extLst>
          </p:cNvPr>
          <p:cNvSpPr/>
          <p:nvPr/>
        </p:nvSpPr>
        <p:spPr>
          <a:xfrm>
            <a:off x="-3" y="1847849"/>
            <a:ext cx="12192000" cy="266747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endParaRPr lang="zh-CN" altLang="zh-CN" sz="4000" dirty="0">
              <a:solidFill>
                <a:schemeClr val="bg2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5E5E281B-BB65-484C-BA8A-9C9E071BA490}"/>
              </a:ext>
            </a:extLst>
          </p:cNvPr>
          <p:cNvSpPr txBox="1"/>
          <p:nvPr/>
        </p:nvSpPr>
        <p:spPr>
          <a:xfrm>
            <a:off x="0" y="222276"/>
            <a:ext cx="6450227" cy="5810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400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- </a:t>
            </a:r>
            <a:r>
              <a:rPr lang="en-US" altLang="zh-CN" sz="24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大学</a:t>
            </a:r>
            <a:r>
              <a:rPr lang="en-US" altLang="zh-CN" sz="24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学院研究生学位论文选题报告 </a:t>
            </a:r>
            <a:r>
              <a:rPr lang="en-US" altLang="zh-CN" sz="2400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- 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C6671205-B0B1-424D-929F-63FD74C0A687}"/>
              </a:ext>
            </a:extLst>
          </p:cNvPr>
          <p:cNvSpPr txBox="1"/>
          <p:nvPr/>
        </p:nvSpPr>
        <p:spPr>
          <a:xfrm>
            <a:off x="621780" y="1781480"/>
            <a:ext cx="11127634" cy="2416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4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研究生开题答辩</a:t>
            </a:r>
            <a:r>
              <a:rPr lang="en-US" altLang="zh-CN" sz="4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4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模版</a:t>
            </a:r>
            <a:endParaRPr lang="en-US" altLang="zh-CN" sz="4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50000"/>
              </a:lnSpc>
            </a:pPr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Generic PPT template for graduate thesis opening defense</a:t>
            </a:r>
            <a:b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0" name="表格 2">
            <a:extLst>
              <a:ext uri="{FF2B5EF4-FFF2-40B4-BE49-F238E27FC236}">
                <a16:creationId xmlns:a16="http://schemas.microsoft.com/office/drawing/2014/main" id="{FF52FCAB-3C2F-7001-C095-61087C007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942004"/>
              </p:ext>
            </p:extLst>
          </p:nvPr>
        </p:nvGraphicFramePr>
        <p:xfrm>
          <a:off x="4108610" y="4811666"/>
          <a:ext cx="4683234" cy="17263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8531">
                  <a:extLst>
                    <a:ext uri="{9D8B030D-6E8A-4147-A177-3AD203B41FA5}">
                      <a16:colId xmlns:a16="http://schemas.microsoft.com/office/drawing/2014/main" val="3610782915"/>
                    </a:ext>
                  </a:extLst>
                </a:gridCol>
                <a:gridCol w="334254">
                  <a:extLst>
                    <a:ext uri="{9D8B030D-6E8A-4147-A177-3AD203B41FA5}">
                      <a16:colId xmlns:a16="http://schemas.microsoft.com/office/drawing/2014/main" val="1910954064"/>
                    </a:ext>
                  </a:extLst>
                </a:gridCol>
                <a:gridCol w="2730449">
                  <a:extLst>
                    <a:ext uri="{9D8B030D-6E8A-4147-A177-3AD203B41FA5}">
                      <a16:colId xmlns:a16="http://schemas.microsoft.com/office/drawing/2014/main" val="394936617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dist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汇报人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博士学长的百宝箱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15357977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dist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导师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博士</a:t>
                      </a:r>
                      <a:r>
                        <a:rPr lang="zh-CN" altLang="en-US" sz="24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教授</a:t>
                      </a:r>
                      <a:endParaRPr lang="zh-CN" altLang="en-US" sz="2400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633365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dist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日期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zh-CN" altLang="en-US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>
                        <a:lnSpc>
                          <a:spcPct val="150000"/>
                        </a:lnSpc>
                      </a:pPr>
                      <a:r>
                        <a:rPr lang="en-US" altLang="zh-CN" sz="2400" kern="1200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2024.4.5</a:t>
                      </a:r>
                      <a:endParaRPr lang="zh-CN" altLang="en-US" sz="2400" kern="1200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63218051"/>
                  </a:ext>
                </a:extLst>
              </a:tr>
            </a:tbl>
          </a:graphicData>
        </a:graphic>
      </p:graphicFrame>
      <p:sp>
        <p:nvSpPr>
          <p:cNvPr id="4" name="文本框 3">
            <a:extLst>
              <a:ext uri="{FF2B5EF4-FFF2-40B4-BE49-F238E27FC236}">
                <a16:creationId xmlns:a16="http://schemas.microsoft.com/office/drawing/2014/main" id="{2531D715-29B5-7A10-2C4E-1189DB6D2A3E}"/>
              </a:ext>
            </a:extLst>
          </p:cNvPr>
          <p:cNvSpPr txBox="1"/>
          <p:nvPr/>
        </p:nvSpPr>
        <p:spPr>
          <a:xfrm>
            <a:off x="4159345" y="3787029"/>
            <a:ext cx="361570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400" b="1" spc="3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×××</a:t>
            </a:r>
            <a:r>
              <a:rPr lang="zh-CN" altLang="en-US" sz="2400" b="1" spc="3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大学</a:t>
            </a:r>
            <a:r>
              <a:rPr lang="en-US" altLang="zh-CN" sz="2400" b="1" spc="3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×××</a:t>
            </a:r>
            <a:r>
              <a:rPr lang="zh-CN" altLang="en-US" sz="2400" b="1" spc="3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学院</a:t>
            </a:r>
            <a:endParaRPr lang="en-US" altLang="zh-CN" sz="2400" b="1" spc="300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65723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21352"/>
    </mc:Choice>
    <mc:Fallback xmlns="">
      <p:transition advTm="21352"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1F4957D8-9E2C-F5B6-2E84-097ACA730321}"/>
              </a:ext>
            </a:extLst>
          </p:cNvPr>
          <p:cNvSpPr txBox="1"/>
          <p:nvPr/>
        </p:nvSpPr>
        <p:spPr>
          <a:xfrm>
            <a:off x="5390263" y="944310"/>
            <a:ext cx="26084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zh-CN" altLang="en-US" sz="2400" b="1" spc="300" dirty="0">
                <a:latin typeface="微软雅黑"/>
                <a:ea typeface="微软雅黑"/>
              </a:rPr>
              <a:t>研究背景及现状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F6E6B86E-3C7E-2AA6-1F18-AFE8C6E34499}"/>
              </a:ext>
            </a:extLst>
          </p:cNvPr>
          <p:cNvSpPr/>
          <p:nvPr/>
        </p:nvSpPr>
        <p:spPr>
          <a:xfrm>
            <a:off x="4443665" y="815142"/>
            <a:ext cx="720000" cy="7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</a:t>
            </a:r>
            <a:endParaRPr lang="zh-CN" altLang="en-US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0AFC07E1-B3FD-35A2-9624-FDE2AEAC4202}"/>
              </a:ext>
            </a:extLst>
          </p:cNvPr>
          <p:cNvSpPr txBox="1"/>
          <p:nvPr/>
        </p:nvSpPr>
        <p:spPr>
          <a:xfrm>
            <a:off x="5390263" y="4244136"/>
            <a:ext cx="39934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zh-CN" altLang="en-US" sz="2400" b="1" spc="300" dirty="0">
                <a:latin typeface="微软雅黑"/>
                <a:ea typeface="微软雅黑"/>
              </a:rPr>
              <a:t>已开展工作与可行性分析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2F006E79-FFD1-8A46-00F9-15168B53A75C}"/>
              </a:ext>
            </a:extLst>
          </p:cNvPr>
          <p:cNvSpPr/>
          <p:nvPr/>
        </p:nvSpPr>
        <p:spPr>
          <a:xfrm>
            <a:off x="4443665" y="4114968"/>
            <a:ext cx="720000" cy="7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04</a:t>
            </a:r>
            <a:endParaRPr lang="zh-CN" altLang="en-US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F841416B-0138-8E57-A652-7375FAA7C820}"/>
              </a:ext>
            </a:extLst>
          </p:cNvPr>
          <p:cNvSpPr txBox="1"/>
          <p:nvPr/>
        </p:nvSpPr>
        <p:spPr>
          <a:xfrm>
            <a:off x="5390263" y="2044252"/>
            <a:ext cx="26084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zh-CN" altLang="en-US" sz="2400" b="1" spc="300" dirty="0">
                <a:latin typeface="微软雅黑"/>
                <a:ea typeface="微软雅黑"/>
              </a:rPr>
              <a:t>研究目标与内容</a:t>
            </a: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B9163C60-28D9-CEDC-8E8F-144BF7BF71E1}"/>
              </a:ext>
            </a:extLst>
          </p:cNvPr>
          <p:cNvSpPr/>
          <p:nvPr/>
        </p:nvSpPr>
        <p:spPr>
          <a:xfrm>
            <a:off x="4443665" y="1915084"/>
            <a:ext cx="720000" cy="7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02</a:t>
            </a:r>
            <a:endParaRPr lang="zh-CN" altLang="en-US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CA120D6A-1CF6-B0DD-75C3-6464724C6F3C}"/>
              </a:ext>
            </a:extLst>
          </p:cNvPr>
          <p:cNvSpPr txBox="1"/>
          <p:nvPr/>
        </p:nvSpPr>
        <p:spPr>
          <a:xfrm>
            <a:off x="5390263" y="5344078"/>
            <a:ext cx="330090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zh-CN" altLang="en-US" sz="2400" b="1" spc="300" dirty="0">
                <a:latin typeface="微软雅黑"/>
                <a:ea typeface="微软雅黑"/>
              </a:rPr>
              <a:t>进度安排及预期成果</a:t>
            </a:r>
            <a:endParaRPr lang="zh-CN" altLang="en-US" sz="1800" b="1" spc="3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8ABD9D85-3BF5-0965-F054-A30CE621EAE2}"/>
              </a:ext>
            </a:extLst>
          </p:cNvPr>
          <p:cNvSpPr/>
          <p:nvPr/>
        </p:nvSpPr>
        <p:spPr>
          <a:xfrm>
            <a:off x="4443665" y="5214910"/>
            <a:ext cx="720000" cy="7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05</a:t>
            </a:r>
            <a:endParaRPr lang="zh-CN" altLang="en-US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E409D0F7-271C-F5E9-1C40-FFC747CF3580}"/>
              </a:ext>
            </a:extLst>
          </p:cNvPr>
          <p:cNvGrpSpPr/>
          <p:nvPr/>
        </p:nvGrpSpPr>
        <p:grpSpPr>
          <a:xfrm>
            <a:off x="1246602" y="793922"/>
            <a:ext cx="1620000" cy="1440000"/>
            <a:chOff x="886602" y="418195"/>
            <a:chExt cx="1620000" cy="1440000"/>
          </a:xfrm>
        </p:grpSpPr>
        <p:sp>
          <p:nvSpPr>
            <p:cNvPr id="18" name="矩形 17">
              <a:extLst>
                <a:ext uri="{FF2B5EF4-FFF2-40B4-BE49-F238E27FC236}">
                  <a16:creationId xmlns:a16="http://schemas.microsoft.com/office/drawing/2014/main" id="{48CB8322-2D01-FFC5-A6EC-18F734CA50C9}"/>
                </a:ext>
              </a:extLst>
            </p:cNvPr>
            <p:cNvSpPr/>
            <p:nvPr/>
          </p:nvSpPr>
          <p:spPr>
            <a:xfrm>
              <a:off x="886602" y="418195"/>
              <a:ext cx="720000" cy="720000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reflection blurRad="6350" stA="52000" endA="300" endPos="35000" dir="5400000" sy="-100000" algn="bl" rotWithShape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grpSp>
          <p:nvGrpSpPr>
            <p:cNvPr id="19" name="组合 18">
              <a:extLst>
                <a:ext uri="{FF2B5EF4-FFF2-40B4-BE49-F238E27FC236}">
                  <a16:creationId xmlns:a16="http://schemas.microsoft.com/office/drawing/2014/main" id="{B870D578-D97A-860C-1463-FC289D7A7C80}"/>
                </a:ext>
              </a:extLst>
            </p:cNvPr>
            <p:cNvGrpSpPr/>
            <p:nvPr/>
          </p:nvGrpSpPr>
          <p:grpSpPr>
            <a:xfrm>
              <a:off x="1066602" y="778195"/>
              <a:ext cx="1440000" cy="1080000"/>
              <a:chOff x="1066602" y="778195"/>
              <a:chExt cx="1440000" cy="1080000"/>
            </a:xfrm>
          </p:grpSpPr>
          <p:sp>
            <p:nvSpPr>
              <p:cNvPr id="20" name="矩形 19">
                <a:extLst>
                  <a:ext uri="{FF2B5EF4-FFF2-40B4-BE49-F238E27FC236}">
                    <a16:creationId xmlns:a16="http://schemas.microsoft.com/office/drawing/2014/main" id="{980A335B-2254-92D9-1065-EDF80637BACB}"/>
                  </a:ext>
                </a:extLst>
              </p:cNvPr>
              <p:cNvSpPr/>
              <p:nvPr/>
            </p:nvSpPr>
            <p:spPr>
              <a:xfrm>
                <a:off x="1246602" y="778195"/>
                <a:ext cx="1080000" cy="1080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n w="0"/>
                  <a:solidFill>
                    <a:schemeClr val="tx1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</a:endParaRPr>
              </a:p>
            </p:txBody>
          </p:sp>
          <p:sp>
            <p:nvSpPr>
              <p:cNvPr id="21" name="文本框 20">
                <a:extLst>
                  <a:ext uri="{FF2B5EF4-FFF2-40B4-BE49-F238E27FC236}">
                    <a16:creationId xmlns:a16="http://schemas.microsoft.com/office/drawing/2014/main" id="{BCB7F1FE-DE3B-1194-20B2-65091D893E23}"/>
                  </a:ext>
                </a:extLst>
              </p:cNvPr>
              <p:cNvSpPr txBox="1"/>
              <p:nvPr/>
            </p:nvSpPr>
            <p:spPr>
              <a:xfrm>
                <a:off x="1066602" y="995030"/>
                <a:ext cx="1440000" cy="6463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zh-CN" altLang="en-US" sz="3600" b="1" dirty="0">
                    <a:solidFill>
                      <a:schemeClr val="bg1"/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目录</a:t>
                </a:r>
                <a:endParaRPr lang="zh-CN" altLang="en-US" sz="36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2" name="文本框 21">
            <a:extLst>
              <a:ext uri="{FF2B5EF4-FFF2-40B4-BE49-F238E27FC236}">
                <a16:creationId xmlns:a16="http://schemas.microsoft.com/office/drawing/2014/main" id="{E9709C13-B08F-C457-421A-B134B2B27D66}"/>
              </a:ext>
            </a:extLst>
          </p:cNvPr>
          <p:cNvSpPr txBox="1"/>
          <p:nvPr/>
        </p:nvSpPr>
        <p:spPr>
          <a:xfrm>
            <a:off x="5390263" y="3144194"/>
            <a:ext cx="29546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zh-CN" altLang="en-US" sz="2400" b="1" spc="300" dirty="0">
                <a:latin typeface="微软雅黑"/>
                <a:ea typeface="微软雅黑"/>
              </a:rPr>
              <a:t>关键技术与创新点</a:t>
            </a: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3BE96A99-1391-A00F-A088-8F1726F917FA}"/>
              </a:ext>
            </a:extLst>
          </p:cNvPr>
          <p:cNvSpPr/>
          <p:nvPr/>
        </p:nvSpPr>
        <p:spPr>
          <a:xfrm>
            <a:off x="4443665" y="3015026"/>
            <a:ext cx="720000" cy="7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03</a:t>
            </a:r>
            <a:endParaRPr lang="zh-CN" altLang="en-US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19711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21352"/>
    </mc:Choice>
    <mc:Fallback xmlns="">
      <p:transition advTm="21352"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: 圆角 4">
            <a:extLst>
              <a:ext uri="{FF2B5EF4-FFF2-40B4-BE49-F238E27FC236}">
                <a16:creationId xmlns:a16="http://schemas.microsoft.com/office/drawing/2014/main" id="{EFA5D2AE-12BE-5AE5-6235-BDAE4D044780}"/>
              </a:ext>
            </a:extLst>
          </p:cNvPr>
          <p:cNvSpPr/>
          <p:nvPr/>
        </p:nvSpPr>
        <p:spPr>
          <a:xfrm>
            <a:off x="394625" y="2695249"/>
            <a:ext cx="5579849" cy="3113899"/>
          </a:xfrm>
          <a:prstGeom prst="roundRect">
            <a:avLst>
              <a:gd name="adj" fmla="val 5160"/>
            </a:avLst>
          </a:prstGeom>
          <a:solidFill>
            <a:schemeClr val="bg1">
              <a:alpha val="30196"/>
            </a:schemeClr>
          </a:solidFill>
          <a:ln w="19050">
            <a:solidFill>
              <a:schemeClr val="accent1">
                <a:alpha val="8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işliḋè">
            <a:extLst>
              <a:ext uri="{FF2B5EF4-FFF2-40B4-BE49-F238E27FC236}">
                <a16:creationId xmlns:a16="http://schemas.microsoft.com/office/drawing/2014/main" id="{60D48DE2-1894-246F-D9A5-FAD3B690D0C6}"/>
              </a:ext>
            </a:extLst>
          </p:cNvPr>
          <p:cNvGrpSpPr/>
          <p:nvPr/>
        </p:nvGrpSpPr>
        <p:grpSpPr>
          <a:xfrm>
            <a:off x="548063" y="2935593"/>
            <a:ext cx="5316099" cy="2768292"/>
            <a:chOff x="3011299" y="414885"/>
            <a:chExt cx="5646553" cy="2774950"/>
          </a:xfrm>
          <a:solidFill>
            <a:srgbClr val="2E75B6">
              <a:alpha val="80000"/>
            </a:srgbClr>
          </a:solidFill>
        </p:grpSpPr>
        <p:sp>
          <p:nvSpPr>
            <p:cNvPr id="7" name="íšḷîďê">
              <a:extLst>
                <a:ext uri="{FF2B5EF4-FFF2-40B4-BE49-F238E27FC236}">
                  <a16:creationId xmlns:a16="http://schemas.microsoft.com/office/drawing/2014/main" id="{6AB0CCD0-E3C0-E560-4D10-D4B12560818F}"/>
                </a:ext>
              </a:extLst>
            </p:cNvPr>
            <p:cNvSpPr/>
            <p:nvPr/>
          </p:nvSpPr>
          <p:spPr bwMode="auto">
            <a:xfrm>
              <a:off x="6523059" y="505936"/>
              <a:ext cx="42023" cy="22413"/>
            </a:xfrm>
            <a:custGeom>
              <a:avLst/>
              <a:gdLst>
                <a:gd name="T0" fmla="*/ 10 w 20"/>
                <a:gd name="T1" fmla="*/ 0 h 11"/>
                <a:gd name="T2" fmla="*/ 12 w 20"/>
                <a:gd name="T3" fmla="*/ 2 h 11"/>
                <a:gd name="T4" fmla="*/ 16 w 20"/>
                <a:gd name="T5" fmla="*/ 9 h 11"/>
                <a:gd name="T6" fmla="*/ 6 w 20"/>
                <a:gd name="T7" fmla="*/ 6 h 11"/>
                <a:gd name="T8" fmla="*/ 10 w 2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1">
                  <a:moveTo>
                    <a:pt x="10" y="0"/>
                  </a:moveTo>
                  <a:cubicBezTo>
                    <a:pt x="12" y="0"/>
                    <a:pt x="12" y="1"/>
                    <a:pt x="12" y="2"/>
                  </a:cubicBezTo>
                  <a:cubicBezTo>
                    <a:pt x="14" y="5"/>
                    <a:pt x="20" y="5"/>
                    <a:pt x="16" y="9"/>
                  </a:cubicBezTo>
                  <a:cubicBezTo>
                    <a:pt x="10" y="11"/>
                    <a:pt x="13" y="3"/>
                    <a:pt x="6" y="6"/>
                  </a:cubicBezTo>
                  <a:cubicBezTo>
                    <a:pt x="0" y="3"/>
                    <a:pt x="14" y="6"/>
                    <a:pt x="10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28" name="íŝḻiḍê">
              <a:extLst>
                <a:ext uri="{FF2B5EF4-FFF2-40B4-BE49-F238E27FC236}">
                  <a16:creationId xmlns:a16="http://schemas.microsoft.com/office/drawing/2014/main" id="{A9565009-639E-A63C-F93F-442D6B9BD2C8}"/>
                </a:ext>
              </a:extLst>
            </p:cNvPr>
            <p:cNvSpPr/>
            <p:nvPr/>
          </p:nvSpPr>
          <p:spPr bwMode="auto">
            <a:xfrm>
              <a:off x="7114188" y="505936"/>
              <a:ext cx="81245" cy="42023"/>
            </a:xfrm>
            <a:custGeom>
              <a:avLst/>
              <a:gdLst>
                <a:gd name="T0" fmla="*/ 37 w 39"/>
                <a:gd name="T1" fmla="*/ 15 h 20"/>
                <a:gd name="T2" fmla="*/ 23 w 39"/>
                <a:gd name="T3" fmla="*/ 19 h 20"/>
                <a:gd name="T4" fmla="*/ 4 w 39"/>
                <a:gd name="T5" fmla="*/ 19 h 20"/>
                <a:gd name="T6" fmla="*/ 0 w 39"/>
                <a:gd name="T7" fmla="*/ 15 h 20"/>
                <a:gd name="T8" fmla="*/ 30 w 39"/>
                <a:gd name="T9" fmla="*/ 0 h 20"/>
                <a:gd name="T10" fmla="*/ 36 w 39"/>
                <a:gd name="T11" fmla="*/ 4 h 20"/>
                <a:gd name="T12" fmla="*/ 32 w 39"/>
                <a:gd name="T13" fmla="*/ 6 h 20"/>
                <a:gd name="T14" fmla="*/ 37 w 39"/>
                <a:gd name="T15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20">
                  <a:moveTo>
                    <a:pt x="37" y="15"/>
                  </a:moveTo>
                  <a:cubicBezTo>
                    <a:pt x="32" y="16"/>
                    <a:pt x="23" y="13"/>
                    <a:pt x="23" y="19"/>
                  </a:cubicBezTo>
                  <a:cubicBezTo>
                    <a:pt x="19" y="16"/>
                    <a:pt x="12" y="20"/>
                    <a:pt x="4" y="19"/>
                  </a:cubicBezTo>
                  <a:cubicBezTo>
                    <a:pt x="5" y="16"/>
                    <a:pt x="2" y="15"/>
                    <a:pt x="0" y="15"/>
                  </a:cubicBezTo>
                  <a:cubicBezTo>
                    <a:pt x="4" y="4"/>
                    <a:pt x="15" y="0"/>
                    <a:pt x="30" y="0"/>
                  </a:cubicBezTo>
                  <a:cubicBezTo>
                    <a:pt x="28" y="5"/>
                    <a:pt x="34" y="2"/>
                    <a:pt x="36" y="4"/>
                  </a:cubicBezTo>
                  <a:cubicBezTo>
                    <a:pt x="37" y="5"/>
                    <a:pt x="32" y="5"/>
                    <a:pt x="32" y="6"/>
                  </a:cubicBezTo>
                  <a:cubicBezTo>
                    <a:pt x="31" y="8"/>
                    <a:pt x="39" y="7"/>
                    <a:pt x="37" y="1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29" name="işḷîḑê">
              <a:extLst>
                <a:ext uri="{FF2B5EF4-FFF2-40B4-BE49-F238E27FC236}">
                  <a16:creationId xmlns:a16="http://schemas.microsoft.com/office/drawing/2014/main" id="{88105F9A-11CA-2D1C-1493-7D3BAFC1A462}"/>
                </a:ext>
              </a:extLst>
            </p:cNvPr>
            <p:cNvSpPr/>
            <p:nvPr/>
          </p:nvSpPr>
          <p:spPr bwMode="auto">
            <a:xfrm>
              <a:off x="6651931" y="510139"/>
              <a:ext cx="39222" cy="22413"/>
            </a:xfrm>
            <a:custGeom>
              <a:avLst/>
              <a:gdLst>
                <a:gd name="T0" fmla="*/ 19 w 19"/>
                <a:gd name="T1" fmla="*/ 2 h 11"/>
                <a:gd name="T2" fmla="*/ 17 w 19"/>
                <a:gd name="T3" fmla="*/ 9 h 11"/>
                <a:gd name="T4" fmla="*/ 10 w 19"/>
                <a:gd name="T5" fmla="*/ 11 h 11"/>
                <a:gd name="T6" fmla="*/ 0 w 19"/>
                <a:gd name="T7" fmla="*/ 6 h 11"/>
                <a:gd name="T8" fmla="*/ 12 w 19"/>
                <a:gd name="T9" fmla="*/ 6 h 11"/>
                <a:gd name="T10" fmla="*/ 19 w 19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1">
                  <a:moveTo>
                    <a:pt x="19" y="2"/>
                  </a:moveTo>
                  <a:cubicBezTo>
                    <a:pt x="18" y="3"/>
                    <a:pt x="17" y="6"/>
                    <a:pt x="17" y="9"/>
                  </a:cubicBezTo>
                  <a:cubicBezTo>
                    <a:pt x="13" y="8"/>
                    <a:pt x="12" y="11"/>
                    <a:pt x="10" y="11"/>
                  </a:cubicBezTo>
                  <a:cubicBezTo>
                    <a:pt x="6" y="9"/>
                    <a:pt x="0" y="11"/>
                    <a:pt x="0" y="6"/>
                  </a:cubicBezTo>
                  <a:cubicBezTo>
                    <a:pt x="6" y="6"/>
                    <a:pt x="8" y="1"/>
                    <a:pt x="12" y="6"/>
                  </a:cubicBezTo>
                  <a:cubicBezTo>
                    <a:pt x="14" y="5"/>
                    <a:pt x="13" y="0"/>
                    <a:pt x="19" y="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1" name="íSľiḑé">
              <a:extLst>
                <a:ext uri="{FF2B5EF4-FFF2-40B4-BE49-F238E27FC236}">
                  <a16:creationId xmlns:a16="http://schemas.microsoft.com/office/drawing/2014/main" id="{1C1ADECB-8610-B9E8-5ED9-0FEAF01FD893}"/>
                </a:ext>
              </a:extLst>
            </p:cNvPr>
            <p:cNvSpPr/>
            <p:nvPr/>
          </p:nvSpPr>
          <p:spPr bwMode="auto">
            <a:xfrm>
              <a:off x="6402592" y="522746"/>
              <a:ext cx="50428" cy="26615"/>
            </a:xfrm>
            <a:custGeom>
              <a:avLst/>
              <a:gdLst>
                <a:gd name="T0" fmla="*/ 23 w 24"/>
                <a:gd name="T1" fmla="*/ 0 h 13"/>
                <a:gd name="T2" fmla="*/ 20 w 24"/>
                <a:gd name="T3" fmla="*/ 5 h 13"/>
                <a:gd name="T4" fmla="*/ 14 w 24"/>
                <a:gd name="T5" fmla="*/ 11 h 13"/>
                <a:gd name="T6" fmla="*/ 10 w 24"/>
                <a:gd name="T7" fmla="*/ 7 h 13"/>
                <a:gd name="T8" fmla="*/ 5 w 24"/>
                <a:gd name="T9" fmla="*/ 9 h 13"/>
                <a:gd name="T10" fmla="*/ 1 w 24"/>
                <a:gd name="T11" fmla="*/ 5 h 13"/>
                <a:gd name="T12" fmla="*/ 10 w 24"/>
                <a:gd name="T13" fmla="*/ 3 h 13"/>
                <a:gd name="T14" fmla="*/ 10 w 24"/>
                <a:gd name="T15" fmla="*/ 1 h 13"/>
                <a:gd name="T16" fmla="*/ 23 w 2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3">
                  <a:moveTo>
                    <a:pt x="23" y="0"/>
                  </a:moveTo>
                  <a:cubicBezTo>
                    <a:pt x="24" y="4"/>
                    <a:pt x="20" y="2"/>
                    <a:pt x="20" y="5"/>
                  </a:cubicBezTo>
                  <a:cubicBezTo>
                    <a:pt x="20" y="6"/>
                    <a:pt x="17" y="10"/>
                    <a:pt x="14" y="11"/>
                  </a:cubicBezTo>
                  <a:cubicBezTo>
                    <a:pt x="10" y="13"/>
                    <a:pt x="11" y="7"/>
                    <a:pt x="10" y="7"/>
                  </a:cubicBezTo>
                  <a:cubicBezTo>
                    <a:pt x="10" y="7"/>
                    <a:pt x="7" y="9"/>
                    <a:pt x="5" y="9"/>
                  </a:cubicBezTo>
                  <a:cubicBezTo>
                    <a:pt x="4" y="9"/>
                    <a:pt x="3" y="5"/>
                    <a:pt x="1" y="5"/>
                  </a:cubicBezTo>
                  <a:cubicBezTo>
                    <a:pt x="0" y="0"/>
                    <a:pt x="8" y="5"/>
                    <a:pt x="10" y="3"/>
                  </a:cubicBezTo>
                  <a:cubicBezTo>
                    <a:pt x="11" y="3"/>
                    <a:pt x="10" y="1"/>
                    <a:pt x="10" y="1"/>
                  </a:cubicBezTo>
                  <a:cubicBezTo>
                    <a:pt x="15" y="0"/>
                    <a:pt x="17" y="1"/>
                    <a:pt x="23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2" name="îślíḍé">
              <a:extLst>
                <a:ext uri="{FF2B5EF4-FFF2-40B4-BE49-F238E27FC236}">
                  <a16:creationId xmlns:a16="http://schemas.microsoft.com/office/drawing/2014/main" id="{53929532-D85D-0ADC-3089-66A17E45E2E1}"/>
                </a:ext>
              </a:extLst>
            </p:cNvPr>
            <p:cNvSpPr/>
            <p:nvPr/>
          </p:nvSpPr>
          <p:spPr bwMode="auto">
            <a:xfrm>
              <a:off x="6604304" y="518544"/>
              <a:ext cx="42023" cy="14008"/>
            </a:xfrm>
            <a:custGeom>
              <a:avLst/>
              <a:gdLst>
                <a:gd name="T0" fmla="*/ 18 w 20"/>
                <a:gd name="T1" fmla="*/ 7 h 7"/>
                <a:gd name="T2" fmla="*/ 3 w 20"/>
                <a:gd name="T3" fmla="*/ 7 h 7"/>
                <a:gd name="T4" fmla="*/ 8 w 20"/>
                <a:gd name="T5" fmla="*/ 2 h 7"/>
                <a:gd name="T6" fmla="*/ 18 w 20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7">
                  <a:moveTo>
                    <a:pt x="18" y="7"/>
                  </a:moveTo>
                  <a:cubicBezTo>
                    <a:pt x="13" y="7"/>
                    <a:pt x="8" y="7"/>
                    <a:pt x="3" y="7"/>
                  </a:cubicBezTo>
                  <a:cubicBezTo>
                    <a:pt x="0" y="1"/>
                    <a:pt x="9" y="6"/>
                    <a:pt x="8" y="2"/>
                  </a:cubicBezTo>
                  <a:cubicBezTo>
                    <a:pt x="10" y="5"/>
                    <a:pt x="20" y="0"/>
                    <a:pt x="18" y="7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3" name="íṥ1iḋe">
              <a:extLst>
                <a:ext uri="{FF2B5EF4-FFF2-40B4-BE49-F238E27FC236}">
                  <a16:creationId xmlns:a16="http://schemas.microsoft.com/office/drawing/2014/main" id="{F600ACEB-07F9-363B-6480-BBCD3FB80EFD}"/>
                </a:ext>
              </a:extLst>
            </p:cNvPr>
            <p:cNvSpPr/>
            <p:nvPr/>
          </p:nvSpPr>
          <p:spPr bwMode="auto">
            <a:xfrm>
              <a:off x="6544071" y="536753"/>
              <a:ext cx="50428" cy="18211"/>
            </a:xfrm>
            <a:custGeom>
              <a:avLst/>
              <a:gdLst>
                <a:gd name="T0" fmla="*/ 17 w 24"/>
                <a:gd name="T1" fmla="*/ 0 h 9"/>
                <a:gd name="T2" fmla="*/ 17 w 24"/>
                <a:gd name="T3" fmla="*/ 7 h 9"/>
                <a:gd name="T4" fmla="*/ 0 w 24"/>
                <a:gd name="T5" fmla="*/ 6 h 9"/>
                <a:gd name="T6" fmla="*/ 17 w 2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9">
                  <a:moveTo>
                    <a:pt x="17" y="0"/>
                  </a:moveTo>
                  <a:cubicBezTo>
                    <a:pt x="24" y="3"/>
                    <a:pt x="17" y="2"/>
                    <a:pt x="17" y="7"/>
                  </a:cubicBezTo>
                  <a:cubicBezTo>
                    <a:pt x="11" y="7"/>
                    <a:pt x="3" y="9"/>
                    <a:pt x="0" y="6"/>
                  </a:cubicBezTo>
                  <a:cubicBezTo>
                    <a:pt x="3" y="1"/>
                    <a:pt x="13" y="4"/>
                    <a:pt x="17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4" name="îšḻiḋe">
              <a:extLst>
                <a:ext uri="{FF2B5EF4-FFF2-40B4-BE49-F238E27FC236}">
                  <a16:creationId xmlns:a16="http://schemas.microsoft.com/office/drawing/2014/main" id="{C9BE7709-89B2-8FD3-1A8A-C5FE5952DB0A}"/>
                </a:ext>
              </a:extLst>
            </p:cNvPr>
            <p:cNvSpPr/>
            <p:nvPr/>
          </p:nvSpPr>
          <p:spPr bwMode="auto">
            <a:xfrm>
              <a:off x="4077293" y="552163"/>
              <a:ext cx="22413" cy="15409"/>
            </a:xfrm>
            <a:custGeom>
              <a:avLst/>
              <a:gdLst>
                <a:gd name="T0" fmla="*/ 1 w 11"/>
                <a:gd name="T1" fmla="*/ 0 h 8"/>
                <a:gd name="T2" fmla="*/ 10 w 11"/>
                <a:gd name="T3" fmla="*/ 8 h 8"/>
                <a:gd name="T4" fmla="*/ 1 w 1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6" y="1"/>
                    <a:pt x="11" y="1"/>
                    <a:pt x="10" y="8"/>
                  </a:cubicBezTo>
                  <a:cubicBezTo>
                    <a:pt x="7" y="5"/>
                    <a:pt x="0" y="6"/>
                    <a:pt x="1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5" name="ïs1íḑe">
              <a:extLst>
                <a:ext uri="{FF2B5EF4-FFF2-40B4-BE49-F238E27FC236}">
                  <a16:creationId xmlns:a16="http://schemas.microsoft.com/office/drawing/2014/main" id="{508742E4-B990-55E4-317F-ED919D3B2D52}"/>
                </a:ext>
              </a:extLst>
            </p:cNvPr>
            <p:cNvSpPr/>
            <p:nvPr/>
          </p:nvSpPr>
          <p:spPr bwMode="auto">
            <a:xfrm>
              <a:off x="7143606" y="549361"/>
              <a:ext cx="89650" cy="46226"/>
            </a:xfrm>
            <a:custGeom>
              <a:avLst/>
              <a:gdLst>
                <a:gd name="T0" fmla="*/ 38 w 43"/>
                <a:gd name="T1" fmla="*/ 5 h 22"/>
                <a:gd name="T2" fmla="*/ 42 w 43"/>
                <a:gd name="T3" fmla="*/ 15 h 22"/>
                <a:gd name="T4" fmla="*/ 23 w 43"/>
                <a:gd name="T5" fmla="*/ 20 h 22"/>
                <a:gd name="T6" fmla="*/ 20 w 43"/>
                <a:gd name="T7" fmla="*/ 18 h 22"/>
                <a:gd name="T8" fmla="*/ 12 w 43"/>
                <a:gd name="T9" fmla="*/ 18 h 22"/>
                <a:gd name="T10" fmla="*/ 12 w 43"/>
                <a:gd name="T11" fmla="*/ 15 h 22"/>
                <a:gd name="T12" fmla="*/ 7 w 43"/>
                <a:gd name="T13" fmla="*/ 16 h 22"/>
                <a:gd name="T14" fmla="*/ 9 w 43"/>
                <a:gd name="T15" fmla="*/ 13 h 22"/>
                <a:gd name="T16" fmla="*/ 1 w 43"/>
                <a:gd name="T17" fmla="*/ 11 h 22"/>
                <a:gd name="T18" fmla="*/ 5 w 43"/>
                <a:gd name="T19" fmla="*/ 7 h 22"/>
                <a:gd name="T20" fmla="*/ 10 w 43"/>
                <a:gd name="T21" fmla="*/ 3 h 22"/>
                <a:gd name="T22" fmla="*/ 27 w 43"/>
                <a:gd name="T23" fmla="*/ 1 h 22"/>
                <a:gd name="T24" fmla="*/ 27 w 43"/>
                <a:gd name="T25" fmla="*/ 5 h 22"/>
                <a:gd name="T26" fmla="*/ 38 w 43"/>
                <a:gd name="T2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" h="22">
                  <a:moveTo>
                    <a:pt x="38" y="5"/>
                  </a:moveTo>
                  <a:cubicBezTo>
                    <a:pt x="37" y="11"/>
                    <a:pt x="31" y="15"/>
                    <a:pt x="42" y="15"/>
                  </a:cubicBezTo>
                  <a:cubicBezTo>
                    <a:pt x="43" y="22"/>
                    <a:pt x="31" y="21"/>
                    <a:pt x="23" y="20"/>
                  </a:cubicBezTo>
                  <a:cubicBezTo>
                    <a:pt x="20" y="20"/>
                    <a:pt x="21" y="20"/>
                    <a:pt x="20" y="18"/>
                  </a:cubicBezTo>
                  <a:cubicBezTo>
                    <a:pt x="16" y="15"/>
                    <a:pt x="17" y="21"/>
                    <a:pt x="12" y="18"/>
                  </a:cubicBezTo>
                  <a:cubicBezTo>
                    <a:pt x="12" y="18"/>
                    <a:pt x="13" y="15"/>
                    <a:pt x="12" y="15"/>
                  </a:cubicBezTo>
                  <a:cubicBezTo>
                    <a:pt x="11" y="14"/>
                    <a:pt x="9" y="17"/>
                    <a:pt x="7" y="16"/>
                  </a:cubicBezTo>
                  <a:cubicBezTo>
                    <a:pt x="6" y="16"/>
                    <a:pt x="9" y="13"/>
                    <a:pt x="9" y="13"/>
                  </a:cubicBezTo>
                  <a:cubicBezTo>
                    <a:pt x="7" y="11"/>
                    <a:pt x="0" y="15"/>
                    <a:pt x="1" y="11"/>
                  </a:cubicBezTo>
                  <a:cubicBezTo>
                    <a:pt x="0" y="7"/>
                    <a:pt x="3" y="8"/>
                    <a:pt x="5" y="7"/>
                  </a:cubicBezTo>
                  <a:cubicBezTo>
                    <a:pt x="7" y="5"/>
                    <a:pt x="6" y="4"/>
                    <a:pt x="10" y="3"/>
                  </a:cubicBezTo>
                  <a:cubicBezTo>
                    <a:pt x="12" y="3"/>
                    <a:pt x="20" y="0"/>
                    <a:pt x="27" y="1"/>
                  </a:cubicBezTo>
                  <a:cubicBezTo>
                    <a:pt x="27" y="2"/>
                    <a:pt x="27" y="5"/>
                    <a:pt x="27" y="5"/>
                  </a:cubicBezTo>
                  <a:cubicBezTo>
                    <a:pt x="30" y="7"/>
                    <a:pt x="37" y="3"/>
                    <a:pt x="38" y="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6" name="iSlïḑé">
              <a:extLst>
                <a:ext uri="{FF2B5EF4-FFF2-40B4-BE49-F238E27FC236}">
                  <a16:creationId xmlns:a16="http://schemas.microsoft.com/office/drawing/2014/main" id="{F7E5F195-AC24-C20F-797E-1D90EFA4CD9A}"/>
                </a:ext>
              </a:extLst>
            </p:cNvPr>
            <p:cNvSpPr/>
            <p:nvPr/>
          </p:nvSpPr>
          <p:spPr bwMode="auto">
            <a:xfrm>
              <a:off x="7105785" y="552163"/>
              <a:ext cx="35020" cy="22413"/>
            </a:xfrm>
            <a:custGeom>
              <a:avLst/>
              <a:gdLst>
                <a:gd name="T0" fmla="*/ 17 w 17"/>
                <a:gd name="T1" fmla="*/ 6 h 11"/>
                <a:gd name="T2" fmla="*/ 12 w 17"/>
                <a:gd name="T3" fmla="*/ 6 h 11"/>
                <a:gd name="T4" fmla="*/ 10 w 17"/>
                <a:gd name="T5" fmla="*/ 10 h 11"/>
                <a:gd name="T6" fmla="*/ 0 w 17"/>
                <a:gd name="T7" fmla="*/ 6 h 11"/>
                <a:gd name="T8" fmla="*/ 17 w 17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6"/>
                  </a:moveTo>
                  <a:cubicBezTo>
                    <a:pt x="16" y="9"/>
                    <a:pt x="14" y="6"/>
                    <a:pt x="12" y="6"/>
                  </a:cubicBezTo>
                  <a:cubicBezTo>
                    <a:pt x="10" y="6"/>
                    <a:pt x="10" y="8"/>
                    <a:pt x="10" y="10"/>
                  </a:cubicBezTo>
                  <a:cubicBezTo>
                    <a:pt x="4" y="11"/>
                    <a:pt x="6" y="5"/>
                    <a:pt x="0" y="6"/>
                  </a:cubicBezTo>
                  <a:cubicBezTo>
                    <a:pt x="4" y="0"/>
                    <a:pt x="12" y="4"/>
                    <a:pt x="17" y="6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7" name="î$ľïďé">
              <a:extLst>
                <a:ext uri="{FF2B5EF4-FFF2-40B4-BE49-F238E27FC236}">
                  <a16:creationId xmlns:a16="http://schemas.microsoft.com/office/drawing/2014/main" id="{529A42FE-5357-76C3-45F7-D998A5A3122D}"/>
                </a:ext>
              </a:extLst>
            </p:cNvPr>
            <p:cNvSpPr/>
            <p:nvPr/>
          </p:nvSpPr>
          <p:spPr bwMode="auto">
            <a:xfrm>
              <a:off x="3997449" y="578777"/>
              <a:ext cx="91051" cy="49028"/>
            </a:xfrm>
            <a:custGeom>
              <a:avLst/>
              <a:gdLst>
                <a:gd name="T0" fmla="*/ 31 w 44"/>
                <a:gd name="T1" fmla="*/ 6 h 24"/>
                <a:gd name="T2" fmla="*/ 37 w 44"/>
                <a:gd name="T3" fmla="*/ 14 h 24"/>
                <a:gd name="T4" fmla="*/ 42 w 44"/>
                <a:gd name="T5" fmla="*/ 23 h 24"/>
                <a:gd name="T6" fmla="*/ 37 w 44"/>
                <a:gd name="T7" fmla="*/ 23 h 24"/>
                <a:gd name="T8" fmla="*/ 37 w 44"/>
                <a:gd name="T9" fmla="*/ 19 h 24"/>
                <a:gd name="T10" fmla="*/ 33 w 44"/>
                <a:gd name="T11" fmla="*/ 17 h 24"/>
                <a:gd name="T12" fmla="*/ 9 w 44"/>
                <a:gd name="T13" fmla="*/ 15 h 24"/>
                <a:gd name="T14" fmla="*/ 15 w 44"/>
                <a:gd name="T15" fmla="*/ 12 h 24"/>
                <a:gd name="T16" fmla="*/ 11 w 44"/>
                <a:gd name="T17" fmla="*/ 8 h 24"/>
                <a:gd name="T18" fmla="*/ 0 w 44"/>
                <a:gd name="T19" fmla="*/ 2 h 24"/>
                <a:gd name="T20" fmla="*/ 15 w 44"/>
                <a:gd name="T21" fmla="*/ 2 h 24"/>
                <a:gd name="T22" fmla="*/ 18 w 44"/>
                <a:gd name="T23" fmla="*/ 6 h 24"/>
                <a:gd name="T24" fmla="*/ 26 w 44"/>
                <a:gd name="T25" fmla="*/ 6 h 24"/>
                <a:gd name="T26" fmla="*/ 31 w 44"/>
                <a:gd name="T2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24">
                  <a:moveTo>
                    <a:pt x="31" y="6"/>
                  </a:moveTo>
                  <a:cubicBezTo>
                    <a:pt x="34" y="8"/>
                    <a:pt x="35" y="11"/>
                    <a:pt x="37" y="14"/>
                  </a:cubicBezTo>
                  <a:cubicBezTo>
                    <a:pt x="39" y="16"/>
                    <a:pt x="44" y="18"/>
                    <a:pt x="42" y="23"/>
                  </a:cubicBezTo>
                  <a:cubicBezTo>
                    <a:pt x="41" y="22"/>
                    <a:pt x="38" y="24"/>
                    <a:pt x="37" y="23"/>
                  </a:cubicBezTo>
                  <a:cubicBezTo>
                    <a:pt x="36" y="22"/>
                    <a:pt x="37" y="20"/>
                    <a:pt x="37" y="19"/>
                  </a:cubicBezTo>
                  <a:cubicBezTo>
                    <a:pt x="36" y="19"/>
                    <a:pt x="32" y="23"/>
                    <a:pt x="33" y="17"/>
                  </a:cubicBezTo>
                  <a:cubicBezTo>
                    <a:pt x="22" y="17"/>
                    <a:pt x="15" y="17"/>
                    <a:pt x="9" y="15"/>
                  </a:cubicBezTo>
                  <a:cubicBezTo>
                    <a:pt x="8" y="11"/>
                    <a:pt x="12" y="12"/>
                    <a:pt x="15" y="12"/>
                  </a:cubicBezTo>
                  <a:cubicBezTo>
                    <a:pt x="14" y="10"/>
                    <a:pt x="11" y="10"/>
                    <a:pt x="11" y="8"/>
                  </a:cubicBezTo>
                  <a:cubicBezTo>
                    <a:pt x="4" y="6"/>
                    <a:pt x="1" y="11"/>
                    <a:pt x="0" y="2"/>
                  </a:cubicBezTo>
                  <a:cubicBezTo>
                    <a:pt x="4" y="0"/>
                    <a:pt x="10" y="1"/>
                    <a:pt x="15" y="2"/>
                  </a:cubicBezTo>
                  <a:cubicBezTo>
                    <a:pt x="17" y="3"/>
                    <a:pt x="18" y="3"/>
                    <a:pt x="18" y="6"/>
                  </a:cubicBezTo>
                  <a:cubicBezTo>
                    <a:pt x="20" y="8"/>
                    <a:pt x="26" y="0"/>
                    <a:pt x="26" y="6"/>
                  </a:cubicBezTo>
                  <a:cubicBezTo>
                    <a:pt x="26" y="8"/>
                    <a:pt x="32" y="9"/>
                    <a:pt x="31" y="6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9" name="îSlíḓê">
              <a:extLst>
                <a:ext uri="{FF2B5EF4-FFF2-40B4-BE49-F238E27FC236}">
                  <a16:creationId xmlns:a16="http://schemas.microsoft.com/office/drawing/2014/main" id="{116E3F6C-E1A6-D55A-1989-B6DF6DDEA057}"/>
                </a:ext>
              </a:extLst>
            </p:cNvPr>
            <p:cNvSpPr/>
            <p:nvPr/>
          </p:nvSpPr>
          <p:spPr bwMode="auto">
            <a:xfrm>
              <a:off x="7237457" y="578777"/>
              <a:ext cx="88250" cy="44825"/>
            </a:xfrm>
            <a:custGeom>
              <a:avLst/>
              <a:gdLst>
                <a:gd name="T0" fmla="*/ 18 w 43"/>
                <a:gd name="T1" fmla="*/ 1 h 22"/>
                <a:gd name="T2" fmla="*/ 25 w 43"/>
                <a:gd name="T3" fmla="*/ 6 h 22"/>
                <a:gd name="T4" fmla="*/ 27 w 43"/>
                <a:gd name="T5" fmla="*/ 2 h 22"/>
                <a:gd name="T6" fmla="*/ 31 w 43"/>
                <a:gd name="T7" fmla="*/ 6 h 22"/>
                <a:gd name="T8" fmla="*/ 34 w 43"/>
                <a:gd name="T9" fmla="*/ 6 h 22"/>
                <a:gd name="T10" fmla="*/ 34 w 43"/>
                <a:gd name="T11" fmla="*/ 8 h 22"/>
                <a:gd name="T12" fmla="*/ 42 w 43"/>
                <a:gd name="T13" fmla="*/ 10 h 22"/>
                <a:gd name="T14" fmla="*/ 29 w 43"/>
                <a:gd name="T15" fmla="*/ 14 h 22"/>
                <a:gd name="T16" fmla="*/ 27 w 43"/>
                <a:gd name="T17" fmla="*/ 17 h 22"/>
                <a:gd name="T18" fmla="*/ 10 w 43"/>
                <a:gd name="T19" fmla="*/ 17 h 22"/>
                <a:gd name="T20" fmla="*/ 8 w 43"/>
                <a:gd name="T21" fmla="*/ 21 h 22"/>
                <a:gd name="T22" fmla="*/ 1 w 43"/>
                <a:gd name="T23" fmla="*/ 19 h 22"/>
                <a:gd name="T24" fmla="*/ 1 w 43"/>
                <a:gd name="T25" fmla="*/ 14 h 22"/>
                <a:gd name="T26" fmla="*/ 5 w 43"/>
                <a:gd name="T27" fmla="*/ 14 h 22"/>
                <a:gd name="T28" fmla="*/ 6 w 43"/>
                <a:gd name="T29" fmla="*/ 8 h 22"/>
                <a:gd name="T30" fmla="*/ 10 w 43"/>
                <a:gd name="T31" fmla="*/ 8 h 22"/>
                <a:gd name="T32" fmla="*/ 18 w 43"/>
                <a:gd name="T3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22">
                  <a:moveTo>
                    <a:pt x="18" y="1"/>
                  </a:moveTo>
                  <a:cubicBezTo>
                    <a:pt x="19" y="4"/>
                    <a:pt x="27" y="0"/>
                    <a:pt x="25" y="6"/>
                  </a:cubicBezTo>
                  <a:cubicBezTo>
                    <a:pt x="27" y="7"/>
                    <a:pt x="27" y="2"/>
                    <a:pt x="27" y="2"/>
                  </a:cubicBezTo>
                  <a:cubicBezTo>
                    <a:pt x="29" y="2"/>
                    <a:pt x="29" y="5"/>
                    <a:pt x="31" y="6"/>
                  </a:cubicBezTo>
                  <a:cubicBezTo>
                    <a:pt x="31" y="7"/>
                    <a:pt x="34" y="5"/>
                    <a:pt x="34" y="6"/>
                  </a:cubicBezTo>
                  <a:cubicBezTo>
                    <a:pt x="35" y="6"/>
                    <a:pt x="34" y="8"/>
                    <a:pt x="34" y="8"/>
                  </a:cubicBezTo>
                  <a:cubicBezTo>
                    <a:pt x="37" y="9"/>
                    <a:pt x="42" y="6"/>
                    <a:pt x="42" y="10"/>
                  </a:cubicBezTo>
                  <a:cubicBezTo>
                    <a:pt x="43" y="17"/>
                    <a:pt x="33" y="12"/>
                    <a:pt x="29" y="14"/>
                  </a:cubicBezTo>
                  <a:cubicBezTo>
                    <a:pt x="27" y="13"/>
                    <a:pt x="28" y="17"/>
                    <a:pt x="27" y="17"/>
                  </a:cubicBezTo>
                  <a:cubicBezTo>
                    <a:pt x="23" y="19"/>
                    <a:pt x="12" y="18"/>
                    <a:pt x="10" y="17"/>
                  </a:cubicBezTo>
                  <a:cubicBezTo>
                    <a:pt x="8" y="17"/>
                    <a:pt x="9" y="20"/>
                    <a:pt x="8" y="21"/>
                  </a:cubicBezTo>
                  <a:cubicBezTo>
                    <a:pt x="4" y="18"/>
                    <a:pt x="5" y="22"/>
                    <a:pt x="1" y="19"/>
                  </a:cubicBezTo>
                  <a:cubicBezTo>
                    <a:pt x="2" y="18"/>
                    <a:pt x="0" y="14"/>
                    <a:pt x="1" y="14"/>
                  </a:cubicBezTo>
                  <a:cubicBezTo>
                    <a:pt x="1" y="13"/>
                    <a:pt x="4" y="14"/>
                    <a:pt x="5" y="14"/>
                  </a:cubicBezTo>
                  <a:cubicBezTo>
                    <a:pt x="6" y="12"/>
                    <a:pt x="5" y="9"/>
                    <a:pt x="6" y="8"/>
                  </a:cubicBezTo>
                  <a:cubicBezTo>
                    <a:pt x="7" y="7"/>
                    <a:pt x="10" y="9"/>
                    <a:pt x="10" y="8"/>
                  </a:cubicBezTo>
                  <a:cubicBezTo>
                    <a:pt x="12" y="5"/>
                    <a:pt x="15" y="4"/>
                    <a:pt x="18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45" name="ïşḷîdé">
              <a:extLst>
                <a:ext uri="{FF2B5EF4-FFF2-40B4-BE49-F238E27FC236}">
                  <a16:creationId xmlns:a16="http://schemas.microsoft.com/office/drawing/2014/main" id="{6E85017F-71B7-0F64-570B-AB9161A9FB82}"/>
                </a:ext>
              </a:extLst>
            </p:cNvPr>
            <p:cNvSpPr/>
            <p:nvPr/>
          </p:nvSpPr>
          <p:spPr bwMode="auto">
            <a:xfrm>
              <a:off x="3837760" y="612396"/>
              <a:ext cx="16809" cy="26615"/>
            </a:xfrm>
            <a:custGeom>
              <a:avLst/>
              <a:gdLst>
                <a:gd name="T0" fmla="*/ 8 w 8"/>
                <a:gd name="T1" fmla="*/ 7 h 13"/>
                <a:gd name="T2" fmla="*/ 8 w 8"/>
                <a:gd name="T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" h="13">
                  <a:moveTo>
                    <a:pt x="8" y="7"/>
                  </a:moveTo>
                  <a:cubicBezTo>
                    <a:pt x="3" y="13"/>
                    <a:pt x="0" y="0"/>
                    <a:pt x="8" y="7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52" name="ïṡḻíḋè">
              <a:extLst>
                <a:ext uri="{FF2B5EF4-FFF2-40B4-BE49-F238E27FC236}">
                  <a16:creationId xmlns:a16="http://schemas.microsoft.com/office/drawing/2014/main" id="{7E47AA2C-C339-1C6C-DE97-EC4B7EC95542}"/>
                </a:ext>
              </a:extLst>
            </p:cNvPr>
            <p:cNvSpPr/>
            <p:nvPr/>
          </p:nvSpPr>
          <p:spPr bwMode="auto">
            <a:xfrm>
              <a:off x="3872779" y="617999"/>
              <a:ext cx="50428" cy="29417"/>
            </a:xfrm>
            <a:custGeom>
              <a:avLst/>
              <a:gdLst>
                <a:gd name="T0" fmla="*/ 22 w 24"/>
                <a:gd name="T1" fmla="*/ 4 h 14"/>
                <a:gd name="T2" fmla="*/ 6 w 24"/>
                <a:gd name="T3" fmla="*/ 13 h 14"/>
                <a:gd name="T4" fmla="*/ 0 w 24"/>
                <a:gd name="T5" fmla="*/ 8 h 14"/>
                <a:gd name="T6" fmla="*/ 11 w 24"/>
                <a:gd name="T7" fmla="*/ 4 h 14"/>
                <a:gd name="T8" fmla="*/ 22 w 24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4">
                  <a:moveTo>
                    <a:pt x="22" y="4"/>
                  </a:moveTo>
                  <a:cubicBezTo>
                    <a:pt x="24" y="14"/>
                    <a:pt x="10" y="9"/>
                    <a:pt x="6" y="13"/>
                  </a:cubicBezTo>
                  <a:cubicBezTo>
                    <a:pt x="2" y="13"/>
                    <a:pt x="4" y="7"/>
                    <a:pt x="0" y="8"/>
                  </a:cubicBezTo>
                  <a:cubicBezTo>
                    <a:pt x="1" y="2"/>
                    <a:pt x="11" y="9"/>
                    <a:pt x="11" y="4"/>
                  </a:cubicBezTo>
                  <a:cubicBezTo>
                    <a:pt x="11" y="0"/>
                    <a:pt x="16" y="6"/>
                    <a:pt x="22" y="4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60" name="î$ḷiḋè">
              <a:extLst>
                <a:ext uri="{FF2B5EF4-FFF2-40B4-BE49-F238E27FC236}">
                  <a16:creationId xmlns:a16="http://schemas.microsoft.com/office/drawing/2014/main" id="{10E2B948-10B5-A5B9-4991-12E4D787D2C0}"/>
                </a:ext>
              </a:extLst>
            </p:cNvPr>
            <p:cNvSpPr/>
            <p:nvPr/>
          </p:nvSpPr>
          <p:spPr bwMode="auto">
            <a:xfrm>
              <a:off x="4148733" y="622202"/>
              <a:ext cx="44825" cy="22413"/>
            </a:xfrm>
            <a:custGeom>
              <a:avLst/>
              <a:gdLst>
                <a:gd name="T0" fmla="*/ 18 w 21"/>
                <a:gd name="T1" fmla="*/ 4 h 11"/>
                <a:gd name="T2" fmla="*/ 18 w 21"/>
                <a:gd name="T3" fmla="*/ 7 h 11"/>
                <a:gd name="T4" fmla="*/ 12 w 21"/>
                <a:gd name="T5" fmla="*/ 9 h 11"/>
                <a:gd name="T6" fmla="*/ 10 w 21"/>
                <a:gd name="T7" fmla="*/ 11 h 11"/>
                <a:gd name="T8" fmla="*/ 5 w 21"/>
                <a:gd name="T9" fmla="*/ 9 h 11"/>
                <a:gd name="T10" fmla="*/ 3 w 21"/>
                <a:gd name="T11" fmla="*/ 11 h 11"/>
                <a:gd name="T12" fmla="*/ 1 w 21"/>
                <a:gd name="T13" fmla="*/ 9 h 11"/>
                <a:gd name="T14" fmla="*/ 18 w 21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1">
                  <a:moveTo>
                    <a:pt x="18" y="4"/>
                  </a:moveTo>
                  <a:cubicBezTo>
                    <a:pt x="21" y="5"/>
                    <a:pt x="19" y="7"/>
                    <a:pt x="18" y="7"/>
                  </a:cubicBezTo>
                  <a:cubicBezTo>
                    <a:pt x="16" y="9"/>
                    <a:pt x="15" y="9"/>
                    <a:pt x="12" y="9"/>
                  </a:cubicBezTo>
                  <a:cubicBezTo>
                    <a:pt x="11" y="10"/>
                    <a:pt x="10" y="11"/>
                    <a:pt x="10" y="11"/>
                  </a:cubicBezTo>
                  <a:cubicBezTo>
                    <a:pt x="9" y="11"/>
                    <a:pt x="7" y="9"/>
                    <a:pt x="5" y="9"/>
                  </a:cubicBezTo>
                  <a:cubicBezTo>
                    <a:pt x="5" y="9"/>
                    <a:pt x="4" y="11"/>
                    <a:pt x="3" y="11"/>
                  </a:cubicBezTo>
                  <a:cubicBezTo>
                    <a:pt x="1" y="11"/>
                    <a:pt x="1" y="11"/>
                    <a:pt x="1" y="9"/>
                  </a:cubicBezTo>
                  <a:cubicBezTo>
                    <a:pt x="0" y="0"/>
                    <a:pt x="17" y="10"/>
                    <a:pt x="18" y="4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61" name="íṥḻíḑe">
              <a:extLst>
                <a:ext uri="{FF2B5EF4-FFF2-40B4-BE49-F238E27FC236}">
                  <a16:creationId xmlns:a16="http://schemas.microsoft.com/office/drawing/2014/main" id="{2D2C1E16-D85F-E686-44DE-8BBB4E5DD465}"/>
                </a:ext>
              </a:extLst>
            </p:cNvPr>
            <p:cNvSpPr/>
            <p:nvPr/>
          </p:nvSpPr>
          <p:spPr bwMode="auto">
            <a:xfrm>
              <a:off x="3984841" y="634808"/>
              <a:ext cx="25214" cy="9806"/>
            </a:xfrm>
            <a:custGeom>
              <a:avLst/>
              <a:gdLst>
                <a:gd name="T0" fmla="*/ 0 w 12"/>
                <a:gd name="T1" fmla="*/ 3 h 5"/>
                <a:gd name="T2" fmla="*/ 9 w 12"/>
                <a:gd name="T3" fmla="*/ 5 h 5"/>
                <a:gd name="T4" fmla="*/ 0 w 12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0" y="0"/>
                    <a:pt x="12" y="0"/>
                    <a:pt x="9" y="5"/>
                  </a:cubicBezTo>
                  <a:cubicBezTo>
                    <a:pt x="5" y="3"/>
                    <a:pt x="6" y="5"/>
                    <a:pt x="0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62" name="ïṣḻíḍe">
              <a:extLst>
                <a:ext uri="{FF2B5EF4-FFF2-40B4-BE49-F238E27FC236}">
                  <a16:creationId xmlns:a16="http://schemas.microsoft.com/office/drawing/2014/main" id="{8752C441-09B5-62CC-B3CD-9FE8FD4C3040}"/>
                </a:ext>
              </a:extLst>
            </p:cNvPr>
            <p:cNvSpPr/>
            <p:nvPr/>
          </p:nvSpPr>
          <p:spPr bwMode="auto">
            <a:xfrm>
              <a:off x="4228577" y="636209"/>
              <a:ext cx="12607" cy="12607"/>
            </a:xfrm>
            <a:custGeom>
              <a:avLst/>
              <a:gdLst>
                <a:gd name="T0" fmla="*/ 0 w 6"/>
                <a:gd name="T1" fmla="*/ 0 h 6"/>
                <a:gd name="T2" fmla="*/ 6 w 6"/>
                <a:gd name="T3" fmla="*/ 6 h 6"/>
                <a:gd name="T4" fmla="*/ 0 w 6"/>
                <a:gd name="T5" fmla="*/ 6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4" y="0"/>
                    <a:pt x="6" y="2"/>
                    <a:pt x="6" y="6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63" name="ïṩľiḑé">
              <a:extLst>
                <a:ext uri="{FF2B5EF4-FFF2-40B4-BE49-F238E27FC236}">
                  <a16:creationId xmlns:a16="http://schemas.microsoft.com/office/drawing/2014/main" id="{00734498-493C-EA47-FFDD-FA489EFBD797}"/>
                </a:ext>
              </a:extLst>
            </p:cNvPr>
            <p:cNvSpPr/>
            <p:nvPr/>
          </p:nvSpPr>
          <p:spPr bwMode="auto">
            <a:xfrm>
              <a:off x="4124920" y="657221"/>
              <a:ext cx="274553" cy="84047"/>
            </a:xfrm>
            <a:custGeom>
              <a:avLst/>
              <a:gdLst>
                <a:gd name="T0" fmla="*/ 132 w 132"/>
                <a:gd name="T1" fmla="*/ 22 h 40"/>
                <a:gd name="T2" fmla="*/ 132 w 132"/>
                <a:gd name="T3" fmla="*/ 31 h 40"/>
                <a:gd name="T4" fmla="*/ 127 w 132"/>
                <a:gd name="T5" fmla="*/ 35 h 40"/>
                <a:gd name="T6" fmla="*/ 104 w 132"/>
                <a:gd name="T7" fmla="*/ 35 h 40"/>
                <a:gd name="T8" fmla="*/ 97 w 132"/>
                <a:gd name="T9" fmla="*/ 39 h 40"/>
                <a:gd name="T10" fmla="*/ 91 w 132"/>
                <a:gd name="T11" fmla="*/ 37 h 40"/>
                <a:gd name="T12" fmla="*/ 90 w 132"/>
                <a:gd name="T13" fmla="*/ 39 h 40"/>
                <a:gd name="T14" fmla="*/ 82 w 132"/>
                <a:gd name="T15" fmla="*/ 39 h 40"/>
                <a:gd name="T16" fmla="*/ 82 w 132"/>
                <a:gd name="T17" fmla="*/ 37 h 40"/>
                <a:gd name="T18" fmla="*/ 78 w 132"/>
                <a:gd name="T19" fmla="*/ 39 h 40"/>
                <a:gd name="T20" fmla="*/ 71 w 132"/>
                <a:gd name="T21" fmla="*/ 35 h 40"/>
                <a:gd name="T22" fmla="*/ 43 w 132"/>
                <a:gd name="T23" fmla="*/ 35 h 40"/>
                <a:gd name="T24" fmla="*/ 45 w 132"/>
                <a:gd name="T25" fmla="*/ 31 h 40"/>
                <a:gd name="T26" fmla="*/ 41 w 132"/>
                <a:gd name="T27" fmla="*/ 30 h 40"/>
                <a:gd name="T28" fmla="*/ 37 w 132"/>
                <a:gd name="T29" fmla="*/ 22 h 40"/>
                <a:gd name="T30" fmla="*/ 41 w 132"/>
                <a:gd name="T31" fmla="*/ 18 h 40"/>
                <a:gd name="T32" fmla="*/ 37 w 132"/>
                <a:gd name="T33" fmla="*/ 11 h 40"/>
                <a:gd name="T34" fmla="*/ 21 w 132"/>
                <a:gd name="T35" fmla="*/ 13 h 40"/>
                <a:gd name="T36" fmla="*/ 17 w 132"/>
                <a:gd name="T37" fmla="*/ 9 h 40"/>
                <a:gd name="T38" fmla="*/ 13 w 132"/>
                <a:gd name="T39" fmla="*/ 7 h 40"/>
                <a:gd name="T40" fmla="*/ 6 w 132"/>
                <a:gd name="T41" fmla="*/ 9 h 40"/>
                <a:gd name="T42" fmla="*/ 2 w 132"/>
                <a:gd name="T43" fmla="*/ 2 h 40"/>
                <a:gd name="T44" fmla="*/ 22 w 132"/>
                <a:gd name="T45" fmla="*/ 0 h 40"/>
                <a:gd name="T46" fmla="*/ 26 w 132"/>
                <a:gd name="T47" fmla="*/ 2 h 40"/>
                <a:gd name="T48" fmla="*/ 26 w 132"/>
                <a:gd name="T49" fmla="*/ 5 h 40"/>
                <a:gd name="T50" fmla="*/ 32 w 132"/>
                <a:gd name="T51" fmla="*/ 9 h 40"/>
                <a:gd name="T52" fmla="*/ 49 w 132"/>
                <a:gd name="T53" fmla="*/ 9 h 40"/>
                <a:gd name="T54" fmla="*/ 49 w 132"/>
                <a:gd name="T55" fmla="*/ 18 h 40"/>
                <a:gd name="T56" fmla="*/ 62 w 132"/>
                <a:gd name="T57" fmla="*/ 20 h 40"/>
                <a:gd name="T58" fmla="*/ 62 w 132"/>
                <a:gd name="T59" fmla="*/ 24 h 40"/>
                <a:gd name="T60" fmla="*/ 65 w 132"/>
                <a:gd name="T61" fmla="*/ 22 h 40"/>
                <a:gd name="T62" fmla="*/ 88 w 132"/>
                <a:gd name="T63" fmla="*/ 22 h 40"/>
                <a:gd name="T64" fmla="*/ 91 w 132"/>
                <a:gd name="T65" fmla="*/ 24 h 40"/>
                <a:gd name="T66" fmla="*/ 97 w 132"/>
                <a:gd name="T67" fmla="*/ 20 h 40"/>
                <a:gd name="T68" fmla="*/ 103 w 132"/>
                <a:gd name="T69" fmla="*/ 20 h 40"/>
                <a:gd name="T70" fmla="*/ 132 w 132"/>
                <a:gd name="T7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2" h="40">
                  <a:moveTo>
                    <a:pt x="132" y="22"/>
                  </a:moveTo>
                  <a:cubicBezTo>
                    <a:pt x="132" y="25"/>
                    <a:pt x="132" y="28"/>
                    <a:pt x="132" y="31"/>
                  </a:cubicBezTo>
                  <a:cubicBezTo>
                    <a:pt x="129" y="31"/>
                    <a:pt x="128" y="33"/>
                    <a:pt x="127" y="35"/>
                  </a:cubicBezTo>
                  <a:cubicBezTo>
                    <a:pt x="118" y="36"/>
                    <a:pt x="111" y="35"/>
                    <a:pt x="104" y="35"/>
                  </a:cubicBezTo>
                  <a:cubicBezTo>
                    <a:pt x="102" y="35"/>
                    <a:pt x="99" y="38"/>
                    <a:pt x="97" y="39"/>
                  </a:cubicBezTo>
                  <a:cubicBezTo>
                    <a:pt x="94" y="40"/>
                    <a:pt x="94" y="37"/>
                    <a:pt x="91" y="37"/>
                  </a:cubicBezTo>
                  <a:cubicBezTo>
                    <a:pt x="92" y="37"/>
                    <a:pt x="90" y="39"/>
                    <a:pt x="90" y="39"/>
                  </a:cubicBezTo>
                  <a:cubicBezTo>
                    <a:pt x="89" y="39"/>
                    <a:pt x="82" y="39"/>
                    <a:pt x="82" y="39"/>
                  </a:cubicBezTo>
                  <a:cubicBezTo>
                    <a:pt x="82" y="39"/>
                    <a:pt x="82" y="37"/>
                    <a:pt x="82" y="37"/>
                  </a:cubicBezTo>
                  <a:cubicBezTo>
                    <a:pt x="80" y="37"/>
                    <a:pt x="78" y="39"/>
                    <a:pt x="78" y="39"/>
                  </a:cubicBezTo>
                  <a:cubicBezTo>
                    <a:pt x="74" y="38"/>
                    <a:pt x="74" y="35"/>
                    <a:pt x="71" y="35"/>
                  </a:cubicBezTo>
                  <a:cubicBezTo>
                    <a:pt x="63" y="35"/>
                    <a:pt x="54" y="40"/>
                    <a:pt x="43" y="35"/>
                  </a:cubicBezTo>
                  <a:cubicBezTo>
                    <a:pt x="43" y="34"/>
                    <a:pt x="45" y="33"/>
                    <a:pt x="45" y="31"/>
                  </a:cubicBezTo>
                  <a:cubicBezTo>
                    <a:pt x="44" y="29"/>
                    <a:pt x="42" y="31"/>
                    <a:pt x="41" y="30"/>
                  </a:cubicBezTo>
                  <a:cubicBezTo>
                    <a:pt x="39" y="27"/>
                    <a:pt x="41" y="23"/>
                    <a:pt x="37" y="22"/>
                  </a:cubicBezTo>
                  <a:cubicBezTo>
                    <a:pt x="38" y="20"/>
                    <a:pt x="41" y="21"/>
                    <a:pt x="41" y="18"/>
                  </a:cubicBezTo>
                  <a:cubicBezTo>
                    <a:pt x="41" y="15"/>
                    <a:pt x="36" y="16"/>
                    <a:pt x="37" y="11"/>
                  </a:cubicBezTo>
                  <a:cubicBezTo>
                    <a:pt x="34" y="14"/>
                    <a:pt x="26" y="12"/>
                    <a:pt x="21" y="13"/>
                  </a:cubicBezTo>
                  <a:cubicBezTo>
                    <a:pt x="17" y="14"/>
                    <a:pt x="18" y="10"/>
                    <a:pt x="17" y="9"/>
                  </a:cubicBezTo>
                  <a:cubicBezTo>
                    <a:pt x="16" y="8"/>
                    <a:pt x="13" y="10"/>
                    <a:pt x="13" y="7"/>
                  </a:cubicBezTo>
                  <a:cubicBezTo>
                    <a:pt x="11" y="9"/>
                    <a:pt x="9" y="9"/>
                    <a:pt x="6" y="9"/>
                  </a:cubicBezTo>
                  <a:cubicBezTo>
                    <a:pt x="12" y="3"/>
                    <a:pt x="0" y="8"/>
                    <a:pt x="2" y="2"/>
                  </a:cubicBezTo>
                  <a:cubicBezTo>
                    <a:pt x="10" y="3"/>
                    <a:pt x="16" y="1"/>
                    <a:pt x="22" y="0"/>
                  </a:cubicBezTo>
                  <a:cubicBezTo>
                    <a:pt x="22" y="2"/>
                    <a:pt x="26" y="1"/>
                    <a:pt x="26" y="2"/>
                  </a:cubicBezTo>
                  <a:cubicBezTo>
                    <a:pt x="27" y="2"/>
                    <a:pt x="26" y="5"/>
                    <a:pt x="26" y="5"/>
                  </a:cubicBezTo>
                  <a:cubicBezTo>
                    <a:pt x="28" y="7"/>
                    <a:pt x="33" y="4"/>
                    <a:pt x="32" y="9"/>
                  </a:cubicBezTo>
                  <a:cubicBezTo>
                    <a:pt x="37" y="4"/>
                    <a:pt x="42" y="10"/>
                    <a:pt x="49" y="9"/>
                  </a:cubicBezTo>
                  <a:cubicBezTo>
                    <a:pt x="47" y="15"/>
                    <a:pt x="52" y="15"/>
                    <a:pt x="49" y="18"/>
                  </a:cubicBezTo>
                  <a:cubicBezTo>
                    <a:pt x="52" y="19"/>
                    <a:pt x="57" y="18"/>
                    <a:pt x="62" y="20"/>
                  </a:cubicBezTo>
                  <a:cubicBezTo>
                    <a:pt x="63" y="21"/>
                    <a:pt x="53" y="25"/>
                    <a:pt x="62" y="24"/>
                  </a:cubicBezTo>
                  <a:cubicBezTo>
                    <a:pt x="63" y="24"/>
                    <a:pt x="63" y="22"/>
                    <a:pt x="65" y="22"/>
                  </a:cubicBezTo>
                  <a:cubicBezTo>
                    <a:pt x="71" y="22"/>
                    <a:pt x="80" y="21"/>
                    <a:pt x="88" y="22"/>
                  </a:cubicBezTo>
                  <a:cubicBezTo>
                    <a:pt x="89" y="22"/>
                    <a:pt x="92" y="24"/>
                    <a:pt x="91" y="24"/>
                  </a:cubicBezTo>
                  <a:cubicBezTo>
                    <a:pt x="96" y="24"/>
                    <a:pt x="88" y="21"/>
                    <a:pt x="97" y="20"/>
                  </a:cubicBezTo>
                  <a:cubicBezTo>
                    <a:pt x="99" y="20"/>
                    <a:pt x="101" y="21"/>
                    <a:pt x="103" y="20"/>
                  </a:cubicBezTo>
                  <a:cubicBezTo>
                    <a:pt x="110" y="19"/>
                    <a:pt x="122" y="19"/>
                    <a:pt x="132" y="2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65" name="îŝḻîďè">
              <a:extLst>
                <a:ext uri="{FF2B5EF4-FFF2-40B4-BE49-F238E27FC236}">
                  <a16:creationId xmlns:a16="http://schemas.microsoft.com/office/drawing/2014/main" id="{24797A40-F408-EB83-E633-35EA6AE257EA}"/>
                </a:ext>
              </a:extLst>
            </p:cNvPr>
            <p:cNvSpPr/>
            <p:nvPr/>
          </p:nvSpPr>
          <p:spPr bwMode="auto">
            <a:xfrm>
              <a:off x="6475433" y="655820"/>
              <a:ext cx="278756" cy="198911"/>
            </a:xfrm>
            <a:custGeom>
              <a:avLst/>
              <a:gdLst>
                <a:gd name="T0" fmla="*/ 110 w 134"/>
                <a:gd name="T1" fmla="*/ 3 h 96"/>
                <a:gd name="T2" fmla="*/ 132 w 134"/>
                <a:gd name="T3" fmla="*/ 1 h 96"/>
                <a:gd name="T4" fmla="*/ 130 w 134"/>
                <a:gd name="T5" fmla="*/ 10 h 96"/>
                <a:gd name="T6" fmla="*/ 106 w 134"/>
                <a:gd name="T7" fmla="*/ 14 h 96"/>
                <a:gd name="T8" fmla="*/ 102 w 134"/>
                <a:gd name="T9" fmla="*/ 18 h 96"/>
                <a:gd name="T10" fmla="*/ 98 w 134"/>
                <a:gd name="T11" fmla="*/ 18 h 96"/>
                <a:gd name="T12" fmla="*/ 95 w 134"/>
                <a:gd name="T13" fmla="*/ 21 h 96"/>
                <a:gd name="T14" fmla="*/ 91 w 134"/>
                <a:gd name="T15" fmla="*/ 19 h 96"/>
                <a:gd name="T16" fmla="*/ 83 w 134"/>
                <a:gd name="T17" fmla="*/ 21 h 96"/>
                <a:gd name="T18" fmla="*/ 76 w 134"/>
                <a:gd name="T19" fmla="*/ 23 h 96"/>
                <a:gd name="T20" fmla="*/ 74 w 134"/>
                <a:gd name="T21" fmla="*/ 27 h 96"/>
                <a:gd name="T22" fmla="*/ 65 w 134"/>
                <a:gd name="T23" fmla="*/ 32 h 96"/>
                <a:gd name="T24" fmla="*/ 59 w 134"/>
                <a:gd name="T25" fmla="*/ 36 h 96"/>
                <a:gd name="T26" fmla="*/ 56 w 134"/>
                <a:gd name="T27" fmla="*/ 40 h 96"/>
                <a:gd name="T28" fmla="*/ 54 w 134"/>
                <a:gd name="T29" fmla="*/ 44 h 96"/>
                <a:gd name="T30" fmla="*/ 44 w 134"/>
                <a:gd name="T31" fmla="*/ 47 h 96"/>
                <a:gd name="T32" fmla="*/ 43 w 134"/>
                <a:gd name="T33" fmla="*/ 49 h 96"/>
                <a:gd name="T34" fmla="*/ 35 w 134"/>
                <a:gd name="T35" fmla="*/ 53 h 96"/>
                <a:gd name="T36" fmla="*/ 31 w 134"/>
                <a:gd name="T37" fmla="*/ 60 h 96"/>
                <a:gd name="T38" fmla="*/ 33 w 134"/>
                <a:gd name="T39" fmla="*/ 72 h 96"/>
                <a:gd name="T40" fmla="*/ 28 w 134"/>
                <a:gd name="T41" fmla="*/ 75 h 96"/>
                <a:gd name="T42" fmla="*/ 31 w 134"/>
                <a:gd name="T43" fmla="*/ 83 h 96"/>
                <a:gd name="T44" fmla="*/ 29 w 134"/>
                <a:gd name="T45" fmla="*/ 85 h 96"/>
                <a:gd name="T46" fmla="*/ 31 w 134"/>
                <a:gd name="T47" fmla="*/ 87 h 96"/>
                <a:gd name="T48" fmla="*/ 33 w 134"/>
                <a:gd name="T49" fmla="*/ 85 h 96"/>
                <a:gd name="T50" fmla="*/ 39 w 134"/>
                <a:gd name="T51" fmla="*/ 88 h 96"/>
                <a:gd name="T52" fmla="*/ 37 w 134"/>
                <a:gd name="T53" fmla="*/ 96 h 96"/>
                <a:gd name="T54" fmla="*/ 20 w 134"/>
                <a:gd name="T55" fmla="*/ 96 h 96"/>
                <a:gd name="T56" fmla="*/ 22 w 134"/>
                <a:gd name="T57" fmla="*/ 92 h 96"/>
                <a:gd name="T58" fmla="*/ 16 w 134"/>
                <a:gd name="T59" fmla="*/ 90 h 96"/>
                <a:gd name="T60" fmla="*/ 13 w 134"/>
                <a:gd name="T61" fmla="*/ 87 h 96"/>
                <a:gd name="T62" fmla="*/ 9 w 134"/>
                <a:gd name="T63" fmla="*/ 87 h 96"/>
                <a:gd name="T64" fmla="*/ 3 w 134"/>
                <a:gd name="T65" fmla="*/ 87 h 96"/>
                <a:gd name="T66" fmla="*/ 2 w 134"/>
                <a:gd name="T67" fmla="*/ 73 h 96"/>
                <a:gd name="T68" fmla="*/ 11 w 134"/>
                <a:gd name="T69" fmla="*/ 70 h 96"/>
                <a:gd name="T70" fmla="*/ 9 w 134"/>
                <a:gd name="T71" fmla="*/ 68 h 96"/>
                <a:gd name="T72" fmla="*/ 11 w 134"/>
                <a:gd name="T73" fmla="*/ 64 h 96"/>
                <a:gd name="T74" fmla="*/ 20 w 134"/>
                <a:gd name="T75" fmla="*/ 60 h 96"/>
                <a:gd name="T76" fmla="*/ 20 w 134"/>
                <a:gd name="T77" fmla="*/ 53 h 96"/>
                <a:gd name="T78" fmla="*/ 26 w 134"/>
                <a:gd name="T79" fmla="*/ 51 h 96"/>
                <a:gd name="T80" fmla="*/ 29 w 134"/>
                <a:gd name="T81" fmla="*/ 46 h 96"/>
                <a:gd name="T82" fmla="*/ 29 w 134"/>
                <a:gd name="T83" fmla="*/ 36 h 96"/>
                <a:gd name="T84" fmla="*/ 44 w 134"/>
                <a:gd name="T85" fmla="*/ 31 h 96"/>
                <a:gd name="T86" fmla="*/ 46 w 134"/>
                <a:gd name="T87" fmla="*/ 27 h 96"/>
                <a:gd name="T88" fmla="*/ 48 w 134"/>
                <a:gd name="T89" fmla="*/ 29 h 96"/>
                <a:gd name="T90" fmla="*/ 52 w 134"/>
                <a:gd name="T91" fmla="*/ 25 h 96"/>
                <a:gd name="T92" fmla="*/ 54 w 134"/>
                <a:gd name="T93" fmla="*/ 21 h 96"/>
                <a:gd name="T94" fmla="*/ 63 w 134"/>
                <a:gd name="T95" fmla="*/ 19 h 96"/>
                <a:gd name="T96" fmla="*/ 74 w 134"/>
                <a:gd name="T97" fmla="*/ 18 h 96"/>
                <a:gd name="T98" fmla="*/ 76 w 134"/>
                <a:gd name="T99" fmla="*/ 16 h 96"/>
                <a:gd name="T100" fmla="*/ 80 w 134"/>
                <a:gd name="T101" fmla="*/ 18 h 96"/>
                <a:gd name="T102" fmla="*/ 82 w 134"/>
                <a:gd name="T103" fmla="*/ 14 h 96"/>
                <a:gd name="T104" fmla="*/ 83 w 134"/>
                <a:gd name="T105" fmla="*/ 14 h 96"/>
                <a:gd name="T106" fmla="*/ 97 w 134"/>
                <a:gd name="T107" fmla="*/ 12 h 96"/>
                <a:gd name="T108" fmla="*/ 100 w 134"/>
                <a:gd name="T109" fmla="*/ 10 h 96"/>
                <a:gd name="T110" fmla="*/ 102 w 134"/>
                <a:gd name="T111" fmla="*/ 8 h 96"/>
                <a:gd name="T112" fmla="*/ 110 w 134"/>
                <a:gd name="T113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4" h="96">
                  <a:moveTo>
                    <a:pt x="110" y="3"/>
                  </a:moveTo>
                  <a:cubicBezTo>
                    <a:pt x="116" y="7"/>
                    <a:pt x="124" y="0"/>
                    <a:pt x="132" y="1"/>
                  </a:cubicBezTo>
                  <a:cubicBezTo>
                    <a:pt x="134" y="6"/>
                    <a:pt x="129" y="6"/>
                    <a:pt x="130" y="10"/>
                  </a:cubicBezTo>
                  <a:cubicBezTo>
                    <a:pt x="124" y="7"/>
                    <a:pt x="114" y="13"/>
                    <a:pt x="106" y="14"/>
                  </a:cubicBezTo>
                  <a:cubicBezTo>
                    <a:pt x="104" y="14"/>
                    <a:pt x="103" y="17"/>
                    <a:pt x="102" y="18"/>
                  </a:cubicBezTo>
                  <a:cubicBezTo>
                    <a:pt x="101" y="18"/>
                    <a:pt x="99" y="17"/>
                    <a:pt x="98" y="18"/>
                  </a:cubicBezTo>
                  <a:cubicBezTo>
                    <a:pt x="98" y="18"/>
                    <a:pt x="95" y="21"/>
                    <a:pt x="95" y="21"/>
                  </a:cubicBezTo>
                  <a:cubicBezTo>
                    <a:pt x="93" y="22"/>
                    <a:pt x="93" y="19"/>
                    <a:pt x="91" y="19"/>
                  </a:cubicBezTo>
                  <a:cubicBezTo>
                    <a:pt x="89" y="20"/>
                    <a:pt x="86" y="21"/>
                    <a:pt x="83" y="21"/>
                  </a:cubicBezTo>
                  <a:cubicBezTo>
                    <a:pt x="82" y="22"/>
                    <a:pt x="78" y="22"/>
                    <a:pt x="76" y="23"/>
                  </a:cubicBezTo>
                  <a:cubicBezTo>
                    <a:pt x="74" y="24"/>
                    <a:pt x="76" y="26"/>
                    <a:pt x="74" y="27"/>
                  </a:cubicBezTo>
                  <a:cubicBezTo>
                    <a:pt x="73" y="28"/>
                    <a:pt x="65" y="27"/>
                    <a:pt x="65" y="32"/>
                  </a:cubicBezTo>
                  <a:cubicBezTo>
                    <a:pt x="65" y="34"/>
                    <a:pt x="61" y="35"/>
                    <a:pt x="59" y="36"/>
                  </a:cubicBezTo>
                  <a:cubicBezTo>
                    <a:pt x="58" y="37"/>
                    <a:pt x="56" y="39"/>
                    <a:pt x="56" y="40"/>
                  </a:cubicBezTo>
                  <a:cubicBezTo>
                    <a:pt x="55" y="41"/>
                    <a:pt x="53" y="42"/>
                    <a:pt x="54" y="44"/>
                  </a:cubicBezTo>
                  <a:cubicBezTo>
                    <a:pt x="48" y="46"/>
                    <a:pt x="48" y="42"/>
                    <a:pt x="44" y="47"/>
                  </a:cubicBezTo>
                  <a:cubicBezTo>
                    <a:pt x="44" y="48"/>
                    <a:pt x="43" y="47"/>
                    <a:pt x="43" y="49"/>
                  </a:cubicBezTo>
                  <a:cubicBezTo>
                    <a:pt x="42" y="52"/>
                    <a:pt x="38" y="51"/>
                    <a:pt x="35" y="53"/>
                  </a:cubicBezTo>
                  <a:cubicBezTo>
                    <a:pt x="35" y="56"/>
                    <a:pt x="37" y="62"/>
                    <a:pt x="31" y="60"/>
                  </a:cubicBezTo>
                  <a:cubicBezTo>
                    <a:pt x="32" y="64"/>
                    <a:pt x="29" y="71"/>
                    <a:pt x="33" y="72"/>
                  </a:cubicBezTo>
                  <a:cubicBezTo>
                    <a:pt x="32" y="73"/>
                    <a:pt x="30" y="74"/>
                    <a:pt x="28" y="75"/>
                  </a:cubicBezTo>
                  <a:cubicBezTo>
                    <a:pt x="25" y="80"/>
                    <a:pt x="32" y="79"/>
                    <a:pt x="31" y="83"/>
                  </a:cubicBezTo>
                  <a:cubicBezTo>
                    <a:pt x="31" y="83"/>
                    <a:pt x="28" y="83"/>
                    <a:pt x="29" y="85"/>
                  </a:cubicBezTo>
                  <a:cubicBezTo>
                    <a:pt x="29" y="84"/>
                    <a:pt x="33" y="87"/>
                    <a:pt x="31" y="87"/>
                  </a:cubicBezTo>
                  <a:cubicBezTo>
                    <a:pt x="33" y="87"/>
                    <a:pt x="34" y="85"/>
                    <a:pt x="33" y="85"/>
                  </a:cubicBezTo>
                  <a:cubicBezTo>
                    <a:pt x="35" y="86"/>
                    <a:pt x="35" y="89"/>
                    <a:pt x="39" y="88"/>
                  </a:cubicBezTo>
                  <a:cubicBezTo>
                    <a:pt x="39" y="92"/>
                    <a:pt x="36" y="92"/>
                    <a:pt x="37" y="96"/>
                  </a:cubicBezTo>
                  <a:cubicBezTo>
                    <a:pt x="31" y="96"/>
                    <a:pt x="26" y="96"/>
                    <a:pt x="20" y="96"/>
                  </a:cubicBezTo>
                  <a:cubicBezTo>
                    <a:pt x="20" y="95"/>
                    <a:pt x="23" y="93"/>
                    <a:pt x="22" y="92"/>
                  </a:cubicBezTo>
                  <a:cubicBezTo>
                    <a:pt x="21" y="90"/>
                    <a:pt x="18" y="91"/>
                    <a:pt x="16" y="90"/>
                  </a:cubicBezTo>
                  <a:cubicBezTo>
                    <a:pt x="15" y="90"/>
                    <a:pt x="14" y="87"/>
                    <a:pt x="13" y="87"/>
                  </a:cubicBezTo>
                  <a:cubicBezTo>
                    <a:pt x="12" y="86"/>
                    <a:pt x="9" y="87"/>
                    <a:pt x="9" y="87"/>
                  </a:cubicBezTo>
                  <a:cubicBezTo>
                    <a:pt x="7" y="84"/>
                    <a:pt x="7" y="87"/>
                    <a:pt x="3" y="87"/>
                  </a:cubicBezTo>
                  <a:cubicBezTo>
                    <a:pt x="3" y="82"/>
                    <a:pt x="0" y="80"/>
                    <a:pt x="2" y="73"/>
                  </a:cubicBezTo>
                  <a:cubicBezTo>
                    <a:pt x="7" y="80"/>
                    <a:pt x="2" y="66"/>
                    <a:pt x="11" y="70"/>
                  </a:cubicBezTo>
                  <a:cubicBezTo>
                    <a:pt x="12" y="68"/>
                    <a:pt x="9" y="68"/>
                    <a:pt x="9" y="68"/>
                  </a:cubicBezTo>
                  <a:cubicBezTo>
                    <a:pt x="9" y="66"/>
                    <a:pt x="15" y="65"/>
                    <a:pt x="11" y="64"/>
                  </a:cubicBezTo>
                  <a:cubicBezTo>
                    <a:pt x="12" y="61"/>
                    <a:pt x="17" y="61"/>
                    <a:pt x="20" y="60"/>
                  </a:cubicBezTo>
                  <a:cubicBezTo>
                    <a:pt x="18" y="57"/>
                    <a:pt x="26" y="54"/>
                    <a:pt x="20" y="53"/>
                  </a:cubicBezTo>
                  <a:cubicBezTo>
                    <a:pt x="20" y="51"/>
                    <a:pt x="24" y="51"/>
                    <a:pt x="26" y="51"/>
                  </a:cubicBezTo>
                  <a:cubicBezTo>
                    <a:pt x="26" y="48"/>
                    <a:pt x="27" y="46"/>
                    <a:pt x="29" y="46"/>
                  </a:cubicBezTo>
                  <a:cubicBezTo>
                    <a:pt x="26" y="42"/>
                    <a:pt x="31" y="42"/>
                    <a:pt x="29" y="36"/>
                  </a:cubicBezTo>
                  <a:cubicBezTo>
                    <a:pt x="37" y="37"/>
                    <a:pt x="39" y="32"/>
                    <a:pt x="44" y="31"/>
                  </a:cubicBezTo>
                  <a:cubicBezTo>
                    <a:pt x="47" y="31"/>
                    <a:pt x="45" y="27"/>
                    <a:pt x="46" y="27"/>
                  </a:cubicBezTo>
                  <a:cubicBezTo>
                    <a:pt x="47" y="26"/>
                    <a:pt x="49" y="28"/>
                    <a:pt x="48" y="29"/>
                  </a:cubicBezTo>
                  <a:cubicBezTo>
                    <a:pt x="49" y="28"/>
                    <a:pt x="51" y="26"/>
                    <a:pt x="52" y="25"/>
                  </a:cubicBezTo>
                  <a:cubicBezTo>
                    <a:pt x="53" y="24"/>
                    <a:pt x="54" y="23"/>
                    <a:pt x="54" y="21"/>
                  </a:cubicBezTo>
                  <a:cubicBezTo>
                    <a:pt x="57" y="22"/>
                    <a:pt x="60" y="21"/>
                    <a:pt x="63" y="19"/>
                  </a:cubicBezTo>
                  <a:cubicBezTo>
                    <a:pt x="66" y="18"/>
                    <a:pt x="68" y="19"/>
                    <a:pt x="74" y="18"/>
                  </a:cubicBezTo>
                  <a:cubicBezTo>
                    <a:pt x="76" y="17"/>
                    <a:pt x="75" y="16"/>
                    <a:pt x="76" y="16"/>
                  </a:cubicBezTo>
                  <a:cubicBezTo>
                    <a:pt x="78" y="15"/>
                    <a:pt x="80" y="18"/>
                    <a:pt x="80" y="18"/>
                  </a:cubicBezTo>
                  <a:cubicBezTo>
                    <a:pt x="83" y="17"/>
                    <a:pt x="78" y="14"/>
                    <a:pt x="82" y="14"/>
                  </a:cubicBezTo>
                  <a:cubicBezTo>
                    <a:pt x="82" y="14"/>
                    <a:pt x="83" y="14"/>
                    <a:pt x="83" y="14"/>
                  </a:cubicBezTo>
                  <a:cubicBezTo>
                    <a:pt x="85" y="13"/>
                    <a:pt x="91" y="13"/>
                    <a:pt x="97" y="12"/>
                  </a:cubicBezTo>
                  <a:cubicBezTo>
                    <a:pt x="100" y="11"/>
                    <a:pt x="99" y="12"/>
                    <a:pt x="100" y="10"/>
                  </a:cubicBezTo>
                  <a:cubicBezTo>
                    <a:pt x="100" y="10"/>
                    <a:pt x="102" y="8"/>
                    <a:pt x="102" y="8"/>
                  </a:cubicBezTo>
                  <a:cubicBezTo>
                    <a:pt x="107" y="6"/>
                    <a:pt x="110" y="12"/>
                    <a:pt x="110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72" name="ï$ḻïḍê">
              <a:extLst>
                <a:ext uri="{FF2B5EF4-FFF2-40B4-BE49-F238E27FC236}">
                  <a16:creationId xmlns:a16="http://schemas.microsoft.com/office/drawing/2014/main" id="{4625D410-216E-42CF-E136-41AE84FAAE4D}"/>
                </a:ext>
              </a:extLst>
            </p:cNvPr>
            <p:cNvSpPr/>
            <p:nvPr/>
          </p:nvSpPr>
          <p:spPr bwMode="auto">
            <a:xfrm>
              <a:off x="4053480" y="668427"/>
              <a:ext cx="29417" cy="12607"/>
            </a:xfrm>
            <a:custGeom>
              <a:avLst/>
              <a:gdLst>
                <a:gd name="T0" fmla="*/ 10 w 14"/>
                <a:gd name="T1" fmla="*/ 0 h 6"/>
                <a:gd name="T2" fmla="*/ 14 w 14"/>
                <a:gd name="T3" fmla="*/ 0 h 6"/>
                <a:gd name="T4" fmla="*/ 10 w 1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6">
                  <a:moveTo>
                    <a:pt x="10" y="0"/>
                  </a:moveTo>
                  <a:cubicBezTo>
                    <a:pt x="11" y="0"/>
                    <a:pt x="12" y="0"/>
                    <a:pt x="14" y="0"/>
                  </a:cubicBezTo>
                  <a:cubicBezTo>
                    <a:pt x="14" y="6"/>
                    <a:pt x="0" y="0"/>
                    <a:pt x="10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85" name="ïṣḻïde">
              <a:extLst>
                <a:ext uri="{FF2B5EF4-FFF2-40B4-BE49-F238E27FC236}">
                  <a16:creationId xmlns:a16="http://schemas.microsoft.com/office/drawing/2014/main" id="{9251CE43-A096-A939-240B-AEFD742741C3}"/>
                </a:ext>
              </a:extLst>
            </p:cNvPr>
            <p:cNvSpPr/>
            <p:nvPr/>
          </p:nvSpPr>
          <p:spPr bwMode="auto">
            <a:xfrm>
              <a:off x="7827188" y="682435"/>
              <a:ext cx="85448" cy="67238"/>
            </a:xfrm>
            <a:custGeom>
              <a:avLst/>
              <a:gdLst>
                <a:gd name="T0" fmla="*/ 11 w 41"/>
                <a:gd name="T1" fmla="*/ 1 h 32"/>
                <a:gd name="T2" fmla="*/ 13 w 41"/>
                <a:gd name="T3" fmla="*/ 3 h 32"/>
                <a:gd name="T4" fmla="*/ 24 w 41"/>
                <a:gd name="T5" fmla="*/ 8 h 32"/>
                <a:gd name="T6" fmla="*/ 30 w 41"/>
                <a:gd name="T7" fmla="*/ 5 h 32"/>
                <a:gd name="T8" fmla="*/ 41 w 41"/>
                <a:gd name="T9" fmla="*/ 6 h 32"/>
                <a:gd name="T10" fmla="*/ 37 w 41"/>
                <a:gd name="T11" fmla="*/ 16 h 32"/>
                <a:gd name="T12" fmla="*/ 23 w 41"/>
                <a:gd name="T13" fmla="*/ 19 h 32"/>
                <a:gd name="T14" fmla="*/ 23 w 41"/>
                <a:gd name="T15" fmla="*/ 21 h 32"/>
                <a:gd name="T16" fmla="*/ 19 w 41"/>
                <a:gd name="T17" fmla="*/ 25 h 32"/>
                <a:gd name="T18" fmla="*/ 13 w 41"/>
                <a:gd name="T19" fmla="*/ 27 h 32"/>
                <a:gd name="T20" fmla="*/ 6 w 41"/>
                <a:gd name="T21" fmla="*/ 23 h 32"/>
                <a:gd name="T22" fmla="*/ 0 w 41"/>
                <a:gd name="T23" fmla="*/ 8 h 32"/>
                <a:gd name="T24" fmla="*/ 11 w 41"/>
                <a:gd name="T25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2">
                  <a:moveTo>
                    <a:pt x="11" y="1"/>
                  </a:moveTo>
                  <a:cubicBezTo>
                    <a:pt x="13" y="0"/>
                    <a:pt x="13" y="2"/>
                    <a:pt x="13" y="3"/>
                  </a:cubicBezTo>
                  <a:cubicBezTo>
                    <a:pt x="15" y="7"/>
                    <a:pt x="21" y="6"/>
                    <a:pt x="24" y="8"/>
                  </a:cubicBezTo>
                  <a:cubicBezTo>
                    <a:pt x="28" y="10"/>
                    <a:pt x="29" y="5"/>
                    <a:pt x="30" y="5"/>
                  </a:cubicBezTo>
                  <a:cubicBezTo>
                    <a:pt x="32" y="4"/>
                    <a:pt x="35" y="8"/>
                    <a:pt x="41" y="6"/>
                  </a:cubicBezTo>
                  <a:cubicBezTo>
                    <a:pt x="40" y="8"/>
                    <a:pt x="31" y="12"/>
                    <a:pt x="37" y="16"/>
                  </a:cubicBezTo>
                  <a:cubicBezTo>
                    <a:pt x="36" y="20"/>
                    <a:pt x="29" y="20"/>
                    <a:pt x="23" y="19"/>
                  </a:cubicBezTo>
                  <a:cubicBezTo>
                    <a:pt x="20" y="20"/>
                    <a:pt x="21" y="21"/>
                    <a:pt x="23" y="21"/>
                  </a:cubicBezTo>
                  <a:cubicBezTo>
                    <a:pt x="24" y="25"/>
                    <a:pt x="12" y="22"/>
                    <a:pt x="19" y="25"/>
                  </a:cubicBezTo>
                  <a:cubicBezTo>
                    <a:pt x="19" y="32"/>
                    <a:pt x="13" y="21"/>
                    <a:pt x="13" y="27"/>
                  </a:cubicBezTo>
                  <a:cubicBezTo>
                    <a:pt x="10" y="26"/>
                    <a:pt x="12" y="21"/>
                    <a:pt x="6" y="23"/>
                  </a:cubicBezTo>
                  <a:cubicBezTo>
                    <a:pt x="4" y="18"/>
                    <a:pt x="5" y="10"/>
                    <a:pt x="0" y="8"/>
                  </a:cubicBezTo>
                  <a:cubicBezTo>
                    <a:pt x="2" y="4"/>
                    <a:pt x="13" y="8"/>
                    <a:pt x="11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86" name="iṩľîḑè">
              <a:extLst>
                <a:ext uri="{FF2B5EF4-FFF2-40B4-BE49-F238E27FC236}">
                  <a16:creationId xmlns:a16="http://schemas.microsoft.com/office/drawing/2014/main" id="{F560063B-6054-A1F6-E5BD-6EEF56830622}"/>
                </a:ext>
              </a:extLst>
            </p:cNvPr>
            <p:cNvSpPr/>
            <p:nvPr/>
          </p:nvSpPr>
          <p:spPr bwMode="auto">
            <a:xfrm>
              <a:off x="3770522" y="692241"/>
              <a:ext cx="23814" cy="15409"/>
            </a:xfrm>
            <a:custGeom>
              <a:avLst/>
              <a:gdLst>
                <a:gd name="T0" fmla="*/ 6 w 11"/>
                <a:gd name="T1" fmla="*/ 0 h 7"/>
                <a:gd name="T2" fmla="*/ 8 w 11"/>
                <a:gd name="T3" fmla="*/ 7 h 7"/>
                <a:gd name="T4" fmla="*/ 0 w 11"/>
                <a:gd name="T5" fmla="*/ 5 h 7"/>
                <a:gd name="T6" fmla="*/ 6 w 1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11" y="1"/>
                    <a:pt x="8" y="2"/>
                    <a:pt x="8" y="7"/>
                  </a:cubicBezTo>
                  <a:cubicBezTo>
                    <a:pt x="6" y="6"/>
                    <a:pt x="4" y="5"/>
                    <a:pt x="0" y="5"/>
                  </a:cubicBezTo>
                  <a:cubicBezTo>
                    <a:pt x="1" y="2"/>
                    <a:pt x="7" y="4"/>
                    <a:pt x="6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99" name="îṣḻîḍê">
              <a:extLst>
                <a:ext uri="{FF2B5EF4-FFF2-40B4-BE49-F238E27FC236}">
                  <a16:creationId xmlns:a16="http://schemas.microsoft.com/office/drawing/2014/main" id="{9C736335-71A6-87F1-74E2-D1D9C64E360A}"/>
                </a:ext>
              </a:extLst>
            </p:cNvPr>
            <p:cNvSpPr/>
            <p:nvPr/>
          </p:nvSpPr>
          <p:spPr bwMode="auto">
            <a:xfrm>
              <a:off x="7921040" y="692241"/>
              <a:ext cx="39222" cy="36420"/>
            </a:xfrm>
            <a:custGeom>
              <a:avLst/>
              <a:gdLst>
                <a:gd name="T0" fmla="*/ 0 w 19"/>
                <a:gd name="T1" fmla="*/ 5 h 17"/>
                <a:gd name="T2" fmla="*/ 19 w 19"/>
                <a:gd name="T3" fmla="*/ 9 h 17"/>
                <a:gd name="T4" fmla="*/ 11 w 19"/>
                <a:gd name="T5" fmla="*/ 16 h 17"/>
                <a:gd name="T6" fmla="*/ 7 w 19"/>
                <a:gd name="T7" fmla="*/ 13 h 17"/>
                <a:gd name="T8" fmla="*/ 4 w 19"/>
                <a:gd name="T9" fmla="*/ 13 h 17"/>
                <a:gd name="T10" fmla="*/ 0 w 19"/>
                <a:gd name="T1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7">
                  <a:moveTo>
                    <a:pt x="0" y="5"/>
                  </a:moveTo>
                  <a:cubicBezTo>
                    <a:pt x="6" y="0"/>
                    <a:pt x="16" y="5"/>
                    <a:pt x="19" y="9"/>
                  </a:cubicBezTo>
                  <a:cubicBezTo>
                    <a:pt x="18" y="13"/>
                    <a:pt x="10" y="10"/>
                    <a:pt x="11" y="16"/>
                  </a:cubicBezTo>
                  <a:cubicBezTo>
                    <a:pt x="9" y="17"/>
                    <a:pt x="8" y="13"/>
                    <a:pt x="7" y="13"/>
                  </a:cubicBezTo>
                  <a:cubicBezTo>
                    <a:pt x="7" y="12"/>
                    <a:pt x="4" y="13"/>
                    <a:pt x="4" y="13"/>
                  </a:cubicBezTo>
                  <a:cubicBezTo>
                    <a:pt x="2" y="10"/>
                    <a:pt x="4" y="6"/>
                    <a:pt x="0" y="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01" name="iṡļiḍé">
              <a:extLst>
                <a:ext uri="{FF2B5EF4-FFF2-40B4-BE49-F238E27FC236}">
                  <a16:creationId xmlns:a16="http://schemas.microsoft.com/office/drawing/2014/main" id="{066CC972-93E1-DCA8-6219-8BB1E1DEC08F}"/>
                </a:ext>
              </a:extLst>
            </p:cNvPr>
            <p:cNvSpPr/>
            <p:nvPr/>
          </p:nvSpPr>
          <p:spPr bwMode="auto">
            <a:xfrm>
              <a:off x="7971468" y="703447"/>
              <a:ext cx="60234" cy="30817"/>
            </a:xfrm>
            <a:custGeom>
              <a:avLst/>
              <a:gdLst>
                <a:gd name="T0" fmla="*/ 2 w 29"/>
                <a:gd name="T1" fmla="*/ 2 h 15"/>
                <a:gd name="T2" fmla="*/ 6 w 29"/>
                <a:gd name="T3" fmla="*/ 2 h 15"/>
                <a:gd name="T4" fmla="*/ 15 w 29"/>
                <a:gd name="T5" fmla="*/ 6 h 15"/>
                <a:gd name="T6" fmla="*/ 24 w 29"/>
                <a:gd name="T7" fmla="*/ 9 h 15"/>
                <a:gd name="T8" fmla="*/ 28 w 29"/>
                <a:gd name="T9" fmla="*/ 13 h 15"/>
                <a:gd name="T10" fmla="*/ 6 w 29"/>
                <a:gd name="T11" fmla="*/ 9 h 15"/>
                <a:gd name="T12" fmla="*/ 2 w 29"/>
                <a:gd name="T13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5">
                  <a:moveTo>
                    <a:pt x="2" y="2"/>
                  </a:moveTo>
                  <a:cubicBezTo>
                    <a:pt x="3" y="2"/>
                    <a:pt x="4" y="2"/>
                    <a:pt x="6" y="2"/>
                  </a:cubicBezTo>
                  <a:cubicBezTo>
                    <a:pt x="11" y="0"/>
                    <a:pt x="11" y="5"/>
                    <a:pt x="15" y="6"/>
                  </a:cubicBezTo>
                  <a:cubicBezTo>
                    <a:pt x="19" y="7"/>
                    <a:pt x="21" y="8"/>
                    <a:pt x="24" y="9"/>
                  </a:cubicBezTo>
                  <a:cubicBezTo>
                    <a:pt x="26" y="11"/>
                    <a:pt x="29" y="9"/>
                    <a:pt x="28" y="13"/>
                  </a:cubicBezTo>
                  <a:cubicBezTo>
                    <a:pt x="17" y="15"/>
                    <a:pt x="14" y="10"/>
                    <a:pt x="6" y="9"/>
                  </a:cubicBezTo>
                  <a:cubicBezTo>
                    <a:pt x="8" y="3"/>
                    <a:pt x="0" y="8"/>
                    <a:pt x="2" y="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02" name="íṧļîḑè">
              <a:extLst>
                <a:ext uri="{FF2B5EF4-FFF2-40B4-BE49-F238E27FC236}">
                  <a16:creationId xmlns:a16="http://schemas.microsoft.com/office/drawing/2014/main" id="{2F387294-F2F8-D8B2-FA47-7955033DE199}"/>
                </a:ext>
              </a:extLst>
            </p:cNvPr>
            <p:cNvSpPr/>
            <p:nvPr/>
          </p:nvSpPr>
          <p:spPr bwMode="auto">
            <a:xfrm>
              <a:off x="4035270" y="752474"/>
              <a:ext cx="98055" cy="81245"/>
            </a:xfrm>
            <a:custGeom>
              <a:avLst/>
              <a:gdLst>
                <a:gd name="T0" fmla="*/ 15 w 47"/>
                <a:gd name="T1" fmla="*/ 8 h 39"/>
                <a:gd name="T2" fmla="*/ 15 w 47"/>
                <a:gd name="T3" fmla="*/ 6 h 39"/>
                <a:gd name="T4" fmla="*/ 36 w 47"/>
                <a:gd name="T5" fmla="*/ 0 h 39"/>
                <a:gd name="T6" fmla="*/ 39 w 47"/>
                <a:gd name="T7" fmla="*/ 8 h 39"/>
                <a:gd name="T8" fmla="*/ 36 w 47"/>
                <a:gd name="T9" fmla="*/ 13 h 39"/>
                <a:gd name="T10" fmla="*/ 45 w 47"/>
                <a:gd name="T11" fmla="*/ 15 h 39"/>
                <a:gd name="T12" fmla="*/ 47 w 47"/>
                <a:gd name="T13" fmla="*/ 30 h 39"/>
                <a:gd name="T14" fmla="*/ 41 w 47"/>
                <a:gd name="T15" fmla="*/ 30 h 39"/>
                <a:gd name="T16" fmla="*/ 41 w 47"/>
                <a:gd name="T17" fmla="*/ 34 h 39"/>
                <a:gd name="T18" fmla="*/ 36 w 47"/>
                <a:gd name="T19" fmla="*/ 34 h 39"/>
                <a:gd name="T20" fmla="*/ 30 w 47"/>
                <a:gd name="T21" fmla="*/ 38 h 39"/>
                <a:gd name="T22" fmla="*/ 24 w 47"/>
                <a:gd name="T23" fmla="*/ 32 h 39"/>
                <a:gd name="T24" fmla="*/ 19 w 47"/>
                <a:gd name="T25" fmla="*/ 26 h 39"/>
                <a:gd name="T26" fmla="*/ 15 w 47"/>
                <a:gd name="T27" fmla="*/ 23 h 39"/>
                <a:gd name="T28" fmla="*/ 6 w 47"/>
                <a:gd name="T29" fmla="*/ 21 h 39"/>
                <a:gd name="T30" fmla="*/ 0 w 47"/>
                <a:gd name="T31" fmla="*/ 17 h 39"/>
                <a:gd name="T32" fmla="*/ 19 w 47"/>
                <a:gd name="T33" fmla="*/ 19 h 39"/>
                <a:gd name="T34" fmla="*/ 21 w 47"/>
                <a:gd name="T35" fmla="*/ 12 h 39"/>
                <a:gd name="T36" fmla="*/ 13 w 47"/>
                <a:gd name="T37" fmla="*/ 6 h 39"/>
                <a:gd name="T38" fmla="*/ 15 w 47"/>
                <a:gd name="T39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" h="39">
                  <a:moveTo>
                    <a:pt x="15" y="8"/>
                  </a:moveTo>
                  <a:cubicBezTo>
                    <a:pt x="17" y="7"/>
                    <a:pt x="16" y="6"/>
                    <a:pt x="15" y="6"/>
                  </a:cubicBezTo>
                  <a:cubicBezTo>
                    <a:pt x="19" y="2"/>
                    <a:pt x="33" y="6"/>
                    <a:pt x="36" y="0"/>
                  </a:cubicBezTo>
                  <a:cubicBezTo>
                    <a:pt x="38" y="2"/>
                    <a:pt x="39" y="4"/>
                    <a:pt x="39" y="8"/>
                  </a:cubicBezTo>
                  <a:cubicBezTo>
                    <a:pt x="40" y="12"/>
                    <a:pt x="36" y="11"/>
                    <a:pt x="36" y="13"/>
                  </a:cubicBezTo>
                  <a:cubicBezTo>
                    <a:pt x="37" y="19"/>
                    <a:pt x="41" y="16"/>
                    <a:pt x="45" y="15"/>
                  </a:cubicBezTo>
                  <a:cubicBezTo>
                    <a:pt x="47" y="23"/>
                    <a:pt x="45" y="22"/>
                    <a:pt x="47" y="30"/>
                  </a:cubicBezTo>
                  <a:cubicBezTo>
                    <a:pt x="46" y="31"/>
                    <a:pt x="42" y="29"/>
                    <a:pt x="41" y="30"/>
                  </a:cubicBezTo>
                  <a:cubicBezTo>
                    <a:pt x="41" y="31"/>
                    <a:pt x="42" y="34"/>
                    <a:pt x="41" y="34"/>
                  </a:cubicBezTo>
                  <a:cubicBezTo>
                    <a:pt x="40" y="35"/>
                    <a:pt x="37" y="34"/>
                    <a:pt x="36" y="34"/>
                  </a:cubicBezTo>
                  <a:cubicBezTo>
                    <a:pt x="33" y="34"/>
                    <a:pt x="33" y="37"/>
                    <a:pt x="30" y="38"/>
                  </a:cubicBezTo>
                  <a:cubicBezTo>
                    <a:pt x="26" y="39"/>
                    <a:pt x="26" y="34"/>
                    <a:pt x="24" y="32"/>
                  </a:cubicBezTo>
                  <a:cubicBezTo>
                    <a:pt x="23" y="31"/>
                    <a:pt x="17" y="31"/>
                    <a:pt x="19" y="26"/>
                  </a:cubicBezTo>
                  <a:cubicBezTo>
                    <a:pt x="16" y="27"/>
                    <a:pt x="15" y="25"/>
                    <a:pt x="15" y="23"/>
                  </a:cubicBezTo>
                  <a:cubicBezTo>
                    <a:pt x="12" y="24"/>
                    <a:pt x="9" y="22"/>
                    <a:pt x="6" y="21"/>
                  </a:cubicBezTo>
                  <a:cubicBezTo>
                    <a:pt x="3" y="20"/>
                    <a:pt x="0" y="22"/>
                    <a:pt x="0" y="17"/>
                  </a:cubicBezTo>
                  <a:cubicBezTo>
                    <a:pt x="8" y="16"/>
                    <a:pt x="11" y="20"/>
                    <a:pt x="19" y="19"/>
                  </a:cubicBezTo>
                  <a:cubicBezTo>
                    <a:pt x="21" y="18"/>
                    <a:pt x="20" y="14"/>
                    <a:pt x="21" y="12"/>
                  </a:cubicBezTo>
                  <a:cubicBezTo>
                    <a:pt x="21" y="7"/>
                    <a:pt x="10" y="13"/>
                    <a:pt x="13" y="6"/>
                  </a:cubicBezTo>
                  <a:cubicBezTo>
                    <a:pt x="15" y="6"/>
                    <a:pt x="15" y="7"/>
                    <a:pt x="15" y="8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03" name="işliḋé">
              <a:extLst>
                <a:ext uri="{FF2B5EF4-FFF2-40B4-BE49-F238E27FC236}">
                  <a16:creationId xmlns:a16="http://schemas.microsoft.com/office/drawing/2014/main" id="{1738E5F4-40C5-5BF3-A9EA-20EFEC24ED1A}"/>
                </a:ext>
              </a:extLst>
            </p:cNvPr>
            <p:cNvSpPr/>
            <p:nvPr/>
          </p:nvSpPr>
          <p:spPr bwMode="auto">
            <a:xfrm>
              <a:off x="4384064" y="760879"/>
              <a:ext cx="58833" cy="28016"/>
            </a:xfrm>
            <a:custGeom>
              <a:avLst/>
              <a:gdLst>
                <a:gd name="T0" fmla="*/ 0 w 28"/>
                <a:gd name="T1" fmla="*/ 2 h 13"/>
                <a:gd name="T2" fmla="*/ 7 w 28"/>
                <a:gd name="T3" fmla="*/ 0 h 13"/>
                <a:gd name="T4" fmla="*/ 28 w 28"/>
                <a:gd name="T5" fmla="*/ 6 h 13"/>
                <a:gd name="T6" fmla="*/ 26 w 28"/>
                <a:gd name="T7" fmla="*/ 13 h 13"/>
                <a:gd name="T8" fmla="*/ 6 w 28"/>
                <a:gd name="T9" fmla="*/ 6 h 13"/>
                <a:gd name="T10" fmla="*/ 0 w 28"/>
                <a:gd name="T1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3">
                  <a:moveTo>
                    <a:pt x="0" y="2"/>
                  </a:moveTo>
                  <a:cubicBezTo>
                    <a:pt x="0" y="0"/>
                    <a:pt x="5" y="0"/>
                    <a:pt x="7" y="0"/>
                  </a:cubicBezTo>
                  <a:cubicBezTo>
                    <a:pt x="14" y="1"/>
                    <a:pt x="22" y="5"/>
                    <a:pt x="28" y="6"/>
                  </a:cubicBezTo>
                  <a:cubicBezTo>
                    <a:pt x="28" y="9"/>
                    <a:pt x="26" y="10"/>
                    <a:pt x="26" y="13"/>
                  </a:cubicBezTo>
                  <a:cubicBezTo>
                    <a:pt x="16" y="13"/>
                    <a:pt x="12" y="11"/>
                    <a:pt x="6" y="6"/>
                  </a:cubicBezTo>
                  <a:cubicBezTo>
                    <a:pt x="4" y="4"/>
                    <a:pt x="4" y="1"/>
                    <a:pt x="0" y="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04" name="isľiḋe">
              <a:extLst>
                <a:ext uri="{FF2B5EF4-FFF2-40B4-BE49-F238E27FC236}">
                  <a16:creationId xmlns:a16="http://schemas.microsoft.com/office/drawing/2014/main" id="{7469F799-DB49-E3AA-BF19-1FDF139B7544}"/>
                </a:ext>
              </a:extLst>
            </p:cNvPr>
            <p:cNvSpPr/>
            <p:nvPr/>
          </p:nvSpPr>
          <p:spPr bwMode="auto">
            <a:xfrm>
              <a:off x="7881818" y="760879"/>
              <a:ext cx="39222" cy="15409"/>
            </a:xfrm>
            <a:custGeom>
              <a:avLst/>
              <a:gdLst>
                <a:gd name="T0" fmla="*/ 19 w 19"/>
                <a:gd name="T1" fmla="*/ 6 h 7"/>
                <a:gd name="T2" fmla="*/ 0 w 19"/>
                <a:gd name="T3" fmla="*/ 4 h 7"/>
                <a:gd name="T4" fmla="*/ 6 w 19"/>
                <a:gd name="T5" fmla="*/ 0 h 7"/>
                <a:gd name="T6" fmla="*/ 19 w 19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7">
                  <a:moveTo>
                    <a:pt x="19" y="6"/>
                  </a:moveTo>
                  <a:cubicBezTo>
                    <a:pt x="16" y="7"/>
                    <a:pt x="5" y="6"/>
                    <a:pt x="0" y="4"/>
                  </a:cubicBezTo>
                  <a:cubicBezTo>
                    <a:pt x="1" y="1"/>
                    <a:pt x="6" y="3"/>
                    <a:pt x="6" y="0"/>
                  </a:cubicBezTo>
                  <a:cubicBezTo>
                    <a:pt x="10" y="2"/>
                    <a:pt x="19" y="0"/>
                    <a:pt x="19" y="6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0" name="iš1íďè">
              <a:extLst>
                <a:ext uri="{FF2B5EF4-FFF2-40B4-BE49-F238E27FC236}">
                  <a16:creationId xmlns:a16="http://schemas.microsoft.com/office/drawing/2014/main" id="{3DE2FA33-6BD6-BC61-0E79-B55024761AE8}"/>
                </a:ext>
              </a:extLst>
            </p:cNvPr>
            <p:cNvSpPr/>
            <p:nvPr/>
          </p:nvSpPr>
          <p:spPr bwMode="auto">
            <a:xfrm>
              <a:off x="4811304" y="846327"/>
              <a:ext cx="30817" cy="21012"/>
            </a:xfrm>
            <a:custGeom>
              <a:avLst/>
              <a:gdLst>
                <a:gd name="T0" fmla="*/ 15 w 15"/>
                <a:gd name="T1" fmla="*/ 8 h 10"/>
                <a:gd name="T2" fmla="*/ 0 w 15"/>
                <a:gd name="T3" fmla="*/ 4 h 10"/>
                <a:gd name="T4" fmla="*/ 15 w 15"/>
                <a:gd name="T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0">
                  <a:moveTo>
                    <a:pt x="15" y="8"/>
                  </a:moveTo>
                  <a:cubicBezTo>
                    <a:pt x="6" y="10"/>
                    <a:pt x="8" y="2"/>
                    <a:pt x="0" y="4"/>
                  </a:cubicBezTo>
                  <a:cubicBezTo>
                    <a:pt x="3" y="0"/>
                    <a:pt x="15" y="2"/>
                    <a:pt x="15" y="8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3" name="ísḷiďê">
              <a:extLst>
                <a:ext uri="{FF2B5EF4-FFF2-40B4-BE49-F238E27FC236}">
                  <a16:creationId xmlns:a16="http://schemas.microsoft.com/office/drawing/2014/main" id="{48D547DB-2DF3-8E78-B17A-C5152D734AF1}"/>
                </a:ext>
              </a:extLst>
            </p:cNvPr>
            <p:cNvSpPr/>
            <p:nvPr/>
          </p:nvSpPr>
          <p:spPr bwMode="auto">
            <a:xfrm>
              <a:off x="4790291" y="867338"/>
              <a:ext cx="43425" cy="25214"/>
            </a:xfrm>
            <a:custGeom>
              <a:avLst/>
              <a:gdLst>
                <a:gd name="T0" fmla="*/ 21 w 21"/>
                <a:gd name="T1" fmla="*/ 7 h 12"/>
                <a:gd name="T2" fmla="*/ 3 w 21"/>
                <a:gd name="T3" fmla="*/ 7 h 12"/>
                <a:gd name="T4" fmla="*/ 8 w 21"/>
                <a:gd name="T5" fmla="*/ 1 h 12"/>
                <a:gd name="T6" fmla="*/ 21 w 21"/>
                <a:gd name="T7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2">
                  <a:moveTo>
                    <a:pt x="21" y="7"/>
                  </a:moveTo>
                  <a:cubicBezTo>
                    <a:pt x="19" y="12"/>
                    <a:pt x="5" y="12"/>
                    <a:pt x="3" y="7"/>
                  </a:cubicBezTo>
                  <a:cubicBezTo>
                    <a:pt x="0" y="0"/>
                    <a:pt x="9" y="6"/>
                    <a:pt x="8" y="1"/>
                  </a:cubicBezTo>
                  <a:cubicBezTo>
                    <a:pt x="12" y="4"/>
                    <a:pt x="16" y="6"/>
                    <a:pt x="21" y="7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4" name="iş1íḋè">
              <a:extLst>
                <a:ext uri="{FF2B5EF4-FFF2-40B4-BE49-F238E27FC236}">
                  <a16:creationId xmlns:a16="http://schemas.microsoft.com/office/drawing/2014/main" id="{92EA70AB-A0C7-9CC7-0D53-F6AB54CBB87F}"/>
                </a:ext>
              </a:extLst>
            </p:cNvPr>
            <p:cNvSpPr/>
            <p:nvPr/>
          </p:nvSpPr>
          <p:spPr bwMode="auto">
            <a:xfrm>
              <a:off x="6419400" y="885549"/>
              <a:ext cx="29417" cy="23814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7 h 11"/>
                <a:gd name="T4" fmla="*/ 4 w 14"/>
                <a:gd name="T5" fmla="*/ 11 h 11"/>
                <a:gd name="T6" fmla="*/ 2 w 14"/>
                <a:gd name="T7" fmla="*/ 2 h 11"/>
                <a:gd name="T8" fmla="*/ 6 w 14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11" y="0"/>
                    <a:pt x="13" y="2"/>
                    <a:pt x="14" y="7"/>
                  </a:cubicBezTo>
                  <a:cubicBezTo>
                    <a:pt x="9" y="7"/>
                    <a:pt x="5" y="7"/>
                    <a:pt x="4" y="11"/>
                  </a:cubicBezTo>
                  <a:cubicBezTo>
                    <a:pt x="0" y="11"/>
                    <a:pt x="3" y="4"/>
                    <a:pt x="2" y="2"/>
                  </a:cubicBezTo>
                  <a:cubicBezTo>
                    <a:pt x="5" y="2"/>
                    <a:pt x="6" y="1"/>
                    <a:pt x="6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5" name="îṡḻiḑé">
              <a:extLst>
                <a:ext uri="{FF2B5EF4-FFF2-40B4-BE49-F238E27FC236}">
                  <a16:creationId xmlns:a16="http://schemas.microsoft.com/office/drawing/2014/main" id="{D744EA68-0FC0-FCB6-325F-CCB01739C11B}"/>
                </a:ext>
              </a:extLst>
            </p:cNvPr>
            <p:cNvSpPr/>
            <p:nvPr/>
          </p:nvSpPr>
          <p:spPr bwMode="auto">
            <a:xfrm>
              <a:off x="3945620" y="900957"/>
              <a:ext cx="29417" cy="21012"/>
            </a:xfrm>
            <a:custGeom>
              <a:avLst/>
              <a:gdLst>
                <a:gd name="T0" fmla="*/ 13 w 14"/>
                <a:gd name="T1" fmla="*/ 8 h 10"/>
                <a:gd name="T2" fmla="*/ 0 w 14"/>
                <a:gd name="T3" fmla="*/ 10 h 10"/>
                <a:gd name="T4" fmla="*/ 13 w 14"/>
                <a:gd name="T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0">
                  <a:moveTo>
                    <a:pt x="13" y="8"/>
                  </a:moveTo>
                  <a:cubicBezTo>
                    <a:pt x="7" y="7"/>
                    <a:pt x="5" y="9"/>
                    <a:pt x="0" y="10"/>
                  </a:cubicBezTo>
                  <a:cubicBezTo>
                    <a:pt x="1" y="6"/>
                    <a:pt x="14" y="0"/>
                    <a:pt x="13" y="8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6" name="iṣliḍè">
              <a:extLst>
                <a:ext uri="{FF2B5EF4-FFF2-40B4-BE49-F238E27FC236}">
                  <a16:creationId xmlns:a16="http://schemas.microsoft.com/office/drawing/2014/main" id="{44123792-B550-B86B-FEF9-834F8BDEB546}"/>
                </a:ext>
              </a:extLst>
            </p:cNvPr>
            <p:cNvSpPr/>
            <p:nvPr/>
          </p:nvSpPr>
          <p:spPr bwMode="auto">
            <a:xfrm>
              <a:off x="4434494" y="917766"/>
              <a:ext cx="47627" cy="29417"/>
            </a:xfrm>
            <a:custGeom>
              <a:avLst/>
              <a:gdLst>
                <a:gd name="T0" fmla="*/ 19 w 23"/>
                <a:gd name="T1" fmla="*/ 2 h 14"/>
                <a:gd name="T2" fmla="*/ 21 w 23"/>
                <a:gd name="T3" fmla="*/ 13 h 14"/>
                <a:gd name="T4" fmla="*/ 2 w 23"/>
                <a:gd name="T5" fmla="*/ 9 h 14"/>
                <a:gd name="T6" fmla="*/ 6 w 23"/>
                <a:gd name="T7" fmla="*/ 2 h 14"/>
                <a:gd name="T8" fmla="*/ 19 w 23"/>
                <a:gd name="T9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4">
                  <a:moveTo>
                    <a:pt x="19" y="2"/>
                  </a:moveTo>
                  <a:cubicBezTo>
                    <a:pt x="21" y="4"/>
                    <a:pt x="23" y="11"/>
                    <a:pt x="21" y="13"/>
                  </a:cubicBezTo>
                  <a:cubicBezTo>
                    <a:pt x="13" y="12"/>
                    <a:pt x="4" y="14"/>
                    <a:pt x="2" y="9"/>
                  </a:cubicBezTo>
                  <a:cubicBezTo>
                    <a:pt x="0" y="3"/>
                    <a:pt x="8" y="8"/>
                    <a:pt x="6" y="2"/>
                  </a:cubicBezTo>
                  <a:cubicBezTo>
                    <a:pt x="11" y="0"/>
                    <a:pt x="19" y="5"/>
                    <a:pt x="19" y="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7" name="îšlîḓé">
              <a:extLst>
                <a:ext uri="{FF2B5EF4-FFF2-40B4-BE49-F238E27FC236}">
                  <a16:creationId xmlns:a16="http://schemas.microsoft.com/office/drawing/2014/main" id="{2F919572-1043-279E-0C40-A3B3ACBD1DF4}"/>
                </a:ext>
              </a:extLst>
            </p:cNvPr>
            <p:cNvSpPr/>
            <p:nvPr/>
          </p:nvSpPr>
          <p:spPr bwMode="auto">
            <a:xfrm>
              <a:off x="4416282" y="999012"/>
              <a:ext cx="57433" cy="26615"/>
            </a:xfrm>
            <a:custGeom>
              <a:avLst/>
              <a:gdLst>
                <a:gd name="T0" fmla="*/ 26 w 28"/>
                <a:gd name="T1" fmla="*/ 5 h 13"/>
                <a:gd name="T2" fmla="*/ 19 w 28"/>
                <a:gd name="T3" fmla="*/ 9 h 13"/>
                <a:gd name="T4" fmla="*/ 11 w 28"/>
                <a:gd name="T5" fmla="*/ 11 h 13"/>
                <a:gd name="T6" fmla="*/ 4 w 28"/>
                <a:gd name="T7" fmla="*/ 9 h 13"/>
                <a:gd name="T8" fmla="*/ 5 w 28"/>
                <a:gd name="T9" fmla="*/ 4 h 13"/>
                <a:gd name="T10" fmla="*/ 11 w 28"/>
                <a:gd name="T11" fmla="*/ 0 h 13"/>
                <a:gd name="T12" fmla="*/ 26 w 28"/>
                <a:gd name="T1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3">
                  <a:moveTo>
                    <a:pt x="26" y="5"/>
                  </a:moveTo>
                  <a:cubicBezTo>
                    <a:pt x="28" y="11"/>
                    <a:pt x="21" y="9"/>
                    <a:pt x="19" y="9"/>
                  </a:cubicBezTo>
                  <a:cubicBezTo>
                    <a:pt x="18" y="9"/>
                    <a:pt x="13" y="13"/>
                    <a:pt x="11" y="11"/>
                  </a:cubicBezTo>
                  <a:cubicBezTo>
                    <a:pt x="10" y="9"/>
                    <a:pt x="6" y="10"/>
                    <a:pt x="4" y="9"/>
                  </a:cubicBezTo>
                  <a:cubicBezTo>
                    <a:pt x="0" y="4"/>
                    <a:pt x="12" y="6"/>
                    <a:pt x="5" y="4"/>
                  </a:cubicBezTo>
                  <a:cubicBezTo>
                    <a:pt x="6" y="1"/>
                    <a:pt x="11" y="3"/>
                    <a:pt x="11" y="0"/>
                  </a:cubicBezTo>
                  <a:cubicBezTo>
                    <a:pt x="16" y="1"/>
                    <a:pt x="22" y="2"/>
                    <a:pt x="26" y="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8" name="íşḻíḋè">
              <a:extLst>
                <a:ext uri="{FF2B5EF4-FFF2-40B4-BE49-F238E27FC236}">
                  <a16:creationId xmlns:a16="http://schemas.microsoft.com/office/drawing/2014/main" id="{306EDE29-1285-9057-CBA6-F071CAEF42AD}"/>
                </a:ext>
              </a:extLst>
            </p:cNvPr>
            <p:cNvSpPr/>
            <p:nvPr/>
          </p:nvSpPr>
          <p:spPr bwMode="auto">
            <a:xfrm>
              <a:off x="4417683" y="1039635"/>
              <a:ext cx="26615" cy="12607"/>
            </a:xfrm>
            <a:custGeom>
              <a:avLst/>
              <a:gdLst>
                <a:gd name="T0" fmla="*/ 10 w 13"/>
                <a:gd name="T1" fmla="*/ 6 h 6"/>
                <a:gd name="T2" fmla="*/ 3 w 13"/>
                <a:gd name="T3" fmla="*/ 6 h 6"/>
                <a:gd name="T4" fmla="*/ 10 w 1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10" y="6"/>
                  </a:moveTo>
                  <a:cubicBezTo>
                    <a:pt x="6" y="3"/>
                    <a:pt x="8" y="6"/>
                    <a:pt x="3" y="6"/>
                  </a:cubicBezTo>
                  <a:cubicBezTo>
                    <a:pt x="0" y="0"/>
                    <a:pt x="13" y="0"/>
                    <a:pt x="10" y="6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19" name="îS1íďè">
              <a:extLst>
                <a:ext uri="{FF2B5EF4-FFF2-40B4-BE49-F238E27FC236}">
                  <a16:creationId xmlns:a16="http://schemas.microsoft.com/office/drawing/2014/main" id="{871B01C4-7C65-480D-C94A-1FE63177683A}"/>
                </a:ext>
              </a:extLst>
            </p:cNvPr>
            <p:cNvSpPr/>
            <p:nvPr/>
          </p:nvSpPr>
          <p:spPr bwMode="auto">
            <a:xfrm>
              <a:off x="4330835" y="1059246"/>
              <a:ext cx="30817" cy="18211"/>
            </a:xfrm>
            <a:custGeom>
              <a:avLst/>
              <a:gdLst>
                <a:gd name="T0" fmla="*/ 13 w 15"/>
                <a:gd name="T1" fmla="*/ 1 h 9"/>
                <a:gd name="T2" fmla="*/ 15 w 15"/>
                <a:gd name="T3" fmla="*/ 4 h 9"/>
                <a:gd name="T4" fmla="*/ 7 w 15"/>
                <a:gd name="T5" fmla="*/ 6 h 9"/>
                <a:gd name="T6" fmla="*/ 0 w 15"/>
                <a:gd name="T7" fmla="*/ 6 h 9"/>
                <a:gd name="T8" fmla="*/ 13 w 15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3" y="1"/>
                  </a:moveTo>
                  <a:cubicBezTo>
                    <a:pt x="13" y="3"/>
                    <a:pt x="13" y="4"/>
                    <a:pt x="15" y="4"/>
                  </a:cubicBezTo>
                  <a:cubicBezTo>
                    <a:pt x="15" y="8"/>
                    <a:pt x="9" y="5"/>
                    <a:pt x="7" y="6"/>
                  </a:cubicBezTo>
                  <a:cubicBezTo>
                    <a:pt x="5" y="9"/>
                    <a:pt x="7" y="6"/>
                    <a:pt x="0" y="6"/>
                  </a:cubicBezTo>
                  <a:cubicBezTo>
                    <a:pt x="3" y="3"/>
                    <a:pt x="6" y="0"/>
                    <a:pt x="13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0" name="îšḻiḑê">
              <a:extLst>
                <a:ext uri="{FF2B5EF4-FFF2-40B4-BE49-F238E27FC236}">
                  <a16:creationId xmlns:a16="http://schemas.microsoft.com/office/drawing/2014/main" id="{32822A4C-8F12-1567-A34F-E3BEDC98F956}"/>
                </a:ext>
              </a:extLst>
            </p:cNvPr>
            <p:cNvSpPr/>
            <p:nvPr/>
          </p:nvSpPr>
          <p:spPr bwMode="auto">
            <a:xfrm>
              <a:off x="4388266" y="1076055"/>
              <a:ext cx="12607" cy="18211"/>
            </a:xfrm>
            <a:custGeom>
              <a:avLst/>
              <a:gdLst>
                <a:gd name="T0" fmla="*/ 2 w 6"/>
                <a:gd name="T1" fmla="*/ 0 h 9"/>
                <a:gd name="T2" fmla="*/ 5 w 6"/>
                <a:gd name="T3" fmla="*/ 8 h 9"/>
                <a:gd name="T4" fmla="*/ 2 w 6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5" y="1"/>
                    <a:pt x="6" y="3"/>
                    <a:pt x="5" y="8"/>
                  </a:cubicBezTo>
                  <a:cubicBezTo>
                    <a:pt x="0" y="9"/>
                    <a:pt x="2" y="3"/>
                    <a:pt x="2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1" name="i$líḋè">
              <a:extLst>
                <a:ext uri="{FF2B5EF4-FFF2-40B4-BE49-F238E27FC236}">
                  <a16:creationId xmlns:a16="http://schemas.microsoft.com/office/drawing/2014/main" id="{F51F8528-56B0-6D7C-557F-0F14E6849076}"/>
                </a:ext>
              </a:extLst>
            </p:cNvPr>
            <p:cNvSpPr/>
            <p:nvPr/>
          </p:nvSpPr>
          <p:spPr bwMode="auto">
            <a:xfrm>
              <a:off x="5499087" y="1237145"/>
              <a:ext cx="68639" cy="84047"/>
            </a:xfrm>
            <a:custGeom>
              <a:avLst/>
              <a:gdLst>
                <a:gd name="T0" fmla="*/ 12 w 33"/>
                <a:gd name="T1" fmla="*/ 0 h 40"/>
                <a:gd name="T2" fmla="*/ 14 w 33"/>
                <a:gd name="T3" fmla="*/ 2 h 40"/>
                <a:gd name="T4" fmla="*/ 27 w 33"/>
                <a:gd name="T5" fmla="*/ 2 h 40"/>
                <a:gd name="T6" fmla="*/ 32 w 33"/>
                <a:gd name="T7" fmla="*/ 6 h 40"/>
                <a:gd name="T8" fmla="*/ 31 w 33"/>
                <a:gd name="T9" fmla="*/ 10 h 40"/>
                <a:gd name="T10" fmla="*/ 27 w 33"/>
                <a:gd name="T11" fmla="*/ 12 h 40"/>
                <a:gd name="T12" fmla="*/ 31 w 33"/>
                <a:gd name="T13" fmla="*/ 21 h 40"/>
                <a:gd name="T14" fmla="*/ 29 w 33"/>
                <a:gd name="T15" fmla="*/ 30 h 40"/>
                <a:gd name="T16" fmla="*/ 19 w 33"/>
                <a:gd name="T17" fmla="*/ 30 h 40"/>
                <a:gd name="T18" fmla="*/ 18 w 33"/>
                <a:gd name="T19" fmla="*/ 36 h 40"/>
                <a:gd name="T20" fmla="*/ 14 w 33"/>
                <a:gd name="T21" fmla="*/ 40 h 40"/>
                <a:gd name="T22" fmla="*/ 3 w 33"/>
                <a:gd name="T23" fmla="*/ 40 h 40"/>
                <a:gd name="T24" fmla="*/ 6 w 33"/>
                <a:gd name="T25" fmla="*/ 28 h 40"/>
                <a:gd name="T26" fmla="*/ 6 w 33"/>
                <a:gd name="T27" fmla="*/ 21 h 40"/>
                <a:gd name="T28" fmla="*/ 3 w 33"/>
                <a:gd name="T29" fmla="*/ 12 h 40"/>
                <a:gd name="T30" fmla="*/ 10 w 33"/>
                <a:gd name="T31" fmla="*/ 13 h 40"/>
                <a:gd name="T32" fmla="*/ 12 w 33"/>
                <a:gd name="T3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40">
                  <a:moveTo>
                    <a:pt x="12" y="0"/>
                  </a:moveTo>
                  <a:cubicBezTo>
                    <a:pt x="14" y="0"/>
                    <a:pt x="14" y="1"/>
                    <a:pt x="14" y="2"/>
                  </a:cubicBezTo>
                  <a:cubicBezTo>
                    <a:pt x="14" y="5"/>
                    <a:pt x="22" y="0"/>
                    <a:pt x="27" y="2"/>
                  </a:cubicBezTo>
                  <a:cubicBezTo>
                    <a:pt x="28" y="5"/>
                    <a:pt x="29" y="6"/>
                    <a:pt x="32" y="6"/>
                  </a:cubicBezTo>
                  <a:cubicBezTo>
                    <a:pt x="33" y="8"/>
                    <a:pt x="32" y="9"/>
                    <a:pt x="31" y="10"/>
                  </a:cubicBezTo>
                  <a:cubicBezTo>
                    <a:pt x="31" y="11"/>
                    <a:pt x="28" y="11"/>
                    <a:pt x="27" y="12"/>
                  </a:cubicBezTo>
                  <a:cubicBezTo>
                    <a:pt x="27" y="16"/>
                    <a:pt x="30" y="17"/>
                    <a:pt x="31" y="21"/>
                  </a:cubicBezTo>
                  <a:cubicBezTo>
                    <a:pt x="31" y="24"/>
                    <a:pt x="28" y="26"/>
                    <a:pt x="29" y="30"/>
                  </a:cubicBezTo>
                  <a:cubicBezTo>
                    <a:pt x="26" y="30"/>
                    <a:pt x="23" y="30"/>
                    <a:pt x="19" y="30"/>
                  </a:cubicBezTo>
                  <a:cubicBezTo>
                    <a:pt x="17" y="30"/>
                    <a:pt x="19" y="34"/>
                    <a:pt x="18" y="36"/>
                  </a:cubicBezTo>
                  <a:cubicBezTo>
                    <a:pt x="17" y="37"/>
                    <a:pt x="12" y="36"/>
                    <a:pt x="14" y="40"/>
                  </a:cubicBezTo>
                  <a:cubicBezTo>
                    <a:pt x="10" y="40"/>
                    <a:pt x="6" y="40"/>
                    <a:pt x="3" y="40"/>
                  </a:cubicBezTo>
                  <a:cubicBezTo>
                    <a:pt x="4" y="36"/>
                    <a:pt x="0" y="27"/>
                    <a:pt x="6" y="28"/>
                  </a:cubicBezTo>
                  <a:cubicBezTo>
                    <a:pt x="7" y="23"/>
                    <a:pt x="3" y="25"/>
                    <a:pt x="6" y="21"/>
                  </a:cubicBezTo>
                  <a:cubicBezTo>
                    <a:pt x="8" y="15"/>
                    <a:pt x="1" y="17"/>
                    <a:pt x="3" y="12"/>
                  </a:cubicBezTo>
                  <a:cubicBezTo>
                    <a:pt x="7" y="11"/>
                    <a:pt x="8" y="13"/>
                    <a:pt x="10" y="13"/>
                  </a:cubicBezTo>
                  <a:cubicBezTo>
                    <a:pt x="14" y="13"/>
                    <a:pt x="11" y="4"/>
                    <a:pt x="12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2" name="ïsļíḑe">
              <a:extLst>
                <a:ext uri="{FF2B5EF4-FFF2-40B4-BE49-F238E27FC236}">
                  <a16:creationId xmlns:a16="http://schemas.microsoft.com/office/drawing/2014/main" id="{363D2A9A-FB00-81E6-8F23-DCEB31E20C5F}"/>
                </a:ext>
              </a:extLst>
            </p:cNvPr>
            <p:cNvSpPr/>
            <p:nvPr/>
          </p:nvSpPr>
          <p:spPr bwMode="auto">
            <a:xfrm>
              <a:off x="3054722" y="1241347"/>
              <a:ext cx="21012" cy="19611"/>
            </a:xfrm>
            <a:custGeom>
              <a:avLst/>
              <a:gdLst>
                <a:gd name="T0" fmla="*/ 9 w 10"/>
                <a:gd name="T1" fmla="*/ 0 h 9"/>
                <a:gd name="T2" fmla="*/ 7 w 10"/>
                <a:gd name="T3" fmla="*/ 4 h 9"/>
                <a:gd name="T4" fmla="*/ 0 w 10"/>
                <a:gd name="T5" fmla="*/ 6 h 9"/>
                <a:gd name="T6" fmla="*/ 9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10" y="3"/>
                    <a:pt x="8" y="3"/>
                    <a:pt x="7" y="4"/>
                  </a:cubicBezTo>
                  <a:cubicBezTo>
                    <a:pt x="5" y="7"/>
                    <a:pt x="4" y="9"/>
                    <a:pt x="0" y="6"/>
                  </a:cubicBezTo>
                  <a:cubicBezTo>
                    <a:pt x="1" y="2"/>
                    <a:pt x="5" y="1"/>
                    <a:pt x="9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3" name="îṥ1îďè">
              <a:extLst>
                <a:ext uri="{FF2B5EF4-FFF2-40B4-BE49-F238E27FC236}">
                  <a16:creationId xmlns:a16="http://schemas.microsoft.com/office/drawing/2014/main" id="{B6C9244B-2FC3-ABF0-C054-CC2E31188D94}"/>
                </a:ext>
              </a:extLst>
            </p:cNvPr>
            <p:cNvSpPr/>
            <p:nvPr/>
          </p:nvSpPr>
          <p:spPr bwMode="auto">
            <a:xfrm>
              <a:off x="3560405" y="1258157"/>
              <a:ext cx="25214" cy="37822"/>
            </a:xfrm>
            <a:custGeom>
              <a:avLst/>
              <a:gdLst>
                <a:gd name="T0" fmla="*/ 3 w 12"/>
                <a:gd name="T1" fmla="*/ 0 h 18"/>
                <a:gd name="T2" fmla="*/ 12 w 12"/>
                <a:gd name="T3" fmla="*/ 13 h 18"/>
                <a:gd name="T4" fmla="*/ 5 w 12"/>
                <a:gd name="T5" fmla="*/ 9 h 18"/>
                <a:gd name="T6" fmla="*/ 3 w 12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3" y="0"/>
                  </a:moveTo>
                  <a:cubicBezTo>
                    <a:pt x="6" y="4"/>
                    <a:pt x="7" y="11"/>
                    <a:pt x="12" y="13"/>
                  </a:cubicBezTo>
                  <a:cubicBezTo>
                    <a:pt x="10" y="18"/>
                    <a:pt x="5" y="12"/>
                    <a:pt x="5" y="9"/>
                  </a:cubicBezTo>
                  <a:cubicBezTo>
                    <a:pt x="0" y="9"/>
                    <a:pt x="0" y="2"/>
                    <a:pt x="3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4" name="í$1îḑè">
              <a:extLst>
                <a:ext uri="{FF2B5EF4-FFF2-40B4-BE49-F238E27FC236}">
                  <a16:creationId xmlns:a16="http://schemas.microsoft.com/office/drawing/2014/main" id="{85EE6EE6-9DAF-DE28-0137-17EC5FCFE5BF}"/>
                </a:ext>
              </a:extLst>
            </p:cNvPr>
            <p:cNvSpPr/>
            <p:nvPr/>
          </p:nvSpPr>
          <p:spPr bwMode="auto">
            <a:xfrm>
              <a:off x="7900029" y="1241347"/>
              <a:ext cx="40623" cy="180701"/>
            </a:xfrm>
            <a:custGeom>
              <a:avLst/>
              <a:gdLst>
                <a:gd name="T0" fmla="*/ 6 w 19"/>
                <a:gd name="T1" fmla="*/ 10 h 87"/>
                <a:gd name="T2" fmla="*/ 10 w 19"/>
                <a:gd name="T3" fmla="*/ 23 h 87"/>
                <a:gd name="T4" fmla="*/ 12 w 19"/>
                <a:gd name="T5" fmla="*/ 30 h 87"/>
                <a:gd name="T6" fmla="*/ 12 w 19"/>
                <a:gd name="T7" fmla="*/ 36 h 87"/>
                <a:gd name="T8" fmla="*/ 14 w 19"/>
                <a:gd name="T9" fmla="*/ 51 h 87"/>
                <a:gd name="T10" fmla="*/ 19 w 19"/>
                <a:gd name="T11" fmla="*/ 58 h 87"/>
                <a:gd name="T12" fmla="*/ 12 w 19"/>
                <a:gd name="T13" fmla="*/ 60 h 87"/>
                <a:gd name="T14" fmla="*/ 12 w 19"/>
                <a:gd name="T15" fmla="*/ 73 h 87"/>
                <a:gd name="T16" fmla="*/ 8 w 19"/>
                <a:gd name="T17" fmla="*/ 73 h 87"/>
                <a:gd name="T18" fmla="*/ 12 w 19"/>
                <a:gd name="T19" fmla="*/ 86 h 87"/>
                <a:gd name="T20" fmla="*/ 2 w 19"/>
                <a:gd name="T21" fmla="*/ 84 h 87"/>
                <a:gd name="T22" fmla="*/ 4 w 19"/>
                <a:gd name="T23" fmla="*/ 73 h 87"/>
                <a:gd name="T24" fmla="*/ 1 w 19"/>
                <a:gd name="T25" fmla="*/ 67 h 87"/>
                <a:gd name="T26" fmla="*/ 4 w 19"/>
                <a:gd name="T27" fmla="*/ 45 h 87"/>
                <a:gd name="T28" fmla="*/ 1 w 19"/>
                <a:gd name="T29" fmla="*/ 36 h 87"/>
                <a:gd name="T30" fmla="*/ 1 w 19"/>
                <a:gd name="T31" fmla="*/ 23 h 87"/>
                <a:gd name="T32" fmla="*/ 6 w 19"/>
                <a:gd name="T33" fmla="*/ 17 h 87"/>
                <a:gd name="T34" fmla="*/ 8 w 19"/>
                <a:gd name="T35" fmla="*/ 11 h 87"/>
                <a:gd name="T36" fmla="*/ 6 w 19"/>
                <a:gd name="T37" fmla="*/ 1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" h="87">
                  <a:moveTo>
                    <a:pt x="6" y="10"/>
                  </a:moveTo>
                  <a:cubicBezTo>
                    <a:pt x="14" y="0"/>
                    <a:pt x="7" y="20"/>
                    <a:pt x="10" y="23"/>
                  </a:cubicBezTo>
                  <a:cubicBezTo>
                    <a:pt x="13" y="25"/>
                    <a:pt x="8" y="26"/>
                    <a:pt x="12" y="30"/>
                  </a:cubicBezTo>
                  <a:cubicBezTo>
                    <a:pt x="14" y="33"/>
                    <a:pt x="12" y="33"/>
                    <a:pt x="12" y="36"/>
                  </a:cubicBezTo>
                  <a:cubicBezTo>
                    <a:pt x="12" y="38"/>
                    <a:pt x="15" y="43"/>
                    <a:pt x="14" y="51"/>
                  </a:cubicBezTo>
                  <a:cubicBezTo>
                    <a:pt x="13" y="55"/>
                    <a:pt x="16" y="56"/>
                    <a:pt x="19" y="58"/>
                  </a:cubicBezTo>
                  <a:cubicBezTo>
                    <a:pt x="19" y="62"/>
                    <a:pt x="14" y="62"/>
                    <a:pt x="12" y="60"/>
                  </a:cubicBezTo>
                  <a:cubicBezTo>
                    <a:pt x="11" y="65"/>
                    <a:pt x="11" y="73"/>
                    <a:pt x="12" y="73"/>
                  </a:cubicBezTo>
                  <a:cubicBezTo>
                    <a:pt x="12" y="73"/>
                    <a:pt x="8" y="73"/>
                    <a:pt x="8" y="73"/>
                  </a:cubicBezTo>
                  <a:cubicBezTo>
                    <a:pt x="8" y="77"/>
                    <a:pt x="13" y="78"/>
                    <a:pt x="12" y="86"/>
                  </a:cubicBezTo>
                  <a:cubicBezTo>
                    <a:pt x="6" y="84"/>
                    <a:pt x="7" y="87"/>
                    <a:pt x="2" y="84"/>
                  </a:cubicBezTo>
                  <a:cubicBezTo>
                    <a:pt x="6" y="79"/>
                    <a:pt x="2" y="78"/>
                    <a:pt x="4" y="73"/>
                  </a:cubicBezTo>
                  <a:cubicBezTo>
                    <a:pt x="4" y="70"/>
                    <a:pt x="3" y="68"/>
                    <a:pt x="1" y="67"/>
                  </a:cubicBezTo>
                  <a:cubicBezTo>
                    <a:pt x="2" y="63"/>
                    <a:pt x="6" y="55"/>
                    <a:pt x="4" y="45"/>
                  </a:cubicBezTo>
                  <a:cubicBezTo>
                    <a:pt x="4" y="41"/>
                    <a:pt x="1" y="39"/>
                    <a:pt x="1" y="36"/>
                  </a:cubicBezTo>
                  <a:cubicBezTo>
                    <a:pt x="0" y="30"/>
                    <a:pt x="5" y="26"/>
                    <a:pt x="1" y="23"/>
                  </a:cubicBezTo>
                  <a:cubicBezTo>
                    <a:pt x="2" y="20"/>
                    <a:pt x="3" y="18"/>
                    <a:pt x="6" y="17"/>
                  </a:cubicBezTo>
                  <a:cubicBezTo>
                    <a:pt x="6" y="14"/>
                    <a:pt x="6" y="12"/>
                    <a:pt x="8" y="11"/>
                  </a:cubicBezTo>
                  <a:cubicBezTo>
                    <a:pt x="8" y="10"/>
                    <a:pt x="7" y="10"/>
                    <a:pt x="6" y="1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5" name="îşļïḑé">
              <a:extLst>
                <a:ext uri="{FF2B5EF4-FFF2-40B4-BE49-F238E27FC236}">
                  <a16:creationId xmlns:a16="http://schemas.microsoft.com/office/drawing/2014/main" id="{A86EEDDA-0366-FAD0-6410-A9EA98C2856E}"/>
                </a:ext>
              </a:extLst>
            </p:cNvPr>
            <p:cNvSpPr/>
            <p:nvPr/>
          </p:nvSpPr>
          <p:spPr bwMode="auto">
            <a:xfrm>
              <a:off x="3023905" y="1260958"/>
              <a:ext cx="9806" cy="18211"/>
            </a:xfrm>
            <a:custGeom>
              <a:avLst/>
              <a:gdLst>
                <a:gd name="T0" fmla="*/ 2 w 5"/>
                <a:gd name="T1" fmla="*/ 1 h 9"/>
                <a:gd name="T2" fmla="*/ 0 w 5"/>
                <a:gd name="T3" fmla="*/ 6 h 9"/>
                <a:gd name="T4" fmla="*/ 0 w 5"/>
                <a:gd name="T5" fmla="*/ 2 h 9"/>
                <a:gd name="T6" fmla="*/ 2 w 5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9">
                  <a:moveTo>
                    <a:pt x="2" y="1"/>
                  </a:moveTo>
                  <a:cubicBezTo>
                    <a:pt x="5" y="0"/>
                    <a:pt x="4" y="9"/>
                    <a:pt x="0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3"/>
                    <a:pt x="1" y="2"/>
                    <a:pt x="2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6" name="íṩlíḍé">
              <a:extLst>
                <a:ext uri="{FF2B5EF4-FFF2-40B4-BE49-F238E27FC236}">
                  <a16:creationId xmlns:a16="http://schemas.microsoft.com/office/drawing/2014/main" id="{55CFC439-2E3D-C8F4-6D37-7072ADC1C9D9}"/>
                </a:ext>
              </a:extLst>
            </p:cNvPr>
            <p:cNvSpPr/>
            <p:nvPr/>
          </p:nvSpPr>
          <p:spPr bwMode="auto">
            <a:xfrm>
              <a:off x="4717451" y="1322593"/>
              <a:ext cx="116265" cy="98055"/>
            </a:xfrm>
            <a:custGeom>
              <a:avLst/>
              <a:gdLst>
                <a:gd name="T0" fmla="*/ 25 w 56"/>
                <a:gd name="T1" fmla="*/ 0 h 47"/>
                <a:gd name="T2" fmla="*/ 30 w 56"/>
                <a:gd name="T3" fmla="*/ 4 h 47"/>
                <a:gd name="T4" fmla="*/ 28 w 56"/>
                <a:gd name="T5" fmla="*/ 12 h 47"/>
                <a:gd name="T6" fmla="*/ 36 w 56"/>
                <a:gd name="T7" fmla="*/ 15 h 47"/>
                <a:gd name="T8" fmla="*/ 47 w 56"/>
                <a:gd name="T9" fmla="*/ 19 h 47"/>
                <a:gd name="T10" fmla="*/ 45 w 56"/>
                <a:gd name="T11" fmla="*/ 26 h 47"/>
                <a:gd name="T12" fmla="*/ 51 w 56"/>
                <a:gd name="T13" fmla="*/ 28 h 47"/>
                <a:gd name="T14" fmla="*/ 54 w 56"/>
                <a:gd name="T15" fmla="*/ 34 h 47"/>
                <a:gd name="T16" fmla="*/ 51 w 56"/>
                <a:gd name="T17" fmla="*/ 43 h 47"/>
                <a:gd name="T18" fmla="*/ 49 w 56"/>
                <a:gd name="T19" fmla="*/ 40 h 47"/>
                <a:gd name="T20" fmla="*/ 38 w 56"/>
                <a:gd name="T21" fmla="*/ 40 h 47"/>
                <a:gd name="T22" fmla="*/ 30 w 56"/>
                <a:gd name="T23" fmla="*/ 47 h 47"/>
                <a:gd name="T24" fmla="*/ 26 w 56"/>
                <a:gd name="T25" fmla="*/ 41 h 47"/>
                <a:gd name="T26" fmla="*/ 21 w 56"/>
                <a:gd name="T27" fmla="*/ 40 h 47"/>
                <a:gd name="T28" fmla="*/ 13 w 56"/>
                <a:gd name="T29" fmla="*/ 34 h 47"/>
                <a:gd name="T30" fmla="*/ 0 w 56"/>
                <a:gd name="T31" fmla="*/ 36 h 47"/>
                <a:gd name="T32" fmla="*/ 2 w 56"/>
                <a:gd name="T33" fmla="*/ 28 h 47"/>
                <a:gd name="T34" fmla="*/ 10 w 56"/>
                <a:gd name="T35" fmla="*/ 25 h 47"/>
                <a:gd name="T36" fmla="*/ 13 w 56"/>
                <a:gd name="T37" fmla="*/ 17 h 47"/>
                <a:gd name="T38" fmla="*/ 15 w 56"/>
                <a:gd name="T39" fmla="*/ 8 h 47"/>
                <a:gd name="T40" fmla="*/ 19 w 56"/>
                <a:gd name="T41" fmla="*/ 8 h 47"/>
                <a:gd name="T42" fmla="*/ 19 w 56"/>
                <a:gd name="T43" fmla="*/ 4 h 47"/>
                <a:gd name="T44" fmla="*/ 25 w 56"/>
                <a:gd name="T45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47">
                  <a:moveTo>
                    <a:pt x="25" y="0"/>
                  </a:moveTo>
                  <a:cubicBezTo>
                    <a:pt x="27" y="1"/>
                    <a:pt x="27" y="4"/>
                    <a:pt x="30" y="4"/>
                  </a:cubicBezTo>
                  <a:cubicBezTo>
                    <a:pt x="29" y="8"/>
                    <a:pt x="24" y="8"/>
                    <a:pt x="28" y="12"/>
                  </a:cubicBezTo>
                  <a:cubicBezTo>
                    <a:pt x="27" y="16"/>
                    <a:pt x="33" y="14"/>
                    <a:pt x="36" y="15"/>
                  </a:cubicBezTo>
                  <a:cubicBezTo>
                    <a:pt x="37" y="16"/>
                    <a:pt x="40" y="22"/>
                    <a:pt x="47" y="19"/>
                  </a:cubicBezTo>
                  <a:cubicBezTo>
                    <a:pt x="47" y="24"/>
                    <a:pt x="50" y="25"/>
                    <a:pt x="45" y="26"/>
                  </a:cubicBezTo>
                  <a:cubicBezTo>
                    <a:pt x="45" y="29"/>
                    <a:pt x="49" y="27"/>
                    <a:pt x="51" y="28"/>
                  </a:cubicBezTo>
                  <a:cubicBezTo>
                    <a:pt x="52" y="30"/>
                    <a:pt x="49" y="36"/>
                    <a:pt x="54" y="34"/>
                  </a:cubicBezTo>
                  <a:cubicBezTo>
                    <a:pt x="56" y="40"/>
                    <a:pt x="49" y="38"/>
                    <a:pt x="51" y="43"/>
                  </a:cubicBezTo>
                  <a:cubicBezTo>
                    <a:pt x="49" y="43"/>
                    <a:pt x="49" y="41"/>
                    <a:pt x="49" y="40"/>
                  </a:cubicBezTo>
                  <a:cubicBezTo>
                    <a:pt x="42" y="40"/>
                    <a:pt x="43" y="42"/>
                    <a:pt x="38" y="40"/>
                  </a:cubicBezTo>
                  <a:cubicBezTo>
                    <a:pt x="35" y="42"/>
                    <a:pt x="30" y="42"/>
                    <a:pt x="30" y="47"/>
                  </a:cubicBezTo>
                  <a:cubicBezTo>
                    <a:pt x="27" y="47"/>
                    <a:pt x="28" y="43"/>
                    <a:pt x="26" y="41"/>
                  </a:cubicBezTo>
                  <a:cubicBezTo>
                    <a:pt x="25" y="40"/>
                    <a:pt x="22" y="41"/>
                    <a:pt x="21" y="40"/>
                  </a:cubicBezTo>
                  <a:cubicBezTo>
                    <a:pt x="19" y="38"/>
                    <a:pt x="18" y="35"/>
                    <a:pt x="13" y="34"/>
                  </a:cubicBezTo>
                  <a:cubicBezTo>
                    <a:pt x="7" y="33"/>
                    <a:pt x="7" y="37"/>
                    <a:pt x="0" y="36"/>
                  </a:cubicBezTo>
                  <a:cubicBezTo>
                    <a:pt x="2" y="34"/>
                    <a:pt x="2" y="32"/>
                    <a:pt x="2" y="28"/>
                  </a:cubicBezTo>
                  <a:cubicBezTo>
                    <a:pt x="8" y="31"/>
                    <a:pt x="4" y="22"/>
                    <a:pt x="10" y="25"/>
                  </a:cubicBezTo>
                  <a:cubicBezTo>
                    <a:pt x="7" y="20"/>
                    <a:pt x="12" y="19"/>
                    <a:pt x="13" y="17"/>
                  </a:cubicBezTo>
                  <a:cubicBezTo>
                    <a:pt x="14" y="15"/>
                    <a:pt x="13" y="11"/>
                    <a:pt x="15" y="8"/>
                  </a:cubicBezTo>
                  <a:cubicBezTo>
                    <a:pt x="16" y="7"/>
                    <a:pt x="18" y="8"/>
                    <a:pt x="19" y="8"/>
                  </a:cubicBezTo>
                  <a:cubicBezTo>
                    <a:pt x="20" y="7"/>
                    <a:pt x="18" y="5"/>
                    <a:pt x="19" y="4"/>
                  </a:cubicBezTo>
                  <a:cubicBezTo>
                    <a:pt x="21" y="3"/>
                    <a:pt x="25" y="4"/>
                    <a:pt x="25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7" name="ísḷîḋe">
              <a:extLst>
                <a:ext uri="{FF2B5EF4-FFF2-40B4-BE49-F238E27FC236}">
                  <a16:creationId xmlns:a16="http://schemas.microsoft.com/office/drawing/2014/main" id="{3B5FD322-2FC6-23A9-ED46-A3A0CD2B40DB}"/>
                </a:ext>
              </a:extLst>
            </p:cNvPr>
            <p:cNvSpPr/>
            <p:nvPr/>
          </p:nvSpPr>
          <p:spPr bwMode="auto">
            <a:xfrm>
              <a:off x="4654415" y="1353410"/>
              <a:ext cx="29417" cy="25214"/>
            </a:xfrm>
            <a:custGeom>
              <a:avLst/>
              <a:gdLst>
                <a:gd name="T0" fmla="*/ 0 w 14"/>
                <a:gd name="T1" fmla="*/ 0 h 12"/>
                <a:gd name="T2" fmla="*/ 14 w 14"/>
                <a:gd name="T3" fmla="*/ 6 h 12"/>
                <a:gd name="T4" fmla="*/ 0 w 14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7" y="0"/>
                    <a:pt x="7" y="6"/>
                    <a:pt x="14" y="6"/>
                  </a:cubicBezTo>
                  <a:cubicBezTo>
                    <a:pt x="12" y="12"/>
                    <a:pt x="1" y="6"/>
                    <a:pt x="0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8" name="ïSļiḑè">
              <a:extLst>
                <a:ext uri="{FF2B5EF4-FFF2-40B4-BE49-F238E27FC236}">
                  <a16:creationId xmlns:a16="http://schemas.microsoft.com/office/drawing/2014/main" id="{178EE281-2E6C-71FB-5CAD-5351B0DEF329}"/>
                </a:ext>
              </a:extLst>
            </p:cNvPr>
            <p:cNvSpPr/>
            <p:nvPr/>
          </p:nvSpPr>
          <p:spPr bwMode="auto">
            <a:xfrm>
              <a:off x="7886021" y="1451465"/>
              <a:ext cx="81245" cy="58833"/>
            </a:xfrm>
            <a:custGeom>
              <a:avLst/>
              <a:gdLst>
                <a:gd name="T0" fmla="*/ 11 w 39"/>
                <a:gd name="T1" fmla="*/ 0 h 28"/>
                <a:gd name="T2" fmla="*/ 13 w 39"/>
                <a:gd name="T3" fmla="*/ 2 h 28"/>
                <a:gd name="T4" fmla="*/ 21 w 39"/>
                <a:gd name="T5" fmla="*/ 9 h 28"/>
                <a:gd name="T6" fmla="*/ 39 w 39"/>
                <a:gd name="T7" fmla="*/ 7 h 28"/>
                <a:gd name="T8" fmla="*/ 32 w 39"/>
                <a:gd name="T9" fmla="*/ 19 h 28"/>
                <a:gd name="T10" fmla="*/ 26 w 39"/>
                <a:gd name="T11" fmla="*/ 17 h 28"/>
                <a:gd name="T12" fmla="*/ 19 w 39"/>
                <a:gd name="T13" fmla="*/ 20 h 28"/>
                <a:gd name="T14" fmla="*/ 17 w 39"/>
                <a:gd name="T15" fmla="*/ 26 h 28"/>
                <a:gd name="T16" fmla="*/ 8 w 39"/>
                <a:gd name="T17" fmla="*/ 22 h 28"/>
                <a:gd name="T18" fmla="*/ 11 w 39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28">
                  <a:moveTo>
                    <a:pt x="11" y="0"/>
                  </a:moveTo>
                  <a:cubicBezTo>
                    <a:pt x="13" y="0"/>
                    <a:pt x="13" y="1"/>
                    <a:pt x="13" y="2"/>
                  </a:cubicBezTo>
                  <a:cubicBezTo>
                    <a:pt x="13" y="7"/>
                    <a:pt x="20" y="4"/>
                    <a:pt x="21" y="9"/>
                  </a:cubicBezTo>
                  <a:cubicBezTo>
                    <a:pt x="27" y="7"/>
                    <a:pt x="32" y="10"/>
                    <a:pt x="39" y="7"/>
                  </a:cubicBezTo>
                  <a:cubicBezTo>
                    <a:pt x="39" y="13"/>
                    <a:pt x="32" y="13"/>
                    <a:pt x="32" y="19"/>
                  </a:cubicBezTo>
                  <a:cubicBezTo>
                    <a:pt x="29" y="19"/>
                    <a:pt x="29" y="17"/>
                    <a:pt x="26" y="17"/>
                  </a:cubicBezTo>
                  <a:cubicBezTo>
                    <a:pt x="22" y="16"/>
                    <a:pt x="20" y="25"/>
                    <a:pt x="19" y="20"/>
                  </a:cubicBezTo>
                  <a:cubicBezTo>
                    <a:pt x="17" y="21"/>
                    <a:pt x="17" y="24"/>
                    <a:pt x="17" y="26"/>
                  </a:cubicBezTo>
                  <a:cubicBezTo>
                    <a:pt x="12" y="28"/>
                    <a:pt x="12" y="15"/>
                    <a:pt x="8" y="22"/>
                  </a:cubicBezTo>
                  <a:cubicBezTo>
                    <a:pt x="0" y="17"/>
                    <a:pt x="6" y="3"/>
                    <a:pt x="11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9" name="iSḻîḓè">
              <a:extLst>
                <a:ext uri="{FF2B5EF4-FFF2-40B4-BE49-F238E27FC236}">
                  <a16:creationId xmlns:a16="http://schemas.microsoft.com/office/drawing/2014/main" id="{4EFD30B4-8071-D9F2-6AE4-A335F0731080}"/>
                </a:ext>
              </a:extLst>
            </p:cNvPr>
            <p:cNvSpPr/>
            <p:nvPr/>
          </p:nvSpPr>
          <p:spPr bwMode="auto">
            <a:xfrm>
              <a:off x="7743141" y="1520103"/>
              <a:ext cx="156888" cy="137277"/>
            </a:xfrm>
            <a:custGeom>
              <a:avLst/>
              <a:gdLst>
                <a:gd name="T0" fmla="*/ 67 w 76"/>
                <a:gd name="T1" fmla="*/ 0 h 66"/>
                <a:gd name="T2" fmla="*/ 73 w 76"/>
                <a:gd name="T3" fmla="*/ 2 h 66"/>
                <a:gd name="T4" fmla="*/ 73 w 76"/>
                <a:gd name="T5" fmla="*/ 30 h 66"/>
                <a:gd name="T6" fmla="*/ 71 w 76"/>
                <a:gd name="T7" fmla="*/ 27 h 66"/>
                <a:gd name="T8" fmla="*/ 71 w 76"/>
                <a:gd name="T9" fmla="*/ 38 h 66"/>
                <a:gd name="T10" fmla="*/ 67 w 76"/>
                <a:gd name="T11" fmla="*/ 36 h 66"/>
                <a:gd name="T12" fmla="*/ 67 w 76"/>
                <a:gd name="T13" fmla="*/ 55 h 66"/>
                <a:gd name="T14" fmla="*/ 64 w 76"/>
                <a:gd name="T15" fmla="*/ 53 h 66"/>
                <a:gd name="T16" fmla="*/ 58 w 76"/>
                <a:gd name="T17" fmla="*/ 56 h 66"/>
                <a:gd name="T18" fmla="*/ 54 w 76"/>
                <a:gd name="T19" fmla="*/ 55 h 66"/>
                <a:gd name="T20" fmla="*/ 47 w 76"/>
                <a:gd name="T21" fmla="*/ 56 h 66"/>
                <a:gd name="T22" fmla="*/ 37 w 76"/>
                <a:gd name="T23" fmla="*/ 58 h 66"/>
                <a:gd name="T24" fmla="*/ 34 w 76"/>
                <a:gd name="T25" fmla="*/ 66 h 66"/>
                <a:gd name="T26" fmla="*/ 26 w 76"/>
                <a:gd name="T27" fmla="*/ 56 h 66"/>
                <a:gd name="T28" fmla="*/ 23 w 76"/>
                <a:gd name="T29" fmla="*/ 60 h 66"/>
                <a:gd name="T30" fmla="*/ 19 w 76"/>
                <a:gd name="T31" fmla="*/ 58 h 66"/>
                <a:gd name="T32" fmla="*/ 0 w 76"/>
                <a:gd name="T33" fmla="*/ 62 h 66"/>
                <a:gd name="T34" fmla="*/ 2 w 76"/>
                <a:gd name="T35" fmla="*/ 55 h 66"/>
                <a:gd name="T36" fmla="*/ 6 w 76"/>
                <a:gd name="T37" fmla="*/ 56 h 66"/>
                <a:gd name="T38" fmla="*/ 8 w 76"/>
                <a:gd name="T39" fmla="*/ 53 h 66"/>
                <a:gd name="T40" fmla="*/ 34 w 76"/>
                <a:gd name="T41" fmla="*/ 51 h 66"/>
                <a:gd name="T42" fmla="*/ 37 w 76"/>
                <a:gd name="T43" fmla="*/ 38 h 66"/>
                <a:gd name="T44" fmla="*/ 41 w 76"/>
                <a:gd name="T45" fmla="*/ 34 h 66"/>
                <a:gd name="T46" fmla="*/ 52 w 76"/>
                <a:gd name="T47" fmla="*/ 36 h 66"/>
                <a:gd name="T48" fmla="*/ 52 w 76"/>
                <a:gd name="T49" fmla="*/ 28 h 66"/>
                <a:gd name="T50" fmla="*/ 54 w 76"/>
                <a:gd name="T51" fmla="*/ 32 h 66"/>
                <a:gd name="T52" fmla="*/ 56 w 76"/>
                <a:gd name="T53" fmla="*/ 23 h 66"/>
                <a:gd name="T54" fmla="*/ 62 w 76"/>
                <a:gd name="T55" fmla="*/ 8 h 66"/>
                <a:gd name="T56" fmla="*/ 67 w 76"/>
                <a:gd name="T5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6" h="66">
                  <a:moveTo>
                    <a:pt x="67" y="0"/>
                  </a:moveTo>
                  <a:cubicBezTo>
                    <a:pt x="70" y="0"/>
                    <a:pt x="70" y="2"/>
                    <a:pt x="73" y="2"/>
                  </a:cubicBezTo>
                  <a:cubicBezTo>
                    <a:pt x="73" y="16"/>
                    <a:pt x="76" y="22"/>
                    <a:pt x="73" y="30"/>
                  </a:cubicBezTo>
                  <a:cubicBezTo>
                    <a:pt x="71" y="30"/>
                    <a:pt x="71" y="28"/>
                    <a:pt x="71" y="27"/>
                  </a:cubicBezTo>
                  <a:cubicBezTo>
                    <a:pt x="66" y="28"/>
                    <a:pt x="71" y="34"/>
                    <a:pt x="71" y="38"/>
                  </a:cubicBezTo>
                  <a:cubicBezTo>
                    <a:pt x="69" y="37"/>
                    <a:pt x="69" y="36"/>
                    <a:pt x="67" y="36"/>
                  </a:cubicBezTo>
                  <a:cubicBezTo>
                    <a:pt x="67" y="42"/>
                    <a:pt x="67" y="48"/>
                    <a:pt x="67" y="55"/>
                  </a:cubicBezTo>
                  <a:cubicBezTo>
                    <a:pt x="66" y="54"/>
                    <a:pt x="65" y="53"/>
                    <a:pt x="64" y="53"/>
                  </a:cubicBezTo>
                  <a:cubicBezTo>
                    <a:pt x="60" y="51"/>
                    <a:pt x="59" y="56"/>
                    <a:pt x="58" y="56"/>
                  </a:cubicBezTo>
                  <a:cubicBezTo>
                    <a:pt x="57" y="57"/>
                    <a:pt x="56" y="55"/>
                    <a:pt x="54" y="55"/>
                  </a:cubicBezTo>
                  <a:cubicBezTo>
                    <a:pt x="54" y="54"/>
                    <a:pt x="49" y="56"/>
                    <a:pt x="47" y="56"/>
                  </a:cubicBezTo>
                  <a:cubicBezTo>
                    <a:pt x="46" y="57"/>
                    <a:pt x="42" y="59"/>
                    <a:pt x="37" y="58"/>
                  </a:cubicBezTo>
                  <a:cubicBezTo>
                    <a:pt x="34" y="58"/>
                    <a:pt x="36" y="65"/>
                    <a:pt x="34" y="66"/>
                  </a:cubicBezTo>
                  <a:cubicBezTo>
                    <a:pt x="30" y="64"/>
                    <a:pt x="26" y="62"/>
                    <a:pt x="26" y="56"/>
                  </a:cubicBezTo>
                  <a:cubicBezTo>
                    <a:pt x="23" y="54"/>
                    <a:pt x="23" y="60"/>
                    <a:pt x="23" y="60"/>
                  </a:cubicBezTo>
                  <a:cubicBezTo>
                    <a:pt x="20" y="61"/>
                    <a:pt x="19" y="58"/>
                    <a:pt x="19" y="58"/>
                  </a:cubicBezTo>
                  <a:cubicBezTo>
                    <a:pt x="12" y="59"/>
                    <a:pt x="5" y="65"/>
                    <a:pt x="0" y="62"/>
                  </a:cubicBezTo>
                  <a:cubicBezTo>
                    <a:pt x="2" y="60"/>
                    <a:pt x="2" y="58"/>
                    <a:pt x="2" y="55"/>
                  </a:cubicBezTo>
                  <a:cubicBezTo>
                    <a:pt x="4" y="53"/>
                    <a:pt x="6" y="56"/>
                    <a:pt x="6" y="56"/>
                  </a:cubicBezTo>
                  <a:cubicBezTo>
                    <a:pt x="8" y="56"/>
                    <a:pt x="7" y="53"/>
                    <a:pt x="8" y="53"/>
                  </a:cubicBezTo>
                  <a:cubicBezTo>
                    <a:pt x="14" y="52"/>
                    <a:pt x="26" y="54"/>
                    <a:pt x="34" y="51"/>
                  </a:cubicBezTo>
                  <a:cubicBezTo>
                    <a:pt x="31" y="42"/>
                    <a:pt x="39" y="45"/>
                    <a:pt x="37" y="38"/>
                  </a:cubicBezTo>
                  <a:cubicBezTo>
                    <a:pt x="41" y="40"/>
                    <a:pt x="42" y="39"/>
                    <a:pt x="41" y="34"/>
                  </a:cubicBezTo>
                  <a:cubicBezTo>
                    <a:pt x="45" y="38"/>
                    <a:pt x="49" y="31"/>
                    <a:pt x="52" y="36"/>
                  </a:cubicBezTo>
                  <a:cubicBezTo>
                    <a:pt x="53" y="35"/>
                    <a:pt x="51" y="29"/>
                    <a:pt x="52" y="28"/>
                  </a:cubicBezTo>
                  <a:cubicBezTo>
                    <a:pt x="54" y="27"/>
                    <a:pt x="54" y="32"/>
                    <a:pt x="54" y="32"/>
                  </a:cubicBezTo>
                  <a:cubicBezTo>
                    <a:pt x="56" y="33"/>
                    <a:pt x="60" y="31"/>
                    <a:pt x="56" y="23"/>
                  </a:cubicBezTo>
                  <a:cubicBezTo>
                    <a:pt x="63" y="21"/>
                    <a:pt x="59" y="13"/>
                    <a:pt x="62" y="8"/>
                  </a:cubicBezTo>
                  <a:cubicBezTo>
                    <a:pt x="63" y="5"/>
                    <a:pt x="70" y="5"/>
                    <a:pt x="67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0" name="îṥļïḓè">
              <a:extLst>
                <a:ext uri="{FF2B5EF4-FFF2-40B4-BE49-F238E27FC236}">
                  <a16:creationId xmlns:a16="http://schemas.microsoft.com/office/drawing/2014/main" id="{B7CFC607-B530-E55D-67AD-024EA9719367}"/>
                </a:ext>
              </a:extLst>
            </p:cNvPr>
            <p:cNvSpPr/>
            <p:nvPr/>
          </p:nvSpPr>
          <p:spPr bwMode="auto">
            <a:xfrm>
              <a:off x="5794652" y="1528507"/>
              <a:ext cx="28016" cy="30817"/>
            </a:xfrm>
            <a:custGeom>
              <a:avLst/>
              <a:gdLst>
                <a:gd name="T0" fmla="*/ 4 w 13"/>
                <a:gd name="T1" fmla="*/ 0 h 15"/>
                <a:gd name="T2" fmla="*/ 0 w 13"/>
                <a:gd name="T3" fmla="*/ 13 h 15"/>
                <a:gd name="T4" fmla="*/ 4 w 13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13" y="0"/>
                    <a:pt x="10" y="15"/>
                    <a:pt x="0" y="13"/>
                  </a:cubicBezTo>
                  <a:cubicBezTo>
                    <a:pt x="4" y="12"/>
                    <a:pt x="0" y="1"/>
                    <a:pt x="4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1" name="îşľide">
              <a:extLst>
                <a:ext uri="{FF2B5EF4-FFF2-40B4-BE49-F238E27FC236}">
                  <a16:creationId xmlns:a16="http://schemas.microsoft.com/office/drawing/2014/main" id="{D507CD01-E222-6EAD-3086-8A4307EB7EE4}"/>
                </a:ext>
              </a:extLst>
            </p:cNvPr>
            <p:cNvSpPr/>
            <p:nvPr/>
          </p:nvSpPr>
          <p:spPr bwMode="auto">
            <a:xfrm>
              <a:off x="5861890" y="1571932"/>
              <a:ext cx="39222" cy="29417"/>
            </a:xfrm>
            <a:custGeom>
              <a:avLst/>
              <a:gdLst>
                <a:gd name="T0" fmla="*/ 15 w 19"/>
                <a:gd name="T1" fmla="*/ 3 h 14"/>
                <a:gd name="T2" fmla="*/ 19 w 19"/>
                <a:gd name="T3" fmla="*/ 13 h 14"/>
                <a:gd name="T4" fmla="*/ 9 w 19"/>
                <a:gd name="T5" fmla="*/ 13 h 14"/>
                <a:gd name="T6" fmla="*/ 9 w 19"/>
                <a:gd name="T7" fmla="*/ 11 h 14"/>
                <a:gd name="T8" fmla="*/ 2 w 19"/>
                <a:gd name="T9" fmla="*/ 9 h 14"/>
                <a:gd name="T10" fmla="*/ 15 w 19"/>
                <a:gd name="T11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3"/>
                  </a:moveTo>
                  <a:cubicBezTo>
                    <a:pt x="18" y="5"/>
                    <a:pt x="19" y="8"/>
                    <a:pt x="19" y="13"/>
                  </a:cubicBezTo>
                  <a:cubicBezTo>
                    <a:pt x="17" y="12"/>
                    <a:pt x="11" y="14"/>
                    <a:pt x="9" y="13"/>
                  </a:cubicBezTo>
                  <a:cubicBezTo>
                    <a:pt x="9" y="13"/>
                    <a:pt x="10" y="11"/>
                    <a:pt x="9" y="11"/>
                  </a:cubicBezTo>
                  <a:cubicBezTo>
                    <a:pt x="7" y="10"/>
                    <a:pt x="2" y="12"/>
                    <a:pt x="2" y="9"/>
                  </a:cubicBezTo>
                  <a:cubicBezTo>
                    <a:pt x="0" y="0"/>
                    <a:pt x="15" y="9"/>
                    <a:pt x="15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2" name="ïṡ1îḋê">
              <a:extLst>
                <a:ext uri="{FF2B5EF4-FFF2-40B4-BE49-F238E27FC236}">
                  <a16:creationId xmlns:a16="http://schemas.microsoft.com/office/drawing/2014/main" id="{276CD884-0A04-9EBE-2625-000B8A473511}"/>
                </a:ext>
              </a:extLst>
            </p:cNvPr>
            <p:cNvSpPr/>
            <p:nvPr/>
          </p:nvSpPr>
          <p:spPr bwMode="auto">
            <a:xfrm>
              <a:off x="6175665" y="1627963"/>
              <a:ext cx="29417" cy="15409"/>
            </a:xfrm>
            <a:custGeom>
              <a:avLst/>
              <a:gdLst>
                <a:gd name="T0" fmla="*/ 0 w 14"/>
                <a:gd name="T1" fmla="*/ 6 h 7"/>
                <a:gd name="T2" fmla="*/ 8 w 14"/>
                <a:gd name="T3" fmla="*/ 1 h 7"/>
                <a:gd name="T4" fmla="*/ 6 w 14"/>
                <a:gd name="T5" fmla="*/ 3 h 7"/>
                <a:gd name="T6" fmla="*/ 0 w 14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7">
                  <a:moveTo>
                    <a:pt x="0" y="6"/>
                  </a:moveTo>
                  <a:cubicBezTo>
                    <a:pt x="0" y="1"/>
                    <a:pt x="3" y="0"/>
                    <a:pt x="8" y="1"/>
                  </a:cubicBezTo>
                  <a:cubicBezTo>
                    <a:pt x="14" y="0"/>
                    <a:pt x="10" y="4"/>
                    <a:pt x="6" y="3"/>
                  </a:cubicBezTo>
                  <a:cubicBezTo>
                    <a:pt x="4" y="4"/>
                    <a:pt x="4" y="7"/>
                    <a:pt x="0" y="6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3" name="îŝḻïḓè">
              <a:extLst>
                <a:ext uri="{FF2B5EF4-FFF2-40B4-BE49-F238E27FC236}">
                  <a16:creationId xmlns:a16="http://schemas.microsoft.com/office/drawing/2014/main" id="{AF6A29B1-61DE-8DA2-1D0C-54B86A4974F4}"/>
                </a:ext>
              </a:extLst>
            </p:cNvPr>
            <p:cNvSpPr/>
            <p:nvPr/>
          </p:nvSpPr>
          <p:spPr bwMode="auto">
            <a:xfrm>
              <a:off x="7757148" y="1651776"/>
              <a:ext cx="29417" cy="18211"/>
            </a:xfrm>
            <a:custGeom>
              <a:avLst/>
              <a:gdLst>
                <a:gd name="T0" fmla="*/ 12 w 14"/>
                <a:gd name="T1" fmla="*/ 1 h 9"/>
                <a:gd name="T2" fmla="*/ 8 w 14"/>
                <a:gd name="T3" fmla="*/ 8 h 9"/>
                <a:gd name="T4" fmla="*/ 1 w 14"/>
                <a:gd name="T5" fmla="*/ 3 h 9"/>
                <a:gd name="T6" fmla="*/ 12 w 14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2" y="1"/>
                  </a:moveTo>
                  <a:cubicBezTo>
                    <a:pt x="14" y="7"/>
                    <a:pt x="6" y="2"/>
                    <a:pt x="8" y="8"/>
                  </a:cubicBezTo>
                  <a:cubicBezTo>
                    <a:pt x="3" y="9"/>
                    <a:pt x="0" y="8"/>
                    <a:pt x="1" y="3"/>
                  </a:cubicBezTo>
                  <a:cubicBezTo>
                    <a:pt x="5" y="8"/>
                    <a:pt x="6" y="0"/>
                    <a:pt x="12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4" name="ïṣľiḓé">
              <a:extLst>
                <a:ext uri="{FF2B5EF4-FFF2-40B4-BE49-F238E27FC236}">
                  <a16:creationId xmlns:a16="http://schemas.microsoft.com/office/drawing/2014/main" id="{E2E6BCD9-CF45-15FB-4164-6135A74CEBE8}"/>
                </a:ext>
              </a:extLst>
            </p:cNvPr>
            <p:cNvSpPr/>
            <p:nvPr/>
          </p:nvSpPr>
          <p:spPr bwMode="auto">
            <a:xfrm>
              <a:off x="7706721" y="1653177"/>
              <a:ext cx="42023" cy="43425"/>
            </a:xfrm>
            <a:custGeom>
              <a:avLst/>
              <a:gdLst>
                <a:gd name="T0" fmla="*/ 17 w 20"/>
                <a:gd name="T1" fmla="*/ 4 h 21"/>
                <a:gd name="T2" fmla="*/ 17 w 20"/>
                <a:gd name="T3" fmla="*/ 17 h 21"/>
                <a:gd name="T4" fmla="*/ 6 w 20"/>
                <a:gd name="T5" fmla="*/ 18 h 21"/>
                <a:gd name="T6" fmla="*/ 0 w 20"/>
                <a:gd name="T7" fmla="*/ 11 h 21"/>
                <a:gd name="T8" fmla="*/ 17 w 20"/>
                <a:gd name="T9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4"/>
                  </a:moveTo>
                  <a:cubicBezTo>
                    <a:pt x="20" y="9"/>
                    <a:pt x="12" y="14"/>
                    <a:pt x="17" y="17"/>
                  </a:cubicBezTo>
                  <a:cubicBezTo>
                    <a:pt x="17" y="21"/>
                    <a:pt x="9" y="17"/>
                    <a:pt x="6" y="18"/>
                  </a:cubicBezTo>
                  <a:cubicBezTo>
                    <a:pt x="6" y="11"/>
                    <a:pt x="7" y="8"/>
                    <a:pt x="0" y="11"/>
                  </a:cubicBezTo>
                  <a:cubicBezTo>
                    <a:pt x="0" y="2"/>
                    <a:pt x="10" y="0"/>
                    <a:pt x="17" y="4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5" name="îšḷïḓê">
              <a:extLst>
                <a:ext uri="{FF2B5EF4-FFF2-40B4-BE49-F238E27FC236}">
                  <a16:creationId xmlns:a16="http://schemas.microsoft.com/office/drawing/2014/main" id="{7DAB267D-36A5-C103-92A6-01849F48C1F5}"/>
                </a:ext>
              </a:extLst>
            </p:cNvPr>
            <p:cNvSpPr/>
            <p:nvPr/>
          </p:nvSpPr>
          <p:spPr bwMode="auto">
            <a:xfrm>
              <a:off x="7561039" y="1807263"/>
              <a:ext cx="25214" cy="39222"/>
            </a:xfrm>
            <a:custGeom>
              <a:avLst/>
              <a:gdLst>
                <a:gd name="T0" fmla="*/ 11 w 12"/>
                <a:gd name="T1" fmla="*/ 8 h 19"/>
                <a:gd name="T2" fmla="*/ 7 w 12"/>
                <a:gd name="T3" fmla="*/ 19 h 19"/>
                <a:gd name="T4" fmla="*/ 0 w 12"/>
                <a:gd name="T5" fmla="*/ 19 h 19"/>
                <a:gd name="T6" fmla="*/ 1 w 12"/>
                <a:gd name="T7" fmla="*/ 6 h 19"/>
                <a:gd name="T8" fmla="*/ 11 w 12"/>
                <a:gd name="T9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11" y="8"/>
                  </a:moveTo>
                  <a:cubicBezTo>
                    <a:pt x="11" y="13"/>
                    <a:pt x="4" y="11"/>
                    <a:pt x="7" y="19"/>
                  </a:cubicBezTo>
                  <a:cubicBezTo>
                    <a:pt x="5" y="19"/>
                    <a:pt x="2" y="19"/>
                    <a:pt x="0" y="19"/>
                  </a:cubicBezTo>
                  <a:cubicBezTo>
                    <a:pt x="0" y="16"/>
                    <a:pt x="6" y="9"/>
                    <a:pt x="1" y="6"/>
                  </a:cubicBezTo>
                  <a:cubicBezTo>
                    <a:pt x="3" y="2"/>
                    <a:pt x="12" y="0"/>
                    <a:pt x="11" y="8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6" name="ïṥľídè">
              <a:extLst>
                <a:ext uri="{FF2B5EF4-FFF2-40B4-BE49-F238E27FC236}">
                  <a16:creationId xmlns:a16="http://schemas.microsoft.com/office/drawing/2014/main" id="{F8690049-7C8B-FA55-D812-B3134026F4E5}"/>
                </a:ext>
              </a:extLst>
            </p:cNvPr>
            <p:cNvSpPr/>
            <p:nvPr/>
          </p:nvSpPr>
          <p:spPr bwMode="auto">
            <a:xfrm>
              <a:off x="3912001" y="1825473"/>
              <a:ext cx="16809" cy="12607"/>
            </a:xfrm>
            <a:custGeom>
              <a:avLst/>
              <a:gdLst>
                <a:gd name="T0" fmla="*/ 0 w 8"/>
                <a:gd name="T1" fmla="*/ 3 h 6"/>
                <a:gd name="T2" fmla="*/ 7 w 8"/>
                <a:gd name="T3" fmla="*/ 1 h 6"/>
                <a:gd name="T4" fmla="*/ 5 w 8"/>
                <a:gd name="T5" fmla="*/ 6 h 6"/>
                <a:gd name="T6" fmla="*/ 1 w 8"/>
                <a:gd name="T7" fmla="*/ 6 h 6"/>
                <a:gd name="T8" fmla="*/ 0 w 8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0" y="0"/>
                    <a:pt x="4" y="1"/>
                    <a:pt x="7" y="1"/>
                  </a:cubicBezTo>
                  <a:cubicBezTo>
                    <a:pt x="8" y="4"/>
                    <a:pt x="5" y="4"/>
                    <a:pt x="5" y="6"/>
                  </a:cubicBezTo>
                  <a:cubicBezTo>
                    <a:pt x="4" y="6"/>
                    <a:pt x="3" y="6"/>
                    <a:pt x="1" y="6"/>
                  </a:cubicBezTo>
                  <a:cubicBezTo>
                    <a:pt x="2" y="4"/>
                    <a:pt x="1" y="3"/>
                    <a:pt x="0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7" name="îŝ1íde">
              <a:extLst>
                <a:ext uri="{FF2B5EF4-FFF2-40B4-BE49-F238E27FC236}">
                  <a16:creationId xmlns:a16="http://schemas.microsoft.com/office/drawing/2014/main" id="{8C7EABC1-3B95-6672-2451-D9397FD7F888}"/>
                </a:ext>
              </a:extLst>
            </p:cNvPr>
            <p:cNvSpPr/>
            <p:nvPr/>
          </p:nvSpPr>
          <p:spPr bwMode="auto">
            <a:xfrm>
              <a:off x="4322430" y="1838081"/>
              <a:ext cx="158289" cy="63036"/>
            </a:xfrm>
            <a:custGeom>
              <a:avLst/>
              <a:gdLst>
                <a:gd name="T0" fmla="*/ 75 w 76"/>
                <a:gd name="T1" fmla="*/ 21 h 30"/>
                <a:gd name="T2" fmla="*/ 58 w 76"/>
                <a:gd name="T3" fmla="*/ 26 h 30"/>
                <a:gd name="T4" fmla="*/ 54 w 76"/>
                <a:gd name="T5" fmla="*/ 17 h 30"/>
                <a:gd name="T6" fmla="*/ 34 w 76"/>
                <a:gd name="T7" fmla="*/ 13 h 30"/>
                <a:gd name="T8" fmla="*/ 32 w 76"/>
                <a:gd name="T9" fmla="*/ 8 h 30"/>
                <a:gd name="T10" fmla="*/ 13 w 76"/>
                <a:gd name="T11" fmla="*/ 8 h 30"/>
                <a:gd name="T12" fmla="*/ 0 w 76"/>
                <a:gd name="T13" fmla="*/ 11 h 30"/>
                <a:gd name="T14" fmla="*/ 8 w 76"/>
                <a:gd name="T15" fmla="*/ 2 h 30"/>
                <a:gd name="T16" fmla="*/ 24 w 76"/>
                <a:gd name="T17" fmla="*/ 0 h 30"/>
                <a:gd name="T18" fmla="*/ 30 w 76"/>
                <a:gd name="T19" fmla="*/ 4 h 30"/>
                <a:gd name="T20" fmla="*/ 36 w 76"/>
                <a:gd name="T21" fmla="*/ 6 h 30"/>
                <a:gd name="T22" fmla="*/ 50 w 76"/>
                <a:gd name="T23" fmla="*/ 8 h 30"/>
                <a:gd name="T24" fmla="*/ 56 w 76"/>
                <a:gd name="T25" fmla="*/ 17 h 30"/>
                <a:gd name="T26" fmla="*/ 62 w 76"/>
                <a:gd name="T27" fmla="*/ 19 h 30"/>
                <a:gd name="T28" fmla="*/ 75 w 76"/>
                <a:gd name="T29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30">
                  <a:moveTo>
                    <a:pt x="75" y="21"/>
                  </a:moveTo>
                  <a:cubicBezTo>
                    <a:pt x="76" y="30"/>
                    <a:pt x="59" y="20"/>
                    <a:pt x="58" y="26"/>
                  </a:cubicBezTo>
                  <a:cubicBezTo>
                    <a:pt x="54" y="26"/>
                    <a:pt x="57" y="18"/>
                    <a:pt x="54" y="17"/>
                  </a:cubicBezTo>
                  <a:cubicBezTo>
                    <a:pt x="48" y="15"/>
                    <a:pt x="41" y="15"/>
                    <a:pt x="34" y="13"/>
                  </a:cubicBezTo>
                  <a:cubicBezTo>
                    <a:pt x="33" y="12"/>
                    <a:pt x="32" y="10"/>
                    <a:pt x="32" y="8"/>
                  </a:cubicBezTo>
                  <a:cubicBezTo>
                    <a:pt x="24" y="8"/>
                    <a:pt x="19" y="7"/>
                    <a:pt x="13" y="8"/>
                  </a:cubicBezTo>
                  <a:cubicBezTo>
                    <a:pt x="9" y="8"/>
                    <a:pt x="5" y="13"/>
                    <a:pt x="0" y="11"/>
                  </a:cubicBezTo>
                  <a:cubicBezTo>
                    <a:pt x="0" y="6"/>
                    <a:pt x="8" y="8"/>
                    <a:pt x="8" y="2"/>
                  </a:cubicBezTo>
                  <a:cubicBezTo>
                    <a:pt x="13" y="1"/>
                    <a:pt x="22" y="4"/>
                    <a:pt x="24" y="0"/>
                  </a:cubicBezTo>
                  <a:cubicBezTo>
                    <a:pt x="33" y="2"/>
                    <a:pt x="22" y="2"/>
                    <a:pt x="30" y="4"/>
                  </a:cubicBezTo>
                  <a:cubicBezTo>
                    <a:pt x="30" y="4"/>
                    <a:pt x="35" y="6"/>
                    <a:pt x="36" y="6"/>
                  </a:cubicBezTo>
                  <a:cubicBezTo>
                    <a:pt x="37" y="8"/>
                    <a:pt x="43" y="8"/>
                    <a:pt x="50" y="8"/>
                  </a:cubicBezTo>
                  <a:cubicBezTo>
                    <a:pt x="49" y="14"/>
                    <a:pt x="60" y="9"/>
                    <a:pt x="56" y="17"/>
                  </a:cubicBezTo>
                  <a:cubicBezTo>
                    <a:pt x="59" y="15"/>
                    <a:pt x="61" y="15"/>
                    <a:pt x="62" y="19"/>
                  </a:cubicBezTo>
                  <a:cubicBezTo>
                    <a:pt x="66" y="20"/>
                    <a:pt x="74" y="17"/>
                    <a:pt x="75" y="2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8" name="íṣḷiďê">
              <a:extLst>
                <a:ext uri="{FF2B5EF4-FFF2-40B4-BE49-F238E27FC236}">
                  <a16:creationId xmlns:a16="http://schemas.microsoft.com/office/drawing/2014/main" id="{C331E4BE-34EF-DF3A-0F48-6963EACED639}"/>
                </a:ext>
              </a:extLst>
            </p:cNvPr>
            <p:cNvSpPr/>
            <p:nvPr/>
          </p:nvSpPr>
          <p:spPr bwMode="auto">
            <a:xfrm>
              <a:off x="4508734" y="1892711"/>
              <a:ext cx="64436" cy="35020"/>
            </a:xfrm>
            <a:custGeom>
              <a:avLst/>
              <a:gdLst>
                <a:gd name="T0" fmla="*/ 1 w 31"/>
                <a:gd name="T1" fmla="*/ 0 h 17"/>
                <a:gd name="T2" fmla="*/ 16 w 31"/>
                <a:gd name="T3" fmla="*/ 2 h 17"/>
                <a:gd name="T4" fmla="*/ 24 w 31"/>
                <a:gd name="T5" fmla="*/ 4 h 17"/>
                <a:gd name="T6" fmla="*/ 31 w 31"/>
                <a:gd name="T7" fmla="*/ 8 h 17"/>
                <a:gd name="T8" fmla="*/ 5 w 31"/>
                <a:gd name="T9" fmla="*/ 12 h 17"/>
                <a:gd name="T10" fmla="*/ 9 w 31"/>
                <a:gd name="T11" fmla="*/ 10 h 17"/>
                <a:gd name="T12" fmla="*/ 1 w 31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7">
                  <a:moveTo>
                    <a:pt x="1" y="0"/>
                  </a:moveTo>
                  <a:cubicBezTo>
                    <a:pt x="5" y="3"/>
                    <a:pt x="12" y="1"/>
                    <a:pt x="16" y="2"/>
                  </a:cubicBezTo>
                  <a:cubicBezTo>
                    <a:pt x="17" y="2"/>
                    <a:pt x="22" y="9"/>
                    <a:pt x="24" y="4"/>
                  </a:cubicBezTo>
                  <a:cubicBezTo>
                    <a:pt x="27" y="5"/>
                    <a:pt x="25" y="10"/>
                    <a:pt x="31" y="8"/>
                  </a:cubicBezTo>
                  <a:cubicBezTo>
                    <a:pt x="31" y="17"/>
                    <a:pt x="11" y="13"/>
                    <a:pt x="5" y="12"/>
                  </a:cubicBezTo>
                  <a:cubicBezTo>
                    <a:pt x="4" y="10"/>
                    <a:pt x="9" y="10"/>
                    <a:pt x="9" y="10"/>
                  </a:cubicBezTo>
                  <a:cubicBezTo>
                    <a:pt x="9" y="7"/>
                    <a:pt x="0" y="7"/>
                    <a:pt x="1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39" name="íṧḷiďe">
              <a:extLst>
                <a:ext uri="{FF2B5EF4-FFF2-40B4-BE49-F238E27FC236}">
                  <a16:creationId xmlns:a16="http://schemas.microsoft.com/office/drawing/2014/main" id="{9BFBDA01-1C8B-C21F-D943-909631EC34F8}"/>
                </a:ext>
              </a:extLst>
            </p:cNvPr>
            <p:cNvSpPr/>
            <p:nvPr/>
          </p:nvSpPr>
          <p:spPr bwMode="auto">
            <a:xfrm>
              <a:off x="7378938" y="1896914"/>
              <a:ext cx="30817" cy="22413"/>
            </a:xfrm>
            <a:custGeom>
              <a:avLst/>
              <a:gdLst>
                <a:gd name="T0" fmla="*/ 13 w 15"/>
                <a:gd name="T1" fmla="*/ 0 h 11"/>
                <a:gd name="T2" fmla="*/ 9 w 15"/>
                <a:gd name="T3" fmla="*/ 11 h 11"/>
                <a:gd name="T4" fmla="*/ 0 w 15"/>
                <a:gd name="T5" fmla="*/ 4 h 11"/>
                <a:gd name="T6" fmla="*/ 4 w 15"/>
                <a:gd name="T7" fmla="*/ 0 h 11"/>
                <a:gd name="T8" fmla="*/ 13 w 15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15" y="7"/>
                    <a:pt x="8" y="6"/>
                    <a:pt x="9" y="11"/>
                  </a:cubicBezTo>
                  <a:cubicBezTo>
                    <a:pt x="5" y="10"/>
                    <a:pt x="0" y="10"/>
                    <a:pt x="0" y="4"/>
                  </a:cubicBezTo>
                  <a:cubicBezTo>
                    <a:pt x="3" y="5"/>
                    <a:pt x="3" y="2"/>
                    <a:pt x="4" y="0"/>
                  </a:cubicBezTo>
                  <a:cubicBezTo>
                    <a:pt x="7" y="0"/>
                    <a:pt x="10" y="0"/>
                    <a:pt x="13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0" name="ïṩlïḍe">
              <a:extLst>
                <a:ext uri="{FF2B5EF4-FFF2-40B4-BE49-F238E27FC236}">
                  <a16:creationId xmlns:a16="http://schemas.microsoft.com/office/drawing/2014/main" id="{E83D8F6A-A7E2-BB59-56C7-0E65D9D3E5B9}"/>
                </a:ext>
              </a:extLst>
            </p:cNvPr>
            <p:cNvSpPr/>
            <p:nvPr/>
          </p:nvSpPr>
          <p:spPr bwMode="auto">
            <a:xfrm>
              <a:off x="4484921" y="1905318"/>
              <a:ext cx="23814" cy="18211"/>
            </a:xfrm>
            <a:custGeom>
              <a:avLst/>
              <a:gdLst>
                <a:gd name="T0" fmla="*/ 10 w 12"/>
                <a:gd name="T1" fmla="*/ 9 h 9"/>
                <a:gd name="T2" fmla="*/ 0 w 12"/>
                <a:gd name="T3" fmla="*/ 7 h 9"/>
                <a:gd name="T4" fmla="*/ 10 w 12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9">
                  <a:moveTo>
                    <a:pt x="10" y="9"/>
                  </a:moveTo>
                  <a:cubicBezTo>
                    <a:pt x="8" y="8"/>
                    <a:pt x="5" y="7"/>
                    <a:pt x="0" y="7"/>
                  </a:cubicBezTo>
                  <a:cubicBezTo>
                    <a:pt x="1" y="4"/>
                    <a:pt x="12" y="0"/>
                    <a:pt x="10" y="9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1" name="íSļiḑé">
              <a:extLst>
                <a:ext uri="{FF2B5EF4-FFF2-40B4-BE49-F238E27FC236}">
                  <a16:creationId xmlns:a16="http://schemas.microsoft.com/office/drawing/2014/main" id="{DF3FE679-0DFC-EE89-4534-12963B1AE3C9}"/>
                </a:ext>
              </a:extLst>
            </p:cNvPr>
            <p:cNvSpPr/>
            <p:nvPr/>
          </p:nvSpPr>
          <p:spPr bwMode="auto">
            <a:xfrm>
              <a:off x="4420485" y="1910921"/>
              <a:ext cx="30817" cy="19611"/>
            </a:xfrm>
            <a:custGeom>
              <a:avLst/>
              <a:gdLst>
                <a:gd name="T0" fmla="*/ 2 w 15"/>
                <a:gd name="T1" fmla="*/ 3 h 9"/>
                <a:gd name="T2" fmla="*/ 13 w 15"/>
                <a:gd name="T3" fmla="*/ 6 h 9"/>
                <a:gd name="T4" fmla="*/ 2 w 15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2" y="3"/>
                  </a:moveTo>
                  <a:cubicBezTo>
                    <a:pt x="5" y="4"/>
                    <a:pt x="15" y="0"/>
                    <a:pt x="13" y="6"/>
                  </a:cubicBezTo>
                  <a:cubicBezTo>
                    <a:pt x="9" y="5"/>
                    <a:pt x="0" y="9"/>
                    <a:pt x="2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2" name="ísḷîḋe">
              <a:extLst>
                <a:ext uri="{FF2B5EF4-FFF2-40B4-BE49-F238E27FC236}">
                  <a16:creationId xmlns:a16="http://schemas.microsoft.com/office/drawing/2014/main" id="{C42F41CE-2FD3-2ECF-5B26-410619E44DD9}"/>
                </a:ext>
              </a:extLst>
            </p:cNvPr>
            <p:cNvSpPr/>
            <p:nvPr/>
          </p:nvSpPr>
          <p:spPr bwMode="auto">
            <a:xfrm>
              <a:off x="7551233" y="1919326"/>
              <a:ext cx="43425" cy="77043"/>
            </a:xfrm>
            <a:custGeom>
              <a:avLst/>
              <a:gdLst>
                <a:gd name="T0" fmla="*/ 10 w 21"/>
                <a:gd name="T1" fmla="*/ 0 h 37"/>
                <a:gd name="T2" fmla="*/ 18 w 21"/>
                <a:gd name="T3" fmla="*/ 0 h 37"/>
                <a:gd name="T4" fmla="*/ 21 w 21"/>
                <a:gd name="T5" fmla="*/ 13 h 37"/>
                <a:gd name="T6" fmla="*/ 16 w 21"/>
                <a:gd name="T7" fmla="*/ 19 h 37"/>
                <a:gd name="T8" fmla="*/ 14 w 21"/>
                <a:gd name="T9" fmla="*/ 25 h 37"/>
                <a:gd name="T10" fmla="*/ 12 w 21"/>
                <a:gd name="T11" fmla="*/ 34 h 37"/>
                <a:gd name="T12" fmla="*/ 6 w 21"/>
                <a:gd name="T13" fmla="*/ 28 h 37"/>
                <a:gd name="T14" fmla="*/ 1 w 21"/>
                <a:gd name="T15" fmla="*/ 21 h 37"/>
                <a:gd name="T16" fmla="*/ 5 w 21"/>
                <a:gd name="T17" fmla="*/ 10 h 37"/>
                <a:gd name="T18" fmla="*/ 10 w 21"/>
                <a:gd name="T1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37">
                  <a:moveTo>
                    <a:pt x="10" y="0"/>
                  </a:moveTo>
                  <a:cubicBezTo>
                    <a:pt x="13" y="0"/>
                    <a:pt x="15" y="0"/>
                    <a:pt x="18" y="0"/>
                  </a:cubicBezTo>
                  <a:cubicBezTo>
                    <a:pt x="20" y="4"/>
                    <a:pt x="20" y="9"/>
                    <a:pt x="21" y="13"/>
                  </a:cubicBezTo>
                  <a:cubicBezTo>
                    <a:pt x="18" y="14"/>
                    <a:pt x="20" y="20"/>
                    <a:pt x="16" y="19"/>
                  </a:cubicBezTo>
                  <a:cubicBezTo>
                    <a:pt x="16" y="22"/>
                    <a:pt x="16" y="24"/>
                    <a:pt x="14" y="25"/>
                  </a:cubicBezTo>
                  <a:cubicBezTo>
                    <a:pt x="13" y="27"/>
                    <a:pt x="16" y="34"/>
                    <a:pt x="12" y="34"/>
                  </a:cubicBezTo>
                  <a:cubicBezTo>
                    <a:pt x="6" y="37"/>
                    <a:pt x="11" y="29"/>
                    <a:pt x="6" y="28"/>
                  </a:cubicBezTo>
                  <a:cubicBezTo>
                    <a:pt x="4" y="28"/>
                    <a:pt x="3" y="23"/>
                    <a:pt x="1" y="21"/>
                  </a:cubicBezTo>
                  <a:cubicBezTo>
                    <a:pt x="0" y="16"/>
                    <a:pt x="7" y="17"/>
                    <a:pt x="5" y="10"/>
                  </a:cubicBezTo>
                  <a:cubicBezTo>
                    <a:pt x="9" y="14"/>
                    <a:pt x="9" y="5"/>
                    <a:pt x="10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3" name="íṥľíďe">
              <a:extLst>
                <a:ext uri="{FF2B5EF4-FFF2-40B4-BE49-F238E27FC236}">
                  <a16:creationId xmlns:a16="http://schemas.microsoft.com/office/drawing/2014/main" id="{E9ECC58D-470C-4E2A-6FF8-761ED5B6A0E7}"/>
                </a:ext>
              </a:extLst>
            </p:cNvPr>
            <p:cNvSpPr/>
            <p:nvPr/>
          </p:nvSpPr>
          <p:spPr bwMode="auto">
            <a:xfrm>
              <a:off x="7594658" y="1983762"/>
              <a:ext cx="58833" cy="60234"/>
            </a:xfrm>
            <a:custGeom>
              <a:avLst/>
              <a:gdLst>
                <a:gd name="T0" fmla="*/ 15 w 28"/>
                <a:gd name="T1" fmla="*/ 3 h 29"/>
                <a:gd name="T2" fmla="*/ 21 w 28"/>
                <a:gd name="T3" fmla="*/ 9 h 29"/>
                <a:gd name="T4" fmla="*/ 19 w 28"/>
                <a:gd name="T5" fmla="*/ 10 h 29"/>
                <a:gd name="T6" fmla="*/ 21 w 28"/>
                <a:gd name="T7" fmla="*/ 14 h 29"/>
                <a:gd name="T8" fmla="*/ 28 w 28"/>
                <a:gd name="T9" fmla="*/ 23 h 29"/>
                <a:gd name="T10" fmla="*/ 25 w 28"/>
                <a:gd name="T11" fmla="*/ 29 h 29"/>
                <a:gd name="T12" fmla="*/ 19 w 28"/>
                <a:gd name="T13" fmla="*/ 29 h 29"/>
                <a:gd name="T14" fmla="*/ 10 w 28"/>
                <a:gd name="T15" fmla="*/ 20 h 29"/>
                <a:gd name="T16" fmla="*/ 13 w 28"/>
                <a:gd name="T17" fmla="*/ 16 h 29"/>
                <a:gd name="T18" fmla="*/ 0 w 28"/>
                <a:gd name="T19" fmla="*/ 5 h 29"/>
                <a:gd name="T20" fmla="*/ 15 w 28"/>
                <a:gd name="T21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9">
                  <a:moveTo>
                    <a:pt x="15" y="3"/>
                  </a:moveTo>
                  <a:cubicBezTo>
                    <a:pt x="10" y="9"/>
                    <a:pt x="20" y="7"/>
                    <a:pt x="21" y="9"/>
                  </a:cubicBezTo>
                  <a:cubicBezTo>
                    <a:pt x="22" y="10"/>
                    <a:pt x="19" y="10"/>
                    <a:pt x="19" y="10"/>
                  </a:cubicBezTo>
                  <a:cubicBezTo>
                    <a:pt x="19" y="11"/>
                    <a:pt x="21" y="14"/>
                    <a:pt x="21" y="14"/>
                  </a:cubicBezTo>
                  <a:cubicBezTo>
                    <a:pt x="23" y="18"/>
                    <a:pt x="28" y="18"/>
                    <a:pt x="28" y="23"/>
                  </a:cubicBezTo>
                  <a:cubicBezTo>
                    <a:pt x="24" y="23"/>
                    <a:pt x="25" y="26"/>
                    <a:pt x="25" y="29"/>
                  </a:cubicBezTo>
                  <a:cubicBezTo>
                    <a:pt x="23" y="28"/>
                    <a:pt x="19" y="26"/>
                    <a:pt x="19" y="29"/>
                  </a:cubicBezTo>
                  <a:cubicBezTo>
                    <a:pt x="14" y="28"/>
                    <a:pt x="15" y="21"/>
                    <a:pt x="10" y="20"/>
                  </a:cubicBezTo>
                  <a:cubicBezTo>
                    <a:pt x="10" y="18"/>
                    <a:pt x="13" y="18"/>
                    <a:pt x="13" y="16"/>
                  </a:cubicBezTo>
                  <a:cubicBezTo>
                    <a:pt x="9" y="13"/>
                    <a:pt x="6" y="7"/>
                    <a:pt x="0" y="5"/>
                  </a:cubicBezTo>
                  <a:cubicBezTo>
                    <a:pt x="5" y="0"/>
                    <a:pt x="9" y="2"/>
                    <a:pt x="15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4" name="ïṩḻïḍê">
              <a:extLst>
                <a:ext uri="{FF2B5EF4-FFF2-40B4-BE49-F238E27FC236}">
                  <a16:creationId xmlns:a16="http://schemas.microsoft.com/office/drawing/2014/main" id="{F29BCE39-4C5E-4011-F2C7-4E8D19FE4138}"/>
                </a:ext>
              </a:extLst>
            </p:cNvPr>
            <p:cNvSpPr/>
            <p:nvPr/>
          </p:nvSpPr>
          <p:spPr bwMode="auto">
            <a:xfrm>
              <a:off x="7572246" y="2008976"/>
              <a:ext cx="12607" cy="8405"/>
            </a:xfrm>
            <a:custGeom>
              <a:avLst/>
              <a:gdLst>
                <a:gd name="T0" fmla="*/ 0 w 6"/>
                <a:gd name="T1" fmla="*/ 0 h 4"/>
                <a:gd name="T2" fmla="*/ 6 w 6"/>
                <a:gd name="T3" fmla="*/ 0 h 4"/>
                <a:gd name="T4" fmla="*/ 6 w 6"/>
                <a:gd name="T5" fmla="*/ 4 h 4"/>
                <a:gd name="T6" fmla="*/ 0 w 6"/>
                <a:gd name="T7" fmla="*/ 4 h 4"/>
                <a:gd name="T8" fmla="*/ 0 w 6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5" name="iṧḷíḑé">
              <a:extLst>
                <a:ext uri="{FF2B5EF4-FFF2-40B4-BE49-F238E27FC236}">
                  <a16:creationId xmlns:a16="http://schemas.microsoft.com/office/drawing/2014/main" id="{7E3FC5DD-D718-8CA2-842A-BB1DECC18AAE}"/>
                </a:ext>
              </a:extLst>
            </p:cNvPr>
            <p:cNvSpPr/>
            <p:nvPr/>
          </p:nvSpPr>
          <p:spPr bwMode="auto">
            <a:xfrm>
              <a:off x="7590455" y="2018781"/>
              <a:ext cx="33619" cy="50428"/>
            </a:xfrm>
            <a:custGeom>
              <a:avLst/>
              <a:gdLst>
                <a:gd name="T0" fmla="*/ 15 w 16"/>
                <a:gd name="T1" fmla="*/ 20 h 24"/>
                <a:gd name="T2" fmla="*/ 6 w 16"/>
                <a:gd name="T3" fmla="*/ 21 h 24"/>
                <a:gd name="T4" fmla="*/ 0 w 16"/>
                <a:gd name="T5" fmla="*/ 12 h 24"/>
                <a:gd name="T6" fmla="*/ 15 w 16"/>
                <a:gd name="T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4">
                  <a:moveTo>
                    <a:pt x="15" y="20"/>
                  </a:moveTo>
                  <a:cubicBezTo>
                    <a:pt x="16" y="24"/>
                    <a:pt x="9" y="20"/>
                    <a:pt x="6" y="21"/>
                  </a:cubicBezTo>
                  <a:cubicBezTo>
                    <a:pt x="6" y="16"/>
                    <a:pt x="8" y="10"/>
                    <a:pt x="0" y="12"/>
                  </a:cubicBezTo>
                  <a:cubicBezTo>
                    <a:pt x="7" y="0"/>
                    <a:pt x="7" y="21"/>
                    <a:pt x="15" y="2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6" name="išlïde">
              <a:extLst>
                <a:ext uri="{FF2B5EF4-FFF2-40B4-BE49-F238E27FC236}">
                  <a16:creationId xmlns:a16="http://schemas.microsoft.com/office/drawing/2014/main" id="{2326DADF-CF99-8B6D-0EBB-25010DA06C83}"/>
                </a:ext>
              </a:extLst>
            </p:cNvPr>
            <p:cNvSpPr/>
            <p:nvPr/>
          </p:nvSpPr>
          <p:spPr bwMode="auto">
            <a:xfrm>
              <a:off x="6922283" y="2060805"/>
              <a:ext cx="33619" cy="56031"/>
            </a:xfrm>
            <a:custGeom>
              <a:avLst/>
              <a:gdLst>
                <a:gd name="T0" fmla="*/ 3 w 16"/>
                <a:gd name="T1" fmla="*/ 1 h 27"/>
                <a:gd name="T2" fmla="*/ 8 w 16"/>
                <a:gd name="T3" fmla="*/ 7 h 27"/>
                <a:gd name="T4" fmla="*/ 10 w 16"/>
                <a:gd name="T5" fmla="*/ 9 h 27"/>
                <a:gd name="T6" fmla="*/ 14 w 16"/>
                <a:gd name="T7" fmla="*/ 13 h 27"/>
                <a:gd name="T8" fmla="*/ 12 w 16"/>
                <a:gd name="T9" fmla="*/ 14 h 27"/>
                <a:gd name="T10" fmla="*/ 14 w 16"/>
                <a:gd name="T11" fmla="*/ 24 h 27"/>
                <a:gd name="T12" fmla="*/ 10 w 16"/>
                <a:gd name="T13" fmla="*/ 27 h 27"/>
                <a:gd name="T14" fmla="*/ 3 w 16"/>
                <a:gd name="T15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27">
                  <a:moveTo>
                    <a:pt x="3" y="1"/>
                  </a:moveTo>
                  <a:cubicBezTo>
                    <a:pt x="6" y="0"/>
                    <a:pt x="7" y="5"/>
                    <a:pt x="8" y="7"/>
                  </a:cubicBezTo>
                  <a:cubicBezTo>
                    <a:pt x="9" y="8"/>
                    <a:pt x="10" y="7"/>
                    <a:pt x="10" y="9"/>
                  </a:cubicBezTo>
                  <a:cubicBezTo>
                    <a:pt x="10" y="11"/>
                    <a:pt x="13" y="11"/>
                    <a:pt x="14" y="13"/>
                  </a:cubicBezTo>
                  <a:cubicBezTo>
                    <a:pt x="15" y="15"/>
                    <a:pt x="12" y="14"/>
                    <a:pt x="12" y="14"/>
                  </a:cubicBezTo>
                  <a:cubicBezTo>
                    <a:pt x="12" y="16"/>
                    <a:pt x="16" y="18"/>
                    <a:pt x="14" y="24"/>
                  </a:cubicBezTo>
                  <a:cubicBezTo>
                    <a:pt x="11" y="23"/>
                    <a:pt x="10" y="25"/>
                    <a:pt x="10" y="27"/>
                  </a:cubicBezTo>
                  <a:cubicBezTo>
                    <a:pt x="0" y="24"/>
                    <a:pt x="1" y="13"/>
                    <a:pt x="3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7" name="îs1iḓê">
              <a:extLst>
                <a:ext uri="{FF2B5EF4-FFF2-40B4-BE49-F238E27FC236}">
                  <a16:creationId xmlns:a16="http://schemas.microsoft.com/office/drawing/2014/main" id="{05C23B90-04E8-EF82-BD30-D2A13BC4E849}"/>
                </a:ext>
              </a:extLst>
            </p:cNvPr>
            <p:cNvSpPr/>
            <p:nvPr/>
          </p:nvSpPr>
          <p:spPr bwMode="auto">
            <a:xfrm>
              <a:off x="7619872" y="2063606"/>
              <a:ext cx="42023" cy="64436"/>
            </a:xfrm>
            <a:custGeom>
              <a:avLst/>
              <a:gdLst>
                <a:gd name="T0" fmla="*/ 16 w 20"/>
                <a:gd name="T1" fmla="*/ 0 h 31"/>
                <a:gd name="T2" fmla="*/ 20 w 20"/>
                <a:gd name="T3" fmla="*/ 15 h 31"/>
                <a:gd name="T4" fmla="*/ 14 w 20"/>
                <a:gd name="T5" fmla="*/ 17 h 31"/>
                <a:gd name="T6" fmla="*/ 14 w 20"/>
                <a:gd name="T7" fmla="*/ 30 h 31"/>
                <a:gd name="T8" fmla="*/ 5 w 20"/>
                <a:gd name="T9" fmla="*/ 25 h 31"/>
                <a:gd name="T10" fmla="*/ 7 w 20"/>
                <a:gd name="T11" fmla="*/ 17 h 31"/>
                <a:gd name="T12" fmla="*/ 7 w 20"/>
                <a:gd name="T13" fmla="*/ 13 h 31"/>
                <a:gd name="T14" fmla="*/ 5 w 20"/>
                <a:gd name="T15" fmla="*/ 13 h 31"/>
                <a:gd name="T16" fmla="*/ 9 w 20"/>
                <a:gd name="T17" fmla="*/ 8 h 31"/>
                <a:gd name="T18" fmla="*/ 13 w 20"/>
                <a:gd name="T19" fmla="*/ 2 h 31"/>
                <a:gd name="T20" fmla="*/ 16 w 20"/>
                <a:gd name="T2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31">
                  <a:moveTo>
                    <a:pt x="16" y="0"/>
                  </a:moveTo>
                  <a:cubicBezTo>
                    <a:pt x="16" y="7"/>
                    <a:pt x="16" y="13"/>
                    <a:pt x="20" y="15"/>
                  </a:cubicBezTo>
                  <a:cubicBezTo>
                    <a:pt x="20" y="17"/>
                    <a:pt x="17" y="17"/>
                    <a:pt x="14" y="17"/>
                  </a:cubicBezTo>
                  <a:cubicBezTo>
                    <a:pt x="18" y="20"/>
                    <a:pt x="13" y="23"/>
                    <a:pt x="14" y="30"/>
                  </a:cubicBezTo>
                  <a:cubicBezTo>
                    <a:pt x="9" y="31"/>
                    <a:pt x="10" y="25"/>
                    <a:pt x="5" y="25"/>
                  </a:cubicBezTo>
                  <a:cubicBezTo>
                    <a:pt x="4" y="21"/>
                    <a:pt x="7" y="20"/>
                    <a:pt x="7" y="17"/>
                  </a:cubicBezTo>
                  <a:cubicBezTo>
                    <a:pt x="7" y="16"/>
                    <a:pt x="4" y="14"/>
                    <a:pt x="7" y="13"/>
                  </a:cubicBezTo>
                  <a:cubicBezTo>
                    <a:pt x="7" y="11"/>
                    <a:pt x="5" y="12"/>
                    <a:pt x="5" y="13"/>
                  </a:cubicBezTo>
                  <a:cubicBezTo>
                    <a:pt x="0" y="13"/>
                    <a:pt x="5" y="6"/>
                    <a:pt x="9" y="8"/>
                  </a:cubicBezTo>
                  <a:cubicBezTo>
                    <a:pt x="9" y="5"/>
                    <a:pt x="11" y="3"/>
                    <a:pt x="13" y="2"/>
                  </a:cubicBezTo>
                  <a:cubicBezTo>
                    <a:pt x="13" y="2"/>
                    <a:pt x="14" y="0"/>
                    <a:pt x="16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8" name="íšļïḓè">
              <a:extLst>
                <a:ext uri="{FF2B5EF4-FFF2-40B4-BE49-F238E27FC236}">
                  <a16:creationId xmlns:a16="http://schemas.microsoft.com/office/drawing/2014/main" id="{F7149069-5489-898B-9B11-5FFB5345FB02}"/>
                </a:ext>
              </a:extLst>
            </p:cNvPr>
            <p:cNvSpPr/>
            <p:nvPr/>
          </p:nvSpPr>
          <p:spPr bwMode="auto">
            <a:xfrm>
              <a:off x="7589055" y="2074812"/>
              <a:ext cx="30817" cy="28016"/>
            </a:xfrm>
            <a:custGeom>
              <a:avLst/>
              <a:gdLst>
                <a:gd name="T0" fmla="*/ 9 w 15"/>
                <a:gd name="T1" fmla="*/ 0 h 13"/>
                <a:gd name="T2" fmla="*/ 15 w 15"/>
                <a:gd name="T3" fmla="*/ 6 h 13"/>
                <a:gd name="T4" fmla="*/ 13 w 15"/>
                <a:gd name="T5" fmla="*/ 7 h 13"/>
                <a:gd name="T6" fmla="*/ 1 w 15"/>
                <a:gd name="T7" fmla="*/ 13 h 13"/>
                <a:gd name="T8" fmla="*/ 9 w 15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9" y="0"/>
                  </a:moveTo>
                  <a:cubicBezTo>
                    <a:pt x="13" y="0"/>
                    <a:pt x="15" y="2"/>
                    <a:pt x="15" y="6"/>
                  </a:cubicBezTo>
                  <a:cubicBezTo>
                    <a:pt x="11" y="5"/>
                    <a:pt x="11" y="7"/>
                    <a:pt x="13" y="7"/>
                  </a:cubicBezTo>
                  <a:cubicBezTo>
                    <a:pt x="11" y="9"/>
                    <a:pt x="6" y="12"/>
                    <a:pt x="1" y="13"/>
                  </a:cubicBezTo>
                  <a:cubicBezTo>
                    <a:pt x="0" y="5"/>
                    <a:pt x="9" y="7"/>
                    <a:pt x="9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49" name="îṥļide">
              <a:extLst>
                <a:ext uri="{FF2B5EF4-FFF2-40B4-BE49-F238E27FC236}">
                  <a16:creationId xmlns:a16="http://schemas.microsoft.com/office/drawing/2014/main" id="{F7F2CA04-6745-CD81-1BF0-416F794E521A}"/>
                </a:ext>
              </a:extLst>
            </p:cNvPr>
            <p:cNvSpPr/>
            <p:nvPr/>
          </p:nvSpPr>
          <p:spPr bwMode="auto">
            <a:xfrm>
              <a:off x="7675903" y="2175669"/>
              <a:ext cx="21012" cy="39222"/>
            </a:xfrm>
            <a:custGeom>
              <a:avLst/>
              <a:gdLst>
                <a:gd name="T0" fmla="*/ 2 w 10"/>
                <a:gd name="T1" fmla="*/ 0 h 19"/>
                <a:gd name="T2" fmla="*/ 10 w 10"/>
                <a:gd name="T3" fmla="*/ 6 h 19"/>
                <a:gd name="T4" fmla="*/ 0 w 10"/>
                <a:gd name="T5" fmla="*/ 17 h 19"/>
                <a:gd name="T6" fmla="*/ 4 w 10"/>
                <a:gd name="T7" fmla="*/ 15 h 19"/>
                <a:gd name="T8" fmla="*/ 2 w 10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9">
                  <a:moveTo>
                    <a:pt x="2" y="0"/>
                  </a:moveTo>
                  <a:cubicBezTo>
                    <a:pt x="7" y="0"/>
                    <a:pt x="4" y="8"/>
                    <a:pt x="10" y="6"/>
                  </a:cubicBezTo>
                  <a:cubicBezTo>
                    <a:pt x="8" y="11"/>
                    <a:pt x="9" y="19"/>
                    <a:pt x="0" y="17"/>
                  </a:cubicBezTo>
                  <a:cubicBezTo>
                    <a:pt x="0" y="15"/>
                    <a:pt x="3" y="16"/>
                    <a:pt x="4" y="15"/>
                  </a:cubicBezTo>
                  <a:cubicBezTo>
                    <a:pt x="1" y="8"/>
                    <a:pt x="1" y="10"/>
                    <a:pt x="2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0" name="íṥḷîdé">
              <a:extLst>
                <a:ext uri="{FF2B5EF4-FFF2-40B4-BE49-F238E27FC236}">
                  <a16:creationId xmlns:a16="http://schemas.microsoft.com/office/drawing/2014/main" id="{E174ACDF-9EF5-B2F7-6EC9-98FD296D5048}"/>
                </a:ext>
              </a:extLst>
            </p:cNvPr>
            <p:cNvSpPr/>
            <p:nvPr/>
          </p:nvSpPr>
          <p:spPr bwMode="auto">
            <a:xfrm>
              <a:off x="7556836" y="2185475"/>
              <a:ext cx="79845" cy="25214"/>
            </a:xfrm>
            <a:custGeom>
              <a:avLst/>
              <a:gdLst>
                <a:gd name="T0" fmla="*/ 37 w 38"/>
                <a:gd name="T1" fmla="*/ 5 h 12"/>
                <a:gd name="T2" fmla="*/ 26 w 38"/>
                <a:gd name="T3" fmla="*/ 10 h 12"/>
                <a:gd name="T4" fmla="*/ 0 w 38"/>
                <a:gd name="T5" fmla="*/ 12 h 12"/>
                <a:gd name="T6" fmla="*/ 31 w 38"/>
                <a:gd name="T7" fmla="*/ 3 h 12"/>
                <a:gd name="T8" fmla="*/ 37 w 38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2">
                  <a:moveTo>
                    <a:pt x="37" y="5"/>
                  </a:moveTo>
                  <a:cubicBezTo>
                    <a:pt x="38" y="10"/>
                    <a:pt x="30" y="10"/>
                    <a:pt x="26" y="10"/>
                  </a:cubicBezTo>
                  <a:cubicBezTo>
                    <a:pt x="18" y="11"/>
                    <a:pt x="7" y="9"/>
                    <a:pt x="0" y="12"/>
                  </a:cubicBezTo>
                  <a:cubicBezTo>
                    <a:pt x="1" y="0"/>
                    <a:pt x="27" y="12"/>
                    <a:pt x="31" y="3"/>
                  </a:cubicBezTo>
                  <a:cubicBezTo>
                    <a:pt x="33" y="4"/>
                    <a:pt x="34" y="5"/>
                    <a:pt x="37" y="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1" name="isľiḍè">
              <a:extLst>
                <a:ext uri="{FF2B5EF4-FFF2-40B4-BE49-F238E27FC236}">
                  <a16:creationId xmlns:a16="http://schemas.microsoft.com/office/drawing/2014/main" id="{F9B95FB9-38A2-ADBE-904B-97430AF172B4}"/>
                </a:ext>
              </a:extLst>
            </p:cNvPr>
            <p:cNvSpPr/>
            <p:nvPr/>
          </p:nvSpPr>
          <p:spPr bwMode="auto">
            <a:xfrm>
              <a:off x="7727732" y="2216292"/>
              <a:ext cx="50428" cy="32218"/>
            </a:xfrm>
            <a:custGeom>
              <a:avLst/>
              <a:gdLst>
                <a:gd name="T0" fmla="*/ 24 w 24"/>
                <a:gd name="T1" fmla="*/ 10 h 15"/>
                <a:gd name="T2" fmla="*/ 20 w 24"/>
                <a:gd name="T3" fmla="*/ 14 h 15"/>
                <a:gd name="T4" fmla="*/ 9 w 24"/>
                <a:gd name="T5" fmla="*/ 14 h 15"/>
                <a:gd name="T6" fmla="*/ 7 w 24"/>
                <a:gd name="T7" fmla="*/ 12 h 15"/>
                <a:gd name="T8" fmla="*/ 0 w 24"/>
                <a:gd name="T9" fmla="*/ 7 h 15"/>
                <a:gd name="T10" fmla="*/ 9 w 24"/>
                <a:gd name="T11" fmla="*/ 3 h 15"/>
                <a:gd name="T12" fmla="*/ 15 w 24"/>
                <a:gd name="T13" fmla="*/ 1 h 15"/>
                <a:gd name="T14" fmla="*/ 15 w 24"/>
                <a:gd name="T15" fmla="*/ 3 h 15"/>
                <a:gd name="T16" fmla="*/ 16 w 24"/>
                <a:gd name="T17" fmla="*/ 1 h 15"/>
                <a:gd name="T18" fmla="*/ 24 w 24"/>
                <a:gd name="T1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5">
                  <a:moveTo>
                    <a:pt x="24" y="10"/>
                  </a:moveTo>
                  <a:cubicBezTo>
                    <a:pt x="22" y="11"/>
                    <a:pt x="21" y="12"/>
                    <a:pt x="20" y="14"/>
                  </a:cubicBezTo>
                  <a:cubicBezTo>
                    <a:pt x="16" y="11"/>
                    <a:pt x="13" y="15"/>
                    <a:pt x="9" y="14"/>
                  </a:cubicBezTo>
                  <a:cubicBezTo>
                    <a:pt x="8" y="14"/>
                    <a:pt x="9" y="12"/>
                    <a:pt x="7" y="12"/>
                  </a:cubicBezTo>
                  <a:cubicBezTo>
                    <a:pt x="5" y="12"/>
                    <a:pt x="3" y="8"/>
                    <a:pt x="0" y="7"/>
                  </a:cubicBezTo>
                  <a:cubicBezTo>
                    <a:pt x="0" y="4"/>
                    <a:pt x="6" y="5"/>
                    <a:pt x="9" y="3"/>
                  </a:cubicBezTo>
                  <a:cubicBezTo>
                    <a:pt x="9" y="3"/>
                    <a:pt x="14" y="0"/>
                    <a:pt x="15" y="1"/>
                  </a:cubicBezTo>
                  <a:cubicBezTo>
                    <a:pt x="15" y="1"/>
                    <a:pt x="15" y="3"/>
                    <a:pt x="15" y="3"/>
                  </a:cubicBezTo>
                  <a:cubicBezTo>
                    <a:pt x="16" y="3"/>
                    <a:pt x="17" y="1"/>
                    <a:pt x="16" y="1"/>
                  </a:cubicBezTo>
                  <a:cubicBezTo>
                    <a:pt x="20" y="2"/>
                    <a:pt x="23" y="6"/>
                    <a:pt x="24" y="1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2" name="ïṥľíḓê">
              <a:extLst>
                <a:ext uri="{FF2B5EF4-FFF2-40B4-BE49-F238E27FC236}">
                  <a16:creationId xmlns:a16="http://schemas.microsoft.com/office/drawing/2014/main" id="{A6B79746-6706-9CB6-8B56-5488059B3CD1}"/>
                </a:ext>
              </a:extLst>
            </p:cNvPr>
            <p:cNvSpPr/>
            <p:nvPr/>
          </p:nvSpPr>
          <p:spPr bwMode="auto">
            <a:xfrm>
              <a:off x="7754347" y="2233101"/>
              <a:ext cx="282958" cy="149884"/>
            </a:xfrm>
            <a:custGeom>
              <a:avLst/>
              <a:gdLst>
                <a:gd name="T0" fmla="*/ 44 w 136"/>
                <a:gd name="T1" fmla="*/ 36 h 72"/>
                <a:gd name="T2" fmla="*/ 37 w 136"/>
                <a:gd name="T3" fmla="*/ 32 h 72"/>
                <a:gd name="T4" fmla="*/ 33 w 136"/>
                <a:gd name="T5" fmla="*/ 25 h 72"/>
                <a:gd name="T6" fmla="*/ 13 w 136"/>
                <a:gd name="T7" fmla="*/ 19 h 72"/>
                <a:gd name="T8" fmla="*/ 2 w 136"/>
                <a:gd name="T9" fmla="*/ 19 h 72"/>
                <a:gd name="T10" fmla="*/ 0 w 136"/>
                <a:gd name="T11" fmla="*/ 12 h 72"/>
                <a:gd name="T12" fmla="*/ 5 w 136"/>
                <a:gd name="T13" fmla="*/ 12 h 72"/>
                <a:gd name="T14" fmla="*/ 11 w 136"/>
                <a:gd name="T15" fmla="*/ 10 h 72"/>
                <a:gd name="T16" fmla="*/ 20 w 136"/>
                <a:gd name="T17" fmla="*/ 13 h 72"/>
                <a:gd name="T18" fmla="*/ 28 w 136"/>
                <a:gd name="T19" fmla="*/ 8 h 72"/>
                <a:gd name="T20" fmla="*/ 43 w 136"/>
                <a:gd name="T21" fmla="*/ 2 h 72"/>
                <a:gd name="T22" fmla="*/ 46 w 136"/>
                <a:gd name="T23" fmla="*/ 6 h 72"/>
                <a:gd name="T24" fmla="*/ 61 w 136"/>
                <a:gd name="T25" fmla="*/ 12 h 72"/>
                <a:gd name="T26" fmla="*/ 65 w 136"/>
                <a:gd name="T27" fmla="*/ 10 h 72"/>
                <a:gd name="T28" fmla="*/ 69 w 136"/>
                <a:gd name="T29" fmla="*/ 13 h 72"/>
                <a:gd name="T30" fmla="*/ 78 w 136"/>
                <a:gd name="T31" fmla="*/ 13 h 72"/>
                <a:gd name="T32" fmla="*/ 85 w 136"/>
                <a:gd name="T33" fmla="*/ 17 h 72"/>
                <a:gd name="T34" fmla="*/ 85 w 136"/>
                <a:gd name="T35" fmla="*/ 23 h 72"/>
                <a:gd name="T36" fmla="*/ 89 w 136"/>
                <a:gd name="T37" fmla="*/ 21 h 72"/>
                <a:gd name="T38" fmla="*/ 91 w 136"/>
                <a:gd name="T39" fmla="*/ 27 h 72"/>
                <a:gd name="T40" fmla="*/ 100 w 136"/>
                <a:gd name="T41" fmla="*/ 32 h 72"/>
                <a:gd name="T42" fmla="*/ 115 w 136"/>
                <a:gd name="T43" fmla="*/ 38 h 72"/>
                <a:gd name="T44" fmla="*/ 113 w 136"/>
                <a:gd name="T45" fmla="*/ 43 h 72"/>
                <a:gd name="T46" fmla="*/ 119 w 136"/>
                <a:gd name="T47" fmla="*/ 47 h 72"/>
                <a:gd name="T48" fmla="*/ 119 w 136"/>
                <a:gd name="T49" fmla="*/ 51 h 72"/>
                <a:gd name="T50" fmla="*/ 126 w 136"/>
                <a:gd name="T51" fmla="*/ 58 h 72"/>
                <a:gd name="T52" fmla="*/ 136 w 136"/>
                <a:gd name="T53" fmla="*/ 68 h 72"/>
                <a:gd name="T54" fmla="*/ 123 w 136"/>
                <a:gd name="T55" fmla="*/ 68 h 72"/>
                <a:gd name="T56" fmla="*/ 112 w 136"/>
                <a:gd name="T57" fmla="*/ 60 h 72"/>
                <a:gd name="T58" fmla="*/ 108 w 136"/>
                <a:gd name="T59" fmla="*/ 56 h 72"/>
                <a:gd name="T60" fmla="*/ 106 w 136"/>
                <a:gd name="T61" fmla="*/ 54 h 72"/>
                <a:gd name="T62" fmla="*/ 100 w 136"/>
                <a:gd name="T63" fmla="*/ 49 h 72"/>
                <a:gd name="T64" fmla="*/ 85 w 136"/>
                <a:gd name="T65" fmla="*/ 47 h 72"/>
                <a:gd name="T66" fmla="*/ 78 w 136"/>
                <a:gd name="T67" fmla="*/ 64 h 72"/>
                <a:gd name="T68" fmla="*/ 67 w 136"/>
                <a:gd name="T69" fmla="*/ 60 h 72"/>
                <a:gd name="T70" fmla="*/ 61 w 136"/>
                <a:gd name="T71" fmla="*/ 58 h 72"/>
                <a:gd name="T72" fmla="*/ 54 w 136"/>
                <a:gd name="T73" fmla="*/ 49 h 72"/>
                <a:gd name="T74" fmla="*/ 46 w 136"/>
                <a:gd name="T75" fmla="*/ 56 h 72"/>
                <a:gd name="T76" fmla="*/ 41 w 136"/>
                <a:gd name="T77" fmla="*/ 53 h 72"/>
                <a:gd name="T78" fmla="*/ 46 w 136"/>
                <a:gd name="T79" fmla="*/ 47 h 72"/>
                <a:gd name="T80" fmla="*/ 50 w 136"/>
                <a:gd name="T81" fmla="*/ 40 h 72"/>
                <a:gd name="T82" fmla="*/ 48 w 136"/>
                <a:gd name="T83" fmla="*/ 43 h 72"/>
                <a:gd name="T84" fmla="*/ 44 w 136"/>
                <a:gd name="T85" fmla="*/ 3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" h="72">
                  <a:moveTo>
                    <a:pt x="44" y="36"/>
                  </a:moveTo>
                  <a:cubicBezTo>
                    <a:pt x="41" y="36"/>
                    <a:pt x="42" y="31"/>
                    <a:pt x="37" y="32"/>
                  </a:cubicBezTo>
                  <a:cubicBezTo>
                    <a:pt x="36" y="29"/>
                    <a:pt x="34" y="27"/>
                    <a:pt x="33" y="25"/>
                  </a:cubicBezTo>
                  <a:cubicBezTo>
                    <a:pt x="25" y="24"/>
                    <a:pt x="17" y="23"/>
                    <a:pt x="13" y="19"/>
                  </a:cubicBezTo>
                  <a:cubicBezTo>
                    <a:pt x="7" y="21"/>
                    <a:pt x="9" y="19"/>
                    <a:pt x="2" y="19"/>
                  </a:cubicBezTo>
                  <a:cubicBezTo>
                    <a:pt x="1" y="16"/>
                    <a:pt x="3" y="12"/>
                    <a:pt x="0" y="12"/>
                  </a:cubicBezTo>
                  <a:cubicBezTo>
                    <a:pt x="1" y="8"/>
                    <a:pt x="3" y="12"/>
                    <a:pt x="5" y="12"/>
                  </a:cubicBezTo>
                  <a:cubicBezTo>
                    <a:pt x="8" y="11"/>
                    <a:pt x="9" y="9"/>
                    <a:pt x="11" y="10"/>
                  </a:cubicBezTo>
                  <a:cubicBezTo>
                    <a:pt x="15" y="10"/>
                    <a:pt x="17" y="13"/>
                    <a:pt x="20" y="13"/>
                  </a:cubicBezTo>
                  <a:cubicBezTo>
                    <a:pt x="24" y="15"/>
                    <a:pt x="25" y="9"/>
                    <a:pt x="28" y="8"/>
                  </a:cubicBezTo>
                  <a:cubicBezTo>
                    <a:pt x="32" y="5"/>
                    <a:pt x="39" y="6"/>
                    <a:pt x="43" y="2"/>
                  </a:cubicBezTo>
                  <a:cubicBezTo>
                    <a:pt x="46" y="0"/>
                    <a:pt x="45" y="5"/>
                    <a:pt x="46" y="6"/>
                  </a:cubicBezTo>
                  <a:cubicBezTo>
                    <a:pt x="50" y="8"/>
                    <a:pt x="61" y="5"/>
                    <a:pt x="61" y="12"/>
                  </a:cubicBezTo>
                  <a:cubicBezTo>
                    <a:pt x="63" y="13"/>
                    <a:pt x="65" y="10"/>
                    <a:pt x="65" y="10"/>
                  </a:cubicBezTo>
                  <a:cubicBezTo>
                    <a:pt x="67" y="10"/>
                    <a:pt x="67" y="13"/>
                    <a:pt x="69" y="13"/>
                  </a:cubicBezTo>
                  <a:cubicBezTo>
                    <a:pt x="71" y="15"/>
                    <a:pt x="75" y="12"/>
                    <a:pt x="78" y="13"/>
                  </a:cubicBezTo>
                  <a:cubicBezTo>
                    <a:pt x="79" y="14"/>
                    <a:pt x="80" y="19"/>
                    <a:pt x="85" y="17"/>
                  </a:cubicBezTo>
                  <a:cubicBezTo>
                    <a:pt x="88" y="20"/>
                    <a:pt x="86" y="20"/>
                    <a:pt x="85" y="23"/>
                  </a:cubicBezTo>
                  <a:cubicBezTo>
                    <a:pt x="88" y="23"/>
                    <a:pt x="89" y="22"/>
                    <a:pt x="89" y="21"/>
                  </a:cubicBezTo>
                  <a:cubicBezTo>
                    <a:pt x="91" y="21"/>
                    <a:pt x="91" y="24"/>
                    <a:pt x="91" y="27"/>
                  </a:cubicBezTo>
                  <a:cubicBezTo>
                    <a:pt x="93" y="30"/>
                    <a:pt x="97" y="30"/>
                    <a:pt x="100" y="32"/>
                  </a:cubicBezTo>
                  <a:cubicBezTo>
                    <a:pt x="102" y="33"/>
                    <a:pt x="109" y="38"/>
                    <a:pt x="115" y="38"/>
                  </a:cubicBezTo>
                  <a:cubicBezTo>
                    <a:pt x="116" y="41"/>
                    <a:pt x="114" y="41"/>
                    <a:pt x="113" y="43"/>
                  </a:cubicBezTo>
                  <a:cubicBezTo>
                    <a:pt x="114" y="46"/>
                    <a:pt x="118" y="45"/>
                    <a:pt x="119" y="47"/>
                  </a:cubicBezTo>
                  <a:cubicBezTo>
                    <a:pt x="120" y="48"/>
                    <a:pt x="118" y="50"/>
                    <a:pt x="119" y="51"/>
                  </a:cubicBezTo>
                  <a:cubicBezTo>
                    <a:pt x="121" y="53"/>
                    <a:pt x="124" y="55"/>
                    <a:pt x="126" y="58"/>
                  </a:cubicBezTo>
                  <a:cubicBezTo>
                    <a:pt x="129" y="62"/>
                    <a:pt x="131" y="67"/>
                    <a:pt x="136" y="68"/>
                  </a:cubicBezTo>
                  <a:cubicBezTo>
                    <a:pt x="132" y="72"/>
                    <a:pt x="125" y="68"/>
                    <a:pt x="123" y="68"/>
                  </a:cubicBezTo>
                  <a:cubicBezTo>
                    <a:pt x="119" y="67"/>
                    <a:pt x="117" y="65"/>
                    <a:pt x="112" y="60"/>
                  </a:cubicBezTo>
                  <a:cubicBezTo>
                    <a:pt x="110" y="59"/>
                    <a:pt x="109" y="57"/>
                    <a:pt x="108" y="56"/>
                  </a:cubicBezTo>
                  <a:cubicBezTo>
                    <a:pt x="107" y="55"/>
                    <a:pt x="106" y="57"/>
                    <a:pt x="106" y="54"/>
                  </a:cubicBezTo>
                  <a:cubicBezTo>
                    <a:pt x="106" y="54"/>
                    <a:pt x="101" y="49"/>
                    <a:pt x="100" y="49"/>
                  </a:cubicBezTo>
                  <a:cubicBezTo>
                    <a:pt x="96" y="47"/>
                    <a:pt x="90" y="50"/>
                    <a:pt x="85" y="47"/>
                  </a:cubicBezTo>
                  <a:cubicBezTo>
                    <a:pt x="81" y="51"/>
                    <a:pt x="80" y="58"/>
                    <a:pt x="78" y="64"/>
                  </a:cubicBezTo>
                  <a:cubicBezTo>
                    <a:pt x="77" y="61"/>
                    <a:pt x="70" y="62"/>
                    <a:pt x="67" y="60"/>
                  </a:cubicBezTo>
                  <a:cubicBezTo>
                    <a:pt x="65" y="58"/>
                    <a:pt x="68" y="55"/>
                    <a:pt x="61" y="58"/>
                  </a:cubicBezTo>
                  <a:cubicBezTo>
                    <a:pt x="65" y="49"/>
                    <a:pt x="52" y="56"/>
                    <a:pt x="54" y="49"/>
                  </a:cubicBezTo>
                  <a:cubicBezTo>
                    <a:pt x="49" y="50"/>
                    <a:pt x="45" y="50"/>
                    <a:pt x="46" y="56"/>
                  </a:cubicBezTo>
                  <a:cubicBezTo>
                    <a:pt x="44" y="55"/>
                    <a:pt x="44" y="52"/>
                    <a:pt x="41" y="53"/>
                  </a:cubicBezTo>
                  <a:cubicBezTo>
                    <a:pt x="41" y="49"/>
                    <a:pt x="44" y="49"/>
                    <a:pt x="46" y="47"/>
                  </a:cubicBezTo>
                  <a:cubicBezTo>
                    <a:pt x="49" y="45"/>
                    <a:pt x="51" y="45"/>
                    <a:pt x="50" y="40"/>
                  </a:cubicBezTo>
                  <a:cubicBezTo>
                    <a:pt x="49" y="38"/>
                    <a:pt x="48" y="43"/>
                    <a:pt x="48" y="43"/>
                  </a:cubicBezTo>
                  <a:cubicBezTo>
                    <a:pt x="45" y="42"/>
                    <a:pt x="46" y="31"/>
                    <a:pt x="44" y="36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3" name="iṣļiḍè">
              <a:extLst>
                <a:ext uri="{FF2B5EF4-FFF2-40B4-BE49-F238E27FC236}">
                  <a16:creationId xmlns:a16="http://schemas.microsoft.com/office/drawing/2014/main" id="{D973A781-256B-B499-9877-DB9E0DF3CA4F}"/>
                </a:ext>
              </a:extLst>
            </p:cNvPr>
            <p:cNvSpPr/>
            <p:nvPr/>
          </p:nvSpPr>
          <p:spPr bwMode="auto">
            <a:xfrm>
              <a:off x="7688510" y="2252712"/>
              <a:ext cx="29417" cy="23814"/>
            </a:xfrm>
            <a:custGeom>
              <a:avLst/>
              <a:gdLst>
                <a:gd name="T0" fmla="*/ 13 w 14"/>
                <a:gd name="T1" fmla="*/ 4 h 12"/>
                <a:gd name="T2" fmla="*/ 0 w 14"/>
                <a:gd name="T3" fmla="*/ 6 h 12"/>
                <a:gd name="T4" fmla="*/ 13 w 14"/>
                <a:gd name="T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13" y="4"/>
                  </a:moveTo>
                  <a:cubicBezTo>
                    <a:pt x="14" y="12"/>
                    <a:pt x="3" y="6"/>
                    <a:pt x="0" y="6"/>
                  </a:cubicBezTo>
                  <a:cubicBezTo>
                    <a:pt x="2" y="4"/>
                    <a:pt x="11" y="0"/>
                    <a:pt x="13" y="4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4" name="íś1íḑe">
              <a:extLst>
                <a:ext uri="{FF2B5EF4-FFF2-40B4-BE49-F238E27FC236}">
                  <a16:creationId xmlns:a16="http://schemas.microsoft.com/office/drawing/2014/main" id="{EAC7FBCE-E74C-5B74-966E-FE16ABD49918}"/>
                </a:ext>
              </a:extLst>
            </p:cNvPr>
            <p:cNvSpPr/>
            <p:nvPr/>
          </p:nvSpPr>
          <p:spPr bwMode="auto">
            <a:xfrm>
              <a:off x="7653491" y="2258315"/>
              <a:ext cx="18211" cy="9806"/>
            </a:xfrm>
            <a:custGeom>
              <a:avLst/>
              <a:gdLst>
                <a:gd name="T0" fmla="*/ 0 w 9"/>
                <a:gd name="T1" fmla="*/ 3 h 5"/>
                <a:gd name="T2" fmla="*/ 6 w 9"/>
                <a:gd name="T3" fmla="*/ 5 h 5"/>
                <a:gd name="T4" fmla="*/ 2 w 9"/>
                <a:gd name="T5" fmla="*/ 5 h 5"/>
                <a:gd name="T6" fmla="*/ 0 w 9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0"/>
                    <a:pt x="9" y="1"/>
                    <a:pt x="6" y="5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2" y="4"/>
                    <a:pt x="1" y="3"/>
                    <a:pt x="0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5" name="isḷiḑé">
              <a:extLst>
                <a:ext uri="{FF2B5EF4-FFF2-40B4-BE49-F238E27FC236}">
                  <a16:creationId xmlns:a16="http://schemas.microsoft.com/office/drawing/2014/main" id="{FC99789A-BD04-EC40-83E2-97A8028DD3F3}"/>
                </a:ext>
              </a:extLst>
            </p:cNvPr>
            <p:cNvSpPr/>
            <p:nvPr/>
          </p:nvSpPr>
          <p:spPr bwMode="auto">
            <a:xfrm>
              <a:off x="8013490" y="2280728"/>
              <a:ext cx="56031" cy="40623"/>
            </a:xfrm>
            <a:custGeom>
              <a:avLst/>
              <a:gdLst>
                <a:gd name="T0" fmla="*/ 21 w 27"/>
                <a:gd name="T1" fmla="*/ 0 h 19"/>
                <a:gd name="T2" fmla="*/ 27 w 27"/>
                <a:gd name="T3" fmla="*/ 0 h 19"/>
                <a:gd name="T4" fmla="*/ 27 w 27"/>
                <a:gd name="T5" fmla="*/ 5 h 19"/>
                <a:gd name="T6" fmla="*/ 23 w 27"/>
                <a:gd name="T7" fmla="*/ 7 h 19"/>
                <a:gd name="T8" fmla="*/ 23 w 27"/>
                <a:gd name="T9" fmla="*/ 13 h 19"/>
                <a:gd name="T10" fmla="*/ 19 w 27"/>
                <a:gd name="T11" fmla="*/ 15 h 19"/>
                <a:gd name="T12" fmla="*/ 2 w 27"/>
                <a:gd name="T13" fmla="*/ 9 h 19"/>
                <a:gd name="T14" fmla="*/ 21 w 27"/>
                <a:gd name="T1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9">
                  <a:moveTo>
                    <a:pt x="21" y="0"/>
                  </a:moveTo>
                  <a:cubicBezTo>
                    <a:pt x="23" y="0"/>
                    <a:pt x="25" y="0"/>
                    <a:pt x="27" y="0"/>
                  </a:cubicBezTo>
                  <a:cubicBezTo>
                    <a:pt x="26" y="1"/>
                    <a:pt x="27" y="4"/>
                    <a:pt x="27" y="5"/>
                  </a:cubicBezTo>
                  <a:cubicBezTo>
                    <a:pt x="26" y="7"/>
                    <a:pt x="23" y="6"/>
                    <a:pt x="23" y="7"/>
                  </a:cubicBezTo>
                  <a:cubicBezTo>
                    <a:pt x="22" y="9"/>
                    <a:pt x="26" y="11"/>
                    <a:pt x="23" y="13"/>
                  </a:cubicBezTo>
                  <a:cubicBezTo>
                    <a:pt x="21" y="11"/>
                    <a:pt x="19" y="11"/>
                    <a:pt x="19" y="15"/>
                  </a:cubicBezTo>
                  <a:cubicBezTo>
                    <a:pt x="13" y="13"/>
                    <a:pt x="0" y="19"/>
                    <a:pt x="2" y="9"/>
                  </a:cubicBezTo>
                  <a:cubicBezTo>
                    <a:pt x="12" y="13"/>
                    <a:pt x="18" y="8"/>
                    <a:pt x="21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6" name="íšḻídé">
              <a:extLst>
                <a:ext uri="{FF2B5EF4-FFF2-40B4-BE49-F238E27FC236}">
                  <a16:creationId xmlns:a16="http://schemas.microsoft.com/office/drawing/2014/main" id="{D9B649D6-2B36-1F82-B119-F90E0387C06C}"/>
                </a:ext>
              </a:extLst>
            </p:cNvPr>
            <p:cNvSpPr/>
            <p:nvPr/>
          </p:nvSpPr>
          <p:spPr bwMode="auto">
            <a:xfrm>
              <a:off x="7509210" y="2340961"/>
              <a:ext cx="30817" cy="15409"/>
            </a:xfrm>
            <a:custGeom>
              <a:avLst/>
              <a:gdLst>
                <a:gd name="T0" fmla="*/ 15 w 15"/>
                <a:gd name="T1" fmla="*/ 1 h 7"/>
                <a:gd name="T2" fmla="*/ 0 w 15"/>
                <a:gd name="T3" fmla="*/ 6 h 7"/>
                <a:gd name="T4" fmla="*/ 15 w 15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7">
                  <a:moveTo>
                    <a:pt x="15" y="1"/>
                  </a:moveTo>
                  <a:cubicBezTo>
                    <a:pt x="12" y="4"/>
                    <a:pt x="8" y="7"/>
                    <a:pt x="0" y="6"/>
                  </a:cubicBezTo>
                  <a:cubicBezTo>
                    <a:pt x="1" y="0"/>
                    <a:pt x="9" y="1"/>
                    <a:pt x="15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7" name="í$ľíďe">
              <a:extLst>
                <a:ext uri="{FF2B5EF4-FFF2-40B4-BE49-F238E27FC236}">
                  <a16:creationId xmlns:a16="http://schemas.microsoft.com/office/drawing/2014/main" id="{0F6C1CEB-BFE4-9153-FD2F-CB694E44A224}"/>
                </a:ext>
              </a:extLst>
            </p:cNvPr>
            <p:cNvSpPr/>
            <p:nvPr/>
          </p:nvSpPr>
          <p:spPr bwMode="auto">
            <a:xfrm>
              <a:off x="7556836" y="2340961"/>
              <a:ext cx="32218" cy="11206"/>
            </a:xfrm>
            <a:custGeom>
              <a:avLst/>
              <a:gdLst>
                <a:gd name="T0" fmla="*/ 15 w 15"/>
                <a:gd name="T1" fmla="*/ 1 h 5"/>
                <a:gd name="T2" fmla="*/ 0 w 15"/>
                <a:gd name="T3" fmla="*/ 4 h 5"/>
                <a:gd name="T4" fmla="*/ 15 w 15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5">
                  <a:moveTo>
                    <a:pt x="15" y="1"/>
                  </a:moveTo>
                  <a:cubicBezTo>
                    <a:pt x="13" y="5"/>
                    <a:pt x="6" y="4"/>
                    <a:pt x="0" y="4"/>
                  </a:cubicBezTo>
                  <a:cubicBezTo>
                    <a:pt x="2" y="0"/>
                    <a:pt x="8" y="0"/>
                    <a:pt x="15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8" name="ïṡḻîďè">
              <a:extLst>
                <a:ext uri="{FF2B5EF4-FFF2-40B4-BE49-F238E27FC236}">
                  <a16:creationId xmlns:a16="http://schemas.microsoft.com/office/drawing/2014/main" id="{4CFBDE48-3980-9AC5-0498-A95A9384E3DC}"/>
                </a:ext>
              </a:extLst>
            </p:cNvPr>
            <p:cNvSpPr/>
            <p:nvPr/>
          </p:nvSpPr>
          <p:spPr bwMode="auto">
            <a:xfrm>
              <a:off x="7615669" y="2340961"/>
              <a:ext cx="51829" cy="33619"/>
            </a:xfrm>
            <a:custGeom>
              <a:avLst/>
              <a:gdLst>
                <a:gd name="T0" fmla="*/ 24 w 25"/>
                <a:gd name="T1" fmla="*/ 1 h 16"/>
                <a:gd name="T2" fmla="*/ 22 w 25"/>
                <a:gd name="T3" fmla="*/ 8 h 16"/>
                <a:gd name="T4" fmla="*/ 18 w 25"/>
                <a:gd name="T5" fmla="*/ 8 h 16"/>
                <a:gd name="T6" fmla="*/ 2 w 25"/>
                <a:gd name="T7" fmla="*/ 16 h 16"/>
                <a:gd name="T8" fmla="*/ 7 w 25"/>
                <a:gd name="T9" fmla="*/ 10 h 16"/>
                <a:gd name="T10" fmla="*/ 11 w 25"/>
                <a:gd name="T11" fmla="*/ 6 h 16"/>
                <a:gd name="T12" fmla="*/ 15 w 25"/>
                <a:gd name="T13" fmla="*/ 2 h 16"/>
                <a:gd name="T14" fmla="*/ 24 w 25"/>
                <a:gd name="T1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16">
                  <a:moveTo>
                    <a:pt x="24" y="1"/>
                  </a:moveTo>
                  <a:cubicBezTo>
                    <a:pt x="25" y="4"/>
                    <a:pt x="23" y="7"/>
                    <a:pt x="22" y="8"/>
                  </a:cubicBezTo>
                  <a:cubicBezTo>
                    <a:pt x="21" y="9"/>
                    <a:pt x="19" y="7"/>
                    <a:pt x="18" y="8"/>
                  </a:cubicBezTo>
                  <a:cubicBezTo>
                    <a:pt x="16" y="11"/>
                    <a:pt x="10" y="16"/>
                    <a:pt x="2" y="16"/>
                  </a:cubicBezTo>
                  <a:cubicBezTo>
                    <a:pt x="0" y="11"/>
                    <a:pt x="5" y="11"/>
                    <a:pt x="7" y="10"/>
                  </a:cubicBezTo>
                  <a:cubicBezTo>
                    <a:pt x="8" y="9"/>
                    <a:pt x="10" y="7"/>
                    <a:pt x="11" y="6"/>
                  </a:cubicBezTo>
                  <a:cubicBezTo>
                    <a:pt x="12" y="5"/>
                    <a:pt x="14" y="5"/>
                    <a:pt x="15" y="2"/>
                  </a:cubicBezTo>
                  <a:cubicBezTo>
                    <a:pt x="20" y="4"/>
                    <a:pt x="19" y="0"/>
                    <a:pt x="24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59" name="í$1iḍê">
              <a:extLst>
                <a:ext uri="{FF2B5EF4-FFF2-40B4-BE49-F238E27FC236}">
                  <a16:creationId xmlns:a16="http://schemas.microsoft.com/office/drawing/2014/main" id="{B28CF094-BAE5-5352-F817-BD04ED0901D4}"/>
                </a:ext>
              </a:extLst>
            </p:cNvPr>
            <p:cNvSpPr/>
            <p:nvPr/>
          </p:nvSpPr>
          <p:spPr bwMode="auto">
            <a:xfrm>
              <a:off x="8401509" y="2785009"/>
              <a:ext cx="28016" cy="39222"/>
            </a:xfrm>
            <a:custGeom>
              <a:avLst/>
              <a:gdLst>
                <a:gd name="T0" fmla="*/ 2 w 13"/>
                <a:gd name="T1" fmla="*/ 0 h 19"/>
                <a:gd name="T2" fmla="*/ 4 w 13"/>
                <a:gd name="T3" fmla="*/ 4 h 19"/>
                <a:gd name="T4" fmla="*/ 9 w 13"/>
                <a:gd name="T5" fmla="*/ 9 h 19"/>
                <a:gd name="T6" fmla="*/ 11 w 13"/>
                <a:gd name="T7" fmla="*/ 19 h 19"/>
                <a:gd name="T8" fmla="*/ 6 w 13"/>
                <a:gd name="T9" fmla="*/ 19 h 19"/>
                <a:gd name="T10" fmla="*/ 0 w 13"/>
                <a:gd name="T11" fmla="*/ 4 h 19"/>
                <a:gd name="T12" fmla="*/ 2 w 13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2" y="0"/>
                  </a:moveTo>
                  <a:cubicBezTo>
                    <a:pt x="4" y="0"/>
                    <a:pt x="3" y="2"/>
                    <a:pt x="4" y="4"/>
                  </a:cubicBezTo>
                  <a:cubicBezTo>
                    <a:pt x="2" y="6"/>
                    <a:pt x="12" y="7"/>
                    <a:pt x="9" y="9"/>
                  </a:cubicBezTo>
                  <a:cubicBezTo>
                    <a:pt x="6" y="13"/>
                    <a:pt x="13" y="10"/>
                    <a:pt x="11" y="19"/>
                  </a:cubicBezTo>
                  <a:cubicBezTo>
                    <a:pt x="8" y="19"/>
                    <a:pt x="6" y="16"/>
                    <a:pt x="6" y="19"/>
                  </a:cubicBezTo>
                  <a:cubicBezTo>
                    <a:pt x="3" y="16"/>
                    <a:pt x="2" y="8"/>
                    <a:pt x="0" y="4"/>
                  </a:cubicBezTo>
                  <a:cubicBezTo>
                    <a:pt x="2" y="4"/>
                    <a:pt x="1" y="2"/>
                    <a:pt x="2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0" name="îṣļídè">
              <a:extLst>
                <a:ext uri="{FF2B5EF4-FFF2-40B4-BE49-F238E27FC236}">
                  <a16:creationId xmlns:a16="http://schemas.microsoft.com/office/drawing/2014/main" id="{C1DE8545-B06E-FD5D-3F96-7D0C488603FB}"/>
                </a:ext>
              </a:extLst>
            </p:cNvPr>
            <p:cNvSpPr/>
            <p:nvPr/>
          </p:nvSpPr>
          <p:spPr bwMode="auto">
            <a:xfrm>
              <a:off x="8408512" y="2820029"/>
              <a:ext cx="64436" cy="85448"/>
            </a:xfrm>
            <a:custGeom>
              <a:avLst/>
              <a:gdLst>
                <a:gd name="T0" fmla="*/ 10 w 31"/>
                <a:gd name="T1" fmla="*/ 0 h 41"/>
                <a:gd name="T2" fmla="*/ 12 w 31"/>
                <a:gd name="T3" fmla="*/ 2 h 41"/>
                <a:gd name="T4" fmla="*/ 16 w 31"/>
                <a:gd name="T5" fmla="*/ 2 h 41"/>
                <a:gd name="T6" fmla="*/ 31 w 31"/>
                <a:gd name="T7" fmla="*/ 9 h 41"/>
                <a:gd name="T8" fmla="*/ 31 w 31"/>
                <a:gd name="T9" fmla="*/ 19 h 41"/>
                <a:gd name="T10" fmla="*/ 25 w 31"/>
                <a:gd name="T11" fmla="*/ 19 h 41"/>
                <a:gd name="T12" fmla="*/ 23 w 31"/>
                <a:gd name="T13" fmla="*/ 22 h 41"/>
                <a:gd name="T14" fmla="*/ 21 w 31"/>
                <a:gd name="T15" fmla="*/ 33 h 41"/>
                <a:gd name="T16" fmla="*/ 19 w 31"/>
                <a:gd name="T17" fmla="*/ 37 h 41"/>
                <a:gd name="T18" fmla="*/ 10 w 31"/>
                <a:gd name="T19" fmla="*/ 39 h 41"/>
                <a:gd name="T20" fmla="*/ 8 w 31"/>
                <a:gd name="T21" fmla="*/ 33 h 41"/>
                <a:gd name="T22" fmla="*/ 12 w 31"/>
                <a:gd name="T23" fmla="*/ 30 h 41"/>
                <a:gd name="T24" fmla="*/ 1 w 31"/>
                <a:gd name="T25" fmla="*/ 24 h 41"/>
                <a:gd name="T26" fmla="*/ 8 w 31"/>
                <a:gd name="T27" fmla="*/ 17 h 41"/>
                <a:gd name="T28" fmla="*/ 10 w 31"/>
                <a:gd name="T2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10" y="0"/>
                  </a:moveTo>
                  <a:cubicBezTo>
                    <a:pt x="12" y="0"/>
                    <a:pt x="12" y="1"/>
                    <a:pt x="12" y="2"/>
                  </a:cubicBezTo>
                  <a:cubicBezTo>
                    <a:pt x="12" y="5"/>
                    <a:pt x="16" y="2"/>
                    <a:pt x="16" y="2"/>
                  </a:cubicBezTo>
                  <a:cubicBezTo>
                    <a:pt x="21" y="5"/>
                    <a:pt x="19" y="12"/>
                    <a:pt x="31" y="9"/>
                  </a:cubicBezTo>
                  <a:cubicBezTo>
                    <a:pt x="31" y="12"/>
                    <a:pt x="31" y="15"/>
                    <a:pt x="31" y="19"/>
                  </a:cubicBezTo>
                  <a:cubicBezTo>
                    <a:pt x="29" y="19"/>
                    <a:pt x="27" y="19"/>
                    <a:pt x="25" y="19"/>
                  </a:cubicBezTo>
                  <a:cubicBezTo>
                    <a:pt x="25" y="21"/>
                    <a:pt x="25" y="22"/>
                    <a:pt x="23" y="22"/>
                  </a:cubicBezTo>
                  <a:cubicBezTo>
                    <a:pt x="27" y="27"/>
                    <a:pt x="22" y="28"/>
                    <a:pt x="21" y="33"/>
                  </a:cubicBezTo>
                  <a:cubicBezTo>
                    <a:pt x="21" y="35"/>
                    <a:pt x="15" y="36"/>
                    <a:pt x="19" y="37"/>
                  </a:cubicBezTo>
                  <a:cubicBezTo>
                    <a:pt x="20" y="41"/>
                    <a:pt x="13" y="38"/>
                    <a:pt x="10" y="39"/>
                  </a:cubicBezTo>
                  <a:cubicBezTo>
                    <a:pt x="11" y="36"/>
                    <a:pt x="8" y="36"/>
                    <a:pt x="8" y="33"/>
                  </a:cubicBezTo>
                  <a:cubicBezTo>
                    <a:pt x="8" y="30"/>
                    <a:pt x="10" y="30"/>
                    <a:pt x="12" y="30"/>
                  </a:cubicBezTo>
                  <a:cubicBezTo>
                    <a:pt x="9" y="27"/>
                    <a:pt x="8" y="22"/>
                    <a:pt x="1" y="24"/>
                  </a:cubicBezTo>
                  <a:cubicBezTo>
                    <a:pt x="0" y="19"/>
                    <a:pt x="6" y="19"/>
                    <a:pt x="8" y="17"/>
                  </a:cubicBezTo>
                  <a:cubicBezTo>
                    <a:pt x="9" y="7"/>
                    <a:pt x="8" y="7"/>
                    <a:pt x="10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1" name="íṥḻïďê">
              <a:extLst>
                <a:ext uri="{FF2B5EF4-FFF2-40B4-BE49-F238E27FC236}">
                  <a16:creationId xmlns:a16="http://schemas.microsoft.com/office/drawing/2014/main" id="{2A48DA89-E483-098C-8A18-17EA09125452}"/>
                </a:ext>
              </a:extLst>
            </p:cNvPr>
            <p:cNvSpPr/>
            <p:nvPr/>
          </p:nvSpPr>
          <p:spPr bwMode="auto">
            <a:xfrm>
              <a:off x="7957460" y="2890068"/>
              <a:ext cx="51829" cy="56031"/>
            </a:xfrm>
            <a:custGeom>
              <a:avLst/>
              <a:gdLst>
                <a:gd name="T0" fmla="*/ 24 w 25"/>
                <a:gd name="T1" fmla="*/ 1 h 27"/>
                <a:gd name="T2" fmla="*/ 24 w 25"/>
                <a:gd name="T3" fmla="*/ 12 h 27"/>
                <a:gd name="T4" fmla="*/ 22 w 25"/>
                <a:gd name="T5" fmla="*/ 9 h 27"/>
                <a:gd name="T6" fmla="*/ 20 w 25"/>
                <a:gd name="T7" fmla="*/ 11 h 27"/>
                <a:gd name="T8" fmla="*/ 20 w 25"/>
                <a:gd name="T9" fmla="*/ 20 h 27"/>
                <a:gd name="T10" fmla="*/ 16 w 25"/>
                <a:gd name="T11" fmla="*/ 20 h 27"/>
                <a:gd name="T12" fmla="*/ 16 w 25"/>
                <a:gd name="T13" fmla="*/ 24 h 27"/>
                <a:gd name="T14" fmla="*/ 11 w 25"/>
                <a:gd name="T15" fmla="*/ 27 h 27"/>
                <a:gd name="T16" fmla="*/ 7 w 25"/>
                <a:gd name="T17" fmla="*/ 22 h 27"/>
                <a:gd name="T18" fmla="*/ 3 w 25"/>
                <a:gd name="T19" fmla="*/ 18 h 27"/>
                <a:gd name="T20" fmla="*/ 0 w 25"/>
                <a:gd name="T21" fmla="*/ 7 h 27"/>
                <a:gd name="T22" fmla="*/ 15 w 25"/>
                <a:gd name="T23" fmla="*/ 3 h 27"/>
                <a:gd name="T24" fmla="*/ 24 w 25"/>
                <a:gd name="T25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7">
                  <a:moveTo>
                    <a:pt x="24" y="1"/>
                  </a:moveTo>
                  <a:cubicBezTo>
                    <a:pt x="23" y="5"/>
                    <a:pt x="25" y="8"/>
                    <a:pt x="24" y="12"/>
                  </a:cubicBezTo>
                  <a:cubicBezTo>
                    <a:pt x="24" y="13"/>
                    <a:pt x="22" y="10"/>
                    <a:pt x="22" y="9"/>
                  </a:cubicBezTo>
                  <a:cubicBezTo>
                    <a:pt x="22" y="9"/>
                    <a:pt x="21" y="9"/>
                    <a:pt x="20" y="11"/>
                  </a:cubicBezTo>
                  <a:cubicBezTo>
                    <a:pt x="19" y="13"/>
                    <a:pt x="21" y="17"/>
                    <a:pt x="20" y="20"/>
                  </a:cubicBezTo>
                  <a:cubicBezTo>
                    <a:pt x="20" y="20"/>
                    <a:pt x="17" y="19"/>
                    <a:pt x="16" y="20"/>
                  </a:cubicBezTo>
                  <a:cubicBezTo>
                    <a:pt x="16" y="20"/>
                    <a:pt x="17" y="23"/>
                    <a:pt x="16" y="24"/>
                  </a:cubicBezTo>
                  <a:cubicBezTo>
                    <a:pt x="15" y="25"/>
                    <a:pt x="11" y="24"/>
                    <a:pt x="11" y="27"/>
                  </a:cubicBezTo>
                  <a:cubicBezTo>
                    <a:pt x="9" y="26"/>
                    <a:pt x="8" y="24"/>
                    <a:pt x="7" y="22"/>
                  </a:cubicBezTo>
                  <a:cubicBezTo>
                    <a:pt x="6" y="21"/>
                    <a:pt x="4" y="19"/>
                    <a:pt x="3" y="18"/>
                  </a:cubicBezTo>
                  <a:cubicBezTo>
                    <a:pt x="2" y="14"/>
                    <a:pt x="4" y="9"/>
                    <a:pt x="0" y="7"/>
                  </a:cubicBezTo>
                  <a:cubicBezTo>
                    <a:pt x="2" y="4"/>
                    <a:pt x="9" y="4"/>
                    <a:pt x="15" y="3"/>
                  </a:cubicBezTo>
                  <a:cubicBezTo>
                    <a:pt x="18" y="2"/>
                    <a:pt x="20" y="0"/>
                    <a:pt x="24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2" name="ïŝļiḓe">
              <a:extLst>
                <a:ext uri="{FF2B5EF4-FFF2-40B4-BE49-F238E27FC236}">
                  <a16:creationId xmlns:a16="http://schemas.microsoft.com/office/drawing/2014/main" id="{17EB792D-875A-4F33-8CFE-4E31964C7A07}"/>
                </a:ext>
              </a:extLst>
            </p:cNvPr>
            <p:cNvSpPr/>
            <p:nvPr/>
          </p:nvSpPr>
          <p:spPr bwMode="auto">
            <a:xfrm>
              <a:off x="4511536" y="414885"/>
              <a:ext cx="952532" cy="710197"/>
            </a:xfrm>
            <a:custGeom>
              <a:avLst/>
              <a:gdLst>
                <a:gd name="T0" fmla="*/ 325 w 458"/>
                <a:gd name="T1" fmla="*/ 39 h 342"/>
                <a:gd name="T2" fmla="*/ 343 w 458"/>
                <a:gd name="T3" fmla="*/ 40 h 342"/>
                <a:gd name="T4" fmla="*/ 370 w 458"/>
                <a:gd name="T5" fmla="*/ 35 h 342"/>
                <a:gd name="T6" fmla="*/ 384 w 458"/>
                <a:gd name="T7" fmla="*/ 37 h 342"/>
                <a:gd name="T8" fmla="*/ 383 w 458"/>
                <a:gd name="T9" fmla="*/ 42 h 342"/>
                <a:gd name="T10" fmla="*/ 431 w 458"/>
                <a:gd name="T11" fmla="*/ 33 h 342"/>
                <a:gd name="T12" fmla="*/ 457 w 458"/>
                <a:gd name="T13" fmla="*/ 39 h 342"/>
                <a:gd name="T14" fmla="*/ 424 w 458"/>
                <a:gd name="T15" fmla="*/ 55 h 342"/>
                <a:gd name="T16" fmla="*/ 414 w 458"/>
                <a:gd name="T17" fmla="*/ 68 h 342"/>
                <a:gd name="T18" fmla="*/ 397 w 458"/>
                <a:gd name="T19" fmla="*/ 87 h 342"/>
                <a:gd name="T20" fmla="*/ 401 w 458"/>
                <a:gd name="T21" fmla="*/ 104 h 342"/>
                <a:gd name="T22" fmla="*/ 390 w 458"/>
                <a:gd name="T23" fmla="*/ 121 h 342"/>
                <a:gd name="T24" fmla="*/ 403 w 458"/>
                <a:gd name="T25" fmla="*/ 143 h 342"/>
                <a:gd name="T26" fmla="*/ 392 w 458"/>
                <a:gd name="T27" fmla="*/ 160 h 342"/>
                <a:gd name="T28" fmla="*/ 379 w 458"/>
                <a:gd name="T29" fmla="*/ 175 h 342"/>
                <a:gd name="T30" fmla="*/ 397 w 458"/>
                <a:gd name="T31" fmla="*/ 208 h 342"/>
                <a:gd name="T32" fmla="*/ 368 w 458"/>
                <a:gd name="T33" fmla="*/ 204 h 342"/>
                <a:gd name="T34" fmla="*/ 366 w 458"/>
                <a:gd name="T35" fmla="*/ 216 h 342"/>
                <a:gd name="T36" fmla="*/ 353 w 458"/>
                <a:gd name="T37" fmla="*/ 234 h 342"/>
                <a:gd name="T38" fmla="*/ 323 w 458"/>
                <a:gd name="T39" fmla="*/ 242 h 342"/>
                <a:gd name="T40" fmla="*/ 308 w 458"/>
                <a:gd name="T41" fmla="*/ 251 h 342"/>
                <a:gd name="T42" fmla="*/ 299 w 458"/>
                <a:gd name="T43" fmla="*/ 262 h 342"/>
                <a:gd name="T44" fmla="*/ 258 w 458"/>
                <a:gd name="T45" fmla="*/ 273 h 342"/>
                <a:gd name="T46" fmla="*/ 247 w 458"/>
                <a:gd name="T47" fmla="*/ 290 h 342"/>
                <a:gd name="T48" fmla="*/ 235 w 458"/>
                <a:gd name="T49" fmla="*/ 305 h 342"/>
                <a:gd name="T50" fmla="*/ 232 w 458"/>
                <a:gd name="T51" fmla="*/ 320 h 342"/>
                <a:gd name="T52" fmla="*/ 207 w 458"/>
                <a:gd name="T53" fmla="*/ 335 h 342"/>
                <a:gd name="T54" fmla="*/ 181 w 458"/>
                <a:gd name="T55" fmla="*/ 322 h 342"/>
                <a:gd name="T56" fmla="*/ 166 w 458"/>
                <a:gd name="T57" fmla="*/ 303 h 342"/>
                <a:gd name="T58" fmla="*/ 157 w 458"/>
                <a:gd name="T59" fmla="*/ 290 h 342"/>
                <a:gd name="T60" fmla="*/ 150 w 458"/>
                <a:gd name="T61" fmla="*/ 262 h 342"/>
                <a:gd name="T62" fmla="*/ 153 w 458"/>
                <a:gd name="T63" fmla="*/ 253 h 342"/>
                <a:gd name="T64" fmla="*/ 166 w 458"/>
                <a:gd name="T65" fmla="*/ 238 h 342"/>
                <a:gd name="T66" fmla="*/ 159 w 458"/>
                <a:gd name="T67" fmla="*/ 219 h 342"/>
                <a:gd name="T68" fmla="*/ 163 w 458"/>
                <a:gd name="T69" fmla="*/ 204 h 342"/>
                <a:gd name="T70" fmla="*/ 144 w 458"/>
                <a:gd name="T71" fmla="*/ 199 h 342"/>
                <a:gd name="T72" fmla="*/ 131 w 458"/>
                <a:gd name="T73" fmla="*/ 175 h 342"/>
                <a:gd name="T74" fmla="*/ 118 w 458"/>
                <a:gd name="T75" fmla="*/ 148 h 342"/>
                <a:gd name="T76" fmla="*/ 84 w 458"/>
                <a:gd name="T77" fmla="*/ 132 h 342"/>
                <a:gd name="T78" fmla="*/ 38 w 458"/>
                <a:gd name="T79" fmla="*/ 134 h 342"/>
                <a:gd name="T80" fmla="*/ 38 w 458"/>
                <a:gd name="T81" fmla="*/ 122 h 342"/>
                <a:gd name="T82" fmla="*/ 19 w 458"/>
                <a:gd name="T83" fmla="*/ 106 h 342"/>
                <a:gd name="T84" fmla="*/ 28 w 458"/>
                <a:gd name="T85" fmla="*/ 89 h 342"/>
                <a:gd name="T86" fmla="*/ 51 w 458"/>
                <a:gd name="T87" fmla="*/ 80 h 342"/>
                <a:gd name="T88" fmla="*/ 55 w 458"/>
                <a:gd name="T89" fmla="*/ 68 h 342"/>
                <a:gd name="T90" fmla="*/ 49 w 458"/>
                <a:gd name="T91" fmla="*/ 61 h 342"/>
                <a:gd name="T92" fmla="*/ 66 w 458"/>
                <a:gd name="T93" fmla="*/ 55 h 342"/>
                <a:gd name="T94" fmla="*/ 84 w 458"/>
                <a:gd name="T95" fmla="*/ 37 h 342"/>
                <a:gd name="T96" fmla="*/ 140 w 458"/>
                <a:gd name="T97" fmla="*/ 29 h 342"/>
                <a:gd name="T98" fmla="*/ 166 w 458"/>
                <a:gd name="T99" fmla="*/ 37 h 342"/>
                <a:gd name="T100" fmla="*/ 191 w 458"/>
                <a:gd name="T101" fmla="*/ 24 h 342"/>
                <a:gd name="T102" fmla="*/ 213 w 458"/>
                <a:gd name="T103" fmla="*/ 25 h 342"/>
                <a:gd name="T104" fmla="*/ 220 w 458"/>
                <a:gd name="T105" fmla="*/ 12 h 342"/>
                <a:gd name="T106" fmla="*/ 263 w 458"/>
                <a:gd name="T107" fmla="*/ 3 h 342"/>
                <a:gd name="T108" fmla="*/ 323 w 458"/>
                <a:gd name="T109" fmla="*/ 1 h 342"/>
                <a:gd name="T110" fmla="*/ 368 w 458"/>
                <a:gd name="T111" fmla="*/ 16 h 342"/>
                <a:gd name="T112" fmla="*/ 383 w 458"/>
                <a:gd name="T113" fmla="*/ 27 h 342"/>
                <a:gd name="T114" fmla="*/ 319 w 458"/>
                <a:gd name="T115" fmla="*/ 29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8" h="342">
                  <a:moveTo>
                    <a:pt x="310" y="35"/>
                  </a:moveTo>
                  <a:cubicBezTo>
                    <a:pt x="310" y="37"/>
                    <a:pt x="314" y="36"/>
                    <a:pt x="314" y="39"/>
                  </a:cubicBezTo>
                  <a:cubicBezTo>
                    <a:pt x="316" y="40"/>
                    <a:pt x="319" y="37"/>
                    <a:pt x="319" y="37"/>
                  </a:cubicBezTo>
                  <a:cubicBezTo>
                    <a:pt x="322" y="36"/>
                    <a:pt x="322" y="39"/>
                    <a:pt x="325" y="39"/>
                  </a:cubicBezTo>
                  <a:cubicBezTo>
                    <a:pt x="326" y="38"/>
                    <a:pt x="327" y="37"/>
                    <a:pt x="329" y="37"/>
                  </a:cubicBezTo>
                  <a:cubicBezTo>
                    <a:pt x="330" y="36"/>
                    <a:pt x="332" y="37"/>
                    <a:pt x="334" y="37"/>
                  </a:cubicBezTo>
                  <a:cubicBezTo>
                    <a:pt x="341" y="35"/>
                    <a:pt x="349" y="32"/>
                    <a:pt x="355" y="35"/>
                  </a:cubicBezTo>
                  <a:cubicBezTo>
                    <a:pt x="353" y="39"/>
                    <a:pt x="345" y="36"/>
                    <a:pt x="343" y="40"/>
                  </a:cubicBezTo>
                  <a:cubicBezTo>
                    <a:pt x="344" y="44"/>
                    <a:pt x="347" y="40"/>
                    <a:pt x="347" y="40"/>
                  </a:cubicBezTo>
                  <a:cubicBezTo>
                    <a:pt x="351" y="41"/>
                    <a:pt x="351" y="43"/>
                    <a:pt x="356" y="40"/>
                  </a:cubicBezTo>
                  <a:cubicBezTo>
                    <a:pt x="358" y="40"/>
                    <a:pt x="359" y="39"/>
                    <a:pt x="360" y="39"/>
                  </a:cubicBezTo>
                  <a:cubicBezTo>
                    <a:pt x="361" y="38"/>
                    <a:pt x="369" y="35"/>
                    <a:pt x="370" y="35"/>
                  </a:cubicBezTo>
                  <a:cubicBezTo>
                    <a:pt x="373" y="40"/>
                    <a:pt x="368" y="33"/>
                    <a:pt x="371" y="33"/>
                  </a:cubicBezTo>
                  <a:cubicBezTo>
                    <a:pt x="372" y="33"/>
                    <a:pt x="377" y="33"/>
                    <a:pt x="377" y="33"/>
                  </a:cubicBezTo>
                  <a:cubicBezTo>
                    <a:pt x="378" y="32"/>
                    <a:pt x="381" y="30"/>
                    <a:pt x="386" y="31"/>
                  </a:cubicBezTo>
                  <a:cubicBezTo>
                    <a:pt x="386" y="34"/>
                    <a:pt x="387" y="36"/>
                    <a:pt x="384" y="37"/>
                  </a:cubicBezTo>
                  <a:cubicBezTo>
                    <a:pt x="384" y="38"/>
                    <a:pt x="382" y="39"/>
                    <a:pt x="381" y="40"/>
                  </a:cubicBezTo>
                  <a:cubicBezTo>
                    <a:pt x="379" y="43"/>
                    <a:pt x="378" y="47"/>
                    <a:pt x="373" y="46"/>
                  </a:cubicBezTo>
                  <a:cubicBezTo>
                    <a:pt x="374" y="52"/>
                    <a:pt x="377" y="44"/>
                    <a:pt x="381" y="46"/>
                  </a:cubicBezTo>
                  <a:cubicBezTo>
                    <a:pt x="383" y="47"/>
                    <a:pt x="382" y="43"/>
                    <a:pt x="383" y="42"/>
                  </a:cubicBezTo>
                  <a:cubicBezTo>
                    <a:pt x="385" y="41"/>
                    <a:pt x="392" y="43"/>
                    <a:pt x="392" y="39"/>
                  </a:cubicBezTo>
                  <a:cubicBezTo>
                    <a:pt x="396" y="45"/>
                    <a:pt x="408" y="36"/>
                    <a:pt x="411" y="40"/>
                  </a:cubicBezTo>
                  <a:cubicBezTo>
                    <a:pt x="412" y="39"/>
                    <a:pt x="414" y="37"/>
                    <a:pt x="416" y="35"/>
                  </a:cubicBezTo>
                  <a:cubicBezTo>
                    <a:pt x="422" y="37"/>
                    <a:pt x="426" y="33"/>
                    <a:pt x="431" y="33"/>
                  </a:cubicBezTo>
                  <a:cubicBezTo>
                    <a:pt x="430" y="33"/>
                    <a:pt x="432" y="35"/>
                    <a:pt x="433" y="35"/>
                  </a:cubicBezTo>
                  <a:cubicBezTo>
                    <a:pt x="434" y="35"/>
                    <a:pt x="441" y="34"/>
                    <a:pt x="442" y="35"/>
                  </a:cubicBezTo>
                  <a:cubicBezTo>
                    <a:pt x="444" y="37"/>
                    <a:pt x="443" y="34"/>
                    <a:pt x="446" y="35"/>
                  </a:cubicBezTo>
                  <a:cubicBezTo>
                    <a:pt x="449" y="36"/>
                    <a:pt x="453" y="39"/>
                    <a:pt x="457" y="39"/>
                  </a:cubicBezTo>
                  <a:cubicBezTo>
                    <a:pt x="458" y="42"/>
                    <a:pt x="455" y="41"/>
                    <a:pt x="453" y="42"/>
                  </a:cubicBezTo>
                  <a:cubicBezTo>
                    <a:pt x="452" y="43"/>
                    <a:pt x="451" y="45"/>
                    <a:pt x="450" y="46"/>
                  </a:cubicBezTo>
                  <a:cubicBezTo>
                    <a:pt x="445" y="48"/>
                    <a:pt x="437" y="47"/>
                    <a:pt x="437" y="53"/>
                  </a:cubicBezTo>
                  <a:cubicBezTo>
                    <a:pt x="432" y="53"/>
                    <a:pt x="426" y="53"/>
                    <a:pt x="424" y="55"/>
                  </a:cubicBezTo>
                  <a:cubicBezTo>
                    <a:pt x="426" y="58"/>
                    <a:pt x="430" y="59"/>
                    <a:pt x="422" y="59"/>
                  </a:cubicBezTo>
                  <a:cubicBezTo>
                    <a:pt x="422" y="61"/>
                    <a:pt x="425" y="61"/>
                    <a:pt x="427" y="61"/>
                  </a:cubicBezTo>
                  <a:cubicBezTo>
                    <a:pt x="424" y="66"/>
                    <a:pt x="415" y="65"/>
                    <a:pt x="414" y="72"/>
                  </a:cubicBezTo>
                  <a:cubicBezTo>
                    <a:pt x="411" y="72"/>
                    <a:pt x="415" y="69"/>
                    <a:pt x="414" y="68"/>
                  </a:cubicBezTo>
                  <a:cubicBezTo>
                    <a:pt x="413" y="68"/>
                    <a:pt x="408" y="71"/>
                    <a:pt x="405" y="72"/>
                  </a:cubicBezTo>
                  <a:cubicBezTo>
                    <a:pt x="405" y="74"/>
                    <a:pt x="407" y="73"/>
                    <a:pt x="409" y="74"/>
                  </a:cubicBezTo>
                  <a:cubicBezTo>
                    <a:pt x="404" y="78"/>
                    <a:pt x="407" y="77"/>
                    <a:pt x="405" y="83"/>
                  </a:cubicBezTo>
                  <a:cubicBezTo>
                    <a:pt x="405" y="85"/>
                    <a:pt x="398" y="86"/>
                    <a:pt x="397" y="87"/>
                  </a:cubicBezTo>
                  <a:cubicBezTo>
                    <a:pt x="397" y="88"/>
                    <a:pt x="398" y="92"/>
                    <a:pt x="397" y="93"/>
                  </a:cubicBezTo>
                  <a:cubicBezTo>
                    <a:pt x="396" y="94"/>
                    <a:pt x="392" y="93"/>
                    <a:pt x="390" y="94"/>
                  </a:cubicBezTo>
                  <a:cubicBezTo>
                    <a:pt x="391" y="97"/>
                    <a:pt x="393" y="97"/>
                    <a:pt x="394" y="100"/>
                  </a:cubicBezTo>
                  <a:cubicBezTo>
                    <a:pt x="395" y="104"/>
                    <a:pt x="399" y="102"/>
                    <a:pt x="401" y="104"/>
                  </a:cubicBezTo>
                  <a:cubicBezTo>
                    <a:pt x="402" y="104"/>
                    <a:pt x="401" y="107"/>
                    <a:pt x="401" y="107"/>
                  </a:cubicBezTo>
                  <a:cubicBezTo>
                    <a:pt x="403" y="109"/>
                    <a:pt x="406" y="108"/>
                    <a:pt x="407" y="109"/>
                  </a:cubicBezTo>
                  <a:cubicBezTo>
                    <a:pt x="407" y="113"/>
                    <a:pt x="409" y="113"/>
                    <a:pt x="409" y="117"/>
                  </a:cubicBezTo>
                  <a:cubicBezTo>
                    <a:pt x="403" y="119"/>
                    <a:pt x="397" y="117"/>
                    <a:pt x="390" y="121"/>
                  </a:cubicBezTo>
                  <a:cubicBezTo>
                    <a:pt x="395" y="125"/>
                    <a:pt x="399" y="131"/>
                    <a:pt x="409" y="130"/>
                  </a:cubicBezTo>
                  <a:cubicBezTo>
                    <a:pt x="408" y="133"/>
                    <a:pt x="410" y="133"/>
                    <a:pt x="412" y="134"/>
                  </a:cubicBezTo>
                  <a:cubicBezTo>
                    <a:pt x="413" y="138"/>
                    <a:pt x="409" y="136"/>
                    <a:pt x="409" y="139"/>
                  </a:cubicBezTo>
                  <a:cubicBezTo>
                    <a:pt x="409" y="141"/>
                    <a:pt x="406" y="143"/>
                    <a:pt x="403" y="143"/>
                  </a:cubicBezTo>
                  <a:cubicBezTo>
                    <a:pt x="401" y="150"/>
                    <a:pt x="410" y="146"/>
                    <a:pt x="409" y="152"/>
                  </a:cubicBezTo>
                  <a:cubicBezTo>
                    <a:pt x="405" y="152"/>
                    <a:pt x="405" y="154"/>
                    <a:pt x="407" y="154"/>
                  </a:cubicBezTo>
                  <a:cubicBezTo>
                    <a:pt x="405" y="160"/>
                    <a:pt x="401" y="153"/>
                    <a:pt x="397" y="154"/>
                  </a:cubicBezTo>
                  <a:cubicBezTo>
                    <a:pt x="394" y="154"/>
                    <a:pt x="396" y="160"/>
                    <a:pt x="392" y="160"/>
                  </a:cubicBezTo>
                  <a:cubicBezTo>
                    <a:pt x="392" y="163"/>
                    <a:pt x="393" y="164"/>
                    <a:pt x="396" y="165"/>
                  </a:cubicBezTo>
                  <a:cubicBezTo>
                    <a:pt x="395" y="168"/>
                    <a:pt x="391" y="166"/>
                    <a:pt x="388" y="167"/>
                  </a:cubicBezTo>
                  <a:cubicBezTo>
                    <a:pt x="383" y="168"/>
                    <a:pt x="378" y="172"/>
                    <a:pt x="373" y="173"/>
                  </a:cubicBezTo>
                  <a:cubicBezTo>
                    <a:pt x="373" y="175"/>
                    <a:pt x="377" y="174"/>
                    <a:pt x="379" y="175"/>
                  </a:cubicBezTo>
                  <a:cubicBezTo>
                    <a:pt x="381" y="176"/>
                    <a:pt x="382" y="182"/>
                    <a:pt x="386" y="180"/>
                  </a:cubicBezTo>
                  <a:cubicBezTo>
                    <a:pt x="388" y="184"/>
                    <a:pt x="383" y="184"/>
                    <a:pt x="383" y="186"/>
                  </a:cubicBezTo>
                  <a:cubicBezTo>
                    <a:pt x="382" y="188"/>
                    <a:pt x="385" y="194"/>
                    <a:pt x="381" y="195"/>
                  </a:cubicBezTo>
                  <a:cubicBezTo>
                    <a:pt x="383" y="202"/>
                    <a:pt x="396" y="200"/>
                    <a:pt x="397" y="208"/>
                  </a:cubicBezTo>
                  <a:cubicBezTo>
                    <a:pt x="395" y="208"/>
                    <a:pt x="390" y="209"/>
                    <a:pt x="390" y="206"/>
                  </a:cubicBezTo>
                  <a:cubicBezTo>
                    <a:pt x="388" y="207"/>
                    <a:pt x="389" y="208"/>
                    <a:pt x="390" y="208"/>
                  </a:cubicBezTo>
                  <a:cubicBezTo>
                    <a:pt x="385" y="214"/>
                    <a:pt x="382" y="213"/>
                    <a:pt x="373" y="212"/>
                  </a:cubicBezTo>
                  <a:cubicBezTo>
                    <a:pt x="376" y="205"/>
                    <a:pt x="365" y="211"/>
                    <a:pt x="368" y="204"/>
                  </a:cubicBezTo>
                  <a:cubicBezTo>
                    <a:pt x="362" y="203"/>
                    <a:pt x="362" y="208"/>
                    <a:pt x="356" y="206"/>
                  </a:cubicBezTo>
                  <a:cubicBezTo>
                    <a:pt x="359" y="209"/>
                    <a:pt x="358" y="210"/>
                    <a:pt x="355" y="210"/>
                  </a:cubicBezTo>
                  <a:cubicBezTo>
                    <a:pt x="355" y="213"/>
                    <a:pt x="366" y="213"/>
                    <a:pt x="356" y="214"/>
                  </a:cubicBezTo>
                  <a:cubicBezTo>
                    <a:pt x="358" y="218"/>
                    <a:pt x="363" y="215"/>
                    <a:pt x="366" y="216"/>
                  </a:cubicBezTo>
                  <a:cubicBezTo>
                    <a:pt x="370" y="216"/>
                    <a:pt x="375" y="219"/>
                    <a:pt x="381" y="217"/>
                  </a:cubicBezTo>
                  <a:cubicBezTo>
                    <a:pt x="377" y="223"/>
                    <a:pt x="372" y="228"/>
                    <a:pt x="368" y="232"/>
                  </a:cubicBezTo>
                  <a:cubicBezTo>
                    <a:pt x="363" y="231"/>
                    <a:pt x="360" y="233"/>
                    <a:pt x="356" y="234"/>
                  </a:cubicBezTo>
                  <a:cubicBezTo>
                    <a:pt x="356" y="234"/>
                    <a:pt x="353" y="234"/>
                    <a:pt x="353" y="234"/>
                  </a:cubicBezTo>
                  <a:cubicBezTo>
                    <a:pt x="351" y="236"/>
                    <a:pt x="352" y="234"/>
                    <a:pt x="349" y="234"/>
                  </a:cubicBezTo>
                  <a:cubicBezTo>
                    <a:pt x="344" y="234"/>
                    <a:pt x="339" y="238"/>
                    <a:pt x="332" y="238"/>
                  </a:cubicBezTo>
                  <a:cubicBezTo>
                    <a:pt x="329" y="238"/>
                    <a:pt x="332" y="240"/>
                    <a:pt x="332" y="240"/>
                  </a:cubicBezTo>
                  <a:cubicBezTo>
                    <a:pt x="330" y="244"/>
                    <a:pt x="329" y="241"/>
                    <a:pt x="323" y="242"/>
                  </a:cubicBezTo>
                  <a:cubicBezTo>
                    <a:pt x="323" y="243"/>
                    <a:pt x="325" y="243"/>
                    <a:pt x="327" y="244"/>
                  </a:cubicBezTo>
                  <a:cubicBezTo>
                    <a:pt x="327" y="246"/>
                    <a:pt x="313" y="248"/>
                    <a:pt x="315" y="242"/>
                  </a:cubicBezTo>
                  <a:cubicBezTo>
                    <a:pt x="314" y="243"/>
                    <a:pt x="309" y="242"/>
                    <a:pt x="308" y="244"/>
                  </a:cubicBezTo>
                  <a:cubicBezTo>
                    <a:pt x="307" y="245"/>
                    <a:pt x="309" y="249"/>
                    <a:pt x="308" y="251"/>
                  </a:cubicBezTo>
                  <a:cubicBezTo>
                    <a:pt x="308" y="251"/>
                    <a:pt x="303" y="249"/>
                    <a:pt x="302" y="251"/>
                  </a:cubicBezTo>
                  <a:cubicBezTo>
                    <a:pt x="302" y="252"/>
                    <a:pt x="305" y="254"/>
                    <a:pt x="304" y="257"/>
                  </a:cubicBezTo>
                  <a:cubicBezTo>
                    <a:pt x="302" y="259"/>
                    <a:pt x="301" y="257"/>
                    <a:pt x="299" y="257"/>
                  </a:cubicBezTo>
                  <a:cubicBezTo>
                    <a:pt x="299" y="258"/>
                    <a:pt x="299" y="260"/>
                    <a:pt x="299" y="262"/>
                  </a:cubicBezTo>
                  <a:cubicBezTo>
                    <a:pt x="298" y="262"/>
                    <a:pt x="296" y="262"/>
                    <a:pt x="295" y="262"/>
                  </a:cubicBezTo>
                  <a:cubicBezTo>
                    <a:pt x="293" y="263"/>
                    <a:pt x="295" y="265"/>
                    <a:pt x="293" y="266"/>
                  </a:cubicBezTo>
                  <a:cubicBezTo>
                    <a:pt x="290" y="267"/>
                    <a:pt x="282" y="265"/>
                    <a:pt x="284" y="271"/>
                  </a:cubicBezTo>
                  <a:cubicBezTo>
                    <a:pt x="276" y="273"/>
                    <a:pt x="267" y="274"/>
                    <a:pt x="258" y="273"/>
                  </a:cubicBezTo>
                  <a:cubicBezTo>
                    <a:pt x="254" y="276"/>
                    <a:pt x="252" y="285"/>
                    <a:pt x="247" y="281"/>
                  </a:cubicBezTo>
                  <a:cubicBezTo>
                    <a:pt x="247" y="282"/>
                    <a:pt x="249" y="284"/>
                    <a:pt x="248" y="286"/>
                  </a:cubicBezTo>
                  <a:cubicBezTo>
                    <a:pt x="248" y="287"/>
                    <a:pt x="245" y="286"/>
                    <a:pt x="245" y="286"/>
                  </a:cubicBezTo>
                  <a:cubicBezTo>
                    <a:pt x="244" y="287"/>
                    <a:pt x="247" y="289"/>
                    <a:pt x="247" y="290"/>
                  </a:cubicBezTo>
                  <a:cubicBezTo>
                    <a:pt x="247" y="290"/>
                    <a:pt x="245" y="291"/>
                    <a:pt x="245" y="292"/>
                  </a:cubicBezTo>
                  <a:cubicBezTo>
                    <a:pt x="245" y="294"/>
                    <a:pt x="239" y="298"/>
                    <a:pt x="243" y="299"/>
                  </a:cubicBezTo>
                  <a:cubicBezTo>
                    <a:pt x="243" y="302"/>
                    <a:pt x="240" y="300"/>
                    <a:pt x="239" y="301"/>
                  </a:cubicBezTo>
                  <a:cubicBezTo>
                    <a:pt x="238" y="302"/>
                    <a:pt x="236" y="304"/>
                    <a:pt x="235" y="305"/>
                  </a:cubicBezTo>
                  <a:cubicBezTo>
                    <a:pt x="235" y="306"/>
                    <a:pt x="236" y="308"/>
                    <a:pt x="235" y="309"/>
                  </a:cubicBezTo>
                  <a:cubicBezTo>
                    <a:pt x="233" y="311"/>
                    <a:pt x="235" y="313"/>
                    <a:pt x="233" y="316"/>
                  </a:cubicBezTo>
                  <a:cubicBezTo>
                    <a:pt x="233" y="317"/>
                    <a:pt x="230" y="316"/>
                    <a:pt x="230" y="316"/>
                  </a:cubicBezTo>
                  <a:cubicBezTo>
                    <a:pt x="230" y="317"/>
                    <a:pt x="231" y="319"/>
                    <a:pt x="232" y="320"/>
                  </a:cubicBezTo>
                  <a:cubicBezTo>
                    <a:pt x="232" y="323"/>
                    <a:pt x="230" y="323"/>
                    <a:pt x="230" y="326"/>
                  </a:cubicBezTo>
                  <a:cubicBezTo>
                    <a:pt x="230" y="327"/>
                    <a:pt x="231" y="330"/>
                    <a:pt x="232" y="329"/>
                  </a:cubicBezTo>
                  <a:cubicBezTo>
                    <a:pt x="229" y="336"/>
                    <a:pt x="226" y="338"/>
                    <a:pt x="220" y="342"/>
                  </a:cubicBezTo>
                  <a:cubicBezTo>
                    <a:pt x="214" y="342"/>
                    <a:pt x="211" y="338"/>
                    <a:pt x="207" y="335"/>
                  </a:cubicBezTo>
                  <a:cubicBezTo>
                    <a:pt x="202" y="342"/>
                    <a:pt x="191" y="331"/>
                    <a:pt x="192" y="331"/>
                  </a:cubicBezTo>
                  <a:cubicBezTo>
                    <a:pt x="191" y="331"/>
                    <a:pt x="190" y="335"/>
                    <a:pt x="191" y="335"/>
                  </a:cubicBezTo>
                  <a:cubicBezTo>
                    <a:pt x="188" y="334"/>
                    <a:pt x="188" y="331"/>
                    <a:pt x="187" y="329"/>
                  </a:cubicBezTo>
                  <a:cubicBezTo>
                    <a:pt x="185" y="327"/>
                    <a:pt x="180" y="327"/>
                    <a:pt x="181" y="322"/>
                  </a:cubicBezTo>
                  <a:cubicBezTo>
                    <a:pt x="179" y="319"/>
                    <a:pt x="176" y="318"/>
                    <a:pt x="174" y="316"/>
                  </a:cubicBezTo>
                  <a:cubicBezTo>
                    <a:pt x="174" y="314"/>
                    <a:pt x="176" y="315"/>
                    <a:pt x="178" y="314"/>
                  </a:cubicBezTo>
                  <a:cubicBezTo>
                    <a:pt x="177" y="310"/>
                    <a:pt x="173" y="312"/>
                    <a:pt x="170" y="309"/>
                  </a:cubicBezTo>
                  <a:cubicBezTo>
                    <a:pt x="169" y="307"/>
                    <a:pt x="169" y="304"/>
                    <a:pt x="166" y="303"/>
                  </a:cubicBezTo>
                  <a:cubicBezTo>
                    <a:pt x="163" y="307"/>
                    <a:pt x="166" y="300"/>
                    <a:pt x="166" y="301"/>
                  </a:cubicBezTo>
                  <a:cubicBezTo>
                    <a:pt x="166" y="299"/>
                    <a:pt x="164" y="301"/>
                    <a:pt x="163" y="299"/>
                  </a:cubicBezTo>
                  <a:cubicBezTo>
                    <a:pt x="161" y="297"/>
                    <a:pt x="164" y="294"/>
                    <a:pt x="161" y="294"/>
                  </a:cubicBezTo>
                  <a:cubicBezTo>
                    <a:pt x="157" y="294"/>
                    <a:pt x="160" y="286"/>
                    <a:pt x="157" y="290"/>
                  </a:cubicBezTo>
                  <a:cubicBezTo>
                    <a:pt x="155" y="289"/>
                    <a:pt x="155" y="286"/>
                    <a:pt x="151" y="286"/>
                  </a:cubicBezTo>
                  <a:cubicBezTo>
                    <a:pt x="152" y="284"/>
                    <a:pt x="155" y="283"/>
                    <a:pt x="155" y="281"/>
                  </a:cubicBezTo>
                  <a:cubicBezTo>
                    <a:pt x="155" y="278"/>
                    <a:pt x="151" y="279"/>
                    <a:pt x="148" y="279"/>
                  </a:cubicBezTo>
                  <a:cubicBezTo>
                    <a:pt x="146" y="272"/>
                    <a:pt x="147" y="269"/>
                    <a:pt x="150" y="262"/>
                  </a:cubicBezTo>
                  <a:cubicBezTo>
                    <a:pt x="145" y="259"/>
                    <a:pt x="153" y="256"/>
                    <a:pt x="146" y="257"/>
                  </a:cubicBezTo>
                  <a:cubicBezTo>
                    <a:pt x="145" y="254"/>
                    <a:pt x="149" y="256"/>
                    <a:pt x="150" y="255"/>
                  </a:cubicBezTo>
                  <a:cubicBezTo>
                    <a:pt x="150" y="254"/>
                    <a:pt x="149" y="251"/>
                    <a:pt x="150" y="251"/>
                  </a:cubicBezTo>
                  <a:cubicBezTo>
                    <a:pt x="151" y="251"/>
                    <a:pt x="152" y="253"/>
                    <a:pt x="153" y="253"/>
                  </a:cubicBezTo>
                  <a:cubicBezTo>
                    <a:pt x="153" y="249"/>
                    <a:pt x="153" y="245"/>
                    <a:pt x="153" y="242"/>
                  </a:cubicBezTo>
                  <a:cubicBezTo>
                    <a:pt x="156" y="242"/>
                    <a:pt x="158" y="240"/>
                    <a:pt x="159" y="238"/>
                  </a:cubicBezTo>
                  <a:cubicBezTo>
                    <a:pt x="161" y="238"/>
                    <a:pt x="160" y="240"/>
                    <a:pt x="161" y="242"/>
                  </a:cubicBezTo>
                  <a:cubicBezTo>
                    <a:pt x="163" y="240"/>
                    <a:pt x="163" y="237"/>
                    <a:pt x="166" y="238"/>
                  </a:cubicBezTo>
                  <a:cubicBezTo>
                    <a:pt x="168" y="236"/>
                    <a:pt x="164" y="235"/>
                    <a:pt x="164" y="234"/>
                  </a:cubicBezTo>
                  <a:cubicBezTo>
                    <a:pt x="165" y="232"/>
                    <a:pt x="170" y="232"/>
                    <a:pt x="170" y="230"/>
                  </a:cubicBezTo>
                  <a:cubicBezTo>
                    <a:pt x="171" y="227"/>
                    <a:pt x="164" y="226"/>
                    <a:pt x="168" y="221"/>
                  </a:cubicBezTo>
                  <a:cubicBezTo>
                    <a:pt x="160" y="226"/>
                    <a:pt x="172" y="217"/>
                    <a:pt x="159" y="219"/>
                  </a:cubicBezTo>
                  <a:cubicBezTo>
                    <a:pt x="158" y="213"/>
                    <a:pt x="164" y="214"/>
                    <a:pt x="170" y="214"/>
                  </a:cubicBezTo>
                  <a:cubicBezTo>
                    <a:pt x="170" y="212"/>
                    <a:pt x="166" y="212"/>
                    <a:pt x="166" y="210"/>
                  </a:cubicBezTo>
                  <a:cubicBezTo>
                    <a:pt x="167" y="208"/>
                    <a:pt x="164" y="209"/>
                    <a:pt x="163" y="208"/>
                  </a:cubicBezTo>
                  <a:cubicBezTo>
                    <a:pt x="162" y="208"/>
                    <a:pt x="163" y="205"/>
                    <a:pt x="163" y="204"/>
                  </a:cubicBezTo>
                  <a:cubicBezTo>
                    <a:pt x="162" y="204"/>
                    <a:pt x="158" y="201"/>
                    <a:pt x="157" y="201"/>
                  </a:cubicBezTo>
                  <a:cubicBezTo>
                    <a:pt x="156" y="201"/>
                    <a:pt x="154" y="196"/>
                    <a:pt x="151" y="193"/>
                  </a:cubicBezTo>
                  <a:cubicBezTo>
                    <a:pt x="149" y="196"/>
                    <a:pt x="148" y="199"/>
                    <a:pt x="146" y="193"/>
                  </a:cubicBezTo>
                  <a:cubicBezTo>
                    <a:pt x="144" y="194"/>
                    <a:pt x="144" y="197"/>
                    <a:pt x="144" y="199"/>
                  </a:cubicBezTo>
                  <a:cubicBezTo>
                    <a:pt x="141" y="199"/>
                    <a:pt x="138" y="199"/>
                    <a:pt x="135" y="199"/>
                  </a:cubicBezTo>
                  <a:cubicBezTo>
                    <a:pt x="129" y="191"/>
                    <a:pt x="133" y="185"/>
                    <a:pt x="135" y="176"/>
                  </a:cubicBezTo>
                  <a:cubicBezTo>
                    <a:pt x="134" y="175"/>
                    <a:pt x="133" y="173"/>
                    <a:pt x="133" y="171"/>
                  </a:cubicBezTo>
                  <a:cubicBezTo>
                    <a:pt x="131" y="171"/>
                    <a:pt x="131" y="173"/>
                    <a:pt x="131" y="175"/>
                  </a:cubicBezTo>
                  <a:cubicBezTo>
                    <a:pt x="126" y="175"/>
                    <a:pt x="133" y="164"/>
                    <a:pt x="125" y="167"/>
                  </a:cubicBezTo>
                  <a:cubicBezTo>
                    <a:pt x="128" y="164"/>
                    <a:pt x="128" y="162"/>
                    <a:pt x="125" y="160"/>
                  </a:cubicBezTo>
                  <a:cubicBezTo>
                    <a:pt x="125" y="157"/>
                    <a:pt x="122" y="158"/>
                    <a:pt x="120" y="158"/>
                  </a:cubicBezTo>
                  <a:cubicBezTo>
                    <a:pt x="118" y="155"/>
                    <a:pt x="119" y="151"/>
                    <a:pt x="118" y="148"/>
                  </a:cubicBezTo>
                  <a:cubicBezTo>
                    <a:pt x="117" y="146"/>
                    <a:pt x="112" y="146"/>
                    <a:pt x="114" y="141"/>
                  </a:cubicBezTo>
                  <a:cubicBezTo>
                    <a:pt x="111" y="142"/>
                    <a:pt x="110" y="140"/>
                    <a:pt x="109" y="139"/>
                  </a:cubicBezTo>
                  <a:cubicBezTo>
                    <a:pt x="108" y="139"/>
                    <a:pt x="105" y="140"/>
                    <a:pt x="105" y="139"/>
                  </a:cubicBezTo>
                  <a:cubicBezTo>
                    <a:pt x="103" y="136"/>
                    <a:pt x="88" y="138"/>
                    <a:pt x="84" y="132"/>
                  </a:cubicBezTo>
                  <a:cubicBezTo>
                    <a:pt x="77" y="135"/>
                    <a:pt x="62" y="127"/>
                    <a:pt x="58" y="132"/>
                  </a:cubicBezTo>
                  <a:cubicBezTo>
                    <a:pt x="56" y="135"/>
                    <a:pt x="56" y="131"/>
                    <a:pt x="53" y="132"/>
                  </a:cubicBezTo>
                  <a:cubicBezTo>
                    <a:pt x="48" y="132"/>
                    <a:pt x="44" y="135"/>
                    <a:pt x="40" y="135"/>
                  </a:cubicBezTo>
                  <a:cubicBezTo>
                    <a:pt x="40" y="135"/>
                    <a:pt x="39" y="134"/>
                    <a:pt x="38" y="134"/>
                  </a:cubicBezTo>
                  <a:cubicBezTo>
                    <a:pt x="36" y="133"/>
                    <a:pt x="34" y="134"/>
                    <a:pt x="32" y="134"/>
                  </a:cubicBezTo>
                  <a:cubicBezTo>
                    <a:pt x="32" y="130"/>
                    <a:pt x="31" y="129"/>
                    <a:pt x="28" y="128"/>
                  </a:cubicBezTo>
                  <a:cubicBezTo>
                    <a:pt x="28" y="125"/>
                    <a:pt x="33" y="127"/>
                    <a:pt x="34" y="126"/>
                  </a:cubicBezTo>
                  <a:cubicBezTo>
                    <a:pt x="35" y="125"/>
                    <a:pt x="29" y="121"/>
                    <a:pt x="38" y="122"/>
                  </a:cubicBezTo>
                  <a:cubicBezTo>
                    <a:pt x="35" y="117"/>
                    <a:pt x="21" y="123"/>
                    <a:pt x="17" y="119"/>
                  </a:cubicBezTo>
                  <a:cubicBezTo>
                    <a:pt x="21" y="109"/>
                    <a:pt x="33" y="119"/>
                    <a:pt x="40" y="111"/>
                  </a:cubicBezTo>
                  <a:cubicBezTo>
                    <a:pt x="36" y="107"/>
                    <a:pt x="24" y="110"/>
                    <a:pt x="19" y="111"/>
                  </a:cubicBezTo>
                  <a:cubicBezTo>
                    <a:pt x="17" y="109"/>
                    <a:pt x="18" y="108"/>
                    <a:pt x="19" y="106"/>
                  </a:cubicBezTo>
                  <a:cubicBezTo>
                    <a:pt x="18" y="105"/>
                    <a:pt x="17" y="106"/>
                    <a:pt x="17" y="107"/>
                  </a:cubicBezTo>
                  <a:cubicBezTo>
                    <a:pt x="15" y="107"/>
                    <a:pt x="16" y="105"/>
                    <a:pt x="15" y="104"/>
                  </a:cubicBezTo>
                  <a:cubicBezTo>
                    <a:pt x="8" y="105"/>
                    <a:pt x="5" y="102"/>
                    <a:pt x="0" y="100"/>
                  </a:cubicBezTo>
                  <a:cubicBezTo>
                    <a:pt x="4" y="88"/>
                    <a:pt x="19" y="91"/>
                    <a:pt x="28" y="89"/>
                  </a:cubicBezTo>
                  <a:cubicBezTo>
                    <a:pt x="31" y="88"/>
                    <a:pt x="30" y="89"/>
                    <a:pt x="32" y="87"/>
                  </a:cubicBezTo>
                  <a:cubicBezTo>
                    <a:pt x="32" y="87"/>
                    <a:pt x="35" y="85"/>
                    <a:pt x="34" y="85"/>
                  </a:cubicBezTo>
                  <a:cubicBezTo>
                    <a:pt x="39" y="83"/>
                    <a:pt x="46" y="85"/>
                    <a:pt x="49" y="83"/>
                  </a:cubicBezTo>
                  <a:cubicBezTo>
                    <a:pt x="51" y="82"/>
                    <a:pt x="49" y="81"/>
                    <a:pt x="51" y="80"/>
                  </a:cubicBezTo>
                  <a:cubicBezTo>
                    <a:pt x="52" y="78"/>
                    <a:pt x="55" y="79"/>
                    <a:pt x="56" y="78"/>
                  </a:cubicBezTo>
                  <a:cubicBezTo>
                    <a:pt x="58" y="76"/>
                    <a:pt x="59" y="74"/>
                    <a:pt x="62" y="72"/>
                  </a:cubicBezTo>
                  <a:cubicBezTo>
                    <a:pt x="64" y="66"/>
                    <a:pt x="56" y="71"/>
                    <a:pt x="58" y="65"/>
                  </a:cubicBezTo>
                  <a:cubicBezTo>
                    <a:pt x="55" y="62"/>
                    <a:pt x="55" y="68"/>
                    <a:pt x="55" y="68"/>
                  </a:cubicBezTo>
                  <a:cubicBezTo>
                    <a:pt x="53" y="69"/>
                    <a:pt x="45" y="64"/>
                    <a:pt x="40" y="66"/>
                  </a:cubicBezTo>
                  <a:cubicBezTo>
                    <a:pt x="37" y="61"/>
                    <a:pt x="44" y="64"/>
                    <a:pt x="45" y="63"/>
                  </a:cubicBezTo>
                  <a:cubicBezTo>
                    <a:pt x="45" y="62"/>
                    <a:pt x="45" y="61"/>
                    <a:pt x="45" y="61"/>
                  </a:cubicBezTo>
                  <a:cubicBezTo>
                    <a:pt x="46" y="60"/>
                    <a:pt x="48" y="61"/>
                    <a:pt x="49" y="61"/>
                  </a:cubicBezTo>
                  <a:cubicBezTo>
                    <a:pt x="49" y="60"/>
                    <a:pt x="50" y="57"/>
                    <a:pt x="51" y="57"/>
                  </a:cubicBezTo>
                  <a:cubicBezTo>
                    <a:pt x="53" y="56"/>
                    <a:pt x="52" y="59"/>
                    <a:pt x="53" y="59"/>
                  </a:cubicBezTo>
                  <a:cubicBezTo>
                    <a:pt x="53" y="59"/>
                    <a:pt x="59" y="58"/>
                    <a:pt x="58" y="53"/>
                  </a:cubicBezTo>
                  <a:cubicBezTo>
                    <a:pt x="62" y="53"/>
                    <a:pt x="62" y="56"/>
                    <a:pt x="66" y="55"/>
                  </a:cubicBezTo>
                  <a:cubicBezTo>
                    <a:pt x="69" y="55"/>
                    <a:pt x="66" y="53"/>
                    <a:pt x="66" y="53"/>
                  </a:cubicBezTo>
                  <a:cubicBezTo>
                    <a:pt x="66" y="51"/>
                    <a:pt x="70" y="52"/>
                    <a:pt x="69" y="48"/>
                  </a:cubicBezTo>
                  <a:cubicBezTo>
                    <a:pt x="74" y="48"/>
                    <a:pt x="78" y="48"/>
                    <a:pt x="83" y="48"/>
                  </a:cubicBezTo>
                  <a:cubicBezTo>
                    <a:pt x="87" y="48"/>
                    <a:pt x="83" y="40"/>
                    <a:pt x="84" y="37"/>
                  </a:cubicBezTo>
                  <a:cubicBezTo>
                    <a:pt x="91" y="38"/>
                    <a:pt x="97" y="40"/>
                    <a:pt x="103" y="37"/>
                  </a:cubicBezTo>
                  <a:cubicBezTo>
                    <a:pt x="103" y="35"/>
                    <a:pt x="101" y="35"/>
                    <a:pt x="99" y="35"/>
                  </a:cubicBezTo>
                  <a:cubicBezTo>
                    <a:pt x="101" y="32"/>
                    <a:pt x="107" y="33"/>
                    <a:pt x="110" y="31"/>
                  </a:cubicBezTo>
                  <a:cubicBezTo>
                    <a:pt x="115" y="28"/>
                    <a:pt x="129" y="30"/>
                    <a:pt x="140" y="29"/>
                  </a:cubicBezTo>
                  <a:cubicBezTo>
                    <a:pt x="143" y="29"/>
                    <a:pt x="144" y="27"/>
                    <a:pt x="146" y="27"/>
                  </a:cubicBezTo>
                  <a:cubicBezTo>
                    <a:pt x="151" y="27"/>
                    <a:pt x="155" y="29"/>
                    <a:pt x="159" y="27"/>
                  </a:cubicBezTo>
                  <a:cubicBezTo>
                    <a:pt x="158" y="29"/>
                    <a:pt x="160" y="34"/>
                    <a:pt x="161" y="33"/>
                  </a:cubicBezTo>
                  <a:cubicBezTo>
                    <a:pt x="163" y="30"/>
                    <a:pt x="161" y="32"/>
                    <a:pt x="166" y="37"/>
                  </a:cubicBezTo>
                  <a:cubicBezTo>
                    <a:pt x="170" y="36"/>
                    <a:pt x="163" y="31"/>
                    <a:pt x="172" y="33"/>
                  </a:cubicBezTo>
                  <a:cubicBezTo>
                    <a:pt x="169" y="30"/>
                    <a:pt x="175" y="26"/>
                    <a:pt x="166" y="25"/>
                  </a:cubicBezTo>
                  <a:cubicBezTo>
                    <a:pt x="167" y="22"/>
                    <a:pt x="181" y="16"/>
                    <a:pt x="181" y="24"/>
                  </a:cubicBezTo>
                  <a:cubicBezTo>
                    <a:pt x="187" y="24"/>
                    <a:pt x="186" y="21"/>
                    <a:pt x="191" y="24"/>
                  </a:cubicBezTo>
                  <a:cubicBezTo>
                    <a:pt x="193" y="25"/>
                    <a:pt x="194" y="26"/>
                    <a:pt x="196" y="27"/>
                  </a:cubicBezTo>
                  <a:cubicBezTo>
                    <a:pt x="198" y="29"/>
                    <a:pt x="204" y="29"/>
                    <a:pt x="211" y="31"/>
                  </a:cubicBezTo>
                  <a:cubicBezTo>
                    <a:pt x="211" y="29"/>
                    <a:pt x="209" y="30"/>
                    <a:pt x="207" y="29"/>
                  </a:cubicBezTo>
                  <a:cubicBezTo>
                    <a:pt x="208" y="27"/>
                    <a:pt x="210" y="25"/>
                    <a:pt x="213" y="25"/>
                  </a:cubicBezTo>
                  <a:cubicBezTo>
                    <a:pt x="210" y="21"/>
                    <a:pt x="202" y="21"/>
                    <a:pt x="196" y="20"/>
                  </a:cubicBezTo>
                  <a:cubicBezTo>
                    <a:pt x="196" y="15"/>
                    <a:pt x="204" y="16"/>
                    <a:pt x="209" y="16"/>
                  </a:cubicBezTo>
                  <a:cubicBezTo>
                    <a:pt x="210" y="12"/>
                    <a:pt x="207" y="13"/>
                    <a:pt x="204" y="12"/>
                  </a:cubicBezTo>
                  <a:cubicBezTo>
                    <a:pt x="208" y="5"/>
                    <a:pt x="215" y="12"/>
                    <a:pt x="220" y="12"/>
                  </a:cubicBezTo>
                  <a:cubicBezTo>
                    <a:pt x="224" y="13"/>
                    <a:pt x="224" y="10"/>
                    <a:pt x="228" y="11"/>
                  </a:cubicBezTo>
                  <a:cubicBezTo>
                    <a:pt x="237" y="11"/>
                    <a:pt x="243" y="15"/>
                    <a:pt x="250" y="11"/>
                  </a:cubicBezTo>
                  <a:cubicBezTo>
                    <a:pt x="253" y="9"/>
                    <a:pt x="257" y="10"/>
                    <a:pt x="261" y="9"/>
                  </a:cubicBezTo>
                  <a:cubicBezTo>
                    <a:pt x="264" y="8"/>
                    <a:pt x="263" y="5"/>
                    <a:pt x="263" y="3"/>
                  </a:cubicBezTo>
                  <a:cubicBezTo>
                    <a:pt x="266" y="3"/>
                    <a:pt x="270" y="4"/>
                    <a:pt x="273" y="3"/>
                  </a:cubicBezTo>
                  <a:cubicBezTo>
                    <a:pt x="275" y="3"/>
                    <a:pt x="276" y="1"/>
                    <a:pt x="278" y="1"/>
                  </a:cubicBezTo>
                  <a:cubicBezTo>
                    <a:pt x="282" y="1"/>
                    <a:pt x="287" y="4"/>
                    <a:pt x="295" y="3"/>
                  </a:cubicBezTo>
                  <a:cubicBezTo>
                    <a:pt x="300" y="2"/>
                    <a:pt x="312" y="0"/>
                    <a:pt x="323" y="1"/>
                  </a:cubicBezTo>
                  <a:cubicBezTo>
                    <a:pt x="326" y="1"/>
                    <a:pt x="326" y="3"/>
                    <a:pt x="329" y="3"/>
                  </a:cubicBezTo>
                  <a:cubicBezTo>
                    <a:pt x="339" y="5"/>
                    <a:pt x="349" y="1"/>
                    <a:pt x="349" y="11"/>
                  </a:cubicBezTo>
                  <a:cubicBezTo>
                    <a:pt x="354" y="12"/>
                    <a:pt x="354" y="8"/>
                    <a:pt x="358" y="9"/>
                  </a:cubicBezTo>
                  <a:cubicBezTo>
                    <a:pt x="358" y="15"/>
                    <a:pt x="365" y="13"/>
                    <a:pt x="368" y="16"/>
                  </a:cubicBezTo>
                  <a:cubicBezTo>
                    <a:pt x="373" y="18"/>
                    <a:pt x="373" y="14"/>
                    <a:pt x="377" y="14"/>
                  </a:cubicBezTo>
                  <a:cubicBezTo>
                    <a:pt x="375" y="21"/>
                    <a:pt x="384" y="17"/>
                    <a:pt x="388" y="18"/>
                  </a:cubicBezTo>
                  <a:cubicBezTo>
                    <a:pt x="385" y="22"/>
                    <a:pt x="385" y="19"/>
                    <a:pt x="386" y="25"/>
                  </a:cubicBezTo>
                  <a:cubicBezTo>
                    <a:pt x="384" y="23"/>
                    <a:pt x="382" y="24"/>
                    <a:pt x="383" y="27"/>
                  </a:cubicBezTo>
                  <a:cubicBezTo>
                    <a:pt x="363" y="29"/>
                    <a:pt x="339" y="30"/>
                    <a:pt x="325" y="31"/>
                  </a:cubicBezTo>
                  <a:cubicBezTo>
                    <a:pt x="323" y="31"/>
                    <a:pt x="323" y="32"/>
                    <a:pt x="323" y="33"/>
                  </a:cubicBezTo>
                  <a:cubicBezTo>
                    <a:pt x="321" y="33"/>
                    <a:pt x="322" y="31"/>
                    <a:pt x="323" y="31"/>
                  </a:cubicBezTo>
                  <a:cubicBezTo>
                    <a:pt x="324" y="30"/>
                    <a:pt x="320" y="29"/>
                    <a:pt x="319" y="29"/>
                  </a:cubicBezTo>
                  <a:cubicBezTo>
                    <a:pt x="319" y="30"/>
                    <a:pt x="320" y="33"/>
                    <a:pt x="319" y="33"/>
                  </a:cubicBezTo>
                  <a:cubicBezTo>
                    <a:pt x="316" y="34"/>
                    <a:pt x="312" y="32"/>
                    <a:pt x="310" y="3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3" name="iSlïḑe">
              <a:extLst>
                <a:ext uri="{FF2B5EF4-FFF2-40B4-BE49-F238E27FC236}">
                  <a16:creationId xmlns:a16="http://schemas.microsoft.com/office/drawing/2014/main" id="{143DAD56-B0C8-E6B6-9FE6-9D1D47CEF2B2}"/>
                </a:ext>
              </a:extLst>
            </p:cNvPr>
            <p:cNvSpPr/>
            <p:nvPr/>
          </p:nvSpPr>
          <p:spPr bwMode="auto">
            <a:xfrm>
              <a:off x="4224375" y="434497"/>
              <a:ext cx="466461" cy="253542"/>
            </a:xfrm>
            <a:custGeom>
              <a:avLst/>
              <a:gdLst>
                <a:gd name="T0" fmla="*/ 209 w 224"/>
                <a:gd name="T1" fmla="*/ 12 h 122"/>
                <a:gd name="T2" fmla="*/ 222 w 224"/>
                <a:gd name="T3" fmla="*/ 19 h 122"/>
                <a:gd name="T4" fmla="*/ 217 w 224"/>
                <a:gd name="T5" fmla="*/ 23 h 122"/>
                <a:gd name="T6" fmla="*/ 207 w 224"/>
                <a:gd name="T7" fmla="*/ 27 h 122"/>
                <a:gd name="T8" fmla="*/ 181 w 224"/>
                <a:gd name="T9" fmla="*/ 32 h 122"/>
                <a:gd name="T10" fmla="*/ 193 w 224"/>
                <a:gd name="T11" fmla="*/ 36 h 122"/>
                <a:gd name="T12" fmla="*/ 170 w 224"/>
                <a:gd name="T13" fmla="*/ 45 h 122"/>
                <a:gd name="T14" fmla="*/ 163 w 224"/>
                <a:gd name="T15" fmla="*/ 49 h 122"/>
                <a:gd name="T16" fmla="*/ 152 w 224"/>
                <a:gd name="T17" fmla="*/ 55 h 122"/>
                <a:gd name="T18" fmla="*/ 133 w 224"/>
                <a:gd name="T19" fmla="*/ 62 h 122"/>
                <a:gd name="T20" fmla="*/ 127 w 224"/>
                <a:gd name="T21" fmla="*/ 68 h 122"/>
                <a:gd name="T22" fmla="*/ 114 w 224"/>
                <a:gd name="T23" fmla="*/ 70 h 122"/>
                <a:gd name="T24" fmla="*/ 122 w 224"/>
                <a:gd name="T25" fmla="*/ 81 h 122"/>
                <a:gd name="T26" fmla="*/ 109 w 224"/>
                <a:gd name="T27" fmla="*/ 90 h 122"/>
                <a:gd name="T28" fmla="*/ 99 w 224"/>
                <a:gd name="T29" fmla="*/ 96 h 122"/>
                <a:gd name="T30" fmla="*/ 83 w 224"/>
                <a:gd name="T31" fmla="*/ 107 h 122"/>
                <a:gd name="T32" fmla="*/ 88 w 224"/>
                <a:gd name="T33" fmla="*/ 116 h 122"/>
                <a:gd name="T34" fmla="*/ 73 w 224"/>
                <a:gd name="T35" fmla="*/ 120 h 122"/>
                <a:gd name="T36" fmla="*/ 45 w 224"/>
                <a:gd name="T37" fmla="*/ 114 h 122"/>
                <a:gd name="T38" fmla="*/ 36 w 224"/>
                <a:gd name="T39" fmla="*/ 116 h 122"/>
                <a:gd name="T40" fmla="*/ 23 w 224"/>
                <a:gd name="T41" fmla="*/ 107 h 122"/>
                <a:gd name="T42" fmla="*/ 36 w 224"/>
                <a:gd name="T43" fmla="*/ 96 h 122"/>
                <a:gd name="T44" fmla="*/ 51 w 224"/>
                <a:gd name="T45" fmla="*/ 96 h 122"/>
                <a:gd name="T46" fmla="*/ 25 w 224"/>
                <a:gd name="T47" fmla="*/ 90 h 122"/>
                <a:gd name="T48" fmla="*/ 40 w 224"/>
                <a:gd name="T49" fmla="*/ 79 h 122"/>
                <a:gd name="T50" fmla="*/ 53 w 224"/>
                <a:gd name="T51" fmla="*/ 79 h 122"/>
                <a:gd name="T52" fmla="*/ 53 w 224"/>
                <a:gd name="T53" fmla="*/ 71 h 122"/>
                <a:gd name="T54" fmla="*/ 49 w 224"/>
                <a:gd name="T55" fmla="*/ 62 h 122"/>
                <a:gd name="T56" fmla="*/ 40 w 224"/>
                <a:gd name="T57" fmla="*/ 58 h 122"/>
                <a:gd name="T58" fmla="*/ 60 w 224"/>
                <a:gd name="T59" fmla="*/ 56 h 122"/>
                <a:gd name="T60" fmla="*/ 68 w 224"/>
                <a:gd name="T61" fmla="*/ 53 h 122"/>
                <a:gd name="T62" fmla="*/ 83 w 224"/>
                <a:gd name="T63" fmla="*/ 42 h 122"/>
                <a:gd name="T64" fmla="*/ 51 w 224"/>
                <a:gd name="T65" fmla="*/ 47 h 122"/>
                <a:gd name="T66" fmla="*/ 29 w 224"/>
                <a:gd name="T67" fmla="*/ 42 h 122"/>
                <a:gd name="T68" fmla="*/ 6 w 224"/>
                <a:gd name="T69" fmla="*/ 36 h 122"/>
                <a:gd name="T70" fmla="*/ 2 w 224"/>
                <a:gd name="T71" fmla="*/ 25 h 122"/>
                <a:gd name="T72" fmla="*/ 40 w 224"/>
                <a:gd name="T73" fmla="*/ 15 h 122"/>
                <a:gd name="T74" fmla="*/ 66 w 224"/>
                <a:gd name="T75" fmla="*/ 10 h 122"/>
                <a:gd name="T76" fmla="*/ 97 w 224"/>
                <a:gd name="T77" fmla="*/ 4 h 122"/>
                <a:gd name="T78" fmla="*/ 129 w 224"/>
                <a:gd name="T79" fmla="*/ 2 h 122"/>
                <a:gd name="T80" fmla="*/ 146 w 224"/>
                <a:gd name="T81" fmla="*/ 2 h 122"/>
                <a:gd name="T82" fmla="*/ 178 w 224"/>
                <a:gd name="T83" fmla="*/ 2 h 122"/>
                <a:gd name="T84" fmla="*/ 209 w 224"/>
                <a:gd name="T85" fmla="*/ 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4" h="122">
                  <a:moveTo>
                    <a:pt x="209" y="4"/>
                  </a:moveTo>
                  <a:cubicBezTo>
                    <a:pt x="206" y="8"/>
                    <a:pt x="209" y="7"/>
                    <a:pt x="209" y="12"/>
                  </a:cubicBezTo>
                  <a:cubicBezTo>
                    <a:pt x="214" y="12"/>
                    <a:pt x="219" y="12"/>
                    <a:pt x="224" y="12"/>
                  </a:cubicBezTo>
                  <a:cubicBezTo>
                    <a:pt x="224" y="15"/>
                    <a:pt x="222" y="16"/>
                    <a:pt x="222" y="19"/>
                  </a:cubicBezTo>
                  <a:cubicBezTo>
                    <a:pt x="221" y="20"/>
                    <a:pt x="218" y="18"/>
                    <a:pt x="217" y="19"/>
                  </a:cubicBezTo>
                  <a:cubicBezTo>
                    <a:pt x="216" y="20"/>
                    <a:pt x="217" y="23"/>
                    <a:pt x="217" y="23"/>
                  </a:cubicBezTo>
                  <a:cubicBezTo>
                    <a:pt x="214" y="24"/>
                    <a:pt x="210" y="25"/>
                    <a:pt x="209" y="23"/>
                  </a:cubicBezTo>
                  <a:cubicBezTo>
                    <a:pt x="207" y="22"/>
                    <a:pt x="208" y="26"/>
                    <a:pt x="207" y="27"/>
                  </a:cubicBezTo>
                  <a:cubicBezTo>
                    <a:pt x="205" y="28"/>
                    <a:pt x="200" y="25"/>
                    <a:pt x="200" y="29"/>
                  </a:cubicBezTo>
                  <a:cubicBezTo>
                    <a:pt x="194" y="28"/>
                    <a:pt x="185" y="26"/>
                    <a:pt x="181" y="32"/>
                  </a:cubicBezTo>
                  <a:cubicBezTo>
                    <a:pt x="183" y="37"/>
                    <a:pt x="191" y="32"/>
                    <a:pt x="193" y="30"/>
                  </a:cubicBezTo>
                  <a:cubicBezTo>
                    <a:pt x="195" y="31"/>
                    <a:pt x="192" y="33"/>
                    <a:pt x="193" y="36"/>
                  </a:cubicBezTo>
                  <a:cubicBezTo>
                    <a:pt x="186" y="36"/>
                    <a:pt x="182" y="39"/>
                    <a:pt x="176" y="40"/>
                  </a:cubicBezTo>
                  <a:cubicBezTo>
                    <a:pt x="173" y="41"/>
                    <a:pt x="171" y="43"/>
                    <a:pt x="170" y="45"/>
                  </a:cubicBezTo>
                  <a:cubicBezTo>
                    <a:pt x="169" y="46"/>
                    <a:pt x="166" y="45"/>
                    <a:pt x="165" y="45"/>
                  </a:cubicBezTo>
                  <a:cubicBezTo>
                    <a:pt x="163" y="46"/>
                    <a:pt x="164" y="48"/>
                    <a:pt x="163" y="49"/>
                  </a:cubicBezTo>
                  <a:cubicBezTo>
                    <a:pt x="161" y="50"/>
                    <a:pt x="157" y="47"/>
                    <a:pt x="157" y="51"/>
                  </a:cubicBezTo>
                  <a:cubicBezTo>
                    <a:pt x="157" y="54"/>
                    <a:pt x="152" y="52"/>
                    <a:pt x="152" y="55"/>
                  </a:cubicBezTo>
                  <a:cubicBezTo>
                    <a:pt x="151" y="59"/>
                    <a:pt x="146" y="56"/>
                    <a:pt x="144" y="58"/>
                  </a:cubicBezTo>
                  <a:cubicBezTo>
                    <a:pt x="142" y="61"/>
                    <a:pt x="137" y="60"/>
                    <a:pt x="133" y="62"/>
                  </a:cubicBezTo>
                  <a:cubicBezTo>
                    <a:pt x="132" y="62"/>
                    <a:pt x="133" y="64"/>
                    <a:pt x="131" y="64"/>
                  </a:cubicBezTo>
                  <a:cubicBezTo>
                    <a:pt x="126" y="64"/>
                    <a:pt x="129" y="66"/>
                    <a:pt x="127" y="68"/>
                  </a:cubicBezTo>
                  <a:cubicBezTo>
                    <a:pt x="127" y="68"/>
                    <a:pt x="126" y="68"/>
                    <a:pt x="125" y="68"/>
                  </a:cubicBezTo>
                  <a:cubicBezTo>
                    <a:pt x="124" y="68"/>
                    <a:pt x="120" y="71"/>
                    <a:pt x="114" y="70"/>
                  </a:cubicBezTo>
                  <a:cubicBezTo>
                    <a:pt x="115" y="72"/>
                    <a:pt x="122" y="73"/>
                    <a:pt x="114" y="73"/>
                  </a:cubicBezTo>
                  <a:cubicBezTo>
                    <a:pt x="115" y="77"/>
                    <a:pt x="124" y="74"/>
                    <a:pt x="122" y="81"/>
                  </a:cubicBezTo>
                  <a:cubicBezTo>
                    <a:pt x="118" y="77"/>
                    <a:pt x="118" y="81"/>
                    <a:pt x="118" y="86"/>
                  </a:cubicBezTo>
                  <a:cubicBezTo>
                    <a:pt x="114" y="81"/>
                    <a:pt x="112" y="88"/>
                    <a:pt x="109" y="90"/>
                  </a:cubicBezTo>
                  <a:cubicBezTo>
                    <a:pt x="105" y="92"/>
                    <a:pt x="100" y="90"/>
                    <a:pt x="97" y="94"/>
                  </a:cubicBezTo>
                  <a:cubicBezTo>
                    <a:pt x="96" y="96"/>
                    <a:pt x="99" y="95"/>
                    <a:pt x="99" y="96"/>
                  </a:cubicBezTo>
                  <a:cubicBezTo>
                    <a:pt x="100" y="97"/>
                    <a:pt x="93" y="99"/>
                    <a:pt x="97" y="99"/>
                  </a:cubicBezTo>
                  <a:cubicBezTo>
                    <a:pt x="95" y="105"/>
                    <a:pt x="85" y="101"/>
                    <a:pt x="83" y="107"/>
                  </a:cubicBezTo>
                  <a:cubicBezTo>
                    <a:pt x="86" y="110"/>
                    <a:pt x="91" y="111"/>
                    <a:pt x="97" y="111"/>
                  </a:cubicBezTo>
                  <a:cubicBezTo>
                    <a:pt x="99" y="117"/>
                    <a:pt x="88" y="112"/>
                    <a:pt x="88" y="116"/>
                  </a:cubicBezTo>
                  <a:cubicBezTo>
                    <a:pt x="88" y="119"/>
                    <a:pt x="86" y="116"/>
                    <a:pt x="84" y="116"/>
                  </a:cubicBezTo>
                  <a:cubicBezTo>
                    <a:pt x="80" y="116"/>
                    <a:pt x="78" y="122"/>
                    <a:pt x="73" y="120"/>
                  </a:cubicBezTo>
                  <a:cubicBezTo>
                    <a:pt x="72" y="118"/>
                    <a:pt x="69" y="118"/>
                    <a:pt x="70" y="114"/>
                  </a:cubicBezTo>
                  <a:cubicBezTo>
                    <a:pt x="60" y="113"/>
                    <a:pt x="54" y="116"/>
                    <a:pt x="45" y="114"/>
                  </a:cubicBezTo>
                  <a:cubicBezTo>
                    <a:pt x="45" y="114"/>
                    <a:pt x="43" y="112"/>
                    <a:pt x="43" y="112"/>
                  </a:cubicBezTo>
                  <a:cubicBezTo>
                    <a:pt x="40" y="112"/>
                    <a:pt x="39" y="116"/>
                    <a:pt x="36" y="116"/>
                  </a:cubicBezTo>
                  <a:cubicBezTo>
                    <a:pt x="27" y="117"/>
                    <a:pt x="20" y="114"/>
                    <a:pt x="10" y="112"/>
                  </a:cubicBezTo>
                  <a:cubicBezTo>
                    <a:pt x="13" y="109"/>
                    <a:pt x="17" y="107"/>
                    <a:pt x="23" y="107"/>
                  </a:cubicBezTo>
                  <a:cubicBezTo>
                    <a:pt x="27" y="106"/>
                    <a:pt x="23" y="99"/>
                    <a:pt x="27" y="97"/>
                  </a:cubicBezTo>
                  <a:cubicBezTo>
                    <a:pt x="32" y="99"/>
                    <a:pt x="31" y="95"/>
                    <a:pt x="36" y="96"/>
                  </a:cubicBezTo>
                  <a:cubicBezTo>
                    <a:pt x="36" y="102"/>
                    <a:pt x="43" y="101"/>
                    <a:pt x="49" y="101"/>
                  </a:cubicBezTo>
                  <a:cubicBezTo>
                    <a:pt x="53" y="100"/>
                    <a:pt x="47" y="98"/>
                    <a:pt x="51" y="96"/>
                  </a:cubicBezTo>
                  <a:cubicBezTo>
                    <a:pt x="50" y="91"/>
                    <a:pt x="40" y="97"/>
                    <a:pt x="43" y="88"/>
                  </a:cubicBezTo>
                  <a:cubicBezTo>
                    <a:pt x="36" y="90"/>
                    <a:pt x="33" y="93"/>
                    <a:pt x="25" y="90"/>
                  </a:cubicBezTo>
                  <a:cubicBezTo>
                    <a:pt x="26" y="86"/>
                    <a:pt x="30" y="85"/>
                    <a:pt x="34" y="84"/>
                  </a:cubicBezTo>
                  <a:cubicBezTo>
                    <a:pt x="36" y="83"/>
                    <a:pt x="38" y="81"/>
                    <a:pt x="40" y="79"/>
                  </a:cubicBezTo>
                  <a:cubicBezTo>
                    <a:pt x="42" y="79"/>
                    <a:pt x="43" y="78"/>
                    <a:pt x="43" y="77"/>
                  </a:cubicBezTo>
                  <a:cubicBezTo>
                    <a:pt x="48" y="76"/>
                    <a:pt x="51" y="77"/>
                    <a:pt x="53" y="79"/>
                  </a:cubicBezTo>
                  <a:cubicBezTo>
                    <a:pt x="55" y="78"/>
                    <a:pt x="57" y="76"/>
                    <a:pt x="58" y="73"/>
                  </a:cubicBezTo>
                  <a:cubicBezTo>
                    <a:pt x="59" y="70"/>
                    <a:pt x="54" y="73"/>
                    <a:pt x="53" y="71"/>
                  </a:cubicBezTo>
                  <a:cubicBezTo>
                    <a:pt x="52" y="71"/>
                    <a:pt x="51" y="67"/>
                    <a:pt x="51" y="66"/>
                  </a:cubicBezTo>
                  <a:cubicBezTo>
                    <a:pt x="50" y="65"/>
                    <a:pt x="48" y="64"/>
                    <a:pt x="49" y="62"/>
                  </a:cubicBezTo>
                  <a:cubicBezTo>
                    <a:pt x="48" y="63"/>
                    <a:pt x="46" y="64"/>
                    <a:pt x="43" y="64"/>
                  </a:cubicBezTo>
                  <a:cubicBezTo>
                    <a:pt x="44" y="60"/>
                    <a:pt x="43" y="58"/>
                    <a:pt x="40" y="58"/>
                  </a:cubicBezTo>
                  <a:cubicBezTo>
                    <a:pt x="41" y="55"/>
                    <a:pt x="43" y="52"/>
                    <a:pt x="49" y="53"/>
                  </a:cubicBezTo>
                  <a:cubicBezTo>
                    <a:pt x="54" y="52"/>
                    <a:pt x="53" y="59"/>
                    <a:pt x="60" y="56"/>
                  </a:cubicBezTo>
                  <a:cubicBezTo>
                    <a:pt x="60" y="59"/>
                    <a:pt x="61" y="60"/>
                    <a:pt x="62" y="60"/>
                  </a:cubicBezTo>
                  <a:cubicBezTo>
                    <a:pt x="68" y="62"/>
                    <a:pt x="65" y="54"/>
                    <a:pt x="68" y="53"/>
                  </a:cubicBezTo>
                  <a:cubicBezTo>
                    <a:pt x="77" y="51"/>
                    <a:pt x="85" y="48"/>
                    <a:pt x="90" y="42"/>
                  </a:cubicBezTo>
                  <a:cubicBezTo>
                    <a:pt x="90" y="37"/>
                    <a:pt x="87" y="44"/>
                    <a:pt x="83" y="42"/>
                  </a:cubicBezTo>
                  <a:cubicBezTo>
                    <a:pt x="80" y="44"/>
                    <a:pt x="75" y="44"/>
                    <a:pt x="73" y="47"/>
                  </a:cubicBezTo>
                  <a:cubicBezTo>
                    <a:pt x="68" y="46"/>
                    <a:pt x="59" y="48"/>
                    <a:pt x="51" y="47"/>
                  </a:cubicBezTo>
                  <a:cubicBezTo>
                    <a:pt x="46" y="47"/>
                    <a:pt x="44" y="44"/>
                    <a:pt x="38" y="47"/>
                  </a:cubicBezTo>
                  <a:cubicBezTo>
                    <a:pt x="36" y="40"/>
                    <a:pt x="31" y="48"/>
                    <a:pt x="29" y="42"/>
                  </a:cubicBezTo>
                  <a:cubicBezTo>
                    <a:pt x="26" y="45"/>
                    <a:pt x="21" y="40"/>
                    <a:pt x="14" y="42"/>
                  </a:cubicBezTo>
                  <a:cubicBezTo>
                    <a:pt x="15" y="36"/>
                    <a:pt x="8" y="39"/>
                    <a:pt x="6" y="36"/>
                  </a:cubicBezTo>
                  <a:cubicBezTo>
                    <a:pt x="5" y="31"/>
                    <a:pt x="10" y="32"/>
                    <a:pt x="12" y="30"/>
                  </a:cubicBezTo>
                  <a:cubicBezTo>
                    <a:pt x="12" y="25"/>
                    <a:pt x="0" y="33"/>
                    <a:pt x="2" y="25"/>
                  </a:cubicBezTo>
                  <a:cubicBezTo>
                    <a:pt x="11" y="22"/>
                    <a:pt x="25" y="21"/>
                    <a:pt x="38" y="19"/>
                  </a:cubicBezTo>
                  <a:cubicBezTo>
                    <a:pt x="40" y="19"/>
                    <a:pt x="39" y="17"/>
                    <a:pt x="40" y="15"/>
                  </a:cubicBezTo>
                  <a:cubicBezTo>
                    <a:pt x="49" y="17"/>
                    <a:pt x="57" y="13"/>
                    <a:pt x="62" y="15"/>
                  </a:cubicBezTo>
                  <a:cubicBezTo>
                    <a:pt x="64" y="14"/>
                    <a:pt x="65" y="12"/>
                    <a:pt x="66" y="10"/>
                  </a:cubicBezTo>
                  <a:cubicBezTo>
                    <a:pt x="77" y="9"/>
                    <a:pt x="87" y="6"/>
                    <a:pt x="96" y="8"/>
                  </a:cubicBezTo>
                  <a:cubicBezTo>
                    <a:pt x="97" y="8"/>
                    <a:pt x="97" y="6"/>
                    <a:pt x="97" y="4"/>
                  </a:cubicBezTo>
                  <a:cubicBezTo>
                    <a:pt x="105" y="5"/>
                    <a:pt x="115" y="3"/>
                    <a:pt x="120" y="6"/>
                  </a:cubicBezTo>
                  <a:cubicBezTo>
                    <a:pt x="121" y="3"/>
                    <a:pt x="129" y="6"/>
                    <a:pt x="129" y="2"/>
                  </a:cubicBezTo>
                  <a:cubicBezTo>
                    <a:pt x="134" y="4"/>
                    <a:pt x="141" y="5"/>
                    <a:pt x="148" y="4"/>
                  </a:cubicBezTo>
                  <a:cubicBezTo>
                    <a:pt x="148" y="3"/>
                    <a:pt x="147" y="3"/>
                    <a:pt x="146" y="2"/>
                  </a:cubicBezTo>
                  <a:cubicBezTo>
                    <a:pt x="146" y="0"/>
                    <a:pt x="148" y="1"/>
                    <a:pt x="148" y="2"/>
                  </a:cubicBezTo>
                  <a:cubicBezTo>
                    <a:pt x="156" y="4"/>
                    <a:pt x="169" y="1"/>
                    <a:pt x="178" y="2"/>
                  </a:cubicBezTo>
                  <a:cubicBezTo>
                    <a:pt x="178" y="2"/>
                    <a:pt x="177" y="6"/>
                    <a:pt x="178" y="6"/>
                  </a:cubicBezTo>
                  <a:cubicBezTo>
                    <a:pt x="192" y="6"/>
                    <a:pt x="193" y="3"/>
                    <a:pt x="209" y="4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4" name="iślíďè">
              <a:extLst>
                <a:ext uri="{FF2B5EF4-FFF2-40B4-BE49-F238E27FC236}">
                  <a16:creationId xmlns:a16="http://schemas.microsoft.com/office/drawing/2014/main" id="{F2C39762-AE5A-69BF-D5A7-6AA24A0CC852}"/>
                </a:ext>
              </a:extLst>
            </p:cNvPr>
            <p:cNvSpPr/>
            <p:nvPr/>
          </p:nvSpPr>
          <p:spPr bwMode="auto">
            <a:xfrm>
              <a:off x="5955742" y="531150"/>
              <a:ext cx="133075" cy="49028"/>
            </a:xfrm>
            <a:custGeom>
              <a:avLst/>
              <a:gdLst>
                <a:gd name="T0" fmla="*/ 17 w 64"/>
                <a:gd name="T1" fmla="*/ 3 h 24"/>
                <a:gd name="T2" fmla="*/ 17 w 64"/>
                <a:gd name="T3" fmla="*/ 5 h 24"/>
                <a:gd name="T4" fmla="*/ 22 w 64"/>
                <a:gd name="T5" fmla="*/ 10 h 24"/>
                <a:gd name="T6" fmla="*/ 28 w 64"/>
                <a:gd name="T7" fmla="*/ 7 h 24"/>
                <a:gd name="T8" fmla="*/ 37 w 64"/>
                <a:gd name="T9" fmla="*/ 10 h 24"/>
                <a:gd name="T10" fmla="*/ 54 w 64"/>
                <a:gd name="T11" fmla="*/ 7 h 24"/>
                <a:gd name="T12" fmla="*/ 61 w 64"/>
                <a:gd name="T13" fmla="*/ 10 h 24"/>
                <a:gd name="T14" fmla="*/ 58 w 64"/>
                <a:gd name="T15" fmla="*/ 18 h 24"/>
                <a:gd name="T16" fmla="*/ 41 w 64"/>
                <a:gd name="T17" fmla="*/ 20 h 24"/>
                <a:gd name="T18" fmla="*/ 30 w 64"/>
                <a:gd name="T19" fmla="*/ 24 h 24"/>
                <a:gd name="T20" fmla="*/ 11 w 64"/>
                <a:gd name="T21" fmla="*/ 10 h 24"/>
                <a:gd name="T22" fmla="*/ 2 w 64"/>
                <a:gd name="T23" fmla="*/ 9 h 24"/>
                <a:gd name="T24" fmla="*/ 17 w 64"/>
                <a:gd name="T25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24">
                  <a:moveTo>
                    <a:pt x="17" y="3"/>
                  </a:moveTo>
                  <a:cubicBezTo>
                    <a:pt x="19" y="3"/>
                    <a:pt x="18" y="5"/>
                    <a:pt x="17" y="5"/>
                  </a:cubicBezTo>
                  <a:cubicBezTo>
                    <a:pt x="16" y="9"/>
                    <a:pt x="25" y="4"/>
                    <a:pt x="22" y="10"/>
                  </a:cubicBezTo>
                  <a:cubicBezTo>
                    <a:pt x="26" y="11"/>
                    <a:pt x="25" y="7"/>
                    <a:pt x="28" y="7"/>
                  </a:cubicBezTo>
                  <a:cubicBezTo>
                    <a:pt x="32" y="11"/>
                    <a:pt x="36" y="3"/>
                    <a:pt x="37" y="10"/>
                  </a:cubicBezTo>
                  <a:cubicBezTo>
                    <a:pt x="42" y="9"/>
                    <a:pt x="49" y="8"/>
                    <a:pt x="54" y="7"/>
                  </a:cubicBezTo>
                  <a:cubicBezTo>
                    <a:pt x="53" y="12"/>
                    <a:pt x="63" y="5"/>
                    <a:pt x="61" y="10"/>
                  </a:cubicBezTo>
                  <a:cubicBezTo>
                    <a:pt x="64" y="16"/>
                    <a:pt x="50" y="14"/>
                    <a:pt x="58" y="18"/>
                  </a:cubicBezTo>
                  <a:cubicBezTo>
                    <a:pt x="56" y="22"/>
                    <a:pt x="46" y="19"/>
                    <a:pt x="41" y="20"/>
                  </a:cubicBezTo>
                  <a:cubicBezTo>
                    <a:pt x="37" y="20"/>
                    <a:pt x="33" y="22"/>
                    <a:pt x="30" y="24"/>
                  </a:cubicBezTo>
                  <a:cubicBezTo>
                    <a:pt x="22" y="20"/>
                    <a:pt x="15" y="17"/>
                    <a:pt x="11" y="10"/>
                  </a:cubicBezTo>
                  <a:cubicBezTo>
                    <a:pt x="8" y="9"/>
                    <a:pt x="1" y="13"/>
                    <a:pt x="2" y="9"/>
                  </a:cubicBezTo>
                  <a:cubicBezTo>
                    <a:pt x="0" y="0"/>
                    <a:pt x="16" y="9"/>
                    <a:pt x="17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5" name="í$ļiḑè">
              <a:extLst>
                <a:ext uri="{FF2B5EF4-FFF2-40B4-BE49-F238E27FC236}">
                  <a16:creationId xmlns:a16="http://schemas.microsoft.com/office/drawing/2014/main" id="{5278FE7A-3245-BD45-7B26-B1D3BE9AF263}"/>
                </a:ext>
              </a:extLst>
            </p:cNvPr>
            <p:cNvSpPr/>
            <p:nvPr/>
          </p:nvSpPr>
          <p:spPr bwMode="auto">
            <a:xfrm>
              <a:off x="3864374" y="596988"/>
              <a:ext cx="63036" cy="19611"/>
            </a:xfrm>
            <a:custGeom>
              <a:avLst/>
              <a:gdLst>
                <a:gd name="T0" fmla="*/ 28 w 30"/>
                <a:gd name="T1" fmla="*/ 1 h 9"/>
                <a:gd name="T2" fmla="*/ 17 w 30"/>
                <a:gd name="T3" fmla="*/ 6 h 9"/>
                <a:gd name="T4" fmla="*/ 13 w 30"/>
                <a:gd name="T5" fmla="*/ 8 h 9"/>
                <a:gd name="T6" fmla="*/ 6 w 30"/>
                <a:gd name="T7" fmla="*/ 8 h 9"/>
                <a:gd name="T8" fmla="*/ 10 w 30"/>
                <a:gd name="T9" fmla="*/ 3 h 9"/>
                <a:gd name="T10" fmla="*/ 28 w 30"/>
                <a:gd name="T1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8" y="1"/>
                  </a:moveTo>
                  <a:cubicBezTo>
                    <a:pt x="30" y="7"/>
                    <a:pt x="22" y="6"/>
                    <a:pt x="17" y="6"/>
                  </a:cubicBezTo>
                  <a:cubicBezTo>
                    <a:pt x="15" y="7"/>
                    <a:pt x="15" y="8"/>
                    <a:pt x="13" y="8"/>
                  </a:cubicBezTo>
                  <a:cubicBezTo>
                    <a:pt x="10" y="8"/>
                    <a:pt x="6" y="6"/>
                    <a:pt x="6" y="8"/>
                  </a:cubicBezTo>
                  <a:cubicBezTo>
                    <a:pt x="0" y="9"/>
                    <a:pt x="9" y="2"/>
                    <a:pt x="10" y="3"/>
                  </a:cubicBezTo>
                  <a:cubicBezTo>
                    <a:pt x="13" y="7"/>
                    <a:pt x="22" y="0"/>
                    <a:pt x="28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6" name="işliḓè">
              <a:extLst>
                <a:ext uri="{FF2B5EF4-FFF2-40B4-BE49-F238E27FC236}">
                  <a16:creationId xmlns:a16="http://schemas.microsoft.com/office/drawing/2014/main" id="{FBE93C2E-154C-023B-3CE8-11C18CA57C88}"/>
                </a:ext>
              </a:extLst>
            </p:cNvPr>
            <p:cNvSpPr/>
            <p:nvPr/>
          </p:nvSpPr>
          <p:spPr bwMode="auto">
            <a:xfrm>
              <a:off x="4109512" y="596988"/>
              <a:ext cx="56031" cy="37822"/>
            </a:xfrm>
            <a:custGeom>
              <a:avLst/>
              <a:gdLst>
                <a:gd name="T0" fmla="*/ 13 w 27"/>
                <a:gd name="T1" fmla="*/ 1 h 18"/>
                <a:gd name="T2" fmla="*/ 9 w 27"/>
                <a:gd name="T3" fmla="*/ 3 h 18"/>
                <a:gd name="T4" fmla="*/ 18 w 27"/>
                <a:gd name="T5" fmla="*/ 8 h 18"/>
                <a:gd name="T6" fmla="*/ 22 w 27"/>
                <a:gd name="T7" fmla="*/ 6 h 18"/>
                <a:gd name="T8" fmla="*/ 11 w 27"/>
                <a:gd name="T9" fmla="*/ 18 h 18"/>
                <a:gd name="T10" fmla="*/ 0 w 27"/>
                <a:gd name="T11" fmla="*/ 5 h 18"/>
                <a:gd name="T12" fmla="*/ 13 w 27"/>
                <a:gd name="T13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8">
                  <a:moveTo>
                    <a:pt x="13" y="1"/>
                  </a:moveTo>
                  <a:cubicBezTo>
                    <a:pt x="13" y="3"/>
                    <a:pt x="10" y="2"/>
                    <a:pt x="9" y="3"/>
                  </a:cubicBezTo>
                  <a:cubicBezTo>
                    <a:pt x="9" y="8"/>
                    <a:pt x="21" y="0"/>
                    <a:pt x="18" y="8"/>
                  </a:cubicBezTo>
                  <a:cubicBezTo>
                    <a:pt x="20" y="9"/>
                    <a:pt x="22" y="8"/>
                    <a:pt x="22" y="6"/>
                  </a:cubicBezTo>
                  <a:cubicBezTo>
                    <a:pt x="27" y="12"/>
                    <a:pt x="12" y="13"/>
                    <a:pt x="11" y="18"/>
                  </a:cubicBezTo>
                  <a:cubicBezTo>
                    <a:pt x="6" y="14"/>
                    <a:pt x="7" y="5"/>
                    <a:pt x="0" y="5"/>
                  </a:cubicBezTo>
                  <a:cubicBezTo>
                    <a:pt x="2" y="1"/>
                    <a:pt x="9" y="3"/>
                    <a:pt x="13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7" name="işľiďè">
              <a:extLst>
                <a:ext uri="{FF2B5EF4-FFF2-40B4-BE49-F238E27FC236}">
                  <a16:creationId xmlns:a16="http://schemas.microsoft.com/office/drawing/2014/main" id="{BF04EB94-FB32-5388-D3BF-3CAF2E871A2E}"/>
                </a:ext>
              </a:extLst>
            </p:cNvPr>
            <p:cNvSpPr/>
            <p:nvPr/>
          </p:nvSpPr>
          <p:spPr bwMode="auto">
            <a:xfrm>
              <a:off x="5381422" y="639011"/>
              <a:ext cx="3276430" cy="2147400"/>
            </a:xfrm>
            <a:custGeom>
              <a:avLst/>
              <a:gdLst>
                <a:gd name="T0" fmla="*/ 936 w 1575"/>
                <a:gd name="T1" fmla="*/ 72 h 1033"/>
                <a:gd name="T2" fmla="*/ 1105 w 1575"/>
                <a:gd name="T3" fmla="*/ 72 h 1033"/>
                <a:gd name="T4" fmla="*/ 1247 w 1575"/>
                <a:gd name="T5" fmla="*/ 85 h 1033"/>
                <a:gd name="T6" fmla="*/ 1432 w 1575"/>
                <a:gd name="T7" fmla="*/ 115 h 1033"/>
                <a:gd name="T8" fmla="*/ 1575 w 1575"/>
                <a:gd name="T9" fmla="*/ 162 h 1033"/>
                <a:gd name="T10" fmla="*/ 1484 w 1575"/>
                <a:gd name="T11" fmla="*/ 184 h 1033"/>
                <a:gd name="T12" fmla="*/ 1366 w 1575"/>
                <a:gd name="T13" fmla="*/ 273 h 1033"/>
                <a:gd name="T14" fmla="*/ 1320 w 1575"/>
                <a:gd name="T15" fmla="*/ 301 h 1033"/>
                <a:gd name="T16" fmla="*/ 1381 w 1575"/>
                <a:gd name="T17" fmla="*/ 208 h 1033"/>
                <a:gd name="T18" fmla="*/ 1247 w 1575"/>
                <a:gd name="T19" fmla="*/ 247 h 1033"/>
                <a:gd name="T20" fmla="*/ 1204 w 1575"/>
                <a:gd name="T21" fmla="*/ 313 h 1033"/>
                <a:gd name="T22" fmla="*/ 1130 w 1575"/>
                <a:gd name="T23" fmla="*/ 415 h 1033"/>
                <a:gd name="T24" fmla="*/ 1081 w 1575"/>
                <a:gd name="T25" fmla="*/ 439 h 1033"/>
                <a:gd name="T26" fmla="*/ 1061 w 1575"/>
                <a:gd name="T27" fmla="*/ 464 h 1033"/>
                <a:gd name="T28" fmla="*/ 993 w 1575"/>
                <a:gd name="T29" fmla="*/ 587 h 1033"/>
                <a:gd name="T30" fmla="*/ 956 w 1575"/>
                <a:gd name="T31" fmla="*/ 674 h 1033"/>
                <a:gd name="T32" fmla="*/ 895 w 1575"/>
                <a:gd name="T33" fmla="*/ 685 h 1033"/>
                <a:gd name="T34" fmla="*/ 882 w 1575"/>
                <a:gd name="T35" fmla="*/ 689 h 1033"/>
                <a:gd name="T36" fmla="*/ 848 w 1575"/>
                <a:gd name="T37" fmla="*/ 602 h 1033"/>
                <a:gd name="T38" fmla="*/ 742 w 1575"/>
                <a:gd name="T39" fmla="*/ 657 h 1033"/>
                <a:gd name="T40" fmla="*/ 665 w 1575"/>
                <a:gd name="T41" fmla="*/ 579 h 1033"/>
                <a:gd name="T42" fmla="*/ 524 w 1575"/>
                <a:gd name="T43" fmla="*/ 557 h 1033"/>
                <a:gd name="T44" fmla="*/ 557 w 1575"/>
                <a:gd name="T45" fmla="*/ 616 h 1033"/>
                <a:gd name="T46" fmla="*/ 453 w 1575"/>
                <a:gd name="T47" fmla="*/ 622 h 1033"/>
                <a:gd name="T48" fmla="*/ 391 w 1575"/>
                <a:gd name="T49" fmla="*/ 546 h 1033"/>
                <a:gd name="T50" fmla="*/ 440 w 1575"/>
                <a:gd name="T51" fmla="*/ 646 h 1033"/>
                <a:gd name="T52" fmla="*/ 470 w 1575"/>
                <a:gd name="T53" fmla="*/ 749 h 1033"/>
                <a:gd name="T54" fmla="*/ 412 w 1575"/>
                <a:gd name="T55" fmla="*/ 898 h 1033"/>
                <a:gd name="T56" fmla="*/ 352 w 1575"/>
                <a:gd name="T57" fmla="*/ 1013 h 1033"/>
                <a:gd name="T58" fmla="*/ 237 w 1575"/>
                <a:gd name="T59" fmla="*/ 924 h 1033"/>
                <a:gd name="T60" fmla="*/ 224 w 1575"/>
                <a:gd name="T61" fmla="*/ 788 h 1033"/>
                <a:gd name="T62" fmla="*/ 47 w 1575"/>
                <a:gd name="T63" fmla="*/ 702 h 1033"/>
                <a:gd name="T64" fmla="*/ 6 w 1575"/>
                <a:gd name="T65" fmla="*/ 588 h 1033"/>
                <a:gd name="T66" fmla="*/ 162 w 1575"/>
                <a:gd name="T67" fmla="*/ 465 h 1033"/>
                <a:gd name="T68" fmla="*/ 263 w 1575"/>
                <a:gd name="T69" fmla="*/ 512 h 1033"/>
                <a:gd name="T70" fmla="*/ 378 w 1575"/>
                <a:gd name="T71" fmla="*/ 512 h 1033"/>
                <a:gd name="T72" fmla="*/ 309 w 1575"/>
                <a:gd name="T73" fmla="*/ 436 h 1033"/>
                <a:gd name="T74" fmla="*/ 255 w 1575"/>
                <a:gd name="T75" fmla="*/ 402 h 1033"/>
                <a:gd name="T76" fmla="*/ 259 w 1575"/>
                <a:gd name="T77" fmla="*/ 432 h 1033"/>
                <a:gd name="T78" fmla="*/ 158 w 1575"/>
                <a:gd name="T79" fmla="*/ 408 h 1033"/>
                <a:gd name="T80" fmla="*/ 116 w 1575"/>
                <a:gd name="T81" fmla="*/ 406 h 1033"/>
                <a:gd name="T82" fmla="*/ 158 w 1575"/>
                <a:gd name="T83" fmla="*/ 329 h 1033"/>
                <a:gd name="T84" fmla="*/ 214 w 1575"/>
                <a:gd name="T85" fmla="*/ 292 h 1033"/>
                <a:gd name="T86" fmla="*/ 317 w 1575"/>
                <a:gd name="T87" fmla="*/ 247 h 1033"/>
                <a:gd name="T88" fmla="*/ 313 w 1575"/>
                <a:gd name="T89" fmla="*/ 197 h 1033"/>
                <a:gd name="T90" fmla="*/ 278 w 1575"/>
                <a:gd name="T91" fmla="*/ 238 h 1033"/>
                <a:gd name="T92" fmla="*/ 183 w 1575"/>
                <a:gd name="T93" fmla="*/ 251 h 1033"/>
                <a:gd name="T94" fmla="*/ 227 w 1575"/>
                <a:gd name="T95" fmla="*/ 167 h 1033"/>
                <a:gd name="T96" fmla="*/ 354 w 1575"/>
                <a:gd name="T97" fmla="*/ 106 h 1033"/>
                <a:gd name="T98" fmla="*/ 397 w 1575"/>
                <a:gd name="T99" fmla="*/ 154 h 1033"/>
                <a:gd name="T100" fmla="*/ 470 w 1575"/>
                <a:gd name="T101" fmla="*/ 134 h 1033"/>
                <a:gd name="T102" fmla="*/ 596 w 1575"/>
                <a:gd name="T103" fmla="*/ 126 h 1033"/>
                <a:gd name="T104" fmla="*/ 660 w 1575"/>
                <a:gd name="T105" fmla="*/ 83 h 1033"/>
                <a:gd name="T106" fmla="*/ 705 w 1575"/>
                <a:gd name="T107" fmla="*/ 130 h 1033"/>
                <a:gd name="T108" fmla="*/ 734 w 1575"/>
                <a:gd name="T109" fmla="*/ 81 h 1033"/>
                <a:gd name="T110" fmla="*/ 889 w 1575"/>
                <a:gd name="T111" fmla="*/ 18 h 1033"/>
                <a:gd name="T112" fmla="*/ 373 w 1575"/>
                <a:gd name="T113" fmla="*/ 374 h 1033"/>
                <a:gd name="T114" fmla="*/ 449 w 1575"/>
                <a:gd name="T115" fmla="*/ 424 h 1033"/>
                <a:gd name="T116" fmla="*/ 531 w 1575"/>
                <a:gd name="T117" fmla="*/ 411 h 1033"/>
                <a:gd name="T118" fmla="*/ 505 w 1575"/>
                <a:gd name="T119" fmla="*/ 451 h 1033"/>
                <a:gd name="T120" fmla="*/ 375 w 1575"/>
                <a:gd name="T121" fmla="*/ 762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75" h="1033">
                  <a:moveTo>
                    <a:pt x="949" y="11"/>
                  </a:moveTo>
                  <a:cubicBezTo>
                    <a:pt x="949" y="13"/>
                    <a:pt x="952" y="12"/>
                    <a:pt x="954" y="13"/>
                  </a:cubicBezTo>
                  <a:cubicBezTo>
                    <a:pt x="954" y="15"/>
                    <a:pt x="951" y="14"/>
                    <a:pt x="949" y="14"/>
                  </a:cubicBezTo>
                  <a:cubicBezTo>
                    <a:pt x="957" y="22"/>
                    <a:pt x="965" y="11"/>
                    <a:pt x="979" y="14"/>
                  </a:cubicBezTo>
                  <a:cubicBezTo>
                    <a:pt x="982" y="19"/>
                    <a:pt x="987" y="22"/>
                    <a:pt x="993" y="24"/>
                  </a:cubicBezTo>
                  <a:cubicBezTo>
                    <a:pt x="994" y="26"/>
                    <a:pt x="993" y="29"/>
                    <a:pt x="993" y="31"/>
                  </a:cubicBezTo>
                  <a:cubicBezTo>
                    <a:pt x="994" y="33"/>
                    <a:pt x="998" y="33"/>
                    <a:pt x="997" y="37"/>
                  </a:cubicBezTo>
                  <a:cubicBezTo>
                    <a:pt x="993" y="36"/>
                    <a:pt x="994" y="39"/>
                    <a:pt x="993" y="42"/>
                  </a:cubicBezTo>
                  <a:cubicBezTo>
                    <a:pt x="992" y="41"/>
                    <a:pt x="989" y="40"/>
                    <a:pt x="986" y="40"/>
                  </a:cubicBezTo>
                  <a:cubicBezTo>
                    <a:pt x="983" y="41"/>
                    <a:pt x="986" y="43"/>
                    <a:pt x="984" y="44"/>
                  </a:cubicBezTo>
                  <a:cubicBezTo>
                    <a:pt x="983" y="45"/>
                    <a:pt x="982" y="42"/>
                    <a:pt x="980" y="42"/>
                  </a:cubicBezTo>
                  <a:cubicBezTo>
                    <a:pt x="979" y="43"/>
                    <a:pt x="975" y="46"/>
                    <a:pt x="969" y="44"/>
                  </a:cubicBezTo>
                  <a:cubicBezTo>
                    <a:pt x="967" y="44"/>
                    <a:pt x="968" y="47"/>
                    <a:pt x="967" y="48"/>
                  </a:cubicBezTo>
                  <a:cubicBezTo>
                    <a:pt x="967" y="48"/>
                    <a:pt x="964" y="47"/>
                    <a:pt x="964" y="48"/>
                  </a:cubicBezTo>
                  <a:cubicBezTo>
                    <a:pt x="963" y="50"/>
                    <a:pt x="967" y="51"/>
                    <a:pt x="964" y="55"/>
                  </a:cubicBezTo>
                  <a:cubicBezTo>
                    <a:pt x="963" y="52"/>
                    <a:pt x="954" y="56"/>
                    <a:pt x="958" y="57"/>
                  </a:cubicBezTo>
                  <a:cubicBezTo>
                    <a:pt x="954" y="61"/>
                    <a:pt x="948" y="59"/>
                    <a:pt x="943" y="61"/>
                  </a:cubicBezTo>
                  <a:cubicBezTo>
                    <a:pt x="940" y="62"/>
                    <a:pt x="938" y="67"/>
                    <a:pt x="934" y="67"/>
                  </a:cubicBezTo>
                  <a:cubicBezTo>
                    <a:pt x="934" y="69"/>
                    <a:pt x="934" y="72"/>
                    <a:pt x="932" y="72"/>
                  </a:cubicBezTo>
                  <a:cubicBezTo>
                    <a:pt x="933" y="75"/>
                    <a:pt x="934" y="72"/>
                    <a:pt x="936" y="72"/>
                  </a:cubicBezTo>
                  <a:cubicBezTo>
                    <a:pt x="941" y="72"/>
                    <a:pt x="943" y="68"/>
                    <a:pt x="947" y="67"/>
                  </a:cubicBezTo>
                  <a:cubicBezTo>
                    <a:pt x="950" y="66"/>
                    <a:pt x="950" y="69"/>
                    <a:pt x="952" y="68"/>
                  </a:cubicBezTo>
                  <a:cubicBezTo>
                    <a:pt x="955" y="68"/>
                    <a:pt x="955" y="65"/>
                    <a:pt x="956" y="65"/>
                  </a:cubicBezTo>
                  <a:cubicBezTo>
                    <a:pt x="960" y="63"/>
                    <a:pt x="965" y="65"/>
                    <a:pt x="969" y="63"/>
                  </a:cubicBezTo>
                  <a:cubicBezTo>
                    <a:pt x="972" y="62"/>
                    <a:pt x="968" y="60"/>
                    <a:pt x="971" y="59"/>
                  </a:cubicBezTo>
                  <a:cubicBezTo>
                    <a:pt x="972" y="59"/>
                    <a:pt x="974" y="60"/>
                    <a:pt x="975" y="59"/>
                  </a:cubicBezTo>
                  <a:cubicBezTo>
                    <a:pt x="975" y="59"/>
                    <a:pt x="976" y="55"/>
                    <a:pt x="977" y="55"/>
                  </a:cubicBezTo>
                  <a:cubicBezTo>
                    <a:pt x="977" y="55"/>
                    <a:pt x="982" y="57"/>
                    <a:pt x="984" y="57"/>
                  </a:cubicBezTo>
                  <a:cubicBezTo>
                    <a:pt x="989" y="57"/>
                    <a:pt x="989" y="56"/>
                    <a:pt x="993" y="55"/>
                  </a:cubicBezTo>
                  <a:cubicBezTo>
                    <a:pt x="993" y="57"/>
                    <a:pt x="993" y="59"/>
                    <a:pt x="993" y="61"/>
                  </a:cubicBezTo>
                  <a:cubicBezTo>
                    <a:pt x="996" y="59"/>
                    <a:pt x="997" y="59"/>
                    <a:pt x="997" y="63"/>
                  </a:cubicBezTo>
                  <a:cubicBezTo>
                    <a:pt x="1007" y="62"/>
                    <a:pt x="1023" y="64"/>
                    <a:pt x="1038" y="63"/>
                  </a:cubicBezTo>
                  <a:cubicBezTo>
                    <a:pt x="1037" y="71"/>
                    <a:pt x="1051" y="65"/>
                    <a:pt x="1049" y="74"/>
                  </a:cubicBezTo>
                  <a:cubicBezTo>
                    <a:pt x="1051" y="71"/>
                    <a:pt x="1054" y="74"/>
                    <a:pt x="1057" y="74"/>
                  </a:cubicBezTo>
                  <a:cubicBezTo>
                    <a:pt x="1062" y="74"/>
                    <a:pt x="1069" y="72"/>
                    <a:pt x="1072" y="74"/>
                  </a:cubicBezTo>
                  <a:cubicBezTo>
                    <a:pt x="1076" y="74"/>
                    <a:pt x="1072" y="66"/>
                    <a:pt x="1076" y="65"/>
                  </a:cubicBezTo>
                  <a:cubicBezTo>
                    <a:pt x="1082" y="66"/>
                    <a:pt x="1088" y="65"/>
                    <a:pt x="1094" y="67"/>
                  </a:cubicBezTo>
                  <a:cubicBezTo>
                    <a:pt x="1094" y="67"/>
                    <a:pt x="1094" y="68"/>
                    <a:pt x="1094" y="68"/>
                  </a:cubicBezTo>
                  <a:cubicBezTo>
                    <a:pt x="1097" y="69"/>
                    <a:pt x="1101" y="68"/>
                    <a:pt x="1103" y="68"/>
                  </a:cubicBezTo>
                  <a:cubicBezTo>
                    <a:pt x="1104" y="69"/>
                    <a:pt x="1105" y="72"/>
                    <a:pt x="1105" y="72"/>
                  </a:cubicBezTo>
                  <a:cubicBezTo>
                    <a:pt x="1108" y="74"/>
                    <a:pt x="1113" y="71"/>
                    <a:pt x="1115" y="74"/>
                  </a:cubicBezTo>
                  <a:cubicBezTo>
                    <a:pt x="1114" y="78"/>
                    <a:pt x="1114" y="82"/>
                    <a:pt x="1109" y="81"/>
                  </a:cubicBezTo>
                  <a:cubicBezTo>
                    <a:pt x="1109" y="85"/>
                    <a:pt x="1112" y="86"/>
                    <a:pt x="1117" y="85"/>
                  </a:cubicBezTo>
                  <a:cubicBezTo>
                    <a:pt x="1115" y="96"/>
                    <a:pt x="1124" y="97"/>
                    <a:pt x="1128" y="102"/>
                  </a:cubicBezTo>
                  <a:cubicBezTo>
                    <a:pt x="1131" y="100"/>
                    <a:pt x="1134" y="99"/>
                    <a:pt x="1137" y="96"/>
                  </a:cubicBezTo>
                  <a:cubicBezTo>
                    <a:pt x="1138" y="95"/>
                    <a:pt x="1138" y="92"/>
                    <a:pt x="1139" y="91"/>
                  </a:cubicBezTo>
                  <a:cubicBezTo>
                    <a:pt x="1140" y="90"/>
                    <a:pt x="1143" y="91"/>
                    <a:pt x="1143" y="89"/>
                  </a:cubicBezTo>
                  <a:cubicBezTo>
                    <a:pt x="1148" y="88"/>
                    <a:pt x="1146" y="93"/>
                    <a:pt x="1148" y="95"/>
                  </a:cubicBezTo>
                  <a:cubicBezTo>
                    <a:pt x="1153" y="95"/>
                    <a:pt x="1157" y="95"/>
                    <a:pt x="1161" y="95"/>
                  </a:cubicBezTo>
                  <a:cubicBezTo>
                    <a:pt x="1163" y="93"/>
                    <a:pt x="1168" y="94"/>
                    <a:pt x="1167" y="89"/>
                  </a:cubicBezTo>
                  <a:cubicBezTo>
                    <a:pt x="1173" y="91"/>
                    <a:pt x="1187" y="85"/>
                    <a:pt x="1187" y="93"/>
                  </a:cubicBezTo>
                  <a:cubicBezTo>
                    <a:pt x="1193" y="93"/>
                    <a:pt x="1191" y="86"/>
                    <a:pt x="1199" y="89"/>
                  </a:cubicBezTo>
                  <a:cubicBezTo>
                    <a:pt x="1198" y="87"/>
                    <a:pt x="1196" y="87"/>
                    <a:pt x="1195" y="87"/>
                  </a:cubicBezTo>
                  <a:cubicBezTo>
                    <a:pt x="1196" y="86"/>
                    <a:pt x="1196" y="82"/>
                    <a:pt x="1199" y="81"/>
                  </a:cubicBezTo>
                  <a:cubicBezTo>
                    <a:pt x="1204" y="82"/>
                    <a:pt x="1202" y="75"/>
                    <a:pt x="1210" y="78"/>
                  </a:cubicBezTo>
                  <a:cubicBezTo>
                    <a:pt x="1212" y="78"/>
                    <a:pt x="1210" y="75"/>
                    <a:pt x="1210" y="76"/>
                  </a:cubicBezTo>
                  <a:cubicBezTo>
                    <a:pt x="1213" y="72"/>
                    <a:pt x="1218" y="75"/>
                    <a:pt x="1225" y="74"/>
                  </a:cubicBezTo>
                  <a:cubicBezTo>
                    <a:pt x="1223" y="84"/>
                    <a:pt x="1235" y="71"/>
                    <a:pt x="1232" y="80"/>
                  </a:cubicBezTo>
                  <a:cubicBezTo>
                    <a:pt x="1240" y="81"/>
                    <a:pt x="1246" y="79"/>
                    <a:pt x="1253" y="78"/>
                  </a:cubicBezTo>
                  <a:cubicBezTo>
                    <a:pt x="1253" y="83"/>
                    <a:pt x="1245" y="79"/>
                    <a:pt x="1247" y="85"/>
                  </a:cubicBezTo>
                  <a:cubicBezTo>
                    <a:pt x="1248" y="89"/>
                    <a:pt x="1254" y="87"/>
                    <a:pt x="1258" y="87"/>
                  </a:cubicBezTo>
                  <a:cubicBezTo>
                    <a:pt x="1265" y="87"/>
                    <a:pt x="1271" y="87"/>
                    <a:pt x="1277" y="85"/>
                  </a:cubicBezTo>
                  <a:cubicBezTo>
                    <a:pt x="1278" y="92"/>
                    <a:pt x="1287" y="92"/>
                    <a:pt x="1290" y="98"/>
                  </a:cubicBezTo>
                  <a:cubicBezTo>
                    <a:pt x="1294" y="97"/>
                    <a:pt x="1296" y="100"/>
                    <a:pt x="1299" y="100"/>
                  </a:cubicBezTo>
                  <a:cubicBezTo>
                    <a:pt x="1311" y="101"/>
                    <a:pt x="1324" y="98"/>
                    <a:pt x="1335" y="100"/>
                  </a:cubicBezTo>
                  <a:cubicBezTo>
                    <a:pt x="1339" y="101"/>
                    <a:pt x="1343" y="106"/>
                    <a:pt x="1348" y="104"/>
                  </a:cubicBezTo>
                  <a:cubicBezTo>
                    <a:pt x="1347" y="107"/>
                    <a:pt x="1349" y="107"/>
                    <a:pt x="1351" y="108"/>
                  </a:cubicBezTo>
                  <a:cubicBezTo>
                    <a:pt x="1351" y="110"/>
                    <a:pt x="1351" y="113"/>
                    <a:pt x="1351" y="115"/>
                  </a:cubicBezTo>
                  <a:cubicBezTo>
                    <a:pt x="1351" y="118"/>
                    <a:pt x="1358" y="115"/>
                    <a:pt x="1359" y="117"/>
                  </a:cubicBezTo>
                  <a:cubicBezTo>
                    <a:pt x="1361" y="120"/>
                    <a:pt x="1360" y="116"/>
                    <a:pt x="1363" y="117"/>
                  </a:cubicBezTo>
                  <a:cubicBezTo>
                    <a:pt x="1363" y="117"/>
                    <a:pt x="1363" y="119"/>
                    <a:pt x="1364" y="119"/>
                  </a:cubicBezTo>
                  <a:cubicBezTo>
                    <a:pt x="1367" y="119"/>
                    <a:pt x="1387" y="121"/>
                    <a:pt x="1389" y="119"/>
                  </a:cubicBezTo>
                  <a:cubicBezTo>
                    <a:pt x="1389" y="119"/>
                    <a:pt x="1389" y="117"/>
                    <a:pt x="1389" y="117"/>
                  </a:cubicBezTo>
                  <a:cubicBezTo>
                    <a:pt x="1390" y="117"/>
                    <a:pt x="1394" y="119"/>
                    <a:pt x="1394" y="119"/>
                  </a:cubicBezTo>
                  <a:cubicBezTo>
                    <a:pt x="1396" y="117"/>
                    <a:pt x="1399" y="116"/>
                    <a:pt x="1400" y="119"/>
                  </a:cubicBezTo>
                  <a:cubicBezTo>
                    <a:pt x="1403" y="115"/>
                    <a:pt x="1409" y="115"/>
                    <a:pt x="1415" y="113"/>
                  </a:cubicBezTo>
                  <a:cubicBezTo>
                    <a:pt x="1414" y="119"/>
                    <a:pt x="1416" y="122"/>
                    <a:pt x="1417" y="126"/>
                  </a:cubicBezTo>
                  <a:cubicBezTo>
                    <a:pt x="1424" y="126"/>
                    <a:pt x="1427" y="130"/>
                    <a:pt x="1433" y="126"/>
                  </a:cubicBezTo>
                  <a:cubicBezTo>
                    <a:pt x="1434" y="123"/>
                    <a:pt x="1432" y="123"/>
                    <a:pt x="1430" y="122"/>
                  </a:cubicBezTo>
                  <a:cubicBezTo>
                    <a:pt x="1431" y="121"/>
                    <a:pt x="1432" y="118"/>
                    <a:pt x="1432" y="115"/>
                  </a:cubicBezTo>
                  <a:cubicBezTo>
                    <a:pt x="1436" y="111"/>
                    <a:pt x="1448" y="113"/>
                    <a:pt x="1450" y="117"/>
                  </a:cubicBezTo>
                  <a:cubicBezTo>
                    <a:pt x="1458" y="117"/>
                    <a:pt x="1466" y="116"/>
                    <a:pt x="1474" y="117"/>
                  </a:cubicBezTo>
                  <a:cubicBezTo>
                    <a:pt x="1477" y="117"/>
                    <a:pt x="1483" y="121"/>
                    <a:pt x="1484" y="117"/>
                  </a:cubicBezTo>
                  <a:cubicBezTo>
                    <a:pt x="1488" y="119"/>
                    <a:pt x="1487" y="121"/>
                    <a:pt x="1493" y="122"/>
                  </a:cubicBezTo>
                  <a:cubicBezTo>
                    <a:pt x="1495" y="123"/>
                    <a:pt x="1496" y="126"/>
                    <a:pt x="1497" y="126"/>
                  </a:cubicBezTo>
                  <a:cubicBezTo>
                    <a:pt x="1498" y="126"/>
                    <a:pt x="1499" y="125"/>
                    <a:pt x="1499" y="124"/>
                  </a:cubicBezTo>
                  <a:cubicBezTo>
                    <a:pt x="1501" y="125"/>
                    <a:pt x="1499" y="127"/>
                    <a:pt x="1500" y="128"/>
                  </a:cubicBezTo>
                  <a:cubicBezTo>
                    <a:pt x="1501" y="129"/>
                    <a:pt x="1504" y="127"/>
                    <a:pt x="1504" y="128"/>
                  </a:cubicBezTo>
                  <a:cubicBezTo>
                    <a:pt x="1505" y="129"/>
                    <a:pt x="1509" y="130"/>
                    <a:pt x="1514" y="132"/>
                  </a:cubicBezTo>
                  <a:cubicBezTo>
                    <a:pt x="1516" y="133"/>
                    <a:pt x="1521" y="134"/>
                    <a:pt x="1525" y="136"/>
                  </a:cubicBezTo>
                  <a:cubicBezTo>
                    <a:pt x="1526" y="136"/>
                    <a:pt x="1526" y="139"/>
                    <a:pt x="1527" y="139"/>
                  </a:cubicBezTo>
                  <a:cubicBezTo>
                    <a:pt x="1527" y="140"/>
                    <a:pt x="1530" y="139"/>
                    <a:pt x="1530" y="139"/>
                  </a:cubicBezTo>
                  <a:cubicBezTo>
                    <a:pt x="1531" y="140"/>
                    <a:pt x="1530" y="142"/>
                    <a:pt x="1530" y="143"/>
                  </a:cubicBezTo>
                  <a:cubicBezTo>
                    <a:pt x="1531" y="144"/>
                    <a:pt x="1534" y="142"/>
                    <a:pt x="1534" y="143"/>
                  </a:cubicBezTo>
                  <a:cubicBezTo>
                    <a:pt x="1535" y="145"/>
                    <a:pt x="1532" y="151"/>
                    <a:pt x="1540" y="149"/>
                  </a:cubicBezTo>
                  <a:cubicBezTo>
                    <a:pt x="1540" y="153"/>
                    <a:pt x="1540" y="157"/>
                    <a:pt x="1540" y="162"/>
                  </a:cubicBezTo>
                  <a:cubicBezTo>
                    <a:pt x="1546" y="161"/>
                    <a:pt x="1551" y="160"/>
                    <a:pt x="1553" y="154"/>
                  </a:cubicBezTo>
                  <a:cubicBezTo>
                    <a:pt x="1558" y="157"/>
                    <a:pt x="1565" y="156"/>
                    <a:pt x="1569" y="158"/>
                  </a:cubicBezTo>
                  <a:cubicBezTo>
                    <a:pt x="1570" y="158"/>
                    <a:pt x="1569" y="161"/>
                    <a:pt x="1569" y="162"/>
                  </a:cubicBezTo>
                  <a:cubicBezTo>
                    <a:pt x="1570" y="163"/>
                    <a:pt x="1574" y="161"/>
                    <a:pt x="1575" y="162"/>
                  </a:cubicBezTo>
                  <a:cubicBezTo>
                    <a:pt x="1574" y="164"/>
                    <a:pt x="1571" y="164"/>
                    <a:pt x="1571" y="167"/>
                  </a:cubicBezTo>
                  <a:cubicBezTo>
                    <a:pt x="1568" y="168"/>
                    <a:pt x="1568" y="165"/>
                    <a:pt x="1566" y="165"/>
                  </a:cubicBezTo>
                  <a:cubicBezTo>
                    <a:pt x="1564" y="167"/>
                    <a:pt x="1564" y="170"/>
                    <a:pt x="1560" y="169"/>
                  </a:cubicBezTo>
                  <a:cubicBezTo>
                    <a:pt x="1561" y="172"/>
                    <a:pt x="1566" y="171"/>
                    <a:pt x="1564" y="177"/>
                  </a:cubicBezTo>
                  <a:cubicBezTo>
                    <a:pt x="1557" y="171"/>
                    <a:pt x="1563" y="179"/>
                    <a:pt x="1558" y="180"/>
                  </a:cubicBezTo>
                  <a:cubicBezTo>
                    <a:pt x="1557" y="181"/>
                    <a:pt x="1555" y="182"/>
                    <a:pt x="1554" y="184"/>
                  </a:cubicBezTo>
                  <a:cubicBezTo>
                    <a:pt x="1552" y="184"/>
                    <a:pt x="1551" y="183"/>
                    <a:pt x="1549" y="182"/>
                  </a:cubicBezTo>
                  <a:cubicBezTo>
                    <a:pt x="1548" y="181"/>
                    <a:pt x="1546" y="179"/>
                    <a:pt x="1545" y="178"/>
                  </a:cubicBezTo>
                  <a:cubicBezTo>
                    <a:pt x="1542" y="177"/>
                    <a:pt x="1540" y="178"/>
                    <a:pt x="1538" y="177"/>
                  </a:cubicBezTo>
                  <a:cubicBezTo>
                    <a:pt x="1536" y="176"/>
                    <a:pt x="1535" y="173"/>
                    <a:pt x="1534" y="173"/>
                  </a:cubicBezTo>
                  <a:cubicBezTo>
                    <a:pt x="1532" y="172"/>
                    <a:pt x="1529" y="173"/>
                    <a:pt x="1527" y="173"/>
                  </a:cubicBezTo>
                  <a:cubicBezTo>
                    <a:pt x="1526" y="173"/>
                    <a:pt x="1526" y="171"/>
                    <a:pt x="1525" y="171"/>
                  </a:cubicBezTo>
                  <a:cubicBezTo>
                    <a:pt x="1522" y="171"/>
                    <a:pt x="1520" y="164"/>
                    <a:pt x="1517" y="169"/>
                  </a:cubicBezTo>
                  <a:cubicBezTo>
                    <a:pt x="1515" y="169"/>
                    <a:pt x="1516" y="166"/>
                    <a:pt x="1515" y="163"/>
                  </a:cubicBezTo>
                  <a:cubicBezTo>
                    <a:pt x="1512" y="163"/>
                    <a:pt x="1508" y="163"/>
                    <a:pt x="1504" y="163"/>
                  </a:cubicBezTo>
                  <a:cubicBezTo>
                    <a:pt x="1500" y="164"/>
                    <a:pt x="1504" y="168"/>
                    <a:pt x="1504" y="167"/>
                  </a:cubicBezTo>
                  <a:cubicBezTo>
                    <a:pt x="1504" y="170"/>
                    <a:pt x="1500" y="170"/>
                    <a:pt x="1500" y="175"/>
                  </a:cubicBezTo>
                  <a:cubicBezTo>
                    <a:pt x="1492" y="174"/>
                    <a:pt x="1491" y="180"/>
                    <a:pt x="1482" y="178"/>
                  </a:cubicBezTo>
                  <a:cubicBezTo>
                    <a:pt x="1480" y="180"/>
                    <a:pt x="1480" y="183"/>
                    <a:pt x="1476" y="182"/>
                  </a:cubicBezTo>
                  <a:cubicBezTo>
                    <a:pt x="1477" y="185"/>
                    <a:pt x="1481" y="184"/>
                    <a:pt x="1484" y="184"/>
                  </a:cubicBezTo>
                  <a:cubicBezTo>
                    <a:pt x="1486" y="185"/>
                    <a:pt x="1487" y="187"/>
                    <a:pt x="1489" y="188"/>
                  </a:cubicBezTo>
                  <a:cubicBezTo>
                    <a:pt x="1488" y="194"/>
                    <a:pt x="1488" y="192"/>
                    <a:pt x="1491" y="195"/>
                  </a:cubicBezTo>
                  <a:cubicBezTo>
                    <a:pt x="1493" y="199"/>
                    <a:pt x="1498" y="200"/>
                    <a:pt x="1500" y="203"/>
                  </a:cubicBezTo>
                  <a:cubicBezTo>
                    <a:pt x="1500" y="203"/>
                    <a:pt x="1495" y="208"/>
                    <a:pt x="1495" y="208"/>
                  </a:cubicBezTo>
                  <a:cubicBezTo>
                    <a:pt x="1490" y="209"/>
                    <a:pt x="1490" y="204"/>
                    <a:pt x="1487" y="204"/>
                  </a:cubicBezTo>
                  <a:cubicBezTo>
                    <a:pt x="1488" y="204"/>
                    <a:pt x="1490" y="208"/>
                    <a:pt x="1487" y="208"/>
                  </a:cubicBezTo>
                  <a:cubicBezTo>
                    <a:pt x="1482" y="209"/>
                    <a:pt x="1473" y="208"/>
                    <a:pt x="1467" y="210"/>
                  </a:cubicBezTo>
                  <a:cubicBezTo>
                    <a:pt x="1464" y="211"/>
                    <a:pt x="1457" y="213"/>
                    <a:pt x="1458" y="218"/>
                  </a:cubicBezTo>
                  <a:cubicBezTo>
                    <a:pt x="1449" y="216"/>
                    <a:pt x="1448" y="222"/>
                    <a:pt x="1443" y="223"/>
                  </a:cubicBezTo>
                  <a:cubicBezTo>
                    <a:pt x="1441" y="225"/>
                    <a:pt x="1441" y="226"/>
                    <a:pt x="1439" y="227"/>
                  </a:cubicBezTo>
                  <a:cubicBezTo>
                    <a:pt x="1438" y="228"/>
                    <a:pt x="1435" y="231"/>
                    <a:pt x="1433" y="231"/>
                  </a:cubicBezTo>
                  <a:cubicBezTo>
                    <a:pt x="1432" y="231"/>
                    <a:pt x="1430" y="233"/>
                    <a:pt x="1430" y="234"/>
                  </a:cubicBezTo>
                  <a:cubicBezTo>
                    <a:pt x="1424" y="233"/>
                    <a:pt x="1414" y="237"/>
                    <a:pt x="1411" y="232"/>
                  </a:cubicBezTo>
                  <a:cubicBezTo>
                    <a:pt x="1409" y="234"/>
                    <a:pt x="1404" y="233"/>
                    <a:pt x="1405" y="238"/>
                  </a:cubicBezTo>
                  <a:cubicBezTo>
                    <a:pt x="1395" y="239"/>
                    <a:pt x="1394" y="239"/>
                    <a:pt x="1383" y="238"/>
                  </a:cubicBezTo>
                  <a:cubicBezTo>
                    <a:pt x="1382" y="238"/>
                    <a:pt x="1381" y="240"/>
                    <a:pt x="1379" y="240"/>
                  </a:cubicBezTo>
                  <a:cubicBezTo>
                    <a:pt x="1378" y="241"/>
                    <a:pt x="1374" y="242"/>
                    <a:pt x="1374" y="246"/>
                  </a:cubicBezTo>
                  <a:cubicBezTo>
                    <a:pt x="1373" y="251"/>
                    <a:pt x="1365" y="248"/>
                    <a:pt x="1366" y="257"/>
                  </a:cubicBezTo>
                  <a:cubicBezTo>
                    <a:pt x="1365" y="263"/>
                    <a:pt x="1371" y="262"/>
                    <a:pt x="1374" y="264"/>
                  </a:cubicBezTo>
                  <a:cubicBezTo>
                    <a:pt x="1373" y="269"/>
                    <a:pt x="1372" y="274"/>
                    <a:pt x="1366" y="273"/>
                  </a:cubicBezTo>
                  <a:cubicBezTo>
                    <a:pt x="1367" y="277"/>
                    <a:pt x="1366" y="279"/>
                    <a:pt x="1363" y="279"/>
                  </a:cubicBezTo>
                  <a:cubicBezTo>
                    <a:pt x="1363" y="282"/>
                    <a:pt x="1363" y="284"/>
                    <a:pt x="1363" y="287"/>
                  </a:cubicBezTo>
                  <a:cubicBezTo>
                    <a:pt x="1363" y="289"/>
                    <a:pt x="1366" y="285"/>
                    <a:pt x="1366" y="288"/>
                  </a:cubicBezTo>
                  <a:cubicBezTo>
                    <a:pt x="1368" y="292"/>
                    <a:pt x="1364" y="291"/>
                    <a:pt x="1363" y="292"/>
                  </a:cubicBezTo>
                  <a:cubicBezTo>
                    <a:pt x="1362" y="293"/>
                    <a:pt x="1361" y="297"/>
                    <a:pt x="1361" y="298"/>
                  </a:cubicBezTo>
                  <a:cubicBezTo>
                    <a:pt x="1359" y="299"/>
                    <a:pt x="1353" y="298"/>
                    <a:pt x="1351" y="300"/>
                  </a:cubicBezTo>
                  <a:cubicBezTo>
                    <a:pt x="1350" y="301"/>
                    <a:pt x="1353" y="306"/>
                    <a:pt x="1351" y="307"/>
                  </a:cubicBezTo>
                  <a:cubicBezTo>
                    <a:pt x="1350" y="308"/>
                    <a:pt x="1350" y="303"/>
                    <a:pt x="1350" y="303"/>
                  </a:cubicBezTo>
                  <a:cubicBezTo>
                    <a:pt x="1348" y="303"/>
                    <a:pt x="1344" y="304"/>
                    <a:pt x="1348" y="313"/>
                  </a:cubicBezTo>
                  <a:cubicBezTo>
                    <a:pt x="1344" y="311"/>
                    <a:pt x="1345" y="315"/>
                    <a:pt x="1344" y="316"/>
                  </a:cubicBezTo>
                  <a:cubicBezTo>
                    <a:pt x="1343" y="317"/>
                    <a:pt x="1341" y="316"/>
                    <a:pt x="1340" y="316"/>
                  </a:cubicBezTo>
                  <a:cubicBezTo>
                    <a:pt x="1339" y="317"/>
                    <a:pt x="1340" y="322"/>
                    <a:pt x="1336" y="320"/>
                  </a:cubicBezTo>
                  <a:cubicBezTo>
                    <a:pt x="1337" y="323"/>
                    <a:pt x="1334" y="324"/>
                    <a:pt x="1335" y="328"/>
                  </a:cubicBezTo>
                  <a:cubicBezTo>
                    <a:pt x="1332" y="328"/>
                    <a:pt x="1327" y="327"/>
                    <a:pt x="1327" y="329"/>
                  </a:cubicBezTo>
                  <a:cubicBezTo>
                    <a:pt x="1325" y="329"/>
                    <a:pt x="1328" y="327"/>
                    <a:pt x="1327" y="324"/>
                  </a:cubicBezTo>
                  <a:cubicBezTo>
                    <a:pt x="1327" y="324"/>
                    <a:pt x="1325" y="323"/>
                    <a:pt x="1325" y="322"/>
                  </a:cubicBezTo>
                  <a:cubicBezTo>
                    <a:pt x="1325" y="321"/>
                    <a:pt x="1325" y="319"/>
                    <a:pt x="1325" y="318"/>
                  </a:cubicBezTo>
                  <a:cubicBezTo>
                    <a:pt x="1324" y="317"/>
                    <a:pt x="1323" y="315"/>
                    <a:pt x="1322" y="314"/>
                  </a:cubicBezTo>
                  <a:cubicBezTo>
                    <a:pt x="1321" y="314"/>
                    <a:pt x="1320" y="312"/>
                    <a:pt x="1318" y="313"/>
                  </a:cubicBezTo>
                  <a:cubicBezTo>
                    <a:pt x="1320" y="310"/>
                    <a:pt x="1320" y="305"/>
                    <a:pt x="1320" y="301"/>
                  </a:cubicBezTo>
                  <a:cubicBezTo>
                    <a:pt x="1320" y="298"/>
                    <a:pt x="1318" y="298"/>
                    <a:pt x="1318" y="296"/>
                  </a:cubicBezTo>
                  <a:cubicBezTo>
                    <a:pt x="1317" y="289"/>
                    <a:pt x="1320" y="281"/>
                    <a:pt x="1318" y="275"/>
                  </a:cubicBezTo>
                  <a:cubicBezTo>
                    <a:pt x="1325" y="281"/>
                    <a:pt x="1319" y="272"/>
                    <a:pt x="1322" y="268"/>
                  </a:cubicBezTo>
                  <a:cubicBezTo>
                    <a:pt x="1322" y="267"/>
                    <a:pt x="1324" y="274"/>
                    <a:pt x="1325" y="270"/>
                  </a:cubicBezTo>
                  <a:cubicBezTo>
                    <a:pt x="1325" y="269"/>
                    <a:pt x="1325" y="267"/>
                    <a:pt x="1325" y="266"/>
                  </a:cubicBezTo>
                  <a:cubicBezTo>
                    <a:pt x="1327" y="263"/>
                    <a:pt x="1335" y="258"/>
                    <a:pt x="1336" y="257"/>
                  </a:cubicBezTo>
                  <a:cubicBezTo>
                    <a:pt x="1336" y="257"/>
                    <a:pt x="1340" y="256"/>
                    <a:pt x="1338" y="255"/>
                  </a:cubicBezTo>
                  <a:cubicBezTo>
                    <a:pt x="1336" y="253"/>
                    <a:pt x="1339" y="253"/>
                    <a:pt x="1342" y="253"/>
                  </a:cubicBezTo>
                  <a:cubicBezTo>
                    <a:pt x="1345" y="251"/>
                    <a:pt x="1346" y="248"/>
                    <a:pt x="1346" y="244"/>
                  </a:cubicBezTo>
                  <a:cubicBezTo>
                    <a:pt x="1346" y="243"/>
                    <a:pt x="1352" y="241"/>
                    <a:pt x="1351" y="240"/>
                  </a:cubicBezTo>
                  <a:cubicBezTo>
                    <a:pt x="1351" y="240"/>
                    <a:pt x="1350" y="240"/>
                    <a:pt x="1350" y="240"/>
                  </a:cubicBezTo>
                  <a:cubicBezTo>
                    <a:pt x="1350" y="240"/>
                    <a:pt x="1351" y="236"/>
                    <a:pt x="1351" y="236"/>
                  </a:cubicBezTo>
                  <a:cubicBezTo>
                    <a:pt x="1353" y="236"/>
                    <a:pt x="1356" y="241"/>
                    <a:pt x="1355" y="232"/>
                  </a:cubicBezTo>
                  <a:cubicBezTo>
                    <a:pt x="1358" y="232"/>
                    <a:pt x="1362" y="232"/>
                    <a:pt x="1364" y="231"/>
                  </a:cubicBezTo>
                  <a:cubicBezTo>
                    <a:pt x="1365" y="230"/>
                    <a:pt x="1366" y="227"/>
                    <a:pt x="1366" y="227"/>
                  </a:cubicBezTo>
                  <a:cubicBezTo>
                    <a:pt x="1367" y="226"/>
                    <a:pt x="1369" y="227"/>
                    <a:pt x="1370" y="227"/>
                  </a:cubicBezTo>
                  <a:cubicBezTo>
                    <a:pt x="1371" y="226"/>
                    <a:pt x="1373" y="224"/>
                    <a:pt x="1374" y="223"/>
                  </a:cubicBezTo>
                  <a:cubicBezTo>
                    <a:pt x="1375" y="222"/>
                    <a:pt x="1375" y="223"/>
                    <a:pt x="1376" y="221"/>
                  </a:cubicBezTo>
                  <a:cubicBezTo>
                    <a:pt x="1376" y="219"/>
                    <a:pt x="1378" y="214"/>
                    <a:pt x="1381" y="218"/>
                  </a:cubicBezTo>
                  <a:cubicBezTo>
                    <a:pt x="1381" y="214"/>
                    <a:pt x="1381" y="211"/>
                    <a:pt x="1381" y="208"/>
                  </a:cubicBezTo>
                  <a:cubicBezTo>
                    <a:pt x="1377" y="208"/>
                    <a:pt x="1374" y="209"/>
                    <a:pt x="1372" y="210"/>
                  </a:cubicBezTo>
                  <a:cubicBezTo>
                    <a:pt x="1371" y="211"/>
                    <a:pt x="1369" y="213"/>
                    <a:pt x="1368" y="214"/>
                  </a:cubicBezTo>
                  <a:cubicBezTo>
                    <a:pt x="1367" y="215"/>
                    <a:pt x="1366" y="214"/>
                    <a:pt x="1366" y="216"/>
                  </a:cubicBezTo>
                  <a:cubicBezTo>
                    <a:pt x="1366" y="219"/>
                    <a:pt x="1359" y="218"/>
                    <a:pt x="1359" y="223"/>
                  </a:cubicBezTo>
                  <a:cubicBezTo>
                    <a:pt x="1355" y="223"/>
                    <a:pt x="1353" y="224"/>
                    <a:pt x="1353" y="227"/>
                  </a:cubicBezTo>
                  <a:cubicBezTo>
                    <a:pt x="1351" y="227"/>
                    <a:pt x="1352" y="224"/>
                    <a:pt x="1351" y="223"/>
                  </a:cubicBezTo>
                  <a:cubicBezTo>
                    <a:pt x="1351" y="223"/>
                    <a:pt x="1348" y="224"/>
                    <a:pt x="1348" y="223"/>
                  </a:cubicBezTo>
                  <a:cubicBezTo>
                    <a:pt x="1347" y="222"/>
                    <a:pt x="1348" y="219"/>
                    <a:pt x="1348" y="218"/>
                  </a:cubicBezTo>
                  <a:cubicBezTo>
                    <a:pt x="1340" y="219"/>
                    <a:pt x="1335" y="216"/>
                    <a:pt x="1329" y="218"/>
                  </a:cubicBezTo>
                  <a:cubicBezTo>
                    <a:pt x="1327" y="218"/>
                    <a:pt x="1329" y="220"/>
                    <a:pt x="1327" y="221"/>
                  </a:cubicBezTo>
                  <a:cubicBezTo>
                    <a:pt x="1325" y="223"/>
                    <a:pt x="1322" y="222"/>
                    <a:pt x="1320" y="223"/>
                  </a:cubicBezTo>
                  <a:cubicBezTo>
                    <a:pt x="1316" y="225"/>
                    <a:pt x="1316" y="226"/>
                    <a:pt x="1314" y="229"/>
                  </a:cubicBezTo>
                  <a:cubicBezTo>
                    <a:pt x="1313" y="230"/>
                    <a:pt x="1312" y="233"/>
                    <a:pt x="1308" y="232"/>
                  </a:cubicBezTo>
                  <a:cubicBezTo>
                    <a:pt x="1307" y="238"/>
                    <a:pt x="1311" y="237"/>
                    <a:pt x="1310" y="242"/>
                  </a:cubicBezTo>
                  <a:cubicBezTo>
                    <a:pt x="1308" y="243"/>
                    <a:pt x="1307" y="244"/>
                    <a:pt x="1307" y="247"/>
                  </a:cubicBezTo>
                  <a:cubicBezTo>
                    <a:pt x="1299" y="246"/>
                    <a:pt x="1297" y="250"/>
                    <a:pt x="1290" y="249"/>
                  </a:cubicBezTo>
                  <a:cubicBezTo>
                    <a:pt x="1288" y="247"/>
                    <a:pt x="1289" y="246"/>
                    <a:pt x="1290" y="244"/>
                  </a:cubicBezTo>
                  <a:cubicBezTo>
                    <a:pt x="1287" y="244"/>
                    <a:pt x="1286" y="242"/>
                    <a:pt x="1286" y="240"/>
                  </a:cubicBezTo>
                  <a:cubicBezTo>
                    <a:pt x="1283" y="240"/>
                    <a:pt x="1279" y="241"/>
                    <a:pt x="1279" y="238"/>
                  </a:cubicBezTo>
                  <a:cubicBezTo>
                    <a:pt x="1270" y="243"/>
                    <a:pt x="1259" y="246"/>
                    <a:pt x="1247" y="247"/>
                  </a:cubicBezTo>
                  <a:cubicBezTo>
                    <a:pt x="1246" y="244"/>
                    <a:pt x="1241" y="246"/>
                    <a:pt x="1243" y="240"/>
                  </a:cubicBezTo>
                  <a:cubicBezTo>
                    <a:pt x="1241" y="240"/>
                    <a:pt x="1238" y="240"/>
                    <a:pt x="1236" y="240"/>
                  </a:cubicBezTo>
                  <a:cubicBezTo>
                    <a:pt x="1228" y="242"/>
                    <a:pt x="1222" y="244"/>
                    <a:pt x="1215" y="247"/>
                  </a:cubicBezTo>
                  <a:cubicBezTo>
                    <a:pt x="1210" y="250"/>
                    <a:pt x="1206" y="255"/>
                    <a:pt x="1200" y="257"/>
                  </a:cubicBezTo>
                  <a:cubicBezTo>
                    <a:pt x="1201" y="260"/>
                    <a:pt x="1200" y="263"/>
                    <a:pt x="1197" y="262"/>
                  </a:cubicBezTo>
                  <a:cubicBezTo>
                    <a:pt x="1198" y="268"/>
                    <a:pt x="1194" y="267"/>
                    <a:pt x="1195" y="272"/>
                  </a:cubicBezTo>
                  <a:cubicBezTo>
                    <a:pt x="1191" y="268"/>
                    <a:pt x="1187" y="279"/>
                    <a:pt x="1185" y="277"/>
                  </a:cubicBezTo>
                  <a:cubicBezTo>
                    <a:pt x="1182" y="274"/>
                    <a:pt x="1185" y="279"/>
                    <a:pt x="1180" y="279"/>
                  </a:cubicBezTo>
                  <a:cubicBezTo>
                    <a:pt x="1177" y="279"/>
                    <a:pt x="1176" y="280"/>
                    <a:pt x="1176" y="283"/>
                  </a:cubicBezTo>
                  <a:cubicBezTo>
                    <a:pt x="1167" y="280"/>
                    <a:pt x="1170" y="289"/>
                    <a:pt x="1163" y="288"/>
                  </a:cubicBezTo>
                  <a:cubicBezTo>
                    <a:pt x="1164" y="290"/>
                    <a:pt x="1169" y="298"/>
                    <a:pt x="1171" y="294"/>
                  </a:cubicBezTo>
                  <a:cubicBezTo>
                    <a:pt x="1173" y="295"/>
                    <a:pt x="1172" y="299"/>
                    <a:pt x="1172" y="301"/>
                  </a:cubicBezTo>
                  <a:cubicBezTo>
                    <a:pt x="1175" y="300"/>
                    <a:pt x="1178" y="303"/>
                    <a:pt x="1178" y="303"/>
                  </a:cubicBezTo>
                  <a:cubicBezTo>
                    <a:pt x="1180" y="303"/>
                    <a:pt x="1182" y="301"/>
                    <a:pt x="1185" y="301"/>
                  </a:cubicBezTo>
                  <a:cubicBezTo>
                    <a:pt x="1186" y="302"/>
                    <a:pt x="1188" y="303"/>
                    <a:pt x="1187" y="303"/>
                  </a:cubicBezTo>
                  <a:cubicBezTo>
                    <a:pt x="1190" y="303"/>
                    <a:pt x="1192" y="298"/>
                    <a:pt x="1193" y="301"/>
                  </a:cubicBezTo>
                  <a:cubicBezTo>
                    <a:pt x="1195" y="301"/>
                    <a:pt x="1194" y="299"/>
                    <a:pt x="1195" y="298"/>
                  </a:cubicBezTo>
                  <a:cubicBezTo>
                    <a:pt x="1198" y="299"/>
                    <a:pt x="1198" y="312"/>
                    <a:pt x="1202" y="305"/>
                  </a:cubicBezTo>
                  <a:cubicBezTo>
                    <a:pt x="1207" y="304"/>
                    <a:pt x="1201" y="314"/>
                    <a:pt x="1208" y="311"/>
                  </a:cubicBezTo>
                  <a:cubicBezTo>
                    <a:pt x="1208" y="313"/>
                    <a:pt x="1205" y="312"/>
                    <a:pt x="1204" y="313"/>
                  </a:cubicBezTo>
                  <a:cubicBezTo>
                    <a:pt x="1204" y="313"/>
                    <a:pt x="1207" y="318"/>
                    <a:pt x="1206" y="320"/>
                  </a:cubicBezTo>
                  <a:cubicBezTo>
                    <a:pt x="1206" y="321"/>
                    <a:pt x="1204" y="320"/>
                    <a:pt x="1204" y="322"/>
                  </a:cubicBezTo>
                  <a:cubicBezTo>
                    <a:pt x="1204" y="323"/>
                    <a:pt x="1202" y="324"/>
                    <a:pt x="1202" y="326"/>
                  </a:cubicBezTo>
                  <a:cubicBezTo>
                    <a:pt x="1201" y="332"/>
                    <a:pt x="1205" y="342"/>
                    <a:pt x="1199" y="337"/>
                  </a:cubicBezTo>
                  <a:cubicBezTo>
                    <a:pt x="1200" y="353"/>
                    <a:pt x="1193" y="361"/>
                    <a:pt x="1189" y="372"/>
                  </a:cubicBezTo>
                  <a:cubicBezTo>
                    <a:pt x="1187" y="374"/>
                    <a:pt x="1186" y="373"/>
                    <a:pt x="1184" y="372"/>
                  </a:cubicBezTo>
                  <a:cubicBezTo>
                    <a:pt x="1183" y="374"/>
                    <a:pt x="1184" y="376"/>
                    <a:pt x="1184" y="378"/>
                  </a:cubicBezTo>
                  <a:cubicBezTo>
                    <a:pt x="1183" y="380"/>
                    <a:pt x="1180" y="378"/>
                    <a:pt x="1178" y="380"/>
                  </a:cubicBezTo>
                  <a:cubicBezTo>
                    <a:pt x="1177" y="380"/>
                    <a:pt x="1179" y="383"/>
                    <a:pt x="1178" y="383"/>
                  </a:cubicBezTo>
                  <a:cubicBezTo>
                    <a:pt x="1177" y="384"/>
                    <a:pt x="1175" y="383"/>
                    <a:pt x="1174" y="383"/>
                  </a:cubicBezTo>
                  <a:cubicBezTo>
                    <a:pt x="1173" y="385"/>
                    <a:pt x="1176" y="386"/>
                    <a:pt x="1176" y="385"/>
                  </a:cubicBezTo>
                  <a:cubicBezTo>
                    <a:pt x="1175" y="387"/>
                    <a:pt x="1172" y="387"/>
                    <a:pt x="1171" y="389"/>
                  </a:cubicBezTo>
                  <a:cubicBezTo>
                    <a:pt x="1170" y="390"/>
                    <a:pt x="1170" y="393"/>
                    <a:pt x="1169" y="395"/>
                  </a:cubicBezTo>
                  <a:cubicBezTo>
                    <a:pt x="1167" y="396"/>
                    <a:pt x="1165" y="395"/>
                    <a:pt x="1163" y="396"/>
                  </a:cubicBezTo>
                  <a:cubicBezTo>
                    <a:pt x="1161" y="398"/>
                    <a:pt x="1163" y="400"/>
                    <a:pt x="1161" y="402"/>
                  </a:cubicBezTo>
                  <a:cubicBezTo>
                    <a:pt x="1161" y="403"/>
                    <a:pt x="1158" y="401"/>
                    <a:pt x="1158" y="402"/>
                  </a:cubicBezTo>
                  <a:cubicBezTo>
                    <a:pt x="1157" y="402"/>
                    <a:pt x="1157" y="407"/>
                    <a:pt x="1156" y="406"/>
                  </a:cubicBezTo>
                  <a:cubicBezTo>
                    <a:pt x="1154" y="404"/>
                    <a:pt x="1152" y="404"/>
                    <a:pt x="1152" y="410"/>
                  </a:cubicBezTo>
                  <a:cubicBezTo>
                    <a:pt x="1143" y="411"/>
                    <a:pt x="1143" y="410"/>
                    <a:pt x="1133" y="410"/>
                  </a:cubicBezTo>
                  <a:cubicBezTo>
                    <a:pt x="1133" y="411"/>
                    <a:pt x="1126" y="414"/>
                    <a:pt x="1130" y="415"/>
                  </a:cubicBezTo>
                  <a:cubicBezTo>
                    <a:pt x="1131" y="419"/>
                    <a:pt x="1117" y="416"/>
                    <a:pt x="1124" y="419"/>
                  </a:cubicBezTo>
                  <a:cubicBezTo>
                    <a:pt x="1123" y="421"/>
                    <a:pt x="1120" y="421"/>
                    <a:pt x="1120" y="419"/>
                  </a:cubicBezTo>
                  <a:cubicBezTo>
                    <a:pt x="1115" y="423"/>
                    <a:pt x="1118" y="427"/>
                    <a:pt x="1118" y="434"/>
                  </a:cubicBezTo>
                  <a:cubicBezTo>
                    <a:pt x="1113" y="435"/>
                    <a:pt x="1115" y="435"/>
                    <a:pt x="1109" y="434"/>
                  </a:cubicBezTo>
                  <a:cubicBezTo>
                    <a:pt x="1111" y="436"/>
                    <a:pt x="1111" y="438"/>
                    <a:pt x="1107" y="438"/>
                  </a:cubicBezTo>
                  <a:cubicBezTo>
                    <a:pt x="1107" y="441"/>
                    <a:pt x="1109" y="457"/>
                    <a:pt x="1111" y="452"/>
                  </a:cubicBezTo>
                  <a:cubicBezTo>
                    <a:pt x="1115" y="452"/>
                    <a:pt x="1111" y="467"/>
                    <a:pt x="1117" y="467"/>
                  </a:cubicBezTo>
                  <a:cubicBezTo>
                    <a:pt x="1121" y="468"/>
                    <a:pt x="1115" y="473"/>
                    <a:pt x="1120" y="475"/>
                  </a:cubicBezTo>
                  <a:cubicBezTo>
                    <a:pt x="1119" y="475"/>
                    <a:pt x="1119" y="478"/>
                    <a:pt x="1118" y="479"/>
                  </a:cubicBezTo>
                  <a:cubicBezTo>
                    <a:pt x="1116" y="479"/>
                    <a:pt x="1114" y="477"/>
                    <a:pt x="1115" y="477"/>
                  </a:cubicBezTo>
                  <a:cubicBezTo>
                    <a:pt x="1113" y="478"/>
                    <a:pt x="1114" y="479"/>
                    <a:pt x="1113" y="480"/>
                  </a:cubicBezTo>
                  <a:cubicBezTo>
                    <a:pt x="1112" y="481"/>
                    <a:pt x="1109" y="480"/>
                    <a:pt x="1107" y="480"/>
                  </a:cubicBezTo>
                  <a:cubicBezTo>
                    <a:pt x="1103" y="482"/>
                    <a:pt x="1098" y="486"/>
                    <a:pt x="1094" y="482"/>
                  </a:cubicBezTo>
                  <a:cubicBezTo>
                    <a:pt x="1093" y="478"/>
                    <a:pt x="1096" y="477"/>
                    <a:pt x="1096" y="475"/>
                  </a:cubicBezTo>
                  <a:cubicBezTo>
                    <a:pt x="1097" y="471"/>
                    <a:pt x="1094" y="465"/>
                    <a:pt x="1098" y="464"/>
                  </a:cubicBezTo>
                  <a:cubicBezTo>
                    <a:pt x="1097" y="461"/>
                    <a:pt x="1092" y="462"/>
                    <a:pt x="1094" y="456"/>
                  </a:cubicBezTo>
                  <a:cubicBezTo>
                    <a:pt x="1090" y="454"/>
                    <a:pt x="1087" y="457"/>
                    <a:pt x="1083" y="452"/>
                  </a:cubicBezTo>
                  <a:cubicBezTo>
                    <a:pt x="1082" y="447"/>
                    <a:pt x="1089" y="450"/>
                    <a:pt x="1087" y="443"/>
                  </a:cubicBezTo>
                  <a:cubicBezTo>
                    <a:pt x="1086" y="441"/>
                    <a:pt x="1085" y="442"/>
                    <a:pt x="1085" y="443"/>
                  </a:cubicBezTo>
                  <a:cubicBezTo>
                    <a:pt x="1082" y="443"/>
                    <a:pt x="1082" y="441"/>
                    <a:pt x="1081" y="439"/>
                  </a:cubicBezTo>
                  <a:cubicBezTo>
                    <a:pt x="1080" y="438"/>
                    <a:pt x="1078" y="438"/>
                    <a:pt x="1077" y="436"/>
                  </a:cubicBezTo>
                  <a:cubicBezTo>
                    <a:pt x="1076" y="437"/>
                    <a:pt x="1074" y="438"/>
                    <a:pt x="1072" y="438"/>
                  </a:cubicBezTo>
                  <a:cubicBezTo>
                    <a:pt x="1070" y="438"/>
                    <a:pt x="1071" y="439"/>
                    <a:pt x="1072" y="439"/>
                  </a:cubicBezTo>
                  <a:cubicBezTo>
                    <a:pt x="1072" y="445"/>
                    <a:pt x="1067" y="435"/>
                    <a:pt x="1068" y="443"/>
                  </a:cubicBezTo>
                  <a:cubicBezTo>
                    <a:pt x="1063" y="439"/>
                    <a:pt x="1063" y="447"/>
                    <a:pt x="1057" y="443"/>
                  </a:cubicBezTo>
                  <a:cubicBezTo>
                    <a:pt x="1062" y="439"/>
                    <a:pt x="1057" y="436"/>
                    <a:pt x="1062" y="432"/>
                  </a:cubicBezTo>
                  <a:cubicBezTo>
                    <a:pt x="1066" y="430"/>
                    <a:pt x="1053" y="431"/>
                    <a:pt x="1053" y="434"/>
                  </a:cubicBezTo>
                  <a:cubicBezTo>
                    <a:pt x="1053" y="438"/>
                    <a:pt x="1050" y="432"/>
                    <a:pt x="1051" y="432"/>
                  </a:cubicBezTo>
                  <a:cubicBezTo>
                    <a:pt x="1048" y="433"/>
                    <a:pt x="1049" y="437"/>
                    <a:pt x="1046" y="438"/>
                  </a:cubicBezTo>
                  <a:cubicBezTo>
                    <a:pt x="1045" y="438"/>
                    <a:pt x="1041" y="440"/>
                    <a:pt x="1040" y="441"/>
                  </a:cubicBezTo>
                  <a:cubicBezTo>
                    <a:pt x="1039" y="442"/>
                    <a:pt x="1038" y="443"/>
                    <a:pt x="1038" y="445"/>
                  </a:cubicBezTo>
                  <a:cubicBezTo>
                    <a:pt x="1031" y="444"/>
                    <a:pt x="1033" y="444"/>
                    <a:pt x="1025" y="445"/>
                  </a:cubicBezTo>
                  <a:cubicBezTo>
                    <a:pt x="1027" y="445"/>
                    <a:pt x="1026" y="450"/>
                    <a:pt x="1027" y="451"/>
                  </a:cubicBezTo>
                  <a:cubicBezTo>
                    <a:pt x="1028" y="451"/>
                    <a:pt x="1031" y="450"/>
                    <a:pt x="1033" y="451"/>
                  </a:cubicBezTo>
                  <a:cubicBezTo>
                    <a:pt x="1033" y="451"/>
                    <a:pt x="1032" y="454"/>
                    <a:pt x="1033" y="454"/>
                  </a:cubicBezTo>
                  <a:cubicBezTo>
                    <a:pt x="1033" y="455"/>
                    <a:pt x="1037" y="454"/>
                    <a:pt x="1038" y="454"/>
                  </a:cubicBezTo>
                  <a:cubicBezTo>
                    <a:pt x="1039" y="455"/>
                    <a:pt x="1038" y="458"/>
                    <a:pt x="1038" y="458"/>
                  </a:cubicBezTo>
                  <a:cubicBezTo>
                    <a:pt x="1040" y="459"/>
                    <a:pt x="1043" y="458"/>
                    <a:pt x="1044" y="460"/>
                  </a:cubicBezTo>
                  <a:cubicBezTo>
                    <a:pt x="1046" y="459"/>
                    <a:pt x="1045" y="456"/>
                    <a:pt x="1048" y="456"/>
                  </a:cubicBezTo>
                  <a:cubicBezTo>
                    <a:pt x="1055" y="455"/>
                    <a:pt x="1061" y="457"/>
                    <a:pt x="1061" y="464"/>
                  </a:cubicBezTo>
                  <a:cubicBezTo>
                    <a:pt x="1058" y="466"/>
                    <a:pt x="1054" y="466"/>
                    <a:pt x="1051" y="464"/>
                  </a:cubicBezTo>
                  <a:cubicBezTo>
                    <a:pt x="1050" y="466"/>
                    <a:pt x="1049" y="469"/>
                    <a:pt x="1049" y="473"/>
                  </a:cubicBezTo>
                  <a:cubicBezTo>
                    <a:pt x="1046" y="472"/>
                    <a:pt x="1046" y="475"/>
                    <a:pt x="1048" y="475"/>
                  </a:cubicBezTo>
                  <a:cubicBezTo>
                    <a:pt x="1047" y="477"/>
                    <a:pt x="1043" y="476"/>
                    <a:pt x="1040" y="477"/>
                  </a:cubicBezTo>
                  <a:cubicBezTo>
                    <a:pt x="1043" y="483"/>
                    <a:pt x="1049" y="486"/>
                    <a:pt x="1049" y="495"/>
                  </a:cubicBezTo>
                  <a:cubicBezTo>
                    <a:pt x="1054" y="490"/>
                    <a:pt x="1051" y="494"/>
                    <a:pt x="1055" y="497"/>
                  </a:cubicBezTo>
                  <a:cubicBezTo>
                    <a:pt x="1054" y="504"/>
                    <a:pt x="1057" y="514"/>
                    <a:pt x="1053" y="518"/>
                  </a:cubicBezTo>
                  <a:cubicBezTo>
                    <a:pt x="1056" y="522"/>
                    <a:pt x="1058" y="528"/>
                    <a:pt x="1057" y="536"/>
                  </a:cubicBezTo>
                  <a:cubicBezTo>
                    <a:pt x="1051" y="532"/>
                    <a:pt x="1054" y="545"/>
                    <a:pt x="1051" y="542"/>
                  </a:cubicBezTo>
                  <a:cubicBezTo>
                    <a:pt x="1049" y="539"/>
                    <a:pt x="1051" y="542"/>
                    <a:pt x="1049" y="544"/>
                  </a:cubicBezTo>
                  <a:cubicBezTo>
                    <a:pt x="1048" y="545"/>
                    <a:pt x="1044" y="545"/>
                    <a:pt x="1046" y="551"/>
                  </a:cubicBezTo>
                  <a:cubicBezTo>
                    <a:pt x="1040" y="549"/>
                    <a:pt x="1044" y="557"/>
                    <a:pt x="1038" y="555"/>
                  </a:cubicBezTo>
                  <a:cubicBezTo>
                    <a:pt x="1043" y="559"/>
                    <a:pt x="1030" y="562"/>
                    <a:pt x="1033" y="564"/>
                  </a:cubicBezTo>
                  <a:cubicBezTo>
                    <a:pt x="1036" y="567"/>
                    <a:pt x="1032" y="565"/>
                    <a:pt x="1029" y="568"/>
                  </a:cubicBezTo>
                  <a:cubicBezTo>
                    <a:pt x="1028" y="569"/>
                    <a:pt x="1028" y="572"/>
                    <a:pt x="1027" y="574"/>
                  </a:cubicBezTo>
                  <a:cubicBezTo>
                    <a:pt x="1027" y="574"/>
                    <a:pt x="1024" y="573"/>
                    <a:pt x="1023" y="574"/>
                  </a:cubicBezTo>
                  <a:cubicBezTo>
                    <a:pt x="1023" y="574"/>
                    <a:pt x="1024" y="577"/>
                    <a:pt x="1023" y="577"/>
                  </a:cubicBezTo>
                  <a:cubicBezTo>
                    <a:pt x="1022" y="579"/>
                    <a:pt x="1016" y="576"/>
                    <a:pt x="1018" y="581"/>
                  </a:cubicBezTo>
                  <a:cubicBezTo>
                    <a:pt x="1006" y="582"/>
                    <a:pt x="1008" y="583"/>
                    <a:pt x="995" y="581"/>
                  </a:cubicBezTo>
                  <a:cubicBezTo>
                    <a:pt x="993" y="581"/>
                    <a:pt x="994" y="584"/>
                    <a:pt x="993" y="587"/>
                  </a:cubicBezTo>
                  <a:cubicBezTo>
                    <a:pt x="989" y="583"/>
                    <a:pt x="983" y="591"/>
                    <a:pt x="982" y="590"/>
                  </a:cubicBezTo>
                  <a:cubicBezTo>
                    <a:pt x="979" y="587"/>
                    <a:pt x="982" y="592"/>
                    <a:pt x="975" y="592"/>
                  </a:cubicBezTo>
                  <a:cubicBezTo>
                    <a:pt x="972" y="593"/>
                    <a:pt x="976" y="595"/>
                    <a:pt x="973" y="596"/>
                  </a:cubicBezTo>
                  <a:cubicBezTo>
                    <a:pt x="969" y="600"/>
                    <a:pt x="967" y="593"/>
                    <a:pt x="962" y="592"/>
                  </a:cubicBezTo>
                  <a:cubicBezTo>
                    <a:pt x="956" y="591"/>
                    <a:pt x="955" y="594"/>
                    <a:pt x="951" y="594"/>
                  </a:cubicBezTo>
                  <a:cubicBezTo>
                    <a:pt x="948" y="595"/>
                    <a:pt x="947" y="598"/>
                    <a:pt x="947" y="602"/>
                  </a:cubicBezTo>
                  <a:cubicBezTo>
                    <a:pt x="941" y="600"/>
                    <a:pt x="941" y="604"/>
                    <a:pt x="938" y="605"/>
                  </a:cubicBezTo>
                  <a:cubicBezTo>
                    <a:pt x="936" y="610"/>
                    <a:pt x="941" y="609"/>
                    <a:pt x="941" y="613"/>
                  </a:cubicBezTo>
                  <a:cubicBezTo>
                    <a:pt x="941" y="615"/>
                    <a:pt x="941" y="616"/>
                    <a:pt x="943" y="616"/>
                  </a:cubicBezTo>
                  <a:cubicBezTo>
                    <a:pt x="946" y="617"/>
                    <a:pt x="944" y="619"/>
                    <a:pt x="945" y="620"/>
                  </a:cubicBezTo>
                  <a:cubicBezTo>
                    <a:pt x="946" y="622"/>
                    <a:pt x="949" y="621"/>
                    <a:pt x="951" y="622"/>
                  </a:cubicBezTo>
                  <a:cubicBezTo>
                    <a:pt x="951" y="622"/>
                    <a:pt x="950" y="625"/>
                    <a:pt x="951" y="626"/>
                  </a:cubicBezTo>
                  <a:cubicBezTo>
                    <a:pt x="951" y="626"/>
                    <a:pt x="954" y="625"/>
                    <a:pt x="954" y="626"/>
                  </a:cubicBezTo>
                  <a:cubicBezTo>
                    <a:pt x="956" y="627"/>
                    <a:pt x="956" y="632"/>
                    <a:pt x="958" y="635"/>
                  </a:cubicBezTo>
                  <a:cubicBezTo>
                    <a:pt x="959" y="637"/>
                    <a:pt x="964" y="641"/>
                    <a:pt x="964" y="641"/>
                  </a:cubicBezTo>
                  <a:cubicBezTo>
                    <a:pt x="964" y="643"/>
                    <a:pt x="963" y="646"/>
                    <a:pt x="964" y="648"/>
                  </a:cubicBezTo>
                  <a:cubicBezTo>
                    <a:pt x="964" y="651"/>
                    <a:pt x="966" y="652"/>
                    <a:pt x="965" y="656"/>
                  </a:cubicBezTo>
                  <a:cubicBezTo>
                    <a:pt x="965" y="659"/>
                    <a:pt x="964" y="659"/>
                    <a:pt x="964" y="661"/>
                  </a:cubicBezTo>
                  <a:cubicBezTo>
                    <a:pt x="963" y="665"/>
                    <a:pt x="965" y="668"/>
                    <a:pt x="960" y="665"/>
                  </a:cubicBezTo>
                  <a:cubicBezTo>
                    <a:pt x="963" y="672"/>
                    <a:pt x="955" y="668"/>
                    <a:pt x="956" y="674"/>
                  </a:cubicBezTo>
                  <a:cubicBezTo>
                    <a:pt x="949" y="672"/>
                    <a:pt x="950" y="678"/>
                    <a:pt x="945" y="678"/>
                  </a:cubicBezTo>
                  <a:cubicBezTo>
                    <a:pt x="943" y="677"/>
                    <a:pt x="944" y="681"/>
                    <a:pt x="943" y="682"/>
                  </a:cubicBezTo>
                  <a:cubicBezTo>
                    <a:pt x="943" y="682"/>
                    <a:pt x="938" y="682"/>
                    <a:pt x="939" y="684"/>
                  </a:cubicBezTo>
                  <a:cubicBezTo>
                    <a:pt x="941" y="685"/>
                    <a:pt x="941" y="684"/>
                    <a:pt x="939" y="685"/>
                  </a:cubicBezTo>
                  <a:cubicBezTo>
                    <a:pt x="938" y="687"/>
                    <a:pt x="937" y="689"/>
                    <a:pt x="934" y="689"/>
                  </a:cubicBezTo>
                  <a:cubicBezTo>
                    <a:pt x="936" y="680"/>
                    <a:pt x="930" y="688"/>
                    <a:pt x="930" y="684"/>
                  </a:cubicBezTo>
                  <a:cubicBezTo>
                    <a:pt x="930" y="682"/>
                    <a:pt x="929" y="678"/>
                    <a:pt x="926" y="676"/>
                  </a:cubicBezTo>
                  <a:cubicBezTo>
                    <a:pt x="926" y="675"/>
                    <a:pt x="923" y="677"/>
                    <a:pt x="923" y="676"/>
                  </a:cubicBezTo>
                  <a:cubicBezTo>
                    <a:pt x="922" y="675"/>
                    <a:pt x="923" y="673"/>
                    <a:pt x="923" y="672"/>
                  </a:cubicBezTo>
                  <a:cubicBezTo>
                    <a:pt x="921" y="671"/>
                    <a:pt x="916" y="672"/>
                    <a:pt x="915" y="670"/>
                  </a:cubicBezTo>
                  <a:cubicBezTo>
                    <a:pt x="915" y="670"/>
                    <a:pt x="916" y="667"/>
                    <a:pt x="915" y="667"/>
                  </a:cubicBezTo>
                  <a:cubicBezTo>
                    <a:pt x="914" y="666"/>
                    <a:pt x="911" y="667"/>
                    <a:pt x="910" y="667"/>
                  </a:cubicBezTo>
                  <a:cubicBezTo>
                    <a:pt x="908" y="667"/>
                    <a:pt x="909" y="662"/>
                    <a:pt x="908" y="661"/>
                  </a:cubicBezTo>
                  <a:cubicBezTo>
                    <a:pt x="907" y="661"/>
                    <a:pt x="905" y="662"/>
                    <a:pt x="906" y="663"/>
                  </a:cubicBezTo>
                  <a:cubicBezTo>
                    <a:pt x="902" y="659"/>
                    <a:pt x="904" y="659"/>
                    <a:pt x="900" y="656"/>
                  </a:cubicBezTo>
                  <a:cubicBezTo>
                    <a:pt x="895" y="653"/>
                    <a:pt x="896" y="662"/>
                    <a:pt x="895" y="665"/>
                  </a:cubicBezTo>
                  <a:cubicBezTo>
                    <a:pt x="894" y="666"/>
                    <a:pt x="891" y="666"/>
                    <a:pt x="891" y="667"/>
                  </a:cubicBezTo>
                  <a:cubicBezTo>
                    <a:pt x="890" y="670"/>
                    <a:pt x="892" y="675"/>
                    <a:pt x="889" y="678"/>
                  </a:cubicBezTo>
                  <a:cubicBezTo>
                    <a:pt x="890" y="679"/>
                    <a:pt x="891" y="681"/>
                    <a:pt x="891" y="684"/>
                  </a:cubicBezTo>
                  <a:cubicBezTo>
                    <a:pt x="892" y="686"/>
                    <a:pt x="894" y="688"/>
                    <a:pt x="895" y="685"/>
                  </a:cubicBezTo>
                  <a:cubicBezTo>
                    <a:pt x="899" y="690"/>
                    <a:pt x="897" y="692"/>
                    <a:pt x="897" y="698"/>
                  </a:cubicBezTo>
                  <a:cubicBezTo>
                    <a:pt x="897" y="700"/>
                    <a:pt x="898" y="700"/>
                    <a:pt x="898" y="702"/>
                  </a:cubicBezTo>
                  <a:cubicBezTo>
                    <a:pt x="900" y="703"/>
                    <a:pt x="901" y="705"/>
                    <a:pt x="902" y="706"/>
                  </a:cubicBezTo>
                  <a:cubicBezTo>
                    <a:pt x="905" y="708"/>
                    <a:pt x="908" y="709"/>
                    <a:pt x="911" y="711"/>
                  </a:cubicBezTo>
                  <a:cubicBezTo>
                    <a:pt x="913" y="712"/>
                    <a:pt x="911" y="713"/>
                    <a:pt x="913" y="713"/>
                  </a:cubicBezTo>
                  <a:cubicBezTo>
                    <a:pt x="915" y="713"/>
                    <a:pt x="915" y="716"/>
                    <a:pt x="915" y="717"/>
                  </a:cubicBezTo>
                  <a:cubicBezTo>
                    <a:pt x="916" y="719"/>
                    <a:pt x="918" y="717"/>
                    <a:pt x="919" y="719"/>
                  </a:cubicBezTo>
                  <a:cubicBezTo>
                    <a:pt x="920" y="721"/>
                    <a:pt x="918" y="724"/>
                    <a:pt x="919" y="726"/>
                  </a:cubicBezTo>
                  <a:cubicBezTo>
                    <a:pt x="919" y="727"/>
                    <a:pt x="923" y="730"/>
                    <a:pt x="923" y="730"/>
                  </a:cubicBezTo>
                  <a:cubicBezTo>
                    <a:pt x="923" y="732"/>
                    <a:pt x="918" y="737"/>
                    <a:pt x="925" y="738"/>
                  </a:cubicBezTo>
                  <a:cubicBezTo>
                    <a:pt x="924" y="742"/>
                    <a:pt x="920" y="740"/>
                    <a:pt x="917" y="739"/>
                  </a:cubicBezTo>
                  <a:cubicBezTo>
                    <a:pt x="914" y="739"/>
                    <a:pt x="909" y="739"/>
                    <a:pt x="908" y="738"/>
                  </a:cubicBezTo>
                  <a:cubicBezTo>
                    <a:pt x="908" y="738"/>
                    <a:pt x="910" y="729"/>
                    <a:pt x="906" y="736"/>
                  </a:cubicBezTo>
                  <a:cubicBezTo>
                    <a:pt x="902" y="734"/>
                    <a:pt x="904" y="729"/>
                    <a:pt x="902" y="726"/>
                  </a:cubicBezTo>
                  <a:cubicBezTo>
                    <a:pt x="901" y="724"/>
                    <a:pt x="899" y="724"/>
                    <a:pt x="897" y="721"/>
                  </a:cubicBezTo>
                  <a:cubicBezTo>
                    <a:pt x="896" y="718"/>
                    <a:pt x="896" y="716"/>
                    <a:pt x="898" y="715"/>
                  </a:cubicBezTo>
                  <a:cubicBezTo>
                    <a:pt x="895" y="712"/>
                    <a:pt x="894" y="706"/>
                    <a:pt x="889" y="704"/>
                  </a:cubicBezTo>
                  <a:cubicBezTo>
                    <a:pt x="889" y="701"/>
                    <a:pt x="886" y="699"/>
                    <a:pt x="889" y="698"/>
                  </a:cubicBezTo>
                  <a:cubicBezTo>
                    <a:pt x="888" y="697"/>
                    <a:pt x="886" y="696"/>
                    <a:pt x="883" y="695"/>
                  </a:cubicBezTo>
                  <a:cubicBezTo>
                    <a:pt x="884" y="692"/>
                    <a:pt x="884" y="689"/>
                    <a:pt x="882" y="689"/>
                  </a:cubicBezTo>
                  <a:cubicBezTo>
                    <a:pt x="881" y="685"/>
                    <a:pt x="883" y="684"/>
                    <a:pt x="883" y="682"/>
                  </a:cubicBezTo>
                  <a:cubicBezTo>
                    <a:pt x="884" y="678"/>
                    <a:pt x="882" y="677"/>
                    <a:pt x="880" y="676"/>
                  </a:cubicBezTo>
                  <a:cubicBezTo>
                    <a:pt x="881" y="674"/>
                    <a:pt x="882" y="673"/>
                    <a:pt x="880" y="672"/>
                  </a:cubicBezTo>
                  <a:cubicBezTo>
                    <a:pt x="880" y="670"/>
                    <a:pt x="884" y="671"/>
                    <a:pt x="887" y="670"/>
                  </a:cubicBezTo>
                  <a:cubicBezTo>
                    <a:pt x="887" y="669"/>
                    <a:pt x="885" y="669"/>
                    <a:pt x="885" y="667"/>
                  </a:cubicBezTo>
                  <a:cubicBezTo>
                    <a:pt x="885" y="665"/>
                    <a:pt x="888" y="665"/>
                    <a:pt x="887" y="663"/>
                  </a:cubicBezTo>
                  <a:cubicBezTo>
                    <a:pt x="887" y="660"/>
                    <a:pt x="884" y="657"/>
                    <a:pt x="883" y="654"/>
                  </a:cubicBezTo>
                  <a:cubicBezTo>
                    <a:pt x="883" y="650"/>
                    <a:pt x="884" y="645"/>
                    <a:pt x="883" y="643"/>
                  </a:cubicBezTo>
                  <a:cubicBezTo>
                    <a:pt x="883" y="640"/>
                    <a:pt x="881" y="640"/>
                    <a:pt x="880" y="639"/>
                  </a:cubicBezTo>
                  <a:cubicBezTo>
                    <a:pt x="879" y="637"/>
                    <a:pt x="879" y="635"/>
                    <a:pt x="878" y="633"/>
                  </a:cubicBezTo>
                  <a:cubicBezTo>
                    <a:pt x="876" y="630"/>
                    <a:pt x="875" y="627"/>
                    <a:pt x="872" y="626"/>
                  </a:cubicBezTo>
                  <a:cubicBezTo>
                    <a:pt x="866" y="625"/>
                    <a:pt x="870" y="632"/>
                    <a:pt x="865" y="628"/>
                  </a:cubicBezTo>
                  <a:cubicBezTo>
                    <a:pt x="862" y="628"/>
                    <a:pt x="864" y="632"/>
                    <a:pt x="863" y="633"/>
                  </a:cubicBezTo>
                  <a:cubicBezTo>
                    <a:pt x="863" y="634"/>
                    <a:pt x="860" y="633"/>
                    <a:pt x="859" y="633"/>
                  </a:cubicBezTo>
                  <a:cubicBezTo>
                    <a:pt x="858" y="634"/>
                    <a:pt x="860" y="637"/>
                    <a:pt x="857" y="637"/>
                  </a:cubicBezTo>
                  <a:cubicBezTo>
                    <a:pt x="853" y="637"/>
                    <a:pt x="853" y="636"/>
                    <a:pt x="852" y="631"/>
                  </a:cubicBezTo>
                  <a:cubicBezTo>
                    <a:pt x="851" y="630"/>
                    <a:pt x="850" y="630"/>
                    <a:pt x="850" y="629"/>
                  </a:cubicBezTo>
                  <a:cubicBezTo>
                    <a:pt x="849" y="627"/>
                    <a:pt x="852" y="627"/>
                    <a:pt x="852" y="626"/>
                  </a:cubicBezTo>
                  <a:cubicBezTo>
                    <a:pt x="852" y="624"/>
                    <a:pt x="847" y="616"/>
                    <a:pt x="852" y="613"/>
                  </a:cubicBezTo>
                  <a:cubicBezTo>
                    <a:pt x="850" y="611"/>
                    <a:pt x="847" y="609"/>
                    <a:pt x="848" y="602"/>
                  </a:cubicBezTo>
                  <a:cubicBezTo>
                    <a:pt x="846" y="602"/>
                    <a:pt x="847" y="604"/>
                    <a:pt x="846" y="605"/>
                  </a:cubicBezTo>
                  <a:cubicBezTo>
                    <a:pt x="843" y="604"/>
                    <a:pt x="845" y="597"/>
                    <a:pt x="843" y="594"/>
                  </a:cubicBezTo>
                  <a:cubicBezTo>
                    <a:pt x="841" y="593"/>
                    <a:pt x="840" y="592"/>
                    <a:pt x="839" y="590"/>
                  </a:cubicBezTo>
                  <a:cubicBezTo>
                    <a:pt x="838" y="589"/>
                    <a:pt x="838" y="587"/>
                    <a:pt x="837" y="587"/>
                  </a:cubicBezTo>
                  <a:cubicBezTo>
                    <a:pt x="835" y="585"/>
                    <a:pt x="830" y="585"/>
                    <a:pt x="831" y="581"/>
                  </a:cubicBezTo>
                  <a:cubicBezTo>
                    <a:pt x="825" y="580"/>
                    <a:pt x="823" y="584"/>
                    <a:pt x="820" y="587"/>
                  </a:cubicBezTo>
                  <a:cubicBezTo>
                    <a:pt x="817" y="586"/>
                    <a:pt x="815" y="586"/>
                    <a:pt x="815" y="588"/>
                  </a:cubicBezTo>
                  <a:cubicBezTo>
                    <a:pt x="810" y="588"/>
                    <a:pt x="806" y="588"/>
                    <a:pt x="801" y="588"/>
                  </a:cubicBezTo>
                  <a:cubicBezTo>
                    <a:pt x="801" y="590"/>
                    <a:pt x="799" y="591"/>
                    <a:pt x="798" y="592"/>
                  </a:cubicBezTo>
                  <a:cubicBezTo>
                    <a:pt x="797" y="593"/>
                    <a:pt x="796" y="592"/>
                    <a:pt x="796" y="594"/>
                  </a:cubicBezTo>
                  <a:cubicBezTo>
                    <a:pt x="796" y="596"/>
                    <a:pt x="791" y="597"/>
                    <a:pt x="790" y="598"/>
                  </a:cubicBezTo>
                  <a:cubicBezTo>
                    <a:pt x="786" y="601"/>
                    <a:pt x="783" y="608"/>
                    <a:pt x="775" y="611"/>
                  </a:cubicBezTo>
                  <a:cubicBezTo>
                    <a:pt x="771" y="614"/>
                    <a:pt x="770" y="621"/>
                    <a:pt x="762" y="622"/>
                  </a:cubicBezTo>
                  <a:cubicBezTo>
                    <a:pt x="765" y="625"/>
                    <a:pt x="764" y="626"/>
                    <a:pt x="759" y="626"/>
                  </a:cubicBezTo>
                  <a:cubicBezTo>
                    <a:pt x="758" y="628"/>
                    <a:pt x="759" y="629"/>
                    <a:pt x="760" y="629"/>
                  </a:cubicBezTo>
                  <a:cubicBezTo>
                    <a:pt x="760" y="632"/>
                    <a:pt x="757" y="631"/>
                    <a:pt x="757" y="629"/>
                  </a:cubicBezTo>
                  <a:cubicBezTo>
                    <a:pt x="754" y="630"/>
                    <a:pt x="755" y="635"/>
                    <a:pt x="749" y="633"/>
                  </a:cubicBezTo>
                  <a:cubicBezTo>
                    <a:pt x="747" y="634"/>
                    <a:pt x="747" y="637"/>
                    <a:pt x="744" y="637"/>
                  </a:cubicBezTo>
                  <a:cubicBezTo>
                    <a:pt x="743" y="640"/>
                    <a:pt x="746" y="640"/>
                    <a:pt x="746" y="643"/>
                  </a:cubicBezTo>
                  <a:cubicBezTo>
                    <a:pt x="745" y="646"/>
                    <a:pt x="743" y="651"/>
                    <a:pt x="742" y="657"/>
                  </a:cubicBezTo>
                  <a:cubicBezTo>
                    <a:pt x="741" y="666"/>
                    <a:pt x="742" y="675"/>
                    <a:pt x="740" y="678"/>
                  </a:cubicBezTo>
                  <a:cubicBezTo>
                    <a:pt x="740" y="678"/>
                    <a:pt x="737" y="677"/>
                    <a:pt x="736" y="678"/>
                  </a:cubicBezTo>
                  <a:cubicBezTo>
                    <a:pt x="735" y="679"/>
                    <a:pt x="736" y="684"/>
                    <a:pt x="734" y="685"/>
                  </a:cubicBezTo>
                  <a:cubicBezTo>
                    <a:pt x="733" y="687"/>
                    <a:pt x="729" y="686"/>
                    <a:pt x="727" y="687"/>
                  </a:cubicBezTo>
                  <a:cubicBezTo>
                    <a:pt x="725" y="688"/>
                    <a:pt x="725" y="692"/>
                    <a:pt x="721" y="691"/>
                  </a:cubicBezTo>
                  <a:cubicBezTo>
                    <a:pt x="717" y="686"/>
                    <a:pt x="714" y="680"/>
                    <a:pt x="712" y="672"/>
                  </a:cubicBezTo>
                  <a:cubicBezTo>
                    <a:pt x="711" y="672"/>
                    <a:pt x="710" y="670"/>
                    <a:pt x="708" y="669"/>
                  </a:cubicBezTo>
                  <a:cubicBezTo>
                    <a:pt x="707" y="668"/>
                    <a:pt x="707" y="666"/>
                    <a:pt x="705" y="667"/>
                  </a:cubicBezTo>
                  <a:cubicBezTo>
                    <a:pt x="703" y="661"/>
                    <a:pt x="707" y="661"/>
                    <a:pt x="708" y="657"/>
                  </a:cubicBezTo>
                  <a:cubicBezTo>
                    <a:pt x="708" y="654"/>
                    <a:pt x="705" y="652"/>
                    <a:pt x="703" y="650"/>
                  </a:cubicBezTo>
                  <a:cubicBezTo>
                    <a:pt x="701" y="648"/>
                    <a:pt x="700" y="645"/>
                    <a:pt x="697" y="644"/>
                  </a:cubicBezTo>
                  <a:cubicBezTo>
                    <a:pt x="696" y="641"/>
                    <a:pt x="696" y="637"/>
                    <a:pt x="693" y="633"/>
                  </a:cubicBezTo>
                  <a:cubicBezTo>
                    <a:pt x="691" y="630"/>
                    <a:pt x="691" y="617"/>
                    <a:pt x="690" y="607"/>
                  </a:cubicBezTo>
                  <a:cubicBezTo>
                    <a:pt x="689" y="603"/>
                    <a:pt x="688" y="592"/>
                    <a:pt x="686" y="585"/>
                  </a:cubicBezTo>
                  <a:cubicBezTo>
                    <a:pt x="683" y="585"/>
                    <a:pt x="678" y="593"/>
                    <a:pt x="682" y="594"/>
                  </a:cubicBezTo>
                  <a:cubicBezTo>
                    <a:pt x="682" y="599"/>
                    <a:pt x="675" y="595"/>
                    <a:pt x="673" y="594"/>
                  </a:cubicBezTo>
                  <a:cubicBezTo>
                    <a:pt x="672" y="594"/>
                    <a:pt x="670" y="595"/>
                    <a:pt x="669" y="594"/>
                  </a:cubicBezTo>
                  <a:cubicBezTo>
                    <a:pt x="667" y="593"/>
                    <a:pt x="665" y="586"/>
                    <a:pt x="662" y="588"/>
                  </a:cubicBezTo>
                  <a:cubicBezTo>
                    <a:pt x="661" y="585"/>
                    <a:pt x="663" y="585"/>
                    <a:pt x="665" y="585"/>
                  </a:cubicBezTo>
                  <a:cubicBezTo>
                    <a:pt x="663" y="582"/>
                    <a:pt x="665" y="582"/>
                    <a:pt x="665" y="579"/>
                  </a:cubicBezTo>
                  <a:cubicBezTo>
                    <a:pt x="665" y="576"/>
                    <a:pt x="660" y="578"/>
                    <a:pt x="658" y="577"/>
                  </a:cubicBezTo>
                  <a:cubicBezTo>
                    <a:pt x="656" y="576"/>
                    <a:pt x="653" y="568"/>
                    <a:pt x="652" y="574"/>
                  </a:cubicBezTo>
                  <a:cubicBezTo>
                    <a:pt x="648" y="573"/>
                    <a:pt x="650" y="567"/>
                    <a:pt x="651" y="568"/>
                  </a:cubicBezTo>
                  <a:cubicBezTo>
                    <a:pt x="650" y="566"/>
                    <a:pt x="646" y="566"/>
                    <a:pt x="647" y="562"/>
                  </a:cubicBezTo>
                  <a:cubicBezTo>
                    <a:pt x="645" y="561"/>
                    <a:pt x="640" y="564"/>
                    <a:pt x="639" y="562"/>
                  </a:cubicBezTo>
                  <a:cubicBezTo>
                    <a:pt x="639" y="562"/>
                    <a:pt x="640" y="559"/>
                    <a:pt x="639" y="559"/>
                  </a:cubicBezTo>
                  <a:cubicBezTo>
                    <a:pt x="635" y="558"/>
                    <a:pt x="632" y="560"/>
                    <a:pt x="628" y="560"/>
                  </a:cubicBezTo>
                  <a:cubicBezTo>
                    <a:pt x="627" y="561"/>
                    <a:pt x="625" y="561"/>
                    <a:pt x="624" y="560"/>
                  </a:cubicBezTo>
                  <a:cubicBezTo>
                    <a:pt x="622" y="560"/>
                    <a:pt x="621" y="558"/>
                    <a:pt x="621" y="562"/>
                  </a:cubicBezTo>
                  <a:cubicBezTo>
                    <a:pt x="603" y="564"/>
                    <a:pt x="589" y="561"/>
                    <a:pt x="576" y="559"/>
                  </a:cubicBezTo>
                  <a:cubicBezTo>
                    <a:pt x="577" y="555"/>
                    <a:pt x="572" y="556"/>
                    <a:pt x="572" y="553"/>
                  </a:cubicBezTo>
                  <a:cubicBezTo>
                    <a:pt x="572" y="549"/>
                    <a:pt x="564" y="557"/>
                    <a:pt x="569" y="549"/>
                  </a:cubicBezTo>
                  <a:cubicBezTo>
                    <a:pt x="566" y="550"/>
                    <a:pt x="565" y="549"/>
                    <a:pt x="565" y="547"/>
                  </a:cubicBezTo>
                  <a:cubicBezTo>
                    <a:pt x="560" y="550"/>
                    <a:pt x="546" y="547"/>
                    <a:pt x="541" y="546"/>
                  </a:cubicBezTo>
                  <a:cubicBezTo>
                    <a:pt x="538" y="545"/>
                    <a:pt x="537" y="545"/>
                    <a:pt x="537" y="542"/>
                  </a:cubicBezTo>
                  <a:cubicBezTo>
                    <a:pt x="529" y="544"/>
                    <a:pt x="531" y="536"/>
                    <a:pt x="524" y="536"/>
                  </a:cubicBezTo>
                  <a:cubicBezTo>
                    <a:pt x="523" y="529"/>
                    <a:pt x="519" y="525"/>
                    <a:pt x="516" y="520"/>
                  </a:cubicBezTo>
                  <a:cubicBezTo>
                    <a:pt x="500" y="517"/>
                    <a:pt x="500" y="525"/>
                    <a:pt x="501" y="534"/>
                  </a:cubicBezTo>
                  <a:cubicBezTo>
                    <a:pt x="502" y="537"/>
                    <a:pt x="509" y="541"/>
                    <a:pt x="514" y="547"/>
                  </a:cubicBezTo>
                  <a:cubicBezTo>
                    <a:pt x="516" y="549"/>
                    <a:pt x="519" y="559"/>
                    <a:pt x="524" y="557"/>
                  </a:cubicBezTo>
                  <a:cubicBezTo>
                    <a:pt x="523" y="561"/>
                    <a:pt x="527" y="561"/>
                    <a:pt x="526" y="566"/>
                  </a:cubicBezTo>
                  <a:cubicBezTo>
                    <a:pt x="530" y="566"/>
                    <a:pt x="540" y="564"/>
                    <a:pt x="535" y="570"/>
                  </a:cubicBezTo>
                  <a:cubicBezTo>
                    <a:pt x="539" y="572"/>
                    <a:pt x="537" y="567"/>
                    <a:pt x="539" y="566"/>
                  </a:cubicBezTo>
                  <a:cubicBezTo>
                    <a:pt x="540" y="565"/>
                    <a:pt x="546" y="566"/>
                    <a:pt x="546" y="562"/>
                  </a:cubicBezTo>
                  <a:cubicBezTo>
                    <a:pt x="546" y="561"/>
                    <a:pt x="548" y="561"/>
                    <a:pt x="550" y="560"/>
                  </a:cubicBezTo>
                  <a:cubicBezTo>
                    <a:pt x="552" y="560"/>
                    <a:pt x="550" y="558"/>
                    <a:pt x="552" y="557"/>
                  </a:cubicBezTo>
                  <a:cubicBezTo>
                    <a:pt x="555" y="555"/>
                    <a:pt x="559" y="556"/>
                    <a:pt x="563" y="555"/>
                  </a:cubicBezTo>
                  <a:cubicBezTo>
                    <a:pt x="563" y="556"/>
                    <a:pt x="560" y="558"/>
                    <a:pt x="561" y="559"/>
                  </a:cubicBezTo>
                  <a:cubicBezTo>
                    <a:pt x="561" y="559"/>
                    <a:pt x="565" y="558"/>
                    <a:pt x="565" y="559"/>
                  </a:cubicBezTo>
                  <a:cubicBezTo>
                    <a:pt x="566" y="562"/>
                    <a:pt x="564" y="564"/>
                    <a:pt x="567" y="566"/>
                  </a:cubicBezTo>
                  <a:cubicBezTo>
                    <a:pt x="566" y="570"/>
                    <a:pt x="572" y="568"/>
                    <a:pt x="572" y="572"/>
                  </a:cubicBezTo>
                  <a:cubicBezTo>
                    <a:pt x="572" y="576"/>
                    <a:pt x="576" y="573"/>
                    <a:pt x="580" y="575"/>
                  </a:cubicBezTo>
                  <a:cubicBezTo>
                    <a:pt x="582" y="577"/>
                    <a:pt x="581" y="580"/>
                    <a:pt x="585" y="581"/>
                  </a:cubicBezTo>
                  <a:cubicBezTo>
                    <a:pt x="581" y="585"/>
                    <a:pt x="586" y="590"/>
                    <a:pt x="585" y="596"/>
                  </a:cubicBezTo>
                  <a:cubicBezTo>
                    <a:pt x="583" y="596"/>
                    <a:pt x="582" y="596"/>
                    <a:pt x="580" y="596"/>
                  </a:cubicBezTo>
                  <a:cubicBezTo>
                    <a:pt x="582" y="603"/>
                    <a:pt x="575" y="601"/>
                    <a:pt x="576" y="607"/>
                  </a:cubicBezTo>
                  <a:cubicBezTo>
                    <a:pt x="572" y="606"/>
                    <a:pt x="570" y="607"/>
                    <a:pt x="570" y="611"/>
                  </a:cubicBezTo>
                  <a:cubicBezTo>
                    <a:pt x="568" y="611"/>
                    <a:pt x="565" y="611"/>
                    <a:pt x="563" y="611"/>
                  </a:cubicBezTo>
                  <a:cubicBezTo>
                    <a:pt x="560" y="611"/>
                    <a:pt x="562" y="615"/>
                    <a:pt x="561" y="616"/>
                  </a:cubicBezTo>
                  <a:cubicBezTo>
                    <a:pt x="561" y="617"/>
                    <a:pt x="558" y="616"/>
                    <a:pt x="557" y="616"/>
                  </a:cubicBezTo>
                  <a:cubicBezTo>
                    <a:pt x="556" y="617"/>
                    <a:pt x="558" y="621"/>
                    <a:pt x="557" y="622"/>
                  </a:cubicBezTo>
                  <a:cubicBezTo>
                    <a:pt x="554" y="621"/>
                    <a:pt x="552" y="622"/>
                    <a:pt x="552" y="626"/>
                  </a:cubicBezTo>
                  <a:cubicBezTo>
                    <a:pt x="548" y="625"/>
                    <a:pt x="546" y="626"/>
                    <a:pt x="544" y="628"/>
                  </a:cubicBezTo>
                  <a:cubicBezTo>
                    <a:pt x="541" y="629"/>
                    <a:pt x="542" y="630"/>
                    <a:pt x="537" y="631"/>
                  </a:cubicBezTo>
                  <a:cubicBezTo>
                    <a:pt x="535" y="632"/>
                    <a:pt x="526" y="635"/>
                    <a:pt x="526" y="641"/>
                  </a:cubicBezTo>
                  <a:cubicBezTo>
                    <a:pt x="523" y="641"/>
                    <a:pt x="520" y="640"/>
                    <a:pt x="518" y="641"/>
                  </a:cubicBezTo>
                  <a:cubicBezTo>
                    <a:pt x="516" y="642"/>
                    <a:pt x="518" y="643"/>
                    <a:pt x="516" y="644"/>
                  </a:cubicBezTo>
                  <a:cubicBezTo>
                    <a:pt x="516" y="645"/>
                    <a:pt x="513" y="644"/>
                    <a:pt x="513" y="644"/>
                  </a:cubicBezTo>
                  <a:cubicBezTo>
                    <a:pt x="513" y="644"/>
                    <a:pt x="507" y="646"/>
                    <a:pt x="507" y="646"/>
                  </a:cubicBezTo>
                  <a:cubicBezTo>
                    <a:pt x="504" y="650"/>
                    <a:pt x="489" y="648"/>
                    <a:pt x="483" y="652"/>
                  </a:cubicBezTo>
                  <a:cubicBezTo>
                    <a:pt x="477" y="653"/>
                    <a:pt x="488" y="655"/>
                    <a:pt x="479" y="656"/>
                  </a:cubicBezTo>
                  <a:cubicBezTo>
                    <a:pt x="478" y="656"/>
                    <a:pt x="476" y="655"/>
                    <a:pt x="475" y="656"/>
                  </a:cubicBezTo>
                  <a:cubicBezTo>
                    <a:pt x="473" y="656"/>
                    <a:pt x="474" y="660"/>
                    <a:pt x="470" y="659"/>
                  </a:cubicBezTo>
                  <a:cubicBezTo>
                    <a:pt x="472" y="655"/>
                    <a:pt x="467" y="657"/>
                    <a:pt x="466" y="656"/>
                  </a:cubicBezTo>
                  <a:cubicBezTo>
                    <a:pt x="465" y="653"/>
                    <a:pt x="467" y="648"/>
                    <a:pt x="462" y="648"/>
                  </a:cubicBezTo>
                  <a:cubicBezTo>
                    <a:pt x="462" y="645"/>
                    <a:pt x="464" y="645"/>
                    <a:pt x="464" y="643"/>
                  </a:cubicBezTo>
                  <a:cubicBezTo>
                    <a:pt x="463" y="641"/>
                    <a:pt x="459" y="640"/>
                    <a:pt x="462" y="639"/>
                  </a:cubicBezTo>
                  <a:cubicBezTo>
                    <a:pt x="461" y="637"/>
                    <a:pt x="460" y="635"/>
                    <a:pt x="457" y="635"/>
                  </a:cubicBezTo>
                  <a:cubicBezTo>
                    <a:pt x="459" y="630"/>
                    <a:pt x="453" y="624"/>
                    <a:pt x="457" y="624"/>
                  </a:cubicBezTo>
                  <a:cubicBezTo>
                    <a:pt x="457" y="622"/>
                    <a:pt x="454" y="623"/>
                    <a:pt x="453" y="622"/>
                  </a:cubicBezTo>
                  <a:cubicBezTo>
                    <a:pt x="451" y="620"/>
                    <a:pt x="452" y="615"/>
                    <a:pt x="453" y="616"/>
                  </a:cubicBezTo>
                  <a:cubicBezTo>
                    <a:pt x="452" y="615"/>
                    <a:pt x="450" y="613"/>
                    <a:pt x="449" y="613"/>
                  </a:cubicBezTo>
                  <a:cubicBezTo>
                    <a:pt x="448" y="612"/>
                    <a:pt x="449" y="611"/>
                    <a:pt x="447" y="611"/>
                  </a:cubicBezTo>
                  <a:cubicBezTo>
                    <a:pt x="446" y="611"/>
                    <a:pt x="444" y="604"/>
                    <a:pt x="444" y="605"/>
                  </a:cubicBezTo>
                  <a:cubicBezTo>
                    <a:pt x="444" y="605"/>
                    <a:pt x="444" y="607"/>
                    <a:pt x="444" y="607"/>
                  </a:cubicBezTo>
                  <a:cubicBezTo>
                    <a:pt x="440" y="604"/>
                    <a:pt x="440" y="598"/>
                    <a:pt x="434" y="598"/>
                  </a:cubicBezTo>
                  <a:cubicBezTo>
                    <a:pt x="439" y="590"/>
                    <a:pt x="430" y="588"/>
                    <a:pt x="431" y="579"/>
                  </a:cubicBezTo>
                  <a:cubicBezTo>
                    <a:pt x="430" y="577"/>
                    <a:pt x="427" y="578"/>
                    <a:pt x="427" y="575"/>
                  </a:cubicBezTo>
                  <a:cubicBezTo>
                    <a:pt x="427" y="572"/>
                    <a:pt x="421" y="574"/>
                    <a:pt x="419" y="572"/>
                  </a:cubicBezTo>
                  <a:cubicBezTo>
                    <a:pt x="421" y="569"/>
                    <a:pt x="421" y="568"/>
                    <a:pt x="418" y="568"/>
                  </a:cubicBezTo>
                  <a:cubicBezTo>
                    <a:pt x="420" y="565"/>
                    <a:pt x="419" y="564"/>
                    <a:pt x="418" y="559"/>
                  </a:cubicBezTo>
                  <a:cubicBezTo>
                    <a:pt x="417" y="558"/>
                    <a:pt x="418" y="555"/>
                    <a:pt x="418" y="555"/>
                  </a:cubicBezTo>
                  <a:cubicBezTo>
                    <a:pt x="417" y="555"/>
                    <a:pt x="416" y="555"/>
                    <a:pt x="416" y="555"/>
                  </a:cubicBezTo>
                  <a:cubicBezTo>
                    <a:pt x="415" y="550"/>
                    <a:pt x="419" y="552"/>
                    <a:pt x="416" y="547"/>
                  </a:cubicBezTo>
                  <a:cubicBezTo>
                    <a:pt x="414" y="545"/>
                    <a:pt x="412" y="557"/>
                    <a:pt x="412" y="547"/>
                  </a:cubicBezTo>
                  <a:cubicBezTo>
                    <a:pt x="412" y="540"/>
                    <a:pt x="406" y="536"/>
                    <a:pt x="399" y="529"/>
                  </a:cubicBezTo>
                  <a:cubicBezTo>
                    <a:pt x="394" y="533"/>
                    <a:pt x="398" y="534"/>
                    <a:pt x="395" y="540"/>
                  </a:cubicBezTo>
                  <a:cubicBezTo>
                    <a:pt x="391" y="541"/>
                    <a:pt x="392" y="536"/>
                    <a:pt x="390" y="536"/>
                  </a:cubicBezTo>
                  <a:cubicBezTo>
                    <a:pt x="387" y="537"/>
                    <a:pt x="386" y="535"/>
                    <a:pt x="384" y="534"/>
                  </a:cubicBezTo>
                  <a:cubicBezTo>
                    <a:pt x="388" y="537"/>
                    <a:pt x="385" y="546"/>
                    <a:pt x="391" y="546"/>
                  </a:cubicBezTo>
                  <a:cubicBezTo>
                    <a:pt x="389" y="550"/>
                    <a:pt x="392" y="555"/>
                    <a:pt x="395" y="562"/>
                  </a:cubicBezTo>
                  <a:cubicBezTo>
                    <a:pt x="395" y="563"/>
                    <a:pt x="395" y="566"/>
                    <a:pt x="395" y="566"/>
                  </a:cubicBezTo>
                  <a:cubicBezTo>
                    <a:pt x="398" y="568"/>
                    <a:pt x="399" y="577"/>
                    <a:pt x="401" y="581"/>
                  </a:cubicBezTo>
                  <a:cubicBezTo>
                    <a:pt x="403" y="581"/>
                    <a:pt x="406" y="581"/>
                    <a:pt x="408" y="581"/>
                  </a:cubicBezTo>
                  <a:cubicBezTo>
                    <a:pt x="407" y="583"/>
                    <a:pt x="406" y="584"/>
                    <a:pt x="406" y="587"/>
                  </a:cubicBezTo>
                  <a:cubicBezTo>
                    <a:pt x="409" y="587"/>
                    <a:pt x="410" y="586"/>
                    <a:pt x="410" y="585"/>
                  </a:cubicBezTo>
                  <a:cubicBezTo>
                    <a:pt x="414" y="587"/>
                    <a:pt x="412" y="590"/>
                    <a:pt x="414" y="594"/>
                  </a:cubicBezTo>
                  <a:cubicBezTo>
                    <a:pt x="414" y="595"/>
                    <a:pt x="417" y="595"/>
                    <a:pt x="418" y="596"/>
                  </a:cubicBezTo>
                  <a:cubicBezTo>
                    <a:pt x="418" y="597"/>
                    <a:pt x="417" y="599"/>
                    <a:pt x="418" y="600"/>
                  </a:cubicBezTo>
                  <a:cubicBezTo>
                    <a:pt x="418" y="600"/>
                    <a:pt x="419" y="599"/>
                    <a:pt x="419" y="600"/>
                  </a:cubicBezTo>
                  <a:cubicBezTo>
                    <a:pt x="420" y="602"/>
                    <a:pt x="418" y="603"/>
                    <a:pt x="418" y="603"/>
                  </a:cubicBezTo>
                  <a:cubicBezTo>
                    <a:pt x="418" y="606"/>
                    <a:pt x="420" y="606"/>
                    <a:pt x="421" y="607"/>
                  </a:cubicBezTo>
                  <a:cubicBezTo>
                    <a:pt x="422" y="608"/>
                    <a:pt x="421" y="610"/>
                    <a:pt x="421" y="611"/>
                  </a:cubicBezTo>
                  <a:cubicBezTo>
                    <a:pt x="421" y="611"/>
                    <a:pt x="423" y="611"/>
                    <a:pt x="423" y="611"/>
                  </a:cubicBezTo>
                  <a:cubicBezTo>
                    <a:pt x="424" y="613"/>
                    <a:pt x="421" y="620"/>
                    <a:pt x="427" y="618"/>
                  </a:cubicBezTo>
                  <a:cubicBezTo>
                    <a:pt x="427" y="622"/>
                    <a:pt x="427" y="626"/>
                    <a:pt x="429" y="629"/>
                  </a:cubicBezTo>
                  <a:cubicBezTo>
                    <a:pt x="429" y="631"/>
                    <a:pt x="432" y="632"/>
                    <a:pt x="432" y="633"/>
                  </a:cubicBezTo>
                  <a:cubicBezTo>
                    <a:pt x="433" y="635"/>
                    <a:pt x="433" y="637"/>
                    <a:pt x="434" y="639"/>
                  </a:cubicBezTo>
                  <a:cubicBezTo>
                    <a:pt x="435" y="640"/>
                    <a:pt x="437" y="640"/>
                    <a:pt x="438" y="641"/>
                  </a:cubicBezTo>
                  <a:cubicBezTo>
                    <a:pt x="440" y="643"/>
                    <a:pt x="436" y="646"/>
                    <a:pt x="440" y="646"/>
                  </a:cubicBezTo>
                  <a:cubicBezTo>
                    <a:pt x="442" y="646"/>
                    <a:pt x="441" y="651"/>
                    <a:pt x="442" y="654"/>
                  </a:cubicBezTo>
                  <a:cubicBezTo>
                    <a:pt x="449" y="650"/>
                    <a:pt x="447" y="657"/>
                    <a:pt x="457" y="656"/>
                  </a:cubicBezTo>
                  <a:cubicBezTo>
                    <a:pt x="457" y="661"/>
                    <a:pt x="460" y="663"/>
                    <a:pt x="460" y="669"/>
                  </a:cubicBezTo>
                  <a:cubicBezTo>
                    <a:pt x="467" y="679"/>
                    <a:pt x="489" y="676"/>
                    <a:pt x="503" y="674"/>
                  </a:cubicBezTo>
                  <a:cubicBezTo>
                    <a:pt x="505" y="675"/>
                    <a:pt x="504" y="671"/>
                    <a:pt x="505" y="670"/>
                  </a:cubicBezTo>
                  <a:cubicBezTo>
                    <a:pt x="509" y="669"/>
                    <a:pt x="518" y="674"/>
                    <a:pt x="516" y="667"/>
                  </a:cubicBezTo>
                  <a:cubicBezTo>
                    <a:pt x="520" y="669"/>
                    <a:pt x="520" y="672"/>
                    <a:pt x="518" y="676"/>
                  </a:cubicBezTo>
                  <a:cubicBezTo>
                    <a:pt x="518" y="677"/>
                    <a:pt x="516" y="678"/>
                    <a:pt x="516" y="678"/>
                  </a:cubicBezTo>
                  <a:cubicBezTo>
                    <a:pt x="516" y="681"/>
                    <a:pt x="517" y="686"/>
                    <a:pt x="516" y="689"/>
                  </a:cubicBezTo>
                  <a:cubicBezTo>
                    <a:pt x="516" y="690"/>
                    <a:pt x="513" y="689"/>
                    <a:pt x="513" y="689"/>
                  </a:cubicBezTo>
                  <a:cubicBezTo>
                    <a:pt x="512" y="690"/>
                    <a:pt x="512" y="698"/>
                    <a:pt x="511" y="700"/>
                  </a:cubicBezTo>
                  <a:cubicBezTo>
                    <a:pt x="510" y="702"/>
                    <a:pt x="505" y="703"/>
                    <a:pt x="507" y="710"/>
                  </a:cubicBezTo>
                  <a:cubicBezTo>
                    <a:pt x="501" y="710"/>
                    <a:pt x="505" y="720"/>
                    <a:pt x="498" y="719"/>
                  </a:cubicBezTo>
                  <a:cubicBezTo>
                    <a:pt x="499" y="725"/>
                    <a:pt x="496" y="726"/>
                    <a:pt x="496" y="730"/>
                  </a:cubicBezTo>
                  <a:cubicBezTo>
                    <a:pt x="489" y="728"/>
                    <a:pt x="493" y="737"/>
                    <a:pt x="486" y="736"/>
                  </a:cubicBezTo>
                  <a:cubicBezTo>
                    <a:pt x="486" y="738"/>
                    <a:pt x="486" y="739"/>
                    <a:pt x="486" y="741"/>
                  </a:cubicBezTo>
                  <a:cubicBezTo>
                    <a:pt x="485" y="741"/>
                    <a:pt x="484" y="739"/>
                    <a:pt x="483" y="739"/>
                  </a:cubicBezTo>
                  <a:cubicBezTo>
                    <a:pt x="479" y="741"/>
                    <a:pt x="481" y="743"/>
                    <a:pt x="475" y="745"/>
                  </a:cubicBezTo>
                  <a:cubicBezTo>
                    <a:pt x="475" y="745"/>
                    <a:pt x="470" y="747"/>
                    <a:pt x="470" y="747"/>
                  </a:cubicBezTo>
                  <a:cubicBezTo>
                    <a:pt x="470" y="747"/>
                    <a:pt x="470" y="749"/>
                    <a:pt x="470" y="749"/>
                  </a:cubicBezTo>
                  <a:cubicBezTo>
                    <a:pt x="468" y="750"/>
                    <a:pt x="464" y="751"/>
                    <a:pt x="462" y="753"/>
                  </a:cubicBezTo>
                  <a:cubicBezTo>
                    <a:pt x="458" y="756"/>
                    <a:pt x="456" y="762"/>
                    <a:pt x="449" y="762"/>
                  </a:cubicBezTo>
                  <a:cubicBezTo>
                    <a:pt x="451" y="767"/>
                    <a:pt x="447" y="767"/>
                    <a:pt x="447" y="771"/>
                  </a:cubicBezTo>
                  <a:cubicBezTo>
                    <a:pt x="445" y="773"/>
                    <a:pt x="444" y="772"/>
                    <a:pt x="442" y="771"/>
                  </a:cubicBezTo>
                  <a:cubicBezTo>
                    <a:pt x="443" y="773"/>
                    <a:pt x="439" y="776"/>
                    <a:pt x="440" y="777"/>
                  </a:cubicBezTo>
                  <a:cubicBezTo>
                    <a:pt x="444" y="780"/>
                    <a:pt x="438" y="777"/>
                    <a:pt x="438" y="782"/>
                  </a:cubicBezTo>
                  <a:cubicBezTo>
                    <a:pt x="438" y="785"/>
                    <a:pt x="435" y="783"/>
                    <a:pt x="434" y="784"/>
                  </a:cubicBezTo>
                  <a:cubicBezTo>
                    <a:pt x="434" y="785"/>
                    <a:pt x="435" y="787"/>
                    <a:pt x="434" y="788"/>
                  </a:cubicBezTo>
                  <a:cubicBezTo>
                    <a:pt x="434" y="790"/>
                    <a:pt x="430" y="804"/>
                    <a:pt x="431" y="808"/>
                  </a:cubicBezTo>
                  <a:cubicBezTo>
                    <a:pt x="431" y="812"/>
                    <a:pt x="432" y="813"/>
                    <a:pt x="434" y="816"/>
                  </a:cubicBezTo>
                  <a:cubicBezTo>
                    <a:pt x="435" y="821"/>
                    <a:pt x="434" y="823"/>
                    <a:pt x="434" y="827"/>
                  </a:cubicBezTo>
                  <a:cubicBezTo>
                    <a:pt x="434" y="828"/>
                    <a:pt x="436" y="834"/>
                    <a:pt x="438" y="835"/>
                  </a:cubicBezTo>
                  <a:cubicBezTo>
                    <a:pt x="443" y="835"/>
                    <a:pt x="432" y="843"/>
                    <a:pt x="442" y="844"/>
                  </a:cubicBezTo>
                  <a:cubicBezTo>
                    <a:pt x="441" y="853"/>
                    <a:pt x="443" y="860"/>
                    <a:pt x="442" y="868"/>
                  </a:cubicBezTo>
                  <a:cubicBezTo>
                    <a:pt x="441" y="873"/>
                    <a:pt x="436" y="878"/>
                    <a:pt x="436" y="883"/>
                  </a:cubicBezTo>
                  <a:cubicBezTo>
                    <a:pt x="432" y="883"/>
                    <a:pt x="425" y="888"/>
                    <a:pt x="423" y="890"/>
                  </a:cubicBezTo>
                  <a:cubicBezTo>
                    <a:pt x="422" y="892"/>
                    <a:pt x="421" y="892"/>
                    <a:pt x="423" y="892"/>
                  </a:cubicBezTo>
                  <a:cubicBezTo>
                    <a:pt x="423" y="895"/>
                    <a:pt x="419" y="893"/>
                    <a:pt x="418" y="894"/>
                  </a:cubicBezTo>
                  <a:cubicBezTo>
                    <a:pt x="416" y="895"/>
                    <a:pt x="417" y="897"/>
                    <a:pt x="416" y="898"/>
                  </a:cubicBezTo>
                  <a:cubicBezTo>
                    <a:pt x="415" y="898"/>
                    <a:pt x="412" y="894"/>
                    <a:pt x="412" y="898"/>
                  </a:cubicBezTo>
                  <a:cubicBezTo>
                    <a:pt x="412" y="900"/>
                    <a:pt x="410" y="899"/>
                    <a:pt x="408" y="900"/>
                  </a:cubicBezTo>
                  <a:cubicBezTo>
                    <a:pt x="406" y="901"/>
                    <a:pt x="406" y="906"/>
                    <a:pt x="401" y="905"/>
                  </a:cubicBezTo>
                  <a:cubicBezTo>
                    <a:pt x="398" y="916"/>
                    <a:pt x="401" y="931"/>
                    <a:pt x="403" y="946"/>
                  </a:cubicBezTo>
                  <a:cubicBezTo>
                    <a:pt x="401" y="948"/>
                    <a:pt x="399" y="949"/>
                    <a:pt x="399" y="946"/>
                  </a:cubicBezTo>
                  <a:cubicBezTo>
                    <a:pt x="397" y="946"/>
                    <a:pt x="398" y="949"/>
                    <a:pt x="397" y="950"/>
                  </a:cubicBezTo>
                  <a:cubicBezTo>
                    <a:pt x="395" y="952"/>
                    <a:pt x="392" y="949"/>
                    <a:pt x="391" y="952"/>
                  </a:cubicBezTo>
                  <a:cubicBezTo>
                    <a:pt x="391" y="955"/>
                    <a:pt x="384" y="954"/>
                    <a:pt x="382" y="958"/>
                  </a:cubicBezTo>
                  <a:cubicBezTo>
                    <a:pt x="382" y="961"/>
                    <a:pt x="382" y="965"/>
                    <a:pt x="382" y="969"/>
                  </a:cubicBezTo>
                  <a:cubicBezTo>
                    <a:pt x="378" y="969"/>
                    <a:pt x="380" y="975"/>
                    <a:pt x="378" y="978"/>
                  </a:cubicBezTo>
                  <a:cubicBezTo>
                    <a:pt x="378" y="979"/>
                    <a:pt x="375" y="979"/>
                    <a:pt x="375" y="980"/>
                  </a:cubicBezTo>
                  <a:cubicBezTo>
                    <a:pt x="373" y="983"/>
                    <a:pt x="374" y="987"/>
                    <a:pt x="371" y="989"/>
                  </a:cubicBezTo>
                  <a:cubicBezTo>
                    <a:pt x="370" y="990"/>
                    <a:pt x="371" y="992"/>
                    <a:pt x="371" y="993"/>
                  </a:cubicBezTo>
                  <a:cubicBezTo>
                    <a:pt x="371" y="993"/>
                    <a:pt x="368" y="992"/>
                    <a:pt x="367" y="993"/>
                  </a:cubicBezTo>
                  <a:cubicBezTo>
                    <a:pt x="367" y="994"/>
                    <a:pt x="368" y="997"/>
                    <a:pt x="367" y="999"/>
                  </a:cubicBezTo>
                  <a:cubicBezTo>
                    <a:pt x="367" y="999"/>
                    <a:pt x="364" y="998"/>
                    <a:pt x="363" y="999"/>
                  </a:cubicBezTo>
                  <a:cubicBezTo>
                    <a:pt x="363" y="999"/>
                    <a:pt x="364" y="1002"/>
                    <a:pt x="363" y="1002"/>
                  </a:cubicBezTo>
                  <a:cubicBezTo>
                    <a:pt x="363" y="1003"/>
                    <a:pt x="360" y="1002"/>
                    <a:pt x="360" y="1002"/>
                  </a:cubicBezTo>
                  <a:cubicBezTo>
                    <a:pt x="359" y="1003"/>
                    <a:pt x="356" y="1006"/>
                    <a:pt x="356" y="1008"/>
                  </a:cubicBezTo>
                  <a:cubicBezTo>
                    <a:pt x="356" y="1010"/>
                    <a:pt x="354" y="1009"/>
                    <a:pt x="352" y="1010"/>
                  </a:cubicBezTo>
                  <a:cubicBezTo>
                    <a:pt x="352" y="1010"/>
                    <a:pt x="353" y="1013"/>
                    <a:pt x="352" y="1013"/>
                  </a:cubicBezTo>
                  <a:cubicBezTo>
                    <a:pt x="352" y="1014"/>
                    <a:pt x="349" y="1013"/>
                    <a:pt x="349" y="1013"/>
                  </a:cubicBezTo>
                  <a:cubicBezTo>
                    <a:pt x="347" y="1015"/>
                    <a:pt x="346" y="1016"/>
                    <a:pt x="345" y="1017"/>
                  </a:cubicBezTo>
                  <a:cubicBezTo>
                    <a:pt x="344" y="1018"/>
                    <a:pt x="342" y="1021"/>
                    <a:pt x="341" y="1021"/>
                  </a:cubicBezTo>
                  <a:cubicBezTo>
                    <a:pt x="340" y="1021"/>
                    <a:pt x="335" y="1023"/>
                    <a:pt x="335" y="1023"/>
                  </a:cubicBezTo>
                  <a:cubicBezTo>
                    <a:pt x="334" y="1022"/>
                    <a:pt x="334" y="1021"/>
                    <a:pt x="332" y="1023"/>
                  </a:cubicBezTo>
                  <a:cubicBezTo>
                    <a:pt x="329" y="1024"/>
                    <a:pt x="328" y="1024"/>
                    <a:pt x="324" y="1025"/>
                  </a:cubicBezTo>
                  <a:cubicBezTo>
                    <a:pt x="323" y="1025"/>
                    <a:pt x="311" y="1030"/>
                    <a:pt x="308" y="1025"/>
                  </a:cubicBezTo>
                  <a:cubicBezTo>
                    <a:pt x="305" y="1025"/>
                    <a:pt x="307" y="1027"/>
                    <a:pt x="308" y="1027"/>
                  </a:cubicBezTo>
                  <a:cubicBezTo>
                    <a:pt x="305" y="1031"/>
                    <a:pt x="301" y="1027"/>
                    <a:pt x="295" y="1028"/>
                  </a:cubicBezTo>
                  <a:cubicBezTo>
                    <a:pt x="292" y="1029"/>
                    <a:pt x="293" y="1030"/>
                    <a:pt x="295" y="1030"/>
                  </a:cubicBezTo>
                  <a:cubicBezTo>
                    <a:pt x="293" y="1033"/>
                    <a:pt x="283" y="1028"/>
                    <a:pt x="278" y="1028"/>
                  </a:cubicBezTo>
                  <a:cubicBezTo>
                    <a:pt x="278" y="1019"/>
                    <a:pt x="269" y="1014"/>
                    <a:pt x="274" y="1006"/>
                  </a:cubicBezTo>
                  <a:cubicBezTo>
                    <a:pt x="270" y="1003"/>
                    <a:pt x="265" y="1000"/>
                    <a:pt x="267" y="991"/>
                  </a:cubicBezTo>
                  <a:cubicBezTo>
                    <a:pt x="261" y="997"/>
                    <a:pt x="265" y="994"/>
                    <a:pt x="263" y="985"/>
                  </a:cubicBezTo>
                  <a:cubicBezTo>
                    <a:pt x="260" y="977"/>
                    <a:pt x="249" y="970"/>
                    <a:pt x="252" y="959"/>
                  </a:cubicBezTo>
                  <a:cubicBezTo>
                    <a:pt x="250" y="958"/>
                    <a:pt x="250" y="963"/>
                    <a:pt x="250" y="963"/>
                  </a:cubicBezTo>
                  <a:cubicBezTo>
                    <a:pt x="246" y="962"/>
                    <a:pt x="250" y="950"/>
                    <a:pt x="246" y="956"/>
                  </a:cubicBezTo>
                  <a:cubicBezTo>
                    <a:pt x="243" y="953"/>
                    <a:pt x="244" y="947"/>
                    <a:pt x="244" y="943"/>
                  </a:cubicBezTo>
                  <a:cubicBezTo>
                    <a:pt x="245" y="937"/>
                    <a:pt x="245" y="933"/>
                    <a:pt x="242" y="926"/>
                  </a:cubicBezTo>
                  <a:cubicBezTo>
                    <a:pt x="243" y="923"/>
                    <a:pt x="238" y="925"/>
                    <a:pt x="237" y="924"/>
                  </a:cubicBezTo>
                  <a:cubicBezTo>
                    <a:pt x="236" y="923"/>
                    <a:pt x="242" y="919"/>
                    <a:pt x="233" y="920"/>
                  </a:cubicBezTo>
                  <a:cubicBezTo>
                    <a:pt x="232" y="919"/>
                    <a:pt x="234" y="915"/>
                    <a:pt x="233" y="915"/>
                  </a:cubicBezTo>
                  <a:cubicBezTo>
                    <a:pt x="233" y="914"/>
                    <a:pt x="229" y="915"/>
                    <a:pt x="229" y="915"/>
                  </a:cubicBezTo>
                  <a:cubicBezTo>
                    <a:pt x="229" y="914"/>
                    <a:pt x="235" y="907"/>
                    <a:pt x="227" y="909"/>
                  </a:cubicBezTo>
                  <a:cubicBezTo>
                    <a:pt x="227" y="906"/>
                    <a:pt x="230" y="905"/>
                    <a:pt x="229" y="902"/>
                  </a:cubicBezTo>
                  <a:cubicBezTo>
                    <a:pt x="226" y="900"/>
                    <a:pt x="230" y="892"/>
                    <a:pt x="224" y="894"/>
                  </a:cubicBezTo>
                  <a:cubicBezTo>
                    <a:pt x="223" y="877"/>
                    <a:pt x="225" y="871"/>
                    <a:pt x="233" y="861"/>
                  </a:cubicBezTo>
                  <a:cubicBezTo>
                    <a:pt x="232" y="858"/>
                    <a:pt x="235" y="851"/>
                    <a:pt x="231" y="851"/>
                  </a:cubicBezTo>
                  <a:cubicBezTo>
                    <a:pt x="231" y="848"/>
                    <a:pt x="235" y="851"/>
                    <a:pt x="237" y="849"/>
                  </a:cubicBezTo>
                  <a:cubicBezTo>
                    <a:pt x="238" y="849"/>
                    <a:pt x="236" y="845"/>
                    <a:pt x="239" y="846"/>
                  </a:cubicBezTo>
                  <a:cubicBezTo>
                    <a:pt x="238" y="843"/>
                    <a:pt x="237" y="826"/>
                    <a:pt x="235" y="831"/>
                  </a:cubicBezTo>
                  <a:cubicBezTo>
                    <a:pt x="231" y="827"/>
                    <a:pt x="233" y="823"/>
                    <a:pt x="233" y="820"/>
                  </a:cubicBezTo>
                  <a:cubicBezTo>
                    <a:pt x="233" y="815"/>
                    <a:pt x="234" y="810"/>
                    <a:pt x="233" y="807"/>
                  </a:cubicBezTo>
                  <a:cubicBezTo>
                    <a:pt x="233" y="804"/>
                    <a:pt x="230" y="806"/>
                    <a:pt x="229" y="805"/>
                  </a:cubicBezTo>
                  <a:cubicBezTo>
                    <a:pt x="229" y="804"/>
                    <a:pt x="231" y="802"/>
                    <a:pt x="231" y="801"/>
                  </a:cubicBezTo>
                  <a:cubicBezTo>
                    <a:pt x="231" y="801"/>
                    <a:pt x="229" y="800"/>
                    <a:pt x="229" y="799"/>
                  </a:cubicBezTo>
                  <a:cubicBezTo>
                    <a:pt x="229" y="795"/>
                    <a:pt x="227" y="796"/>
                    <a:pt x="226" y="794"/>
                  </a:cubicBezTo>
                  <a:cubicBezTo>
                    <a:pt x="225" y="793"/>
                    <a:pt x="226" y="790"/>
                    <a:pt x="226" y="790"/>
                  </a:cubicBezTo>
                  <a:cubicBezTo>
                    <a:pt x="225" y="790"/>
                    <a:pt x="220" y="789"/>
                    <a:pt x="222" y="788"/>
                  </a:cubicBezTo>
                  <a:cubicBezTo>
                    <a:pt x="222" y="788"/>
                    <a:pt x="224" y="788"/>
                    <a:pt x="224" y="788"/>
                  </a:cubicBezTo>
                  <a:cubicBezTo>
                    <a:pt x="221" y="784"/>
                    <a:pt x="219" y="783"/>
                    <a:pt x="214" y="780"/>
                  </a:cubicBezTo>
                  <a:cubicBezTo>
                    <a:pt x="213" y="780"/>
                    <a:pt x="215" y="779"/>
                    <a:pt x="213" y="779"/>
                  </a:cubicBezTo>
                  <a:cubicBezTo>
                    <a:pt x="211" y="779"/>
                    <a:pt x="211" y="773"/>
                    <a:pt x="207" y="775"/>
                  </a:cubicBezTo>
                  <a:cubicBezTo>
                    <a:pt x="203" y="759"/>
                    <a:pt x="207" y="746"/>
                    <a:pt x="207" y="728"/>
                  </a:cubicBezTo>
                  <a:cubicBezTo>
                    <a:pt x="206" y="725"/>
                    <a:pt x="202" y="731"/>
                    <a:pt x="203" y="723"/>
                  </a:cubicBezTo>
                  <a:cubicBezTo>
                    <a:pt x="192" y="724"/>
                    <a:pt x="184" y="722"/>
                    <a:pt x="177" y="719"/>
                  </a:cubicBezTo>
                  <a:cubicBezTo>
                    <a:pt x="179" y="709"/>
                    <a:pt x="172" y="720"/>
                    <a:pt x="173" y="710"/>
                  </a:cubicBezTo>
                  <a:cubicBezTo>
                    <a:pt x="165" y="707"/>
                    <a:pt x="163" y="705"/>
                    <a:pt x="153" y="708"/>
                  </a:cubicBezTo>
                  <a:cubicBezTo>
                    <a:pt x="151" y="708"/>
                    <a:pt x="148" y="709"/>
                    <a:pt x="145" y="710"/>
                  </a:cubicBezTo>
                  <a:cubicBezTo>
                    <a:pt x="144" y="710"/>
                    <a:pt x="140" y="713"/>
                    <a:pt x="134" y="711"/>
                  </a:cubicBezTo>
                  <a:cubicBezTo>
                    <a:pt x="137" y="716"/>
                    <a:pt x="140" y="713"/>
                    <a:pt x="130" y="715"/>
                  </a:cubicBezTo>
                  <a:cubicBezTo>
                    <a:pt x="124" y="717"/>
                    <a:pt x="120" y="718"/>
                    <a:pt x="110" y="719"/>
                  </a:cubicBezTo>
                  <a:cubicBezTo>
                    <a:pt x="107" y="719"/>
                    <a:pt x="107" y="717"/>
                    <a:pt x="104" y="717"/>
                  </a:cubicBezTo>
                  <a:cubicBezTo>
                    <a:pt x="92" y="716"/>
                    <a:pt x="79" y="723"/>
                    <a:pt x="69" y="721"/>
                  </a:cubicBezTo>
                  <a:cubicBezTo>
                    <a:pt x="70" y="714"/>
                    <a:pt x="62" y="716"/>
                    <a:pt x="60" y="715"/>
                  </a:cubicBezTo>
                  <a:cubicBezTo>
                    <a:pt x="59" y="715"/>
                    <a:pt x="60" y="712"/>
                    <a:pt x="60" y="711"/>
                  </a:cubicBezTo>
                  <a:cubicBezTo>
                    <a:pt x="59" y="711"/>
                    <a:pt x="55" y="712"/>
                    <a:pt x="54" y="711"/>
                  </a:cubicBezTo>
                  <a:cubicBezTo>
                    <a:pt x="53" y="711"/>
                    <a:pt x="55" y="708"/>
                    <a:pt x="54" y="708"/>
                  </a:cubicBezTo>
                  <a:cubicBezTo>
                    <a:pt x="53" y="707"/>
                    <a:pt x="50" y="709"/>
                    <a:pt x="50" y="706"/>
                  </a:cubicBezTo>
                  <a:cubicBezTo>
                    <a:pt x="50" y="705"/>
                    <a:pt x="47" y="702"/>
                    <a:pt x="47" y="702"/>
                  </a:cubicBezTo>
                  <a:cubicBezTo>
                    <a:pt x="46" y="701"/>
                    <a:pt x="47" y="700"/>
                    <a:pt x="45" y="700"/>
                  </a:cubicBezTo>
                  <a:cubicBezTo>
                    <a:pt x="43" y="700"/>
                    <a:pt x="43" y="698"/>
                    <a:pt x="43" y="697"/>
                  </a:cubicBezTo>
                  <a:cubicBezTo>
                    <a:pt x="42" y="694"/>
                    <a:pt x="40" y="696"/>
                    <a:pt x="39" y="695"/>
                  </a:cubicBezTo>
                  <a:cubicBezTo>
                    <a:pt x="39" y="694"/>
                    <a:pt x="40" y="692"/>
                    <a:pt x="39" y="691"/>
                  </a:cubicBezTo>
                  <a:cubicBezTo>
                    <a:pt x="38" y="689"/>
                    <a:pt x="35" y="692"/>
                    <a:pt x="35" y="689"/>
                  </a:cubicBezTo>
                  <a:cubicBezTo>
                    <a:pt x="35" y="688"/>
                    <a:pt x="37" y="686"/>
                    <a:pt x="37" y="687"/>
                  </a:cubicBezTo>
                  <a:cubicBezTo>
                    <a:pt x="35" y="681"/>
                    <a:pt x="26" y="682"/>
                    <a:pt x="28" y="676"/>
                  </a:cubicBezTo>
                  <a:cubicBezTo>
                    <a:pt x="19" y="679"/>
                    <a:pt x="23" y="668"/>
                    <a:pt x="15" y="670"/>
                  </a:cubicBezTo>
                  <a:cubicBezTo>
                    <a:pt x="16" y="669"/>
                    <a:pt x="17" y="667"/>
                    <a:pt x="17" y="665"/>
                  </a:cubicBezTo>
                  <a:cubicBezTo>
                    <a:pt x="16" y="662"/>
                    <a:pt x="12" y="663"/>
                    <a:pt x="9" y="663"/>
                  </a:cubicBezTo>
                  <a:cubicBezTo>
                    <a:pt x="11" y="660"/>
                    <a:pt x="6" y="659"/>
                    <a:pt x="6" y="657"/>
                  </a:cubicBezTo>
                  <a:cubicBezTo>
                    <a:pt x="5" y="654"/>
                    <a:pt x="9" y="655"/>
                    <a:pt x="6" y="650"/>
                  </a:cubicBezTo>
                  <a:cubicBezTo>
                    <a:pt x="5" y="649"/>
                    <a:pt x="4" y="650"/>
                    <a:pt x="4" y="648"/>
                  </a:cubicBezTo>
                  <a:cubicBezTo>
                    <a:pt x="4" y="647"/>
                    <a:pt x="2" y="642"/>
                    <a:pt x="0" y="641"/>
                  </a:cubicBezTo>
                  <a:cubicBezTo>
                    <a:pt x="0" y="638"/>
                    <a:pt x="4" y="640"/>
                    <a:pt x="6" y="639"/>
                  </a:cubicBezTo>
                  <a:cubicBezTo>
                    <a:pt x="7" y="638"/>
                    <a:pt x="6" y="632"/>
                    <a:pt x="9" y="633"/>
                  </a:cubicBezTo>
                  <a:cubicBezTo>
                    <a:pt x="9" y="623"/>
                    <a:pt x="9" y="612"/>
                    <a:pt x="9" y="602"/>
                  </a:cubicBezTo>
                  <a:cubicBezTo>
                    <a:pt x="10" y="599"/>
                    <a:pt x="6" y="601"/>
                    <a:pt x="6" y="600"/>
                  </a:cubicBezTo>
                  <a:cubicBezTo>
                    <a:pt x="5" y="599"/>
                    <a:pt x="7" y="597"/>
                    <a:pt x="7" y="596"/>
                  </a:cubicBezTo>
                  <a:cubicBezTo>
                    <a:pt x="8" y="593"/>
                    <a:pt x="5" y="592"/>
                    <a:pt x="6" y="588"/>
                  </a:cubicBezTo>
                  <a:cubicBezTo>
                    <a:pt x="13" y="596"/>
                    <a:pt x="6" y="575"/>
                    <a:pt x="13" y="583"/>
                  </a:cubicBezTo>
                  <a:cubicBezTo>
                    <a:pt x="14" y="581"/>
                    <a:pt x="13" y="574"/>
                    <a:pt x="15" y="572"/>
                  </a:cubicBezTo>
                  <a:cubicBezTo>
                    <a:pt x="15" y="571"/>
                    <a:pt x="19" y="572"/>
                    <a:pt x="19" y="572"/>
                  </a:cubicBezTo>
                  <a:cubicBezTo>
                    <a:pt x="19" y="571"/>
                    <a:pt x="16" y="568"/>
                    <a:pt x="17" y="566"/>
                  </a:cubicBezTo>
                  <a:cubicBezTo>
                    <a:pt x="24" y="564"/>
                    <a:pt x="23" y="554"/>
                    <a:pt x="30" y="553"/>
                  </a:cubicBezTo>
                  <a:cubicBezTo>
                    <a:pt x="30" y="547"/>
                    <a:pt x="36" y="547"/>
                    <a:pt x="35" y="540"/>
                  </a:cubicBezTo>
                  <a:cubicBezTo>
                    <a:pt x="39" y="541"/>
                    <a:pt x="39" y="539"/>
                    <a:pt x="39" y="536"/>
                  </a:cubicBezTo>
                  <a:cubicBezTo>
                    <a:pt x="50" y="535"/>
                    <a:pt x="59" y="531"/>
                    <a:pt x="58" y="518"/>
                  </a:cubicBezTo>
                  <a:cubicBezTo>
                    <a:pt x="65" y="519"/>
                    <a:pt x="59" y="507"/>
                    <a:pt x="65" y="508"/>
                  </a:cubicBezTo>
                  <a:cubicBezTo>
                    <a:pt x="65" y="505"/>
                    <a:pt x="65" y="501"/>
                    <a:pt x="65" y="497"/>
                  </a:cubicBezTo>
                  <a:cubicBezTo>
                    <a:pt x="69" y="497"/>
                    <a:pt x="69" y="495"/>
                    <a:pt x="73" y="495"/>
                  </a:cubicBezTo>
                  <a:cubicBezTo>
                    <a:pt x="76" y="492"/>
                    <a:pt x="79" y="489"/>
                    <a:pt x="82" y="484"/>
                  </a:cubicBezTo>
                  <a:cubicBezTo>
                    <a:pt x="83" y="483"/>
                    <a:pt x="84" y="484"/>
                    <a:pt x="84" y="482"/>
                  </a:cubicBezTo>
                  <a:cubicBezTo>
                    <a:pt x="84" y="480"/>
                    <a:pt x="89" y="480"/>
                    <a:pt x="88" y="477"/>
                  </a:cubicBezTo>
                  <a:cubicBezTo>
                    <a:pt x="96" y="478"/>
                    <a:pt x="97" y="472"/>
                    <a:pt x="104" y="473"/>
                  </a:cubicBezTo>
                  <a:cubicBezTo>
                    <a:pt x="102" y="480"/>
                    <a:pt x="113" y="473"/>
                    <a:pt x="110" y="480"/>
                  </a:cubicBezTo>
                  <a:cubicBezTo>
                    <a:pt x="114" y="476"/>
                    <a:pt x="129" y="483"/>
                    <a:pt x="129" y="475"/>
                  </a:cubicBezTo>
                  <a:cubicBezTo>
                    <a:pt x="137" y="474"/>
                    <a:pt x="145" y="471"/>
                    <a:pt x="149" y="465"/>
                  </a:cubicBezTo>
                  <a:cubicBezTo>
                    <a:pt x="152" y="466"/>
                    <a:pt x="154" y="466"/>
                    <a:pt x="155" y="464"/>
                  </a:cubicBezTo>
                  <a:cubicBezTo>
                    <a:pt x="158" y="464"/>
                    <a:pt x="159" y="465"/>
                    <a:pt x="162" y="465"/>
                  </a:cubicBezTo>
                  <a:cubicBezTo>
                    <a:pt x="166" y="466"/>
                    <a:pt x="170" y="463"/>
                    <a:pt x="173" y="464"/>
                  </a:cubicBezTo>
                  <a:cubicBezTo>
                    <a:pt x="173" y="464"/>
                    <a:pt x="174" y="465"/>
                    <a:pt x="175" y="465"/>
                  </a:cubicBezTo>
                  <a:cubicBezTo>
                    <a:pt x="179" y="466"/>
                    <a:pt x="187" y="469"/>
                    <a:pt x="196" y="467"/>
                  </a:cubicBezTo>
                  <a:cubicBezTo>
                    <a:pt x="199" y="467"/>
                    <a:pt x="205" y="461"/>
                    <a:pt x="209" y="465"/>
                  </a:cubicBezTo>
                  <a:cubicBezTo>
                    <a:pt x="212" y="468"/>
                    <a:pt x="211" y="466"/>
                    <a:pt x="216" y="465"/>
                  </a:cubicBezTo>
                  <a:cubicBezTo>
                    <a:pt x="216" y="467"/>
                    <a:pt x="219" y="467"/>
                    <a:pt x="218" y="469"/>
                  </a:cubicBezTo>
                  <a:cubicBezTo>
                    <a:pt x="218" y="470"/>
                    <a:pt x="214" y="471"/>
                    <a:pt x="214" y="471"/>
                  </a:cubicBezTo>
                  <a:cubicBezTo>
                    <a:pt x="214" y="473"/>
                    <a:pt x="216" y="472"/>
                    <a:pt x="216" y="473"/>
                  </a:cubicBezTo>
                  <a:cubicBezTo>
                    <a:pt x="217" y="475"/>
                    <a:pt x="214" y="475"/>
                    <a:pt x="214" y="475"/>
                  </a:cubicBezTo>
                  <a:cubicBezTo>
                    <a:pt x="215" y="476"/>
                    <a:pt x="216" y="477"/>
                    <a:pt x="216" y="479"/>
                  </a:cubicBezTo>
                  <a:cubicBezTo>
                    <a:pt x="216" y="484"/>
                    <a:pt x="213" y="486"/>
                    <a:pt x="218" y="493"/>
                  </a:cubicBezTo>
                  <a:cubicBezTo>
                    <a:pt x="219" y="498"/>
                    <a:pt x="221" y="491"/>
                    <a:pt x="224" y="495"/>
                  </a:cubicBezTo>
                  <a:cubicBezTo>
                    <a:pt x="223" y="498"/>
                    <a:pt x="227" y="496"/>
                    <a:pt x="227" y="497"/>
                  </a:cubicBezTo>
                  <a:cubicBezTo>
                    <a:pt x="228" y="498"/>
                    <a:pt x="227" y="500"/>
                    <a:pt x="227" y="501"/>
                  </a:cubicBezTo>
                  <a:cubicBezTo>
                    <a:pt x="229" y="502"/>
                    <a:pt x="233" y="500"/>
                    <a:pt x="233" y="503"/>
                  </a:cubicBezTo>
                  <a:cubicBezTo>
                    <a:pt x="239" y="500"/>
                    <a:pt x="243" y="508"/>
                    <a:pt x="246" y="503"/>
                  </a:cubicBezTo>
                  <a:cubicBezTo>
                    <a:pt x="248" y="502"/>
                    <a:pt x="247" y="506"/>
                    <a:pt x="248" y="506"/>
                  </a:cubicBezTo>
                  <a:cubicBezTo>
                    <a:pt x="251" y="508"/>
                    <a:pt x="253" y="506"/>
                    <a:pt x="257" y="508"/>
                  </a:cubicBezTo>
                  <a:cubicBezTo>
                    <a:pt x="258" y="509"/>
                    <a:pt x="258" y="511"/>
                    <a:pt x="259" y="512"/>
                  </a:cubicBezTo>
                  <a:cubicBezTo>
                    <a:pt x="260" y="513"/>
                    <a:pt x="262" y="511"/>
                    <a:pt x="263" y="512"/>
                  </a:cubicBezTo>
                  <a:cubicBezTo>
                    <a:pt x="265" y="514"/>
                    <a:pt x="266" y="513"/>
                    <a:pt x="268" y="514"/>
                  </a:cubicBezTo>
                  <a:cubicBezTo>
                    <a:pt x="269" y="514"/>
                    <a:pt x="270" y="518"/>
                    <a:pt x="270" y="518"/>
                  </a:cubicBezTo>
                  <a:cubicBezTo>
                    <a:pt x="271" y="518"/>
                    <a:pt x="274" y="516"/>
                    <a:pt x="276" y="516"/>
                  </a:cubicBezTo>
                  <a:cubicBezTo>
                    <a:pt x="275" y="516"/>
                    <a:pt x="277" y="517"/>
                    <a:pt x="278" y="518"/>
                  </a:cubicBezTo>
                  <a:cubicBezTo>
                    <a:pt x="279" y="518"/>
                    <a:pt x="280" y="517"/>
                    <a:pt x="281" y="518"/>
                  </a:cubicBezTo>
                  <a:cubicBezTo>
                    <a:pt x="282" y="516"/>
                    <a:pt x="284" y="515"/>
                    <a:pt x="285" y="514"/>
                  </a:cubicBezTo>
                  <a:cubicBezTo>
                    <a:pt x="285" y="514"/>
                    <a:pt x="288" y="513"/>
                    <a:pt x="287" y="512"/>
                  </a:cubicBezTo>
                  <a:cubicBezTo>
                    <a:pt x="282" y="508"/>
                    <a:pt x="292" y="509"/>
                    <a:pt x="293" y="503"/>
                  </a:cubicBezTo>
                  <a:cubicBezTo>
                    <a:pt x="298" y="504"/>
                    <a:pt x="298" y="499"/>
                    <a:pt x="304" y="501"/>
                  </a:cubicBezTo>
                  <a:cubicBezTo>
                    <a:pt x="305" y="501"/>
                    <a:pt x="305" y="503"/>
                    <a:pt x="306" y="503"/>
                  </a:cubicBezTo>
                  <a:cubicBezTo>
                    <a:pt x="308" y="503"/>
                    <a:pt x="311" y="502"/>
                    <a:pt x="313" y="503"/>
                  </a:cubicBezTo>
                  <a:cubicBezTo>
                    <a:pt x="314" y="503"/>
                    <a:pt x="317" y="506"/>
                    <a:pt x="317" y="506"/>
                  </a:cubicBezTo>
                  <a:cubicBezTo>
                    <a:pt x="318" y="507"/>
                    <a:pt x="320" y="504"/>
                    <a:pt x="322" y="505"/>
                  </a:cubicBezTo>
                  <a:cubicBezTo>
                    <a:pt x="323" y="505"/>
                    <a:pt x="322" y="508"/>
                    <a:pt x="322" y="508"/>
                  </a:cubicBezTo>
                  <a:cubicBezTo>
                    <a:pt x="324" y="509"/>
                    <a:pt x="327" y="505"/>
                    <a:pt x="330" y="506"/>
                  </a:cubicBezTo>
                  <a:cubicBezTo>
                    <a:pt x="331" y="508"/>
                    <a:pt x="326" y="508"/>
                    <a:pt x="326" y="508"/>
                  </a:cubicBezTo>
                  <a:cubicBezTo>
                    <a:pt x="327" y="512"/>
                    <a:pt x="339" y="512"/>
                    <a:pt x="345" y="512"/>
                  </a:cubicBezTo>
                  <a:cubicBezTo>
                    <a:pt x="344" y="519"/>
                    <a:pt x="360" y="517"/>
                    <a:pt x="363" y="512"/>
                  </a:cubicBezTo>
                  <a:cubicBezTo>
                    <a:pt x="365" y="514"/>
                    <a:pt x="373" y="510"/>
                    <a:pt x="375" y="512"/>
                  </a:cubicBezTo>
                  <a:cubicBezTo>
                    <a:pt x="377" y="514"/>
                    <a:pt x="375" y="512"/>
                    <a:pt x="378" y="512"/>
                  </a:cubicBezTo>
                  <a:cubicBezTo>
                    <a:pt x="382" y="512"/>
                    <a:pt x="384" y="514"/>
                    <a:pt x="388" y="514"/>
                  </a:cubicBezTo>
                  <a:cubicBezTo>
                    <a:pt x="391" y="513"/>
                    <a:pt x="393" y="511"/>
                    <a:pt x="397" y="510"/>
                  </a:cubicBezTo>
                  <a:cubicBezTo>
                    <a:pt x="398" y="506"/>
                    <a:pt x="398" y="500"/>
                    <a:pt x="403" y="499"/>
                  </a:cubicBezTo>
                  <a:cubicBezTo>
                    <a:pt x="403" y="496"/>
                    <a:pt x="400" y="495"/>
                    <a:pt x="401" y="492"/>
                  </a:cubicBezTo>
                  <a:cubicBezTo>
                    <a:pt x="407" y="492"/>
                    <a:pt x="406" y="480"/>
                    <a:pt x="412" y="486"/>
                  </a:cubicBezTo>
                  <a:cubicBezTo>
                    <a:pt x="413" y="479"/>
                    <a:pt x="410" y="477"/>
                    <a:pt x="404" y="477"/>
                  </a:cubicBezTo>
                  <a:cubicBezTo>
                    <a:pt x="406" y="475"/>
                    <a:pt x="406" y="472"/>
                    <a:pt x="406" y="469"/>
                  </a:cubicBezTo>
                  <a:cubicBezTo>
                    <a:pt x="404" y="464"/>
                    <a:pt x="393" y="467"/>
                    <a:pt x="391" y="462"/>
                  </a:cubicBezTo>
                  <a:cubicBezTo>
                    <a:pt x="388" y="464"/>
                    <a:pt x="382" y="463"/>
                    <a:pt x="380" y="467"/>
                  </a:cubicBezTo>
                  <a:cubicBezTo>
                    <a:pt x="378" y="468"/>
                    <a:pt x="379" y="464"/>
                    <a:pt x="378" y="464"/>
                  </a:cubicBezTo>
                  <a:cubicBezTo>
                    <a:pt x="375" y="462"/>
                    <a:pt x="369" y="465"/>
                    <a:pt x="365" y="464"/>
                  </a:cubicBezTo>
                  <a:cubicBezTo>
                    <a:pt x="363" y="465"/>
                    <a:pt x="363" y="468"/>
                    <a:pt x="360" y="467"/>
                  </a:cubicBezTo>
                  <a:cubicBezTo>
                    <a:pt x="354" y="468"/>
                    <a:pt x="356" y="460"/>
                    <a:pt x="347" y="462"/>
                  </a:cubicBezTo>
                  <a:cubicBezTo>
                    <a:pt x="347" y="458"/>
                    <a:pt x="344" y="458"/>
                    <a:pt x="345" y="454"/>
                  </a:cubicBezTo>
                  <a:cubicBezTo>
                    <a:pt x="343" y="455"/>
                    <a:pt x="342" y="454"/>
                    <a:pt x="341" y="452"/>
                  </a:cubicBezTo>
                  <a:cubicBezTo>
                    <a:pt x="340" y="450"/>
                    <a:pt x="337" y="449"/>
                    <a:pt x="334" y="449"/>
                  </a:cubicBezTo>
                  <a:cubicBezTo>
                    <a:pt x="337" y="444"/>
                    <a:pt x="335" y="433"/>
                    <a:pt x="334" y="428"/>
                  </a:cubicBezTo>
                  <a:cubicBezTo>
                    <a:pt x="329" y="431"/>
                    <a:pt x="323" y="425"/>
                    <a:pt x="322" y="434"/>
                  </a:cubicBezTo>
                  <a:cubicBezTo>
                    <a:pt x="317" y="431"/>
                    <a:pt x="316" y="435"/>
                    <a:pt x="311" y="432"/>
                  </a:cubicBezTo>
                  <a:cubicBezTo>
                    <a:pt x="312" y="434"/>
                    <a:pt x="311" y="435"/>
                    <a:pt x="309" y="436"/>
                  </a:cubicBezTo>
                  <a:cubicBezTo>
                    <a:pt x="311" y="437"/>
                    <a:pt x="312" y="438"/>
                    <a:pt x="313" y="439"/>
                  </a:cubicBezTo>
                  <a:cubicBezTo>
                    <a:pt x="314" y="441"/>
                    <a:pt x="313" y="444"/>
                    <a:pt x="317" y="443"/>
                  </a:cubicBezTo>
                  <a:cubicBezTo>
                    <a:pt x="315" y="449"/>
                    <a:pt x="315" y="447"/>
                    <a:pt x="319" y="451"/>
                  </a:cubicBezTo>
                  <a:cubicBezTo>
                    <a:pt x="320" y="455"/>
                    <a:pt x="316" y="453"/>
                    <a:pt x="315" y="454"/>
                  </a:cubicBezTo>
                  <a:cubicBezTo>
                    <a:pt x="315" y="455"/>
                    <a:pt x="312" y="461"/>
                    <a:pt x="311" y="460"/>
                  </a:cubicBezTo>
                  <a:cubicBezTo>
                    <a:pt x="307" y="456"/>
                    <a:pt x="311" y="465"/>
                    <a:pt x="304" y="464"/>
                  </a:cubicBezTo>
                  <a:cubicBezTo>
                    <a:pt x="303" y="462"/>
                    <a:pt x="302" y="460"/>
                    <a:pt x="300" y="460"/>
                  </a:cubicBezTo>
                  <a:cubicBezTo>
                    <a:pt x="299" y="457"/>
                    <a:pt x="302" y="456"/>
                    <a:pt x="304" y="456"/>
                  </a:cubicBezTo>
                  <a:cubicBezTo>
                    <a:pt x="301" y="453"/>
                    <a:pt x="295" y="451"/>
                    <a:pt x="300" y="447"/>
                  </a:cubicBezTo>
                  <a:cubicBezTo>
                    <a:pt x="298" y="446"/>
                    <a:pt x="294" y="448"/>
                    <a:pt x="293" y="447"/>
                  </a:cubicBezTo>
                  <a:cubicBezTo>
                    <a:pt x="291" y="446"/>
                    <a:pt x="296" y="445"/>
                    <a:pt x="296" y="445"/>
                  </a:cubicBezTo>
                  <a:cubicBezTo>
                    <a:pt x="296" y="445"/>
                    <a:pt x="292" y="440"/>
                    <a:pt x="287" y="438"/>
                  </a:cubicBezTo>
                  <a:cubicBezTo>
                    <a:pt x="288" y="429"/>
                    <a:pt x="283" y="427"/>
                    <a:pt x="283" y="419"/>
                  </a:cubicBezTo>
                  <a:cubicBezTo>
                    <a:pt x="284" y="416"/>
                    <a:pt x="279" y="418"/>
                    <a:pt x="278" y="417"/>
                  </a:cubicBezTo>
                  <a:cubicBezTo>
                    <a:pt x="277" y="416"/>
                    <a:pt x="281" y="414"/>
                    <a:pt x="280" y="413"/>
                  </a:cubicBezTo>
                  <a:cubicBezTo>
                    <a:pt x="276" y="410"/>
                    <a:pt x="275" y="414"/>
                    <a:pt x="272" y="411"/>
                  </a:cubicBezTo>
                  <a:cubicBezTo>
                    <a:pt x="272" y="411"/>
                    <a:pt x="274" y="409"/>
                    <a:pt x="274" y="408"/>
                  </a:cubicBezTo>
                  <a:cubicBezTo>
                    <a:pt x="273" y="406"/>
                    <a:pt x="272" y="410"/>
                    <a:pt x="272" y="410"/>
                  </a:cubicBezTo>
                  <a:cubicBezTo>
                    <a:pt x="270" y="410"/>
                    <a:pt x="271" y="407"/>
                    <a:pt x="270" y="406"/>
                  </a:cubicBezTo>
                  <a:cubicBezTo>
                    <a:pt x="263" y="407"/>
                    <a:pt x="263" y="401"/>
                    <a:pt x="255" y="402"/>
                  </a:cubicBezTo>
                  <a:cubicBezTo>
                    <a:pt x="255" y="400"/>
                    <a:pt x="253" y="400"/>
                    <a:pt x="252" y="398"/>
                  </a:cubicBezTo>
                  <a:cubicBezTo>
                    <a:pt x="251" y="398"/>
                    <a:pt x="252" y="395"/>
                    <a:pt x="252" y="395"/>
                  </a:cubicBezTo>
                  <a:cubicBezTo>
                    <a:pt x="251" y="394"/>
                    <a:pt x="248" y="395"/>
                    <a:pt x="248" y="395"/>
                  </a:cubicBezTo>
                  <a:cubicBezTo>
                    <a:pt x="248" y="394"/>
                    <a:pt x="248" y="387"/>
                    <a:pt x="246" y="389"/>
                  </a:cubicBezTo>
                  <a:cubicBezTo>
                    <a:pt x="245" y="391"/>
                    <a:pt x="244" y="389"/>
                    <a:pt x="242" y="387"/>
                  </a:cubicBezTo>
                  <a:cubicBezTo>
                    <a:pt x="242" y="386"/>
                    <a:pt x="240" y="386"/>
                    <a:pt x="240" y="383"/>
                  </a:cubicBezTo>
                  <a:cubicBezTo>
                    <a:pt x="234" y="384"/>
                    <a:pt x="235" y="386"/>
                    <a:pt x="229" y="383"/>
                  </a:cubicBezTo>
                  <a:cubicBezTo>
                    <a:pt x="227" y="384"/>
                    <a:pt x="228" y="387"/>
                    <a:pt x="226" y="387"/>
                  </a:cubicBezTo>
                  <a:cubicBezTo>
                    <a:pt x="224" y="392"/>
                    <a:pt x="229" y="391"/>
                    <a:pt x="229" y="395"/>
                  </a:cubicBezTo>
                  <a:cubicBezTo>
                    <a:pt x="229" y="396"/>
                    <a:pt x="232" y="399"/>
                    <a:pt x="233" y="400"/>
                  </a:cubicBezTo>
                  <a:cubicBezTo>
                    <a:pt x="234" y="401"/>
                    <a:pt x="235" y="402"/>
                    <a:pt x="237" y="402"/>
                  </a:cubicBezTo>
                  <a:cubicBezTo>
                    <a:pt x="234" y="408"/>
                    <a:pt x="240" y="407"/>
                    <a:pt x="242" y="410"/>
                  </a:cubicBezTo>
                  <a:cubicBezTo>
                    <a:pt x="243" y="410"/>
                    <a:pt x="244" y="417"/>
                    <a:pt x="246" y="415"/>
                  </a:cubicBezTo>
                  <a:cubicBezTo>
                    <a:pt x="249" y="412"/>
                    <a:pt x="246" y="416"/>
                    <a:pt x="248" y="417"/>
                  </a:cubicBezTo>
                  <a:cubicBezTo>
                    <a:pt x="250" y="419"/>
                    <a:pt x="254" y="418"/>
                    <a:pt x="255" y="423"/>
                  </a:cubicBezTo>
                  <a:cubicBezTo>
                    <a:pt x="258" y="421"/>
                    <a:pt x="259" y="424"/>
                    <a:pt x="259" y="424"/>
                  </a:cubicBezTo>
                  <a:cubicBezTo>
                    <a:pt x="260" y="425"/>
                    <a:pt x="262" y="423"/>
                    <a:pt x="261" y="423"/>
                  </a:cubicBezTo>
                  <a:cubicBezTo>
                    <a:pt x="263" y="423"/>
                    <a:pt x="264" y="428"/>
                    <a:pt x="265" y="424"/>
                  </a:cubicBezTo>
                  <a:cubicBezTo>
                    <a:pt x="269" y="424"/>
                    <a:pt x="264" y="433"/>
                    <a:pt x="270" y="430"/>
                  </a:cubicBezTo>
                  <a:cubicBezTo>
                    <a:pt x="270" y="434"/>
                    <a:pt x="262" y="431"/>
                    <a:pt x="259" y="432"/>
                  </a:cubicBezTo>
                  <a:cubicBezTo>
                    <a:pt x="260" y="434"/>
                    <a:pt x="262" y="433"/>
                    <a:pt x="263" y="436"/>
                  </a:cubicBezTo>
                  <a:cubicBezTo>
                    <a:pt x="264" y="439"/>
                    <a:pt x="260" y="445"/>
                    <a:pt x="263" y="445"/>
                  </a:cubicBezTo>
                  <a:cubicBezTo>
                    <a:pt x="261" y="448"/>
                    <a:pt x="257" y="448"/>
                    <a:pt x="253" y="449"/>
                  </a:cubicBezTo>
                  <a:cubicBezTo>
                    <a:pt x="256" y="448"/>
                    <a:pt x="254" y="441"/>
                    <a:pt x="257" y="441"/>
                  </a:cubicBezTo>
                  <a:cubicBezTo>
                    <a:pt x="256" y="440"/>
                    <a:pt x="256" y="436"/>
                    <a:pt x="253" y="436"/>
                  </a:cubicBezTo>
                  <a:cubicBezTo>
                    <a:pt x="251" y="435"/>
                    <a:pt x="255" y="433"/>
                    <a:pt x="250" y="430"/>
                  </a:cubicBezTo>
                  <a:cubicBezTo>
                    <a:pt x="248" y="429"/>
                    <a:pt x="244" y="429"/>
                    <a:pt x="244" y="424"/>
                  </a:cubicBezTo>
                  <a:cubicBezTo>
                    <a:pt x="236" y="426"/>
                    <a:pt x="235" y="421"/>
                    <a:pt x="229" y="421"/>
                  </a:cubicBezTo>
                  <a:cubicBezTo>
                    <a:pt x="228" y="416"/>
                    <a:pt x="225" y="414"/>
                    <a:pt x="222" y="410"/>
                  </a:cubicBezTo>
                  <a:cubicBezTo>
                    <a:pt x="221" y="408"/>
                    <a:pt x="220" y="410"/>
                    <a:pt x="220" y="408"/>
                  </a:cubicBezTo>
                  <a:cubicBezTo>
                    <a:pt x="220" y="405"/>
                    <a:pt x="217" y="407"/>
                    <a:pt x="216" y="406"/>
                  </a:cubicBezTo>
                  <a:cubicBezTo>
                    <a:pt x="216" y="405"/>
                    <a:pt x="217" y="402"/>
                    <a:pt x="216" y="402"/>
                  </a:cubicBezTo>
                  <a:cubicBezTo>
                    <a:pt x="214" y="401"/>
                    <a:pt x="211" y="403"/>
                    <a:pt x="209" y="402"/>
                  </a:cubicBezTo>
                  <a:cubicBezTo>
                    <a:pt x="208" y="401"/>
                    <a:pt x="212" y="400"/>
                    <a:pt x="213" y="400"/>
                  </a:cubicBezTo>
                  <a:cubicBezTo>
                    <a:pt x="210" y="396"/>
                    <a:pt x="199" y="396"/>
                    <a:pt x="194" y="398"/>
                  </a:cubicBezTo>
                  <a:cubicBezTo>
                    <a:pt x="193" y="400"/>
                    <a:pt x="197" y="401"/>
                    <a:pt x="198" y="400"/>
                  </a:cubicBezTo>
                  <a:cubicBezTo>
                    <a:pt x="196" y="403"/>
                    <a:pt x="195" y="401"/>
                    <a:pt x="192" y="402"/>
                  </a:cubicBezTo>
                  <a:cubicBezTo>
                    <a:pt x="188" y="404"/>
                    <a:pt x="188" y="410"/>
                    <a:pt x="185" y="410"/>
                  </a:cubicBezTo>
                  <a:cubicBezTo>
                    <a:pt x="177" y="409"/>
                    <a:pt x="175" y="403"/>
                    <a:pt x="166" y="404"/>
                  </a:cubicBezTo>
                  <a:cubicBezTo>
                    <a:pt x="163" y="405"/>
                    <a:pt x="164" y="410"/>
                    <a:pt x="158" y="408"/>
                  </a:cubicBezTo>
                  <a:cubicBezTo>
                    <a:pt x="158" y="412"/>
                    <a:pt x="158" y="416"/>
                    <a:pt x="158" y="421"/>
                  </a:cubicBezTo>
                  <a:cubicBezTo>
                    <a:pt x="153" y="423"/>
                    <a:pt x="141" y="421"/>
                    <a:pt x="144" y="432"/>
                  </a:cubicBezTo>
                  <a:cubicBezTo>
                    <a:pt x="131" y="429"/>
                    <a:pt x="141" y="439"/>
                    <a:pt x="130" y="439"/>
                  </a:cubicBezTo>
                  <a:cubicBezTo>
                    <a:pt x="130" y="442"/>
                    <a:pt x="137" y="446"/>
                    <a:pt x="132" y="447"/>
                  </a:cubicBezTo>
                  <a:cubicBezTo>
                    <a:pt x="132" y="453"/>
                    <a:pt x="129" y="447"/>
                    <a:pt x="125" y="452"/>
                  </a:cubicBezTo>
                  <a:cubicBezTo>
                    <a:pt x="125" y="455"/>
                    <a:pt x="125" y="456"/>
                    <a:pt x="127" y="456"/>
                  </a:cubicBezTo>
                  <a:cubicBezTo>
                    <a:pt x="127" y="460"/>
                    <a:pt x="120" y="457"/>
                    <a:pt x="117" y="458"/>
                  </a:cubicBezTo>
                  <a:cubicBezTo>
                    <a:pt x="115" y="458"/>
                    <a:pt x="115" y="463"/>
                    <a:pt x="114" y="464"/>
                  </a:cubicBezTo>
                  <a:cubicBezTo>
                    <a:pt x="108" y="466"/>
                    <a:pt x="98" y="462"/>
                    <a:pt x="93" y="469"/>
                  </a:cubicBezTo>
                  <a:cubicBezTo>
                    <a:pt x="91" y="467"/>
                    <a:pt x="89" y="464"/>
                    <a:pt x="88" y="462"/>
                  </a:cubicBezTo>
                  <a:cubicBezTo>
                    <a:pt x="79" y="460"/>
                    <a:pt x="70" y="464"/>
                    <a:pt x="67" y="462"/>
                  </a:cubicBezTo>
                  <a:cubicBezTo>
                    <a:pt x="68" y="455"/>
                    <a:pt x="71" y="447"/>
                    <a:pt x="65" y="443"/>
                  </a:cubicBezTo>
                  <a:cubicBezTo>
                    <a:pt x="64" y="440"/>
                    <a:pt x="68" y="439"/>
                    <a:pt x="69" y="436"/>
                  </a:cubicBezTo>
                  <a:cubicBezTo>
                    <a:pt x="70" y="430"/>
                    <a:pt x="67" y="425"/>
                    <a:pt x="71" y="421"/>
                  </a:cubicBezTo>
                  <a:cubicBezTo>
                    <a:pt x="69" y="417"/>
                    <a:pt x="70" y="411"/>
                    <a:pt x="65" y="410"/>
                  </a:cubicBezTo>
                  <a:cubicBezTo>
                    <a:pt x="66" y="408"/>
                    <a:pt x="70" y="408"/>
                    <a:pt x="69" y="404"/>
                  </a:cubicBezTo>
                  <a:cubicBezTo>
                    <a:pt x="74" y="405"/>
                    <a:pt x="85" y="400"/>
                    <a:pt x="84" y="408"/>
                  </a:cubicBezTo>
                  <a:cubicBezTo>
                    <a:pt x="88" y="404"/>
                    <a:pt x="106" y="412"/>
                    <a:pt x="110" y="408"/>
                  </a:cubicBezTo>
                  <a:cubicBezTo>
                    <a:pt x="112" y="406"/>
                    <a:pt x="111" y="407"/>
                    <a:pt x="114" y="408"/>
                  </a:cubicBezTo>
                  <a:cubicBezTo>
                    <a:pt x="113" y="408"/>
                    <a:pt x="115" y="405"/>
                    <a:pt x="116" y="406"/>
                  </a:cubicBezTo>
                  <a:cubicBezTo>
                    <a:pt x="116" y="406"/>
                    <a:pt x="116" y="408"/>
                    <a:pt x="116" y="408"/>
                  </a:cubicBezTo>
                  <a:cubicBezTo>
                    <a:pt x="121" y="406"/>
                    <a:pt x="124" y="404"/>
                    <a:pt x="125" y="398"/>
                  </a:cubicBezTo>
                  <a:cubicBezTo>
                    <a:pt x="125" y="396"/>
                    <a:pt x="130" y="386"/>
                    <a:pt x="125" y="382"/>
                  </a:cubicBezTo>
                  <a:cubicBezTo>
                    <a:pt x="122" y="379"/>
                    <a:pt x="126" y="379"/>
                    <a:pt x="123" y="374"/>
                  </a:cubicBezTo>
                  <a:cubicBezTo>
                    <a:pt x="123" y="372"/>
                    <a:pt x="120" y="373"/>
                    <a:pt x="117" y="372"/>
                  </a:cubicBezTo>
                  <a:cubicBezTo>
                    <a:pt x="118" y="371"/>
                    <a:pt x="119" y="369"/>
                    <a:pt x="119" y="367"/>
                  </a:cubicBezTo>
                  <a:cubicBezTo>
                    <a:pt x="117" y="365"/>
                    <a:pt x="116" y="369"/>
                    <a:pt x="116" y="369"/>
                  </a:cubicBezTo>
                  <a:cubicBezTo>
                    <a:pt x="113" y="368"/>
                    <a:pt x="115" y="366"/>
                    <a:pt x="114" y="365"/>
                  </a:cubicBezTo>
                  <a:cubicBezTo>
                    <a:pt x="112" y="364"/>
                    <a:pt x="107" y="364"/>
                    <a:pt x="104" y="363"/>
                  </a:cubicBezTo>
                  <a:cubicBezTo>
                    <a:pt x="104" y="363"/>
                    <a:pt x="104" y="361"/>
                    <a:pt x="102" y="361"/>
                  </a:cubicBezTo>
                  <a:cubicBezTo>
                    <a:pt x="100" y="361"/>
                    <a:pt x="99" y="361"/>
                    <a:pt x="99" y="359"/>
                  </a:cubicBezTo>
                  <a:cubicBezTo>
                    <a:pt x="97" y="354"/>
                    <a:pt x="103" y="357"/>
                    <a:pt x="102" y="357"/>
                  </a:cubicBezTo>
                  <a:cubicBezTo>
                    <a:pt x="108" y="356"/>
                    <a:pt x="112" y="352"/>
                    <a:pt x="123" y="354"/>
                  </a:cubicBezTo>
                  <a:cubicBezTo>
                    <a:pt x="124" y="350"/>
                    <a:pt x="122" y="350"/>
                    <a:pt x="119" y="350"/>
                  </a:cubicBezTo>
                  <a:cubicBezTo>
                    <a:pt x="121" y="345"/>
                    <a:pt x="127" y="350"/>
                    <a:pt x="130" y="350"/>
                  </a:cubicBezTo>
                  <a:cubicBezTo>
                    <a:pt x="132" y="350"/>
                    <a:pt x="136" y="346"/>
                    <a:pt x="136" y="350"/>
                  </a:cubicBezTo>
                  <a:cubicBezTo>
                    <a:pt x="140" y="347"/>
                    <a:pt x="140" y="341"/>
                    <a:pt x="147" y="341"/>
                  </a:cubicBezTo>
                  <a:cubicBezTo>
                    <a:pt x="145" y="334"/>
                    <a:pt x="152" y="337"/>
                    <a:pt x="151" y="331"/>
                  </a:cubicBezTo>
                  <a:cubicBezTo>
                    <a:pt x="155" y="331"/>
                    <a:pt x="158" y="331"/>
                    <a:pt x="162" y="331"/>
                  </a:cubicBezTo>
                  <a:cubicBezTo>
                    <a:pt x="162" y="329"/>
                    <a:pt x="160" y="330"/>
                    <a:pt x="158" y="329"/>
                  </a:cubicBezTo>
                  <a:cubicBezTo>
                    <a:pt x="159" y="326"/>
                    <a:pt x="164" y="328"/>
                    <a:pt x="162" y="322"/>
                  </a:cubicBezTo>
                  <a:cubicBezTo>
                    <a:pt x="167" y="322"/>
                    <a:pt x="166" y="325"/>
                    <a:pt x="170" y="322"/>
                  </a:cubicBezTo>
                  <a:cubicBezTo>
                    <a:pt x="165" y="312"/>
                    <a:pt x="173" y="316"/>
                    <a:pt x="173" y="307"/>
                  </a:cubicBezTo>
                  <a:cubicBezTo>
                    <a:pt x="176" y="307"/>
                    <a:pt x="178" y="308"/>
                    <a:pt x="181" y="307"/>
                  </a:cubicBezTo>
                  <a:cubicBezTo>
                    <a:pt x="183" y="306"/>
                    <a:pt x="183" y="304"/>
                    <a:pt x="185" y="303"/>
                  </a:cubicBezTo>
                  <a:cubicBezTo>
                    <a:pt x="187" y="302"/>
                    <a:pt x="186" y="305"/>
                    <a:pt x="186" y="305"/>
                  </a:cubicBezTo>
                  <a:cubicBezTo>
                    <a:pt x="189" y="306"/>
                    <a:pt x="188" y="303"/>
                    <a:pt x="188" y="303"/>
                  </a:cubicBezTo>
                  <a:cubicBezTo>
                    <a:pt x="190" y="303"/>
                    <a:pt x="194" y="304"/>
                    <a:pt x="196" y="303"/>
                  </a:cubicBezTo>
                  <a:cubicBezTo>
                    <a:pt x="198" y="303"/>
                    <a:pt x="199" y="297"/>
                    <a:pt x="203" y="300"/>
                  </a:cubicBezTo>
                  <a:cubicBezTo>
                    <a:pt x="203" y="295"/>
                    <a:pt x="197" y="296"/>
                    <a:pt x="198" y="290"/>
                  </a:cubicBezTo>
                  <a:cubicBezTo>
                    <a:pt x="203" y="289"/>
                    <a:pt x="200" y="288"/>
                    <a:pt x="199" y="281"/>
                  </a:cubicBezTo>
                  <a:cubicBezTo>
                    <a:pt x="199" y="276"/>
                    <a:pt x="202" y="273"/>
                    <a:pt x="201" y="268"/>
                  </a:cubicBezTo>
                  <a:cubicBezTo>
                    <a:pt x="204" y="268"/>
                    <a:pt x="206" y="268"/>
                    <a:pt x="209" y="268"/>
                  </a:cubicBezTo>
                  <a:cubicBezTo>
                    <a:pt x="214" y="268"/>
                    <a:pt x="204" y="263"/>
                    <a:pt x="213" y="264"/>
                  </a:cubicBezTo>
                  <a:cubicBezTo>
                    <a:pt x="213" y="266"/>
                    <a:pt x="215" y="266"/>
                    <a:pt x="216" y="266"/>
                  </a:cubicBezTo>
                  <a:cubicBezTo>
                    <a:pt x="213" y="270"/>
                    <a:pt x="213" y="266"/>
                    <a:pt x="214" y="272"/>
                  </a:cubicBezTo>
                  <a:cubicBezTo>
                    <a:pt x="215" y="275"/>
                    <a:pt x="214" y="278"/>
                    <a:pt x="218" y="277"/>
                  </a:cubicBezTo>
                  <a:cubicBezTo>
                    <a:pt x="218" y="280"/>
                    <a:pt x="218" y="282"/>
                    <a:pt x="216" y="283"/>
                  </a:cubicBezTo>
                  <a:cubicBezTo>
                    <a:pt x="216" y="286"/>
                    <a:pt x="224" y="280"/>
                    <a:pt x="227" y="285"/>
                  </a:cubicBezTo>
                  <a:cubicBezTo>
                    <a:pt x="226" y="290"/>
                    <a:pt x="215" y="286"/>
                    <a:pt x="214" y="292"/>
                  </a:cubicBezTo>
                  <a:cubicBezTo>
                    <a:pt x="213" y="296"/>
                    <a:pt x="219" y="297"/>
                    <a:pt x="220" y="298"/>
                  </a:cubicBezTo>
                  <a:cubicBezTo>
                    <a:pt x="222" y="299"/>
                    <a:pt x="222" y="302"/>
                    <a:pt x="226" y="301"/>
                  </a:cubicBezTo>
                  <a:cubicBezTo>
                    <a:pt x="224" y="298"/>
                    <a:pt x="219" y="298"/>
                    <a:pt x="227" y="298"/>
                  </a:cubicBezTo>
                  <a:cubicBezTo>
                    <a:pt x="230" y="298"/>
                    <a:pt x="233" y="297"/>
                    <a:pt x="235" y="298"/>
                  </a:cubicBezTo>
                  <a:cubicBezTo>
                    <a:pt x="238" y="298"/>
                    <a:pt x="239" y="300"/>
                    <a:pt x="242" y="300"/>
                  </a:cubicBezTo>
                  <a:cubicBezTo>
                    <a:pt x="247" y="300"/>
                    <a:pt x="248" y="296"/>
                    <a:pt x="253" y="298"/>
                  </a:cubicBezTo>
                  <a:cubicBezTo>
                    <a:pt x="254" y="298"/>
                    <a:pt x="260" y="301"/>
                    <a:pt x="263" y="298"/>
                  </a:cubicBezTo>
                  <a:cubicBezTo>
                    <a:pt x="263" y="298"/>
                    <a:pt x="263" y="296"/>
                    <a:pt x="263" y="296"/>
                  </a:cubicBezTo>
                  <a:cubicBezTo>
                    <a:pt x="268" y="294"/>
                    <a:pt x="274" y="296"/>
                    <a:pt x="276" y="292"/>
                  </a:cubicBezTo>
                  <a:cubicBezTo>
                    <a:pt x="283" y="300"/>
                    <a:pt x="288" y="286"/>
                    <a:pt x="293" y="290"/>
                  </a:cubicBezTo>
                  <a:cubicBezTo>
                    <a:pt x="293" y="288"/>
                    <a:pt x="293" y="285"/>
                    <a:pt x="293" y="283"/>
                  </a:cubicBezTo>
                  <a:cubicBezTo>
                    <a:pt x="296" y="284"/>
                    <a:pt x="296" y="281"/>
                    <a:pt x="296" y="279"/>
                  </a:cubicBezTo>
                  <a:cubicBezTo>
                    <a:pt x="296" y="279"/>
                    <a:pt x="298" y="274"/>
                    <a:pt x="298" y="273"/>
                  </a:cubicBezTo>
                  <a:cubicBezTo>
                    <a:pt x="300" y="272"/>
                    <a:pt x="298" y="272"/>
                    <a:pt x="298" y="268"/>
                  </a:cubicBezTo>
                  <a:cubicBezTo>
                    <a:pt x="302" y="268"/>
                    <a:pt x="305" y="267"/>
                    <a:pt x="306" y="264"/>
                  </a:cubicBezTo>
                  <a:cubicBezTo>
                    <a:pt x="308" y="264"/>
                    <a:pt x="307" y="266"/>
                    <a:pt x="308" y="268"/>
                  </a:cubicBezTo>
                  <a:cubicBezTo>
                    <a:pt x="309" y="266"/>
                    <a:pt x="312" y="266"/>
                    <a:pt x="315" y="266"/>
                  </a:cubicBezTo>
                  <a:cubicBezTo>
                    <a:pt x="317" y="266"/>
                    <a:pt x="316" y="262"/>
                    <a:pt x="319" y="262"/>
                  </a:cubicBezTo>
                  <a:cubicBezTo>
                    <a:pt x="319" y="258"/>
                    <a:pt x="318" y="255"/>
                    <a:pt x="315" y="255"/>
                  </a:cubicBezTo>
                  <a:cubicBezTo>
                    <a:pt x="316" y="253"/>
                    <a:pt x="317" y="251"/>
                    <a:pt x="317" y="247"/>
                  </a:cubicBezTo>
                  <a:cubicBezTo>
                    <a:pt x="321" y="248"/>
                    <a:pt x="323" y="247"/>
                    <a:pt x="322" y="244"/>
                  </a:cubicBezTo>
                  <a:cubicBezTo>
                    <a:pt x="327" y="248"/>
                    <a:pt x="328" y="241"/>
                    <a:pt x="335" y="244"/>
                  </a:cubicBezTo>
                  <a:cubicBezTo>
                    <a:pt x="336" y="244"/>
                    <a:pt x="338" y="246"/>
                    <a:pt x="337" y="246"/>
                  </a:cubicBezTo>
                  <a:cubicBezTo>
                    <a:pt x="339" y="246"/>
                    <a:pt x="339" y="244"/>
                    <a:pt x="341" y="244"/>
                  </a:cubicBezTo>
                  <a:cubicBezTo>
                    <a:pt x="343" y="243"/>
                    <a:pt x="345" y="245"/>
                    <a:pt x="345" y="246"/>
                  </a:cubicBezTo>
                  <a:cubicBezTo>
                    <a:pt x="347" y="245"/>
                    <a:pt x="345" y="243"/>
                    <a:pt x="347" y="242"/>
                  </a:cubicBezTo>
                  <a:cubicBezTo>
                    <a:pt x="348" y="241"/>
                    <a:pt x="350" y="242"/>
                    <a:pt x="350" y="242"/>
                  </a:cubicBezTo>
                  <a:cubicBezTo>
                    <a:pt x="353" y="240"/>
                    <a:pt x="353" y="236"/>
                    <a:pt x="358" y="238"/>
                  </a:cubicBezTo>
                  <a:cubicBezTo>
                    <a:pt x="355" y="236"/>
                    <a:pt x="357" y="229"/>
                    <a:pt x="352" y="229"/>
                  </a:cubicBezTo>
                  <a:cubicBezTo>
                    <a:pt x="349" y="226"/>
                    <a:pt x="349" y="232"/>
                    <a:pt x="349" y="232"/>
                  </a:cubicBezTo>
                  <a:cubicBezTo>
                    <a:pt x="347" y="233"/>
                    <a:pt x="346" y="230"/>
                    <a:pt x="345" y="231"/>
                  </a:cubicBezTo>
                  <a:cubicBezTo>
                    <a:pt x="344" y="231"/>
                    <a:pt x="342" y="232"/>
                    <a:pt x="343" y="232"/>
                  </a:cubicBezTo>
                  <a:cubicBezTo>
                    <a:pt x="341" y="232"/>
                    <a:pt x="341" y="230"/>
                    <a:pt x="339" y="231"/>
                  </a:cubicBezTo>
                  <a:cubicBezTo>
                    <a:pt x="336" y="231"/>
                    <a:pt x="334" y="234"/>
                    <a:pt x="330" y="232"/>
                  </a:cubicBezTo>
                  <a:cubicBezTo>
                    <a:pt x="328" y="232"/>
                    <a:pt x="328" y="235"/>
                    <a:pt x="328" y="236"/>
                  </a:cubicBezTo>
                  <a:cubicBezTo>
                    <a:pt x="320" y="235"/>
                    <a:pt x="312" y="237"/>
                    <a:pt x="306" y="234"/>
                  </a:cubicBezTo>
                  <a:cubicBezTo>
                    <a:pt x="305" y="234"/>
                    <a:pt x="306" y="231"/>
                    <a:pt x="306" y="231"/>
                  </a:cubicBezTo>
                  <a:cubicBezTo>
                    <a:pt x="304" y="229"/>
                    <a:pt x="299" y="231"/>
                    <a:pt x="298" y="229"/>
                  </a:cubicBezTo>
                  <a:cubicBezTo>
                    <a:pt x="303" y="218"/>
                    <a:pt x="300" y="213"/>
                    <a:pt x="298" y="201"/>
                  </a:cubicBezTo>
                  <a:cubicBezTo>
                    <a:pt x="303" y="200"/>
                    <a:pt x="311" y="193"/>
                    <a:pt x="313" y="197"/>
                  </a:cubicBezTo>
                  <a:cubicBezTo>
                    <a:pt x="316" y="195"/>
                    <a:pt x="313" y="194"/>
                    <a:pt x="315" y="190"/>
                  </a:cubicBezTo>
                  <a:cubicBezTo>
                    <a:pt x="321" y="190"/>
                    <a:pt x="321" y="179"/>
                    <a:pt x="322" y="177"/>
                  </a:cubicBezTo>
                  <a:cubicBezTo>
                    <a:pt x="323" y="176"/>
                    <a:pt x="326" y="177"/>
                    <a:pt x="326" y="177"/>
                  </a:cubicBezTo>
                  <a:cubicBezTo>
                    <a:pt x="326" y="173"/>
                    <a:pt x="319" y="171"/>
                    <a:pt x="322" y="167"/>
                  </a:cubicBezTo>
                  <a:cubicBezTo>
                    <a:pt x="320" y="169"/>
                    <a:pt x="315" y="167"/>
                    <a:pt x="311" y="167"/>
                  </a:cubicBezTo>
                  <a:cubicBezTo>
                    <a:pt x="307" y="168"/>
                    <a:pt x="303" y="172"/>
                    <a:pt x="298" y="171"/>
                  </a:cubicBezTo>
                  <a:cubicBezTo>
                    <a:pt x="295" y="168"/>
                    <a:pt x="295" y="182"/>
                    <a:pt x="296" y="178"/>
                  </a:cubicBezTo>
                  <a:cubicBezTo>
                    <a:pt x="295" y="182"/>
                    <a:pt x="294" y="177"/>
                    <a:pt x="293" y="178"/>
                  </a:cubicBezTo>
                  <a:cubicBezTo>
                    <a:pt x="291" y="180"/>
                    <a:pt x="294" y="184"/>
                    <a:pt x="293" y="186"/>
                  </a:cubicBezTo>
                  <a:cubicBezTo>
                    <a:pt x="292" y="187"/>
                    <a:pt x="288" y="191"/>
                    <a:pt x="285" y="193"/>
                  </a:cubicBezTo>
                  <a:cubicBezTo>
                    <a:pt x="280" y="199"/>
                    <a:pt x="280" y="203"/>
                    <a:pt x="272" y="203"/>
                  </a:cubicBezTo>
                  <a:cubicBezTo>
                    <a:pt x="272" y="205"/>
                    <a:pt x="275" y="208"/>
                    <a:pt x="272" y="208"/>
                  </a:cubicBezTo>
                  <a:cubicBezTo>
                    <a:pt x="270" y="208"/>
                    <a:pt x="272" y="211"/>
                    <a:pt x="270" y="212"/>
                  </a:cubicBezTo>
                  <a:cubicBezTo>
                    <a:pt x="270" y="212"/>
                    <a:pt x="267" y="211"/>
                    <a:pt x="267" y="212"/>
                  </a:cubicBezTo>
                  <a:cubicBezTo>
                    <a:pt x="266" y="213"/>
                    <a:pt x="267" y="215"/>
                    <a:pt x="267" y="216"/>
                  </a:cubicBezTo>
                  <a:cubicBezTo>
                    <a:pt x="266" y="216"/>
                    <a:pt x="265" y="215"/>
                    <a:pt x="265" y="216"/>
                  </a:cubicBezTo>
                  <a:cubicBezTo>
                    <a:pt x="264" y="218"/>
                    <a:pt x="266" y="223"/>
                    <a:pt x="263" y="223"/>
                  </a:cubicBezTo>
                  <a:cubicBezTo>
                    <a:pt x="264" y="225"/>
                    <a:pt x="268" y="226"/>
                    <a:pt x="265" y="227"/>
                  </a:cubicBezTo>
                  <a:cubicBezTo>
                    <a:pt x="267" y="229"/>
                    <a:pt x="269" y="232"/>
                    <a:pt x="274" y="232"/>
                  </a:cubicBezTo>
                  <a:cubicBezTo>
                    <a:pt x="274" y="236"/>
                    <a:pt x="275" y="237"/>
                    <a:pt x="278" y="238"/>
                  </a:cubicBezTo>
                  <a:cubicBezTo>
                    <a:pt x="276" y="240"/>
                    <a:pt x="275" y="240"/>
                    <a:pt x="274" y="242"/>
                  </a:cubicBezTo>
                  <a:cubicBezTo>
                    <a:pt x="273" y="244"/>
                    <a:pt x="274" y="246"/>
                    <a:pt x="272" y="247"/>
                  </a:cubicBezTo>
                  <a:cubicBezTo>
                    <a:pt x="270" y="249"/>
                    <a:pt x="268" y="249"/>
                    <a:pt x="265" y="249"/>
                  </a:cubicBezTo>
                  <a:cubicBezTo>
                    <a:pt x="264" y="257"/>
                    <a:pt x="257" y="259"/>
                    <a:pt x="259" y="270"/>
                  </a:cubicBezTo>
                  <a:cubicBezTo>
                    <a:pt x="252" y="267"/>
                    <a:pt x="253" y="279"/>
                    <a:pt x="248" y="279"/>
                  </a:cubicBezTo>
                  <a:cubicBezTo>
                    <a:pt x="247" y="279"/>
                    <a:pt x="247" y="279"/>
                    <a:pt x="246" y="279"/>
                  </a:cubicBezTo>
                  <a:cubicBezTo>
                    <a:pt x="244" y="280"/>
                    <a:pt x="245" y="282"/>
                    <a:pt x="244" y="283"/>
                  </a:cubicBezTo>
                  <a:cubicBezTo>
                    <a:pt x="241" y="284"/>
                    <a:pt x="237" y="280"/>
                    <a:pt x="235" y="285"/>
                  </a:cubicBezTo>
                  <a:cubicBezTo>
                    <a:pt x="231" y="284"/>
                    <a:pt x="234" y="277"/>
                    <a:pt x="233" y="273"/>
                  </a:cubicBezTo>
                  <a:cubicBezTo>
                    <a:pt x="231" y="272"/>
                    <a:pt x="232" y="268"/>
                    <a:pt x="229" y="268"/>
                  </a:cubicBezTo>
                  <a:cubicBezTo>
                    <a:pt x="224" y="268"/>
                    <a:pt x="231" y="262"/>
                    <a:pt x="224" y="262"/>
                  </a:cubicBezTo>
                  <a:cubicBezTo>
                    <a:pt x="227" y="258"/>
                    <a:pt x="220" y="257"/>
                    <a:pt x="220" y="255"/>
                  </a:cubicBezTo>
                  <a:cubicBezTo>
                    <a:pt x="220" y="254"/>
                    <a:pt x="222" y="253"/>
                    <a:pt x="222" y="251"/>
                  </a:cubicBezTo>
                  <a:cubicBezTo>
                    <a:pt x="221" y="246"/>
                    <a:pt x="217" y="243"/>
                    <a:pt x="213" y="240"/>
                  </a:cubicBezTo>
                  <a:cubicBezTo>
                    <a:pt x="207" y="242"/>
                    <a:pt x="209" y="251"/>
                    <a:pt x="199" y="249"/>
                  </a:cubicBezTo>
                  <a:cubicBezTo>
                    <a:pt x="200" y="251"/>
                    <a:pt x="202" y="251"/>
                    <a:pt x="203" y="251"/>
                  </a:cubicBezTo>
                  <a:cubicBezTo>
                    <a:pt x="203" y="253"/>
                    <a:pt x="201" y="253"/>
                    <a:pt x="199" y="253"/>
                  </a:cubicBezTo>
                  <a:cubicBezTo>
                    <a:pt x="196" y="253"/>
                    <a:pt x="198" y="259"/>
                    <a:pt x="194" y="259"/>
                  </a:cubicBezTo>
                  <a:cubicBezTo>
                    <a:pt x="185" y="260"/>
                    <a:pt x="188" y="251"/>
                    <a:pt x="179" y="253"/>
                  </a:cubicBezTo>
                  <a:cubicBezTo>
                    <a:pt x="179" y="251"/>
                    <a:pt x="181" y="252"/>
                    <a:pt x="183" y="251"/>
                  </a:cubicBezTo>
                  <a:cubicBezTo>
                    <a:pt x="185" y="246"/>
                    <a:pt x="178" y="242"/>
                    <a:pt x="183" y="240"/>
                  </a:cubicBezTo>
                  <a:cubicBezTo>
                    <a:pt x="181" y="238"/>
                    <a:pt x="179" y="237"/>
                    <a:pt x="177" y="236"/>
                  </a:cubicBezTo>
                  <a:cubicBezTo>
                    <a:pt x="176" y="234"/>
                    <a:pt x="179" y="233"/>
                    <a:pt x="179" y="232"/>
                  </a:cubicBezTo>
                  <a:cubicBezTo>
                    <a:pt x="179" y="231"/>
                    <a:pt x="175" y="229"/>
                    <a:pt x="175" y="229"/>
                  </a:cubicBezTo>
                  <a:cubicBezTo>
                    <a:pt x="175" y="227"/>
                    <a:pt x="178" y="216"/>
                    <a:pt x="175" y="223"/>
                  </a:cubicBezTo>
                  <a:cubicBezTo>
                    <a:pt x="172" y="222"/>
                    <a:pt x="174" y="219"/>
                    <a:pt x="177" y="219"/>
                  </a:cubicBezTo>
                  <a:cubicBezTo>
                    <a:pt x="173" y="213"/>
                    <a:pt x="183" y="211"/>
                    <a:pt x="179" y="210"/>
                  </a:cubicBezTo>
                  <a:cubicBezTo>
                    <a:pt x="179" y="207"/>
                    <a:pt x="184" y="209"/>
                    <a:pt x="185" y="206"/>
                  </a:cubicBezTo>
                  <a:cubicBezTo>
                    <a:pt x="185" y="204"/>
                    <a:pt x="187" y="206"/>
                    <a:pt x="186" y="206"/>
                  </a:cubicBezTo>
                  <a:cubicBezTo>
                    <a:pt x="188" y="205"/>
                    <a:pt x="188" y="203"/>
                    <a:pt x="190" y="203"/>
                  </a:cubicBezTo>
                  <a:cubicBezTo>
                    <a:pt x="192" y="202"/>
                    <a:pt x="192" y="199"/>
                    <a:pt x="192" y="197"/>
                  </a:cubicBezTo>
                  <a:cubicBezTo>
                    <a:pt x="196" y="198"/>
                    <a:pt x="198" y="197"/>
                    <a:pt x="198" y="193"/>
                  </a:cubicBezTo>
                  <a:cubicBezTo>
                    <a:pt x="203" y="192"/>
                    <a:pt x="200" y="200"/>
                    <a:pt x="207" y="197"/>
                  </a:cubicBezTo>
                  <a:cubicBezTo>
                    <a:pt x="207" y="195"/>
                    <a:pt x="205" y="196"/>
                    <a:pt x="203" y="195"/>
                  </a:cubicBezTo>
                  <a:cubicBezTo>
                    <a:pt x="208" y="191"/>
                    <a:pt x="214" y="193"/>
                    <a:pt x="218" y="188"/>
                  </a:cubicBezTo>
                  <a:cubicBezTo>
                    <a:pt x="219" y="187"/>
                    <a:pt x="217" y="185"/>
                    <a:pt x="218" y="184"/>
                  </a:cubicBezTo>
                  <a:cubicBezTo>
                    <a:pt x="219" y="183"/>
                    <a:pt x="221" y="185"/>
                    <a:pt x="222" y="184"/>
                  </a:cubicBezTo>
                  <a:cubicBezTo>
                    <a:pt x="223" y="183"/>
                    <a:pt x="221" y="180"/>
                    <a:pt x="222" y="178"/>
                  </a:cubicBezTo>
                  <a:cubicBezTo>
                    <a:pt x="222" y="177"/>
                    <a:pt x="227" y="176"/>
                    <a:pt x="227" y="175"/>
                  </a:cubicBezTo>
                  <a:cubicBezTo>
                    <a:pt x="228" y="173"/>
                    <a:pt x="226" y="169"/>
                    <a:pt x="227" y="167"/>
                  </a:cubicBezTo>
                  <a:cubicBezTo>
                    <a:pt x="228" y="167"/>
                    <a:pt x="230" y="170"/>
                    <a:pt x="231" y="169"/>
                  </a:cubicBezTo>
                  <a:cubicBezTo>
                    <a:pt x="229" y="170"/>
                    <a:pt x="234" y="160"/>
                    <a:pt x="233" y="160"/>
                  </a:cubicBezTo>
                  <a:cubicBezTo>
                    <a:pt x="237" y="164"/>
                    <a:pt x="238" y="157"/>
                    <a:pt x="242" y="156"/>
                  </a:cubicBezTo>
                  <a:cubicBezTo>
                    <a:pt x="242" y="153"/>
                    <a:pt x="245" y="151"/>
                    <a:pt x="242" y="150"/>
                  </a:cubicBezTo>
                  <a:cubicBezTo>
                    <a:pt x="243" y="147"/>
                    <a:pt x="248" y="150"/>
                    <a:pt x="248" y="145"/>
                  </a:cubicBezTo>
                  <a:cubicBezTo>
                    <a:pt x="248" y="143"/>
                    <a:pt x="251" y="143"/>
                    <a:pt x="253" y="143"/>
                  </a:cubicBezTo>
                  <a:cubicBezTo>
                    <a:pt x="254" y="141"/>
                    <a:pt x="253" y="140"/>
                    <a:pt x="252" y="139"/>
                  </a:cubicBezTo>
                  <a:cubicBezTo>
                    <a:pt x="257" y="135"/>
                    <a:pt x="260" y="135"/>
                    <a:pt x="265" y="134"/>
                  </a:cubicBezTo>
                  <a:cubicBezTo>
                    <a:pt x="267" y="132"/>
                    <a:pt x="264" y="131"/>
                    <a:pt x="267" y="126"/>
                  </a:cubicBezTo>
                  <a:cubicBezTo>
                    <a:pt x="268" y="125"/>
                    <a:pt x="272" y="124"/>
                    <a:pt x="272" y="121"/>
                  </a:cubicBezTo>
                  <a:cubicBezTo>
                    <a:pt x="272" y="116"/>
                    <a:pt x="278" y="123"/>
                    <a:pt x="278" y="115"/>
                  </a:cubicBezTo>
                  <a:cubicBezTo>
                    <a:pt x="285" y="112"/>
                    <a:pt x="292" y="119"/>
                    <a:pt x="293" y="108"/>
                  </a:cubicBezTo>
                  <a:cubicBezTo>
                    <a:pt x="296" y="110"/>
                    <a:pt x="304" y="106"/>
                    <a:pt x="309" y="109"/>
                  </a:cubicBezTo>
                  <a:cubicBezTo>
                    <a:pt x="311" y="108"/>
                    <a:pt x="312" y="106"/>
                    <a:pt x="313" y="104"/>
                  </a:cubicBezTo>
                  <a:cubicBezTo>
                    <a:pt x="318" y="101"/>
                    <a:pt x="323" y="110"/>
                    <a:pt x="322" y="102"/>
                  </a:cubicBezTo>
                  <a:cubicBezTo>
                    <a:pt x="326" y="103"/>
                    <a:pt x="326" y="107"/>
                    <a:pt x="330" y="108"/>
                  </a:cubicBezTo>
                  <a:cubicBezTo>
                    <a:pt x="333" y="107"/>
                    <a:pt x="332" y="102"/>
                    <a:pt x="337" y="104"/>
                  </a:cubicBezTo>
                  <a:cubicBezTo>
                    <a:pt x="338" y="107"/>
                    <a:pt x="336" y="107"/>
                    <a:pt x="335" y="109"/>
                  </a:cubicBezTo>
                  <a:cubicBezTo>
                    <a:pt x="337" y="110"/>
                    <a:pt x="346" y="101"/>
                    <a:pt x="350" y="106"/>
                  </a:cubicBezTo>
                  <a:cubicBezTo>
                    <a:pt x="353" y="108"/>
                    <a:pt x="351" y="105"/>
                    <a:pt x="354" y="106"/>
                  </a:cubicBezTo>
                  <a:cubicBezTo>
                    <a:pt x="358" y="106"/>
                    <a:pt x="362" y="109"/>
                    <a:pt x="367" y="108"/>
                  </a:cubicBezTo>
                  <a:cubicBezTo>
                    <a:pt x="366" y="109"/>
                    <a:pt x="368" y="112"/>
                    <a:pt x="367" y="113"/>
                  </a:cubicBezTo>
                  <a:cubicBezTo>
                    <a:pt x="367" y="114"/>
                    <a:pt x="364" y="113"/>
                    <a:pt x="363" y="113"/>
                  </a:cubicBezTo>
                  <a:cubicBezTo>
                    <a:pt x="362" y="115"/>
                    <a:pt x="364" y="118"/>
                    <a:pt x="360" y="117"/>
                  </a:cubicBezTo>
                  <a:cubicBezTo>
                    <a:pt x="363" y="121"/>
                    <a:pt x="374" y="118"/>
                    <a:pt x="378" y="117"/>
                  </a:cubicBezTo>
                  <a:cubicBezTo>
                    <a:pt x="382" y="115"/>
                    <a:pt x="381" y="120"/>
                    <a:pt x="382" y="121"/>
                  </a:cubicBezTo>
                  <a:cubicBezTo>
                    <a:pt x="384" y="122"/>
                    <a:pt x="388" y="119"/>
                    <a:pt x="388" y="122"/>
                  </a:cubicBezTo>
                  <a:cubicBezTo>
                    <a:pt x="401" y="119"/>
                    <a:pt x="404" y="130"/>
                    <a:pt x="412" y="126"/>
                  </a:cubicBezTo>
                  <a:cubicBezTo>
                    <a:pt x="410" y="132"/>
                    <a:pt x="418" y="129"/>
                    <a:pt x="418" y="134"/>
                  </a:cubicBezTo>
                  <a:cubicBezTo>
                    <a:pt x="422" y="134"/>
                    <a:pt x="430" y="133"/>
                    <a:pt x="425" y="137"/>
                  </a:cubicBezTo>
                  <a:cubicBezTo>
                    <a:pt x="429" y="139"/>
                    <a:pt x="433" y="138"/>
                    <a:pt x="436" y="139"/>
                  </a:cubicBezTo>
                  <a:cubicBezTo>
                    <a:pt x="437" y="139"/>
                    <a:pt x="436" y="143"/>
                    <a:pt x="436" y="143"/>
                  </a:cubicBezTo>
                  <a:cubicBezTo>
                    <a:pt x="437" y="144"/>
                    <a:pt x="441" y="142"/>
                    <a:pt x="442" y="143"/>
                  </a:cubicBezTo>
                  <a:cubicBezTo>
                    <a:pt x="443" y="150"/>
                    <a:pt x="443" y="152"/>
                    <a:pt x="442" y="160"/>
                  </a:cubicBezTo>
                  <a:cubicBezTo>
                    <a:pt x="439" y="155"/>
                    <a:pt x="435" y="161"/>
                    <a:pt x="431" y="162"/>
                  </a:cubicBezTo>
                  <a:cubicBezTo>
                    <a:pt x="425" y="162"/>
                    <a:pt x="419" y="156"/>
                    <a:pt x="414" y="162"/>
                  </a:cubicBezTo>
                  <a:cubicBezTo>
                    <a:pt x="412" y="162"/>
                    <a:pt x="413" y="158"/>
                    <a:pt x="412" y="158"/>
                  </a:cubicBezTo>
                  <a:cubicBezTo>
                    <a:pt x="409" y="157"/>
                    <a:pt x="409" y="160"/>
                    <a:pt x="408" y="160"/>
                  </a:cubicBezTo>
                  <a:cubicBezTo>
                    <a:pt x="406" y="160"/>
                    <a:pt x="405" y="156"/>
                    <a:pt x="404" y="156"/>
                  </a:cubicBezTo>
                  <a:cubicBezTo>
                    <a:pt x="401" y="156"/>
                    <a:pt x="396" y="161"/>
                    <a:pt x="397" y="154"/>
                  </a:cubicBezTo>
                  <a:cubicBezTo>
                    <a:pt x="391" y="156"/>
                    <a:pt x="393" y="154"/>
                    <a:pt x="386" y="154"/>
                  </a:cubicBezTo>
                  <a:cubicBezTo>
                    <a:pt x="385" y="157"/>
                    <a:pt x="387" y="158"/>
                    <a:pt x="390" y="158"/>
                  </a:cubicBezTo>
                  <a:cubicBezTo>
                    <a:pt x="393" y="157"/>
                    <a:pt x="393" y="160"/>
                    <a:pt x="395" y="160"/>
                  </a:cubicBezTo>
                  <a:cubicBezTo>
                    <a:pt x="392" y="163"/>
                    <a:pt x="395" y="162"/>
                    <a:pt x="397" y="163"/>
                  </a:cubicBezTo>
                  <a:cubicBezTo>
                    <a:pt x="398" y="164"/>
                    <a:pt x="397" y="166"/>
                    <a:pt x="397" y="167"/>
                  </a:cubicBezTo>
                  <a:cubicBezTo>
                    <a:pt x="398" y="169"/>
                    <a:pt x="401" y="169"/>
                    <a:pt x="401" y="171"/>
                  </a:cubicBezTo>
                  <a:cubicBezTo>
                    <a:pt x="401" y="173"/>
                    <a:pt x="405" y="178"/>
                    <a:pt x="404" y="184"/>
                  </a:cubicBezTo>
                  <a:cubicBezTo>
                    <a:pt x="405" y="190"/>
                    <a:pt x="416" y="186"/>
                    <a:pt x="418" y="191"/>
                  </a:cubicBezTo>
                  <a:cubicBezTo>
                    <a:pt x="419" y="190"/>
                    <a:pt x="419" y="187"/>
                    <a:pt x="423" y="188"/>
                  </a:cubicBezTo>
                  <a:cubicBezTo>
                    <a:pt x="422" y="182"/>
                    <a:pt x="414" y="184"/>
                    <a:pt x="412" y="180"/>
                  </a:cubicBezTo>
                  <a:cubicBezTo>
                    <a:pt x="411" y="173"/>
                    <a:pt x="422" y="178"/>
                    <a:pt x="427" y="177"/>
                  </a:cubicBezTo>
                  <a:cubicBezTo>
                    <a:pt x="426" y="181"/>
                    <a:pt x="435" y="176"/>
                    <a:pt x="432" y="182"/>
                  </a:cubicBezTo>
                  <a:cubicBezTo>
                    <a:pt x="437" y="184"/>
                    <a:pt x="440" y="176"/>
                    <a:pt x="440" y="184"/>
                  </a:cubicBezTo>
                  <a:cubicBezTo>
                    <a:pt x="445" y="181"/>
                    <a:pt x="440" y="174"/>
                    <a:pt x="436" y="175"/>
                  </a:cubicBezTo>
                  <a:cubicBezTo>
                    <a:pt x="437" y="171"/>
                    <a:pt x="441" y="170"/>
                    <a:pt x="445" y="169"/>
                  </a:cubicBezTo>
                  <a:cubicBezTo>
                    <a:pt x="448" y="167"/>
                    <a:pt x="448" y="162"/>
                    <a:pt x="451" y="160"/>
                  </a:cubicBezTo>
                  <a:cubicBezTo>
                    <a:pt x="459" y="159"/>
                    <a:pt x="463" y="162"/>
                    <a:pt x="468" y="163"/>
                  </a:cubicBezTo>
                  <a:cubicBezTo>
                    <a:pt x="470" y="163"/>
                    <a:pt x="469" y="160"/>
                    <a:pt x="472" y="160"/>
                  </a:cubicBezTo>
                  <a:cubicBezTo>
                    <a:pt x="472" y="157"/>
                    <a:pt x="470" y="155"/>
                    <a:pt x="468" y="154"/>
                  </a:cubicBezTo>
                  <a:cubicBezTo>
                    <a:pt x="471" y="147"/>
                    <a:pt x="471" y="140"/>
                    <a:pt x="470" y="134"/>
                  </a:cubicBezTo>
                  <a:cubicBezTo>
                    <a:pt x="476" y="134"/>
                    <a:pt x="481" y="133"/>
                    <a:pt x="485" y="136"/>
                  </a:cubicBezTo>
                  <a:cubicBezTo>
                    <a:pt x="486" y="136"/>
                    <a:pt x="491" y="136"/>
                    <a:pt x="490" y="141"/>
                  </a:cubicBezTo>
                  <a:cubicBezTo>
                    <a:pt x="486" y="141"/>
                    <a:pt x="483" y="141"/>
                    <a:pt x="479" y="141"/>
                  </a:cubicBezTo>
                  <a:cubicBezTo>
                    <a:pt x="479" y="143"/>
                    <a:pt x="479" y="145"/>
                    <a:pt x="479" y="147"/>
                  </a:cubicBezTo>
                  <a:cubicBezTo>
                    <a:pt x="483" y="152"/>
                    <a:pt x="485" y="146"/>
                    <a:pt x="488" y="149"/>
                  </a:cubicBezTo>
                  <a:cubicBezTo>
                    <a:pt x="490" y="150"/>
                    <a:pt x="483" y="151"/>
                    <a:pt x="483" y="150"/>
                  </a:cubicBezTo>
                  <a:cubicBezTo>
                    <a:pt x="481" y="154"/>
                    <a:pt x="488" y="150"/>
                    <a:pt x="490" y="154"/>
                  </a:cubicBezTo>
                  <a:cubicBezTo>
                    <a:pt x="493" y="152"/>
                    <a:pt x="497" y="150"/>
                    <a:pt x="500" y="147"/>
                  </a:cubicBezTo>
                  <a:cubicBezTo>
                    <a:pt x="500" y="146"/>
                    <a:pt x="502" y="145"/>
                    <a:pt x="501" y="143"/>
                  </a:cubicBezTo>
                  <a:cubicBezTo>
                    <a:pt x="510" y="145"/>
                    <a:pt x="509" y="138"/>
                    <a:pt x="516" y="139"/>
                  </a:cubicBezTo>
                  <a:cubicBezTo>
                    <a:pt x="519" y="138"/>
                    <a:pt x="520" y="137"/>
                    <a:pt x="520" y="134"/>
                  </a:cubicBezTo>
                  <a:cubicBezTo>
                    <a:pt x="523" y="134"/>
                    <a:pt x="525" y="132"/>
                    <a:pt x="526" y="130"/>
                  </a:cubicBezTo>
                  <a:cubicBezTo>
                    <a:pt x="533" y="136"/>
                    <a:pt x="539" y="127"/>
                    <a:pt x="546" y="126"/>
                  </a:cubicBezTo>
                  <a:cubicBezTo>
                    <a:pt x="546" y="129"/>
                    <a:pt x="546" y="131"/>
                    <a:pt x="546" y="134"/>
                  </a:cubicBezTo>
                  <a:cubicBezTo>
                    <a:pt x="553" y="134"/>
                    <a:pt x="559" y="134"/>
                    <a:pt x="563" y="132"/>
                  </a:cubicBezTo>
                  <a:cubicBezTo>
                    <a:pt x="564" y="132"/>
                    <a:pt x="566" y="132"/>
                    <a:pt x="567" y="132"/>
                  </a:cubicBezTo>
                  <a:cubicBezTo>
                    <a:pt x="567" y="132"/>
                    <a:pt x="566" y="130"/>
                    <a:pt x="567" y="130"/>
                  </a:cubicBezTo>
                  <a:cubicBezTo>
                    <a:pt x="570" y="129"/>
                    <a:pt x="576" y="130"/>
                    <a:pt x="576" y="124"/>
                  </a:cubicBezTo>
                  <a:cubicBezTo>
                    <a:pt x="581" y="127"/>
                    <a:pt x="588" y="127"/>
                    <a:pt x="591" y="132"/>
                  </a:cubicBezTo>
                  <a:cubicBezTo>
                    <a:pt x="594" y="131"/>
                    <a:pt x="595" y="129"/>
                    <a:pt x="596" y="126"/>
                  </a:cubicBezTo>
                  <a:cubicBezTo>
                    <a:pt x="597" y="124"/>
                    <a:pt x="588" y="122"/>
                    <a:pt x="595" y="121"/>
                  </a:cubicBezTo>
                  <a:cubicBezTo>
                    <a:pt x="592" y="116"/>
                    <a:pt x="583" y="118"/>
                    <a:pt x="585" y="108"/>
                  </a:cubicBezTo>
                  <a:cubicBezTo>
                    <a:pt x="588" y="109"/>
                    <a:pt x="589" y="112"/>
                    <a:pt x="595" y="113"/>
                  </a:cubicBezTo>
                  <a:cubicBezTo>
                    <a:pt x="597" y="114"/>
                    <a:pt x="600" y="118"/>
                    <a:pt x="606" y="117"/>
                  </a:cubicBezTo>
                  <a:cubicBezTo>
                    <a:pt x="607" y="117"/>
                    <a:pt x="608" y="115"/>
                    <a:pt x="608" y="115"/>
                  </a:cubicBezTo>
                  <a:cubicBezTo>
                    <a:pt x="609" y="115"/>
                    <a:pt x="611" y="118"/>
                    <a:pt x="611" y="115"/>
                  </a:cubicBezTo>
                  <a:cubicBezTo>
                    <a:pt x="614" y="115"/>
                    <a:pt x="614" y="118"/>
                    <a:pt x="615" y="119"/>
                  </a:cubicBezTo>
                  <a:cubicBezTo>
                    <a:pt x="618" y="120"/>
                    <a:pt x="621" y="118"/>
                    <a:pt x="621" y="122"/>
                  </a:cubicBezTo>
                  <a:cubicBezTo>
                    <a:pt x="627" y="120"/>
                    <a:pt x="629" y="124"/>
                    <a:pt x="636" y="121"/>
                  </a:cubicBezTo>
                  <a:cubicBezTo>
                    <a:pt x="633" y="127"/>
                    <a:pt x="642" y="122"/>
                    <a:pt x="639" y="128"/>
                  </a:cubicBezTo>
                  <a:cubicBezTo>
                    <a:pt x="643" y="128"/>
                    <a:pt x="644" y="129"/>
                    <a:pt x="645" y="132"/>
                  </a:cubicBezTo>
                  <a:cubicBezTo>
                    <a:pt x="651" y="131"/>
                    <a:pt x="652" y="135"/>
                    <a:pt x="658" y="134"/>
                  </a:cubicBezTo>
                  <a:cubicBezTo>
                    <a:pt x="661" y="122"/>
                    <a:pt x="647" y="128"/>
                    <a:pt x="651" y="117"/>
                  </a:cubicBezTo>
                  <a:cubicBezTo>
                    <a:pt x="650" y="114"/>
                    <a:pt x="648" y="118"/>
                    <a:pt x="645" y="117"/>
                  </a:cubicBezTo>
                  <a:cubicBezTo>
                    <a:pt x="645" y="113"/>
                    <a:pt x="648" y="111"/>
                    <a:pt x="647" y="106"/>
                  </a:cubicBezTo>
                  <a:cubicBezTo>
                    <a:pt x="647" y="103"/>
                    <a:pt x="644" y="105"/>
                    <a:pt x="643" y="104"/>
                  </a:cubicBezTo>
                  <a:cubicBezTo>
                    <a:pt x="643" y="103"/>
                    <a:pt x="647" y="100"/>
                    <a:pt x="643" y="100"/>
                  </a:cubicBezTo>
                  <a:cubicBezTo>
                    <a:pt x="643" y="96"/>
                    <a:pt x="648" y="98"/>
                    <a:pt x="647" y="93"/>
                  </a:cubicBezTo>
                  <a:cubicBezTo>
                    <a:pt x="651" y="93"/>
                    <a:pt x="649" y="88"/>
                    <a:pt x="654" y="89"/>
                  </a:cubicBezTo>
                  <a:cubicBezTo>
                    <a:pt x="654" y="85"/>
                    <a:pt x="656" y="83"/>
                    <a:pt x="660" y="83"/>
                  </a:cubicBezTo>
                  <a:cubicBezTo>
                    <a:pt x="658" y="75"/>
                    <a:pt x="666" y="77"/>
                    <a:pt x="665" y="70"/>
                  </a:cubicBezTo>
                  <a:cubicBezTo>
                    <a:pt x="674" y="69"/>
                    <a:pt x="678" y="73"/>
                    <a:pt x="684" y="74"/>
                  </a:cubicBezTo>
                  <a:cubicBezTo>
                    <a:pt x="684" y="77"/>
                    <a:pt x="684" y="79"/>
                    <a:pt x="686" y="80"/>
                  </a:cubicBezTo>
                  <a:cubicBezTo>
                    <a:pt x="686" y="82"/>
                    <a:pt x="682" y="81"/>
                    <a:pt x="680" y="81"/>
                  </a:cubicBezTo>
                  <a:cubicBezTo>
                    <a:pt x="680" y="89"/>
                    <a:pt x="684" y="92"/>
                    <a:pt x="680" y="98"/>
                  </a:cubicBezTo>
                  <a:cubicBezTo>
                    <a:pt x="682" y="99"/>
                    <a:pt x="683" y="101"/>
                    <a:pt x="684" y="102"/>
                  </a:cubicBezTo>
                  <a:cubicBezTo>
                    <a:pt x="685" y="103"/>
                    <a:pt x="686" y="104"/>
                    <a:pt x="688" y="104"/>
                  </a:cubicBezTo>
                  <a:cubicBezTo>
                    <a:pt x="685" y="108"/>
                    <a:pt x="687" y="118"/>
                    <a:pt x="684" y="122"/>
                  </a:cubicBezTo>
                  <a:cubicBezTo>
                    <a:pt x="682" y="128"/>
                    <a:pt x="689" y="126"/>
                    <a:pt x="690" y="130"/>
                  </a:cubicBezTo>
                  <a:cubicBezTo>
                    <a:pt x="688" y="145"/>
                    <a:pt x="682" y="154"/>
                    <a:pt x="669" y="158"/>
                  </a:cubicBezTo>
                  <a:cubicBezTo>
                    <a:pt x="670" y="162"/>
                    <a:pt x="677" y="158"/>
                    <a:pt x="678" y="162"/>
                  </a:cubicBezTo>
                  <a:cubicBezTo>
                    <a:pt x="683" y="161"/>
                    <a:pt x="682" y="155"/>
                    <a:pt x="688" y="156"/>
                  </a:cubicBezTo>
                  <a:cubicBezTo>
                    <a:pt x="687" y="158"/>
                    <a:pt x="686" y="159"/>
                    <a:pt x="686" y="162"/>
                  </a:cubicBezTo>
                  <a:cubicBezTo>
                    <a:pt x="688" y="161"/>
                    <a:pt x="687" y="158"/>
                    <a:pt x="690" y="158"/>
                  </a:cubicBezTo>
                  <a:cubicBezTo>
                    <a:pt x="692" y="158"/>
                    <a:pt x="691" y="155"/>
                    <a:pt x="692" y="154"/>
                  </a:cubicBezTo>
                  <a:cubicBezTo>
                    <a:pt x="692" y="154"/>
                    <a:pt x="695" y="155"/>
                    <a:pt x="695" y="154"/>
                  </a:cubicBezTo>
                  <a:cubicBezTo>
                    <a:pt x="696" y="153"/>
                    <a:pt x="695" y="150"/>
                    <a:pt x="695" y="149"/>
                  </a:cubicBezTo>
                  <a:cubicBezTo>
                    <a:pt x="697" y="149"/>
                    <a:pt x="699" y="149"/>
                    <a:pt x="701" y="149"/>
                  </a:cubicBezTo>
                  <a:cubicBezTo>
                    <a:pt x="699" y="143"/>
                    <a:pt x="707" y="137"/>
                    <a:pt x="701" y="134"/>
                  </a:cubicBezTo>
                  <a:cubicBezTo>
                    <a:pt x="701" y="132"/>
                    <a:pt x="705" y="132"/>
                    <a:pt x="705" y="130"/>
                  </a:cubicBezTo>
                  <a:cubicBezTo>
                    <a:pt x="705" y="128"/>
                    <a:pt x="702" y="128"/>
                    <a:pt x="701" y="128"/>
                  </a:cubicBezTo>
                  <a:cubicBezTo>
                    <a:pt x="701" y="124"/>
                    <a:pt x="707" y="127"/>
                    <a:pt x="710" y="126"/>
                  </a:cubicBezTo>
                  <a:cubicBezTo>
                    <a:pt x="708" y="124"/>
                    <a:pt x="710" y="119"/>
                    <a:pt x="705" y="121"/>
                  </a:cubicBezTo>
                  <a:cubicBezTo>
                    <a:pt x="700" y="123"/>
                    <a:pt x="698" y="116"/>
                    <a:pt x="697" y="121"/>
                  </a:cubicBezTo>
                  <a:cubicBezTo>
                    <a:pt x="694" y="117"/>
                    <a:pt x="694" y="113"/>
                    <a:pt x="695" y="109"/>
                  </a:cubicBezTo>
                  <a:cubicBezTo>
                    <a:pt x="695" y="109"/>
                    <a:pt x="699" y="110"/>
                    <a:pt x="699" y="109"/>
                  </a:cubicBezTo>
                  <a:cubicBezTo>
                    <a:pt x="701" y="108"/>
                    <a:pt x="698" y="102"/>
                    <a:pt x="699" y="100"/>
                  </a:cubicBezTo>
                  <a:cubicBezTo>
                    <a:pt x="699" y="97"/>
                    <a:pt x="697" y="100"/>
                    <a:pt x="697" y="100"/>
                  </a:cubicBezTo>
                  <a:cubicBezTo>
                    <a:pt x="693" y="97"/>
                    <a:pt x="696" y="93"/>
                    <a:pt x="693" y="89"/>
                  </a:cubicBezTo>
                  <a:cubicBezTo>
                    <a:pt x="701" y="91"/>
                    <a:pt x="698" y="84"/>
                    <a:pt x="703" y="83"/>
                  </a:cubicBezTo>
                  <a:cubicBezTo>
                    <a:pt x="703" y="80"/>
                    <a:pt x="703" y="77"/>
                    <a:pt x="703" y="74"/>
                  </a:cubicBezTo>
                  <a:cubicBezTo>
                    <a:pt x="709" y="72"/>
                    <a:pt x="706" y="80"/>
                    <a:pt x="706" y="83"/>
                  </a:cubicBezTo>
                  <a:cubicBezTo>
                    <a:pt x="707" y="86"/>
                    <a:pt x="710" y="82"/>
                    <a:pt x="710" y="85"/>
                  </a:cubicBezTo>
                  <a:cubicBezTo>
                    <a:pt x="710" y="86"/>
                    <a:pt x="708" y="88"/>
                    <a:pt x="708" y="87"/>
                  </a:cubicBezTo>
                  <a:cubicBezTo>
                    <a:pt x="710" y="92"/>
                    <a:pt x="714" y="93"/>
                    <a:pt x="719" y="96"/>
                  </a:cubicBezTo>
                  <a:cubicBezTo>
                    <a:pt x="723" y="97"/>
                    <a:pt x="719" y="91"/>
                    <a:pt x="718" y="91"/>
                  </a:cubicBezTo>
                  <a:cubicBezTo>
                    <a:pt x="720" y="88"/>
                    <a:pt x="726" y="88"/>
                    <a:pt x="731" y="87"/>
                  </a:cubicBezTo>
                  <a:cubicBezTo>
                    <a:pt x="730" y="85"/>
                    <a:pt x="727" y="85"/>
                    <a:pt x="725" y="85"/>
                  </a:cubicBezTo>
                  <a:cubicBezTo>
                    <a:pt x="727" y="80"/>
                    <a:pt x="722" y="80"/>
                    <a:pt x="723" y="76"/>
                  </a:cubicBezTo>
                  <a:cubicBezTo>
                    <a:pt x="725" y="80"/>
                    <a:pt x="736" y="74"/>
                    <a:pt x="734" y="81"/>
                  </a:cubicBezTo>
                  <a:cubicBezTo>
                    <a:pt x="736" y="83"/>
                    <a:pt x="738" y="80"/>
                    <a:pt x="738" y="80"/>
                  </a:cubicBezTo>
                  <a:cubicBezTo>
                    <a:pt x="741" y="80"/>
                    <a:pt x="739" y="82"/>
                    <a:pt x="740" y="83"/>
                  </a:cubicBezTo>
                  <a:cubicBezTo>
                    <a:pt x="741" y="84"/>
                    <a:pt x="743" y="83"/>
                    <a:pt x="744" y="83"/>
                  </a:cubicBezTo>
                  <a:cubicBezTo>
                    <a:pt x="747" y="87"/>
                    <a:pt x="754" y="83"/>
                    <a:pt x="749" y="89"/>
                  </a:cubicBezTo>
                  <a:cubicBezTo>
                    <a:pt x="752" y="89"/>
                    <a:pt x="756" y="89"/>
                    <a:pt x="759" y="89"/>
                  </a:cubicBezTo>
                  <a:cubicBezTo>
                    <a:pt x="759" y="87"/>
                    <a:pt x="751" y="85"/>
                    <a:pt x="757" y="83"/>
                  </a:cubicBezTo>
                  <a:cubicBezTo>
                    <a:pt x="755" y="82"/>
                    <a:pt x="753" y="81"/>
                    <a:pt x="751" y="80"/>
                  </a:cubicBezTo>
                  <a:cubicBezTo>
                    <a:pt x="750" y="70"/>
                    <a:pt x="751" y="70"/>
                    <a:pt x="751" y="59"/>
                  </a:cubicBezTo>
                  <a:cubicBezTo>
                    <a:pt x="761" y="58"/>
                    <a:pt x="775" y="61"/>
                    <a:pt x="783" y="59"/>
                  </a:cubicBezTo>
                  <a:cubicBezTo>
                    <a:pt x="786" y="58"/>
                    <a:pt x="784" y="53"/>
                    <a:pt x="788" y="57"/>
                  </a:cubicBezTo>
                  <a:cubicBezTo>
                    <a:pt x="794" y="53"/>
                    <a:pt x="790" y="50"/>
                    <a:pt x="792" y="44"/>
                  </a:cubicBezTo>
                  <a:cubicBezTo>
                    <a:pt x="797" y="45"/>
                    <a:pt x="799" y="44"/>
                    <a:pt x="801" y="42"/>
                  </a:cubicBezTo>
                  <a:cubicBezTo>
                    <a:pt x="804" y="38"/>
                    <a:pt x="809" y="37"/>
                    <a:pt x="813" y="33"/>
                  </a:cubicBezTo>
                  <a:cubicBezTo>
                    <a:pt x="832" y="30"/>
                    <a:pt x="851" y="28"/>
                    <a:pt x="867" y="22"/>
                  </a:cubicBezTo>
                  <a:cubicBezTo>
                    <a:pt x="870" y="19"/>
                    <a:pt x="870" y="26"/>
                    <a:pt x="870" y="26"/>
                  </a:cubicBezTo>
                  <a:cubicBezTo>
                    <a:pt x="871" y="25"/>
                    <a:pt x="874" y="21"/>
                    <a:pt x="872" y="20"/>
                  </a:cubicBezTo>
                  <a:cubicBezTo>
                    <a:pt x="875" y="21"/>
                    <a:pt x="872" y="23"/>
                    <a:pt x="874" y="26"/>
                  </a:cubicBezTo>
                  <a:cubicBezTo>
                    <a:pt x="875" y="26"/>
                    <a:pt x="879" y="25"/>
                    <a:pt x="878" y="27"/>
                  </a:cubicBezTo>
                  <a:cubicBezTo>
                    <a:pt x="881" y="26"/>
                    <a:pt x="876" y="25"/>
                    <a:pt x="880" y="24"/>
                  </a:cubicBezTo>
                  <a:cubicBezTo>
                    <a:pt x="883" y="23"/>
                    <a:pt x="889" y="24"/>
                    <a:pt x="889" y="18"/>
                  </a:cubicBezTo>
                  <a:cubicBezTo>
                    <a:pt x="893" y="19"/>
                    <a:pt x="895" y="18"/>
                    <a:pt x="895" y="14"/>
                  </a:cubicBezTo>
                  <a:cubicBezTo>
                    <a:pt x="897" y="15"/>
                    <a:pt x="898" y="18"/>
                    <a:pt x="900" y="18"/>
                  </a:cubicBezTo>
                  <a:cubicBezTo>
                    <a:pt x="905" y="18"/>
                    <a:pt x="904" y="12"/>
                    <a:pt x="904" y="7"/>
                  </a:cubicBezTo>
                  <a:cubicBezTo>
                    <a:pt x="913" y="4"/>
                    <a:pt x="922" y="0"/>
                    <a:pt x="936" y="1"/>
                  </a:cubicBezTo>
                  <a:cubicBezTo>
                    <a:pt x="934" y="3"/>
                    <a:pt x="934" y="6"/>
                    <a:pt x="934" y="9"/>
                  </a:cubicBezTo>
                  <a:cubicBezTo>
                    <a:pt x="937" y="13"/>
                    <a:pt x="945" y="13"/>
                    <a:pt x="949" y="9"/>
                  </a:cubicBezTo>
                  <a:cubicBezTo>
                    <a:pt x="951" y="9"/>
                    <a:pt x="950" y="11"/>
                    <a:pt x="949" y="11"/>
                  </a:cubicBezTo>
                  <a:close/>
                  <a:moveTo>
                    <a:pt x="1396" y="238"/>
                  </a:moveTo>
                  <a:cubicBezTo>
                    <a:pt x="1396" y="236"/>
                    <a:pt x="1393" y="236"/>
                    <a:pt x="1392" y="234"/>
                  </a:cubicBezTo>
                  <a:cubicBezTo>
                    <a:pt x="1386" y="233"/>
                    <a:pt x="1386" y="238"/>
                    <a:pt x="1392" y="236"/>
                  </a:cubicBezTo>
                  <a:cubicBezTo>
                    <a:pt x="1393" y="238"/>
                    <a:pt x="1394" y="238"/>
                    <a:pt x="1396" y="238"/>
                  </a:cubicBezTo>
                  <a:close/>
                  <a:moveTo>
                    <a:pt x="403" y="378"/>
                  </a:moveTo>
                  <a:cubicBezTo>
                    <a:pt x="401" y="384"/>
                    <a:pt x="409" y="380"/>
                    <a:pt x="406" y="387"/>
                  </a:cubicBezTo>
                  <a:cubicBezTo>
                    <a:pt x="410" y="388"/>
                    <a:pt x="411" y="384"/>
                    <a:pt x="412" y="387"/>
                  </a:cubicBezTo>
                  <a:cubicBezTo>
                    <a:pt x="412" y="389"/>
                    <a:pt x="411" y="389"/>
                    <a:pt x="410" y="389"/>
                  </a:cubicBezTo>
                  <a:cubicBezTo>
                    <a:pt x="407" y="390"/>
                    <a:pt x="399" y="393"/>
                    <a:pt x="397" y="393"/>
                  </a:cubicBezTo>
                  <a:cubicBezTo>
                    <a:pt x="392" y="392"/>
                    <a:pt x="391" y="388"/>
                    <a:pt x="388" y="385"/>
                  </a:cubicBezTo>
                  <a:cubicBezTo>
                    <a:pt x="388" y="382"/>
                    <a:pt x="393" y="384"/>
                    <a:pt x="393" y="382"/>
                  </a:cubicBezTo>
                  <a:cubicBezTo>
                    <a:pt x="389" y="378"/>
                    <a:pt x="388" y="377"/>
                    <a:pt x="382" y="380"/>
                  </a:cubicBezTo>
                  <a:cubicBezTo>
                    <a:pt x="380" y="376"/>
                    <a:pt x="379" y="373"/>
                    <a:pt x="373" y="374"/>
                  </a:cubicBezTo>
                  <a:cubicBezTo>
                    <a:pt x="370" y="374"/>
                    <a:pt x="372" y="377"/>
                    <a:pt x="371" y="378"/>
                  </a:cubicBezTo>
                  <a:cubicBezTo>
                    <a:pt x="370" y="379"/>
                    <a:pt x="367" y="379"/>
                    <a:pt x="365" y="380"/>
                  </a:cubicBezTo>
                  <a:cubicBezTo>
                    <a:pt x="363" y="381"/>
                    <a:pt x="362" y="387"/>
                    <a:pt x="358" y="385"/>
                  </a:cubicBezTo>
                  <a:cubicBezTo>
                    <a:pt x="360" y="392"/>
                    <a:pt x="354" y="394"/>
                    <a:pt x="354" y="395"/>
                  </a:cubicBezTo>
                  <a:cubicBezTo>
                    <a:pt x="353" y="399"/>
                    <a:pt x="354" y="403"/>
                    <a:pt x="352" y="408"/>
                  </a:cubicBezTo>
                  <a:cubicBezTo>
                    <a:pt x="350" y="408"/>
                    <a:pt x="350" y="406"/>
                    <a:pt x="349" y="406"/>
                  </a:cubicBezTo>
                  <a:cubicBezTo>
                    <a:pt x="347" y="412"/>
                    <a:pt x="353" y="415"/>
                    <a:pt x="349" y="419"/>
                  </a:cubicBezTo>
                  <a:cubicBezTo>
                    <a:pt x="352" y="417"/>
                    <a:pt x="351" y="422"/>
                    <a:pt x="352" y="423"/>
                  </a:cubicBezTo>
                  <a:cubicBezTo>
                    <a:pt x="353" y="423"/>
                    <a:pt x="355" y="422"/>
                    <a:pt x="356" y="423"/>
                  </a:cubicBezTo>
                  <a:cubicBezTo>
                    <a:pt x="360" y="424"/>
                    <a:pt x="361" y="427"/>
                    <a:pt x="363" y="424"/>
                  </a:cubicBezTo>
                  <a:cubicBezTo>
                    <a:pt x="364" y="424"/>
                    <a:pt x="367" y="425"/>
                    <a:pt x="367" y="424"/>
                  </a:cubicBezTo>
                  <a:cubicBezTo>
                    <a:pt x="374" y="424"/>
                    <a:pt x="372" y="423"/>
                    <a:pt x="375" y="421"/>
                  </a:cubicBezTo>
                  <a:cubicBezTo>
                    <a:pt x="378" y="420"/>
                    <a:pt x="379" y="423"/>
                    <a:pt x="382" y="423"/>
                  </a:cubicBezTo>
                  <a:cubicBezTo>
                    <a:pt x="382" y="421"/>
                    <a:pt x="382" y="419"/>
                    <a:pt x="384" y="419"/>
                  </a:cubicBezTo>
                  <a:cubicBezTo>
                    <a:pt x="388" y="418"/>
                    <a:pt x="397" y="418"/>
                    <a:pt x="401" y="419"/>
                  </a:cubicBezTo>
                  <a:cubicBezTo>
                    <a:pt x="404" y="420"/>
                    <a:pt x="405" y="422"/>
                    <a:pt x="408" y="423"/>
                  </a:cubicBezTo>
                  <a:cubicBezTo>
                    <a:pt x="410" y="423"/>
                    <a:pt x="410" y="421"/>
                    <a:pt x="412" y="421"/>
                  </a:cubicBezTo>
                  <a:cubicBezTo>
                    <a:pt x="411" y="421"/>
                    <a:pt x="413" y="422"/>
                    <a:pt x="414" y="423"/>
                  </a:cubicBezTo>
                  <a:cubicBezTo>
                    <a:pt x="419" y="424"/>
                    <a:pt x="419" y="424"/>
                    <a:pt x="423" y="424"/>
                  </a:cubicBezTo>
                  <a:cubicBezTo>
                    <a:pt x="431" y="425"/>
                    <a:pt x="441" y="423"/>
                    <a:pt x="449" y="424"/>
                  </a:cubicBezTo>
                  <a:cubicBezTo>
                    <a:pt x="449" y="420"/>
                    <a:pt x="449" y="417"/>
                    <a:pt x="451" y="415"/>
                  </a:cubicBezTo>
                  <a:cubicBezTo>
                    <a:pt x="445" y="407"/>
                    <a:pt x="439" y="398"/>
                    <a:pt x="427" y="396"/>
                  </a:cubicBezTo>
                  <a:cubicBezTo>
                    <a:pt x="427" y="393"/>
                    <a:pt x="424" y="393"/>
                    <a:pt x="423" y="391"/>
                  </a:cubicBezTo>
                  <a:cubicBezTo>
                    <a:pt x="423" y="388"/>
                    <a:pt x="422" y="387"/>
                    <a:pt x="421" y="385"/>
                  </a:cubicBezTo>
                  <a:cubicBezTo>
                    <a:pt x="422" y="380"/>
                    <a:pt x="428" y="379"/>
                    <a:pt x="427" y="372"/>
                  </a:cubicBezTo>
                  <a:cubicBezTo>
                    <a:pt x="416" y="371"/>
                    <a:pt x="411" y="376"/>
                    <a:pt x="403" y="378"/>
                  </a:cubicBezTo>
                  <a:close/>
                  <a:moveTo>
                    <a:pt x="531" y="464"/>
                  </a:moveTo>
                  <a:cubicBezTo>
                    <a:pt x="529" y="464"/>
                    <a:pt x="526" y="464"/>
                    <a:pt x="529" y="465"/>
                  </a:cubicBezTo>
                  <a:cubicBezTo>
                    <a:pt x="532" y="463"/>
                    <a:pt x="539" y="463"/>
                    <a:pt x="542" y="462"/>
                  </a:cubicBezTo>
                  <a:cubicBezTo>
                    <a:pt x="543" y="462"/>
                    <a:pt x="542" y="458"/>
                    <a:pt x="542" y="458"/>
                  </a:cubicBezTo>
                  <a:cubicBezTo>
                    <a:pt x="543" y="457"/>
                    <a:pt x="545" y="460"/>
                    <a:pt x="546" y="460"/>
                  </a:cubicBezTo>
                  <a:cubicBezTo>
                    <a:pt x="546" y="456"/>
                    <a:pt x="546" y="451"/>
                    <a:pt x="546" y="447"/>
                  </a:cubicBezTo>
                  <a:cubicBezTo>
                    <a:pt x="544" y="444"/>
                    <a:pt x="542" y="443"/>
                    <a:pt x="541" y="441"/>
                  </a:cubicBezTo>
                  <a:cubicBezTo>
                    <a:pt x="540" y="440"/>
                    <a:pt x="541" y="438"/>
                    <a:pt x="541" y="438"/>
                  </a:cubicBezTo>
                  <a:cubicBezTo>
                    <a:pt x="540" y="435"/>
                    <a:pt x="534" y="433"/>
                    <a:pt x="539" y="432"/>
                  </a:cubicBezTo>
                  <a:cubicBezTo>
                    <a:pt x="542" y="432"/>
                    <a:pt x="546" y="432"/>
                    <a:pt x="550" y="432"/>
                  </a:cubicBezTo>
                  <a:cubicBezTo>
                    <a:pt x="551" y="425"/>
                    <a:pt x="546" y="425"/>
                    <a:pt x="546" y="423"/>
                  </a:cubicBezTo>
                  <a:cubicBezTo>
                    <a:pt x="546" y="419"/>
                    <a:pt x="542" y="419"/>
                    <a:pt x="541" y="417"/>
                  </a:cubicBezTo>
                  <a:cubicBezTo>
                    <a:pt x="541" y="417"/>
                    <a:pt x="544" y="415"/>
                    <a:pt x="542" y="413"/>
                  </a:cubicBezTo>
                  <a:cubicBezTo>
                    <a:pt x="537" y="415"/>
                    <a:pt x="536" y="411"/>
                    <a:pt x="531" y="411"/>
                  </a:cubicBezTo>
                  <a:cubicBezTo>
                    <a:pt x="533" y="401"/>
                    <a:pt x="520" y="404"/>
                    <a:pt x="520" y="395"/>
                  </a:cubicBezTo>
                  <a:cubicBezTo>
                    <a:pt x="525" y="391"/>
                    <a:pt x="528" y="385"/>
                    <a:pt x="539" y="387"/>
                  </a:cubicBezTo>
                  <a:cubicBezTo>
                    <a:pt x="539" y="386"/>
                    <a:pt x="539" y="384"/>
                    <a:pt x="541" y="383"/>
                  </a:cubicBezTo>
                  <a:cubicBezTo>
                    <a:pt x="541" y="378"/>
                    <a:pt x="535" y="379"/>
                    <a:pt x="535" y="374"/>
                  </a:cubicBezTo>
                  <a:cubicBezTo>
                    <a:pt x="526" y="373"/>
                    <a:pt x="522" y="377"/>
                    <a:pt x="516" y="374"/>
                  </a:cubicBezTo>
                  <a:cubicBezTo>
                    <a:pt x="516" y="377"/>
                    <a:pt x="516" y="378"/>
                    <a:pt x="514" y="376"/>
                  </a:cubicBezTo>
                  <a:cubicBezTo>
                    <a:pt x="513" y="375"/>
                    <a:pt x="512" y="378"/>
                    <a:pt x="513" y="378"/>
                  </a:cubicBezTo>
                  <a:cubicBezTo>
                    <a:pt x="508" y="380"/>
                    <a:pt x="502" y="383"/>
                    <a:pt x="500" y="383"/>
                  </a:cubicBezTo>
                  <a:cubicBezTo>
                    <a:pt x="494" y="385"/>
                    <a:pt x="496" y="386"/>
                    <a:pt x="494" y="389"/>
                  </a:cubicBezTo>
                  <a:cubicBezTo>
                    <a:pt x="493" y="390"/>
                    <a:pt x="491" y="388"/>
                    <a:pt x="490" y="389"/>
                  </a:cubicBezTo>
                  <a:cubicBezTo>
                    <a:pt x="489" y="390"/>
                    <a:pt x="491" y="394"/>
                    <a:pt x="490" y="395"/>
                  </a:cubicBezTo>
                  <a:cubicBezTo>
                    <a:pt x="491" y="399"/>
                    <a:pt x="495" y="392"/>
                    <a:pt x="496" y="398"/>
                  </a:cubicBezTo>
                  <a:cubicBezTo>
                    <a:pt x="496" y="400"/>
                    <a:pt x="497" y="401"/>
                    <a:pt x="498" y="402"/>
                  </a:cubicBezTo>
                  <a:cubicBezTo>
                    <a:pt x="496" y="408"/>
                    <a:pt x="499" y="412"/>
                    <a:pt x="500" y="413"/>
                  </a:cubicBezTo>
                  <a:cubicBezTo>
                    <a:pt x="500" y="416"/>
                    <a:pt x="500" y="416"/>
                    <a:pt x="501" y="417"/>
                  </a:cubicBezTo>
                  <a:cubicBezTo>
                    <a:pt x="502" y="417"/>
                    <a:pt x="503" y="423"/>
                    <a:pt x="503" y="423"/>
                  </a:cubicBezTo>
                  <a:cubicBezTo>
                    <a:pt x="505" y="428"/>
                    <a:pt x="505" y="427"/>
                    <a:pt x="507" y="430"/>
                  </a:cubicBezTo>
                  <a:cubicBezTo>
                    <a:pt x="508" y="432"/>
                    <a:pt x="506" y="434"/>
                    <a:pt x="507" y="436"/>
                  </a:cubicBezTo>
                  <a:cubicBezTo>
                    <a:pt x="508" y="437"/>
                    <a:pt x="512" y="438"/>
                    <a:pt x="511" y="441"/>
                  </a:cubicBezTo>
                  <a:cubicBezTo>
                    <a:pt x="504" y="439"/>
                    <a:pt x="509" y="449"/>
                    <a:pt x="505" y="451"/>
                  </a:cubicBezTo>
                  <a:cubicBezTo>
                    <a:pt x="513" y="452"/>
                    <a:pt x="513" y="463"/>
                    <a:pt x="522" y="458"/>
                  </a:cubicBezTo>
                  <a:cubicBezTo>
                    <a:pt x="515" y="465"/>
                    <a:pt x="531" y="459"/>
                    <a:pt x="531" y="464"/>
                  </a:cubicBezTo>
                  <a:close/>
                  <a:moveTo>
                    <a:pt x="587" y="378"/>
                  </a:moveTo>
                  <a:cubicBezTo>
                    <a:pt x="586" y="379"/>
                    <a:pt x="587" y="382"/>
                    <a:pt x="585" y="383"/>
                  </a:cubicBezTo>
                  <a:cubicBezTo>
                    <a:pt x="584" y="385"/>
                    <a:pt x="580" y="385"/>
                    <a:pt x="580" y="387"/>
                  </a:cubicBezTo>
                  <a:cubicBezTo>
                    <a:pt x="581" y="389"/>
                    <a:pt x="585" y="392"/>
                    <a:pt x="585" y="395"/>
                  </a:cubicBezTo>
                  <a:cubicBezTo>
                    <a:pt x="585" y="395"/>
                    <a:pt x="582" y="395"/>
                    <a:pt x="583" y="396"/>
                  </a:cubicBezTo>
                  <a:cubicBezTo>
                    <a:pt x="585" y="398"/>
                    <a:pt x="589" y="397"/>
                    <a:pt x="591" y="400"/>
                  </a:cubicBezTo>
                  <a:cubicBezTo>
                    <a:pt x="591" y="398"/>
                    <a:pt x="593" y="397"/>
                    <a:pt x="595" y="396"/>
                  </a:cubicBezTo>
                  <a:cubicBezTo>
                    <a:pt x="596" y="391"/>
                    <a:pt x="592" y="391"/>
                    <a:pt x="591" y="387"/>
                  </a:cubicBezTo>
                  <a:cubicBezTo>
                    <a:pt x="594" y="386"/>
                    <a:pt x="597" y="384"/>
                    <a:pt x="596" y="380"/>
                  </a:cubicBezTo>
                  <a:cubicBezTo>
                    <a:pt x="593" y="380"/>
                    <a:pt x="592" y="378"/>
                    <a:pt x="595" y="376"/>
                  </a:cubicBezTo>
                  <a:cubicBezTo>
                    <a:pt x="592" y="377"/>
                    <a:pt x="589" y="376"/>
                    <a:pt x="587" y="378"/>
                  </a:cubicBezTo>
                  <a:close/>
                  <a:moveTo>
                    <a:pt x="343" y="428"/>
                  </a:moveTo>
                  <a:cubicBezTo>
                    <a:pt x="342" y="436"/>
                    <a:pt x="356" y="431"/>
                    <a:pt x="356" y="428"/>
                  </a:cubicBezTo>
                  <a:cubicBezTo>
                    <a:pt x="351" y="426"/>
                    <a:pt x="348" y="426"/>
                    <a:pt x="343" y="428"/>
                  </a:cubicBezTo>
                  <a:close/>
                  <a:moveTo>
                    <a:pt x="386" y="775"/>
                  </a:moveTo>
                  <a:cubicBezTo>
                    <a:pt x="388" y="768"/>
                    <a:pt x="399" y="768"/>
                    <a:pt x="397" y="756"/>
                  </a:cubicBezTo>
                  <a:cubicBezTo>
                    <a:pt x="392" y="761"/>
                    <a:pt x="382" y="752"/>
                    <a:pt x="377" y="758"/>
                  </a:cubicBezTo>
                  <a:cubicBezTo>
                    <a:pt x="385" y="759"/>
                    <a:pt x="375" y="760"/>
                    <a:pt x="375" y="762"/>
                  </a:cubicBezTo>
                  <a:cubicBezTo>
                    <a:pt x="375" y="760"/>
                    <a:pt x="377" y="766"/>
                    <a:pt x="377" y="767"/>
                  </a:cubicBezTo>
                  <a:cubicBezTo>
                    <a:pt x="377" y="770"/>
                    <a:pt x="377" y="773"/>
                    <a:pt x="375" y="773"/>
                  </a:cubicBezTo>
                  <a:cubicBezTo>
                    <a:pt x="375" y="772"/>
                    <a:pt x="373" y="771"/>
                    <a:pt x="373" y="773"/>
                  </a:cubicBezTo>
                  <a:cubicBezTo>
                    <a:pt x="375" y="776"/>
                    <a:pt x="381" y="775"/>
                    <a:pt x="386" y="77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8" name="ïṡľïdè">
              <a:extLst>
                <a:ext uri="{FF2B5EF4-FFF2-40B4-BE49-F238E27FC236}">
                  <a16:creationId xmlns:a16="http://schemas.microsoft.com/office/drawing/2014/main" id="{9943B49F-5FE0-5CBE-ED6C-CA13A98D5905}"/>
                </a:ext>
              </a:extLst>
            </p:cNvPr>
            <p:cNvSpPr/>
            <p:nvPr/>
          </p:nvSpPr>
          <p:spPr bwMode="auto">
            <a:xfrm>
              <a:off x="4137528" y="707649"/>
              <a:ext cx="47627" cy="25214"/>
            </a:xfrm>
            <a:custGeom>
              <a:avLst/>
              <a:gdLst>
                <a:gd name="T0" fmla="*/ 16 w 23"/>
                <a:gd name="T1" fmla="*/ 0 h 12"/>
                <a:gd name="T2" fmla="*/ 20 w 23"/>
                <a:gd name="T3" fmla="*/ 11 h 12"/>
                <a:gd name="T4" fmla="*/ 0 w 23"/>
                <a:gd name="T5" fmla="*/ 6 h 12"/>
                <a:gd name="T6" fmla="*/ 16 w 2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2">
                  <a:moveTo>
                    <a:pt x="16" y="0"/>
                  </a:moveTo>
                  <a:cubicBezTo>
                    <a:pt x="16" y="5"/>
                    <a:pt x="23" y="4"/>
                    <a:pt x="20" y="11"/>
                  </a:cubicBezTo>
                  <a:cubicBezTo>
                    <a:pt x="10" y="12"/>
                    <a:pt x="4" y="10"/>
                    <a:pt x="0" y="6"/>
                  </a:cubicBezTo>
                  <a:cubicBezTo>
                    <a:pt x="3" y="1"/>
                    <a:pt x="10" y="1"/>
                    <a:pt x="16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69" name="îş1íḋé">
              <a:extLst>
                <a:ext uri="{FF2B5EF4-FFF2-40B4-BE49-F238E27FC236}">
                  <a16:creationId xmlns:a16="http://schemas.microsoft.com/office/drawing/2014/main" id="{5A91A47C-C617-497D-DEEF-839057F8EE76}"/>
                </a:ext>
              </a:extLst>
            </p:cNvPr>
            <p:cNvSpPr/>
            <p:nvPr/>
          </p:nvSpPr>
          <p:spPr bwMode="auto">
            <a:xfrm>
              <a:off x="4234180" y="755276"/>
              <a:ext cx="466461" cy="326383"/>
            </a:xfrm>
            <a:custGeom>
              <a:avLst/>
              <a:gdLst>
                <a:gd name="T0" fmla="*/ 22 w 224"/>
                <a:gd name="T1" fmla="*/ 9 h 157"/>
                <a:gd name="T2" fmla="*/ 29 w 224"/>
                <a:gd name="T3" fmla="*/ 7 h 157"/>
                <a:gd name="T4" fmla="*/ 29 w 224"/>
                <a:gd name="T5" fmla="*/ 11 h 157"/>
                <a:gd name="T6" fmla="*/ 29 w 224"/>
                <a:gd name="T7" fmla="*/ 18 h 157"/>
                <a:gd name="T8" fmla="*/ 35 w 224"/>
                <a:gd name="T9" fmla="*/ 33 h 157"/>
                <a:gd name="T10" fmla="*/ 48 w 224"/>
                <a:gd name="T11" fmla="*/ 9 h 157"/>
                <a:gd name="T12" fmla="*/ 65 w 224"/>
                <a:gd name="T13" fmla="*/ 7 h 157"/>
                <a:gd name="T14" fmla="*/ 76 w 224"/>
                <a:gd name="T15" fmla="*/ 25 h 157"/>
                <a:gd name="T16" fmla="*/ 89 w 224"/>
                <a:gd name="T17" fmla="*/ 22 h 157"/>
                <a:gd name="T18" fmla="*/ 107 w 224"/>
                <a:gd name="T19" fmla="*/ 20 h 157"/>
                <a:gd name="T20" fmla="*/ 115 w 224"/>
                <a:gd name="T21" fmla="*/ 27 h 157"/>
                <a:gd name="T22" fmla="*/ 122 w 224"/>
                <a:gd name="T23" fmla="*/ 31 h 157"/>
                <a:gd name="T24" fmla="*/ 126 w 224"/>
                <a:gd name="T25" fmla="*/ 33 h 157"/>
                <a:gd name="T26" fmla="*/ 143 w 224"/>
                <a:gd name="T27" fmla="*/ 37 h 157"/>
                <a:gd name="T28" fmla="*/ 158 w 224"/>
                <a:gd name="T29" fmla="*/ 44 h 157"/>
                <a:gd name="T30" fmla="*/ 163 w 224"/>
                <a:gd name="T31" fmla="*/ 50 h 157"/>
                <a:gd name="T32" fmla="*/ 174 w 224"/>
                <a:gd name="T33" fmla="*/ 59 h 157"/>
                <a:gd name="T34" fmla="*/ 167 w 224"/>
                <a:gd name="T35" fmla="*/ 74 h 157"/>
                <a:gd name="T36" fmla="*/ 184 w 224"/>
                <a:gd name="T37" fmla="*/ 76 h 157"/>
                <a:gd name="T38" fmla="*/ 188 w 224"/>
                <a:gd name="T39" fmla="*/ 85 h 157"/>
                <a:gd name="T40" fmla="*/ 202 w 224"/>
                <a:gd name="T41" fmla="*/ 87 h 157"/>
                <a:gd name="T42" fmla="*/ 212 w 224"/>
                <a:gd name="T43" fmla="*/ 96 h 157"/>
                <a:gd name="T44" fmla="*/ 216 w 224"/>
                <a:gd name="T45" fmla="*/ 104 h 157"/>
                <a:gd name="T46" fmla="*/ 206 w 224"/>
                <a:gd name="T47" fmla="*/ 117 h 157"/>
                <a:gd name="T48" fmla="*/ 193 w 224"/>
                <a:gd name="T49" fmla="*/ 115 h 157"/>
                <a:gd name="T50" fmla="*/ 182 w 224"/>
                <a:gd name="T51" fmla="*/ 104 h 157"/>
                <a:gd name="T52" fmla="*/ 173 w 224"/>
                <a:gd name="T53" fmla="*/ 113 h 157"/>
                <a:gd name="T54" fmla="*/ 186 w 224"/>
                <a:gd name="T55" fmla="*/ 121 h 157"/>
                <a:gd name="T56" fmla="*/ 193 w 224"/>
                <a:gd name="T57" fmla="*/ 134 h 157"/>
                <a:gd name="T58" fmla="*/ 188 w 224"/>
                <a:gd name="T59" fmla="*/ 147 h 157"/>
                <a:gd name="T60" fmla="*/ 163 w 224"/>
                <a:gd name="T61" fmla="*/ 137 h 157"/>
                <a:gd name="T62" fmla="*/ 171 w 224"/>
                <a:gd name="T63" fmla="*/ 147 h 157"/>
                <a:gd name="T64" fmla="*/ 180 w 224"/>
                <a:gd name="T65" fmla="*/ 152 h 157"/>
                <a:gd name="T66" fmla="*/ 171 w 224"/>
                <a:gd name="T67" fmla="*/ 152 h 157"/>
                <a:gd name="T68" fmla="*/ 150 w 224"/>
                <a:gd name="T69" fmla="*/ 145 h 157"/>
                <a:gd name="T70" fmla="*/ 139 w 224"/>
                <a:gd name="T71" fmla="*/ 139 h 157"/>
                <a:gd name="T72" fmla="*/ 133 w 224"/>
                <a:gd name="T73" fmla="*/ 130 h 157"/>
                <a:gd name="T74" fmla="*/ 122 w 224"/>
                <a:gd name="T75" fmla="*/ 109 h 157"/>
                <a:gd name="T76" fmla="*/ 124 w 224"/>
                <a:gd name="T77" fmla="*/ 104 h 157"/>
                <a:gd name="T78" fmla="*/ 128 w 224"/>
                <a:gd name="T79" fmla="*/ 96 h 157"/>
                <a:gd name="T80" fmla="*/ 133 w 224"/>
                <a:gd name="T81" fmla="*/ 87 h 157"/>
                <a:gd name="T82" fmla="*/ 128 w 224"/>
                <a:gd name="T83" fmla="*/ 76 h 157"/>
                <a:gd name="T84" fmla="*/ 120 w 224"/>
                <a:gd name="T85" fmla="*/ 70 h 157"/>
                <a:gd name="T86" fmla="*/ 115 w 224"/>
                <a:gd name="T87" fmla="*/ 70 h 157"/>
                <a:gd name="T88" fmla="*/ 107 w 224"/>
                <a:gd name="T89" fmla="*/ 68 h 157"/>
                <a:gd name="T90" fmla="*/ 92 w 224"/>
                <a:gd name="T91" fmla="*/ 52 h 157"/>
                <a:gd name="T92" fmla="*/ 78 w 224"/>
                <a:gd name="T93" fmla="*/ 55 h 157"/>
                <a:gd name="T94" fmla="*/ 65 w 224"/>
                <a:gd name="T95" fmla="*/ 55 h 157"/>
                <a:gd name="T96" fmla="*/ 50 w 224"/>
                <a:gd name="T97" fmla="*/ 55 h 157"/>
                <a:gd name="T98" fmla="*/ 22 w 224"/>
                <a:gd name="T99" fmla="*/ 50 h 157"/>
                <a:gd name="T100" fmla="*/ 9 w 224"/>
                <a:gd name="T101" fmla="*/ 42 h 157"/>
                <a:gd name="T102" fmla="*/ 5 w 224"/>
                <a:gd name="T103" fmla="*/ 33 h 157"/>
                <a:gd name="T104" fmla="*/ 7 w 224"/>
                <a:gd name="T105" fmla="*/ 25 h 157"/>
                <a:gd name="T106" fmla="*/ 145 w 224"/>
                <a:gd name="T107" fmla="*/ 107 h 157"/>
                <a:gd name="T108" fmla="*/ 154 w 224"/>
                <a:gd name="T109" fmla="*/ 100 h 157"/>
                <a:gd name="T110" fmla="*/ 145 w 224"/>
                <a:gd name="T111" fmla="*/ 10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4" h="157">
                  <a:moveTo>
                    <a:pt x="9" y="11"/>
                  </a:moveTo>
                  <a:cubicBezTo>
                    <a:pt x="12" y="16"/>
                    <a:pt x="19" y="4"/>
                    <a:pt x="22" y="9"/>
                  </a:cubicBezTo>
                  <a:cubicBezTo>
                    <a:pt x="24" y="9"/>
                    <a:pt x="23" y="5"/>
                    <a:pt x="24" y="5"/>
                  </a:cubicBezTo>
                  <a:cubicBezTo>
                    <a:pt x="26" y="4"/>
                    <a:pt x="27" y="7"/>
                    <a:pt x="29" y="7"/>
                  </a:cubicBezTo>
                  <a:cubicBezTo>
                    <a:pt x="32" y="7"/>
                    <a:pt x="32" y="0"/>
                    <a:pt x="37" y="5"/>
                  </a:cubicBezTo>
                  <a:cubicBezTo>
                    <a:pt x="36" y="13"/>
                    <a:pt x="32" y="7"/>
                    <a:pt x="29" y="11"/>
                  </a:cubicBezTo>
                  <a:cubicBezTo>
                    <a:pt x="28" y="12"/>
                    <a:pt x="33" y="12"/>
                    <a:pt x="33" y="12"/>
                  </a:cubicBezTo>
                  <a:cubicBezTo>
                    <a:pt x="32" y="15"/>
                    <a:pt x="30" y="15"/>
                    <a:pt x="29" y="18"/>
                  </a:cubicBezTo>
                  <a:cubicBezTo>
                    <a:pt x="29" y="21"/>
                    <a:pt x="31" y="22"/>
                    <a:pt x="31" y="24"/>
                  </a:cubicBezTo>
                  <a:cubicBezTo>
                    <a:pt x="32" y="27"/>
                    <a:pt x="30" y="33"/>
                    <a:pt x="35" y="33"/>
                  </a:cubicBezTo>
                  <a:cubicBezTo>
                    <a:pt x="39" y="32"/>
                    <a:pt x="35" y="22"/>
                    <a:pt x="37" y="18"/>
                  </a:cubicBezTo>
                  <a:cubicBezTo>
                    <a:pt x="46" y="20"/>
                    <a:pt x="45" y="13"/>
                    <a:pt x="48" y="9"/>
                  </a:cubicBezTo>
                  <a:cubicBezTo>
                    <a:pt x="50" y="13"/>
                    <a:pt x="55" y="5"/>
                    <a:pt x="57" y="11"/>
                  </a:cubicBezTo>
                  <a:cubicBezTo>
                    <a:pt x="61" y="11"/>
                    <a:pt x="59" y="5"/>
                    <a:pt x="65" y="7"/>
                  </a:cubicBezTo>
                  <a:cubicBezTo>
                    <a:pt x="64" y="14"/>
                    <a:pt x="69" y="15"/>
                    <a:pt x="74" y="16"/>
                  </a:cubicBezTo>
                  <a:cubicBezTo>
                    <a:pt x="72" y="22"/>
                    <a:pt x="73" y="21"/>
                    <a:pt x="76" y="25"/>
                  </a:cubicBezTo>
                  <a:cubicBezTo>
                    <a:pt x="78" y="23"/>
                    <a:pt x="80" y="23"/>
                    <a:pt x="83" y="25"/>
                  </a:cubicBezTo>
                  <a:cubicBezTo>
                    <a:pt x="87" y="27"/>
                    <a:pt x="87" y="23"/>
                    <a:pt x="89" y="22"/>
                  </a:cubicBezTo>
                  <a:cubicBezTo>
                    <a:pt x="91" y="21"/>
                    <a:pt x="94" y="23"/>
                    <a:pt x="94" y="20"/>
                  </a:cubicBezTo>
                  <a:cubicBezTo>
                    <a:pt x="100" y="22"/>
                    <a:pt x="102" y="22"/>
                    <a:pt x="107" y="20"/>
                  </a:cubicBezTo>
                  <a:cubicBezTo>
                    <a:pt x="107" y="24"/>
                    <a:pt x="112" y="22"/>
                    <a:pt x="111" y="22"/>
                  </a:cubicBezTo>
                  <a:cubicBezTo>
                    <a:pt x="113" y="23"/>
                    <a:pt x="113" y="26"/>
                    <a:pt x="115" y="27"/>
                  </a:cubicBezTo>
                  <a:cubicBezTo>
                    <a:pt x="116" y="28"/>
                    <a:pt x="119" y="29"/>
                    <a:pt x="120" y="29"/>
                  </a:cubicBezTo>
                  <a:cubicBezTo>
                    <a:pt x="121" y="30"/>
                    <a:pt x="120" y="31"/>
                    <a:pt x="122" y="31"/>
                  </a:cubicBezTo>
                  <a:cubicBezTo>
                    <a:pt x="126" y="31"/>
                    <a:pt x="121" y="34"/>
                    <a:pt x="124" y="37"/>
                  </a:cubicBezTo>
                  <a:cubicBezTo>
                    <a:pt x="125" y="38"/>
                    <a:pt x="126" y="34"/>
                    <a:pt x="126" y="33"/>
                  </a:cubicBezTo>
                  <a:cubicBezTo>
                    <a:pt x="129" y="35"/>
                    <a:pt x="129" y="38"/>
                    <a:pt x="133" y="39"/>
                  </a:cubicBezTo>
                  <a:cubicBezTo>
                    <a:pt x="137" y="39"/>
                    <a:pt x="139" y="37"/>
                    <a:pt x="143" y="37"/>
                  </a:cubicBezTo>
                  <a:cubicBezTo>
                    <a:pt x="142" y="44"/>
                    <a:pt x="154" y="40"/>
                    <a:pt x="154" y="46"/>
                  </a:cubicBezTo>
                  <a:cubicBezTo>
                    <a:pt x="156" y="46"/>
                    <a:pt x="157" y="46"/>
                    <a:pt x="158" y="44"/>
                  </a:cubicBezTo>
                  <a:cubicBezTo>
                    <a:pt x="160" y="45"/>
                    <a:pt x="161" y="48"/>
                    <a:pt x="161" y="52"/>
                  </a:cubicBezTo>
                  <a:cubicBezTo>
                    <a:pt x="163" y="52"/>
                    <a:pt x="163" y="51"/>
                    <a:pt x="163" y="50"/>
                  </a:cubicBezTo>
                  <a:cubicBezTo>
                    <a:pt x="166" y="52"/>
                    <a:pt x="168" y="56"/>
                    <a:pt x="174" y="55"/>
                  </a:cubicBezTo>
                  <a:cubicBezTo>
                    <a:pt x="173" y="57"/>
                    <a:pt x="172" y="59"/>
                    <a:pt x="174" y="59"/>
                  </a:cubicBezTo>
                  <a:cubicBezTo>
                    <a:pt x="176" y="62"/>
                    <a:pt x="169" y="65"/>
                    <a:pt x="174" y="66"/>
                  </a:cubicBezTo>
                  <a:cubicBezTo>
                    <a:pt x="172" y="69"/>
                    <a:pt x="167" y="69"/>
                    <a:pt x="167" y="74"/>
                  </a:cubicBezTo>
                  <a:cubicBezTo>
                    <a:pt x="171" y="81"/>
                    <a:pt x="180" y="72"/>
                    <a:pt x="182" y="80"/>
                  </a:cubicBezTo>
                  <a:cubicBezTo>
                    <a:pt x="184" y="79"/>
                    <a:pt x="183" y="77"/>
                    <a:pt x="184" y="76"/>
                  </a:cubicBezTo>
                  <a:cubicBezTo>
                    <a:pt x="186" y="76"/>
                    <a:pt x="185" y="80"/>
                    <a:pt x="186" y="81"/>
                  </a:cubicBezTo>
                  <a:cubicBezTo>
                    <a:pt x="186" y="81"/>
                    <a:pt x="188" y="85"/>
                    <a:pt x="188" y="85"/>
                  </a:cubicBezTo>
                  <a:cubicBezTo>
                    <a:pt x="190" y="85"/>
                    <a:pt x="192" y="81"/>
                    <a:pt x="191" y="89"/>
                  </a:cubicBezTo>
                  <a:cubicBezTo>
                    <a:pt x="196" y="89"/>
                    <a:pt x="197" y="86"/>
                    <a:pt x="202" y="87"/>
                  </a:cubicBezTo>
                  <a:cubicBezTo>
                    <a:pt x="203" y="88"/>
                    <a:pt x="204" y="90"/>
                    <a:pt x="204" y="93"/>
                  </a:cubicBezTo>
                  <a:cubicBezTo>
                    <a:pt x="208" y="93"/>
                    <a:pt x="214" y="91"/>
                    <a:pt x="212" y="96"/>
                  </a:cubicBezTo>
                  <a:cubicBezTo>
                    <a:pt x="219" y="93"/>
                    <a:pt x="215" y="97"/>
                    <a:pt x="221" y="98"/>
                  </a:cubicBezTo>
                  <a:cubicBezTo>
                    <a:pt x="224" y="102"/>
                    <a:pt x="215" y="104"/>
                    <a:pt x="216" y="104"/>
                  </a:cubicBezTo>
                  <a:cubicBezTo>
                    <a:pt x="214" y="105"/>
                    <a:pt x="217" y="106"/>
                    <a:pt x="217" y="106"/>
                  </a:cubicBezTo>
                  <a:cubicBezTo>
                    <a:pt x="213" y="111"/>
                    <a:pt x="209" y="110"/>
                    <a:pt x="206" y="117"/>
                  </a:cubicBezTo>
                  <a:cubicBezTo>
                    <a:pt x="204" y="117"/>
                    <a:pt x="203" y="117"/>
                    <a:pt x="202" y="119"/>
                  </a:cubicBezTo>
                  <a:cubicBezTo>
                    <a:pt x="201" y="118"/>
                    <a:pt x="193" y="118"/>
                    <a:pt x="193" y="115"/>
                  </a:cubicBezTo>
                  <a:cubicBezTo>
                    <a:pt x="193" y="111"/>
                    <a:pt x="184" y="115"/>
                    <a:pt x="186" y="107"/>
                  </a:cubicBezTo>
                  <a:cubicBezTo>
                    <a:pt x="182" y="108"/>
                    <a:pt x="182" y="106"/>
                    <a:pt x="182" y="104"/>
                  </a:cubicBezTo>
                  <a:cubicBezTo>
                    <a:pt x="179" y="104"/>
                    <a:pt x="177" y="104"/>
                    <a:pt x="174" y="104"/>
                  </a:cubicBezTo>
                  <a:cubicBezTo>
                    <a:pt x="170" y="103"/>
                    <a:pt x="174" y="110"/>
                    <a:pt x="173" y="113"/>
                  </a:cubicBezTo>
                  <a:cubicBezTo>
                    <a:pt x="173" y="117"/>
                    <a:pt x="178" y="117"/>
                    <a:pt x="178" y="121"/>
                  </a:cubicBezTo>
                  <a:cubicBezTo>
                    <a:pt x="182" y="118"/>
                    <a:pt x="185" y="125"/>
                    <a:pt x="186" y="121"/>
                  </a:cubicBezTo>
                  <a:cubicBezTo>
                    <a:pt x="188" y="123"/>
                    <a:pt x="189" y="127"/>
                    <a:pt x="189" y="132"/>
                  </a:cubicBezTo>
                  <a:cubicBezTo>
                    <a:pt x="189" y="134"/>
                    <a:pt x="193" y="133"/>
                    <a:pt x="193" y="134"/>
                  </a:cubicBezTo>
                  <a:cubicBezTo>
                    <a:pt x="196" y="138"/>
                    <a:pt x="191" y="147"/>
                    <a:pt x="191" y="150"/>
                  </a:cubicBezTo>
                  <a:cubicBezTo>
                    <a:pt x="187" y="152"/>
                    <a:pt x="189" y="148"/>
                    <a:pt x="188" y="147"/>
                  </a:cubicBezTo>
                  <a:cubicBezTo>
                    <a:pt x="185" y="145"/>
                    <a:pt x="179" y="146"/>
                    <a:pt x="178" y="141"/>
                  </a:cubicBezTo>
                  <a:cubicBezTo>
                    <a:pt x="171" y="142"/>
                    <a:pt x="172" y="135"/>
                    <a:pt x="163" y="137"/>
                  </a:cubicBezTo>
                  <a:cubicBezTo>
                    <a:pt x="164" y="141"/>
                    <a:pt x="170" y="138"/>
                    <a:pt x="171" y="141"/>
                  </a:cubicBezTo>
                  <a:cubicBezTo>
                    <a:pt x="164" y="147"/>
                    <a:pt x="177" y="144"/>
                    <a:pt x="171" y="147"/>
                  </a:cubicBezTo>
                  <a:cubicBezTo>
                    <a:pt x="171" y="149"/>
                    <a:pt x="176" y="149"/>
                    <a:pt x="178" y="150"/>
                  </a:cubicBezTo>
                  <a:cubicBezTo>
                    <a:pt x="179" y="151"/>
                    <a:pt x="178" y="152"/>
                    <a:pt x="180" y="152"/>
                  </a:cubicBezTo>
                  <a:cubicBezTo>
                    <a:pt x="183" y="152"/>
                    <a:pt x="184" y="153"/>
                    <a:pt x="184" y="156"/>
                  </a:cubicBezTo>
                  <a:cubicBezTo>
                    <a:pt x="178" y="157"/>
                    <a:pt x="175" y="155"/>
                    <a:pt x="171" y="152"/>
                  </a:cubicBezTo>
                  <a:cubicBezTo>
                    <a:pt x="168" y="151"/>
                    <a:pt x="163" y="151"/>
                    <a:pt x="160" y="148"/>
                  </a:cubicBezTo>
                  <a:cubicBezTo>
                    <a:pt x="157" y="147"/>
                    <a:pt x="153" y="145"/>
                    <a:pt x="150" y="145"/>
                  </a:cubicBezTo>
                  <a:cubicBezTo>
                    <a:pt x="148" y="145"/>
                    <a:pt x="148" y="142"/>
                    <a:pt x="147" y="141"/>
                  </a:cubicBezTo>
                  <a:cubicBezTo>
                    <a:pt x="144" y="140"/>
                    <a:pt x="141" y="141"/>
                    <a:pt x="139" y="139"/>
                  </a:cubicBezTo>
                  <a:cubicBezTo>
                    <a:pt x="137" y="138"/>
                    <a:pt x="139" y="135"/>
                    <a:pt x="137" y="134"/>
                  </a:cubicBezTo>
                  <a:cubicBezTo>
                    <a:pt x="136" y="132"/>
                    <a:pt x="132" y="134"/>
                    <a:pt x="133" y="130"/>
                  </a:cubicBezTo>
                  <a:cubicBezTo>
                    <a:pt x="125" y="130"/>
                    <a:pt x="125" y="122"/>
                    <a:pt x="120" y="119"/>
                  </a:cubicBezTo>
                  <a:cubicBezTo>
                    <a:pt x="122" y="118"/>
                    <a:pt x="120" y="112"/>
                    <a:pt x="122" y="109"/>
                  </a:cubicBezTo>
                  <a:cubicBezTo>
                    <a:pt x="123" y="109"/>
                    <a:pt x="126" y="110"/>
                    <a:pt x="126" y="109"/>
                  </a:cubicBezTo>
                  <a:cubicBezTo>
                    <a:pt x="126" y="108"/>
                    <a:pt x="123" y="106"/>
                    <a:pt x="124" y="104"/>
                  </a:cubicBezTo>
                  <a:cubicBezTo>
                    <a:pt x="124" y="103"/>
                    <a:pt x="128" y="104"/>
                    <a:pt x="128" y="104"/>
                  </a:cubicBezTo>
                  <a:cubicBezTo>
                    <a:pt x="129" y="103"/>
                    <a:pt x="127" y="98"/>
                    <a:pt x="128" y="96"/>
                  </a:cubicBezTo>
                  <a:cubicBezTo>
                    <a:pt x="128" y="96"/>
                    <a:pt x="131" y="97"/>
                    <a:pt x="132" y="96"/>
                  </a:cubicBezTo>
                  <a:cubicBezTo>
                    <a:pt x="134" y="94"/>
                    <a:pt x="131" y="89"/>
                    <a:pt x="133" y="87"/>
                  </a:cubicBezTo>
                  <a:cubicBezTo>
                    <a:pt x="133" y="85"/>
                    <a:pt x="130" y="85"/>
                    <a:pt x="128" y="85"/>
                  </a:cubicBezTo>
                  <a:cubicBezTo>
                    <a:pt x="128" y="82"/>
                    <a:pt x="128" y="79"/>
                    <a:pt x="128" y="76"/>
                  </a:cubicBezTo>
                  <a:cubicBezTo>
                    <a:pt x="126" y="76"/>
                    <a:pt x="125" y="76"/>
                    <a:pt x="124" y="78"/>
                  </a:cubicBezTo>
                  <a:cubicBezTo>
                    <a:pt x="121" y="76"/>
                    <a:pt x="123" y="72"/>
                    <a:pt x="120" y="70"/>
                  </a:cubicBezTo>
                  <a:cubicBezTo>
                    <a:pt x="120" y="70"/>
                    <a:pt x="118" y="72"/>
                    <a:pt x="117" y="72"/>
                  </a:cubicBezTo>
                  <a:cubicBezTo>
                    <a:pt x="117" y="72"/>
                    <a:pt x="115" y="70"/>
                    <a:pt x="115" y="70"/>
                  </a:cubicBezTo>
                  <a:cubicBezTo>
                    <a:pt x="114" y="70"/>
                    <a:pt x="112" y="67"/>
                    <a:pt x="111" y="66"/>
                  </a:cubicBezTo>
                  <a:cubicBezTo>
                    <a:pt x="110" y="66"/>
                    <a:pt x="109" y="69"/>
                    <a:pt x="107" y="68"/>
                  </a:cubicBezTo>
                  <a:cubicBezTo>
                    <a:pt x="107" y="68"/>
                    <a:pt x="104" y="64"/>
                    <a:pt x="100" y="65"/>
                  </a:cubicBezTo>
                  <a:cubicBezTo>
                    <a:pt x="108" y="56"/>
                    <a:pt x="90" y="61"/>
                    <a:pt x="92" y="52"/>
                  </a:cubicBezTo>
                  <a:cubicBezTo>
                    <a:pt x="88" y="52"/>
                    <a:pt x="83" y="52"/>
                    <a:pt x="83" y="57"/>
                  </a:cubicBezTo>
                  <a:cubicBezTo>
                    <a:pt x="80" y="59"/>
                    <a:pt x="78" y="55"/>
                    <a:pt x="78" y="55"/>
                  </a:cubicBezTo>
                  <a:cubicBezTo>
                    <a:pt x="76" y="55"/>
                    <a:pt x="75" y="57"/>
                    <a:pt x="72" y="57"/>
                  </a:cubicBezTo>
                  <a:cubicBezTo>
                    <a:pt x="69" y="57"/>
                    <a:pt x="68" y="55"/>
                    <a:pt x="65" y="55"/>
                  </a:cubicBezTo>
                  <a:cubicBezTo>
                    <a:pt x="61" y="55"/>
                    <a:pt x="61" y="57"/>
                    <a:pt x="57" y="57"/>
                  </a:cubicBezTo>
                  <a:cubicBezTo>
                    <a:pt x="53" y="57"/>
                    <a:pt x="52" y="56"/>
                    <a:pt x="50" y="55"/>
                  </a:cubicBezTo>
                  <a:cubicBezTo>
                    <a:pt x="41" y="55"/>
                    <a:pt x="34" y="56"/>
                    <a:pt x="25" y="53"/>
                  </a:cubicBezTo>
                  <a:cubicBezTo>
                    <a:pt x="24" y="53"/>
                    <a:pt x="22" y="50"/>
                    <a:pt x="22" y="50"/>
                  </a:cubicBezTo>
                  <a:cubicBezTo>
                    <a:pt x="18" y="49"/>
                    <a:pt x="15" y="51"/>
                    <a:pt x="16" y="46"/>
                  </a:cubicBezTo>
                  <a:cubicBezTo>
                    <a:pt x="13" y="46"/>
                    <a:pt x="7" y="48"/>
                    <a:pt x="9" y="42"/>
                  </a:cubicBezTo>
                  <a:cubicBezTo>
                    <a:pt x="15" y="44"/>
                    <a:pt x="16" y="40"/>
                    <a:pt x="20" y="39"/>
                  </a:cubicBezTo>
                  <a:cubicBezTo>
                    <a:pt x="17" y="35"/>
                    <a:pt x="7" y="38"/>
                    <a:pt x="5" y="33"/>
                  </a:cubicBezTo>
                  <a:cubicBezTo>
                    <a:pt x="3" y="33"/>
                    <a:pt x="3" y="34"/>
                    <a:pt x="3" y="35"/>
                  </a:cubicBezTo>
                  <a:cubicBezTo>
                    <a:pt x="0" y="34"/>
                    <a:pt x="5" y="27"/>
                    <a:pt x="7" y="25"/>
                  </a:cubicBezTo>
                  <a:cubicBezTo>
                    <a:pt x="5" y="19"/>
                    <a:pt x="10" y="17"/>
                    <a:pt x="9" y="11"/>
                  </a:cubicBezTo>
                  <a:close/>
                  <a:moveTo>
                    <a:pt x="145" y="107"/>
                  </a:moveTo>
                  <a:cubicBezTo>
                    <a:pt x="145" y="103"/>
                    <a:pt x="154" y="107"/>
                    <a:pt x="158" y="106"/>
                  </a:cubicBezTo>
                  <a:cubicBezTo>
                    <a:pt x="158" y="102"/>
                    <a:pt x="155" y="102"/>
                    <a:pt x="154" y="100"/>
                  </a:cubicBezTo>
                  <a:cubicBezTo>
                    <a:pt x="152" y="97"/>
                    <a:pt x="147" y="99"/>
                    <a:pt x="143" y="96"/>
                  </a:cubicBezTo>
                  <a:cubicBezTo>
                    <a:pt x="144" y="100"/>
                    <a:pt x="141" y="107"/>
                    <a:pt x="145" y="107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0" name="iSļîḍé">
              <a:extLst>
                <a:ext uri="{FF2B5EF4-FFF2-40B4-BE49-F238E27FC236}">
                  <a16:creationId xmlns:a16="http://schemas.microsoft.com/office/drawing/2014/main" id="{A817FAC3-5593-CE17-3C9C-EBA733F90726}"/>
                </a:ext>
              </a:extLst>
            </p:cNvPr>
            <p:cNvSpPr/>
            <p:nvPr/>
          </p:nvSpPr>
          <p:spPr bwMode="auto">
            <a:xfrm>
              <a:off x="3778927" y="772085"/>
              <a:ext cx="287161" cy="145681"/>
            </a:xfrm>
            <a:custGeom>
              <a:avLst/>
              <a:gdLst>
                <a:gd name="T0" fmla="*/ 15 w 138"/>
                <a:gd name="T1" fmla="*/ 53 h 70"/>
                <a:gd name="T2" fmla="*/ 17 w 138"/>
                <a:gd name="T3" fmla="*/ 47 h 70"/>
                <a:gd name="T4" fmla="*/ 24 w 138"/>
                <a:gd name="T5" fmla="*/ 45 h 70"/>
                <a:gd name="T6" fmla="*/ 28 w 138"/>
                <a:gd name="T7" fmla="*/ 44 h 70"/>
                <a:gd name="T8" fmla="*/ 49 w 138"/>
                <a:gd name="T9" fmla="*/ 42 h 70"/>
                <a:gd name="T10" fmla="*/ 28 w 138"/>
                <a:gd name="T11" fmla="*/ 40 h 70"/>
                <a:gd name="T12" fmla="*/ 26 w 138"/>
                <a:gd name="T13" fmla="*/ 38 h 70"/>
                <a:gd name="T14" fmla="*/ 21 w 138"/>
                <a:gd name="T15" fmla="*/ 40 h 70"/>
                <a:gd name="T16" fmla="*/ 10 w 138"/>
                <a:gd name="T17" fmla="*/ 38 h 70"/>
                <a:gd name="T18" fmla="*/ 19 w 138"/>
                <a:gd name="T19" fmla="*/ 31 h 70"/>
                <a:gd name="T20" fmla="*/ 24 w 138"/>
                <a:gd name="T21" fmla="*/ 31 h 70"/>
                <a:gd name="T22" fmla="*/ 4 w 138"/>
                <a:gd name="T23" fmla="*/ 27 h 70"/>
                <a:gd name="T24" fmla="*/ 0 w 138"/>
                <a:gd name="T25" fmla="*/ 21 h 70"/>
                <a:gd name="T26" fmla="*/ 10 w 138"/>
                <a:gd name="T27" fmla="*/ 14 h 70"/>
                <a:gd name="T28" fmla="*/ 10 w 138"/>
                <a:gd name="T29" fmla="*/ 12 h 70"/>
                <a:gd name="T30" fmla="*/ 28 w 138"/>
                <a:gd name="T31" fmla="*/ 4 h 70"/>
                <a:gd name="T32" fmla="*/ 34 w 138"/>
                <a:gd name="T33" fmla="*/ 1 h 70"/>
                <a:gd name="T34" fmla="*/ 37 w 138"/>
                <a:gd name="T35" fmla="*/ 3 h 70"/>
                <a:gd name="T36" fmla="*/ 41 w 138"/>
                <a:gd name="T37" fmla="*/ 10 h 70"/>
                <a:gd name="T38" fmla="*/ 37 w 138"/>
                <a:gd name="T39" fmla="*/ 12 h 70"/>
                <a:gd name="T40" fmla="*/ 41 w 138"/>
                <a:gd name="T41" fmla="*/ 14 h 70"/>
                <a:gd name="T42" fmla="*/ 43 w 138"/>
                <a:gd name="T43" fmla="*/ 10 h 70"/>
                <a:gd name="T44" fmla="*/ 54 w 138"/>
                <a:gd name="T45" fmla="*/ 8 h 70"/>
                <a:gd name="T46" fmla="*/ 60 w 138"/>
                <a:gd name="T47" fmla="*/ 17 h 70"/>
                <a:gd name="T48" fmla="*/ 67 w 138"/>
                <a:gd name="T49" fmla="*/ 14 h 70"/>
                <a:gd name="T50" fmla="*/ 73 w 138"/>
                <a:gd name="T51" fmla="*/ 8 h 70"/>
                <a:gd name="T52" fmla="*/ 79 w 138"/>
                <a:gd name="T53" fmla="*/ 10 h 70"/>
                <a:gd name="T54" fmla="*/ 80 w 138"/>
                <a:gd name="T55" fmla="*/ 17 h 70"/>
                <a:gd name="T56" fmla="*/ 84 w 138"/>
                <a:gd name="T57" fmla="*/ 25 h 70"/>
                <a:gd name="T58" fmla="*/ 92 w 138"/>
                <a:gd name="T59" fmla="*/ 19 h 70"/>
                <a:gd name="T60" fmla="*/ 86 w 138"/>
                <a:gd name="T61" fmla="*/ 16 h 70"/>
                <a:gd name="T62" fmla="*/ 86 w 138"/>
                <a:gd name="T63" fmla="*/ 4 h 70"/>
                <a:gd name="T64" fmla="*/ 93 w 138"/>
                <a:gd name="T65" fmla="*/ 3 h 70"/>
                <a:gd name="T66" fmla="*/ 101 w 138"/>
                <a:gd name="T67" fmla="*/ 16 h 70"/>
                <a:gd name="T68" fmla="*/ 106 w 138"/>
                <a:gd name="T69" fmla="*/ 19 h 70"/>
                <a:gd name="T70" fmla="*/ 110 w 138"/>
                <a:gd name="T71" fmla="*/ 25 h 70"/>
                <a:gd name="T72" fmla="*/ 108 w 138"/>
                <a:gd name="T73" fmla="*/ 31 h 70"/>
                <a:gd name="T74" fmla="*/ 114 w 138"/>
                <a:gd name="T75" fmla="*/ 38 h 70"/>
                <a:gd name="T76" fmla="*/ 131 w 138"/>
                <a:gd name="T77" fmla="*/ 40 h 70"/>
                <a:gd name="T78" fmla="*/ 136 w 138"/>
                <a:gd name="T79" fmla="*/ 45 h 70"/>
                <a:gd name="T80" fmla="*/ 138 w 138"/>
                <a:gd name="T81" fmla="*/ 49 h 70"/>
                <a:gd name="T82" fmla="*/ 123 w 138"/>
                <a:gd name="T83" fmla="*/ 49 h 70"/>
                <a:gd name="T84" fmla="*/ 127 w 138"/>
                <a:gd name="T85" fmla="*/ 62 h 70"/>
                <a:gd name="T86" fmla="*/ 106 w 138"/>
                <a:gd name="T87" fmla="*/ 62 h 70"/>
                <a:gd name="T88" fmla="*/ 80 w 138"/>
                <a:gd name="T89" fmla="*/ 62 h 70"/>
                <a:gd name="T90" fmla="*/ 71 w 138"/>
                <a:gd name="T91" fmla="*/ 64 h 70"/>
                <a:gd name="T92" fmla="*/ 69 w 138"/>
                <a:gd name="T93" fmla="*/ 68 h 70"/>
                <a:gd name="T94" fmla="*/ 45 w 138"/>
                <a:gd name="T95" fmla="*/ 68 h 70"/>
                <a:gd name="T96" fmla="*/ 37 w 138"/>
                <a:gd name="T97" fmla="*/ 57 h 70"/>
                <a:gd name="T98" fmla="*/ 23 w 138"/>
                <a:gd name="T99" fmla="*/ 53 h 70"/>
                <a:gd name="T100" fmla="*/ 21 w 138"/>
                <a:gd name="T101" fmla="*/ 55 h 70"/>
                <a:gd name="T102" fmla="*/ 21 w 138"/>
                <a:gd name="T103" fmla="*/ 51 h 70"/>
                <a:gd name="T104" fmla="*/ 15 w 138"/>
                <a:gd name="T105" fmla="*/ 5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8" h="70">
                  <a:moveTo>
                    <a:pt x="15" y="53"/>
                  </a:moveTo>
                  <a:cubicBezTo>
                    <a:pt x="11" y="53"/>
                    <a:pt x="16" y="48"/>
                    <a:pt x="17" y="47"/>
                  </a:cubicBezTo>
                  <a:cubicBezTo>
                    <a:pt x="17" y="45"/>
                    <a:pt x="22" y="46"/>
                    <a:pt x="24" y="45"/>
                  </a:cubicBezTo>
                  <a:cubicBezTo>
                    <a:pt x="26" y="45"/>
                    <a:pt x="26" y="44"/>
                    <a:pt x="28" y="44"/>
                  </a:cubicBezTo>
                  <a:cubicBezTo>
                    <a:pt x="35" y="43"/>
                    <a:pt x="44" y="46"/>
                    <a:pt x="49" y="42"/>
                  </a:cubicBezTo>
                  <a:cubicBezTo>
                    <a:pt x="47" y="37"/>
                    <a:pt x="35" y="42"/>
                    <a:pt x="28" y="40"/>
                  </a:cubicBezTo>
                  <a:cubicBezTo>
                    <a:pt x="27" y="40"/>
                    <a:pt x="26" y="38"/>
                    <a:pt x="26" y="38"/>
                  </a:cubicBezTo>
                  <a:cubicBezTo>
                    <a:pt x="25" y="38"/>
                    <a:pt x="23" y="40"/>
                    <a:pt x="21" y="40"/>
                  </a:cubicBezTo>
                  <a:cubicBezTo>
                    <a:pt x="17" y="40"/>
                    <a:pt x="13" y="37"/>
                    <a:pt x="10" y="38"/>
                  </a:cubicBezTo>
                  <a:cubicBezTo>
                    <a:pt x="5" y="32"/>
                    <a:pt x="19" y="34"/>
                    <a:pt x="19" y="31"/>
                  </a:cubicBezTo>
                  <a:cubicBezTo>
                    <a:pt x="19" y="27"/>
                    <a:pt x="23" y="30"/>
                    <a:pt x="24" y="31"/>
                  </a:cubicBezTo>
                  <a:cubicBezTo>
                    <a:pt x="24" y="20"/>
                    <a:pt x="13" y="30"/>
                    <a:pt x="4" y="27"/>
                  </a:cubicBezTo>
                  <a:cubicBezTo>
                    <a:pt x="0" y="24"/>
                    <a:pt x="8" y="21"/>
                    <a:pt x="0" y="21"/>
                  </a:cubicBezTo>
                  <a:cubicBezTo>
                    <a:pt x="2" y="18"/>
                    <a:pt x="2" y="12"/>
                    <a:pt x="10" y="14"/>
                  </a:cubicBezTo>
                  <a:cubicBezTo>
                    <a:pt x="12" y="14"/>
                    <a:pt x="10" y="11"/>
                    <a:pt x="10" y="12"/>
                  </a:cubicBezTo>
                  <a:cubicBezTo>
                    <a:pt x="13" y="7"/>
                    <a:pt x="21" y="6"/>
                    <a:pt x="28" y="4"/>
                  </a:cubicBezTo>
                  <a:cubicBezTo>
                    <a:pt x="30" y="3"/>
                    <a:pt x="30" y="0"/>
                    <a:pt x="34" y="1"/>
                  </a:cubicBezTo>
                  <a:cubicBezTo>
                    <a:pt x="34" y="3"/>
                    <a:pt x="36" y="2"/>
                    <a:pt x="37" y="3"/>
                  </a:cubicBezTo>
                  <a:cubicBezTo>
                    <a:pt x="37" y="7"/>
                    <a:pt x="34" y="10"/>
                    <a:pt x="41" y="10"/>
                  </a:cubicBezTo>
                  <a:cubicBezTo>
                    <a:pt x="41" y="12"/>
                    <a:pt x="39" y="11"/>
                    <a:pt x="37" y="12"/>
                  </a:cubicBezTo>
                  <a:cubicBezTo>
                    <a:pt x="37" y="13"/>
                    <a:pt x="40" y="14"/>
                    <a:pt x="41" y="14"/>
                  </a:cubicBezTo>
                  <a:cubicBezTo>
                    <a:pt x="43" y="13"/>
                    <a:pt x="42" y="10"/>
                    <a:pt x="43" y="10"/>
                  </a:cubicBezTo>
                  <a:cubicBezTo>
                    <a:pt x="47" y="8"/>
                    <a:pt x="50" y="9"/>
                    <a:pt x="54" y="8"/>
                  </a:cubicBezTo>
                  <a:cubicBezTo>
                    <a:pt x="56" y="11"/>
                    <a:pt x="60" y="12"/>
                    <a:pt x="60" y="17"/>
                  </a:cubicBezTo>
                  <a:cubicBezTo>
                    <a:pt x="64" y="17"/>
                    <a:pt x="62" y="12"/>
                    <a:pt x="67" y="14"/>
                  </a:cubicBezTo>
                  <a:cubicBezTo>
                    <a:pt x="69" y="12"/>
                    <a:pt x="71" y="10"/>
                    <a:pt x="73" y="8"/>
                  </a:cubicBezTo>
                  <a:cubicBezTo>
                    <a:pt x="74" y="9"/>
                    <a:pt x="76" y="10"/>
                    <a:pt x="79" y="10"/>
                  </a:cubicBezTo>
                  <a:cubicBezTo>
                    <a:pt x="80" y="13"/>
                    <a:pt x="79" y="15"/>
                    <a:pt x="80" y="17"/>
                  </a:cubicBezTo>
                  <a:cubicBezTo>
                    <a:pt x="81" y="20"/>
                    <a:pt x="86" y="20"/>
                    <a:pt x="84" y="25"/>
                  </a:cubicBezTo>
                  <a:cubicBezTo>
                    <a:pt x="88" y="24"/>
                    <a:pt x="88" y="20"/>
                    <a:pt x="92" y="19"/>
                  </a:cubicBezTo>
                  <a:cubicBezTo>
                    <a:pt x="91" y="17"/>
                    <a:pt x="87" y="17"/>
                    <a:pt x="86" y="16"/>
                  </a:cubicBezTo>
                  <a:cubicBezTo>
                    <a:pt x="84" y="12"/>
                    <a:pt x="87" y="9"/>
                    <a:pt x="86" y="4"/>
                  </a:cubicBezTo>
                  <a:cubicBezTo>
                    <a:pt x="89" y="5"/>
                    <a:pt x="90" y="2"/>
                    <a:pt x="93" y="3"/>
                  </a:cubicBezTo>
                  <a:cubicBezTo>
                    <a:pt x="94" y="6"/>
                    <a:pt x="98" y="11"/>
                    <a:pt x="101" y="16"/>
                  </a:cubicBezTo>
                  <a:cubicBezTo>
                    <a:pt x="101" y="16"/>
                    <a:pt x="105" y="24"/>
                    <a:pt x="106" y="19"/>
                  </a:cubicBezTo>
                  <a:cubicBezTo>
                    <a:pt x="109" y="20"/>
                    <a:pt x="107" y="25"/>
                    <a:pt x="110" y="25"/>
                  </a:cubicBezTo>
                  <a:cubicBezTo>
                    <a:pt x="110" y="28"/>
                    <a:pt x="110" y="30"/>
                    <a:pt x="108" y="31"/>
                  </a:cubicBezTo>
                  <a:cubicBezTo>
                    <a:pt x="109" y="34"/>
                    <a:pt x="116" y="32"/>
                    <a:pt x="114" y="38"/>
                  </a:cubicBezTo>
                  <a:cubicBezTo>
                    <a:pt x="121" y="34"/>
                    <a:pt x="121" y="41"/>
                    <a:pt x="131" y="40"/>
                  </a:cubicBezTo>
                  <a:cubicBezTo>
                    <a:pt x="127" y="47"/>
                    <a:pt x="135" y="44"/>
                    <a:pt x="136" y="45"/>
                  </a:cubicBezTo>
                  <a:cubicBezTo>
                    <a:pt x="137" y="46"/>
                    <a:pt x="133" y="51"/>
                    <a:pt x="138" y="49"/>
                  </a:cubicBezTo>
                  <a:cubicBezTo>
                    <a:pt x="135" y="58"/>
                    <a:pt x="131" y="47"/>
                    <a:pt x="123" y="49"/>
                  </a:cubicBezTo>
                  <a:cubicBezTo>
                    <a:pt x="121" y="56"/>
                    <a:pt x="130" y="54"/>
                    <a:pt x="127" y="62"/>
                  </a:cubicBezTo>
                  <a:cubicBezTo>
                    <a:pt x="120" y="64"/>
                    <a:pt x="112" y="66"/>
                    <a:pt x="106" y="62"/>
                  </a:cubicBezTo>
                  <a:cubicBezTo>
                    <a:pt x="100" y="58"/>
                    <a:pt x="88" y="57"/>
                    <a:pt x="80" y="62"/>
                  </a:cubicBezTo>
                  <a:cubicBezTo>
                    <a:pt x="78" y="63"/>
                    <a:pt x="76" y="62"/>
                    <a:pt x="71" y="64"/>
                  </a:cubicBezTo>
                  <a:cubicBezTo>
                    <a:pt x="69" y="65"/>
                    <a:pt x="69" y="66"/>
                    <a:pt x="69" y="68"/>
                  </a:cubicBezTo>
                  <a:cubicBezTo>
                    <a:pt x="64" y="65"/>
                    <a:pt x="54" y="70"/>
                    <a:pt x="45" y="68"/>
                  </a:cubicBezTo>
                  <a:cubicBezTo>
                    <a:pt x="43" y="64"/>
                    <a:pt x="40" y="61"/>
                    <a:pt x="37" y="57"/>
                  </a:cubicBezTo>
                  <a:cubicBezTo>
                    <a:pt x="32" y="56"/>
                    <a:pt x="23" y="59"/>
                    <a:pt x="23" y="53"/>
                  </a:cubicBezTo>
                  <a:cubicBezTo>
                    <a:pt x="21" y="53"/>
                    <a:pt x="21" y="54"/>
                    <a:pt x="21" y="55"/>
                  </a:cubicBezTo>
                  <a:cubicBezTo>
                    <a:pt x="18" y="54"/>
                    <a:pt x="19" y="51"/>
                    <a:pt x="21" y="51"/>
                  </a:cubicBezTo>
                  <a:cubicBezTo>
                    <a:pt x="21" y="47"/>
                    <a:pt x="15" y="51"/>
                    <a:pt x="15" y="5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1" name="íŝ1iďê">
              <a:extLst>
                <a:ext uri="{FF2B5EF4-FFF2-40B4-BE49-F238E27FC236}">
                  <a16:creationId xmlns:a16="http://schemas.microsoft.com/office/drawing/2014/main" id="{D1A4D62C-2235-F172-1176-28427EF3A0C1}"/>
                </a:ext>
              </a:extLst>
            </p:cNvPr>
            <p:cNvSpPr/>
            <p:nvPr/>
          </p:nvSpPr>
          <p:spPr bwMode="auto">
            <a:xfrm>
              <a:off x="3011299" y="807105"/>
              <a:ext cx="2054948" cy="2382730"/>
            </a:xfrm>
            <a:custGeom>
              <a:avLst/>
              <a:gdLst>
                <a:gd name="T0" fmla="*/ 647 w 988"/>
                <a:gd name="T1" fmla="*/ 75 h 1146"/>
                <a:gd name="T2" fmla="*/ 582 w 988"/>
                <a:gd name="T3" fmla="*/ 120 h 1146"/>
                <a:gd name="T4" fmla="*/ 574 w 988"/>
                <a:gd name="T5" fmla="*/ 187 h 1146"/>
                <a:gd name="T6" fmla="*/ 654 w 988"/>
                <a:gd name="T7" fmla="*/ 241 h 1146"/>
                <a:gd name="T8" fmla="*/ 680 w 988"/>
                <a:gd name="T9" fmla="*/ 168 h 1146"/>
                <a:gd name="T10" fmla="*/ 748 w 988"/>
                <a:gd name="T11" fmla="*/ 166 h 1146"/>
                <a:gd name="T12" fmla="*/ 809 w 988"/>
                <a:gd name="T13" fmla="*/ 183 h 1146"/>
                <a:gd name="T14" fmla="*/ 833 w 988"/>
                <a:gd name="T15" fmla="*/ 247 h 1146"/>
                <a:gd name="T16" fmla="*/ 757 w 988"/>
                <a:gd name="T17" fmla="*/ 274 h 1146"/>
                <a:gd name="T18" fmla="*/ 804 w 988"/>
                <a:gd name="T19" fmla="*/ 302 h 1146"/>
                <a:gd name="T20" fmla="*/ 785 w 988"/>
                <a:gd name="T21" fmla="*/ 312 h 1146"/>
                <a:gd name="T22" fmla="*/ 701 w 988"/>
                <a:gd name="T23" fmla="*/ 373 h 1146"/>
                <a:gd name="T24" fmla="*/ 666 w 988"/>
                <a:gd name="T25" fmla="*/ 478 h 1146"/>
                <a:gd name="T26" fmla="*/ 593 w 988"/>
                <a:gd name="T27" fmla="*/ 437 h 1146"/>
                <a:gd name="T28" fmla="*/ 535 w 988"/>
                <a:gd name="T29" fmla="*/ 515 h 1146"/>
                <a:gd name="T30" fmla="*/ 600 w 988"/>
                <a:gd name="T31" fmla="*/ 547 h 1146"/>
                <a:gd name="T32" fmla="*/ 692 w 988"/>
                <a:gd name="T33" fmla="*/ 608 h 1146"/>
                <a:gd name="T34" fmla="*/ 766 w 988"/>
                <a:gd name="T35" fmla="*/ 597 h 1146"/>
                <a:gd name="T36" fmla="*/ 884 w 988"/>
                <a:gd name="T37" fmla="*/ 647 h 1146"/>
                <a:gd name="T38" fmla="*/ 988 w 988"/>
                <a:gd name="T39" fmla="*/ 711 h 1146"/>
                <a:gd name="T40" fmla="*/ 943 w 988"/>
                <a:gd name="T41" fmla="*/ 854 h 1146"/>
                <a:gd name="T42" fmla="*/ 885 w 988"/>
                <a:gd name="T43" fmla="*/ 918 h 1146"/>
                <a:gd name="T44" fmla="*/ 830 w 988"/>
                <a:gd name="T45" fmla="*/ 979 h 1146"/>
                <a:gd name="T46" fmla="*/ 779 w 988"/>
                <a:gd name="T47" fmla="*/ 1037 h 1146"/>
                <a:gd name="T48" fmla="*/ 757 w 988"/>
                <a:gd name="T49" fmla="*/ 1082 h 1146"/>
                <a:gd name="T50" fmla="*/ 716 w 988"/>
                <a:gd name="T51" fmla="*/ 1126 h 1146"/>
                <a:gd name="T52" fmla="*/ 703 w 988"/>
                <a:gd name="T53" fmla="*/ 1065 h 1146"/>
                <a:gd name="T54" fmla="*/ 735 w 988"/>
                <a:gd name="T55" fmla="*/ 936 h 1146"/>
                <a:gd name="T56" fmla="*/ 731 w 988"/>
                <a:gd name="T57" fmla="*/ 813 h 1146"/>
                <a:gd name="T58" fmla="*/ 666 w 988"/>
                <a:gd name="T59" fmla="*/ 729 h 1146"/>
                <a:gd name="T60" fmla="*/ 679 w 988"/>
                <a:gd name="T61" fmla="*/ 660 h 1146"/>
                <a:gd name="T62" fmla="*/ 621 w 988"/>
                <a:gd name="T63" fmla="*/ 588 h 1146"/>
                <a:gd name="T64" fmla="*/ 559 w 988"/>
                <a:gd name="T65" fmla="*/ 550 h 1146"/>
                <a:gd name="T66" fmla="*/ 464 w 988"/>
                <a:gd name="T67" fmla="*/ 496 h 1146"/>
                <a:gd name="T68" fmla="*/ 410 w 988"/>
                <a:gd name="T69" fmla="*/ 440 h 1146"/>
                <a:gd name="T70" fmla="*/ 410 w 988"/>
                <a:gd name="T71" fmla="*/ 463 h 1146"/>
                <a:gd name="T72" fmla="*/ 354 w 988"/>
                <a:gd name="T73" fmla="*/ 392 h 1146"/>
                <a:gd name="T74" fmla="*/ 319 w 988"/>
                <a:gd name="T75" fmla="*/ 267 h 1146"/>
                <a:gd name="T76" fmla="*/ 298 w 988"/>
                <a:gd name="T77" fmla="*/ 233 h 1146"/>
                <a:gd name="T78" fmla="*/ 244 w 988"/>
                <a:gd name="T79" fmla="*/ 174 h 1146"/>
                <a:gd name="T80" fmla="*/ 151 w 988"/>
                <a:gd name="T81" fmla="*/ 144 h 1146"/>
                <a:gd name="T82" fmla="*/ 105 w 988"/>
                <a:gd name="T83" fmla="*/ 168 h 1146"/>
                <a:gd name="T84" fmla="*/ 58 w 988"/>
                <a:gd name="T85" fmla="*/ 198 h 1146"/>
                <a:gd name="T86" fmla="*/ 24 w 988"/>
                <a:gd name="T87" fmla="*/ 153 h 1146"/>
                <a:gd name="T88" fmla="*/ 9 w 988"/>
                <a:gd name="T89" fmla="*/ 97 h 1146"/>
                <a:gd name="T90" fmla="*/ 28 w 988"/>
                <a:gd name="T91" fmla="*/ 62 h 1146"/>
                <a:gd name="T92" fmla="*/ 95 w 988"/>
                <a:gd name="T93" fmla="*/ 21 h 1146"/>
                <a:gd name="T94" fmla="*/ 255 w 988"/>
                <a:gd name="T95" fmla="*/ 38 h 1146"/>
                <a:gd name="T96" fmla="*/ 332 w 988"/>
                <a:gd name="T97" fmla="*/ 41 h 1146"/>
                <a:gd name="T98" fmla="*/ 451 w 988"/>
                <a:gd name="T99" fmla="*/ 73 h 1146"/>
                <a:gd name="T100" fmla="*/ 537 w 988"/>
                <a:gd name="T101" fmla="*/ 53 h 1146"/>
                <a:gd name="T102" fmla="*/ 561 w 988"/>
                <a:gd name="T103" fmla="*/ 12 h 1146"/>
                <a:gd name="T104" fmla="*/ 606 w 988"/>
                <a:gd name="T105" fmla="*/ 51 h 1146"/>
                <a:gd name="T106" fmla="*/ 324 w 988"/>
                <a:gd name="T107" fmla="*/ 86 h 1146"/>
                <a:gd name="T108" fmla="*/ 418 w 988"/>
                <a:gd name="T109" fmla="*/ 135 h 1146"/>
                <a:gd name="T110" fmla="*/ 403 w 988"/>
                <a:gd name="T111" fmla="*/ 133 h 1146"/>
                <a:gd name="T112" fmla="*/ 533 w 988"/>
                <a:gd name="T113" fmla="*/ 250 h 1146"/>
                <a:gd name="T114" fmla="*/ 576 w 988"/>
                <a:gd name="T115" fmla="*/ 295 h 1146"/>
                <a:gd name="T116" fmla="*/ 613 w 988"/>
                <a:gd name="T117" fmla="*/ 271 h 1146"/>
                <a:gd name="T118" fmla="*/ 606 w 988"/>
                <a:gd name="T119" fmla="*/ 340 h 1146"/>
                <a:gd name="T120" fmla="*/ 671 w 988"/>
                <a:gd name="T121" fmla="*/ 317 h 1146"/>
                <a:gd name="T122" fmla="*/ 653 w 988"/>
                <a:gd name="T123" fmla="*/ 338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88" h="1146">
                  <a:moveTo>
                    <a:pt x="602" y="62"/>
                  </a:moveTo>
                  <a:cubicBezTo>
                    <a:pt x="603" y="66"/>
                    <a:pt x="608" y="59"/>
                    <a:pt x="606" y="68"/>
                  </a:cubicBezTo>
                  <a:cubicBezTo>
                    <a:pt x="608" y="68"/>
                    <a:pt x="610" y="68"/>
                    <a:pt x="612" y="68"/>
                  </a:cubicBezTo>
                  <a:cubicBezTo>
                    <a:pt x="614" y="66"/>
                    <a:pt x="616" y="63"/>
                    <a:pt x="615" y="58"/>
                  </a:cubicBezTo>
                  <a:cubicBezTo>
                    <a:pt x="618" y="57"/>
                    <a:pt x="619" y="56"/>
                    <a:pt x="619" y="53"/>
                  </a:cubicBezTo>
                  <a:cubicBezTo>
                    <a:pt x="625" y="55"/>
                    <a:pt x="620" y="47"/>
                    <a:pt x="626" y="49"/>
                  </a:cubicBezTo>
                  <a:cubicBezTo>
                    <a:pt x="626" y="45"/>
                    <a:pt x="626" y="40"/>
                    <a:pt x="626" y="36"/>
                  </a:cubicBezTo>
                  <a:cubicBezTo>
                    <a:pt x="633" y="35"/>
                    <a:pt x="636" y="34"/>
                    <a:pt x="641" y="36"/>
                  </a:cubicBezTo>
                  <a:cubicBezTo>
                    <a:pt x="643" y="37"/>
                    <a:pt x="642" y="40"/>
                    <a:pt x="643" y="41"/>
                  </a:cubicBezTo>
                  <a:cubicBezTo>
                    <a:pt x="644" y="42"/>
                    <a:pt x="646" y="41"/>
                    <a:pt x="647" y="41"/>
                  </a:cubicBezTo>
                  <a:cubicBezTo>
                    <a:pt x="649" y="42"/>
                    <a:pt x="650" y="45"/>
                    <a:pt x="653" y="45"/>
                  </a:cubicBezTo>
                  <a:cubicBezTo>
                    <a:pt x="653" y="51"/>
                    <a:pt x="650" y="53"/>
                    <a:pt x="647" y="55"/>
                  </a:cubicBezTo>
                  <a:cubicBezTo>
                    <a:pt x="651" y="57"/>
                    <a:pt x="649" y="64"/>
                    <a:pt x="654" y="66"/>
                  </a:cubicBezTo>
                  <a:cubicBezTo>
                    <a:pt x="653" y="70"/>
                    <a:pt x="648" y="71"/>
                    <a:pt x="647" y="75"/>
                  </a:cubicBezTo>
                  <a:cubicBezTo>
                    <a:pt x="644" y="75"/>
                    <a:pt x="642" y="78"/>
                    <a:pt x="641" y="75"/>
                  </a:cubicBezTo>
                  <a:cubicBezTo>
                    <a:pt x="638" y="77"/>
                    <a:pt x="638" y="82"/>
                    <a:pt x="636" y="84"/>
                  </a:cubicBezTo>
                  <a:cubicBezTo>
                    <a:pt x="634" y="83"/>
                    <a:pt x="637" y="79"/>
                    <a:pt x="628" y="81"/>
                  </a:cubicBezTo>
                  <a:cubicBezTo>
                    <a:pt x="628" y="79"/>
                    <a:pt x="631" y="79"/>
                    <a:pt x="632" y="79"/>
                  </a:cubicBezTo>
                  <a:cubicBezTo>
                    <a:pt x="628" y="73"/>
                    <a:pt x="621" y="81"/>
                    <a:pt x="615" y="79"/>
                  </a:cubicBezTo>
                  <a:cubicBezTo>
                    <a:pt x="617" y="85"/>
                    <a:pt x="615" y="83"/>
                    <a:pt x="615" y="90"/>
                  </a:cubicBezTo>
                  <a:cubicBezTo>
                    <a:pt x="613" y="90"/>
                    <a:pt x="614" y="88"/>
                    <a:pt x="613" y="86"/>
                  </a:cubicBezTo>
                  <a:cubicBezTo>
                    <a:pt x="609" y="87"/>
                    <a:pt x="610" y="93"/>
                    <a:pt x="604" y="92"/>
                  </a:cubicBezTo>
                  <a:cubicBezTo>
                    <a:pt x="605" y="94"/>
                    <a:pt x="608" y="93"/>
                    <a:pt x="608" y="96"/>
                  </a:cubicBezTo>
                  <a:cubicBezTo>
                    <a:pt x="608" y="99"/>
                    <a:pt x="606" y="100"/>
                    <a:pt x="606" y="103"/>
                  </a:cubicBezTo>
                  <a:cubicBezTo>
                    <a:pt x="602" y="99"/>
                    <a:pt x="596" y="110"/>
                    <a:pt x="595" y="109"/>
                  </a:cubicBezTo>
                  <a:cubicBezTo>
                    <a:pt x="594" y="108"/>
                    <a:pt x="591" y="106"/>
                    <a:pt x="591" y="112"/>
                  </a:cubicBezTo>
                  <a:cubicBezTo>
                    <a:pt x="589" y="112"/>
                    <a:pt x="586" y="112"/>
                    <a:pt x="584" y="112"/>
                  </a:cubicBezTo>
                  <a:cubicBezTo>
                    <a:pt x="581" y="113"/>
                    <a:pt x="582" y="117"/>
                    <a:pt x="582" y="120"/>
                  </a:cubicBezTo>
                  <a:cubicBezTo>
                    <a:pt x="579" y="118"/>
                    <a:pt x="578" y="118"/>
                    <a:pt x="578" y="122"/>
                  </a:cubicBezTo>
                  <a:cubicBezTo>
                    <a:pt x="574" y="118"/>
                    <a:pt x="573" y="121"/>
                    <a:pt x="569" y="122"/>
                  </a:cubicBezTo>
                  <a:cubicBezTo>
                    <a:pt x="570" y="123"/>
                    <a:pt x="571" y="126"/>
                    <a:pt x="571" y="129"/>
                  </a:cubicBezTo>
                  <a:cubicBezTo>
                    <a:pt x="566" y="125"/>
                    <a:pt x="568" y="130"/>
                    <a:pt x="565" y="135"/>
                  </a:cubicBezTo>
                  <a:cubicBezTo>
                    <a:pt x="563" y="139"/>
                    <a:pt x="558" y="143"/>
                    <a:pt x="557" y="151"/>
                  </a:cubicBezTo>
                  <a:cubicBezTo>
                    <a:pt x="553" y="154"/>
                    <a:pt x="551" y="159"/>
                    <a:pt x="548" y="163"/>
                  </a:cubicBezTo>
                  <a:cubicBezTo>
                    <a:pt x="548" y="166"/>
                    <a:pt x="550" y="163"/>
                    <a:pt x="550" y="163"/>
                  </a:cubicBezTo>
                  <a:cubicBezTo>
                    <a:pt x="552" y="163"/>
                    <a:pt x="551" y="164"/>
                    <a:pt x="552" y="165"/>
                  </a:cubicBezTo>
                  <a:cubicBezTo>
                    <a:pt x="553" y="165"/>
                    <a:pt x="555" y="168"/>
                    <a:pt x="556" y="168"/>
                  </a:cubicBezTo>
                  <a:cubicBezTo>
                    <a:pt x="557" y="169"/>
                    <a:pt x="559" y="164"/>
                    <a:pt x="563" y="168"/>
                  </a:cubicBezTo>
                  <a:cubicBezTo>
                    <a:pt x="564" y="169"/>
                    <a:pt x="565" y="170"/>
                    <a:pt x="567" y="170"/>
                  </a:cubicBezTo>
                  <a:cubicBezTo>
                    <a:pt x="567" y="173"/>
                    <a:pt x="567" y="175"/>
                    <a:pt x="567" y="178"/>
                  </a:cubicBezTo>
                  <a:cubicBezTo>
                    <a:pt x="567" y="180"/>
                    <a:pt x="570" y="179"/>
                    <a:pt x="571" y="181"/>
                  </a:cubicBezTo>
                  <a:cubicBezTo>
                    <a:pt x="572" y="183"/>
                    <a:pt x="575" y="183"/>
                    <a:pt x="574" y="187"/>
                  </a:cubicBezTo>
                  <a:cubicBezTo>
                    <a:pt x="584" y="186"/>
                    <a:pt x="591" y="189"/>
                    <a:pt x="597" y="187"/>
                  </a:cubicBezTo>
                  <a:cubicBezTo>
                    <a:pt x="598" y="194"/>
                    <a:pt x="606" y="192"/>
                    <a:pt x="610" y="196"/>
                  </a:cubicBezTo>
                  <a:cubicBezTo>
                    <a:pt x="611" y="197"/>
                    <a:pt x="611" y="196"/>
                    <a:pt x="612" y="198"/>
                  </a:cubicBezTo>
                  <a:cubicBezTo>
                    <a:pt x="612" y="201"/>
                    <a:pt x="614" y="198"/>
                    <a:pt x="613" y="198"/>
                  </a:cubicBezTo>
                  <a:cubicBezTo>
                    <a:pt x="616" y="198"/>
                    <a:pt x="616" y="201"/>
                    <a:pt x="617" y="202"/>
                  </a:cubicBezTo>
                  <a:cubicBezTo>
                    <a:pt x="620" y="203"/>
                    <a:pt x="624" y="201"/>
                    <a:pt x="623" y="206"/>
                  </a:cubicBezTo>
                  <a:cubicBezTo>
                    <a:pt x="633" y="205"/>
                    <a:pt x="638" y="209"/>
                    <a:pt x="647" y="209"/>
                  </a:cubicBezTo>
                  <a:cubicBezTo>
                    <a:pt x="647" y="215"/>
                    <a:pt x="646" y="221"/>
                    <a:pt x="649" y="224"/>
                  </a:cubicBezTo>
                  <a:cubicBezTo>
                    <a:pt x="649" y="224"/>
                    <a:pt x="651" y="227"/>
                    <a:pt x="651" y="226"/>
                  </a:cubicBezTo>
                  <a:cubicBezTo>
                    <a:pt x="651" y="228"/>
                    <a:pt x="649" y="230"/>
                    <a:pt x="649" y="230"/>
                  </a:cubicBezTo>
                  <a:cubicBezTo>
                    <a:pt x="650" y="232"/>
                    <a:pt x="651" y="230"/>
                    <a:pt x="653" y="232"/>
                  </a:cubicBezTo>
                  <a:cubicBezTo>
                    <a:pt x="653" y="232"/>
                    <a:pt x="649" y="237"/>
                    <a:pt x="654" y="235"/>
                  </a:cubicBezTo>
                  <a:cubicBezTo>
                    <a:pt x="653" y="237"/>
                    <a:pt x="652" y="238"/>
                    <a:pt x="653" y="241"/>
                  </a:cubicBezTo>
                  <a:cubicBezTo>
                    <a:pt x="653" y="243"/>
                    <a:pt x="654" y="242"/>
                    <a:pt x="654" y="241"/>
                  </a:cubicBezTo>
                  <a:cubicBezTo>
                    <a:pt x="657" y="241"/>
                    <a:pt x="655" y="244"/>
                    <a:pt x="656" y="245"/>
                  </a:cubicBezTo>
                  <a:cubicBezTo>
                    <a:pt x="657" y="245"/>
                    <a:pt x="659" y="244"/>
                    <a:pt x="660" y="245"/>
                  </a:cubicBezTo>
                  <a:cubicBezTo>
                    <a:pt x="662" y="247"/>
                    <a:pt x="669" y="247"/>
                    <a:pt x="675" y="245"/>
                  </a:cubicBezTo>
                  <a:cubicBezTo>
                    <a:pt x="677" y="237"/>
                    <a:pt x="677" y="233"/>
                    <a:pt x="675" y="226"/>
                  </a:cubicBezTo>
                  <a:cubicBezTo>
                    <a:pt x="676" y="224"/>
                    <a:pt x="672" y="225"/>
                    <a:pt x="671" y="224"/>
                  </a:cubicBezTo>
                  <a:cubicBezTo>
                    <a:pt x="669" y="221"/>
                    <a:pt x="674" y="215"/>
                    <a:pt x="667" y="217"/>
                  </a:cubicBezTo>
                  <a:cubicBezTo>
                    <a:pt x="669" y="215"/>
                    <a:pt x="672" y="215"/>
                    <a:pt x="671" y="211"/>
                  </a:cubicBezTo>
                  <a:cubicBezTo>
                    <a:pt x="679" y="213"/>
                    <a:pt x="678" y="207"/>
                    <a:pt x="684" y="207"/>
                  </a:cubicBezTo>
                  <a:cubicBezTo>
                    <a:pt x="687" y="208"/>
                    <a:pt x="685" y="203"/>
                    <a:pt x="686" y="202"/>
                  </a:cubicBezTo>
                  <a:cubicBezTo>
                    <a:pt x="686" y="202"/>
                    <a:pt x="691" y="204"/>
                    <a:pt x="692" y="202"/>
                  </a:cubicBezTo>
                  <a:cubicBezTo>
                    <a:pt x="687" y="194"/>
                    <a:pt x="694" y="186"/>
                    <a:pt x="690" y="181"/>
                  </a:cubicBezTo>
                  <a:cubicBezTo>
                    <a:pt x="690" y="179"/>
                    <a:pt x="687" y="181"/>
                    <a:pt x="688" y="181"/>
                  </a:cubicBezTo>
                  <a:cubicBezTo>
                    <a:pt x="685" y="179"/>
                    <a:pt x="688" y="175"/>
                    <a:pt x="682" y="176"/>
                  </a:cubicBezTo>
                  <a:cubicBezTo>
                    <a:pt x="683" y="172"/>
                    <a:pt x="680" y="172"/>
                    <a:pt x="680" y="168"/>
                  </a:cubicBezTo>
                  <a:cubicBezTo>
                    <a:pt x="680" y="164"/>
                    <a:pt x="682" y="162"/>
                    <a:pt x="686" y="163"/>
                  </a:cubicBezTo>
                  <a:cubicBezTo>
                    <a:pt x="683" y="161"/>
                    <a:pt x="688" y="150"/>
                    <a:pt x="680" y="150"/>
                  </a:cubicBezTo>
                  <a:cubicBezTo>
                    <a:pt x="682" y="148"/>
                    <a:pt x="682" y="147"/>
                    <a:pt x="682" y="144"/>
                  </a:cubicBezTo>
                  <a:cubicBezTo>
                    <a:pt x="682" y="144"/>
                    <a:pt x="680" y="143"/>
                    <a:pt x="680" y="142"/>
                  </a:cubicBezTo>
                  <a:cubicBezTo>
                    <a:pt x="681" y="142"/>
                    <a:pt x="683" y="142"/>
                    <a:pt x="682" y="140"/>
                  </a:cubicBezTo>
                  <a:cubicBezTo>
                    <a:pt x="682" y="139"/>
                    <a:pt x="680" y="138"/>
                    <a:pt x="680" y="137"/>
                  </a:cubicBezTo>
                  <a:cubicBezTo>
                    <a:pt x="680" y="134"/>
                    <a:pt x="684" y="130"/>
                    <a:pt x="680" y="129"/>
                  </a:cubicBezTo>
                  <a:cubicBezTo>
                    <a:pt x="681" y="126"/>
                    <a:pt x="696" y="125"/>
                    <a:pt x="694" y="131"/>
                  </a:cubicBezTo>
                  <a:cubicBezTo>
                    <a:pt x="701" y="131"/>
                    <a:pt x="711" y="133"/>
                    <a:pt x="714" y="127"/>
                  </a:cubicBezTo>
                  <a:cubicBezTo>
                    <a:pt x="718" y="132"/>
                    <a:pt x="728" y="132"/>
                    <a:pt x="727" y="142"/>
                  </a:cubicBezTo>
                  <a:cubicBezTo>
                    <a:pt x="732" y="142"/>
                    <a:pt x="737" y="142"/>
                    <a:pt x="742" y="142"/>
                  </a:cubicBezTo>
                  <a:cubicBezTo>
                    <a:pt x="741" y="145"/>
                    <a:pt x="743" y="146"/>
                    <a:pt x="746" y="146"/>
                  </a:cubicBezTo>
                  <a:cubicBezTo>
                    <a:pt x="746" y="150"/>
                    <a:pt x="745" y="153"/>
                    <a:pt x="746" y="157"/>
                  </a:cubicBezTo>
                  <a:cubicBezTo>
                    <a:pt x="746" y="161"/>
                    <a:pt x="751" y="165"/>
                    <a:pt x="748" y="166"/>
                  </a:cubicBezTo>
                  <a:cubicBezTo>
                    <a:pt x="748" y="169"/>
                    <a:pt x="751" y="168"/>
                    <a:pt x="753" y="168"/>
                  </a:cubicBezTo>
                  <a:cubicBezTo>
                    <a:pt x="752" y="174"/>
                    <a:pt x="760" y="171"/>
                    <a:pt x="755" y="176"/>
                  </a:cubicBezTo>
                  <a:cubicBezTo>
                    <a:pt x="763" y="177"/>
                    <a:pt x="765" y="173"/>
                    <a:pt x="772" y="174"/>
                  </a:cubicBezTo>
                  <a:cubicBezTo>
                    <a:pt x="772" y="172"/>
                    <a:pt x="771" y="171"/>
                    <a:pt x="770" y="170"/>
                  </a:cubicBezTo>
                  <a:cubicBezTo>
                    <a:pt x="771" y="166"/>
                    <a:pt x="773" y="166"/>
                    <a:pt x="776" y="168"/>
                  </a:cubicBezTo>
                  <a:cubicBezTo>
                    <a:pt x="773" y="162"/>
                    <a:pt x="780" y="163"/>
                    <a:pt x="781" y="161"/>
                  </a:cubicBezTo>
                  <a:cubicBezTo>
                    <a:pt x="782" y="159"/>
                    <a:pt x="779" y="159"/>
                    <a:pt x="779" y="159"/>
                  </a:cubicBezTo>
                  <a:cubicBezTo>
                    <a:pt x="779" y="157"/>
                    <a:pt x="783" y="156"/>
                    <a:pt x="787" y="155"/>
                  </a:cubicBezTo>
                  <a:cubicBezTo>
                    <a:pt x="783" y="159"/>
                    <a:pt x="786" y="159"/>
                    <a:pt x="790" y="165"/>
                  </a:cubicBezTo>
                  <a:cubicBezTo>
                    <a:pt x="793" y="167"/>
                    <a:pt x="795" y="172"/>
                    <a:pt x="802" y="172"/>
                  </a:cubicBezTo>
                  <a:cubicBezTo>
                    <a:pt x="801" y="174"/>
                    <a:pt x="798" y="173"/>
                    <a:pt x="798" y="176"/>
                  </a:cubicBezTo>
                  <a:cubicBezTo>
                    <a:pt x="799" y="178"/>
                    <a:pt x="802" y="178"/>
                    <a:pt x="802" y="181"/>
                  </a:cubicBezTo>
                  <a:cubicBezTo>
                    <a:pt x="804" y="182"/>
                    <a:pt x="803" y="178"/>
                    <a:pt x="804" y="178"/>
                  </a:cubicBezTo>
                  <a:cubicBezTo>
                    <a:pt x="808" y="176"/>
                    <a:pt x="802" y="185"/>
                    <a:pt x="809" y="183"/>
                  </a:cubicBezTo>
                  <a:cubicBezTo>
                    <a:pt x="806" y="188"/>
                    <a:pt x="810" y="190"/>
                    <a:pt x="805" y="194"/>
                  </a:cubicBezTo>
                  <a:cubicBezTo>
                    <a:pt x="806" y="198"/>
                    <a:pt x="811" y="196"/>
                    <a:pt x="813" y="198"/>
                  </a:cubicBezTo>
                  <a:cubicBezTo>
                    <a:pt x="813" y="199"/>
                    <a:pt x="810" y="201"/>
                    <a:pt x="811" y="202"/>
                  </a:cubicBezTo>
                  <a:cubicBezTo>
                    <a:pt x="812" y="203"/>
                    <a:pt x="815" y="203"/>
                    <a:pt x="817" y="204"/>
                  </a:cubicBezTo>
                  <a:cubicBezTo>
                    <a:pt x="818" y="204"/>
                    <a:pt x="819" y="207"/>
                    <a:pt x="820" y="207"/>
                  </a:cubicBezTo>
                  <a:cubicBezTo>
                    <a:pt x="823" y="209"/>
                    <a:pt x="827" y="210"/>
                    <a:pt x="830" y="213"/>
                  </a:cubicBezTo>
                  <a:cubicBezTo>
                    <a:pt x="832" y="214"/>
                    <a:pt x="834" y="206"/>
                    <a:pt x="835" y="211"/>
                  </a:cubicBezTo>
                  <a:cubicBezTo>
                    <a:pt x="835" y="216"/>
                    <a:pt x="831" y="216"/>
                    <a:pt x="826" y="217"/>
                  </a:cubicBezTo>
                  <a:cubicBezTo>
                    <a:pt x="829" y="220"/>
                    <a:pt x="835" y="222"/>
                    <a:pt x="841" y="222"/>
                  </a:cubicBezTo>
                  <a:cubicBezTo>
                    <a:pt x="840" y="225"/>
                    <a:pt x="842" y="226"/>
                    <a:pt x="845" y="226"/>
                  </a:cubicBezTo>
                  <a:cubicBezTo>
                    <a:pt x="844" y="230"/>
                    <a:pt x="845" y="232"/>
                    <a:pt x="848" y="232"/>
                  </a:cubicBezTo>
                  <a:cubicBezTo>
                    <a:pt x="847" y="234"/>
                    <a:pt x="846" y="237"/>
                    <a:pt x="846" y="241"/>
                  </a:cubicBezTo>
                  <a:cubicBezTo>
                    <a:pt x="843" y="242"/>
                    <a:pt x="839" y="242"/>
                    <a:pt x="835" y="245"/>
                  </a:cubicBezTo>
                  <a:cubicBezTo>
                    <a:pt x="834" y="245"/>
                    <a:pt x="835" y="246"/>
                    <a:pt x="833" y="247"/>
                  </a:cubicBezTo>
                  <a:cubicBezTo>
                    <a:pt x="831" y="247"/>
                    <a:pt x="830" y="247"/>
                    <a:pt x="830" y="248"/>
                  </a:cubicBezTo>
                  <a:cubicBezTo>
                    <a:pt x="829" y="252"/>
                    <a:pt x="825" y="249"/>
                    <a:pt x="826" y="248"/>
                  </a:cubicBezTo>
                  <a:cubicBezTo>
                    <a:pt x="825" y="249"/>
                    <a:pt x="823" y="251"/>
                    <a:pt x="822" y="252"/>
                  </a:cubicBezTo>
                  <a:cubicBezTo>
                    <a:pt x="822" y="253"/>
                    <a:pt x="821" y="257"/>
                    <a:pt x="820" y="258"/>
                  </a:cubicBezTo>
                  <a:cubicBezTo>
                    <a:pt x="819" y="259"/>
                    <a:pt x="812" y="257"/>
                    <a:pt x="817" y="260"/>
                  </a:cubicBezTo>
                  <a:cubicBezTo>
                    <a:pt x="814" y="263"/>
                    <a:pt x="808" y="261"/>
                    <a:pt x="805" y="261"/>
                  </a:cubicBezTo>
                  <a:cubicBezTo>
                    <a:pt x="801" y="262"/>
                    <a:pt x="798" y="262"/>
                    <a:pt x="794" y="261"/>
                  </a:cubicBezTo>
                  <a:cubicBezTo>
                    <a:pt x="791" y="261"/>
                    <a:pt x="791" y="260"/>
                    <a:pt x="789" y="260"/>
                  </a:cubicBezTo>
                  <a:cubicBezTo>
                    <a:pt x="780" y="258"/>
                    <a:pt x="772" y="260"/>
                    <a:pt x="764" y="261"/>
                  </a:cubicBezTo>
                  <a:cubicBezTo>
                    <a:pt x="758" y="264"/>
                    <a:pt x="756" y="271"/>
                    <a:pt x="748" y="273"/>
                  </a:cubicBezTo>
                  <a:cubicBezTo>
                    <a:pt x="752" y="277"/>
                    <a:pt x="744" y="277"/>
                    <a:pt x="742" y="280"/>
                  </a:cubicBezTo>
                  <a:cubicBezTo>
                    <a:pt x="743" y="282"/>
                    <a:pt x="744" y="283"/>
                    <a:pt x="744" y="286"/>
                  </a:cubicBezTo>
                  <a:cubicBezTo>
                    <a:pt x="747" y="284"/>
                    <a:pt x="747" y="280"/>
                    <a:pt x="749" y="278"/>
                  </a:cubicBezTo>
                  <a:cubicBezTo>
                    <a:pt x="751" y="277"/>
                    <a:pt x="757" y="278"/>
                    <a:pt x="757" y="274"/>
                  </a:cubicBezTo>
                  <a:cubicBezTo>
                    <a:pt x="757" y="268"/>
                    <a:pt x="760" y="279"/>
                    <a:pt x="761" y="271"/>
                  </a:cubicBezTo>
                  <a:cubicBezTo>
                    <a:pt x="763" y="269"/>
                    <a:pt x="764" y="273"/>
                    <a:pt x="764" y="273"/>
                  </a:cubicBezTo>
                  <a:cubicBezTo>
                    <a:pt x="766" y="272"/>
                    <a:pt x="765" y="269"/>
                    <a:pt x="766" y="269"/>
                  </a:cubicBezTo>
                  <a:cubicBezTo>
                    <a:pt x="770" y="268"/>
                    <a:pt x="773" y="269"/>
                    <a:pt x="779" y="269"/>
                  </a:cubicBezTo>
                  <a:cubicBezTo>
                    <a:pt x="780" y="271"/>
                    <a:pt x="781" y="270"/>
                    <a:pt x="781" y="269"/>
                  </a:cubicBezTo>
                  <a:cubicBezTo>
                    <a:pt x="784" y="268"/>
                    <a:pt x="784" y="279"/>
                    <a:pt x="779" y="276"/>
                  </a:cubicBezTo>
                  <a:cubicBezTo>
                    <a:pt x="784" y="281"/>
                    <a:pt x="776" y="282"/>
                    <a:pt x="777" y="289"/>
                  </a:cubicBezTo>
                  <a:cubicBezTo>
                    <a:pt x="778" y="291"/>
                    <a:pt x="779" y="292"/>
                    <a:pt x="779" y="295"/>
                  </a:cubicBezTo>
                  <a:cubicBezTo>
                    <a:pt x="781" y="294"/>
                    <a:pt x="783" y="293"/>
                    <a:pt x="783" y="295"/>
                  </a:cubicBezTo>
                  <a:cubicBezTo>
                    <a:pt x="783" y="297"/>
                    <a:pt x="785" y="296"/>
                    <a:pt x="787" y="297"/>
                  </a:cubicBezTo>
                  <a:cubicBezTo>
                    <a:pt x="788" y="297"/>
                    <a:pt x="790" y="300"/>
                    <a:pt x="790" y="301"/>
                  </a:cubicBezTo>
                  <a:cubicBezTo>
                    <a:pt x="791" y="301"/>
                    <a:pt x="793" y="300"/>
                    <a:pt x="794" y="301"/>
                  </a:cubicBezTo>
                  <a:cubicBezTo>
                    <a:pt x="795" y="301"/>
                    <a:pt x="796" y="302"/>
                    <a:pt x="796" y="302"/>
                  </a:cubicBezTo>
                  <a:cubicBezTo>
                    <a:pt x="799" y="303"/>
                    <a:pt x="801" y="298"/>
                    <a:pt x="804" y="302"/>
                  </a:cubicBezTo>
                  <a:cubicBezTo>
                    <a:pt x="806" y="303"/>
                    <a:pt x="804" y="299"/>
                    <a:pt x="805" y="299"/>
                  </a:cubicBezTo>
                  <a:cubicBezTo>
                    <a:pt x="806" y="298"/>
                    <a:pt x="809" y="299"/>
                    <a:pt x="809" y="299"/>
                  </a:cubicBezTo>
                  <a:cubicBezTo>
                    <a:pt x="810" y="297"/>
                    <a:pt x="808" y="295"/>
                    <a:pt x="809" y="293"/>
                  </a:cubicBezTo>
                  <a:cubicBezTo>
                    <a:pt x="812" y="292"/>
                    <a:pt x="813" y="295"/>
                    <a:pt x="813" y="297"/>
                  </a:cubicBezTo>
                  <a:cubicBezTo>
                    <a:pt x="814" y="300"/>
                    <a:pt x="819" y="298"/>
                    <a:pt x="817" y="304"/>
                  </a:cubicBezTo>
                  <a:cubicBezTo>
                    <a:pt x="814" y="305"/>
                    <a:pt x="813" y="302"/>
                    <a:pt x="811" y="302"/>
                  </a:cubicBezTo>
                  <a:cubicBezTo>
                    <a:pt x="808" y="303"/>
                    <a:pt x="808" y="307"/>
                    <a:pt x="805" y="308"/>
                  </a:cubicBezTo>
                  <a:cubicBezTo>
                    <a:pt x="804" y="309"/>
                    <a:pt x="801" y="308"/>
                    <a:pt x="800" y="308"/>
                  </a:cubicBezTo>
                  <a:cubicBezTo>
                    <a:pt x="796" y="309"/>
                    <a:pt x="797" y="313"/>
                    <a:pt x="790" y="312"/>
                  </a:cubicBezTo>
                  <a:cubicBezTo>
                    <a:pt x="787" y="311"/>
                    <a:pt x="788" y="316"/>
                    <a:pt x="787" y="317"/>
                  </a:cubicBezTo>
                  <a:cubicBezTo>
                    <a:pt x="786" y="318"/>
                    <a:pt x="784" y="316"/>
                    <a:pt x="785" y="315"/>
                  </a:cubicBezTo>
                  <a:cubicBezTo>
                    <a:pt x="781" y="318"/>
                    <a:pt x="782" y="322"/>
                    <a:pt x="776" y="321"/>
                  </a:cubicBezTo>
                  <a:cubicBezTo>
                    <a:pt x="779" y="317"/>
                    <a:pt x="775" y="319"/>
                    <a:pt x="776" y="314"/>
                  </a:cubicBezTo>
                  <a:cubicBezTo>
                    <a:pt x="779" y="312"/>
                    <a:pt x="781" y="308"/>
                    <a:pt x="785" y="312"/>
                  </a:cubicBezTo>
                  <a:cubicBezTo>
                    <a:pt x="786" y="306"/>
                    <a:pt x="782" y="306"/>
                    <a:pt x="779" y="304"/>
                  </a:cubicBezTo>
                  <a:cubicBezTo>
                    <a:pt x="775" y="303"/>
                    <a:pt x="772" y="310"/>
                    <a:pt x="768" y="310"/>
                  </a:cubicBezTo>
                  <a:cubicBezTo>
                    <a:pt x="768" y="310"/>
                    <a:pt x="763" y="311"/>
                    <a:pt x="762" y="312"/>
                  </a:cubicBezTo>
                  <a:cubicBezTo>
                    <a:pt x="761" y="313"/>
                    <a:pt x="761" y="313"/>
                    <a:pt x="761" y="315"/>
                  </a:cubicBezTo>
                  <a:cubicBezTo>
                    <a:pt x="750" y="314"/>
                    <a:pt x="751" y="321"/>
                    <a:pt x="742" y="317"/>
                  </a:cubicBezTo>
                  <a:cubicBezTo>
                    <a:pt x="745" y="320"/>
                    <a:pt x="747" y="321"/>
                    <a:pt x="738" y="321"/>
                  </a:cubicBezTo>
                  <a:cubicBezTo>
                    <a:pt x="734" y="324"/>
                    <a:pt x="733" y="334"/>
                    <a:pt x="738" y="336"/>
                  </a:cubicBezTo>
                  <a:cubicBezTo>
                    <a:pt x="738" y="340"/>
                    <a:pt x="733" y="338"/>
                    <a:pt x="735" y="343"/>
                  </a:cubicBezTo>
                  <a:cubicBezTo>
                    <a:pt x="733" y="344"/>
                    <a:pt x="731" y="343"/>
                    <a:pt x="729" y="343"/>
                  </a:cubicBezTo>
                  <a:cubicBezTo>
                    <a:pt x="727" y="344"/>
                    <a:pt x="727" y="346"/>
                    <a:pt x="725" y="347"/>
                  </a:cubicBezTo>
                  <a:cubicBezTo>
                    <a:pt x="722" y="349"/>
                    <a:pt x="717" y="348"/>
                    <a:pt x="714" y="351"/>
                  </a:cubicBezTo>
                  <a:cubicBezTo>
                    <a:pt x="713" y="352"/>
                    <a:pt x="711" y="353"/>
                    <a:pt x="710" y="355"/>
                  </a:cubicBezTo>
                  <a:cubicBezTo>
                    <a:pt x="708" y="357"/>
                    <a:pt x="708" y="361"/>
                    <a:pt x="705" y="364"/>
                  </a:cubicBezTo>
                  <a:cubicBezTo>
                    <a:pt x="703" y="366"/>
                    <a:pt x="699" y="366"/>
                    <a:pt x="701" y="373"/>
                  </a:cubicBezTo>
                  <a:cubicBezTo>
                    <a:pt x="697" y="373"/>
                    <a:pt x="697" y="368"/>
                    <a:pt x="694" y="368"/>
                  </a:cubicBezTo>
                  <a:cubicBezTo>
                    <a:pt x="692" y="368"/>
                    <a:pt x="692" y="371"/>
                    <a:pt x="690" y="371"/>
                  </a:cubicBezTo>
                  <a:cubicBezTo>
                    <a:pt x="697" y="379"/>
                    <a:pt x="696" y="385"/>
                    <a:pt x="697" y="396"/>
                  </a:cubicBezTo>
                  <a:cubicBezTo>
                    <a:pt x="693" y="394"/>
                    <a:pt x="695" y="398"/>
                    <a:pt x="694" y="399"/>
                  </a:cubicBezTo>
                  <a:cubicBezTo>
                    <a:pt x="693" y="400"/>
                    <a:pt x="690" y="399"/>
                    <a:pt x="690" y="399"/>
                  </a:cubicBezTo>
                  <a:cubicBezTo>
                    <a:pt x="688" y="401"/>
                    <a:pt x="688" y="402"/>
                    <a:pt x="686" y="403"/>
                  </a:cubicBezTo>
                  <a:cubicBezTo>
                    <a:pt x="684" y="405"/>
                    <a:pt x="682" y="408"/>
                    <a:pt x="680" y="409"/>
                  </a:cubicBezTo>
                  <a:cubicBezTo>
                    <a:pt x="678" y="410"/>
                    <a:pt x="675" y="408"/>
                    <a:pt x="673" y="411"/>
                  </a:cubicBezTo>
                  <a:cubicBezTo>
                    <a:pt x="669" y="412"/>
                    <a:pt x="667" y="416"/>
                    <a:pt x="666" y="420"/>
                  </a:cubicBezTo>
                  <a:cubicBezTo>
                    <a:pt x="661" y="420"/>
                    <a:pt x="662" y="426"/>
                    <a:pt x="656" y="425"/>
                  </a:cubicBezTo>
                  <a:cubicBezTo>
                    <a:pt x="658" y="432"/>
                    <a:pt x="652" y="446"/>
                    <a:pt x="660" y="446"/>
                  </a:cubicBezTo>
                  <a:cubicBezTo>
                    <a:pt x="656" y="453"/>
                    <a:pt x="663" y="453"/>
                    <a:pt x="662" y="463"/>
                  </a:cubicBezTo>
                  <a:cubicBezTo>
                    <a:pt x="662" y="465"/>
                    <a:pt x="664" y="464"/>
                    <a:pt x="666" y="465"/>
                  </a:cubicBezTo>
                  <a:cubicBezTo>
                    <a:pt x="663" y="470"/>
                    <a:pt x="666" y="470"/>
                    <a:pt x="666" y="478"/>
                  </a:cubicBezTo>
                  <a:cubicBezTo>
                    <a:pt x="662" y="478"/>
                    <a:pt x="659" y="479"/>
                    <a:pt x="658" y="481"/>
                  </a:cubicBezTo>
                  <a:cubicBezTo>
                    <a:pt x="655" y="481"/>
                    <a:pt x="657" y="478"/>
                    <a:pt x="656" y="476"/>
                  </a:cubicBezTo>
                  <a:cubicBezTo>
                    <a:pt x="655" y="474"/>
                    <a:pt x="652" y="475"/>
                    <a:pt x="651" y="474"/>
                  </a:cubicBezTo>
                  <a:cubicBezTo>
                    <a:pt x="650" y="473"/>
                    <a:pt x="651" y="469"/>
                    <a:pt x="647" y="470"/>
                  </a:cubicBezTo>
                  <a:cubicBezTo>
                    <a:pt x="648" y="466"/>
                    <a:pt x="650" y="462"/>
                    <a:pt x="643" y="461"/>
                  </a:cubicBezTo>
                  <a:cubicBezTo>
                    <a:pt x="646" y="452"/>
                    <a:pt x="642" y="453"/>
                    <a:pt x="641" y="444"/>
                  </a:cubicBezTo>
                  <a:cubicBezTo>
                    <a:pt x="640" y="444"/>
                    <a:pt x="639" y="446"/>
                    <a:pt x="638" y="446"/>
                  </a:cubicBezTo>
                  <a:cubicBezTo>
                    <a:pt x="638" y="445"/>
                    <a:pt x="638" y="443"/>
                    <a:pt x="638" y="442"/>
                  </a:cubicBezTo>
                  <a:cubicBezTo>
                    <a:pt x="635" y="443"/>
                    <a:pt x="625" y="445"/>
                    <a:pt x="623" y="442"/>
                  </a:cubicBezTo>
                  <a:cubicBezTo>
                    <a:pt x="621" y="441"/>
                    <a:pt x="621" y="439"/>
                    <a:pt x="619" y="439"/>
                  </a:cubicBezTo>
                  <a:cubicBezTo>
                    <a:pt x="618" y="438"/>
                    <a:pt x="615" y="441"/>
                    <a:pt x="612" y="440"/>
                  </a:cubicBezTo>
                  <a:cubicBezTo>
                    <a:pt x="612" y="440"/>
                    <a:pt x="619" y="434"/>
                    <a:pt x="612" y="437"/>
                  </a:cubicBezTo>
                  <a:cubicBezTo>
                    <a:pt x="611" y="437"/>
                    <a:pt x="612" y="438"/>
                    <a:pt x="610" y="439"/>
                  </a:cubicBezTo>
                  <a:cubicBezTo>
                    <a:pt x="605" y="439"/>
                    <a:pt x="597" y="439"/>
                    <a:pt x="593" y="437"/>
                  </a:cubicBezTo>
                  <a:cubicBezTo>
                    <a:pt x="589" y="436"/>
                    <a:pt x="592" y="443"/>
                    <a:pt x="591" y="446"/>
                  </a:cubicBezTo>
                  <a:cubicBezTo>
                    <a:pt x="581" y="444"/>
                    <a:pt x="569" y="444"/>
                    <a:pt x="557" y="442"/>
                  </a:cubicBezTo>
                  <a:cubicBezTo>
                    <a:pt x="556" y="443"/>
                    <a:pt x="556" y="444"/>
                    <a:pt x="554" y="444"/>
                  </a:cubicBezTo>
                  <a:cubicBezTo>
                    <a:pt x="552" y="445"/>
                    <a:pt x="552" y="448"/>
                    <a:pt x="550" y="448"/>
                  </a:cubicBezTo>
                  <a:cubicBezTo>
                    <a:pt x="548" y="448"/>
                    <a:pt x="549" y="450"/>
                    <a:pt x="548" y="452"/>
                  </a:cubicBezTo>
                  <a:cubicBezTo>
                    <a:pt x="546" y="452"/>
                    <a:pt x="543" y="451"/>
                    <a:pt x="541" y="452"/>
                  </a:cubicBezTo>
                  <a:cubicBezTo>
                    <a:pt x="539" y="452"/>
                    <a:pt x="539" y="456"/>
                    <a:pt x="535" y="455"/>
                  </a:cubicBezTo>
                  <a:cubicBezTo>
                    <a:pt x="536" y="459"/>
                    <a:pt x="533" y="468"/>
                    <a:pt x="537" y="468"/>
                  </a:cubicBezTo>
                  <a:cubicBezTo>
                    <a:pt x="535" y="471"/>
                    <a:pt x="534" y="474"/>
                    <a:pt x="531" y="476"/>
                  </a:cubicBezTo>
                  <a:cubicBezTo>
                    <a:pt x="532" y="481"/>
                    <a:pt x="531" y="486"/>
                    <a:pt x="531" y="491"/>
                  </a:cubicBezTo>
                  <a:cubicBezTo>
                    <a:pt x="532" y="493"/>
                    <a:pt x="533" y="494"/>
                    <a:pt x="533" y="496"/>
                  </a:cubicBezTo>
                  <a:cubicBezTo>
                    <a:pt x="533" y="501"/>
                    <a:pt x="535" y="506"/>
                    <a:pt x="531" y="509"/>
                  </a:cubicBezTo>
                  <a:cubicBezTo>
                    <a:pt x="531" y="512"/>
                    <a:pt x="536" y="510"/>
                    <a:pt x="537" y="511"/>
                  </a:cubicBezTo>
                  <a:cubicBezTo>
                    <a:pt x="537" y="512"/>
                    <a:pt x="535" y="514"/>
                    <a:pt x="535" y="515"/>
                  </a:cubicBezTo>
                  <a:cubicBezTo>
                    <a:pt x="535" y="514"/>
                    <a:pt x="537" y="517"/>
                    <a:pt x="537" y="517"/>
                  </a:cubicBezTo>
                  <a:cubicBezTo>
                    <a:pt x="538" y="519"/>
                    <a:pt x="540" y="517"/>
                    <a:pt x="541" y="519"/>
                  </a:cubicBezTo>
                  <a:cubicBezTo>
                    <a:pt x="541" y="519"/>
                    <a:pt x="540" y="522"/>
                    <a:pt x="541" y="522"/>
                  </a:cubicBezTo>
                  <a:cubicBezTo>
                    <a:pt x="541" y="523"/>
                    <a:pt x="542" y="522"/>
                    <a:pt x="543" y="522"/>
                  </a:cubicBezTo>
                  <a:cubicBezTo>
                    <a:pt x="543" y="523"/>
                    <a:pt x="542" y="526"/>
                    <a:pt x="543" y="526"/>
                  </a:cubicBezTo>
                  <a:cubicBezTo>
                    <a:pt x="544" y="527"/>
                    <a:pt x="548" y="530"/>
                    <a:pt x="548" y="534"/>
                  </a:cubicBezTo>
                  <a:cubicBezTo>
                    <a:pt x="563" y="535"/>
                    <a:pt x="571" y="531"/>
                    <a:pt x="578" y="534"/>
                  </a:cubicBezTo>
                  <a:cubicBezTo>
                    <a:pt x="580" y="533"/>
                    <a:pt x="580" y="531"/>
                    <a:pt x="582" y="530"/>
                  </a:cubicBezTo>
                  <a:cubicBezTo>
                    <a:pt x="583" y="528"/>
                    <a:pt x="586" y="525"/>
                    <a:pt x="587" y="521"/>
                  </a:cubicBezTo>
                  <a:cubicBezTo>
                    <a:pt x="588" y="519"/>
                    <a:pt x="590" y="517"/>
                    <a:pt x="587" y="517"/>
                  </a:cubicBezTo>
                  <a:cubicBezTo>
                    <a:pt x="592" y="511"/>
                    <a:pt x="605" y="507"/>
                    <a:pt x="615" y="511"/>
                  </a:cubicBezTo>
                  <a:cubicBezTo>
                    <a:pt x="611" y="516"/>
                    <a:pt x="610" y="523"/>
                    <a:pt x="606" y="528"/>
                  </a:cubicBezTo>
                  <a:cubicBezTo>
                    <a:pt x="604" y="533"/>
                    <a:pt x="609" y="533"/>
                    <a:pt x="608" y="537"/>
                  </a:cubicBezTo>
                  <a:cubicBezTo>
                    <a:pt x="604" y="538"/>
                    <a:pt x="602" y="542"/>
                    <a:pt x="600" y="547"/>
                  </a:cubicBezTo>
                  <a:cubicBezTo>
                    <a:pt x="600" y="548"/>
                    <a:pt x="600" y="549"/>
                    <a:pt x="598" y="548"/>
                  </a:cubicBezTo>
                  <a:cubicBezTo>
                    <a:pt x="598" y="553"/>
                    <a:pt x="607" y="547"/>
                    <a:pt x="604" y="554"/>
                  </a:cubicBezTo>
                  <a:cubicBezTo>
                    <a:pt x="608" y="554"/>
                    <a:pt x="610" y="551"/>
                    <a:pt x="615" y="552"/>
                  </a:cubicBezTo>
                  <a:cubicBezTo>
                    <a:pt x="614" y="556"/>
                    <a:pt x="619" y="555"/>
                    <a:pt x="619" y="558"/>
                  </a:cubicBezTo>
                  <a:cubicBezTo>
                    <a:pt x="629" y="554"/>
                    <a:pt x="630" y="561"/>
                    <a:pt x="641" y="560"/>
                  </a:cubicBezTo>
                  <a:cubicBezTo>
                    <a:pt x="637" y="564"/>
                    <a:pt x="644" y="570"/>
                    <a:pt x="638" y="573"/>
                  </a:cubicBezTo>
                  <a:cubicBezTo>
                    <a:pt x="641" y="577"/>
                    <a:pt x="639" y="588"/>
                    <a:pt x="638" y="593"/>
                  </a:cubicBezTo>
                  <a:cubicBezTo>
                    <a:pt x="638" y="596"/>
                    <a:pt x="641" y="597"/>
                    <a:pt x="645" y="597"/>
                  </a:cubicBezTo>
                  <a:cubicBezTo>
                    <a:pt x="644" y="601"/>
                    <a:pt x="649" y="600"/>
                    <a:pt x="649" y="603"/>
                  </a:cubicBezTo>
                  <a:cubicBezTo>
                    <a:pt x="649" y="605"/>
                    <a:pt x="655" y="603"/>
                    <a:pt x="654" y="606"/>
                  </a:cubicBezTo>
                  <a:cubicBezTo>
                    <a:pt x="661" y="601"/>
                    <a:pt x="672" y="607"/>
                    <a:pt x="677" y="604"/>
                  </a:cubicBezTo>
                  <a:cubicBezTo>
                    <a:pt x="677" y="606"/>
                    <a:pt x="677" y="607"/>
                    <a:pt x="677" y="608"/>
                  </a:cubicBezTo>
                  <a:cubicBezTo>
                    <a:pt x="680" y="608"/>
                    <a:pt x="686" y="604"/>
                    <a:pt x="686" y="610"/>
                  </a:cubicBezTo>
                  <a:cubicBezTo>
                    <a:pt x="688" y="609"/>
                    <a:pt x="689" y="608"/>
                    <a:pt x="692" y="608"/>
                  </a:cubicBezTo>
                  <a:cubicBezTo>
                    <a:pt x="693" y="607"/>
                    <a:pt x="694" y="606"/>
                    <a:pt x="695" y="604"/>
                  </a:cubicBezTo>
                  <a:cubicBezTo>
                    <a:pt x="696" y="603"/>
                    <a:pt x="697" y="605"/>
                    <a:pt x="697" y="603"/>
                  </a:cubicBezTo>
                  <a:cubicBezTo>
                    <a:pt x="697" y="600"/>
                    <a:pt x="700" y="604"/>
                    <a:pt x="701" y="601"/>
                  </a:cubicBezTo>
                  <a:cubicBezTo>
                    <a:pt x="701" y="600"/>
                    <a:pt x="701" y="597"/>
                    <a:pt x="701" y="597"/>
                  </a:cubicBezTo>
                  <a:cubicBezTo>
                    <a:pt x="702" y="596"/>
                    <a:pt x="703" y="599"/>
                    <a:pt x="703" y="599"/>
                  </a:cubicBezTo>
                  <a:cubicBezTo>
                    <a:pt x="704" y="598"/>
                    <a:pt x="705" y="596"/>
                    <a:pt x="707" y="595"/>
                  </a:cubicBezTo>
                  <a:cubicBezTo>
                    <a:pt x="708" y="594"/>
                    <a:pt x="711" y="592"/>
                    <a:pt x="714" y="589"/>
                  </a:cubicBezTo>
                  <a:cubicBezTo>
                    <a:pt x="715" y="589"/>
                    <a:pt x="716" y="588"/>
                    <a:pt x="716" y="586"/>
                  </a:cubicBezTo>
                  <a:cubicBezTo>
                    <a:pt x="718" y="588"/>
                    <a:pt x="737" y="589"/>
                    <a:pt x="727" y="591"/>
                  </a:cubicBezTo>
                  <a:cubicBezTo>
                    <a:pt x="728" y="594"/>
                    <a:pt x="732" y="593"/>
                    <a:pt x="735" y="593"/>
                  </a:cubicBezTo>
                  <a:cubicBezTo>
                    <a:pt x="736" y="593"/>
                    <a:pt x="736" y="591"/>
                    <a:pt x="736" y="589"/>
                  </a:cubicBezTo>
                  <a:cubicBezTo>
                    <a:pt x="741" y="589"/>
                    <a:pt x="746" y="589"/>
                    <a:pt x="751" y="589"/>
                  </a:cubicBezTo>
                  <a:cubicBezTo>
                    <a:pt x="749" y="595"/>
                    <a:pt x="759" y="593"/>
                    <a:pt x="764" y="595"/>
                  </a:cubicBezTo>
                  <a:cubicBezTo>
                    <a:pt x="765" y="595"/>
                    <a:pt x="764" y="597"/>
                    <a:pt x="766" y="597"/>
                  </a:cubicBezTo>
                  <a:cubicBezTo>
                    <a:pt x="768" y="597"/>
                    <a:pt x="768" y="599"/>
                    <a:pt x="770" y="599"/>
                  </a:cubicBezTo>
                  <a:cubicBezTo>
                    <a:pt x="774" y="599"/>
                    <a:pt x="775" y="597"/>
                    <a:pt x="777" y="597"/>
                  </a:cubicBezTo>
                  <a:cubicBezTo>
                    <a:pt x="787" y="596"/>
                    <a:pt x="796" y="598"/>
                    <a:pt x="805" y="599"/>
                  </a:cubicBezTo>
                  <a:cubicBezTo>
                    <a:pt x="805" y="602"/>
                    <a:pt x="807" y="606"/>
                    <a:pt x="807" y="603"/>
                  </a:cubicBezTo>
                  <a:cubicBezTo>
                    <a:pt x="809" y="603"/>
                    <a:pt x="808" y="604"/>
                    <a:pt x="807" y="604"/>
                  </a:cubicBezTo>
                  <a:cubicBezTo>
                    <a:pt x="807" y="609"/>
                    <a:pt x="812" y="605"/>
                    <a:pt x="815" y="608"/>
                  </a:cubicBezTo>
                  <a:cubicBezTo>
                    <a:pt x="815" y="609"/>
                    <a:pt x="814" y="612"/>
                    <a:pt x="815" y="612"/>
                  </a:cubicBezTo>
                  <a:cubicBezTo>
                    <a:pt x="817" y="613"/>
                    <a:pt x="820" y="611"/>
                    <a:pt x="822" y="612"/>
                  </a:cubicBezTo>
                  <a:cubicBezTo>
                    <a:pt x="821" y="616"/>
                    <a:pt x="823" y="617"/>
                    <a:pt x="826" y="619"/>
                  </a:cubicBezTo>
                  <a:cubicBezTo>
                    <a:pt x="829" y="622"/>
                    <a:pt x="832" y="624"/>
                    <a:pt x="833" y="629"/>
                  </a:cubicBezTo>
                  <a:cubicBezTo>
                    <a:pt x="845" y="628"/>
                    <a:pt x="850" y="634"/>
                    <a:pt x="859" y="630"/>
                  </a:cubicBezTo>
                  <a:cubicBezTo>
                    <a:pt x="857" y="638"/>
                    <a:pt x="870" y="630"/>
                    <a:pt x="867" y="638"/>
                  </a:cubicBezTo>
                  <a:cubicBezTo>
                    <a:pt x="873" y="635"/>
                    <a:pt x="873" y="643"/>
                    <a:pt x="878" y="644"/>
                  </a:cubicBezTo>
                  <a:cubicBezTo>
                    <a:pt x="880" y="644"/>
                    <a:pt x="880" y="649"/>
                    <a:pt x="884" y="647"/>
                  </a:cubicBezTo>
                  <a:cubicBezTo>
                    <a:pt x="878" y="652"/>
                    <a:pt x="886" y="651"/>
                    <a:pt x="885" y="657"/>
                  </a:cubicBezTo>
                  <a:cubicBezTo>
                    <a:pt x="885" y="660"/>
                    <a:pt x="889" y="659"/>
                    <a:pt x="891" y="660"/>
                  </a:cubicBezTo>
                  <a:cubicBezTo>
                    <a:pt x="892" y="661"/>
                    <a:pt x="891" y="666"/>
                    <a:pt x="895" y="664"/>
                  </a:cubicBezTo>
                  <a:cubicBezTo>
                    <a:pt x="888" y="671"/>
                    <a:pt x="904" y="673"/>
                    <a:pt x="899" y="679"/>
                  </a:cubicBezTo>
                  <a:cubicBezTo>
                    <a:pt x="902" y="678"/>
                    <a:pt x="904" y="679"/>
                    <a:pt x="904" y="683"/>
                  </a:cubicBezTo>
                  <a:cubicBezTo>
                    <a:pt x="914" y="681"/>
                    <a:pt x="926" y="684"/>
                    <a:pt x="930" y="692"/>
                  </a:cubicBezTo>
                  <a:cubicBezTo>
                    <a:pt x="939" y="692"/>
                    <a:pt x="944" y="695"/>
                    <a:pt x="954" y="694"/>
                  </a:cubicBezTo>
                  <a:cubicBezTo>
                    <a:pt x="955" y="695"/>
                    <a:pt x="951" y="696"/>
                    <a:pt x="951" y="696"/>
                  </a:cubicBezTo>
                  <a:cubicBezTo>
                    <a:pt x="953" y="699"/>
                    <a:pt x="965" y="697"/>
                    <a:pt x="971" y="698"/>
                  </a:cubicBezTo>
                  <a:cubicBezTo>
                    <a:pt x="971" y="699"/>
                    <a:pt x="974" y="699"/>
                    <a:pt x="975" y="699"/>
                  </a:cubicBezTo>
                  <a:cubicBezTo>
                    <a:pt x="975" y="703"/>
                    <a:pt x="979" y="702"/>
                    <a:pt x="981" y="703"/>
                  </a:cubicBezTo>
                  <a:cubicBezTo>
                    <a:pt x="981" y="704"/>
                    <a:pt x="980" y="706"/>
                    <a:pt x="981" y="707"/>
                  </a:cubicBezTo>
                  <a:cubicBezTo>
                    <a:pt x="981" y="708"/>
                    <a:pt x="984" y="706"/>
                    <a:pt x="984" y="707"/>
                  </a:cubicBezTo>
                  <a:cubicBezTo>
                    <a:pt x="986" y="708"/>
                    <a:pt x="984" y="712"/>
                    <a:pt x="988" y="711"/>
                  </a:cubicBezTo>
                  <a:cubicBezTo>
                    <a:pt x="988" y="730"/>
                    <a:pt x="988" y="749"/>
                    <a:pt x="988" y="768"/>
                  </a:cubicBezTo>
                  <a:cubicBezTo>
                    <a:pt x="980" y="766"/>
                    <a:pt x="988" y="779"/>
                    <a:pt x="981" y="776"/>
                  </a:cubicBezTo>
                  <a:cubicBezTo>
                    <a:pt x="980" y="782"/>
                    <a:pt x="979" y="788"/>
                    <a:pt x="979" y="795"/>
                  </a:cubicBezTo>
                  <a:cubicBezTo>
                    <a:pt x="979" y="798"/>
                    <a:pt x="982" y="805"/>
                    <a:pt x="981" y="813"/>
                  </a:cubicBezTo>
                  <a:cubicBezTo>
                    <a:pt x="981" y="813"/>
                    <a:pt x="979" y="814"/>
                    <a:pt x="979" y="815"/>
                  </a:cubicBezTo>
                  <a:cubicBezTo>
                    <a:pt x="978" y="816"/>
                    <a:pt x="979" y="818"/>
                    <a:pt x="979" y="819"/>
                  </a:cubicBezTo>
                  <a:cubicBezTo>
                    <a:pt x="978" y="820"/>
                    <a:pt x="973" y="821"/>
                    <a:pt x="975" y="828"/>
                  </a:cubicBezTo>
                  <a:cubicBezTo>
                    <a:pt x="971" y="829"/>
                    <a:pt x="969" y="832"/>
                    <a:pt x="966" y="834"/>
                  </a:cubicBezTo>
                  <a:cubicBezTo>
                    <a:pt x="965" y="835"/>
                    <a:pt x="967" y="838"/>
                    <a:pt x="966" y="839"/>
                  </a:cubicBezTo>
                  <a:cubicBezTo>
                    <a:pt x="965" y="840"/>
                    <a:pt x="962" y="839"/>
                    <a:pt x="962" y="839"/>
                  </a:cubicBezTo>
                  <a:cubicBezTo>
                    <a:pt x="961" y="840"/>
                    <a:pt x="963" y="843"/>
                    <a:pt x="962" y="843"/>
                  </a:cubicBezTo>
                  <a:cubicBezTo>
                    <a:pt x="960" y="844"/>
                    <a:pt x="955" y="843"/>
                    <a:pt x="954" y="847"/>
                  </a:cubicBezTo>
                  <a:cubicBezTo>
                    <a:pt x="954" y="849"/>
                    <a:pt x="951" y="848"/>
                    <a:pt x="947" y="850"/>
                  </a:cubicBezTo>
                  <a:cubicBezTo>
                    <a:pt x="946" y="851"/>
                    <a:pt x="944" y="854"/>
                    <a:pt x="943" y="854"/>
                  </a:cubicBezTo>
                  <a:cubicBezTo>
                    <a:pt x="942" y="854"/>
                    <a:pt x="941" y="852"/>
                    <a:pt x="940" y="852"/>
                  </a:cubicBezTo>
                  <a:cubicBezTo>
                    <a:pt x="940" y="852"/>
                    <a:pt x="939" y="854"/>
                    <a:pt x="938" y="854"/>
                  </a:cubicBezTo>
                  <a:cubicBezTo>
                    <a:pt x="935" y="854"/>
                    <a:pt x="934" y="855"/>
                    <a:pt x="934" y="858"/>
                  </a:cubicBezTo>
                  <a:cubicBezTo>
                    <a:pt x="927" y="855"/>
                    <a:pt x="923" y="863"/>
                    <a:pt x="919" y="865"/>
                  </a:cubicBezTo>
                  <a:cubicBezTo>
                    <a:pt x="918" y="866"/>
                    <a:pt x="916" y="865"/>
                    <a:pt x="915" y="865"/>
                  </a:cubicBezTo>
                  <a:cubicBezTo>
                    <a:pt x="914" y="866"/>
                    <a:pt x="912" y="868"/>
                    <a:pt x="912" y="869"/>
                  </a:cubicBezTo>
                  <a:cubicBezTo>
                    <a:pt x="911" y="870"/>
                    <a:pt x="908" y="872"/>
                    <a:pt x="908" y="873"/>
                  </a:cubicBezTo>
                  <a:cubicBezTo>
                    <a:pt x="907" y="874"/>
                    <a:pt x="911" y="878"/>
                    <a:pt x="906" y="877"/>
                  </a:cubicBezTo>
                  <a:cubicBezTo>
                    <a:pt x="907" y="885"/>
                    <a:pt x="903" y="889"/>
                    <a:pt x="904" y="897"/>
                  </a:cubicBezTo>
                  <a:cubicBezTo>
                    <a:pt x="899" y="895"/>
                    <a:pt x="902" y="901"/>
                    <a:pt x="900" y="903"/>
                  </a:cubicBezTo>
                  <a:cubicBezTo>
                    <a:pt x="900" y="903"/>
                    <a:pt x="897" y="902"/>
                    <a:pt x="897" y="903"/>
                  </a:cubicBezTo>
                  <a:cubicBezTo>
                    <a:pt x="896" y="904"/>
                    <a:pt x="900" y="906"/>
                    <a:pt x="897" y="906"/>
                  </a:cubicBezTo>
                  <a:cubicBezTo>
                    <a:pt x="894" y="906"/>
                    <a:pt x="894" y="914"/>
                    <a:pt x="889" y="914"/>
                  </a:cubicBezTo>
                  <a:cubicBezTo>
                    <a:pt x="889" y="914"/>
                    <a:pt x="886" y="917"/>
                    <a:pt x="885" y="918"/>
                  </a:cubicBezTo>
                  <a:cubicBezTo>
                    <a:pt x="883" y="920"/>
                    <a:pt x="881" y="926"/>
                    <a:pt x="876" y="929"/>
                  </a:cubicBezTo>
                  <a:cubicBezTo>
                    <a:pt x="876" y="931"/>
                    <a:pt x="876" y="934"/>
                    <a:pt x="876" y="936"/>
                  </a:cubicBezTo>
                  <a:cubicBezTo>
                    <a:pt x="873" y="938"/>
                    <a:pt x="870" y="939"/>
                    <a:pt x="871" y="944"/>
                  </a:cubicBezTo>
                  <a:cubicBezTo>
                    <a:pt x="867" y="944"/>
                    <a:pt x="864" y="944"/>
                    <a:pt x="861" y="944"/>
                  </a:cubicBezTo>
                  <a:cubicBezTo>
                    <a:pt x="861" y="945"/>
                    <a:pt x="864" y="945"/>
                    <a:pt x="865" y="946"/>
                  </a:cubicBezTo>
                  <a:cubicBezTo>
                    <a:pt x="865" y="948"/>
                    <a:pt x="862" y="947"/>
                    <a:pt x="859" y="947"/>
                  </a:cubicBezTo>
                  <a:cubicBezTo>
                    <a:pt x="857" y="949"/>
                    <a:pt x="856" y="951"/>
                    <a:pt x="856" y="955"/>
                  </a:cubicBezTo>
                  <a:cubicBezTo>
                    <a:pt x="853" y="953"/>
                    <a:pt x="852" y="953"/>
                    <a:pt x="852" y="957"/>
                  </a:cubicBezTo>
                  <a:cubicBezTo>
                    <a:pt x="850" y="957"/>
                    <a:pt x="851" y="954"/>
                    <a:pt x="850" y="953"/>
                  </a:cubicBezTo>
                  <a:cubicBezTo>
                    <a:pt x="847" y="953"/>
                    <a:pt x="845" y="953"/>
                    <a:pt x="845" y="951"/>
                  </a:cubicBezTo>
                  <a:cubicBezTo>
                    <a:pt x="843" y="952"/>
                    <a:pt x="843" y="955"/>
                    <a:pt x="839" y="955"/>
                  </a:cubicBezTo>
                  <a:cubicBezTo>
                    <a:pt x="838" y="959"/>
                    <a:pt x="842" y="960"/>
                    <a:pt x="843" y="964"/>
                  </a:cubicBezTo>
                  <a:cubicBezTo>
                    <a:pt x="843" y="969"/>
                    <a:pt x="836" y="972"/>
                    <a:pt x="841" y="975"/>
                  </a:cubicBezTo>
                  <a:cubicBezTo>
                    <a:pt x="840" y="980"/>
                    <a:pt x="831" y="975"/>
                    <a:pt x="830" y="979"/>
                  </a:cubicBezTo>
                  <a:cubicBezTo>
                    <a:pt x="827" y="979"/>
                    <a:pt x="829" y="982"/>
                    <a:pt x="828" y="983"/>
                  </a:cubicBezTo>
                  <a:cubicBezTo>
                    <a:pt x="826" y="984"/>
                    <a:pt x="819" y="983"/>
                    <a:pt x="820" y="988"/>
                  </a:cubicBezTo>
                  <a:cubicBezTo>
                    <a:pt x="816" y="985"/>
                    <a:pt x="803" y="985"/>
                    <a:pt x="802" y="990"/>
                  </a:cubicBezTo>
                  <a:cubicBezTo>
                    <a:pt x="802" y="992"/>
                    <a:pt x="804" y="991"/>
                    <a:pt x="804" y="990"/>
                  </a:cubicBezTo>
                  <a:cubicBezTo>
                    <a:pt x="808" y="990"/>
                    <a:pt x="803" y="995"/>
                    <a:pt x="800" y="994"/>
                  </a:cubicBezTo>
                  <a:cubicBezTo>
                    <a:pt x="801" y="998"/>
                    <a:pt x="794" y="1004"/>
                    <a:pt x="798" y="1005"/>
                  </a:cubicBezTo>
                  <a:cubicBezTo>
                    <a:pt x="798" y="1006"/>
                    <a:pt x="795" y="1007"/>
                    <a:pt x="794" y="1007"/>
                  </a:cubicBezTo>
                  <a:cubicBezTo>
                    <a:pt x="794" y="1007"/>
                    <a:pt x="792" y="1005"/>
                    <a:pt x="792" y="1005"/>
                  </a:cubicBezTo>
                  <a:cubicBezTo>
                    <a:pt x="791" y="1005"/>
                    <a:pt x="786" y="1010"/>
                    <a:pt x="787" y="1003"/>
                  </a:cubicBezTo>
                  <a:cubicBezTo>
                    <a:pt x="785" y="1004"/>
                    <a:pt x="784" y="1008"/>
                    <a:pt x="783" y="1005"/>
                  </a:cubicBezTo>
                  <a:cubicBezTo>
                    <a:pt x="780" y="1006"/>
                    <a:pt x="784" y="1016"/>
                    <a:pt x="785" y="1020"/>
                  </a:cubicBezTo>
                  <a:cubicBezTo>
                    <a:pt x="786" y="1025"/>
                    <a:pt x="782" y="1023"/>
                    <a:pt x="781" y="1028"/>
                  </a:cubicBezTo>
                  <a:cubicBezTo>
                    <a:pt x="781" y="1030"/>
                    <a:pt x="781" y="1034"/>
                    <a:pt x="776" y="1033"/>
                  </a:cubicBezTo>
                  <a:cubicBezTo>
                    <a:pt x="775" y="1035"/>
                    <a:pt x="779" y="1036"/>
                    <a:pt x="779" y="1037"/>
                  </a:cubicBezTo>
                  <a:cubicBezTo>
                    <a:pt x="780" y="1040"/>
                    <a:pt x="776" y="1036"/>
                    <a:pt x="776" y="1037"/>
                  </a:cubicBezTo>
                  <a:cubicBezTo>
                    <a:pt x="774" y="1038"/>
                    <a:pt x="774" y="1043"/>
                    <a:pt x="776" y="1042"/>
                  </a:cubicBezTo>
                  <a:cubicBezTo>
                    <a:pt x="775" y="1045"/>
                    <a:pt x="774" y="1043"/>
                    <a:pt x="772" y="1042"/>
                  </a:cubicBezTo>
                  <a:cubicBezTo>
                    <a:pt x="772" y="1042"/>
                    <a:pt x="771" y="1045"/>
                    <a:pt x="770" y="1044"/>
                  </a:cubicBezTo>
                  <a:cubicBezTo>
                    <a:pt x="767" y="1040"/>
                    <a:pt x="771" y="1045"/>
                    <a:pt x="768" y="1048"/>
                  </a:cubicBezTo>
                  <a:cubicBezTo>
                    <a:pt x="765" y="1051"/>
                    <a:pt x="764" y="1047"/>
                    <a:pt x="761" y="1050"/>
                  </a:cubicBezTo>
                  <a:cubicBezTo>
                    <a:pt x="758" y="1055"/>
                    <a:pt x="769" y="1054"/>
                    <a:pt x="762" y="1057"/>
                  </a:cubicBezTo>
                  <a:cubicBezTo>
                    <a:pt x="763" y="1059"/>
                    <a:pt x="766" y="1059"/>
                    <a:pt x="768" y="1059"/>
                  </a:cubicBezTo>
                  <a:cubicBezTo>
                    <a:pt x="767" y="1063"/>
                    <a:pt x="768" y="1065"/>
                    <a:pt x="772" y="1065"/>
                  </a:cubicBezTo>
                  <a:cubicBezTo>
                    <a:pt x="775" y="1069"/>
                    <a:pt x="768" y="1071"/>
                    <a:pt x="768" y="1072"/>
                  </a:cubicBezTo>
                  <a:cubicBezTo>
                    <a:pt x="768" y="1073"/>
                    <a:pt x="769" y="1075"/>
                    <a:pt x="770" y="1074"/>
                  </a:cubicBezTo>
                  <a:cubicBezTo>
                    <a:pt x="768" y="1077"/>
                    <a:pt x="769" y="1074"/>
                    <a:pt x="768" y="1074"/>
                  </a:cubicBezTo>
                  <a:cubicBezTo>
                    <a:pt x="765" y="1074"/>
                    <a:pt x="766" y="1078"/>
                    <a:pt x="761" y="1078"/>
                  </a:cubicBezTo>
                  <a:cubicBezTo>
                    <a:pt x="763" y="1081"/>
                    <a:pt x="762" y="1082"/>
                    <a:pt x="757" y="1082"/>
                  </a:cubicBezTo>
                  <a:cubicBezTo>
                    <a:pt x="758" y="1087"/>
                    <a:pt x="754" y="1086"/>
                    <a:pt x="755" y="1091"/>
                  </a:cubicBezTo>
                  <a:cubicBezTo>
                    <a:pt x="748" y="1092"/>
                    <a:pt x="756" y="1099"/>
                    <a:pt x="749" y="1095"/>
                  </a:cubicBezTo>
                  <a:cubicBezTo>
                    <a:pt x="750" y="1099"/>
                    <a:pt x="748" y="1103"/>
                    <a:pt x="749" y="1108"/>
                  </a:cubicBezTo>
                  <a:cubicBezTo>
                    <a:pt x="750" y="1109"/>
                    <a:pt x="751" y="1110"/>
                    <a:pt x="751" y="1110"/>
                  </a:cubicBezTo>
                  <a:cubicBezTo>
                    <a:pt x="751" y="1112"/>
                    <a:pt x="748" y="1113"/>
                    <a:pt x="751" y="1117"/>
                  </a:cubicBezTo>
                  <a:cubicBezTo>
                    <a:pt x="754" y="1119"/>
                    <a:pt x="751" y="1121"/>
                    <a:pt x="753" y="1126"/>
                  </a:cubicBezTo>
                  <a:cubicBezTo>
                    <a:pt x="755" y="1130"/>
                    <a:pt x="759" y="1132"/>
                    <a:pt x="761" y="1136"/>
                  </a:cubicBezTo>
                  <a:cubicBezTo>
                    <a:pt x="765" y="1139"/>
                    <a:pt x="768" y="1133"/>
                    <a:pt x="772" y="1137"/>
                  </a:cubicBezTo>
                  <a:cubicBezTo>
                    <a:pt x="773" y="1144"/>
                    <a:pt x="766" y="1140"/>
                    <a:pt x="762" y="1141"/>
                  </a:cubicBezTo>
                  <a:cubicBezTo>
                    <a:pt x="755" y="1143"/>
                    <a:pt x="746" y="1146"/>
                    <a:pt x="740" y="1145"/>
                  </a:cubicBezTo>
                  <a:cubicBezTo>
                    <a:pt x="740" y="1145"/>
                    <a:pt x="740" y="1142"/>
                    <a:pt x="740" y="1141"/>
                  </a:cubicBezTo>
                  <a:cubicBezTo>
                    <a:pt x="732" y="1143"/>
                    <a:pt x="730" y="1138"/>
                    <a:pt x="723" y="1137"/>
                  </a:cubicBezTo>
                  <a:cubicBezTo>
                    <a:pt x="723" y="1136"/>
                    <a:pt x="723" y="1134"/>
                    <a:pt x="723" y="1132"/>
                  </a:cubicBezTo>
                  <a:cubicBezTo>
                    <a:pt x="722" y="1127"/>
                    <a:pt x="716" y="1131"/>
                    <a:pt x="716" y="1126"/>
                  </a:cubicBezTo>
                  <a:cubicBezTo>
                    <a:pt x="716" y="1125"/>
                    <a:pt x="714" y="1124"/>
                    <a:pt x="714" y="1123"/>
                  </a:cubicBezTo>
                  <a:cubicBezTo>
                    <a:pt x="714" y="1121"/>
                    <a:pt x="712" y="1121"/>
                    <a:pt x="712" y="1121"/>
                  </a:cubicBezTo>
                  <a:cubicBezTo>
                    <a:pt x="712" y="1119"/>
                    <a:pt x="716" y="1115"/>
                    <a:pt x="712" y="1115"/>
                  </a:cubicBezTo>
                  <a:cubicBezTo>
                    <a:pt x="709" y="1115"/>
                    <a:pt x="712" y="1113"/>
                    <a:pt x="712" y="1111"/>
                  </a:cubicBezTo>
                  <a:cubicBezTo>
                    <a:pt x="712" y="1109"/>
                    <a:pt x="709" y="1109"/>
                    <a:pt x="708" y="1108"/>
                  </a:cubicBezTo>
                  <a:cubicBezTo>
                    <a:pt x="708" y="1106"/>
                    <a:pt x="711" y="1106"/>
                    <a:pt x="710" y="1104"/>
                  </a:cubicBezTo>
                  <a:cubicBezTo>
                    <a:pt x="710" y="1104"/>
                    <a:pt x="709" y="1103"/>
                    <a:pt x="708" y="1102"/>
                  </a:cubicBezTo>
                  <a:cubicBezTo>
                    <a:pt x="708" y="1100"/>
                    <a:pt x="707" y="1097"/>
                    <a:pt x="705" y="1096"/>
                  </a:cubicBezTo>
                  <a:cubicBezTo>
                    <a:pt x="704" y="1094"/>
                    <a:pt x="707" y="1093"/>
                    <a:pt x="707" y="1091"/>
                  </a:cubicBezTo>
                  <a:cubicBezTo>
                    <a:pt x="706" y="1090"/>
                    <a:pt x="703" y="1088"/>
                    <a:pt x="703" y="1089"/>
                  </a:cubicBezTo>
                  <a:cubicBezTo>
                    <a:pt x="703" y="1088"/>
                    <a:pt x="710" y="1085"/>
                    <a:pt x="705" y="1083"/>
                  </a:cubicBezTo>
                  <a:cubicBezTo>
                    <a:pt x="705" y="1082"/>
                    <a:pt x="707" y="1082"/>
                    <a:pt x="708" y="1082"/>
                  </a:cubicBezTo>
                  <a:cubicBezTo>
                    <a:pt x="708" y="1077"/>
                    <a:pt x="708" y="1073"/>
                    <a:pt x="708" y="1068"/>
                  </a:cubicBezTo>
                  <a:cubicBezTo>
                    <a:pt x="707" y="1067"/>
                    <a:pt x="705" y="1066"/>
                    <a:pt x="703" y="1065"/>
                  </a:cubicBezTo>
                  <a:cubicBezTo>
                    <a:pt x="705" y="1059"/>
                    <a:pt x="709" y="1054"/>
                    <a:pt x="707" y="1048"/>
                  </a:cubicBezTo>
                  <a:cubicBezTo>
                    <a:pt x="712" y="1050"/>
                    <a:pt x="711" y="1045"/>
                    <a:pt x="716" y="1046"/>
                  </a:cubicBezTo>
                  <a:cubicBezTo>
                    <a:pt x="716" y="1041"/>
                    <a:pt x="716" y="1035"/>
                    <a:pt x="716" y="1029"/>
                  </a:cubicBezTo>
                  <a:cubicBezTo>
                    <a:pt x="725" y="1030"/>
                    <a:pt x="721" y="1017"/>
                    <a:pt x="725" y="1013"/>
                  </a:cubicBezTo>
                  <a:cubicBezTo>
                    <a:pt x="724" y="1014"/>
                    <a:pt x="722" y="1015"/>
                    <a:pt x="721" y="1013"/>
                  </a:cubicBezTo>
                  <a:cubicBezTo>
                    <a:pt x="718" y="1014"/>
                    <a:pt x="716" y="1018"/>
                    <a:pt x="716" y="1024"/>
                  </a:cubicBezTo>
                  <a:cubicBezTo>
                    <a:pt x="713" y="1022"/>
                    <a:pt x="710" y="1021"/>
                    <a:pt x="710" y="1016"/>
                  </a:cubicBezTo>
                  <a:cubicBezTo>
                    <a:pt x="707" y="1014"/>
                    <a:pt x="716" y="1010"/>
                    <a:pt x="714" y="1009"/>
                  </a:cubicBezTo>
                  <a:cubicBezTo>
                    <a:pt x="710" y="1006"/>
                    <a:pt x="715" y="1010"/>
                    <a:pt x="718" y="1007"/>
                  </a:cubicBezTo>
                  <a:cubicBezTo>
                    <a:pt x="719" y="997"/>
                    <a:pt x="715" y="989"/>
                    <a:pt x="716" y="981"/>
                  </a:cubicBezTo>
                  <a:cubicBezTo>
                    <a:pt x="716" y="981"/>
                    <a:pt x="719" y="981"/>
                    <a:pt x="720" y="981"/>
                  </a:cubicBezTo>
                  <a:cubicBezTo>
                    <a:pt x="718" y="972"/>
                    <a:pt x="720" y="971"/>
                    <a:pt x="720" y="960"/>
                  </a:cubicBezTo>
                  <a:cubicBezTo>
                    <a:pt x="724" y="955"/>
                    <a:pt x="730" y="949"/>
                    <a:pt x="727" y="942"/>
                  </a:cubicBezTo>
                  <a:cubicBezTo>
                    <a:pt x="734" y="950"/>
                    <a:pt x="728" y="928"/>
                    <a:pt x="735" y="936"/>
                  </a:cubicBezTo>
                  <a:cubicBezTo>
                    <a:pt x="734" y="932"/>
                    <a:pt x="734" y="928"/>
                    <a:pt x="733" y="923"/>
                  </a:cubicBezTo>
                  <a:cubicBezTo>
                    <a:pt x="732" y="921"/>
                    <a:pt x="729" y="918"/>
                    <a:pt x="729" y="916"/>
                  </a:cubicBezTo>
                  <a:cubicBezTo>
                    <a:pt x="729" y="913"/>
                    <a:pt x="730" y="912"/>
                    <a:pt x="731" y="910"/>
                  </a:cubicBezTo>
                  <a:cubicBezTo>
                    <a:pt x="731" y="906"/>
                    <a:pt x="729" y="900"/>
                    <a:pt x="735" y="904"/>
                  </a:cubicBezTo>
                  <a:cubicBezTo>
                    <a:pt x="734" y="899"/>
                    <a:pt x="735" y="894"/>
                    <a:pt x="736" y="890"/>
                  </a:cubicBezTo>
                  <a:cubicBezTo>
                    <a:pt x="738" y="886"/>
                    <a:pt x="737" y="888"/>
                    <a:pt x="736" y="884"/>
                  </a:cubicBezTo>
                  <a:cubicBezTo>
                    <a:pt x="736" y="882"/>
                    <a:pt x="741" y="877"/>
                    <a:pt x="738" y="875"/>
                  </a:cubicBezTo>
                  <a:cubicBezTo>
                    <a:pt x="737" y="873"/>
                    <a:pt x="738" y="873"/>
                    <a:pt x="738" y="869"/>
                  </a:cubicBezTo>
                  <a:cubicBezTo>
                    <a:pt x="739" y="867"/>
                    <a:pt x="738" y="864"/>
                    <a:pt x="738" y="862"/>
                  </a:cubicBezTo>
                  <a:cubicBezTo>
                    <a:pt x="739" y="859"/>
                    <a:pt x="740" y="858"/>
                    <a:pt x="740" y="856"/>
                  </a:cubicBezTo>
                  <a:cubicBezTo>
                    <a:pt x="741" y="849"/>
                    <a:pt x="739" y="842"/>
                    <a:pt x="740" y="836"/>
                  </a:cubicBezTo>
                  <a:cubicBezTo>
                    <a:pt x="740" y="833"/>
                    <a:pt x="742" y="832"/>
                    <a:pt x="742" y="830"/>
                  </a:cubicBezTo>
                  <a:cubicBezTo>
                    <a:pt x="741" y="824"/>
                    <a:pt x="736" y="819"/>
                    <a:pt x="736" y="813"/>
                  </a:cubicBezTo>
                  <a:cubicBezTo>
                    <a:pt x="736" y="810"/>
                    <a:pt x="734" y="814"/>
                    <a:pt x="731" y="813"/>
                  </a:cubicBezTo>
                  <a:cubicBezTo>
                    <a:pt x="728" y="809"/>
                    <a:pt x="723" y="804"/>
                    <a:pt x="718" y="804"/>
                  </a:cubicBezTo>
                  <a:cubicBezTo>
                    <a:pt x="717" y="804"/>
                    <a:pt x="715" y="799"/>
                    <a:pt x="714" y="800"/>
                  </a:cubicBezTo>
                  <a:cubicBezTo>
                    <a:pt x="711" y="803"/>
                    <a:pt x="714" y="799"/>
                    <a:pt x="712" y="798"/>
                  </a:cubicBezTo>
                  <a:cubicBezTo>
                    <a:pt x="709" y="796"/>
                    <a:pt x="704" y="800"/>
                    <a:pt x="708" y="795"/>
                  </a:cubicBezTo>
                  <a:cubicBezTo>
                    <a:pt x="708" y="791"/>
                    <a:pt x="703" y="794"/>
                    <a:pt x="701" y="793"/>
                  </a:cubicBezTo>
                  <a:cubicBezTo>
                    <a:pt x="700" y="792"/>
                    <a:pt x="702" y="789"/>
                    <a:pt x="701" y="789"/>
                  </a:cubicBezTo>
                  <a:cubicBezTo>
                    <a:pt x="700" y="788"/>
                    <a:pt x="698" y="788"/>
                    <a:pt x="697" y="787"/>
                  </a:cubicBezTo>
                  <a:cubicBezTo>
                    <a:pt x="695" y="785"/>
                    <a:pt x="692" y="780"/>
                    <a:pt x="692" y="774"/>
                  </a:cubicBezTo>
                  <a:cubicBezTo>
                    <a:pt x="692" y="772"/>
                    <a:pt x="689" y="773"/>
                    <a:pt x="688" y="772"/>
                  </a:cubicBezTo>
                  <a:cubicBezTo>
                    <a:pt x="686" y="771"/>
                    <a:pt x="688" y="763"/>
                    <a:pt x="684" y="763"/>
                  </a:cubicBezTo>
                  <a:cubicBezTo>
                    <a:pt x="681" y="763"/>
                    <a:pt x="679" y="752"/>
                    <a:pt x="677" y="748"/>
                  </a:cubicBezTo>
                  <a:cubicBezTo>
                    <a:pt x="675" y="745"/>
                    <a:pt x="672" y="741"/>
                    <a:pt x="669" y="737"/>
                  </a:cubicBezTo>
                  <a:cubicBezTo>
                    <a:pt x="668" y="735"/>
                    <a:pt x="666" y="734"/>
                    <a:pt x="666" y="733"/>
                  </a:cubicBezTo>
                  <a:cubicBezTo>
                    <a:pt x="665" y="732"/>
                    <a:pt x="666" y="730"/>
                    <a:pt x="666" y="729"/>
                  </a:cubicBezTo>
                  <a:cubicBezTo>
                    <a:pt x="665" y="727"/>
                    <a:pt x="663" y="729"/>
                    <a:pt x="662" y="727"/>
                  </a:cubicBezTo>
                  <a:cubicBezTo>
                    <a:pt x="662" y="727"/>
                    <a:pt x="659" y="713"/>
                    <a:pt x="658" y="724"/>
                  </a:cubicBezTo>
                  <a:cubicBezTo>
                    <a:pt x="654" y="722"/>
                    <a:pt x="657" y="712"/>
                    <a:pt x="656" y="707"/>
                  </a:cubicBezTo>
                  <a:cubicBezTo>
                    <a:pt x="661" y="707"/>
                    <a:pt x="661" y="702"/>
                    <a:pt x="664" y="699"/>
                  </a:cubicBezTo>
                  <a:cubicBezTo>
                    <a:pt x="665" y="694"/>
                    <a:pt x="660" y="696"/>
                    <a:pt x="658" y="694"/>
                  </a:cubicBezTo>
                  <a:cubicBezTo>
                    <a:pt x="658" y="688"/>
                    <a:pt x="661" y="686"/>
                    <a:pt x="660" y="679"/>
                  </a:cubicBezTo>
                  <a:cubicBezTo>
                    <a:pt x="661" y="678"/>
                    <a:pt x="663" y="677"/>
                    <a:pt x="666" y="677"/>
                  </a:cubicBezTo>
                  <a:cubicBezTo>
                    <a:pt x="666" y="676"/>
                    <a:pt x="665" y="673"/>
                    <a:pt x="666" y="672"/>
                  </a:cubicBezTo>
                  <a:cubicBezTo>
                    <a:pt x="666" y="671"/>
                    <a:pt x="669" y="672"/>
                    <a:pt x="669" y="672"/>
                  </a:cubicBezTo>
                  <a:cubicBezTo>
                    <a:pt x="670" y="671"/>
                    <a:pt x="669" y="670"/>
                    <a:pt x="669" y="670"/>
                  </a:cubicBezTo>
                  <a:cubicBezTo>
                    <a:pt x="670" y="669"/>
                    <a:pt x="674" y="666"/>
                    <a:pt x="673" y="666"/>
                  </a:cubicBezTo>
                  <a:cubicBezTo>
                    <a:pt x="673" y="666"/>
                    <a:pt x="671" y="666"/>
                    <a:pt x="671" y="666"/>
                  </a:cubicBezTo>
                  <a:cubicBezTo>
                    <a:pt x="671" y="666"/>
                    <a:pt x="672" y="663"/>
                    <a:pt x="673" y="664"/>
                  </a:cubicBezTo>
                  <a:cubicBezTo>
                    <a:pt x="677" y="669"/>
                    <a:pt x="674" y="661"/>
                    <a:pt x="679" y="660"/>
                  </a:cubicBezTo>
                  <a:cubicBezTo>
                    <a:pt x="682" y="660"/>
                    <a:pt x="680" y="656"/>
                    <a:pt x="682" y="653"/>
                  </a:cubicBezTo>
                  <a:cubicBezTo>
                    <a:pt x="682" y="653"/>
                    <a:pt x="691" y="646"/>
                    <a:pt x="686" y="642"/>
                  </a:cubicBezTo>
                  <a:cubicBezTo>
                    <a:pt x="684" y="639"/>
                    <a:pt x="686" y="641"/>
                    <a:pt x="686" y="638"/>
                  </a:cubicBezTo>
                  <a:cubicBezTo>
                    <a:pt x="686" y="634"/>
                    <a:pt x="682" y="620"/>
                    <a:pt x="684" y="616"/>
                  </a:cubicBezTo>
                  <a:cubicBezTo>
                    <a:pt x="675" y="617"/>
                    <a:pt x="675" y="609"/>
                    <a:pt x="666" y="612"/>
                  </a:cubicBezTo>
                  <a:cubicBezTo>
                    <a:pt x="663" y="613"/>
                    <a:pt x="666" y="615"/>
                    <a:pt x="664" y="619"/>
                  </a:cubicBezTo>
                  <a:cubicBezTo>
                    <a:pt x="654" y="620"/>
                    <a:pt x="650" y="614"/>
                    <a:pt x="641" y="614"/>
                  </a:cubicBezTo>
                  <a:cubicBezTo>
                    <a:pt x="641" y="610"/>
                    <a:pt x="636" y="611"/>
                    <a:pt x="638" y="606"/>
                  </a:cubicBezTo>
                  <a:cubicBezTo>
                    <a:pt x="635" y="605"/>
                    <a:pt x="632" y="606"/>
                    <a:pt x="630" y="604"/>
                  </a:cubicBezTo>
                  <a:cubicBezTo>
                    <a:pt x="630" y="604"/>
                    <a:pt x="631" y="601"/>
                    <a:pt x="630" y="601"/>
                  </a:cubicBezTo>
                  <a:cubicBezTo>
                    <a:pt x="630" y="600"/>
                    <a:pt x="627" y="601"/>
                    <a:pt x="626" y="601"/>
                  </a:cubicBezTo>
                  <a:cubicBezTo>
                    <a:pt x="625" y="599"/>
                    <a:pt x="626" y="595"/>
                    <a:pt x="623" y="595"/>
                  </a:cubicBezTo>
                  <a:cubicBezTo>
                    <a:pt x="623" y="590"/>
                    <a:pt x="626" y="591"/>
                    <a:pt x="623" y="588"/>
                  </a:cubicBezTo>
                  <a:cubicBezTo>
                    <a:pt x="622" y="586"/>
                    <a:pt x="621" y="587"/>
                    <a:pt x="621" y="588"/>
                  </a:cubicBezTo>
                  <a:cubicBezTo>
                    <a:pt x="618" y="586"/>
                    <a:pt x="617" y="582"/>
                    <a:pt x="612" y="582"/>
                  </a:cubicBezTo>
                  <a:cubicBezTo>
                    <a:pt x="614" y="576"/>
                    <a:pt x="605" y="581"/>
                    <a:pt x="608" y="575"/>
                  </a:cubicBezTo>
                  <a:cubicBezTo>
                    <a:pt x="606" y="574"/>
                    <a:pt x="596" y="574"/>
                    <a:pt x="598" y="575"/>
                  </a:cubicBezTo>
                  <a:cubicBezTo>
                    <a:pt x="596" y="574"/>
                    <a:pt x="598" y="572"/>
                    <a:pt x="597" y="571"/>
                  </a:cubicBezTo>
                  <a:cubicBezTo>
                    <a:pt x="596" y="570"/>
                    <a:pt x="594" y="571"/>
                    <a:pt x="593" y="571"/>
                  </a:cubicBezTo>
                  <a:cubicBezTo>
                    <a:pt x="591" y="570"/>
                    <a:pt x="587" y="568"/>
                    <a:pt x="582" y="569"/>
                  </a:cubicBezTo>
                  <a:cubicBezTo>
                    <a:pt x="584" y="562"/>
                    <a:pt x="578" y="566"/>
                    <a:pt x="574" y="563"/>
                  </a:cubicBezTo>
                  <a:cubicBezTo>
                    <a:pt x="574" y="563"/>
                    <a:pt x="575" y="560"/>
                    <a:pt x="574" y="560"/>
                  </a:cubicBezTo>
                  <a:cubicBezTo>
                    <a:pt x="574" y="559"/>
                    <a:pt x="571" y="560"/>
                    <a:pt x="571" y="560"/>
                  </a:cubicBezTo>
                  <a:cubicBezTo>
                    <a:pt x="570" y="559"/>
                    <a:pt x="571" y="557"/>
                    <a:pt x="571" y="556"/>
                  </a:cubicBezTo>
                  <a:cubicBezTo>
                    <a:pt x="570" y="555"/>
                    <a:pt x="567" y="556"/>
                    <a:pt x="567" y="556"/>
                  </a:cubicBezTo>
                  <a:cubicBezTo>
                    <a:pt x="566" y="555"/>
                    <a:pt x="567" y="553"/>
                    <a:pt x="567" y="552"/>
                  </a:cubicBezTo>
                  <a:cubicBezTo>
                    <a:pt x="565" y="551"/>
                    <a:pt x="565" y="554"/>
                    <a:pt x="565" y="554"/>
                  </a:cubicBezTo>
                  <a:cubicBezTo>
                    <a:pt x="564" y="554"/>
                    <a:pt x="560" y="552"/>
                    <a:pt x="559" y="550"/>
                  </a:cubicBezTo>
                  <a:cubicBezTo>
                    <a:pt x="557" y="553"/>
                    <a:pt x="556" y="550"/>
                    <a:pt x="554" y="550"/>
                  </a:cubicBezTo>
                  <a:cubicBezTo>
                    <a:pt x="551" y="551"/>
                    <a:pt x="548" y="554"/>
                    <a:pt x="544" y="554"/>
                  </a:cubicBezTo>
                  <a:cubicBezTo>
                    <a:pt x="540" y="554"/>
                    <a:pt x="540" y="552"/>
                    <a:pt x="537" y="552"/>
                  </a:cubicBezTo>
                  <a:cubicBezTo>
                    <a:pt x="532" y="552"/>
                    <a:pt x="534" y="555"/>
                    <a:pt x="530" y="552"/>
                  </a:cubicBezTo>
                  <a:cubicBezTo>
                    <a:pt x="527" y="551"/>
                    <a:pt x="525" y="552"/>
                    <a:pt x="520" y="550"/>
                  </a:cubicBezTo>
                  <a:cubicBezTo>
                    <a:pt x="519" y="550"/>
                    <a:pt x="519" y="547"/>
                    <a:pt x="518" y="547"/>
                  </a:cubicBezTo>
                  <a:cubicBezTo>
                    <a:pt x="517" y="546"/>
                    <a:pt x="516" y="547"/>
                    <a:pt x="515" y="547"/>
                  </a:cubicBezTo>
                  <a:cubicBezTo>
                    <a:pt x="512" y="546"/>
                    <a:pt x="504" y="545"/>
                    <a:pt x="509" y="541"/>
                  </a:cubicBezTo>
                  <a:cubicBezTo>
                    <a:pt x="504" y="541"/>
                    <a:pt x="503" y="537"/>
                    <a:pt x="498" y="537"/>
                  </a:cubicBezTo>
                  <a:cubicBezTo>
                    <a:pt x="497" y="536"/>
                    <a:pt x="496" y="534"/>
                    <a:pt x="496" y="532"/>
                  </a:cubicBezTo>
                  <a:cubicBezTo>
                    <a:pt x="488" y="531"/>
                    <a:pt x="486" y="525"/>
                    <a:pt x="477" y="524"/>
                  </a:cubicBezTo>
                  <a:cubicBezTo>
                    <a:pt x="476" y="518"/>
                    <a:pt x="472" y="515"/>
                    <a:pt x="474" y="506"/>
                  </a:cubicBezTo>
                  <a:cubicBezTo>
                    <a:pt x="473" y="498"/>
                    <a:pt x="463" y="502"/>
                    <a:pt x="468" y="494"/>
                  </a:cubicBezTo>
                  <a:cubicBezTo>
                    <a:pt x="466" y="494"/>
                    <a:pt x="465" y="495"/>
                    <a:pt x="464" y="496"/>
                  </a:cubicBezTo>
                  <a:cubicBezTo>
                    <a:pt x="462" y="496"/>
                    <a:pt x="463" y="494"/>
                    <a:pt x="462" y="493"/>
                  </a:cubicBezTo>
                  <a:cubicBezTo>
                    <a:pt x="461" y="491"/>
                    <a:pt x="457" y="491"/>
                    <a:pt x="457" y="487"/>
                  </a:cubicBezTo>
                  <a:cubicBezTo>
                    <a:pt x="457" y="485"/>
                    <a:pt x="453" y="485"/>
                    <a:pt x="451" y="485"/>
                  </a:cubicBezTo>
                  <a:cubicBezTo>
                    <a:pt x="451" y="484"/>
                    <a:pt x="454" y="483"/>
                    <a:pt x="453" y="481"/>
                  </a:cubicBezTo>
                  <a:cubicBezTo>
                    <a:pt x="453" y="481"/>
                    <a:pt x="451" y="478"/>
                    <a:pt x="451" y="478"/>
                  </a:cubicBezTo>
                  <a:cubicBezTo>
                    <a:pt x="450" y="477"/>
                    <a:pt x="448" y="478"/>
                    <a:pt x="448" y="478"/>
                  </a:cubicBezTo>
                  <a:cubicBezTo>
                    <a:pt x="446" y="476"/>
                    <a:pt x="447" y="473"/>
                    <a:pt x="446" y="472"/>
                  </a:cubicBezTo>
                  <a:cubicBezTo>
                    <a:pt x="441" y="468"/>
                    <a:pt x="436" y="467"/>
                    <a:pt x="434" y="459"/>
                  </a:cubicBezTo>
                  <a:cubicBezTo>
                    <a:pt x="431" y="456"/>
                    <a:pt x="431" y="460"/>
                    <a:pt x="427" y="457"/>
                  </a:cubicBezTo>
                  <a:cubicBezTo>
                    <a:pt x="428" y="453"/>
                    <a:pt x="424" y="453"/>
                    <a:pt x="423" y="452"/>
                  </a:cubicBezTo>
                  <a:cubicBezTo>
                    <a:pt x="422" y="449"/>
                    <a:pt x="424" y="442"/>
                    <a:pt x="418" y="442"/>
                  </a:cubicBezTo>
                  <a:cubicBezTo>
                    <a:pt x="419" y="433"/>
                    <a:pt x="414" y="429"/>
                    <a:pt x="408" y="427"/>
                  </a:cubicBezTo>
                  <a:cubicBezTo>
                    <a:pt x="407" y="429"/>
                    <a:pt x="406" y="431"/>
                    <a:pt x="405" y="433"/>
                  </a:cubicBezTo>
                  <a:cubicBezTo>
                    <a:pt x="403" y="437"/>
                    <a:pt x="409" y="438"/>
                    <a:pt x="410" y="440"/>
                  </a:cubicBezTo>
                  <a:cubicBezTo>
                    <a:pt x="411" y="441"/>
                    <a:pt x="410" y="444"/>
                    <a:pt x="410" y="444"/>
                  </a:cubicBezTo>
                  <a:cubicBezTo>
                    <a:pt x="410" y="444"/>
                    <a:pt x="412" y="444"/>
                    <a:pt x="412" y="444"/>
                  </a:cubicBezTo>
                  <a:cubicBezTo>
                    <a:pt x="413" y="447"/>
                    <a:pt x="410" y="451"/>
                    <a:pt x="414" y="452"/>
                  </a:cubicBezTo>
                  <a:cubicBezTo>
                    <a:pt x="417" y="452"/>
                    <a:pt x="415" y="457"/>
                    <a:pt x="418" y="461"/>
                  </a:cubicBezTo>
                  <a:cubicBezTo>
                    <a:pt x="418" y="462"/>
                    <a:pt x="419" y="461"/>
                    <a:pt x="420" y="463"/>
                  </a:cubicBezTo>
                  <a:cubicBezTo>
                    <a:pt x="420" y="466"/>
                    <a:pt x="425" y="465"/>
                    <a:pt x="423" y="472"/>
                  </a:cubicBezTo>
                  <a:cubicBezTo>
                    <a:pt x="424" y="474"/>
                    <a:pt x="427" y="474"/>
                    <a:pt x="429" y="474"/>
                  </a:cubicBezTo>
                  <a:cubicBezTo>
                    <a:pt x="427" y="476"/>
                    <a:pt x="431" y="477"/>
                    <a:pt x="431" y="478"/>
                  </a:cubicBezTo>
                  <a:cubicBezTo>
                    <a:pt x="431" y="479"/>
                    <a:pt x="429" y="482"/>
                    <a:pt x="429" y="481"/>
                  </a:cubicBezTo>
                  <a:cubicBezTo>
                    <a:pt x="430" y="484"/>
                    <a:pt x="435" y="483"/>
                    <a:pt x="433" y="489"/>
                  </a:cubicBezTo>
                  <a:cubicBezTo>
                    <a:pt x="430" y="487"/>
                    <a:pt x="429" y="484"/>
                    <a:pt x="423" y="485"/>
                  </a:cubicBezTo>
                  <a:cubicBezTo>
                    <a:pt x="426" y="478"/>
                    <a:pt x="419" y="479"/>
                    <a:pt x="420" y="474"/>
                  </a:cubicBezTo>
                  <a:cubicBezTo>
                    <a:pt x="419" y="471"/>
                    <a:pt x="416" y="470"/>
                    <a:pt x="414" y="468"/>
                  </a:cubicBezTo>
                  <a:cubicBezTo>
                    <a:pt x="412" y="467"/>
                    <a:pt x="411" y="465"/>
                    <a:pt x="410" y="463"/>
                  </a:cubicBezTo>
                  <a:cubicBezTo>
                    <a:pt x="407" y="462"/>
                    <a:pt x="404" y="462"/>
                    <a:pt x="403" y="459"/>
                  </a:cubicBezTo>
                  <a:cubicBezTo>
                    <a:pt x="403" y="454"/>
                    <a:pt x="404" y="457"/>
                    <a:pt x="406" y="457"/>
                  </a:cubicBezTo>
                  <a:cubicBezTo>
                    <a:pt x="408" y="449"/>
                    <a:pt x="400" y="451"/>
                    <a:pt x="401" y="444"/>
                  </a:cubicBezTo>
                  <a:cubicBezTo>
                    <a:pt x="397" y="443"/>
                    <a:pt x="396" y="440"/>
                    <a:pt x="392" y="440"/>
                  </a:cubicBezTo>
                  <a:cubicBezTo>
                    <a:pt x="392" y="436"/>
                    <a:pt x="395" y="436"/>
                    <a:pt x="392" y="431"/>
                  </a:cubicBezTo>
                  <a:cubicBezTo>
                    <a:pt x="391" y="430"/>
                    <a:pt x="390" y="429"/>
                    <a:pt x="390" y="429"/>
                  </a:cubicBezTo>
                  <a:cubicBezTo>
                    <a:pt x="388" y="425"/>
                    <a:pt x="389" y="419"/>
                    <a:pt x="380" y="420"/>
                  </a:cubicBezTo>
                  <a:cubicBezTo>
                    <a:pt x="382" y="418"/>
                    <a:pt x="382" y="417"/>
                    <a:pt x="380" y="414"/>
                  </a:cubicBezTo>
                  <a:cubicBezTo>
                    <a:pt x="380" y="414"/>
                    <a:pt x="379" y="411"/>
                    <a:pt x="379" y="411"/>
                  </a:cubicBezTo>
                  <a:cubicBezTo>
                    <a:pt x="378" y="410"/>
                    <a:pt x="374" y="411"/>
                    <a:pt x="373" y="411"/>
                  </a:cubicBezTo>
                  <a:cubicBezTo>
                    <a:pt x="372" y="409"/>
                    <a:pt x="377" y="409"/>
                    <a:pt x="377" y="409"/>
                  </a:cubicBezTo>
                  <a:cubicBezTo>
                    <a:pt x="376" y="405"/>
                    <a:pt x="365" y="403"/>
                    <a:pt x="360" y="401"/>
                  </a:cubicBezTo>
                  <a:cubicBezTo>
                    <a:pt x="359" y="400"/>
                    <a:pt x="359" y="399"/>
                    <a:pt x="358" y="398"/>
                  </a:cubicBezTo>
                  <a:cubicBezTo>
                    <a:pt x="357" y="395"/>
                    <a:pt x="356" y="394"/>
                    <a:pt x="354" y="392"/>
                  </a:cubicBezTo>
                  <a:cubicBezTo>
                    <a:pt x="353" y="390"/>
                    <a:pt x="353" y="385"/>
                    <a:pt x="351" y="381"/>
                  </a:cubicBezTo>
                  <a:cubicBezTo>
                    <a:pt x="350" y="380"/>
                    <a:pt x="347" y="380"/>
                    <a:pt x="347" y="379"/>
                  </a:cubicBezTo>
                  <a:cubicBezTo>
                    <a:pt x="346" y="376"/>
                    <a:pt x="348" y="372"/>
                    <a:pt x="343" y="373"/>
                  </a:cubicBezTo>
                  <a:cubicBezTo>
                    <a:pt x="344" y="366"/>
                    <a:pt x="340" y="362"/>
                    <a:pt x="336" y="357"/>
                  </a:cubicBezTo>
                  <a:cubicBezTo>
                    <a:pt x="334" y="354"/>
                    <a:pt x="334" y="349"/>
                    <a:pt x="330" y="351"/>
                  </a:cubicBezTo>
                  <a:cubicBezTo>
                    <a:pt x="333" y="329"/>
                    <a:pt x="329" y="316"/>
                    <a:pt x="330" y="289"/>
                  </a:cubicBezTo>
                  <a:cubicBezTo>
                    <a:pt x="330" y="288"/>
                    <a:pt x="328" y="288"/>
                    <a:pt x="328" y="286"/>
                  </a:cubicBezTo>
                  <a:cubicBezTo>
                    <a:pt x="327" y="285"/>
                    <a:pt x="326" y="283"/>
                    <a:pt x="324" y="282"/>
                  </a:cubicBezTo>
                  <a:cubicBezTo>
                    <a:pt x="324" y="281"/>
                    <a:pt x="323" y="280"/>
                    <a:pt x="321" y="280"/>
                  </a:cubicBezTo>
                  <a:cubicBezTo>
                    <a:pt x="320" y="271"/>
                    <a:pt x="312" y="266"/>
                    <a:pt x="306" y="260"/>
                  </a:cubicBezTo>
                  <a:cubicBezTo>
                    <a:pt x="305" y="259"/>
                    <a:pt x="304" y="258"/>
                    <a:pt x="304" y="256"/>
                  </a:cubicBezTo>
                  <a:cubicBezTo>
                    <a:pt x="305" y="257"/>
                    <a:pt x="309" y="259"/>
                    <a:pt x="310" y="256"/>
                  </a:cubicBezTo>
                  <a:cubicBezTo>
                    <a:pt x="313" y="256"/>
                    <a:pt x="312" y="261"/>
                    <a:pt x="317" y="260"/>
                  </a:cubicBezTo>
                  <a:cubicBezTo>
                    <a:pt x="318" y="261"/>
                    <a:pt x="319" y="264"/>
                    <a:pt x="319" y="267"/>
                  </a:cubicBezTo>
                  <a:cubicBezTo>
                    <a:pt x="328" y="266"/>
                    <a:pt x="330" y="272"/>
                    <a:pt x="336" y="274"/>
                  </a:cubicBezTo>
                  <a:cubicBezTo>
                    <a:pt x="335" y="281"/>
                    <a:pt x="339" y="283"/>
                    <a:pt x="341" y="286"/>
                  </a:cubicBezTo>
                  <a:cubicBezTo>
                    <a:pt x="343" y="285"/>
                    <a:pt x="344" y="282"/>
                    <a:pt x="343" y="280"/>
                  </a:cubicBezTo>
                  <a:cubicBezTo>
                    <a:pt x="343" y="278"/>
                    <a:pt x="340" y="278"/>
                    <a:pt x="339" y="276"/>
                  </a:cubicBezTo>
                  <a:cubicBezTo>
                    <a:pt x="338" y="273"/>
                    <a:pt x="338" y="271"/>
                    <a:pt x="338" y="269"/>
                  </a:cubicBezTo>
                  <a:cubicBezTo>
                    <a:pt x="337" y="268"/>
                    <a:pt x="336" y="267"/>
                    <a:pt x="336" y="267"/>
                  </a:cubicBezTo>
                  <a:cubicBezTo>
                    <a:pt x="335" y="266"/>
                    <a:pt x="337" y="264"/>
                    <a:pt x="338" y="265"/>
                  </a:cubicBezTo>
                  <a:cubicBezTo>
                    <a:pt x="335" y="261"/>
                    <a:pt x="331" y="262"/>
                    <a:pt x="332" y="258"/>
                  </a:cubicBezTo>
                  <a:cubicBezTo>
                    <a:pt x="323" y="259"/>
                    <a:pt x="322" y="252"/>
                    <a:pt x="313" y="252"/>
                  </a:cubicBezTo>
                  <a:cubicBezTo>
                    <a:pt x="316" y="246"/>
                    <a:pt x="307" y="251"/>
                    <a:pt x="310" y="245"/>
                  </a:cubicBezTo>
                  <a:cubicBezTo>
                    <a:pt x="308" y="243"/>
                    <a:pt x="305" y="245"/>
                    <a:pt x="302" y="241"/>
                  </a:cubicBezTo>
                  <a:cubicBezTo>
                    <a:pt x="302" y="239"/>
                    <a:pt x="304" y="239"/>
                    <a:pt x="306" y="239"/>
                  </a:cubicBezTo>
                  <a:cubicBezTo>
                    <a:pt x="308" y="234"/>
                    <a:pt x="299" y="237"/>
                    <a:pt x="300" y="237"/>
                  </a:cubicBezTo>
                  <a:cubicBezTo>
                    <a:pt x="298" y="236"/>
                    <a:pt x="300" y="234"/>
                    <a:pt x="298" y="233"/>
                  </a:cubicBezTo>
                  <a:cubicBezTo>
                    <a:pt x="298" y="233"/>
                    <a:pt x="295" y="234"/>
                    <a:pt x="295" y="233"/>
                  </a:cubicBezTo>
                  <a:cubicBezTo>
                    <a:pt x="294" y="232"/>
                    <a:pt x="297" y="231"/>
                    <a:pt x="297" y="230"/>
                  </a:cubicBezTo>
                  <a:cubicBezTo>
                    <a:pt x="296" y="227"/>
                    <a:pt x="294" y="230"/>
                    <a:pt x="291" y="230"/>
                  </a:cubicBezTo>
                  <a:cubicBezTo>
                    <a:pt x="287" y="227"/>
                    <a:pt x="289" y="223"/>
                    <a:pt x="287" y="220"/>
                  </a:cubicBezTo>
                  <a:cubicBezTo>
                    <a:pt x="286" y="219"/>
                    <a:pt x="284" y="218"/>
                    <a:pt x="282" y="219"/>
                  </a:cubicBezTo>
                  <a:cubicBezTo>
                    <a:pt x="288" y="208"/>
                    <a:pt x="267" y="215"/>
                    <a:pt x="269" y="204"/>
                  </a:cubicBezTo>
                  <a:cubicBezTo>
                    <a:pt x="270" y="204"/>
                    <a:pt x="272" y="204"/>
                    <a:pt x="274" y="204"/>
                  </a:cubicBezTo>
                  <a:cubicBezTo>
                    <a:pt x="275" y="199"/>
                    <a:pt x="266" y="205"/>
                    <a:pt x="269" y="198"/>
                  </a:cubicBezTo>
                  <a:cubicBezTo>
                    <a:pt x="265" y="198"/>
                    <a:pt x="261" y="198"/>
                    <a:pt x="257" y="198"/>
                  </a:cubicBezTo>
                  <a:cubicBezTo>
                    <a:pt x="262" y="195"/>
                    <a:pt x="255" y="194"/>
                    <a:pt x="259" y="192"/>
                  </a:cubicBezTo>
                  <a:cubicBezTo>
                    <a:pt x="260" y="189"/>
                    <a:pt x="254" y="189"/>
                    <a:pt x="255" y="191"/>
                  </a:cubicBezTo>
                  <a:cubicBezTo>
                    <a:pt x="252" y="187"/>
                    <a:pt x="255" y="186"/>
                    <a:pt x="252" y="181"/>
                  </a:cubicBezTo>
                  <a:cubicBezTo>
                    <a:pt x="248" y="181"/>
                    <a:pt x="244" y="181"/>
                    <a:pt x="241" y="181"/>
                  </a:cubicBezTo>
                  <a:cubicBezTo>
                    <a:pt x="242" y="179"/>
                    <a:pt x="243" y="177"/>
                    <a:pt x="244" y="174"/>
                  </a:cubicBezTo>
                  <a:cubicBezTo>
                    <a:pt x="243" y="170"/>
                    <a:pt x="239" y="173"/>
                    <a:pt x="242" y="168"/>
                  </a:cubicBezTo>
                  <a:cubicBezTo>
                    <a:pt x="236" y="169"/>
                    <a:pt x="232" y="171"/>
                    <a:pt x="224" y="170"/>
                  </a:cubicBezTo>
                  <a:cubicBezTo>
                    <a:pt x="224" y="165"/>
                    <a:pt x="219" y="163"/>
                    <a:pt x="214" y="161"/>
                  </a:cubicBezTo>
                  <a:cubicBezTo>
                    <a:pt x="213" y="160"/>
                    <a:pt x="210" y="160"/>
                    <a:pt x="209" y="159"/>
                  </a:cubicBezTo>
                  <a:cubicBezTo>
                    <a:pt x="208" y="159"/>
                    <a:pt x="209" y="156"/>
                    <a:pt x="209" y="155"/>
                  </a:cubicBezTo>
                  <a:cubicBezTo>
                    <a:pt x="208" y="154"/>
                    <a:pt x="204" y="156"/>
                    <a:pt x="205" y="153"/>
                  </a:cubicBezTo>
                  <a:cubicBezTo>
                    <a:pt x="199" y="151"/>
                    <a:pt x="186" y="157"/>
                    <a:pt x="183" y="153"/>
                  </a:cubicBezTo>
                  <a:cubicBezTo>
                    <a:pt x="183" y="153"/>
                    <a:pt x="183" y="151"/>
                    <a:pt x="183" y="151"/>
                  </a:cubicBezTo>
                  <a:cubicBezTo>
                    <a:pt x="181" y="151"/>
                    <a:pt x="179" y="153"/>
                    <a:pt x="179" y="153"/>
                  </a:cubicBezTo>
                  <a:cubicBezTo>
                    <a:pt x="177" y="153"/>
                    <a:pt x="177" y="147"/>
                    <a:pt x="170" y="150"/>
                  </a:cubicBezTo>
                  <a:cubicBezTo>
                    <a:pt x="170" y="145"/>
                    <a:pt x="161" y="147"/>
                    <a:pt x="166" y="142"/>
                  </a:cubicBezTo>
                  <a:cubicBezTo>
                    <a:pt x="165" y="142"/>
                    <a:pt x="164" y="144"/>
                    <a:pt x="162" y="144"/>
                  </a:cubicBezTo>
                  <a:cubicBezTo>
                    <a:pt x="161" y="144"/>
                    <a:pt x="160" y="142"/>
                    <a:pt x="160" y="142"/>
                  </a:cubicBezTo>
                  <a:cubicBezTo>
                    <a:pt x="157" y="143"/>
                    <a:pt x="154" y="147"/>
                    <a:pt x="151" y="144"/>
                  </a:cubicBezTo>
                  <a:cubicBezTo>
                    <a:pt x="147" y="144"/>
                    <a:pt x="150" y="151"/>
                    <a:pt x="149" y="153"/>
                  </a:cubicBezTo>
                  <a:cubicBezTo>
                    <a:pt x="148" y="153"/>
                    <a:pt x="146" y="151"/>
                    <a:pt x="144" y="151"/>
                  </a:cubicBezTo>
                  <a:cubicBezTo>
                    <a:pt x="141" y="152"/>
                    <a:pt x="143" y="155"/>
                    <a:pt x="142" y="155"/>
                  </a:cubicBezTo>
                  <a:cubicBezTo>
                    <a:pt x="140" y="156"/>
                    <a:pt x="133" y="155"/>
                    <a:pt x="131" y="157"/>
                  </a:cubicBezTo>
                  <a:cubicBezTo>
                    <a:pt x="129" y="158"/>
                    <a:pt x="129" y="160"/>
                    <a:pt x="127" y="161"/>
                  </a:cubicBezTo>
                  <a:cubicBezTo>
                    <a:pt x="124" y="161"/>
                    <a:pt x="123" y="159"/>
                    <a:pt x="119" y="159"/>
                  </a:cubicBezTo>
                  <a:cubicBezTo>
                    <a:pt x="122" y="156"/>
                    <a:pt x="127" y="155"/>
                    <a:pt x="125" y="148"/>
                  </a:cubicBezTo>
                  <a:cubicBezTo>
                    <a:pt x="128" y="148"/>
                    <a:pt x="129" y="146"/>
                    <a:pt x="129" y="144"/>
                  </a:cubicBezTo>
                  <a:cubicBezTo>
                    <a:pt x="128" y="142"/>
                    <a:pt x="125" y="142"/>
                    <a:pt x="123" y="142"/>
                  </a:cubicBezTo>
                  <a:cubicBezTo>
                    <a:pt x="121" y="144"/>
                    <a:pt x="121" y="147"/>
                    <a:pt x="118" y="150"/>
                  </a:cubicBezTo>
                  <a:cubicBezTo>
                    <a:pt x="116" y="151"/>
                    <a:pt x="116" y="153"/>
                    <a:pt x="114" y="153"/>
                  </a:cubicBezTo>
                  <a:cubicBezTo>
                    <a:pt x="112" y="153"/>
                    <a:pt x="112" y="158"/>
                    <a:pt x="108" y="157"/>
                  </a:cubicBezTo>
                  <a:cubicBezTo>
                    <a:pt x="109" y="160"/>
                    <a:pt x="107" y="161"/>
                    <a:pt x="105" y="161"/>
                  </a:cubicBezTo>
                  <a:cubicBezTo>
                    <a:pt x="105" y="163"/>
                    <a:pt x="105" y="166"/>
                    <a:pt x="105" y="168"/>
                  </a:cubicBezTo>
                  <a:cubicBezTo>
                    <a:pt x="99" y="170"/>
                    <a:pt x="98" y="176"/>
                    <a:pt x="93" y="179"/>
                  </a:cubicBezTo>
                  <a:cubicBezTo>
                    <a:pt x="93" y="180"/>
                    <a:pt x="90" y="179"/>
                    <a:pt x="90" y="179"/>
                  </a:cubicBezTo>
                  <a:cubicBezTo>
                    <a:pt x="89" y="180"/>
                    <a:pt x="90" y="183"/>
                    <a:pt x="90" y="183"/>
                  </a:cubicBezTo>
                  <a:cubicBezTo>
                    <a:pt x="89" y="183"/>
                    <a:pt x="82" y="183"/>
                    <a:pt x="84" y="185"/>
                  </a:cubicBezTo>
                  <a:cubicBezTo>
                    <a:pt x="88" y="188"/>
                    <a:pt x="79" y="187"/>
                    <a:pt x="77" y="191"/>
                  </a:cubicBezTo>
                  <a:cubicBezTo>
                    <a:pt x="76" y="191"/>
                    <a:pt x="74" y="197"/>
                    <a:pt x="73" y="196"/>
                  </a:cubicBezTo>
                  <a:cubicBezTo>
                    <a:pt x="71" y="194"/>
                    <a:pt x="72" y="195"/>
                    <a:pt x="71" y="198"/>
                  </a:cubicBezTo>
                  <a:cubicBezTo>
                    <a:pt x="68" y="198"/>
                    <a:pt x="66" y="198"/>
                    <a:pt x="64" y="198"/>
                  </a:cubicBezTo>
                  <a:cubicBezTo>
                    <a:pt x="60" y="200"/>
                    <a:pt x="67" y="201"/>
                    <a:pt x="58" y="202"/>
                  </a:cubicBezTo>
                  <a:cubicBezTo>
                    <a:pt x="54" y="202"/>
                    <a:pt x="51" y="202"/>
                    <a:pt x="47" y="204"/>
                  </a:cubicBezTo>
                  <a:cubicBezTo>
                    <a:pt x="44" y="205"/>
                    <a:pt x="44" y="210"/>
                    <a:pt x="39" y="207"/>
                  </a:cubicBezTo>
                  <a:cubicBezTo>
                    <a:pt x="39" y="202"/>
                    <a:pt x="45" y="204"/>
                    <a:pt x="49" y="202"/>
                  </a:cubicBezTo>
                  <a:cubicBezTo>
                    <a:pt x="50" y="201"/>
                    <a:pt x="50" y="202"/>
                    <a:pt x="50" y="200"/>
                  </a:cubicBezTo>
                  <a:cubicBezTo>
                    <a:pt x="51" y="197"/>
                    <a:pt x="55" y="198"/>
                    <a:pt x="58" y="198"/>
                  </a:cubicBezTo>
                  <a:cubicBezTo>
                    <a:pt x="61" y="198"/>
                    <a:pt x="59" y="194"/>
                    <a:pt x="60" y="192"/>
                  </a:cubicBezTo>
                  <a:cubicBezTo>
                    <a:pt x="61" y="191"/>
                    <a:pt x="62" y="196"/>
                    <a:pt x="65" y="191"/>
                  </a:cubicBezTo>
                  <a:cubicBezTo>
                    <a:pt x="66" y="190"/>
                    <a:pt x="67" y="191"/>
                    <a:pt x="67" y="189"/>
                  </a:cubicBezTo>
                  <a:cubicBezTo>
                    <a:pt x="67" y="186"/>
                    <a:pt x="72" y="187"/>
                    <a:pt x="75" y="185"/>
                  </a:cubicBezTo>
                  <a:cubicBezTo>
                    <a:pt x="75" y="182"/>
                    <a:pt x="75" y="179"/>
                    <a:pt x="75" y="176"/>
                  </a:cubicBezTo>
                  <a:cubicBezTo>
                    <a:pt x="81" y="182"/>
                    <a:pt x="75" y="170"/>
                    <a:pt x="82" y="172"/>
                  </a:cubicBezTo>
                  <a:cubicBezTo>
                    <a:pt x="83" y="167"/>
                    <a:pt x="74" y="173"/>
                    <a:pt x="77" y="166"/>
                  </a:cubicBezTo>
                  <a:cubicBezTo>
                    <a:pt x="75" y="171"/>
                    <a:pt x="63" y="165"/>
                    <a:pt x="62" y="170"/>
                  </a:cubicBezTo>
                  <a:cubicBezTo>
                    <a:pt x="59" y="171"/>
                    <a:pt x="61" y="167"/>
                    <a:pt x="60" y="166"/>
                  </a:cubicBezTo>
                  <a:cubicBezTo>
                    <a:pt x="57" y="165"/>
                    <a:pt x="52" y="168"/>
                    <a:pt x="49" y="166"/>
                  </a:cubicBezTo>
                  <a:cubicBezTo>
                    <a:pt x="51" y="162"/>
                    <a:pt x="46" y="164"/>
                    <a:pt x="45" y="163"/>
                  </a:cubicBezTo>
                  <a:cubicBezTo>
                    <a:pt x="44" y="161"/>
                    <a:pt x="46" y="160"/>
                    <a:pt x="47" y="161"/>
                  </a:cubicBezTo>
                  <a:cubicBezTo>
                    <a:pt x="43" y="156"/>
                    <a:pt x="40" y="157"/>
                    <a:pt x="37" y="151"/>
                  </a:cubicBezTo>
                  <a:cubicBezTo>
                    <a:pt x="35" y="154"/>
                    <a:pt x="29" y="153"/>
                    <a:pt x="24" y="153"/>
                  </a:cubicBezTo>
                  <a:cubicBezTo>
                    <a:pt x="24" y="151"/>
                    <a:pt x="25" y="150"/>
                    <a:pt x="26" y="150"/>
                  </a:cubicBezTo>
                  <a:cubicBezTo>
                    <a:pt x="25" y="146"/>
                    <a:pt x="19" y="147"/>
                    <a:pt x="21" y="140"/>
                  </a:cubicBezTo>
                  <a:cubicBezTo>
                    <a:pt x="20" y="138"/>
                    <a:pt x="17" y="136"/>
                    <a:pt x="17" y="138"/>
                  </a:cubicBezTo>
                  <a:cubicBezTo>
                    <a:pt x="12" y="138"/>
                    <a:pt x="16" y="133"/>
                    <a:pt x="17" y="131"/>
                  </a:cubicBezTo>
                  <a:cubicBezTo>
                    <a:pt x="17" y="130"/>
                    <a:pt x="16" y="128"/>
                    <a:pt x="17" y="127"/>
                  </a:cubicBezTo>
                  <a:cubicBezTo>
                    <a:pt x="17" y="127"/>
                    <a:pt x="20" y="128"/>
                    <a:pt x="21" y="127"/>
                  </a:cubicBezTo>
                  <a:cubicBezTo>
                    <a:pt x="22" y="126"/>
                    <a:pt x="21" y="123"/>
                    <a:pt x="22" y="122"/>
                  </a:cubicBezTo>
                  <a:cubicBezTo>
                    <a:pt x="27" y="121"/>
                    <a:pt x="34" y="120"/>
                    <a:pt x="37" y="118"/>
                  </a:cubicBezTo>
                  <a:cubicBezTo>
                    <a:pt x="40" y="116"/>
                    <a:pt x="42" y="117"/>
                    <a:pt x="45" y="116"/>
                  </a:cubicBezTo>
                  <a:cubicBezTo>
                    <a:pt x="48" y="115"/>
                    <a:pt x="42" y="111"/>
                    <a:pt x="52" y="112"/>
                  </a:cubicBezTo>
                  <a:cubicBezTo>
                    <a:pt x="51" y="108"/>
                    <a:pt x="51" y="104"/>
                    <a:pt x="49" y="97"/>
                  </a:cubicBezTo>
                  <a:cubicBezTo>
                    <a:pt x="45" y="93"/>
                    <a:pt x="34" y="104"/>
                    <a:pt x="30" y="99"/>
                  </a:cubicBezTo>
                  <a:cubicBezTo>
                    <a:pt x="27" y="96"/>
                    <a:pt x="29" y="101"/>
                    <a:pt x="22" y="101"/>
                  </a:cubicBezTo>
                  <a:cubicBezTo>
                    <a:pt x="21" y="98"/>
                    <a:pt x="14" y="100"/>
                    <a:pt x="9" y="97"/>
                  </a:cubicBezTo>
                  <a:cubicBezTo>
                    <a:pt x="9" y="97"/>
                    <a:pt x="13" y="94"/>
                    <a:pt x="9" y="94"/>
                  </a:cubicBezTo>
                  <a:cubicBezTo>
                    <a:pt x="6" y="93"/>
                    <a:pt x="3" y="92"/>
                    <a:pt x="2" y="86"/>
                  </a:cubicBezTo>
                  <a:cubicBezTo>
                    <a:pt x="13" y="87"/>
                    <a:pt x="0" y="81"/>
                    <a:pt x="13" y="82"/>
                  </a:cubicBezTo>
                  <a:cubicBezTo>
                    <a:pt x="15" y="82"/>
                    <a:pt x="14" y="81"/>
                    <a:pt x="13" y="81"/>
                  </a:cubicBezTo>
                  <a:cubicBezTo>
                    <a:pt x="14" y="77"/>
                    <a:pt x="17" y="81"/>
                    <a:pt x="17" y="81"/>
                  </a:cubicBezTo>
                  <a:cubicBezTo>
                    <a:pt x="20" y="81"/>
                    <a:pt x="21" y="78"/>
                    <a:pt x="24" y="79"/>
                  </a:cubicBezTo>
                  <a:cubicBezTo>
                    <a:pt x="25" y="79"/>
                    <a:pt x="26" y="82"/>
                    <a:pt x="28" y="82"/>
                  </a:cubicBezTo>
                  <a:cubicBezTo>
                    <a:pt x="32" y="83"/>
                    <a:pt x="36" y="81"/>
                    <a:pt x="41" y="82"/>
                  </a:cubicBezTo>
                  <a:cubicBezTo>
                    <a:pt x="44" y="83"/>
                    <a:pt x="44" y="84"/>
                    <a:pt x="47" y="82"/>
                  </a:cubicBezTo>
                  <a:cubicBezTo>
                    <a:pt x="49" y="82"/>
                    <a:pt x="47" y="81"/>
                    <a:pt x="47" y="79"/>
                  </a:cubicBezTo>
                  <a:cubicBezTo>
                    <a:pt x="49" y="79"/>
                    <a:pt x="50" y="78"/>
                    <a:pt x="50" y="77"/>
                  </a:cubicBezTo>
                  <a:cubicBezTo>
                    <a:pt x="51" y="72"/>
                    <a:pt x="42" y="78"/>
                    <a:pt x="45" y="71"/>
                  </a:cubicBezTo>
                  <a:cubicBezTo>
                    <a:pt x="40" y="70"/>
                    <a:pt x="35" y="69"/>
                    <a:pt x="30" y="68"/>
                  </a:cubicBezTo>
                  <a:cubicBezTo>
                    <a:pt x="32" y="64"/>
                    <a:pt x="32" y="65"/>
                    <a:pt x="28" y="62"/>
                  </a:cubicBezTo>
                  <a:cubicBezTo>
                    <a:pt x="27" y="62"/>
                    <a:pt x="27" y="60"/>
                    <a:pt x="26" y="60"/>
                  </a:cubicBezTo>
                  <a:cubicBezTo>
                    <a:pt x="25" y="59"/>
                    <a:pt x="21" y="60"/>
                    <a:pt x="19" y="58"/>
                  </a:cubicBezTo>
                  <a:cubicBezTo>
                    <a:pt x="19" y="58"/>
                    <a:pt x="22" y="52"/>
                    <a:pt x="19" y="53"/>
                  </a:cubicBezTo>
                  <a:cubicBezTo>
                    <a:pt x="18" y="53"/>
                    <a:pt x="19" y="55"/>
                    <a:pt x="17" y="55"/>
                  </a:cubicBezTo>
                  <a:cubicBezTo>
                    <a:pt x="15" y="54"/>
                    <a:pt x="14" y="52"/>
                    <a:pt x="11" y="53"/>
                  </a:cubicBezTo>
                  <a:cubicBezTo>
                    <a:pt x="15" y="47"/>
                    <a:pt x="23" y="46"/>
                    <a:pt x="30" y="43"/>
                  </a:cubicBezTo>
                  <a:cubicBezTo>
                    <a:pt x="28" y="37"/>
                    <a:pt x="35" y="37"/>
                    <a:pt x="37" y="34"/>
                  </a:cubicBezTo>
                  <a:cubicBezTo>
                    <a:pt x="39" y="32"/>
                    <a:pt x="37" y="28"/>
                    <a:pt x="39" y="27"/>
                  </a:cubicBezTo>
                  <a:cubicBezTo>
                    <a:pt x="44" y="31"/>
                    <a:pt x="44" y="28"/>
                    <a:pt x="52" y="28"/>
                  </a:cubicBezTo>
                  <a:cubicBezTo>
                    <a:pt x="56" y="23"/>
                    <a:pt x="62" y="19"/>
                    <a:pt x="73" y="21"/>
                  </a:cubicBezTo>
                  <a:cubicBezTo>
                    <a:pt x="75" y="22"/>
                    <a:pt x="74" y="18"/>
                    <a:pt x="75" y="17"/>
                  </a:cubicBezTo>
                  <a:cubicBezTo>
                    <a:pt x="78" y="15"/>
                    <a:pt x="85" y="19"/>
                    <a:pt x="86" y="14"/>
                  </a:cubicBezTo>
                  <a:cubicBezTo>
                    <a:pt x="88" y="13"/>
                    <a:pt x="89" y="17"/>
                    <a:pt x="90" y="17"/>
                  </a:cubicBezTo>
                  <a:cubicBezTo>
                    <a:pt x="93" y="18"/>
                    <a:pt x="96" y="16"/>
                    <a:pt x="95" y="21"/>
                  </a:cubicBezTo>
                  <a:cubicBezTo>
                    <a:pt x="103" y="21"/>
                    <a:pt x="111" y="21"/>
                    <a:pt x="119" y="21"/>
                  </a:cubicBezTo>
                  <a:cubicBezTo>
                    <a:pt x="111" y="29"/>
                    <a:pt x="132" y="18"/>
                    <a:pt x="125" y="27"/>
                  </a:cubicBezTo>
                  <a:cubicBezTo>
                    <a:pt x="129" y="27"/>
                    <a:pt x="132" y="26"/>
                    <a:pt x="132" y="23"/>
                  </a:cubicBezTo>
                  <a:cubicBezTo>
                    <a:pt x="136" y="27"/>
                    <a:pt x="144" y="25"/>
                    <a:pt x="149" y="27"/>
                  </a:cubicBezTo>
                  <a:cubicBezTo>
                    <a:pt x="150" y="27"/>
                    <a:pt x="149" y="28"/>
                    <a:pt x="151" y="28"/>
                  </a:cubicBezTo>
                  <a:cubicBezTo>
                    <a:pt x="153" y="28"/>
                    <a:pt x="153" y="30"/>
                    <a:pt x="155" y="30"/>
                  </a:cubicBezTo>
                  <a:cubicBezTo>
                    <a:pt x="160" y="31"/>
                    <a:pt x="161" y="27"/>
                    <a:pt x="164" y="30"/>
                  </a:cubicBezTo>
                  <a:cubicBezTo>
                    <a:pt x="165" y="31"/>
                    <a:pt x="186" y="31"/>
                    <a:pt x="188" y="32"/>
                  </a:cubicBezTo>
                  <a:cubicBezTo>
                    <a:pt x="191" y="34"/>
                    <a:pt x="202" y="35"/>
                    <a:pt x="209" y="36"/>
                  </a:cubicBezTo>
                  <a:cubicBezTo>
                    <a:pt x="211" y="38"/>
                    <a:pt x="214" y="40"/>
                    <a:pt x="214" y="43"/>
                  </a:cubicBezTo>
                  <a:cubicBezTo>
                    <a:pt x="221" y="44"/>
                    <a:pt x="224" y="48"/>
                    <a:pt x="229" y="45"/>
                  </a:cubicBezTo>
                  <a:cubicBezTo>
                    <a:pt x="230" y="51"/>
                    <a:pt x="239" y="48"/>
                    <a:pt x="244" y="49"/>
                  </a:cubicBezTo>
                  <a:cubicBezTo>
                    <a:pt x="244" y="47"/>
                    <a:pt x="242" y="47"/>
                    <a:pt x="241" y="47"/>
                  </a:cubicBezTo>
                  <a:cubicBezTo>
                    <a:pt x="244" y="43"/>
                    <a:pt x="249" y="39"/>
                    <a:pt x="255" y="38"/>
                  </a:cubicBezTo>
                  <a:cubicBezTo>
                    <a:pt x="255" y="41"/>
                    <a:pt x="257" y="42"/>
                    <a:pt x="257" y="40"/>
                  </a:cubicBezTo>
                  <a:cubicBezTo>
                    <a:pt x="259" y="40"/>
                    <a:pt x="259" y="43"/>
                    <a:pt x="261" y="43"/>
                  </a:cubicBezTo>
                  <a:cubicBezTo>
                    <a:pt x="265" y="44"/>
                    <a:pt x="265" y="41"/>
                    <a:pt x="265" y="38"/>
                  </a:cubicBezTo>
                  <a:cubicBezTo>
                    <a:pt x="269" y="37"/>
                    <a:pt x="270" y="39"/>
                    <a:pt x="272" y="40"/>
                  </a:cubicBezTo>
                  <a:cubicBezTo>
                    <a:pt x="274" y="38"/>
                    <a:pt x="272" y="35"/>
                    <a:pt x="276" y="32"/>
                  </a:cubicBezTo>
                  <a:cubicBezTo>
                    <a:pt x="279" y="32"/>
                    <a:pt x="281" y="35"/>
                    <a:pt x="282" y="32"/>
                  </a:cubicBezTo>
                  <a:cubicBezTo>
                    <a:pt x="285" y="33"/>
                    <a:pt x="283" y="36"/>
                    <a:pt x="280" y="36"/>
                  </a:cubicBezTo>
                  <a:cubicBezTo>
                    <a:pt x="282" y="41"/>
                    <a:pt x="295" y="31"/>
                    <a:pt x="298" y="38"/>
                  </a:cubicBezTo>
                  <a:cubicBezTo>
                    <a:pt x="304" y="38"/>
                    <a:pt x="294" y="32"/>
                    <a:pt x="300" y="32"/>
                  </a:cubicBezTo>
                  <a:cubicBezTo>
                    <a:pt x="301" y="30"/>
                    <a:pt x="303" y="28"/>
                    <a:pt x="306" y="28"/>
                  </a:cubicBezTo>
                  <a:cubicBezTo>
                    <a:pt x="306" y="30"/>
                    <a:pt x="306" y="32"/>
                    <a:pt x="306" y="34"/>
                  </a:cubicBezTo>
                  <a:cubicBezTo>
                    <a:pt x="310" y="30"/>
                    <a:pt x="311" y="37"/>
                    <a:pt x="315" y="38"/>
                  </a:cubicBezTo>
                  <a:cubicBezTo>
                    <a:pt x="321" y="38"/>
                    <a:pt x="325" y="37"/>
                    <a:pt x="326" y="34"/>
                  </a:cubicBezTo>
                  <a:cubicBezTo>
                    <a:pt x="329" y="36"/>
                    <a:pt x="334" y="36"/>
                    <a:pt x="332" y="41"/>
                  </a:cubicBezTo>
                  <a:cubicBezTo>
                    <a:pt x="336" y="40"/>
                    <a:pt x="341" y="39"/>
                    <a:pt x="341" y="34"/>
                  </a:cubicBezTo>
                  <a:cubicBezTo>
                    <a:pt x="346" y="37"/>
                    <a:pt x="348" y="33"/>
                    <a:pt x="352" y="38"/>
                  </a:cubicBezTo>
                  <a:cubicBezTo>
                    <a:pt x="357" y="38"/>
                    <a:pt x="361" y="38"/>
                    <a:pt x="365" y="38"/>
                  </a:cubicBezTo>
                  <a:cubicBezTo>
                    <a:pt x="366" y="38"/>
                    <a:pt x="363" y="41"/>
                    <a:pt x="364" y="41"/>
                  </a:cubicBezTo>
                  <a:cubicBezTo>
                    <a:pt x="363" y="41"/>
                    <a:pt x="369" y="43"/>
                    <a:pt x="367" y="43"/>
                  </a:cubicBezTo>
                  <a:cubicBezTo>
                    <a:pt x="369" y="44"/>
                    <a:pt x="370" y="41"/>
                    <a:pt x="373" y="41"/>
                  </a:cubicBezTo>
                  <a:cubicBezTo>
                    <a:pt x="373" y="42"/>
                    <a:pt x="373" y="45"/>
                    <a:pt x="373" y="45"/>
                  </a:cubicBezTo>
                  <a:cubicBezTo>
                    <a:pt x="378" y="48"/>
                    <a:pt x="386" y="44"/>
                    <a:pt x="392" y="45"/>
                  </a:cubicBezTo>
                  <a:cubicBezTo>
                    <a:pt x="392" y="47"/>
                    <a:pt x="395" y="47"/>
                    <a:pt x="397" y="47"/>
                  </a:cubicBezTo>
                  <a:cubicBezTo>
                    <a:pt x="394" y="54"/>
                    <a:pt x="404" y="48"/>
                    <a:pt x="403" y="53"/>
                  </a:cubicBezTo>
                  <a:cubicBezTo>
                    <a:pt x="404" y="57"/>
                    <a:pt x="399" y="55"/>
                    <a:pt x="399" y="58"/>
                  </a:cubicBezTo>
                  <a:cubicBezTo>
                    <a:pt x="398" y="61"/>
                    <a:pt x="401" y="62"/>
                    <a:pt x="401" y="64"/>
                  </a:cubicBezTo>
                  <a:cubicBezTo>
                    <a:pt x="421" y="62"/>
                    <a:pt x="438" y="61"/>
                    <a:pt x="453" y="68"/>
                  </a:cubicBezTo>
                  <a:cubicBezTo>
                    <a:pt x="452" y="69"/>
                    <a:pt x="451" y="71"/>
                    <a:pt x="451" y="73"/>
                  </a:cubicBezTo>
                  <a:cubicBezTo>
                    <a:pt x="455" y="73"/>
                    <a:pt x="455" y="71"/>
                    <a:pt x="459" y="71"/>
                  </a:cubicBezTo>
                  <a:cubicBezTo>
                    <a:pt x="457" y="65"/>
                    <a:pt x="458" y="67"/>
                    <a:pt x="457" y="60"/>
                  </a:cubicBezTo>
                  <a:cubicBezTo>
                    <a:pt x="458" y="57"/>
                    <a:pt x="472" y="57"/>
                    <a:pt x="468" y="55"/>
                  </a:cubicBezTo>
                  <a:cubicBezTo>
                    <a:pt x="469" y="51"/>
                    <a:pt x="471" y="54"/>
                    <a:pt x="474" y="55"/>
                  </a:cubicBezTo>
                  <a:cubicBezTo>
                    <a:pt x="474" y="57"/>
                    <a:pt x="477" y="56"/>
                    <a:pt x="477" y="58"/>
                  </a:cubicBezTo>
                  <a:cubicBezTo>
                    <a:pt x="485" y="60"/>
                    <a:pt x="490" y="57"/>
                    <a:pt x="496" y="58"/>
                  </a:cubicBezTo>
                  <a:cubicBezTo>
                    <a:pt x="496" y="58"/>
                    <a:pt x="496" y="60"/>
                    <a:pt x="498" y="60"/>
                  </a:cubicBezTo>
                  <a:cubicBezTo>
                    <a:pt x="499" y="60"/>
                    <a:pt x="500" y="62"/>
                    <a:pt x="502" y="62"/>
                  </a:cubicBezTo>
                  <a:cubicBezTo>
                    <a:pt x="508" y="62"/>
                    <a:pt x="514" y="58"/>
                    <a:pt x="524" y="60"/>
                  </a:cubicBezTo>
                  <a:cubicBezTo>
                    <a:pt x="529" y="56"/>
                    <a:pt x="528" y="53"/>
                    <a:pt x="530" y="49"/>
                  </a:cubicBezTo>
                  <a:cubicBezTo>
                    <a:pt x="528" y="43"/>
                    <a:pt x="523" y="45"/>
                    <a:pt x="522" y="43"/>
                  </a:cubicBezTo>
                  <a:cubicBezTo>
                    <a:pt x="523" y="34"/>
                    <a:pt x="540" y="39"/>
                    <a:pt x="544" y="41"/>
                  </a:cubicBezTo>
                  <a:cubicBezTo>
                    <a:pt x="544" y="44"/>
                    <a:pt x="542" y="45"/>
                    <a:pt x="539" y="45"/>
                  </a:cubicBezTo>
                  <a:cubicBezTo>
                    <a:pt x="543" y="49"/>
                    <a:pt x="539" y="50"/>
                    <a:pt x="537" y="53"/>
                  </a:cubicBezTo>
                  <a:cubicBezTo>
                    <a:pt x="536" y="57"/>
                    <a:pt x="540" y="56"/>
                    <a:pt x="543" y="56"/>
                  </a:cubicBezTo>
                  <a:cubicBezTo>
                    <a:pt x="540" y="62"/>
                    <a:pt x="544" y="63"/>
                    <a:pt x="541" y="68"/>
                  </a:cubicBezTo>
                  <a:cubicBezTo>
                    <a:pt x="546" y="71"/>
                    <a:pt x="550" y="59"/>
                    <a:pt x="548" y="60"/>
                  </a:cubicBezTo>
                  <a:cubicBezTo>
                    <a:pt x="549" y="59"/>
                    <a:pt x="554" y="65"/>
                    <a:pt x="552" y="56"/>
                  </a:cubicBezTo>
                  <a:cubicBezTo>
                    <a:pt x="560" y="58"/>
                    <a:pt x="558" y="49"/>
                    <a:pt x="563" y="47"/>
                  </a:cubicBezTo>
                  <a:cubicBezTo>
                    <a:pt x="561" y="42"/>
                    <a:pt x="558" y="38"/>
                    <a:pt x="550" y="38"/>
                  </a:cubicBezTo>
                  <a:cubicBezTo>
                    <a:pt x="554" y="35"/>
                    <a:pt x="546" y="30"/>
                    <a:pt x="541" y="28"/>
                  </a:cubicBezTo>
                  <a:cubicBezTo>
                    <a:pt x="541" y="26"/>
                    <a:pt x="541" y="23"/>
                    <a:pt x="539" y="23"/>
                  </a:cubicBezTo>
                  <a:cubicBezTo>
                    <a:pt x="539" y="19"/>
                    <a:pt x="544" y="17"/>
                    <a:pt x="544" y="14"/>
                  </a:cubicBezTo>
                  <a:cubicBezTo>
                    <a:pt x="544" y="13"/>
                    <a:pt x="549" y="11"/>
                    <a:pt x="548" y="10"/>
                  </a:cubicBezTo>
                  <a:cubicBezTo>
                    <a:pt x="543" y="5"/>
                    <a:pt x="555" y="11"/>
                    <a:pt x="550" y="6"/>
                  </a:cubicBezTo>
                  <a:cubicBezTo>
                    <a:pt x="550" y="0"/>
                    <a:pt x="555" y="8"/>
                    <a:pt x="556" y="8"/>
                  </a:cubicBezTo>
                  <a:cubicBezTo>
                    <a:pt x="558" y="9"/>
                    <a:pt x="561" y="7"/>
                    <a:pt x="563" y="8"/>
                  </a:cubicBezTo>
                  <a:cubicBezTo>
                    <a:pt x="564" y="8"/>
                    <a:pt x="560" y="11"/>
                    <a:pt x="561" y="12"/>
                  </a:cubicBezTo>
                  <a:cubicBezTo>
                    <a:pt x="562" y="12"/>
                    <a:pt x="566" y="11"/>
                    <a:pt x="567" y="12"/>
                  </a:cubicBezTo>
                  <a:cubicBezTo>
                    <a:pt x="568" y="13"/>
                    <a:pt x="566" y="16"/>
                    <a:pt x="567" y="17"/>
                  </a:cubicBezTo>
                  <a:cubicBezTo>
                    <a:pt x="567" y="18"/>
                    <a:pt x="570" y="17"/>
                    <a:pt x="571" y="17"/>
                  </a:cubicBezTo>
                  <a:cubicBezTo>
                    <a:pt x="572" y="22"/>
                    <a:pt x="567" y="20"/>
                    <a:pt x="571" y="25"/>
                  </a:cubicBezTo>
                  <a:cubicBezTo>
                    <a:pt x="571" y="26"/>
                    <a:pt x="573" y="26"/>
                    <a:pt x="572" y="28"/>
                  </a:cubicBezTo>
                  <a:cubicBezTo>
                    <a:pt x="572" y="28"/>
                    <a:pt x="571" y="29"/>
                    <a:pt x="571" y="30"/>
                  </a:cubicBezTo>
                  <a:cubicBezTo>
                    <a:pt x="570" y="33"/>
                    <a:pt x="569" y="34"/>
                    <a:pt x="569" y="36"/>
                  </a:cubicBezTo>
                  <a:cubicBezTo>
                    <a:pt x="568" y="39"/>
                    <a:pt x="581" y="40"/>
                    <a:pt x="578" y="34"/>
                  </a:cubicBezTo>
                  <a:cubicBezTo>
                    <a:pt x="582" y="34"/>
                    <a:pt x="580" y="39"/>
                    <a:pt x="585" y="38"/>
                  </a:cubicBezTo>
                  <a:cubicBezTo>
                    <a:pt x="582" y="41"/>
                    <a:pt x="587" y="41"/>
                    <a:pt x="585" y="47"/>
                  </a:cubicBezTo>
                  <a:cubicBezTo>
                    <a:pt x="594" y="48"/>
                    <a:pt x="592" y="41"/>
                    <a:pt x="598" y="45"/>
                  </a:cubicBezTo>
                  <a:cubicBezTo>
                    <a:pt x="600" y="46"/>
                    <a:pt x="600" y="44"/>
                    <a:pt x="600" y="43"/>
                  </a:cubicBezTo>
                  <a:cubicBezTo>
                    <a:pt x="605" y="45"/>
                    <a:pt x="598" y="45"/>
                    <a:pt x="602" y="49"/>
                  </a:cubicBezTo>
                  <a:cubicBezTo>
                    <a:pt x="602" y="49"/>
                    <a:pt x="606" y="51"/>
                    <a:pt x="606" y="51"/>
                  </a:cubicBezTo>
                  <a:cubicBezTo>
                    <a:pt x="606" y="54"/>
                    <a:pt x="599" y="56"/>
                    <a:pt x="602" y="62"/>
                  </a:cubicBezTo>
                  <a:close/>
                  <a:moveTo>
                    <a:pt x="380" y="82"/>
                  </a:moveTo>
                  <a:cubicBezTo>
                    <a:pt x="380" y="79"/>
                    <a:pt x="383" y="78"/>
                    <a:pt x="380" y="77"/>
                  </a:cubicBezTo>
                  <a:cubicBezTo>
                    <a:pt x="380" y="78"/>
                    <a:pt x="380" y="79"/>
                    <a:pt x="379" y="79"/>
                  </a:cubicBezTo>
                  <a:cubicBezTo>
                    <a:pt x="378" y="77"/>
                    <a:pt x="379" y="73"/>
                    <a:pt x="377" y="73"/>
                  </a:cubicBezTo>
                  <a:cubicBezTo>
                    <a:pt x="374" y="76"/>
                    <a:pt x="366" y="82"/>
                    <a:pt x="362" y="77"/>
                  </a:cubicBezTo>
                  <a:cubicBezTo>
                    <a:pt x="361" y="72"/>
                    <a:pt x="370" y="78"/>
                    <a:pt x="367" y="71"/>
                  </a:cubicBezTo>
                  <a:cubicBezTo>
                    <a:pt x="366" y="71"/>
                    <a:pt x="364" y="71"/>
                    <a:pt x="364" y="69"/>
                  </a:cubicBezTo>
                  <a:cubicBezTo>
                    <a:pt x="360" y="68"/>
                    <a:pt x="359" y="72"/>
                    <a:pt x="356" y="73"/>
                  </a:cubicBezTo>
                  <a:cubicBezTo>
                    <a:pt x="352" y="74"/>
                    <a:pt x="348" y="74"/>
                    <a:pt x="343" y="75"/>
                  </a:cubicBezTo>
                  <a:cubicBezTo>
                    <a:pt x="343" y="75"/>
                    <a:pt x="343" y="77"/>
                    <a:pt x="341" y="77"/>
                  </a:cubicBezTo>
                  <a:cubicBezTo>
                    <a:pt x="335" y="79"/>
                    <a:pt x="329" y="79"/>
                    <a:pt x="323" y="79"/>
                  </a:cubicBezTo>
                  <a:cubicBezTo>
                    <a:pt x="323" y="82"/>
                    <a:pt x="320" y="84"/>
                    <a:pt x="323" y="84"/>
                  </a:cubicBezTo>
                  <a:cubicBezTo>
                    <a:pt x="323" y="82"/>
                    <a:pt x="325" y="83"/>
                    <a:pt x="324" y="86"/>
                  </a:cubicBezTo>
                  <a:cubicBezTo>
                    <a:pt x="333" y="87"/>
                    <a:pt x="344" y="79"/>
                    <a:pt x="347" y="86"/>
                  </a:cubicBezTo>
                  <a:cubicBezTo>
                    <a:pt x="343" y="82"/>
                    <a:pt x="345" y="87"/>
                    <a:pt x="341" y="88"/>
                  </a:cubicBezTo>
                  <a:cubicBezTo>
                    <a:pt x="338" y="88"/>
                    <a:pt x="335" y="89"/>
                    <a:pt x="334" y="92"/>
                  </a:cubicBezTo>
                  <a:cubicBezTo>
                    <a:pt x="344" y="93"/>
                    <a:pt x="349" y="90"/>
                    <a:pt x="358" y="90"/>
                  </a:cubicBezTo>
                  <a:cubicBezTo>
                    <a:pt x="358" y="92"/>
                    <a:pt x="358" y="95"/>
                    <a:pt x="360" y="96"/>
                  </a:cubicBezTo>
                  <a:cubicBezTo>
                    <a:pt x="360" y="93"/>
                    <a:pt x="363" y="94"/>
                    <a:pt x="365" y="94"/>
                  </a:cubicBezTo>
                  <a:cubicBezTo>
                    <a:pt x="366" y="90"/>
                    <a:pt x="367" y="87"/>
                    <a:pt x="369" y="86"/>
                  </a:cubicBezTo>
                  <a:cubicBezTo>
                    <a:pt x="373" y="83"/>
                    <a:pt x="372" y="86"/>
                    <a:pt x="377" y="86"/>
                  </a:cubicBezTo>
                  <a:cubicBezTo>
                    <a:pt x="377" y="84"/>
                    <a:pt x="377" y="82"/>
                    <a:pt x="380" y="82"/>
                  </a:cubicBezTo>
                  <a:close/>
                  <a:moveTo>
                    <a:pt x="393" y="146"/>
                  </a:moveTo>
                  <a:cubicBezTo>
                    <a:pt x="395" y="141"/>
                    <a:pt x="401" y="143"/>
                    <a:pt x="403" y="140"/>
                  </a:cubicBezTo>
                  <a:cubicBezTo>
                    <a:pt x="403" y="140"/>
                    <a:pt x="406" y="141"/>
                    <a:pt x="406" y="140"/>
                  </a:cubicBezTo>
                  <a:cubicBezTo>
                    <a:pt x="409" y="139"/>
                    <a:pt x="413" y="140"/>
                    <a:pt x="416" y="138"/>
                  </a:cubicBezTo>
                  <a:cubicBezTo>
                    <a:pt x="416" y="138"/>
                    <a:pt x="417" y="135"/>
                    <a:pt x="418" y="135"/>
                  </a:cubicBezTo>
                  <a:cubicBezTo>
                    <a:pt x="422" y="131"/>
                    <a:pt x="426" y="136"/>
                    <a:pt x="427" y="133"/>
                  </a:cubicBezTo>
                  <a:cubicBezTo>
                    <a:pt x="426" y="133"/>
                    <a:pt x="425" y="131"/>
                    <a:pt x="427" y="131"/>
                  </a:cubicBezTo>
                  <a:cubicBezTo>
                    <a:pt x="431" y="131"/>
                    <a:pt x="431" y="129"/>
                    <a:pt x="433" y="131"/>
                  </a:cubicBezTo>
                  <a:cubicBezTo>
                    <a:pt x="434" y="132"/>
                    <a:pt x="435" y="129"/>
                    <a:pt x="434" y="129"/>
                  </a:cubicBezTo>
                  <a:cubicBezTo>
                    <a:pt x="431" y="130"/>
                    <a:pt x="435" y="125"/>
                    <a:pt x="438" y="129"/>
                  </a:cubicBezTo>
                  <a:cubicBezTo>
                    <a:pt x="439" y="126"/>
                    <a:pt x="442" y="124"/>
                    <a:pt x="442" y="120"/>
                  </a:cubicBezTo>
                  <a:cubicBezTo>
                    <a:pt x="435" y="118"/>
                    <a:pt x="434" y="123"/>
                    <a:pt x="427" y="122"/>
                  </a:cubicBezTo>
                  <a:cubicBezTo>
                    <a:pt x="427" y="125"/>
                    <a:pt x="425" y="126"/>
                    <a:pt x="423" y="127"/>
                  </a:cubicBezTo>
                  <a:cubicBezTo>
                    <a:pt x="417" y="130"/>
                    <a:pt x="419" y="126"/>
                    <a:pt x="414" y="127"/>
                  </a:cubicBezTo>
                  <a:cubicBezTo>
                    <a:pt x="413" y="127"/>
                    <a:pt x="413" y="129"/>
                    <a:pt x="410" y="129"/>
                  </a:cubicBezTo>
                  <a:cubicBezTo>
                    <a:pt x="408" y="129"/>
                    <a:pt x="407" y="126"/>
                    <a:pt x="403" y="127"/>
                  </a:cubicBezTo>
                  <a:cubicBezTo>
                    <a:pt x="402" y="126"/>
                    <a:pt x="403" y="124"/>
                    <a:pt x="401" y="123"/>
                  </a:cubicBezTo>
                  <a:cubicBezTo>
                    <a:pt x="401" y="126"/>
                    <a:pt x="400" y="128"/>
                    <a:pt x="399" y="129"/>
                  </a:cubicBezTo>
                  <a:cubicBezTo>
                    <a:pt x="399" y="132"/>
                    <a:pt x="402" y="131"/>
                    <a:pt x="403" y="133"/>
                  </a:cubicBezTo>
                  <a:cubicBezTo>
                    <a:pt x="397" y="131"/>
                    <a:pt x="397" y="135"/>
                    <a:pt x="395" y="137"/>
                  </a:cubicBezTo>
                  <a:cubicBezTo>
                    <a:pt x="393" y="139"/>
                    <a:pt x="388" y="137"/>
                    <a:pt x="388" y="140"/>
                  </a:cubicBezTo>
                  <a:cubicBezTo>
                    <a:pt x="388" y="145"/>
                    <a:pt x="379" y="139"/>
                    <a:pt x="382" y="146"/>
                  </a:cubicBezTo>
                  <a:cubicBezTo>
                    <a:pt x="386" y="146"/>
                    <a:pt x="390" y="146"/>
                    <a:pt x="393" y="146"/>
                  </a:cubicBezTo>
                  <a:close/>
                  <a:moveTo>
                    <a:pt x="530" y="219"/>
                  </a:moveTo>
                  <a:cubicBezTo>
                    <a:pt x="528" y="219"/>
                    <a:pt x="528" y="220"/>
                    <a:pt x="528" y="220"/>
                  </a:cubicBezTo>
                  <a:cubicBezTo>
                    <a:pt x="527" y="221"/>
                    <a:pt x="522" y="222"/>
                    <a:pt x="522" y="222"/>
                  </a:cubicBezTo>
                  <a:cubicBezTo>
                    <a:pt x="521" y="224"/>
                    <a:pt x="524" y="230"/>
                    <a:pt x="520" y="230"/>
                  </a:cubicBezTo>
                  <a:cubicBezTo>
                    <a:pt x="520" y="228"/>
                    <a:pt x="521" y="224"/>
                    <a:pt x="518" y="224"/>
                  </a:cubicBezTo>
                  <a:cubicBezTo>
                    <a:pt x="518" y="227"/>
                    <a:pt x="518" y="229"/>
                    <a:pt x="518" y="232"/>
                  </a:cubicBezTo>
                  <a:cubicBezTo>
                    <a:pt x="521" y="232"/>
                    <a:pt x="525" y="232"/>
                    <a:pt x="528" y="232"/>
                  </a:cubicBezTo>
                  <a:cubicBezTo>
                    <a:pt x="526" y="234"/>
                    <a:pt x="531" y="237"/>
                    <a:pt x="531" y="239"/>
                  </a:cubicBezTo>
                  <a:cubicBezTo>
                    <a:pt x="533" y="245"/>
                    <a:pt x="534" y="243"/>
                    <a:pt x="537" y="247"/>
                  </a:cubicBezTo>
                  <a:cubicBezTo>
                    <a:pt x="535" y="247"/>
                    <a:pt x="533" y="247"/>
                    <a:pt x="533" y="250"/>
                  </a:cubicBezTo>
                  <a:cubicBezTo>
                    <a:pt x="533" y="253"/>
                    <a:pt x="536" y="253"/>
                    <a:pt x="535" y="256"/>
                  </a:cubicBezTo>
                  <a:cubicBezTo>
                    <a:pt x="538" y="256"/>
                    <a:pt x="540" y="256"/>
                    <a:pt x="543" y="256"/>
                  </a:cubicBezTo>
                  <a:cubicBezTo>
                    <a:pt x="545" y="254"/>
                    <a:pt x="545" y="249"/>
                    <a:pt x="544" y="245"/>
                  </a:cubicBezTo>
                  <a:cubicBezTo>
                    <a:pt x="542" y="244"/>
                    <a:pt x="540" y="243"/>
                    <a:pt x="539" y="241"/>
                  </a:cubicBezTo>
                  <a:cubicBezTo>
                    <a:pt x="542" y="231"/>
                    <a:pt x="539" y="236"/>
                    <a:pt x="537" y="233"/>
                  </a:cubicBezTo>
                  <a:cubicBezTo>
                    <a:pt x="534" y="230"/>
                    <a:pt x="535" y="223"/>
                    <a:pt x="533" y="219"/>
                  </a:cubicBezTo>
                  <a:cubicBezTo>
                    <a:pt x="532" y="219"/>
                    <a:pt x="531" y="218"/>
                    <a:pt x="530" y="219"/>
                  </a:cubicBezTo>
                  <a:close/>
                  <a:moveTo>
                    <a:pt x="602" y="276"/>
                  </a:moveTo>
                  <a:cubicBezTo>
                    <a:pt x="596" y="274"/>
                    <a:pt x="598" y="279"/>
                    <a:pt x="595" y="280"/>
                  </a:cubicBezTo>
                  <a:cubicBezTo>
                    <a:pt x="594" y="279"/>
                    <a:pt x="593" y="278"/>
                    <a:pt x="591" y="278"/>
                  </a:cubicBezTo>
                  <a:cubicBezTo>
                    <a:pt x="591" y="285"/>
                    <a:pt x="584" y="281"/>
                    <a:pt x="582" y="284"/>
                  </a:cubicBezTo>
                  <a:cubicBezTo>
                    <a:pt x="580" y="285"/>
                    <a:pt x="582" y="286"/>
                    <a:pt x="580" y="288"/>
                  </a:cubicBezTo>
                  <a:cubicBezTo>
                    <a:pt x="579" y="288"/>
                    <a:pt x="576" y="287"/>
                    <a:pt x="576" y="289"/>
                  </a:cubicBezTo>
                  <a:cubicBezTo>
                    <a:pt x="579" y="290"/>
                    <a:pt x="576" y="292"/>
                    <a:pt x="576" y="295"/>
                  </a:cubicBezTo>
                  <a:cubicBezTo>
                    <a:pt x="580" y="298"/>
                    <a:pt x="581" y="292"/>
                    <a:pt x="584" y="291"/>
                  </a:cubicBezTo>
                  <a:cubicBezTo>
                    <a:pt x="587" y="290"/>
                    <a:pt x="591" y="292"/>
                    <a:pt x="595" y="291"/>
                  </a:cubicBezTo>
                  <a:cubicBezTo>
                    <a:pt x="597" y="291"/>
                    <a:pt x="597" y="290"/>
                    <a:pt x="600" y="289"/>
                  </a:cubicBezTo>
                  <a:cubicBezTo>
                    <a:pt x="605" y="289"/>
                    <a:pt x="610" y="291"/>
                    <a:pt x="612" y="293"/>
                  </a:cubicBezTo>
                  <a:cubicBezTo>
                    <a:pt x="610" y="294"/>
                    <a:pt x="608" y="293"/>
                    <a:pt x="608" y="295"/>
                  </a:cubicBezTo>
                  <a:cubicBezTo>
                    <a:pt x="609" y="294"/>
                    <a:pt x="610" y="297"/>
                    <a:pt x="610" y="297"/>
                  </a:cubicBezTo>
                  <a:cubicBezTo>
                    <a:pt x="611" y="297"/>
                    <a:pt x="612" y="295"/>
                    <a:pt x="612" y="295"/>
                  </a:cubicBezTo>
                  <a:cubicBezTo>
                    <a:pt x="619" y="296"/>
                    <a:pt x="616" y="296"/>
                    <a:pt x="621" y="293"/>
                  </a:cubicBezTo>
                  <a:cubicBezTo>
                    <a:pt x="627" y="290"/>
                    <a:pt x="630" y="295"/>
                    <a:pt x="634" y="291"/>
                  </a:cubicBezTo>
                  <a:cubicBezTo>
                    <a:pt x="629" y="290"/>
                    <a:pt x="635" y="283"/>
                    <a:pt x="630" y="288"/>
                  </a:cubicBezTo>
                  <a:cubicBezTo>
                    <a:pt x="627" y="291"/>
                    <a:pt x="626" y="280"/>
                    <a:pt x="626" y="280"/>
                  </a:cubicBezTo>
                  <a:cubicBezTo>
                    <a:pt x="626" y="279"/>
                    <a:pt x="621" y="280"/>
                    <a:pt x="623" y="276"/>
                  </a:cubicBezTo>
                  <a:cubicBezTo>
                    <a:pt x="620" y="276"/>
                    <a:pt x="616" y="276"/>
                    <a:pt x="613" y="276"/>
                  </a:cubicBezTo>
                  <a:cubicBezTo>
                    <a:pt x="614" y="274"/>
                    <a:pt x="616" y="273"/>
                    <a:pt x="613" y="271"/>
                  </a:cubicBezTo>
                  <a:cubicBezTo>
                    <a:pt x="607" y="273"/>
                    <a:pt x="609" y="271"/>
                    <a:pt x="602" y="271"/>
                  </a:cubicBezTo>
                  <a:cubicBezTo>
                    <a:pt x="601" y="273"/>
                    <a:pt x="600" y="274"/>
                    <a:pt x="602" y="276"/>
                  </a:cubicBezTo>
                  <a:close/>
                  <a:moveTo>
                    <a:pt x="653" y="323"/>
                  </a:moveTo>
                  <a:cubicBezTo>
                    <a:pt x="651" y="323"/>
                    <a:pt x="650" y="323"/>
                    <a:pt x="651" y="321"/>
                  </a:cubicBezTo>
                  <a:cubicBezTo>
                    <a:pt x="659" y="323"/>
                    <a:pt x="651" y="309"/>
                    <a:pt x="658" y="310"/>
                  </a:cubicBezTo>
                  <a:cubicBezTo>
                    <a:pt x="662" y="314"/>
                    <a:pt x="663" y="309"/>
                    <a:pt x="669" y="310"/>
                  </a:cubicBezTo>
                  <a:cubicBezTo>
                    <a:pt x="666" y="299"/>
                    <a:pt x="653" y="297"/>
                    <a:pt x="641" y="299"/>
                  </a:cubicBezTo>
                  <a:cubicBezTo>
                    <a:pt x="640" y="298"/>
                    <a:pt x="639" y="297"/>
                    <a:pt x="639" y="295"/>
                  </a:cubicBezTo>
                  <a:cubicBezTo>
                    <a:pt x="635" y="294"/>
                    <a:pt x="634" y="299"/>
                    <a:pt x="630" y="299"/>
                  </a:cubicBezTo>
                  <a:cubicBezTo>
                    <a:pt x="628" y="299"/>
                    <a:pt x="627" y="296"/>
                    <a:pt x="625" y="297"/>
                  </a:cubicBezTo>
                  <a:cubicBezTo>
                    <a:pt x="622" y="298"/>
                    <a:pt x="621" y="300"/>
                    <a:pt x="619" y="301"/>
                  </a:cubicBezTo>
                  <a:cubicBezTo>
                    <a:pt x="616" y="302"/>
                    <a:pt x="614" y="301"/>
                    <a:pt x="612" y="302"/>
                  </a:cubicBezTo>
                  <a:cubicBezTo>
                    <a:pt x="612" y="306"/>
                    <a:pt x="610" y="307"/>
                    <a:pt x="608" y="308"/>
                  </a:cubicBezTo>
                  <a:cubicBezTo>
                    <a:pt x="608" y="323"/>
                    <a:pt x="605" y="324"/>
                    <a:pt x="606" y="340"/>
                  </a:cubicBezTo>
                  <a:cubicBezTo>
                    <a:pt x="613" y="342"/>
                    <a:pt x="609" y="335"/>
                    <a:pt x="615" y="336"/>
                  </a:cubicBezTo>
                  <a:cubicBezTo>
                    <a:pt x="615" y="333"/>
                    <a:pt x="616" y="330"/>
                    <a:pt x="617" y="329"/>
                  </a:cubicBezTo>
                  <a:cubicBezTo>
                    <a:pt x="620" y="324"/>
                    <a:pt x="618" y="319"/>
                    <a:pt x="619" y="314"/>
                  </a:cubicBezTo>
                  <a:cubicBezTo>
                    <a:pt x="619" y="313"/>
                    <a:pt x="622" y="311"/>
                    <a:pt x="623" y="310"/>
                  </a:cubicBezTo>
                  <a:cubicBezTo>
                    <a:pt x="624" y="308"/>
                    <a:pt x="622" y="304"/>
                    <a:pt x="625" y="304"/>
                  </a:cubicBezTo>
                  <a:cubicBezTo>
                    <a:pt x="628" y="304"/>
                    <a:pt x="630" y="304"/>
                    <a:pt x="632" y="302"/>
                  </a:cubicBezTo>
                  <a:cubicBezTo>
                    <a:pt x="629" y="309"/>
                    <a:pt x="638" y="304"/>
                    <a:pt x="638" y="308"/>
                  </a:cubicBezTo>
                  <a:cubicBezTo>
                    <a:pt x="639" y="314"/>
                    <a:pt x="639" y="312"/>
                    <a:pt x="638" y="317"/>
                  </a:cubicBezTo>
                  <a:cubicBezTo>
                    <a:pt x="639" y="318"/>
                    <a:pt x="641" y="317"/>
                    <a:pt x="641" y="319"/>
                  </a:cubicBezTo>
                  <a:cubicBezTo>
                    <a:pt x="640" y="320"/>
                    <a:pt x="638" y="319"/>
                    <a:pt x="638" y="321"/>
                  </a:cubicBezTo>
                  <a:cubicBezTo>
                    <a:pt x="644" y="319"/>
                    <a:pt x="650" y="327"/>
                    <a:pt x="653" y="323"/>
                  </a:cubicBezTo>
                  <a:close/>
                  <a:moveTo>
                    <a:pt x="686" y="315"/>
                  </a:moveTo>
                  <a:cubicBezTo>
                    <a:pt x="686" y="315"/>
                    <a:pt x="686" y="319"/>
                    <a:pt x="686" y="319"/>
                  </a:cubicBezTo>
                  <a:cubicBezTo>
                    <a:pt x="683" y="322"/>
                    <a:pt x="675" y="314"/>
                    <a:pt x="671" y="317"/>
                  </a:cubicBezTo>
                  <a:cubicBezTo>
                    <a:pt x="672" y="321"/>
                    <a:pt x="669" y="321"/>
                    <a:pt x="667" y="323"/>
                  </a:cubicBezTo>
                  <a:cubicBezTo>
                    <a:pt x="672" y="328"/>
                    <a:pt x="673" y="325"/>
                    <a:pt x="679" y="325"/>
                  </a:cubicBezTo>
                  <a:cubicBezTo>
                    <a:pt x="683" y="325"/>
                    <a:pt x="689" y="326"/>
                    <a:pt x="692" y="323"/>
                  </a:cubicBezTo>
                  <a:cubicBezTo>
                    <a:pt x="691" y="323"/>
                    <a:pt x="690" y="321"/>
                    <a:pt x="692" y="321"/>
                  </a:cubicBezTo>
                  <a:cubicBezTo>
                    <a:pt x="693" y="321"/>
                    <a:pt x="695" y="321"/>
                    <a:pt x="695" y="319"/>
                  </a:cubicBezTo>
                  <a:cubicBezTo>
                    <a:pt x="691" y="319"/>
                    <a:pt x="689" y="316"/>
                    <a:pt x="686" y="315"/>
                  </a:cubicBezTo>
                  <a:close/>
                  <a:moveTo>
                    <a:pt x="660" y="330"/>
                  </a:moveTo>
                  <a:cubicBezTo>
                    <a:pt x="659" y="330"/>
                    <a:pt x="659" y="327"/>
                    <a:pt x="656" y="329"/>
                  </a:cubicBezTo>
                  <a:cubicBezTo>
                    <a:pt x="656" y="329"/>
                    <a:pt x="657" y="332"/>
                    <a:pt x="656" y="332"/>
                  </a:cubicBezTo>
                  <a:cubicBezTo>
                    <a:pt x="653" y="332"/>
                    <a:pt x="650" y="332"/>
                    <a:pt x="647" y="332"/>
                  </a:cubicBezTo>
                  <a:cubicBezTo>
                    <a:pt x="650" y="339"/>
                    <a:pt x="641" y="333"/>
                    <a:pt x="641" y="338"/>
                  </a:cubicBezTo>
                  <a:cubicBezTo>
                    <a:pt x="643" y="338"/>
                    <a:pt x="645" y="338"/>
                    <a:pt x="647" y="338"/>
                  </a:cubicBezTo>
                  <a:cubicBezTo>
                    <a:pt x="647" y="340"/>
                    <a:pt x="645" y="340"/>
                    <a:pt x="645" y="342"/>
                  </a:cubicBezTo>
                  <a:cubicBezTo>
                    <a:pt x="650" y="343"/>
                    <a:pt x="649" y="338"/>
                    <a:pt x="653" y="338"/>
                  </a:cubicBezTo>
                  <a:cubicBezTo>
                    <a:pt x="655" y="339"/>
                    <a:pt x="658" y="340"/>
                    <a:pt x="662" y="340"/>
                  </a:cubicBezTo>
                  <a:cubicBezTo>
                    <a:pt x="661" y="332"/>
                    <a:pt x="674" y="338"/>
                    <a:pt x="671" y="329"/>
                  </a:cubicBezTo>
                  <a:cubicBezTo>
                    <a:pt x="665" y="327"/>
                    <a:pt x="662" y="331"/>
                    <a:pt x="660" y="33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2" name="î$ľïḑé">
              <a:extLst>
                <a:ext uri="{FF2B5EF4-FFF2-40B4-BE49-F238E27FC236}">
                  <a16:creationId xmlns:a16="http://schemas.microsoft.com/office/drawing/2014/main" id="{E9DDAF0A-E831-6FAB-C6A6-60049F93317F}"/>
                </a:ext>
              </a:extLst>
            </p:cNvPr>
            <p:cNvSpPr/>
            <p:nvPr/>
          </p:nvSpPr>
          <p:spPr bwMode="auto">
            <a:xfrm>
              <a:off x="3213011" y="1172709"/>
              <a:ext cx="35020" cy="28016"/>
            </a:xfrm>
            <a:custGeom>
              <a:avLst/>
              <a:gdLst>
                <a:gd name="T0" fmla="*/ 15 w 17"/>
                <a:gd name="T1" fmla="*/ 2 h 13"/>
                <a:gd name="T2" fmla="*/ 17 w 17"/>
                <a:gd name="T3" fmla="*/ 9 h 13"/>
                <a:gd name="T4" fmla="*/ 8 w 17"/>
                <a:gd name="T5" fmla="*/ 13 h 13"/>
                <a:gd name="T6" fmla="*/ 8 w 17"/>
                <a:gd name="T7" fmla="*/ 9 h 13"/>
                <a:gd name="T8" fmla="*/ 4 w 17"/>
                <a:gd name="T9" fmla="*/ 11 h 13"/>
                <a:gd name="T10" fmla="*/ 6 w 17"/>
                <a:gd name="T11" fmla="*/ 9 h 13"/>
                <a:gd name="T12" fmla="*/ 15 w 17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15" y="2"/>
                  </a:moveTo>
                  <a:cubicBezTo>
                    <a:pt x="13" y="4"/>
                    <a:pt x="14" y="7"/>
                    <a:pt x="17" y="9"/>
                  </a:cubicBezTo>
                  <a:cubicBezTo>
                    <a:pt x="15" y="12"/>
                    <a:pt x="11" y="12"/>
                    <a:pt x="8" y="13"/>
                  </a:cubicBezTo>
                  <a:cubicBezTo>
                    <a:pt x="8" y="12"/>
                    <a:pt x="8" y="10"/>
                    <a:pt x="8" y="9"/>
                  </a:cubicBezTo>
                  <a:cubicBezTo>
                    <a:pt x="6" y="9"/>
                    <a:pt x="6" y="11"/>
                    <a:pt x="4" y="11"/>
                  </a:cubicBezTo>
                  <a:cubicBezTo>
                    <a:pt x="0" y="9"/>
                    <a:pt x="5" y="10"/>
                    <a:pt x="6" y="9"/>
                  </a:cubicBezTo>
                  <a:cubicBezTo>
                    <a:pt x="7" y="8"/>
                    <a:pt x="11" y="0"/>
                    <a:pt x="15" y="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3" name="ïṥ1íḑé">
              <a:extLst>
                <a:ext uri="{FF2B5EF4-FFF2-40B4-BE49-F238E27FC236}">
                  <a16:creationId xmlns:a16="http://schemas.microsoft.com/office/drawing/2014/main" id="{DD3E494D-D284-71F2-D079-94D0132B8C50}"/>
                </a:ext>
              </a:extLst>
            </p:cNvPr>
            <p:cNvSpPr/>
            <p:nvPr/>
          </p:nvSpPr>
          <p:spPr bwMode="auto">
            <a:xfrm>
              <a:off x="7869210" y="1485083"/>
              <a:ext cx="21012" cy="22413"/>
            </a:xfrm>
            <a:custGeom>
              <a:avLst/>
              <a:gdLst>
                <a:gd name="T0" fmla="*/ 3 w 10"/>
                <a:gd name="T1" fmla="*/ 3 h 11"/>
                <a:gd name="T2" fmla="*/ 10 w 10"/>
                <a:gd name="T3" fmla="*/ 1 h 11"/>
                <a:gd name="T4" fmla="*/ 1 w 10"/>
                <a:gd name="T5" fmla="*/ 10 h 11"/>
                <a:gd name="T6" fmla="*/ 3 w 10"/>
                <a:gd name="T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3" y="3"/>
                  </a:moveTo>
                  <a:cubicBezTo>
                    <a:pt x="4" y="0"/>
                    <a:pt x="5" y="3"/>
                    <a:pt x="10" y="1"/>
                  </a:cubicBezTo>
                  <a:cubicBezTo>
                    <a:pt x="8" y="5"/>
                    <a:pt x="8" y="11"/>
                    <a:pt x="1" y="10"/>
                  </a:cubicBezTo>
                  <a:cubicBezTo>
                    <a:pt x="0" y="8"/>
                    <a:pt x="8" y="4"/>
                    <a:pt x="3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4" name="íŝḷîdé">
              <a:extLst>
                <a:ext uri="{FF2B5EF4-FFF2-40B4-BE49-F238E27FC236}">
                  <a16:creationId xmlns:a16="http://schemas.microsoft.com/office/drawing/2014/main" id="{569F1688-9996-E355-16D3-34E741A2A671}"/>
                </a:ext>
              </a:extLst>
            </p:cNvPr>
            <p:cNvSpPr/>
            <p:nvPr/>
          </p:nvSpPr>
          <p:spPr bwMode="auto">
            <a:xfrm>
              <a:off x="7380337" y="2095825"/>
              <a:ext cx="155487" cy="180701"/>
            </a:xfrm>
            <a:custGeom>
              <a:avLst/>
              <a:gdLst>
                <a:gd name="T0" fmla="*/ 60 w 75"/>
                <a:gd name="T1" fmla="*/ 5 h 87"/>
                <a:gd name="T2" fmla="*/ 68 w 75"/>
                <a:gd name="T3" fmla="*/ 9 h 87"/>
                <a:gd name="T4" fmla="*/ 75 w 75"/>
                <a:gd name="T5" fmla="*/ 14 h 87"/>
                <a:gd name="T6" fmla="*/ 68 w 75"/>
                <a:gd name="T7" fmla="*/ 24 h 87"/>
                <a:gd name="T8" fmla="*/ 66 w 75"/>
                <a:gd name="T9" fmla="*/ 35 h 87"/>
                <a:gd name="T10" fmla="*/ 70 w 75"/>
                <a:gd name="T11" fmla="*/ 38 h 87"/>
                <a:gd name="T12" fmla="*/ 70 w 75"/>
                <a:gd name="T13" fmla="*/ 44 h 87"/>
                <a:gd name="T14" fmla="*/ 73 w 75"/>
                <a:gd name="T15" fmla="*/ 48 h 87"/>
                <a:gd name="T16" fmla="*/ 64 w 75"/>
                <a:gd name="T17" fmla="*/ 53 h 87"/>
                <a:gd name="T18" fmla="*/ 62 w 75"/>
                <a:gd name="T19" fmla="*/ 63 h 87"/>
                <a:gd name="T20" fmla="*/ 62 w 75"/>
                <a:gd name="T21" fmla="*/ 66 h 87"/>
                <a:gd name="T22" fmla="*/ 59 w 75"/>
                <a:gd name="T23" fmla="*/ 66 h 87"/>
                <a:gd name="T24" fmla="*/ 53 w 75"/>
                <a:gd name="T25" fmla="*/ 74 h 87"/>
                <a:gd name="T26" fmla="*/ 53 w 75"/>
                <a:gd name="T27" fmla="*/ 85 h 87"/>
                <a:gd name="T28" fmla="*/ 34 w 75"/>
                <a:gd name="T29" fmla="*/ 79 h 87"/>
                <a:gd name="T30" fmla="*/ 32 w 75"/>
                <a:gd name="T31" fmla="*/ 83 h 87"/>
                <a:gd name="T32" fmla="*/ 27 w 75"/>
                <a:gd name="T33" fmla="*/ 79 h 87"/>
                <a:gd name="T34" fmla="*/ 18 w 75"/>
                <a:gd name="T35" fmla="*/ 79 h 87"/>
                <a:gd name="T36" fmla="*/ 12 w 75"/>
                <a:gd name="T37" fmla="*/ 78 h 87"/>
                <a:gd name="T38" fmla="*/ 4 w 75"/>
                <a:gd name="T39" fmla="*/ 66 h 87"/>
                <a:gd name="T40" fmla="*/ 6 w 75"/>
                <a:gd name="T41" fmla="*/ 59 h 87"/>
                <a:gd name="T42" fmla="*/ 4 w 75"/>
                <a:gd name="T43" fmla="*/ 59 h 87"/>
                <a:gd name="T44" fmla="*/ 3 w 75"/>
                <a:gd name="T45" fmla="*/ 44 h 87"/>
                <a:gd name="T46" fmla="*/ 21 w 75"/>
                <a:gd name="T47" fmla="*/ 42 h 87"/>
                <a:gd name="T48" fmla="*/ 21 w 75"/>
                <a:gd name="T49" fmla="*/ 37 h 87"/>
                <a:gd name="T50" fmla="*/ 34 w 75"/>
                <a:gd name="T51" fmla="*/ 27 h 87"/>
                <a:gd name="T52" fmla="*/ 46 w 75"/>
                <a:gd name="T53" fmla="*/ 24 h 87"/>
                <a:gd name="T54" fmla="*/ 47 w 75"/>
                <a:gd name="T55" fmla="*/ 18 h 87"/>
                <a:gd name="T56" fmla="*/ 51 w 75"/>
                <a:gd name="T57" fmla="*/ 18 h 87"/>
                <a:gd name="T58" fmla="*/ 55 w 75"/>
                <a:gd name="T59" fmla="*/ 14 h 87"/>
                <a:gd name="T60" fmla="*/ 62 w 75"/>
                <a:gd name="T61" fmla="*/ 5 h 87"/>
                <a:gd name="T62" fmla="*/ 60 w 75"/>
                <a:gd name="T63" fmla="*/ 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87">
                  <a:moveTo>
                    <a:pt x="60" y="5"/>
                  </a:moveTo>
                  <a:cubicBezTo>
                    <a:pt x="62" y="0"/>
                    <a:pt x="65" y="9"/>
                    <a:pt x="68" y="9"/>
                  </a:cubicBezTo>
                  <a:cubicBezTo>
                    <a:pt x="70" y="10"/>
                    <a:pt x="72" y="14"/>
                    <a:pt x="75" y="14"/>
                  </a:cubicBezTo>
                  <a:cubicBezTo>
                    <a:pt x="74" y="19"/>
                    <a:pt x="74" y="24"/>
                    <a:pt x="68" y="24"/>
                  </a:cubicBezTo>
                  <a:cubicBezTo>
                    <a:pt x="67" y="27"/>
                    <a:pt x="70" y="35"/>
                    <a:pt x="66" y="35"/>
                  </a:cubicBezTo>
                  <a:cubicBezTo>
                    <a:pt x="66" y="37"/>
                    <a:pt x="69" y="37"/>
                    <a:pt x="70" y="38"/>
                  </a:cubicBezTo>
                  <a:cubicBezTo>
                    <a:pt x="70" y="40"/>
                    <a:pt x="69" y="43"/>
                    <a:pt x="70" y="44"/>
                  </a:cubicBezTo>
                  <a:cubicBezTo>
                    <a:pt x="71" y="46"/>
                    <a:pt x="73" y="46"/>
                    <a:pt x="73" y="48"/>
                  </a:cubicBezTo>
                  <a:cubicBezTo>
                    <a:pt x="73" y="52"/>
                    <a:pt x="67" y="56"/>
                    <a:pt x="64" y="53"/>
                  </a:cubicBezTo>
                  <a:cubicBezTo>
                    <a:pt x="65" y="58"/>
                    <a:pt x="67" y="59"/>
                    <a:pt x="62" y="63"/>
                  </a:cubicBezTo>
                  <a:cubicBezTo>
                    <a:pt x="62" y="63"/>
                    <a:pt x="63" y="66"/>
                    <a:pt x="62" y="66"/>
                  </a:cubicBezTo>
                  <a:cubicBezTo>
                    <a:pt x="62" y="67"/>
                    <a:pt x="59" y="66"/>
                    <a:pt x="59" y="66"/>
                  </a:cubicBezTo>
                  <a:cubicBezTo>
                    <a:pt x="57" y="69"/>
                    <a:pt x="58" y="76"/>
                    <a:pt x="53" y="74"/>
                  </a:cubicBezTo>
                  <a:cubicBezTo>
                    <a:pt x="56" y="77"/>
                    <a:pt x="51" y="79"/>
                    <a:pt x="53" y="85"/>
                  </a:cubicBezTo>
                  <a:cubicBezTo>
                    <a:pt x="43" y="87"/>
                    <a:pt x="41" y="81"/>
                    <a:pt x="34" y="79"/>
                  </a:cubicBezTo>
                  <a:cubicBezTo>
                    <a:pt x="33" y="79"/>
                    <a:pt x="33" y="82"/>
                    <a:pt x="32" y="83"/>
                  </a:cubicBezTo>
                  <a:cubicBezTo>
                    <a:pt x="29" y="85"/>
                    <a:pt x="28" y="80"/>
                    <a:pt x="27" y="79"/>
                  </a:cubicBezTo>
                  <a:cubicBezTo>
                    <a:pt x="24" y="79"/>
                    <a:pt x="20" y="81"/>
                    <a:pt x="18" y="79"/>
                  </a:cubicBezTo>
                  <a:cubicBezTo>
                    <a:pt x="16" y="79"/>
                    <a:pt x="18" y="74"/>
                    <a:pt x="12" y="78"/>
                  </a:cubicBezTo>
                  <a:cubicBezTo>
                    <a:pt x="10" y="73"/>
                    <a:pt x="10" y="67"/>
                    <a:pt x="4" y="66"/>
                  </a:cubicBezTo>
                  <a:cubicBezTo>
                    <a:pt x="4" y="63"/>
                    <a:pt x="7" y="62"/>
                    <a:pt x="6" y="59"/>
                  </a:cubicBezTo>
                  <a:cubicBezTo>
                    <a:pt x="6" y="56"/>
                    <a:pt x="4" y="59"/>
                    <a:pt x="4" y="59"/>
                  </a:cubicBezTo>
                  <a:cubicBezTo>
                    <a:pt x="0" y="56"/>
                    <a:pt x="4" y="51"/>
                    <a:pt x="3" y="44"/>
                  </a:cubicBezTo>
                  <a:cubicBezTo>
                    <a:pt x="10" y="44"/>
                    <a:pt x="16" y="44"/>
                    <a:pt x="21" y="42"/>
                  </a:cubicBezTo>
                  <a:cubicBezTo>
                    <a:pt x="21" y="39"/>
                    <a:pt x="24" y="37"/>
                    <a:pt x="21" y="37"/>
                  </a:cubicBezTo>
                  <a:cubicBezTo>
                    <a:pt x="23" y="34"/>
                    <a:pt x="38" y="30"/>
                    <a:pt x="34" y="27"/>
                  </a:cubicBezTo>
                  <a:cubicBezTo>
                    <a:pt x="37" y="25"/>
                    <a:pt x="41" y="24"/>
                    <a:pt x="46" y="24"/>
                  </a:cubicBezTo>
                  <a:cubicBezTo>
                    <a:pt x="48" y="24"/>
                    <a:pt x="46" y="20"/>
                    <a:pt x="47" y="18"/>
                  </a:cubicBezTo>
                  <a:cubicBezTo>
                    <a:pt x="48" y="17"/>
                    <a:pt x="51" y="18"/>
                    <a:pt x="51" y="18"/>
                  </a:cubicBezTo>
                  <a:cubicBezTo>
                    <a:pt x="52" y="16"/>
                    <a:pt x="51" y="13"/>
                    <a:pt x="55" y="14"/>
                  </a:cubicBezTo>
                  <a:cubicBezTo>
                    <a:pt x="52" y="6"/>
                    <a:pt x="60" y="8"/>
                    <a:pt x="62" y="5"/>
                  </a:cubicBezTo>
                  <a:cubicBezTo>
                    <a:pt x="62" y="5"/>
                    <a:pt x="61" y="5"/>
                    <a:pt x="60" y="5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5" name="ïṣļïḓe">
              <a:extLst>
                <a:ext uri="{FF2B5EF4-FFF2-40B4-BE49-F238E27FC236}">
                  <a16:creationId xmlns:a16="http://schemas.microsoft.com/office/drawing/2014/main" id="{3B120001-FEF4-CD6A-C8D8-F308E8B073E3}"/>
                </a:ext>
              </a:extLst>
            </p:cNvPr>
            <p:cNvSpPr/>
            <p:nvPr/>
          </p:nvSpPr>
          <p:spPr bwMode="auto">
            <a:xfrm>
              <a:off x="7540027" y="2224696"/>
              <a:ext cx="71440" cy="81245"/>
            </a:xfrm>
            <a:custGeom>
              <a:avLst/>
              <a:gdLst>
                <a:gd name="T0" fmla="*/ 30 w 34"/>
                <a:gd name="T1" fmla="*/ 1 h 39"/>
                <a:gd name="T2" fmla="*/ 24 w 34"/>
                <a:gd name="T3" fmla="*/ 8 h 39"/>
                <a:gd name="T4" fmla="*/ 23 w 34"/>
                <a:gd name="T5" fmla="*/ 8 h 39"/>
                <a:gd name="T6" fmla="*/ 24 w 34"/>
                <a:gd name="T7" fmla="*/ 14 h 39"/>
                <a:gd name="T8" fmla="*/ 28 w 34"/>
                <a:gd name="T9" fmla="*/ 17 h 39"/>
                <a:gd name="T10" fmla="*/ 30 w 34"/>
                <a:gd name="T11" fmla="*/ 34 h 39"/>
                <a:gd name="T12" fmla="*/ 23 w 34"/>
                <a:gd name="T13" fmla="*/ 34 h 39"/>
                <a:gd name="T14" fmla="*/ 17 w 34"/>
                <a:gd name="T15" fmla="*/ 16 h 39"/>
                <a:gd name="T16" fmla="*/ 10 w 34"/>
                <a:gd name="T17" fmla="*/ 21 h 39"/>
                <a:gd name="T18" fmla="*/ 10 w 34"/>
                <a:gd name="T19" fmla="*/ 32 h 39"/>
                <a:gd name="T20" fmla="*/ 4 w 34"/>
                <a:gd name="T21" fmla="*/ 38 h 39"/>
                <a:gd name="T22" fmla="*/ 2 w 34"/>
                <a:gd name="T23" fmla="*/ 29 h 39"/>
                <a:gd name="T24" fmla="*/ 4 w 34"/>
                <a:gd name="T25" fmla="*/ 27 h 39"/>
                <a:gd name="T26" fmla="*/ 2 w 34"/>
                <a:gd name="T27" fmla="*/ 25 h 39"/>
                <a:gd name="T28" fmla="*/ 4 w 34"/>
                <a:gd name="T29" fmla="*/ 17 h 39"/>
                <a:gd name="T30" fmla="*/ 0 w 34"/>
                <a:gd name="T31" fmla="*/ 14 h 39"/>
                <a:gd name="T32" fmla="*/ 15 w 34"/>
                <a:gd name="T33" fmla="*/ 1 h 39"/>
                <a:gd name="T34" fmla="*/ 30 w 34"/>
                <a:gd name="T3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9">
                  <a:moveTo>
                    <a:pt x="30" y="1"/>
                  </a:moveTo>
                  <a:cubicBezTo>
                    <a:pt x="34" y="9"/>
                    <a:pt x="21" y="5"/>
                    <a:pt x="24" y="8"/>
                  </a:cubicBezTo>
                  <a:cubicBezTo>
                    <a:pt x="27" y="11"/>
                    <a:pt x="25" y="9"/>
                    <a:pt x="23" y="8"/>
                  </a:cubicBezTo>
                  <a:cubicBezTo>
                    <a:pt x="23" y="11"/>
                    <a:pt x="23" y="12"/>
                    <a:pt x="24" y="14"/>
                  </a:cubicBezTo>
                  <a:cubicBezTo>
                    <a:pt x="25" y="15"/>
                    <a:pt x="28" y="17"/>
                    <a:pt x="28" y="17"/>
                  </a:cubicBezTo>
                  <a:cubicBezTo>
                    <a:pt x="30" y="22"/>
                    <a:pt x="28" y="28"/>
                    <a:pt x="30" y="34"/>
                  </a:cubicBezTo>
                  <a:cubicBezTo>
                    <a:pt x="28" y="34"/>
                    <a:pt x="25" y="34"/>
                    <a:pt x="23" y="34"/>
                  </a:cubicBezTo>
                  <a:cubicBezTo>
                    <a:pt x="20" y="28"/>
                    <a:pt x="17" y="23"/>
                    <a:pt x="17" y="16"/>
                  </a:cubicBezTo>
                  <a:cubicBezTo>
                    <a:pt x="13" y="16"/>
                    <a:pt x="16" y="23"/>
                    <a:pt x="10" y="21"/>
                  </a:cubicBezTo>
                  <a:cubicBezTo>
                    <a:pt x="10" y="25"/>
                    <a:pt x="10" y="29"/>
                    <a:pt x="10" y="32"/>
                  </a:cubicBezTo>
                  <a:cubicBezTo>
                    <a:pt x="10" y="37"/>
                    <a:pt x="4" y="34"/>
                    <a:pt x="4" y="38"/>
                  </a:cubicBezTo>
                  <a:cubicBezTo>
                    <a:pt x="1" y="39"/>
                    <a:pt x="1" y="32"/>
                    <a:pt x="2" y="29"/>
                  </a:cubicBezTo>
                  <a:cubicBezTo>
                    <a:pt x="2" y="28"/>
                    <a:pt x="4" y="27"/>
                    <a:pt x="4" y="27"/>
                  </a:cubicBezTo>
                  <a:cubicBezTo>
                    <a:pt x="4" y="25"/>
                    <a:pt x="2" y="26"/>
                    <a:pt x="2" y="25"/>
                  </a:cubicBezTo>
                  <a:cubicBezTo>
                    <a:pt x="2" y="24"/>
                    <a:pt x="5" y="20"/>
                    <a:pt x="4" y="17"/>
                  </a:cubicBezTo>
                  <a:cubicBezTo>
                    <a:pt x="5" y="14"/>
                    <a:pt x="2" y="14"/>
                    <a:pt x="0" y="14"/>
                  </a:cubicBezTo>
                  <a:cubicBezTo>
                    <a:pt x="2" y="7"/>
                    <a:pt x="5" y="0"/>
                    <a:pt x="15" y="1"/>
                  </a:cubicBezTo>
                  <a:cubicBezTo>
                    <a:pt x="9" y="7"/>
                    <a:pt x="26" y="1"/>
                    <a:pt x="30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6" name="išľîďe">
              <a:extLst>
                <a:ext uri="{FF2B5EF4-FFF2-40B4-BE49-F238E27FC236}">
                  <a16:creationId xmlns:a16="http://schemas.microsoft.com/office/drawing/2014/main" id="{016C670E-A3ED-A5E0-1014-1E52021B4D88}"/>
                </a:ext>
              </a:extLst>
            </p:cNvPr>
            <p:cNvSpPr/>
            <p:nvPr/>
          </p:nvSpPr>
          <p:spPr bwMode="auto">
            <a:xfrm>
              <a:off x="7328508" y="2304541"/>
              <a:ext cx="163892" cy="47627"/>
            </a:xfrm>
            <a:custGeom>
              <a:avLst/>
              <a:gdLst>
                <a:gd name="T0" fmla="*/ 2 w 79"/>
                <a:gd name="T1" fmla="*/ 7 h 23"/>
                <a:gd name="T2" fmla="*/ 9 w 79"/>
                <a:gd name="T3" fmla="*/ 2 h 23"/>
                <a:gd name="T4" fmla="*/ 13 w 79"/>
                <a:gd name="T5" fmla="*/ 6 h 23"/>
                <a:gd name="T6" fmla="*/ 16 w 79"/>
                <a:gd name="T7" fmla="*/ 7 h 23"/>
                <a:gd name="T8" fmla="*/ 35 w 79"/>
                <a:gd name="T9" fmla="*/ 11 h 23"/>
                <a:gd name="T10" fmla="*/ 54 w 79"/>
                <a:gd name="T11" fmla="*/ 9 h 23"/>
                <a:gd name="T12" fmla="*/ 57 w 79"/>
                <a:gd name="T13" fmla="*/ 13 h 23"/>
                <a:gd name="T14" fmla="*/ 63 w 79"/>
                <a:gd name="T15" fmla="*/ 15 h 23"/>
                <a:gd name="T16" fmla="*/ 72 w 79"/>
                <a:gd name="T17" fmla="*/ 15 h 23"/>
                <a:gd name="T18" fmla="*/ 74 w 79"/>
                <a:gd name="T19" fmla="*/ 20 h 23"/>
                <a:gd name="T20" fmla="*/ 71 w 79"/>
                <a:gd name="T21" fmla="*/ 20 h 23"/>
                <a:gd name="T22" fmla="*/ 33 w 79"/>
                <a:gd name="T23" fmla="*/ 15 h 23"/>
                <a:gd name="T24" fmla="*/ 24 w 79"/>
                <a:gd name="T25" fmla="*/ 15 h 23"/>
                <a:gd name="T26" fmla="*/ 11 w 79"/>
                <a:gd name="T27" fmla="*/ 11 h 23"/>
                <a:gd name="T28" fmla="*/ 2 w 79"/>
                <a:gd name="T29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23">
                  <a:moveTo>
                    <a:pt x="2" y="7"/>
                  </a:moveTo>
                  <a:cubicBezTo>
                    <a:pt x="0" y="1"/>
                    <a:pt x="8" y="5"/>
                    <a:pt x="9" y="2"/>
                  </a:cubicBezTo>
                  <a:cubicBezTo>
                    <a:pt x="13" y="0"/>
                    <a:pt x="11" y="4"/>
                    <a:pt x="13" y="6"/>
                  </a:cubicBezTo>
                  <a:cubicBezTo>
                    <a:pt x="14" y="6"/>
                    <a:pt x="17" y="5"/>
                    <a:pt x="16" y="7"/>
                  </a:cubicBezTo>
                  <a:cubicBezTo>
                    <a:pt x="25" y="5"/>
                    <a:pt x="28" y="6"/>
                    <a:pt x="35" y="11"/>
                  </a:cubicBezTo>
                  <a:cubicBezTo>
                    <a:pt x="42" y="7"/>
                    <a:pt x="44" y="9"/>
                    <a:pt x="54" y="9"/>
                  </a:cubicBezTo>
                  <a:cubicBezTo>
                    <a:pt x="57" y="9"/>
                    <a:pt x="57" y="11"/>
                    <a:pt x="57" y="13"/>
                  </a:cubicBezTo>
                  <a:cubicBezTo>
                    <a:pt x="60" y="13"/>
                    <a:pt x="63" y="13"/>
                    <a:pt x="63" y="15"/>
                  </a:cubicBezTo>
                  <a:cubicBezTo>
                    <a:pt x="68" y="12"/>
                    <a:pt x="72" y="19"/>
                    <a:pt x="72" y="15"/>
                  </a:cubicBezTo>
                  <a:cubicBezTo>
                    <a:pt x="79" y="15"/>
                    <a:pt x="68" y="21"/>
                    <a:pt x="74" y="20"/>
                  </a:cubicBezTo>
                  <a:cubicBezTo>
                    <a:pt x="73" y="23"/>
                    <a:pt x="73" y="20"/>
                    <a:pt x="71" y="20"/>
                  </a:cubicBezTo>
                  <a:cubicBezTo>
                    <a:pt x="56" y="23"/>
                    <a:pt x="45" y="17"/>
                    <a:pt x="33" y="15"/>
                  </a:cubicBezTo>
                  <a:cubicBezTo>
                    <a:pt x="30" y="14"/>
                    <a:pt x="27" y="15"/>
                    <a:pt x="24" y="15"/>
                  </a:cubicBezTo>
                  <a:cubicBezTo>
                    <a:pt x="19" y="14"/>
                    <a:pt x="15" y="12"/>
                    <a:pt x="11" y="11"/>
                  </a:cubicBezTo>
                  <a:cubicBezTo>
                    <a:pt x="7" y="10"/>
                    <a:pt x="2" y="12"/>
                    <a:pt x="2" y="7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7" name="iṣľîḓe">
              <a:extLst>
                <a:ext uri="{FF2B5EF4-FFF2-40B4-BE49-F238E27FC236}">
                  <a16:creationId xmlns:a16="http://schemas.microsoft.com/office/drawing/2014/main" id="{6C8D6586-10CD-A23B-03D2-7C86F0DE3892}"/>
                </a:ext>
              </a:extLst>
            </p:cNvPr>
            <p:cNvSpPr/>
            <p:nvPr/>
          </p:nvSpPr>
          <p:spPr bwMode="auto">
            <a:xfrm>
              <a:off x="7547030" y="2360572"/>
              <a:ext cx="25214" cy="9806"/>
            </a:xfrm>
            <a:custGeom>
              <a:avLst/>
              <a:gdLst>
                <a:gd name="T0" fmla="*/ 5 w 12"/>
                <a:gd name="T1" fmla="*/ 3 h 5"/>
                <a:gd name="T2" fmla="*/ 12 w 12"/>
                <a:gd name="T3" fmla="*/ 5 h 5"/>
                <a:gd name="T4" fmla="*/ 5 w 12"/>
                <a:gd name="T5" fmla="*/ 5 h 5"/>
                <a:gd name="T6" fmla="*/ 3 w 12"/>
                <a:gd name="T7" fmla="*/ 3 h 5"/>
                <a:gd name="T8" fmla="*/ 5 w 12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">
                  <a:moveTo>
                    <a:pt x="5" y="3"/>
                  </a:moveTo>
                  <a:cubicBezTo>
                    <a:pt x="8" y="3"/>
                    <a:pt x="12" y="2"/>
                    <a:pt x="12" y="5"/>
                  </a:cubicBezTo>
                  <a:cubicBezTo>
                    <a:pt x="10" y="5"/>
                    <a:pt x="7" y="5"/>
                    <a:pt x="5" y="5"/>
                  </a:cubicBezTo>
                  <a:cubicBezTo>
                    <a:pt x="5" y="3"/>
                    <a:pt x="3" y="3"/>
                    <a:pt x="3" y="3"/>
                  </a:cubicBezTo>
                  <a:cubicBezTo>
                    <a:pt x="0" y="0"/>
                    <a:pt x="4" y="1"/>
                    <a:pt x="5" y="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8" name="í$ļiḓê">
              <a:extLst>
                <a:ext uri="{FF2B5EF4-FFF2-40B4-BE49-F238E27FC236}">
                  <a16:creationId xmlns:a16="http://schemas.microsoft.com/office/drawing/2014/main" id="{8BA83FA5-9D76-0877-8010-85869FCA1700}"/>
                </a:ext>
              </a:extLst>
            </p:cNvPr>
            <p:cNvSpPr/>
            <p:nvPr/>
          </p:nvSpPr>
          <p:spPr bwMode="auto">
            <a:xfrm>
              <a:off x="8288045" y="2892868"/>
              <a:ext cx="120467" cy="121868"/>
            </a:xfrm>
            <a:custGeom>
              <a:avLst/>
              <a:gdLst>
                <a:gd name="T0" fmla="*/ 1 w 58"/>
                <a:gd name="T1" fmla="*/ 51 h 59"/>
                <a:gd name="T2" fmla="*/ 5 w 58"/>
                <a:gd name="T3" fmla="*/ 43 h 59"/>
                <a:gd name="T4" fmla="*/ 8 w 58"/>
                <a:gd name="T5" fmla="*/ 41 h 59"/>
                <a:gd name="T6" fmla="*/ 8 w 58"/>
                <a:gd name="T7" fmla="*/ 38 h 59"/>
                <a:gd name="T8" fmla="*/ 12 w 58"/>
                <a:gd name="T9" fmla="*/ 38 h 59"/>
                <a:gd name="T10" fmla="*/ 14 w 58"/>
                <a:gd name="T11" fmla="*/ 34 h 59"/>
                <a:gd name="T12" fmla="*/ 21 w 58"/>
                <a:gd name="T13" fmla="*/ 32 h 59"/>
                <a:gd name="T14" fmla="*/ 25 w 58"/>
                <a:gd name="T15" fmla="*/ 28 h 59"/>
                <a:gd name="T16" fmla="*/ 29 w 58"/>
                <a:gd name="T17" fmla="*/ 23 h 59"/>
                <a:gd name="T18" fmla="*/ 33 w 58"/>
                <a:gd name="T19" fmla="*/ 19 h 59"/>
                <a:gd name="T20" fmla="*/ 38 w 58"/>
                <a:gd name="T21" fmla="*/ 21 h 59"/>
                <a:gd name="T22" fmla="*/ 36 w 58"/>
                <a:gd name="T23" fmla="*/ 13 h 59"/>
                <a:gd name="T24" fmla="*/ 44 w 58"/>
                <a:gd name="T25" fmla="*/ 4 h 59"/>
                <a:gd name="T26" fmla="*/ 49 w 58"/>
                <a:gd name="T27" fmla="*/ 0 h 59"/>
                <a:gd name="T28" fmla="*/ 55 w 58"/>
                <a:gd name="T29" fmla="*/ 4 h 59"/>
                <a:gd name="T30" fmla="*/ 57 w 58"/>
                <a:gd name="T31" fmla="*/ 13 h 59"/>
                <a:gd name="T32" fmla="*/ 55 w 58"/>
                <a:gd name="T33" fmla="*/ 19 h 59"/>
                <a:gd name="T34" fmla="*/ 51 w 58"/>
                <a:gd name="T35" fmla="*/ 19 h 59"/>
                <a:gd name="T36" fmla="*/ 49 w 58"/>
                <a:gd name="T37" fmla="*/ 28 h 59"/>
                <a:gd name="T38" fmla="*/ 42 w 58"/>
                <a:gd name="T39" fmla="*/ 30 h 59"/>
                <a:gd name="T40" fmla="*/ 36 w 58"/>
                <a:gd name="T41" fmla="*/ 43 h 59"/>
                <a:gd name="T42" fmla="*/ 33 w 58"/>
                <a:gd name="T43" fmla="*/ 51 h 59"/>
                <a:gd name="T44" fmla="*/ 29 w 58"/>
                <a:gd name="T45" fmla="*/ 54 h 59"/>
                <a:gd name="T46" fmla="*/ 14 w 58"/>
                <a:gd name="T47" fmla="*/ 49 h 59"/>
                <a:gd name="T48" fmla="*/ 7 w 58"/>
                <a:gd name="T49" fmla="*/ 51 h 59"/>
                <a:gd name="T50" fmla="*/ 5 w 58"/>
                <a:gd name="T51" fmla="*/ 47 h 59"/>
                <a:gd name="T52" fmla="*/ 1 w 58"/>
                <a:gd name="T53" fmla="*/ 5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" h="59">
                  <a:moveTo>
                    <a:pt x="1" y="51"/>
                  </a:moveTo>
                  <a:cubicBezTo>
                    <a:pt x="0" y="48"/>
                    <a:pt x="3" y="45"/>
                    <a:pt x="5" y="43"/>
                  </a:cubicBezTo>
                  <a:cubicBezTo>
                    <a:pt x="5" y="43"/>
                    <a:pt x="8" y="42"/>
                    <a:pt x="8" y="41"/>
                  </a:cubicBezTo>
                  <a:cubicBezTo>
                    <a:pt x="9" y="41"/>
                    <a:pt x="8" y="38"/>
                    <a:pt x="8" y="38"/>
                  </a:cubicBezTo>
                  <a:cubicBezTo>
                    <a:pt x="9" y="37"/>
                    <a:pt x="12" y="38"/>
                    <a:pt x="12" y="38"/>
                  </a:cubicBezTo>
                  <a:cubicBezTo>
                    <a:pt x="13" y="37"/>
                    <a:pt x="13" y="34"/>
                    <a:pt x="14" y="34"/>
                  </a:cubicBezTo>
                  <a:cubicBezTo>
                    <a:pt x="16" y="33"/>
                    <a:pt x="20" y="34"/>
                    <a:pt x="21" y="32"/>
                  </a:cubicBezTo>
                  <a:cubicBezTo>
                    <a:pt x="23" y="29"/>
                    <a:pt x="21" y="29"/>
                    <a:pt x="25" y="28"/>
                  </a:cubicBezTo>
                  <a:cubicBezTo>
                    <a:pt x="29" y="28"/>
                    <a:pt x="27" y="25"/>
                    <a:pt x="29" y="23"/>
                  </a:cubicBezTo>
                  <a:cubicBezTo>
                    <a:pt x="29" y="22"/>
                    <a:pt x="35" y="27"/>
                    <a:pt x="33" y="19"/>
                  </a:cubicBezTo>
                  <a:cubicBezTo>
                    <a:pt x="36" y="18"/>
                    <a:pt x="36" y="21"/>
                    <a:pt x="38" y="21"/>
                  </a:cubicBezTo>
                  <a:cubicBezTo>
                    <a:pt x="38" y="17"/>
                    <a:pt x="36" y="17"/>
                    <a:pt x="36" y="13"/>
                  </a:cubicBezTo>
                  <a:cubicBezTo>
                    <a:pt x="43" y="15"/>
                    <a:pt x="42" y="7"/>
                    <a:pt x="44" y="4"/>
                  </a:cubicBezTo>
                  <a:cubicBezTo>
                    <a:pt x="45" y="2"/>
                    <a:pt x="50" y="4"/>
                    <a:pt x="49" y="0"/>
                  </a:cubicBezTo>
                  <a:cubicBezTo>
                    <a:pt x="51" y="1"/>
                    <a:pt x="51" y="5"/>
                    <a:pt x="55" y="4"/>
                  </a:cubicBezTo>
                  <a:cubicBezTo>
                    <a:pt x="53" y="9"/>
                    <a:pt x="58" y="9"/>
                    <a:pt x="57" y="13"/>
                  </a:cubicBezTo>
                  <a:cubicBezTo>
                    <a:pt x="54" y="13"/>
                    <a:pt x="56" y="17"/>
                    <a:pt x="55" y="19"/>
                  </a:cubicBezTo>
                  <a:cubicBezTo>
                    <a:pt x="55" y="19"/>
                    <a:pt x="52" y="18"/>
                    <a:pt x="51" y="19"/>
                  </a:cubicBezTo>
                  <a:cubicBezTo>
                    <a:pt x="50" y="20"/>
                    <a:pt x="50" y="24"/>
                    <a:pt x="49" y="28"/>
                  </a:cubicBezTo>
                  <a:cubicBezTo>
                    <a:pt x="46" y="31"/>
                    <a:pt x="46" y="27"/>
                    <a:pt x="42" y="30"/>
                  </a:cubicBezTo>
                  <a:cubicBezTo>
                    <a:pt x="37" y="33"/>
                    <a:pt x="38" y="39"/>
                    <a:pt x="36" y="43"/>
                  </a:cubicBezTo>
                  <a:cubicBezTo>
                    <a:pt x="36" y="44"/>
                    <a:pt x="31" y="45"/>
                    <a:pt x="33" y="51"/>
                  </a:cubicBezTo>
                  <a:cubicBezTo>
                    <a:pt x="29" y="50"/>
                    <a:pt x="29" y="52"/>
                    <a:pt x="29" y="54"/>
                  </a:cubicBezTo>
                  <a:cubicBezTo>
                    <a:pt x="24" y="49"/>
                    <a:pt x="15" y="59"/>
                    <a:pt x="14" y="49"/>
                  </a:cubicBezTo>
                  <a:cubicBezTo>
                    <a:pt x="13" y="49"/>
                    <a:pt x="9" y="52"/>
                    <a:pt x="7" y="51"/>
                  </a:cubicBezTo>
                  <a:cubicBezTo>
                    <a:pt x="6" y="51"/>
                    <a:pt x="4" y="47"/>
                    <a:pt x="5" y="47"/>
                  </a:cubicBezTo>
                  <a:cubicBezTo>
                    <a:pt x="1" y="47"/>
                    <a:pt x="9" y="54"/>
                    <a:pt x="1" y="5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79" name="îş1íḓe">
              <a:extLst>
                <a:ext uri="{FF2B5EF4-FFF2-40B4-BE49-F238E27FC236}">
                  <a16:creationId xmlns:a16="http://schemas.microsoft.com/office/drawing/2014/main" id="{D8BAEFB9-C981-6DED-B3F4-9EF79164094B}"/>
                </a:ext>
              </a:extLst>
            </p:cNvPr>
            <p:cNvSpPr/>
            <p:nvPr/>
          </p:nvSpPr>
          <p:spPr bwMode="auto">
            <a:xfrm>
              <a:off x="4137528" y="505936"/>
              <a:ext cx="169495" cy="126070"/>
            </a:xfrm>
            <a:custGeom>
              <a:avLst/>
              <a:gdLst>
                <a:gd name="T0" fmla="*/ 22 w 82"/>
                <a:gd name="T1" fmla="*/ 0 h 61"/>
                <a:gd name="T2" fmla="*/ 31 w 82"/>
                <a:gd name="T3" fmla="*/ 8 h 61"/>
                <a:gd name="T4" fmla="*/ 37 w 82"/>
                <a:gd name="T5" fmla="*/ 9 h 61"/>
                <a:gd name="T6" fmla="*/ 41 w 82"/>
                <a:gd name="T7" fmla="*/ 9 h 61"/>
                <a:gd name="T8" fmla="*/ 43 w 82"/>
                <a:gd name="T9" fmla="*/ 11 h 61"/>
                <a:gd name="T10" fmla="*/ 48 w 82"/>
                <a:gd name="T11" fmla="*/ 15 h 61"/>
                <a:gd name="T12" fmla="*/ 54 w 82"/>
                <a:gd name="T13" fmla="*/ 15 h 61"/>
                <a:gd name="T14" fmla="*/ 65 w 82"/>
                <a:gd name="T15" fmla="*/ 19 h 61"/>
                <a:gd name="T16" fmla="*/ 65 w 82"/>
                <a:gd name="T17" fmla="*/ 24 h 61"/>
                <a:gd name="T18" fmla="*/ 71 w 82"/>
                <a:gd name="T19" fmla="*/ 24 h 61"/>
                <a:gd name="T20" fmla="*/ 71 w 82"/>
                <a:gd name="T21" fmla="*/ 28 h 61"/>
                <a:gd name="T22" fmla="*/ 82 w 82"/>
                <a:gd name="T23" fmla="*/ 36 h 61"/>
                <a:gd name="T24" fmla="*/ 80 w 82"/>
                <a:gd name="T25" fmla="*/ 41 h 61"/>
                <a:gd name="T26" fmla="*/ 76 w 82"/>
                <a:gd name="T27" fmla="*/ 39 h 61"/>
                <a:gd name="T28" fmla="*/ 67 w 82"/>
                <a:gd name="T29" fmla="*/ 45 h 61"/>
                <a:gd name="T30" fmla="*/ 65 w 82"/>
                <a:gd name="T31" fmla="*/ 49 h 61"/>
                <a:gd name="T32" fmla="*/ 61 w 82"/>
                <a:gd name="T33" fmla="*/ 52 h 61"/>
                <a:gd name="T34" fmla="*/ 50 w 82"/>
                <a:gd name="T35" fmla="*/ 52 h 61"/>
                <a:gd name="T36" fmla="*/ 50 w 82"/>
                <a:gd name="T37" fmla="*/ 54 h 61"/>
                <a:gd name="T38" fmla="*/ 43 w 82"/>
                <a:gd name="T39" fmla="*/ 56 h 61"/>
                <a:gd name="T40" fmla="*/ 41 w 82"/>
                <a:gd name="T41" fmla="*/ 52 h 61"/>
                <a:gd name="T42" fmla="*/ 30 w 82"/>
                <a:gd name="T43" fmla="*/ 52 h 61"/>
                <a:gd name="T44" fmla="*/ 26 w 82"/>
                <a:gd name="T45" fmla="*/ 49 h 61"/>
                <a:gd name="T46" fmla="*/ 31 w 82"/>
                <a:gd name="T47" fmla="*/ 45 h 61"/>
                <a:gd name="T48" fmla="*/ 22 w 82"/>
                <a:gd name="T49" fmla="*/ 43 h 61"/>
                <a:gd name="T50" fmla="*/ 28 w 82"/>
                <a:gd name="T51" fmla="*/ 39 h 61"/>
                <a:gd name="T52" fmla="*/ 31 w 82"/>
                <a:gd name="T53" fmla="*/ 36 h 61"/>
                <a:gd name="T54" fmla="*/ 37 w 82"/>
                <a:gd name="T55" fmla="*/ 37 h 61"/>
                <a:gd name="T56" fmla="*/ 35 w 82"/>
                <a:gd name="T57" fmla="*/ 32 h 61"/>
                <a:gd name="T58" fmla="*/ 18 w 82"/>
                <a:gd name="T59" fmla="*/ 36 h 61"/>
                <a:gd name="T60" fmla="*/ 13 w 82"/>
                <a:gd name="T61" fmla="*/ 34 h 61"/>
                <a:gd name="T62" fmla="*/ 9 w 82"/>
                <a:gd name="T63" fmla="*/ 30 h 61"/>
                <a:gd name="T64" fmla="*/ 2 w 82"/>
                <a:gd name="T65" fmla="*/ 26 h 61"/>
                <a:gd name="T66" fmla="*/ 0 w 82"/>
                <a:gd name="T67" fmla="*/ 21 h 61"/>
                <a:gd name="T68" fmla="*/ 5 w 82"/>
                <a:gd name="T69" fmla="*/ 17 h 61"/>
                <a:gd name="T70" fmla="*/ 9 w 82"/>
                <a:gd name="T71" fmla="*/ 13 h 61"/>
                <a:gd name="T72" fmla="*/ 11 w 82"/>
                <a:gd name="T73" fmla="*/ 8 h 61"/>
                <a:gd name="T74" fmla="*/ 15 w 82"/>
                <a:gd name="T75" fmla="*/ 8 h 61"/>
                <a:gd name="T76" fmla="*/ 18 w 82"/>
                <a:gd name="T77" fmla="*/ 4 h 61"/>
                <a:gd name="T78" fmla="*/ 22 w 82"/>
                <a:gd name="T7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2" h="61">
                  <a:moveTo>
                    <a:pt x="22" y="0"/>
                  </a:moveTo>
                  <a:cubicBezTo>
                    <a:pt x="25" y="3"/>
                    <a:pt x="30" y="3"/>
                    <a:pt x="31" y="8"/>
                  </a:cubicBezTo>
                  <a:cubicBezTo>
                    <a:pt x="35" y="6"/>
                    <a:pt x="36" y="9"/>
                    <a:pt x="37" y="9"/>
                  </a:cubicBezTo>
                  <a:cubicBezTo>
                    <a:pt x="38" y="10"/>
                    <a:pt x="40" y="9"/>
                    <a:pt x="41" y="9"/>
                  </a:cubicBezTo>
                  <a:cubicBezTo>
                    <a:pt x="41" y="10"/>
                    <a:pt x="41" y="13"/>
                    <a:pt x="43" y="11"/>
                  </a:cubicBezTo>
                  <a:cubicBezTo>
                    <a:pt x="46" y="8"/>
                    <a:pt x="45" y="13"/>
                    <a:pt x="48" y="15"/>
                  </a:cubicBezTo>
                  <a:cubicBezTo>
                    <a:pt x="49" y="16"/>
                    <a:pt x="52" y="14"/>
                    <a:pt x="54" y="15"/>
                  </a:cubicBezTo>
                  <a:cubicBezTo>
                    <a:pt x="55" y="16"/>
                    <a:pt x="58" y="21"/>
                    <a:pt x="65" y="19"/>
                  </a:cubicBezTo>
                  <a:cubicBezTo>
                    <a:pt x="65" y="21"/>
                    <a:pt x="65" y="22"/>
                    <a:pt x="65" y="24"/>
                  </a:cubicBezTo>
                  <a:cubicBezTo>
                    <a:pt x="66" y="25"/>
                    <a:pt x="69" y="23"/>
                    <a:pt x="71" y="24"/>
                  </a:cubicBezTo>
                  <a:cubicBezTo>
                    <a:pt x="71" y="25"/>
                    <a:pt x="70" y="28"/>
                    <a:pt x="71" y="28"/>
                  </a:cubicBezTo>
                  <a:cubicBezTo>
                    <a:pt x="73" y="30"/>
                    <a:pt x="78" y="32"/>
                    <a:pt x="82" y="36"/>
                  </a:cubicBezTo>
                  <a:cubicBezTo>
                    <a:pt x="82" y="37"/>
                    <a:pt x="81" y="41"/>
                    <a:pt x="80" y="41"/>
                  </a:cubicBezTo>
                  <a:cubicBezTo>
                    <a:pt x="78" y="42"/>
                    <a:pt x="76" y="39"/>
                    <a:pt x="76" y="39"/>
                  </a:cubicBezTo>
                  <a:cubicBezTo>
                    <a:pt x="73" y="41"/>
                    <a:pt x="71" y="44"/>
                    <a:pt x="67" y="45"/>
                  </a:cubicBezTo>
                  <a:cubicBezTo>
                    <a:pt x="65" y="45"/>
                    <a:pt x="65" y="47"/>
                    <a:pt x="65" y="49"/>
                  </a:cubicBezTo>
                  <a:cubicBezTo>
                    <a:pt x="62" y="48"/>
                    <a:pt x="61" y="50"/>
                    <a:pt x="61" y="52"/>
                  </a:cubicBezTo>
                  <a:cubicBezTo>
                    <a:pt x="55" y="53"/>
                    <a:pt x="54" y="48"/>
                    <a:pt x="50" y="52"/>
                  </a:cubicBezTo>
                  <a:cubicBezTo>
                    <a:pt x="48" y="53"/>
                    <a:pt x="49" y="54"/>
                    <a:pt x="50" y="54"/>
                  </a:cubicBezTo>
                  <a:cubicBezTo>
                    <a:pt x="49" y="61"/>
                    <a:pt x="43" y="49"/>
                    <a:pt x="43" y="56"/>
                  </a:cubicBezTo>
                  <a:cubicBezTo>
                    <a:pt x="41" y="56"/>
                    <a:pt x="41" y="54"/>
                    <a:pt x="41" y="52"/>
                  </a:cubicBezTo>
                  <a:cubicBezTo>
                    <a:pt x="37" y="56"/>
                    <a:pt x="35" y="51"/>
                    <a:pt x="30" y="52"/>
                  </a:cubicBezTo>
                  <a:cubicBezTo>
                    <a:pt x="30" y="49"/>
                    <a:pt x="28" y="49"/>
                    <a:pt x="26" y="49"/>
                  </a:cubicBezTo>
                  <a:cubicBezTo>
                    <a:pt x="26" y="46"/>
                    <a:pt x="31" y="48"/>
                    <a:pt x="31" y="45"/>
                  </a:cubicBezTo>
                  <a:cubicBezTo>
                    <a:pt x="32" y="41"/>
                    <a:pt x="25" y="44"/>
                    <a:pt x="22" y="43"/>
                  </a:cubicBezTo>
                  <a:cubicBezTo>
                    <a:pt x="21" y="38"/>
                    <a:pt x="25" y="40"/>
                    <a:pt x="28" y="39"/>
                  </a:cubicBezTo>
                  <a:cubicBezTo>
                    <a:pt x="28" y="39"/>
                    <a:pt x="31" y="36"/>
                    <a:pt x="31" y="36"/>
                  </a:cubicBezTo>
                  <a:cubicBezTo>
                    <a:pt x="33" y="35"/>
                    <a:pt x="34" y="38"/>
                    <a:pt x="37" y="37"/>
                  </a:cubicBezTo>
                  <a:cubicBezTo>
                    <a:pt x="37" y="34"/>
                    <a:pt x="35" y="34"/>
                    <a:pt x="35" y="32"/>
                  </a:cubicBezTo>
                  <a:cubicBezTo>
                    <a:pt x="33" y="33"/>
                    <a:pt x="22" y="32"/>
                    <a:pt x="18" y="36"/>
                  </a:cubicBezTo>
                  <a:cubicBezTo>
                    <a:pt x="15" y="39"/>
                    <a:pt x="18" y="35"/>
                    <a:pt x="13" y="34"/>
                  </a:cubicBezTo>
                  <a:cubicBezTo>
                    <a:pt x="7" y="32"/>
                    <a:pt x="3" y="35"/>
                    <a:pt x="9" y="30"/>
                  </a:cubicBezTo>
                  <a:cubicBezTo>
                    <a:pt x="9" y="26"/>
                    <a:pt x="3" y="29"/>
                    <a:pt x="2" y="26"/>
                  </a:cubicBezTo>
                  <a:cubicBezTo>
                    <a:pt x="4" y="22"/>
                    <a:pt x="8" y="17"/>
                    <a:pt x="0" y="21"/>
                  </a:cubicBezTo>
                  <a:cubicBezTo>
                    <a:pt x="0" y="18"/>
                    <a:pt x="2" y="17"/>
                    <a:pt x="5" y="17"/>
                  </a:cubicBezTo>
                  <a:cubicBezTo>
                    <a:pt x="7" y="16"/>
                    <a:pt x="7" y="13"/>
                    <a:pt x="9" y="13"/>
                  </a:cubicBezTo>
                  <a:cubicBezTo>
                    <a:pt x="12" y="13"/>
                    <a:pt x="9" y="9"/>
                    <a:pt x="11" y="8"/>
                  </a:cubicBezTo>
                  <a:cubicBezTo>
                    <a:pt x="11" y="7"/>
                    <a:pt x="14" y="8"/>
                    <a:pt x="15" y="8"/>
                  </a:cubicBezTo>
                  <a:cubicBezTo>
                    <a:pt x="17" y="7"/>
                    <a:pt x="16" y="4"/>
                    <a:pt x="18" y="4"/>
                  </a:cubicBezTo>
                  <a:cubicBezTo>
                    <a:pt x="19" y="2"/>
                    <a:pt x="22" y="3"/>
                    <a:pt x="22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0" name="iṩḻîdê">
              <a:extLst>
                <a:ext uri="{FF2B5EF4-FFF2-40B4-BE49-F238E27FC236}">
                  <a16:creationId xmlns:a16="http://schemas.microsoft.com/office/drawing/2014/main" id="{8D8241BD-8BD7-7966-D3BA-CF461C6DD66E}"/>
                </a:ext>
              </a:extLst>
            </p:cNvPr>
            <p:cNvSpPr/>
            <p:nvPr/>
          </p:nvSpPr>
          <p:spPr bwMode="auto">
            <a:xfrm>
              <a:off x="5831073" y="552163"/>
              <a:ext cx="225526" cy="113464"/>
            </a:xfrm>
            <a:custGeom>
              <a:avLst/>
              <a:gdLst>
                <a:gd name="T0" fmla="*/ 37 w 109"/>
                <a:gd name="T1" fmla="*/ 38 h 55"/>
                <a:gd name="T2" fmla="*/ 34 w 109"/>
                <a:gd name="T3" fmla="*/ 40 h 55"/>
                <a:gd name="T4" fmla="*/ 24 w 109"/>
                <a:gd name="T5" fmla="*/ 38 h 55"/>
                <a:gd name="T6" fmla="*/ 30 w 109"/>
                <a:gd name="T7" fmla="*/ 34 h 55"/>
                <a:gd name="T8" fmla="*/ 41 w 109"/>
                <a:gd name="T9" fmla="*/ 27 h 55"/>
                <a:gd name="T10" fmla="*/ 37 w 109"/>
                <a:gd name="T11" fmla="*/ 21 h 55"/>
                <a:gd name="T12" fmla="*/ 28 w 109"/>
                <a:gd name="T13" fmla="*/ 21 h 55"/>
                <a:gd name="T14" fmla="*/ 19 w 109"/>
                <a:gd name="T15" fmla="*/ 28 h 55"/>
                <a:gd name="T16" fmla="*/ 6 w 109"/>
                <a:gd name="T17" fmla="*/ 27 h 55"/>
                <a:gd name="T18" fmla="*/ 8 w 109"/>
                <a:gd name="T19" fmla="*/ 14 h 55"/>
                <a:gd name="T20" fmla="*/ 4 w 109"/>
                <a:gd name="T21" fmla="*/ 15 h 55"/>
                <a:gd name="T22" fmla="*/ 2 w 109"/>
                <a:gd name="T23" fmla="*/ 6 h 55"/>
                <a:gd name="T24" fmla="*/ 6 w 109"/>
                <a:gd name="T25" fmla="*/ 8 h 55"/>
                <a:gd name="T26" fmla="*/ 17 w 109"/>
                <a:gd name="T27" fmla="*/ 4 h 55"/>
                <a:gd name="T28" fmla="*/ 19 w 109"/>
                <a:gd name="T29" fmla="*/ 10 h 55"/>
                <a:gd name="T30" fmla="*/ 34 w 109"/>
                <a:gd name="T31" fmla="*/ 12 h 55"/>
                <a:gd name="T32" fmla="*/ 39 w 109"/>
                <a:gd name="T33" fmla="*/ 4 h 55"/>
                <a:gd name="T34" fmla="*/ 58 w 109"/>
                <a:gd name="T35" fmla="*/ 6 h 55"/>
                <a:gd name="T36" fmla="*/ 60 w 109"/>
                <a:gd name="T37" fmla="*/ 6 h 55"/>
                <a:gd name="T38" fmla="*/ 67 w 109"/>
                <a:gd name="T39" fmla="*/ 12 h 55"/>
                <a:gd name="T40" fmla="*/ 65 w 109"/>
                <a:gd name="T41" fmla="*/ 15 h 55"/>
                <a:gd name="T42" fmla="*/ 75 w 109"/>
                <a:gd name="T43" fmla="*/ 14 h 55"/>
                <a:gd name="T44" fmla="*/ 86 w 109"/>
                <a:gd name="T45" fmla="*/ 17 h 55"/>
                <a:gd name="T46" fmla="*/ 88 w 109"/>
                <a:gd name="T47" fmla="*/ 21 h 55"/>
                <a:gd name="T48" fmla="*/ 90 w 109"/>
                <a:gd name="T49" fmla="*/ 23 h 55"/>
                <a:gd name="T50" fmla="*/ 92 w 109"/>
                <a:gd name="T51" fmla="*/ 27 h 55"/>
                <a:gd name="T52" fmla="*/ 95 w 109"/>
                <a:gd name="T53" fmla="*/ 27 h 55"/>
                <a:gd name="T54" fmla="*/ 95 w 109"/>
                <a:gd name="T55" fmla="*/ 30 h 55"/>
                <a:gd name="T56" fmla="*/ 99 w 109"/>
                <a:gd name="T57" fmla="*/ 30 h 55"/>
                <a:gd name="T58" fmla="*/ 101 w 109"/>
                <a:gd name="T59" fmla="*/ 36 h 55"/>
                <a:gd name="T60" fmla="*/ 106 w 109"/>
                <a:gd name="T61" fmla="*/ 36 h 55"/>
                <a:gd name="T62" fmla="*/ 101 w 109"/>
                <a:gd name="T63" fmla="*/ 40 h 55"/>
                <a:gd name="T64" fmla="*/ 101 w 109"/>
                <a:gd name="T65" fmla="*/ 41 h 55"/>
                <a:gd name="T66" fmla="*/ 82 w 109"/>
                <a:gd name="T67" fmla="*/ 41 h 55"/>
                <a:gd name="T68" fmla="*/ 82 w 109"/>
                <a:gd name="T69" fmla="*/ 30 h 55"/>
                <a:gd name="T70" fmla="*/ 64 w 109"/>
                <a:gd name="T71" fmla="*/ 28 h 55"/>
                <a:gd name="T72" fmla="*/ 62 w 109"/>
                <a:gd name="T73" fmla="*/ 34 h 55"/>
                <a:gd name="T74" fmla="*/ 58 w 109"/>
                <a:gd name="T75" fmla="*/ 34 h 55"/>
                <a:gd name="T76" fmla="*/ 54 w 109"/>
                <a:gd name="T77" fmla="*/ 38 h 55"/>
                <a:gd name="T78" fmla="*/ 56 w 109"/>
                <a:gd name="T79" fmla="*/ 40 h 55"/>
                <a:gd name="T80" fmla="*/ 51 w 109"/>
                <a:gd name="T81" fmla="*/ 41 h 55"/>
                <a:gd name="T82" fmla="*/ 51 w 109"/>
                <a:gd name="T83" fmla="*/ 53 h 55"/>
                <a:gd name="T84" fmla="*/ 26 w 109"/>
                <a:gd name="T85" fmla="*/ 45 h 55"/>
                <a:gd name="T86" fmla="*/ 32 w 109"/>
                <a:gd name="T87" fmla="*/ 41 h 55"/>
                <a:gd name="T88" fmla="*/ 39 w 109"/>
                <a:gd name="T89" fmla="*/ 41 h 55"/>
                <a:gd name="T90" fmla="*/ 37 w 109"/>
                <a:gd name="T91" fmla="*/ 3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9" h="55">
                  <a:moveTo>
                    <a:pt x="37" y="38"/>
                  </a:moveTo>
                  <a:cubicBezTo>
                    <a:pt x="37" y="34"/>
                    <a:pt x="34" y="40"/>
                    <a:pt x="34" y="40"/>
                  </a:cubicBezTo>
                  <a:cubicBezTo>
                    <a:pt x="31" y="40"/>
                    <a:pt x="29" y="36"/>
                    <a:pt x="24" y="38"/>
                  </a:cubicBezTo>
                  <a:cubicBezTo>
                    <a:pt x="25" y="34"/>
                    <a:pt x="28" y="35"/>
                    <a:pt x="30" y="34"/>
                  </a:cubicBezTo>
                  <a:cubicBezTo>
                    <a:pt x="34" y="32"/>
                    <a:pt x="36" y="27"/>
                    <a:pt x="41" y="27"/>
                  </a:cubicBezTo>
                  <a:cubicBezTo>
                    <a:pt x="40" y="25"/>
                    <a:pt x="37" y="25"/>
                    <a:pt x="37" y="21"/>
                  </a:cubicBezTo>
                  <a:cubicBezTo>
                    <a:pt x="34" y="20"/>
                    <a:pt x="30" y="26"/>
                    <a:pt x="28" y="21"/>
                  </a:cubicBezTo>
                  <a:cubicBezTo>
                    <a:pt x="25" y="24"/>
                    <a:pt x="23" y="27"/>
                    <a:pt x="19" y="28"/>
                  </a:cubicBezTo>
                  <a:cubicBezTo>
                    <a:pt x="13" y="29"/>
                    <a:pt x="12" y="25"/>
                    <a:pt x="6" y="27"/>
                  </a:cubicBezTo>
                  <a:cubicBezTo>
                    <a:pt x="10" y="23"/>
                    <a:pt x="10" y="19"/>
                    <a:pt x="8" y="14"/>
                  </a:cubicBezTo>
                  <a:cubicBezTo>
                    <a:pt x="5" y="13"/>
                    <a:pt x="4" y="14"/>
                    <a:pt x="4" y="15"/>
                  </a:cubicBezTo>
                  <a:cubicBezTo>
                    <a:pt x="0" y="16"/>
                    <a:pt x="3" y="9"/>
                    <a:pt x="2" y="6"/>
                  </a:cubicBezTo>
                  <a:cubicBezTo>
                    <a:pt x="4" y="6"/>
                    <a:pt x="5" y="6"/>
                    <a:pt x="6" y="8"/>
                  </a:cubicBezTo>
                  <a:cubicBezTo>
                    <a:pt x="7" y="4"/>
                    <a:pt x="16" y="8"/>
                    <a:pt x="17" y="4"/>
                  </a:cubicBezTo>
                  <a:cubicBezTo>
                    <a:pt x="19" y="4"/>
                    <a:pt x="19" y="8"/>
                    <a:pt x="19" y="10"/>
                  </a:cubicBezTo>
                  <a:cubicBezTo>
                    <a:pt x="26" y="11"/>
                    <a:pt x="33" y="0"/>
                    <a:pt x="34" y="12"/>
                  </a:cubicBezTo>
                  <a:cubicBezTo>
                    <a:pt x="39" y="12"/>
                    <a:pt x="40" y="9"/>
                    <a:pt x="39" y="4"/>
                  </a:cubicBezTo>
                  <a:cubicBezTo>
                    <a:pt x="44" y="6"/>
                    <a:pt x="51" y="5"/>
                    <a:pt x="58" y="6"/>
                  </a:cubicBezTo>
                  <a:cubicBezTo>
                    <a:pt x="59" y="6"/>
                    <a:pt x="60" y="9"/>
                    <a:pt x="60" y="6"/>
                  </a:cubicBezTo>
                  <a:cubicBezTo>
                    <a:pt x="63" y="7"/>
                    <a:pt x="60" y="15"/>
                    <a:pt x="67" y="12"/>
                  </a:cubicBezTo>
                  <a:cubicBezTo>
                    <a:pt x="67" y="13"/>
                    <a:pt x="65" y="13"/>
                    <a:pt x="65" y="15"/>
                  </a:cubicBezTo>
                  <a:cubicBezTo>
                    <a:pt x="68" y="14"/>
                    <a:pt x="75" y="18"/>
                    <a:pt x="75" y="14"/>
                  </a:cubicBezTo>
                  <a:cubicBezTo>
                    <a:pt x="76" y="15"/>
                    <a:pt x="78" y="19"/>
                    <a:pt x="86" y="17"/>
                  </a:cubicBezTo>
                  <a:cubicBezTo>
                    <a:pt x="83" y="21"/>
                    <a:pt x="85" y="20"/>
                    <a:pt x="88" y="21"/>
                  </a:cubicBezTo>
                  <a:cubicBezTo>
                    <a:pt x="89" y="21"/>
                    <a:pt x="88" y="23"/>
                    <a:pt x="90" y="23"/>
                  </a:cubicBezTo>
                  <a:cubicBezTo>
                    <a:pt x="92" y="23"/>
                    <a:pt x="90" y="25"/>
                    <a:pt x="92" y="27"/>
                  </a:cubicBezTo>
                  <a:cubicBezTo>
                    <a:pt x="92" y="27"/>
                    <a:pt x="95" y="26"/>
                    <a:pt x="95" y="27"/>
                  </a:cubicBezTo>
                  <a:cubicBezTo>
                    <a:pt x="96" y="27"/>
                    <a:pt x="95" y="30"/>
                    <a:pt x="95" y="30"/>
                  </a:cubicBezTo>
                  <a:cubicBezTo>
                    <a:pt x="96" y="31"/>
                    <a:pt x="99" y="30"/>
                    <a:pt x="99" y="30"/>
                  </a:cubicBezTo>
                  <a:cubicBezTo>
                    <a:pt x="100" y="32"/>
                    <a:pt x="99" y="35"/>
                    <a:pt x="101" y="36"/>
                  </a:cubicBezTo>
                  <a:cubicBezTo>
                    <a:pt x="104" y="36"/>
                    <a:pt x="106" y="33"/>
                    <a:pt x="106" y="36"/>
                  </a:cubicBezTo>
                  <a:cubicBezTo>
                    <a:pt x="109" y="41"/>
                    <a:pt x="102" y="38"/>
                    <a:pt x="101" y="40"/>
                  </a:cubicBezTo>
                  <a:cubicBezTo>
                    <a:pt x="101" y="40"/>
                    <a:pt x="101" y="41"/>
                    <a:pt x="101" y="41"/>
                  </a:cubicBezTo>
                  <a:cubicBezTo>
                    <a:pt x="96" y="43"/>
                    <a:pt x="88" y="40"/>
                    <a:pt x="82" y="41"/>
                  </a:cubicBezTo>
                  <a:cubicBezTo>
                    <a:pt x="80" y="36"/>
                    <a:pt x="82" y="37"/>
                    <a:pt x="82" y="30"/>
                  </a:cubicBezTo>
                  <a:cubicBezTo>
                    <a:pt x="80" y="25"/>
                    <a:pt x="68" y="25"/>
                    <a:pt x="64" y="28"/>
                  </a:cubicBezTo>
                  <a:cubicBezTo>
                    <a:pt x="61" y="28"/>
                    <a:pt x="63" y="32"/>
                    <a:pt x="62" y="34"/>
                  </a:cubicBezTo>
                  <a:cubicBezTo>
                    <a:pt x="61" y="35"/>
                    <a:pt x="58" y="33"/>
                    <a:pt x="58" y="34"/>
                  </a:cubicBezTo>
                  <a:cubicBezTo>
                    <a:pt x="57" y="36"/>
                    <a:pt x="58" y="39"/>
                    <a:pt x="54" y="38"/>
                  </a:cubicBezTo>
                  <a:cubicBezTo>
                    <a:pt x="54" y="39"/>
                    <a:pt x="55" y="40"/>
                    <a:pt x="56" y="40"/>
                  </a:cubicBezTo>
                  <a:cubicBezTo>
                    <a:pt x="56" y="42"/>
                    <a:pt x="53" y="41"/>
                    <a:pt x="51" y="41"/>
                  </a:cubicBezTo>
                  <a:cubicBezTo>
                    <a:pt x="48" y="47"/>
                    <a:pt x="50" y="46"/>
                    <a:pt x="51" y="53"/>
                  </a:cubicBezTo>
                  <a:cubicBezTo>
                    <a:pt x="44" y="54"/>
                    <a:pt x="27" y="55"/>
                    <a:pt x="26" y="45"/>
                  </a:cubicBezTo>
                  <a:cubicBezTo>
                    <a:pt x="30" y="45"/>
                    <a:pt x="31" y="44"/>
                    <a:pt x="32" y="41"/>
                  </a:cubicBezTo>
                  <a:cubicBezTo>
                    <a:pt x="37" y="41"/>
                    <a:pt x="36" y="45"/>
                    <a:pt x="39" y="41"/>
                  </a:cubicBezTo>
                  <a:cubicBezTo>
                    <a:pt x="38" y="40"/>
                    <a:pt x="34" y="39"/>
                    <a:pt x="37" y="38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1" name="išľiḓé">
              <a:extLst>
                <a:ext uri="{FF2B5EF4-FFF2-40B4-BE49-F238E27FC236}">
                  <a16:creationId xmlns:a16="http://schemas.microsoft.com/office/drawing/2014/main" id="{844302AA-4F56-EE93-6973-7087043677D3}"/>
                </a:ext>
              </a:extLst>
            </p:cNvPr>
            <p:cNvSpPr/>
            <p:nvPr/>
          </p:nvSpPr>
          <p:spPr bwMode="auto">
            <a:xfrm>
              <a:off x="3721494" y="640411"/>
              <a:ext cx="105059" cy="56031"/>
            </a:xfrm>
            <a:custGeom>
              <a:avLst/>
              <a:gdLst>
                <a:gd name="T0" fmla="*/ 51 w 51"/>
                <a:gd name="T1" fmla="*/ 4 h 27"/>
                <a:gd name="T2" fmla="*/ 51 w 51"/>
                <a:gd name="T3" fmla="*/ 10 h 27"/>
                <a:gd name="T4" fmla="*/ 47 w 51"/>
                <a:gd name="T5" fmla="*/ 10 h 27"/>
                <a:gd name="T6" fmla="*/ 47 w 51"/>
                <a:gd name="T7" fmla="*/ 15 h 27"/>
                <a:gd name="T8" fmla="*/ 41 w 51"/>
                <a:gd name="T9" fmla="*/ 19 h 27"/>
                <a:gd name="T10" fmla="*/ 36 w 51"/>
                <a:gd name="T11" fmla="*/ 13 h 27"/>
                <a:gd name="T12" fmla="*/ 30 w 51"/>
                <a:gd name="T13" fmla="*/ 17 h 27"/>
                <a:gd name="T14" fmla="*/ 23 w 51"/>
                <a:gd name="T15" fmla="*/ 25 h 27"/>
                <a:gd name="T16" fmla="*/ 2 w 51"/>
                <a:gd name="T17" fmla="*/ 25 h 27"/>
                <a:gd name="T18" fmla="*/ 0 w 51"/>
                <a:gd name="T19" fmla="*/ 17 h 27"/>
                <a:gd name="T20" fmla="*/ 8 w 51"/>
                <a:gd name="T21" fmla="*/ 19 h 27"/>
                <a:gd name="T22" fmla="*/ 15 w 51"/>
                <a:gd name="T23" fmla="*/ 13 h 27"/>
                <a:gd name="T24" fmla="*/ 19 w 51"/>
                <a:gd name="T25" fmla="*/ 10 h 27"/>
                <a:gd name="T26" fmla="*/ 24 w 51"/>
                <a:gd name="T27" fmla="*/ 8 h 27"/>
                <a:gd name="T28" fmla="*/ 26 w 51"/>
                <a:gd name="T29" fmla="*/ 8 h 27"/>
                <a:gd name="T30" fmla="*/ 30 w 51"/>
                <a:gd name="T31" fmla="*/ 4 h 27"/>
                <a:gd name="T32" fmla="*/ 38 w 51"/>
                <a:gd name="T33" fmla="*/ 4 h 27"/>
                <a:gd name="T34" fmla="*/ 51 w 51"/>
                <a:gd name="T35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" h="27">
                  <a:moveTo>
                    <a:pt x="51" y="4"/>
                  </a:moveTo>
                  <a:cubicBezTo>
                    <a:pt x="50" y="5"/>
                    <a:pt x="51" y="9"/>
                    <a:pt x="51" y="10"/>
                  </a:cubicBezTo>
                  <a:cubicBezTo>
                    <a:pt x="50" y="10"/>
                    <a:pt x="47" y="9"/>
                    <a:pt x="47" y="10"/>
                  </a:cubicBezTo>
                  <a:cubicBezTo>
                    <a:pt x="47" y="10"/>
                    <a:pt x="49" y="15"/>
                    <a:pt x="47" y="15"/>
                  </a:cubicBezTo>
                  <a:cubicBezTo>
                    <a:pt x="45" y="16"/>
                    <a:pt x="42" y="12"/>
                    <a:pt x="41" y="19"/>
                  </a:cubicBezTo>
                  <a:cubicBezTo>
                    <a:pt x="38" y="19"/>
                    <a:pt x="40" y="13"/>
                    <a:pt x="36" y="13"/>
                  </a:cubicBezTo>
                  <a:cubicBezTo>
                    <a:pt x="32" y="12"/>
                    <a:pt x="33" y="17"/>
                    <a:pt x="30" y="17"/>
                  </a:cubicBezTo>
                  <a:cubicBezTo>
                    <a:pt x="28" y="20"/>
                    <a:pt x="22" y="19"/>
                    <a:pt x="23" y="25"/>
                  </a:cubicBezTo>
                  <a:cubicBezTo>
                    <a:pt x="15" y="27"/>
                    <a:pt x="11" y="25"/>
                    <a:pt x="2" y="25"/>
                  </a:cubicBezTo>
                  <a:cubicBezTo>
                    <a:pt x="2" y="21"/>
                    <a:pt x="0" y="21"/>
                    <a:pt x="0" y="17"/>
                  </a:cubicBezTo>
                  <a:cubicBezTo>
                    <a:pt x="2" y="19"/>
                    <a:pt x="4" y="19"/>
                    <a:pt x="8" y="19"/>
                  </a:cubicBezTo>
                  <a:cubicBezTo>
                    <a:pt x="11" y="19"/>
                    <a:pt x="11" y="14"/>
                    <a:pt x="15" y="13"/>
                  </a:cubicBezTo>
                  <a:cubicBezTo>
                    <a:pt x="16" y="13"/>
                    <a:pt x="18" y="9"/>
                    <a:pt x="19" y="10"/>
                  </a:cubicBezTo>
                  <a:cubicBezTo>
                    <a:pt x="23" y="13"/>
                    <a:pt x="19" y="8"/>
                    <a:pt x="24" y="8"/>
                  </a:cubicBezTo>
                  <a:cubicBezTo>
                    <a:pt x="25" y="8"/>
                    <a:pt x="26" y="8"/>
                    <a:pt x="26" y="8"/>
                  </a:cubicBezTo>
                  <a:cubicBezTo>
                    <a:pt x="27" y="7"/>
                    <a:pt x="30" y="4"/>
                    <a:pt x="30" y="4"/>
                  </a:cubicBezTo>
                  <a:cubicBezTo>
                    <a:pt x="32" y="3"/>
                    <a:pt x="35" y="5"/>
                    <a:pt x="38" y="4"/>
                  </a:cubicBezTo>
                  <a:cubicBezTo>
                    <a:pt x="39" y="4"/>
                    <a:pt x="46" y="0"/>
                    <a:pt x="51" y="4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2" name="i$ļïḋê">
              <a:extLst>
                <a:ext uri="{FF2B5EF4-FFF2-40B4-BE49-F238E27FC236}">
                  <a16:creationId xmlns:a16="http://schemas.microsoft.com/office/drawing/2014/main" id="{1B72EC6A-6B3F-8D0D-FD26-A2E8B32A02AB}"/>
                </a:ext>
              </a:extLst>
            </p:cNvPr>
            <p:cNvSpPr/>
            <p:nvPr/>
          </p:nvSpPr>
          <p:spPr bwMode="auto">
            <a:xfrm>
              <a:off x="4011456" y="664225"/>
              <a:ext cx="109261" cy="56031"/>
            </a:xfrm>
            <a:custGeom>
              <a:avLst/>
              <a:gdLst>
                <a:gd name="T0" fmla="*/ 47 w 52"/>
                <a:gd name="T1" fmla="*/ 2 h 27"/>
                <a:gd name="T2" fmla="*/ 52 w 52"/>
                <a:gd name="T3" fmla="*/ 19 h 27"/>
                <a:gd name="T4" fmla="*/ 49 w 52"/>
                <a:gd name="T5" fmla="*/ 17 h 27"/>
                <a:gd name="T6" fmla="*/ 49 w 52"/>
                <a:gd name="T7" fmla="*/ 23 h 27"/>
                <a:gd name="T8" fmla="*/ 41 w 52"/>
                <a:gd name="T9" fmla="*/ 25 h 27"/>
                <a:gd name="T10" fmla="*/ 39 w 52"/>
                <a:gd name="T11" fmla="*/ 27 h 27"/>
                <a:gd name="T12" fmla="*/ 34 w 52"/>
                <a:gd name="T13" fmla="*/ 27 h 27"/>
                <a:gd name="T14" fmla="*/ 34 w 52"/>
                <a:gd name="T15" fmla="*/ 19 h 27"/>
                <a:gd name="T16" fmla="*/ 15 w 52"/>
                <a:gd name="T17" fmla="*/ 17 h 27"/>
                <a:gd name="T18" fmla="*/ 0 w 52"/>
                <a:gd name="T19" fmla="*/ 8 h 27"/>
                <a:gd name="T20" fmla="*/ 2 w 52"/>
                <a:gd name="T21" fmla="*/ 4 h 27"/>
                <a:gd name="T22" fmla="*/ 6 w 52"/>
                <a:gd name="T23" fmla="*/ 6 h 27"/>
                <a:gd name="T24" fmla="*/ 15 w 52"/>
                <a:gd name="T25" fmla="*/ 10 h 27"/>
                <a:gd name="T26" fmla="*/ 19 w 52"/>
                <a:gd name="T27" fmla="*/ 10 h 27"/>
                <a:gd name="T28" fmla="*/ 21 w 52"/>
                <a:gd name="T29" fmla="*/ 14 h 27"/>
                <a:gd name="T30" fmla="*/ 22 w 52"/>
                <a:gd name="T31" fmla="*/ 6 h 27"/>
                <a:gd name="T32" fmla="*/ 26 w 52"/>
                <a:gd name="T33" fmla="*/ 10 h 27"/>
                <a:gd name="T34" fmla="*/ 47 w 52"/>
                <a:gd name="T3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" h="27">
                  <a:moveTo>
                    <a:pt x="47" y="2"/>
                  </a:moveTo>
                  <a:cubicBezTo>
                    <a:pt x="44" y="12"/>
                    <a:pt x="52" y="12"/>
                    <a:pt x="52" y="19"/>
                  </a:cubicBezTo>
                  <a:cubicBezTo>
                    <a:pt x="51" y="20"/>
                    <a:pt x="49" y="16"/>
                    <a:pt x="49" y="17"/>
                  </a:cubicBezTo>
                  <a:cubicBezTo>
                    <a:pt x="48" y="18"/>
                    <a:pt x="49" y="22"/>
                    <a:pt x="49" y="23"/>
                  </a:cubicBezTo>
                  <a:cubicBezTo>
                    <a:pt x="47" y="24"/>
                    <a:pt x="44" y="24"/>
                    <a:pt x="41" y="25"/>
                  </a:cubicBezTo>
                  <a:cubicBezTo>
                    <a:pt x="40" y="25"/>
                    <a:pt x="41" y="27"/>
                    <a:pt x="39" y="27"/>
                  </a:cubicBezTo>
                  <a:cubicBezTo>
                    <a:pt x="37" y="27"/>
                    <a:pt x="35" y="27"/>
                    <a:pt x="34" y="27"/>
                  </a:cubicBezTo>
                  <a:cubicBezTo>
                    <a:pt x="31" y="24"/>
                    <a:pt x="31" y="22"/>
                    <a:pt x="34" y="19"/>
                  </a:cubicBezTo>
                  <a:cubicBezTo>
                    <a:pt x="27" y="22"/>
                    <a:pt x="23" y="17"/>
                    <a:pt x="15" y="17"/>
                  </a:cubicBezTo>
                  <a:cubicBezTo>
                    <a:pt x="13" y="11"/>
                    <a:pt x="4" y="12"/>
                    <a:pt x="0" y="8"/>
                  </a:cubicBezTo>
                  <a:cubicBezTo>
                    <a:pt x="1" y="8"/>
                    <a:pt x="1" y="4"/>
                    <a:pt x="2" y="4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8" y="6"/>
                    <a:pt x="13" y="8"/>
                    <a:pt x="15" y="10"/>
                  </a:cubicBezTo>
                  <a:cubicBezTo>
                    <a:pt x="15" y="10"/>
                    <a:pt x="18" y="9"/>
                    <a:pt x="19" y="10"/>
                  </a:cubicBezTo>
                  <a:cubicBezTo>
                    <a:pt x="20" y="11"/>
                    <a:pt x="18" y="14"/>
                    <a:pt x="21" y="14"/>
                  </a:cubicBezTo>
                  <a:cubicBezTo>
                    <a:pt x="26" y="12"/>
                    <a:pt x="18" y="9"/>
                    <a:pt x="22" y="6"/>
                  </a:cubicBezTo>
                  <a:cubicBezTo>
                    <a:pt x="26" y="4"/>
                    <a:pt x="26" y="10"/>
                    <a:pt x="26" y="10"/>
                  </a:cubicBezTo>
                  <a:cubicBezTo>
                    <a:pt x="33" y="10"/>
                    <a:pt x="36" y="0"/>
                    <a:pt x="47" y="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3" name="íŝ1ïḋê">
              <a:extLst>
                <a:ext uri="{FF2B5EF4-FFF2-40B4-BE49-F238E27FC236}">
                  <a16:creationId xmlns:a16="http://schemas.microsoft.com/office/drawing/2014/main" id="{1837EBCF-BC69-A039-4E30-3AA4BA9ACC3A}"/>
                </a:ext>
              </a:extLst>
            </p:cNvPr>
            <p:cNvSpPr/>
            <p:nvPr/>
          </p:nvSpPr>
          <p:spPr bwMode="auto">
            <a:xfrm>
              <a:off x="3805541" y="665625"/>
              <a:ext cx="191908" cy="72841"/>
            </a:xfrm>
            <a:custGeom>
              <a:avLst/>
              <a:gdLst>
                <a:gd name="T0" fmla="*/ 41 w 92"/>
                <a:gd name="T1" fmla="*/ 13 h 35"/>
                <a:gd name="T2" fmla="*/ 60 w 92"/>
                <a:gd name="T3" fmla="*/ 20 h 35"/>
                <a:gd name="T4" fmla="*/ 60 w 92"/>
                <a:gd name="T5" fmla="*/ 11 h 35"/>
                <a:gd name="T6" fmla="*/ 54 w 92"/>
                <a:gd name="T7" fmla="*/ 3 h 35"/>
                <a:gd name="T8" fmla="*/ 67 w 92"/>
                <a:gd name="T9" fmla="*/ 1 h 35"/>
                <a:gd name="T10" fmla="*/ 71 w 92"/>
                <a:gd name="T11" fmla="*/ 5 h 35"/>
                <a:gd name="T12" fmla="*/ 71 w 92"/>
                <a:gd name="T13" fmla="*/ 9 h 35"/>
                <a:gd name="T14" fmla="*/ 79 w 92"/>
                <a:gd name="T15" fmla="*/ 14 h 35"/>
                <a:gd name="T16" fmla="*/ 84 w 92"/>
                <a:gd name="T17" fmla="*/ 11 h 35"/>
                <a:gd name="T18" fmla="*/ 90 w 92"/>
                <a:gd name="T19" fmla="*/ 14 h 35"/>
                <a:gd name="T20" fmla="*/ 92 w 92"/>
                <a:gd name="T21" fmla="*/ 18 h 35"/>
                <a:gd name="T22" fmla="*/ 90 w 92"/>
                <a:gd name="T23" fmla="*/ 26 h 35"/>
                <a:gd name="T24" fmla="*/ 79 w 92"/>
                <a:gd name="T25" fmla="*/ 27 h 35"/>
                <a:gd name="T26" fmla="*/ 71 w 92"/>
                <a:gd name="T27" fmla="*/ 26 h 35"/>
                <a:gd name="T28" fmla="*/ 54 w 92"/>
                <a:gd name="T29" fmla="*/ 29 h 35"/>
                <a:gd name="T30" fmla="*/ 51 w 92"/>
                <a:gd name="T31" fmla="*/ 29 h 35"/>
                <a:gd name="T32" fmla="*/ 45 w 92"/>
                <a:gd name="T33" fmla="*/ 31 h 35"/>
                <a:gd name="T34" fmla="*/ 26 w 92"/>
                <a:gd name="T35" fmla="*/ 35 h 35"/>
                <a:gd name="T36" fmla="*/ 43 w 92"/>
                <a:gd name="T37" fmla="*/ 29 h 35"/>
                <a:gd name="T38" fmla="*/ 34 w 92"/>
                <a:gd name="T39" fmla="*/ 26 h 35"/>
                <a:gd name="T40" fmla="*/ 26 w 92"/>
                <a:gd name="T41" fmla="*/ 22 h 35"/>
                <a:gd name="T42" fmla="*/ 19 w 92"/>
                <a:gd name="T43" fmla="*/ 26 h 35"/>
                <a:gd name="T44" fmla="*/ 13 w 92"/>
                <a:gd name="T45" fmla="*/ 24 h 35"/>
                <a:gd name="T46" fmla="*/ 0 w 92"/>
                <a:gd name="T47" fmla="*/ 22 h 35"/>
                <a:gd name="T48" fmla="*/ 4 w 92"/>
                <a:gd name="T49" fmla="*/ 18 h 35"/>
                <a:gd name="T50" fmla="*/ 6 w 92"/>
                <a:gd name="T51" fmla="*/ 13 h 35"/>
                <a:gd name="T52" fmla="*/ 13 w 92"/>
                <a:gd name="T53" fmla="*/ 11 h 35"/>
                <a:gd name="T54" fmla="*/ 11 w 92"/>
                <a:gd name="T55" fmla="*/ 7 h 35"/>
                <a:gd name="T56" fmla="*/ 15 w 92"/>
                <a:gd name="T57" fmla="*/ 7 h 35"/>
                <a:gd name="T58" fmla="*/ 21 w 92"/>
                <a:gd name="T59" fmla="*/ 5 h 35"/>
                <a:gd name="T60" fmla="*/ 30 w 92"/>
                <a:gd name="T61" fmla="*/ 7 h 35"/>
                <a:gd name="T62" fmla="*/ 32 w 92"/>
                <a:gd name="T63" fmla="*/ 11 h 35"/>
                <a:gd name="T64" fmla="*/ 36 w 92"/>
                <a:gd name="T65" fmla="*/ 11 h 35"/>
                <a:gd name="T66" fmla="*/ 36 w 92"/>
                <a:gd name="T67" fmla="*/ 16 h 35"/>
                <a:gd name="T68" fmla="*/ 41 w 92"/>
                <a:gd name="T69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" h="35">
                  <a:moveTo>
                    <a:pt x="41" y="13"/>
                  </a:moveTo>
                  <a:cubicBezTo>
                    <a:pt x="39" y="19"/>
                    <a:pt x="56" y="16"/>
                    <a:pt x="60" y="20"/>
                  </a:cubicBezTo>
                  <a:cubicBezTo>
                    <a:pt x="63" y="12"/>
                    <a:pt x="47" y="11"/>
                    <a:pt x="60" y="11"/>
                  </a:cubicBezTo>
                  <a:cubicBezTo>
                    <a:pt x="63" y="4"/>
                    <a:pt x="52" y="10"/>
                    <a:pt x="54" y="3"/>
                  </a:cubicBezTo>
                  <a:cubicBezTo>
                    <a:pt x="60" y="4"/>
                    <a:pt x="61" y="0"/>
                    <a:pt x="67" y="1"/>
                  </a:cubicBezTo>
                  <a:cubicBezTo>
                    <a:pt x="66" y="5"/>
                    <a:pt x="70" y="4"/>
                    <a:pt x="71" y="5"/>
                  </a:cubicBezTo>
                  <a:cubicBezTo>
                    <a:pt x="72" y="6"/>
                    <a:pt x="70" y="8"/>
                    <a:pt x="71" y="9"/>
                  </a:cubicBezTo>
                  <a:cubicBezTo>
                    <a:pt x="73" y="10"/>
                    <a:pt x="76" y="11"/>
                    <a:pt x="79" y="14"/>
                  </a:cubicBezTo>
                  <a:cubicBezTo>
                    <a:pt x="80" y="13"/>
                    <a:pt x="80" y="10"/>
                    <a:pt x="84" y="11"/>
                  </a:cubicBezTo>
                  <a:cubicBezTo>
                    <a:pt x="87" y="11"/>
                    <a:pt x="89" y="13"/>
                    <a:pt x="90" y="14"/>
                  </a:cubicBezTo>
                  <a:cubicBezTo>
                    <a:pt x="90" y="15"/>
                    <a:pt x="92" y="18"/>
                    <a:pt x="92" y="18"/>
                  </a:cubicBezTo>
                  <a:cubicBezTo>
                    <a:pt x="89" y="21"/>
                    <a:pt x="92" y="20"/>
                    <a:pt x="90" y="26"/>
                  </a:cubicBezTo>
                  <a:cubicBezTo>
                    <a:pt x="86" y="21"/>
                    <a:pt x="82" y="27"/>
                    <a:pt x="79" y="27"/>
                  </a:cubicBezTo>
                  <a:cubicBezTo>
                    <a:pt x="75" y="28"/>
                    <a:pt x="75" y="26"/>
                    <a:pt x="71" y="26"/>
                  </a:cubicBezTo>
                  <a:cubicBezTo>
                    <a:pt x="66" y="26"/>
                    <a:pt x="58" y="28"/>
                    <a:pt x="54" y="29"/>
                  </a:cubicBezTo>
                  <a:cubicBezTo>
                    <a:pt x="54" y="30"/>
                    <a:pt x="51" y="29"/>
                    <a:pt x="51" y="29"/>
                  </a:cubicBezTo>
                  <a:cubicBezTo>
                    <a:pt x="49" y="31"/>
                    <a:pt x="48" y="30"/>
                    <a:pt x="45" y="31"/>
                  </a:cubicBezTo>
                  <a:cubicBezTo>
                    <a:pt x="43" y="32"/>
                    <a:pt x="33" y="34"/>
                    <a:pt x="26" y="35"/>
                  </a:cubicBezTo>
                  <a:cubicBezTo>
                    <a:pt x="27" y="28"/>
                    <a:pt x="36" y="30"/>
                    <a:pt x="43" y="29"/>
                  </a:cubicBezTo>
                  <a:cubicBezTo>
                    <a:pt x="44" y="21"/>
                    <a:pt x="37" y="26"/>
                    <a:pt x="34" y="26"/>
                  </a:cubicBezTo>
                  <a:cubicBezTo>
                    <a:pt x="30" y="25"/>
                    <a:pt x="30" y="24"/>
                    <a:pt x="26" y="22"/>
                  </a:cubicBezTo>
                  <a:cubicBezTo>
                    <a:pt x="23" y="21"/>
                    <a:pt x="22" y="25"/>
                    <a:pt x="19" y="26"/>
                  </a:cubicBezTo>
                  <a:cubicBezTo>
                    <a:pt x="16" y="26"/>
                    <a:pt x="16" y="24"/>
                    <a:pt x="13" y="24"/>
                  </a:cubicBezTo>
                  <a:cubicBezTo>
                    <a:pt x="9" y="23"/>
                    <a:pt x="3" y="25"/>
                    <a:pt x="0" y="22"/>
                  </a:cubicBezTo>
                  <a:cubicBezTo>
                    <a:pt x="0" y="20"/>
                    <a:pt x="3" y="19"/>
                    <a:pt x="4" y="18"/>
                  </a:cubicBezTo>
                  <a:cubicBezTo>
                    <a:pt x="4" y="17"/>
                    <a:pt x="5" y="13"/>
                    <a:pt x="6" y="13"/>
                  </a:cubicBezTo>
                  <a:cubicBezTo>
                    <a:pt x="8" y="11"/>
                    <a:pt x="11" y="13"/>
                    <a:pt x="13" y="11"/>
                  </a:cubicBezTo>
                  <a:cubicBezTo>
                    <a:pt x="14" y="10"/>
                    <a:pt x="7" y="8"/>
                    <a:pt x="11" y="7"/>
                  </a:cubicBezTo>
                  <a:cubicBezTo>
                    <a:pt x="13" y="7"/>
                    <a:pt x="14" y="7"/>
                    <a:pt x="15" y="7"/>
                  </a:cubicBezTo>
                  <a:cubicBezTo>
                    <a:pt x="17" y="6"/>
                    <a:pt x="19" y="5"/>
                    <a:pt x="21" y="5"/>
                  </a:cubicBezTo>
                  <a:cubicBezTo>
                    <a:pt x="22" y="5"/>
                    <a:pt x="29" y="6"/>
                    <a:pt x="30" y="7"/>
                  </a:cubicBezTo>
                  <a:cubicBezTo>
                    <a:pt x="31" y="8"/>
                    <a:pt x="30" y="10"/>
                    <a:pt x="32" y="11"/>
                  </a:cubicBezTo>
                  <a:cubicBezTo>
                    <a:pt x="33" y="11"/>
                    <a:pt x="35" y="10"/>
                    <a:pt x="36" y="11"/>
                  </a:cubicBezTo>
                  <a:cubicBezTo>
                    <a:pt x="37" y="12"/>
                    <a:pt x="32" y="17"/>
                    <a:pt x="36" y="16"/>
                  </a:cubicBezTo>
                  <a:cubicBezTo>
                    <a:pt x="37" y="16"/>
                    <a:pt x="38" y="11"/>
                    <a:pt x="41" y="13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4" name="iṣḻîḋê">
              <a:extLst>
                <a:ext uri="{FF2B5EF4-FFF2-40B4-BE49-F238E27FC236}">
                  <a16:creationId xmlns:a16="http://schemas.microsoft.com/office/drawing/2014/main" id="{02467E0E-EE49-5DFD-1D8F-F344EB1B87A0}"/>
                </a:ext>
              </a:extLst>
            </p:cNvPr>
            <p:cNvSpPr/>
            <p:nvPr/>
          </p:nvSpPr>
          <p:spPr bwMode="auto">
            <a:xfrm>
              <a:off x="3675269" y="741268"/>
              <a:ext cx="151284" cy="100856"/>
            </a:xfrm>
            <a:custGeom>
              <a:avLst/>
              <a:gdLst>
                <a:gd name="T0" fmla="*/ 9 w 73"/>
                <a:gd name="T1" fmla="*/ 1 h 49"/>
                <a:gd name="T2" fmla="*/ 41 w 73"/>
                <a:gd name="T3" fmla="*/ 3 h 49"/>
                <a:gd name="T4" fmla="*/ 45 w 73"/>
                <a:gd name="T5" fmla="*/ 3 h 49"/>
                <a:gd name="T6" fmla="*/ 52 w 73"/>
                <a:gd name="T7" fmla="*/ 5 h 49"/>
                <a:gd name="T8" fmla="*/ 60 w 73"/>
                <a:gd name="T9" fmla="*/ 5 h 49"/>
                <a:gd name="T10" fmla="*/ 61 w 73"/>
                <a:gd name="T11" fmla="*/ 6 h 49"/>
                <a:gd name="T12" fmla="*/ 73 w 73"/>
                <a:gd name="T13" fmla="*/ 14 h 49"/>
                <a:gd name="T14" fmla="*/ 56 w 73"/>
                <a:gd name="T15" fmla="*/ 18 h 49"/>
                <a:gd name="T16" fmla="*/ 54 w 73"/>
                <a:gd name="T17" fmla="*/ 21 h 49"/>
                <a:gd name="T18" fmla="*/ 50 w 73"/>
                <a:gd name="T19" fmla="*/ 19 h 49"/>
                <a:gd name="T20" fmla="*/ 48 w 73"/>
                <a:gd name="T21" fmla="*/ 21 h 49"/>
                <a:gd name="T22" fmla="*/ 50 w 73"/>
                <a:gd name="T23" fmla="*/ 23 h 49"/>
                <a:gd name="T24" fmla="*/ 46 w 73"/>
                <a:gd name="T25" fmla="*/ 25 h 49"/>
                <a:gd name="T26" fmla="*/ 46 w 73"/>
                <a:gd name="T27" fmla="*/ 29 h 49"/>
                <a:gd name="T28" fmla="*/ 43 w 73"/>
                <a:gd name="T29" fmla="*/ 29 h 49"/>
                <a:gd name="T30" fmla="*/ 39 w 73"/>
                <a:gd name="T31" fmla="*/ 32 h 49"/>
                <a:gd name="T32" fmla="*/ 39 w 73"/>
                <a:gd name="T33" fmla="*/ 40 h 49"/>
                <a:gd name="T34" fmla="*/ 17 w 73"/>
                <a:gd name="T35" fmla="*/ 46 h 49"/>
                <a:gd name="T36" fmla="*/ 0 w 73"/>
                <a:gd name="T37" fmla="*/ 34 h 49"/>
                <a:gd name="T38" fmla="*/ 5 w 73"/>
                <a:gd name="T39" fmla="*/ 31 h 49"/>
                <a:gd name="T40" fmla="*/ 7 w 73"/>
                <a:gd name="T41" fmla="*/ 27 h 49"/>
                <a:gd name="T42" fmla="*/ 5 w 73"/>
                <a:gd name="T43" fmla="*/ 19 h 49"/>
                <a:gd name="T44" fmla="*/ 9 w 73"/>
                <a:gd name="T45" fmla="*/ 18 h 49"/>
                <a:gd name="T46" fmla="*/ 13 w 73"/>
                <a:gd name="T47" fmla="*/ 10 h 49"/>
                <a:gd name="T48" fmla="*/ 9 w 73"/>
                <a:gd name="T49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3" h="49">
                  <a:moveTo>
                    <a:pt x="9" y="1"/>
                  </a:moveTo>
                  <a:cubicBezTo>
                    <a:pt x="21" y="1"/>
                    <a:pt x="33" y="0"/>
                    <a:pt x="41" y="3"/>
                  </a:cubicBezTo>
                  <a:cubicBezTo>
                    <a:pt x="42" y="3"/>
                    <a:pt x="44" y="2"/>
                    <a:pt x="45" y="3"/>
                  </a:cubicBezTo>
                  <a:cubicBezTo>
                    <a:pt x="46" y="5"/>
                    <a:pt x="50" y="3"/>
                    <a:pt x="52" y="5"/>
                  </a:cubicBezTo>
                  <a:cubicBezTo>
                    <a:pt x="55" y="8"/>
                    <a:pt x="52" y="2"/>
                    <a:pt x="60" y="5"/>
                  </a:cubicBezTo>
                  <a:cubicBezTo>
                    <a:pt x="60" y="5"/>
                    <a:pt x="60" y="6"/>
                    <a:pt x="61" y="6"/>
                  </a:cubicBezTo>
                  <a:cubicBezTo>
                    <a:pt x="63" y="6"/>
                    <a:pt x="73" y="9"/>
                    <a:pt x="73" y="14"/>
                  </a:cubicBezTo>
                  <a:cubicBezTo>
                    <a:pt x="66" y="15"/>
                    <a:pt x="60" y="16"/>
                    <a:pt x="56" y="18"/>
                  </a:cubicBezTo>
                  <a:cubicBezTo>
                    <a:pt x="54" y="18"/>
                    <a:pt x="55" y="21"/>
                    <a:pt x="54" y="21"/>
                  </a:cubicBezTo>
                  <a:cubicBezTo>
                    <a:pt x="53" y="22"/>
                    <a:pt x="51" y="19"/>
                    <a:pt x="50" y="19"/>
                  </a:cubicBezTo>
                  <a:cubicBezTo>
                    <a:pt x="51" y="19"/>
                    <a:pt x="48" y="23"/>
                    <a:pt x="48" y="21"/>
                  </a:cubicBezTo>
                  <a:cubicBezTo>
                    <a:pt x="48" y="22"/>
                    <a:pt x="50" y="24"/>
                    <a:pt x="50" y="23"/>
                  </a:cubicBezTo>
                  <a:cubicBezTo>
                    <a:pt x="49" y="25"/>
                    <a:pt x="47" y="24"/>
                    <a:pt x="46" y="25"/>
                  </a:cubicBezTo>
                  <a:cubicBezTo>
                    <a:pt x="46" y="26"/>
                    <a:pt x="47" y="28"/>
                    <a:pt x="46" y="29"/>
                  </a:cubicBezTo>
                  <a:cubicBezTo>
                    <a:pt x="46" y="29"/>
                    <a:pt x="43" y="28"/>
                    <a:pt x="43" y="29"/>
                  </a:cubicBezTo>
                  <a:cubicBezTo>
                    <a:pt x="42" y="30"/>
                    <a:pt x="41" y="32"/>
                    <a:pt x="39" y="32"/>
                  </a:cubicBezTo>
                  <a:cubicBezTo>
                    <a:pt x="39" y="35"/>
                    <a:pt x="39" y="37"/>
                    <a:pt x="39" y="40"/>
                  </a:cubicBezTo>
                  <a:cubicBezTo>
                    <a:pt x="30" y="40"/>
                    <a:pt x="31" y="49"/>
                    <a:pt x="17" y="46"/>
                  </a:cubicBezTo>
                  <a:cubicBezTo>
                    <a:pt x="18" y="34"/>
                    <a:pt x="7" y="37"/>
                    <a:pt x="0" y="34"/>
                  </a:cubicBezTo>
                  <a:cubicBezTo>
                    <a:pt x="1" y="32"/>
                    <a:pt x="4" y="32"/>
                    <a:pt x="5" y="31"/>
                  </a:cubicBezTo>
                  <a:cubicBezTo>
                    <a:pt x="6" y="30"/>
                    <a:pt x="2" y="25"/>
                    <a:pt x="7" y="27"/>
                  </a:cubicBezTo>
                  <a:cubicBezTo>
                    <a:pt x="8" y="24"/>
                    <a:pt x="5" y="23"/>
                    <a:pt x="5" y="19"/>
                  </a:cubicBezTo>
                  <a:cubicBezTo>
                    <a:pt x="8" y="22"/>
                    <a:pt x="8" y="21"/>
                    <a:pt x="9" y="18"/>
                  </a:cubicBezTo>
                  <a:cubicBezTo>
                    <a:pt x="10" y="15"/>
                    <a:pt x="13" y="16"/>
                    <a:pt x="13" y="10"/>
                  </a:cubicBezTo>
                  <a:cubicBezTo>
                    <a:pt x="14" y="4"/>
                    <a:pt x="7" y="8"/>
                    <a:pt x="9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5" name="išliḓè">
              <a:extLst>
                <a:ext uri="{FF2B5EF4-FFF2-40B4-BE49-F238E27FC236}">
                  <a16:creationId xmlns:a16="http://schemas.microsoft.com/office/drawing/2014/main" id="{0C1573AF-B4CE-D521-6FA8-9AF0DF09CAAF}"/>
                </a:ext>
              </a:extLst>
            </p:cNvPr>
            <p:cNvSpPr/>
            <p:nvPr/>
          </p:nvSpPr>
          <p:spPr bwMode="auto">
            <a:xfrm>
              <a:off x="3980640" y="760879"/>
              <a:ext cx="30817" cy="23814"/>
            </a:xfrm>
            <a:custGeom>
              <a:avLst/>
              <a:gdLst>
                <a:gd name="T0" fmla="*/ 2 w 15"/>
                <a:gd name="T1" fmla="*/ 0 h 11"/>
                <a:gd name="T2" fmla="*/ 13 w 15"/>
                <a:gd name="T3" fmla="*/ 0 h 11"/>
                <a:gd name="T4" fmla="*/ 15 w 15"/>
                <a:gd name="T5" fmla="*/ 8 h 11"/>
                <a:gd name="T6" fmla="*/ 11 w 15"/>
                <a:gd name="T7" fmla="*/ 11 h 11"/>
                <a:gd name="T8" fmla="*/ 0 w 15"/>
                <a:gd name="T9" fmla="*/ 6 h 11"/>
                <a:gd name="T10" fmla="*/ 2 w 15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2" y="0"/>
                  </a:moveTo>
                  <a:cubicBezTo>
                    <a:pt x="6" y="0"/>
                    <a:pt x="9" y="0"/>
                    <a:pt x="13" y="0"/>
                  </a:cubicBezTo>
                  <a:cubicBezTo>
                    <a:pt x="13" y="3"/>
                    <a:pt x="15" y="4"/>
                    <a:pt x="15" y="8"/>
                  </a:cubicBezTo>
                  <a:cubicBezTo>
                    <a:pt x="12" y="7"/>
                    <a:pt x="11" y="9"/>
                    <a:pt x="11" y="11"/>
                  </a:cubicBezTo>
                  <a:cubicBezTo>
                    <a:pt x="8" y="9"/>
                    <a:pt x="7" y="5"/>
                    <a:pt x="0" y="6"/>
                  </a:cubicBezTo>
                  <a:cubicBezTo>
                    <a:pt x="1" y="4"/>
                    <a:pt x="2" y="3"/>
                    <a:pt x="2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6" name="iṥļíḑê">
              <a:extLst>
                <a:ext uri="{FF2B5EF4-FFF2-40B4-BE49-F238E27FC236}">
                  <a16:creationId xmlns:a16="http://schemas.microsoft.com/office/drawing/2014/main" id="{92656063-0DB4-9CFE-14FF-198F7A806EF3}"/>
                </a:ext>
              </a:extLst>
            </p:cNvPr>
            <p:cNvSpPr/>
            <p:nvPr/>
          </p:nvSpPr>
          <p:spPr bwMode="auto">
            <a:xfrm>
              <a:off x="4148734" y="751074"/>
              <a:ext cx="77043" cy="54631"/>
            </a:xfrm>
            <a:custGeom>
              <a:avLst/>
              <a:gdLst>
                <a:gd name="T0" fmla="*/ 33 w 37"/>
                <a:gd name="T1" fmla="*/ 1 h 26"/>
                <a:gd name="T2" fmla="*/ 35 w 37"/>
                <a:gd name="T3" fmla="*/ 11 h 26"/>
                <a:gd name="T4" fmla="*/ 31 w 37"/>
                <a:gd name="T5" fmla="*/ 14 h 26"/>
                <a:gd name="T6" fmla="*/ 22 w 37"/>
                <a:gd name="T7" fmla="*/ 16 h 26"/>
                <a:gd name="T8" fmla="*/ 7 w 37"/>
                <a:gd name="T9" fmla="*/ 26 h 26"/>
                <a:gd name="T10" fmla="*/ 5 w 37"/>
                <a:gd name="T11" fmla="*/ 18 h 26"/>
                <a:gd name="T12" fmla="*/ 1 w 37"/>
                <a:gd name="T13" fmla="*/ 14 h 26"/>
                <a:gd name="T14" fmla="*/ 1 w 37"/>
                <a:gd name="T15" fmla="*/ 5 h 26"/>
                <a:gd name="T16" fmla="*/ 5 w 37"/>
                <a:gd name="T17" fmla="*/ 1 h 26"/>
                <a:gd name="T18" fmla="*/ 10 w 37"/>
                <a:gd name="T19" fmla="*/ 0 h 26"/>
                <a:gd name="T20" fmla="*/ 25 w 37"/>
                <a:gd name="T21" fmla="*/ 3 h 26"/>
                <a:gd name="T22" fmla="*/ 33 w 37"/>
                <a:gd name="T23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26">
                  <a:moveTo>
                    <a:pt x="33" y="1"/>
                  </a:moveTo>
                  <a:cubicBezTo>
                    <a:pt x="37" y="1"/>
                    <a:pt x="34" y="8"/>
                    <a:pt x="35" y="11"/>
                  </a:cubicBezTo>
                  <a:cubicBezTo>
                    <a:pt x="32" y="10"/>
                    <a:pt x="31" y="12"/>
                    <a:pt x="31" y="14"/>
                  </a:cubicBezTo>
                  <a:cubicBezTo>
                    <a:pt x="25" y="11"/>
                    <a:pt x="23" y="21"/>
                    <a:pt x="22" y="16"/>
                  </a:cubicBezTo>
                  <a:cubicBezTo>
                    <a:pt x="17" y="20"/>
                    <a:pt x="14" y="25"/>
                    <a:pt x="7" y="26"/>
                  </a:cubicBezTo>
                  <a:cubicBezTo>
                    <a:pt x="5" y="24"/>
                    <a:pt x="5" y="21"/>
                    <a:pt x="5" y="18"/>
                  </a:cubicBezTo>
                  <a:cubicBezTo>
                    <a:pt x="4" y="16"/>
                    <a:pt x="2" y="17"/>
                    <a:pt x="1" y="14"/>
                  </a:cubicBezTo>
                  <a:cubicBezTo>
                    <a:pt x="0" y="12"/>
                    <a:pt x="2" y="8"/>
                    <a:pt x="1" y="5"/>
                  </a:cubicBezTo>
                  <a:cubicBezTo>
                    <a:pt x="4" y="6"/>
                    <a:pt x="5" y="4"/>
                    <a:pt x="5" y="1"/>
                  </a:cubicBezTo>
                  <a:cubicBezTo>
                    <a:pt x="7" y="2"/>
                    <a:pt x="10" y="2"/>
                    <a:pt x="10" y="0"/>
                  </a:cubicBezTo>
                  <a:cubicBezTo>
                    <a:pt x="13" y="3"/>
                    <a:pt x="23" y="0"/>
                    <a:pt x="25" y="3"/>
                  </a:cubicBezTo>
                  <a:cubicBezTo>
                    <a:pt x="28" y="3"/>
                    <a:pt x="32" y="4"/>
                    <a:pt x="33" y="1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7" name="îsļïdè">
              <a:extLst>
                <a:ext uri="{FF2B5EF4-FFF2-40B4-BE49-F238E27FC236}">
                  <a16:creationId xmlns:a16="http://schemas.microsoft.com/office/drawing/2014/main" id="{AA354028-2B63-573C-836D-A6A842204974}"/>
                </a:ext>
              </a:extLst>
            </p:cNvPr>
            <p:cNvSpPr/>
            <p:nvPr/>
          </p:nvSpPr>
          <p:spPr bwMode="auto">
            <a:xfrm>
              <a:off x="5279165" y="962591"/>
              <a:ext cx="166694" cy="81245"/>
            </a:xfrm>
            <a:custGeom>
              <a:avLst/>
              <a:gdLst>
                <a:gd name="T0" fmla="*/ 58 w 80"/>
                <a:gd name="T1" fmla="*/ 0 h 39"/>
                <a:gd name="T2" fmla="*/ 66 w 80"/>
                <a:gd name="T3" fmla="*/ 4 h 39"/>
                <a:gd name="T4" fmla="*/ 71 w 80"/>
                <a:gd name="T5" fmla="*/ 6 h 39"/>
                <a:gd name="T6" fmla="*/ 69 w 80"/>
                <a:gd name="T7" fmla="*/ 9 h 39"/>
                <a:gd name="T8" fmla="*/ 79 w 80"/>
                <a:gd name="T9" fmla="*/ 15 h 39"/>
                <a:gd name="T10" fmla="*/ 73 w 80"/>
                <a:gd name="T11" fmla="*/ 26 h 39"/>
                <a:gd name="T12" fmla="*/ 68 w 80"/>
                <a:gd name="T13" fmla="*/ 28 h 39"/>
                <a:gd name="T14" fmla="*/ 60 w 80"/>
                <a:gd name="T15" fmla="*/ 32 h 39"/>
                <a:gd name="T16" fmla="*/ 55 w 80"/>
                <a:gd name="T17" fmla="*/ 34 h 39"/>
                <a:gd name="T18" fmla="*/ 51 w 80"/>
                <a:gd name="T19" fmla="*/ 35 h 39"/>
                <a:gd name="T20" fmla="*/ 28 w 80"/>
                <a:gd name="T21" fmla="*/ 37 h 39"/>
                <a:gd name="T22" fmla="*/ 27 w 80"/>
                <a:gd name="T23" fmla="*/ 35 h 39"/>
                <a:gd name="T24" fmla="*/ 19 w 80"/>
                <a:gd name="T25" fmla="*/ 32 h 39"/>
                <a:gd name="T26" fmla="*/ 15 w 80"/>
                <a:gd name="T27" fmla="*/ 30 h 39"/>
                <a:gd name="T28" fmla="*/ 19 w 80"/>
                <a:gd name="T29" fmla="*/ 28 h 39"/>
                <a:gd name="T30" fmla="*/ 14 w 80"/>
                <a:gd name="T31" fmla="*/ 24 h 39"/>
                <a:gd name="T32" fmla="*/ 14 w 80"/>
                <a:gd name="T33" fmla="*/ 13 h 39"/>
                <a:gd name="T34" fmla="*/ 2 w 80"/>
                <a:gd name="T35" fmla="*/ 15 h 39"/>
                <a:gd name="T36" fmla="*/ 6 w 80"/>
                <a:gd name="T37" fmla="*/ 7 h 39"/>
                <a:gd name="T38" fmla="*/ 21 w 80"/>
                <a:gd name="T39" fmla="*/ 7 h 39"/>
                <a:gd name="T40" fmla="*/ 23 w 80"/>
                <a:gd name="T41" fmla="*/ 15 h 39"/>
                <a:gd name="T42" fmla="*/ 28 w 80"/>
                <a:gd name="T43" fmla="*/ 7 h 39"/>
                <a:gd name="T44" fmla="*/ 40 w 80"/>
                <a:gd name="T45" fmla="*/ 11 h 39"/>
                <a:gd name="T46" fmla="*/ 43 w 80"/>
                <a:gd name="T47" fmla="*/ 7 h 39"/>
                <a:gd name="T48" fmla="*/ 55 w 80"/>
                <a:gd name="T49" fmla="*/ 6 h 39"/>
                <a:gd name="T50" fmla="*/ 58 w 80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0" h="39">
                  <a:moveTo>
                    <a:pt x="58" y="0"/>
                  </a:moveTo>
                  <a:cubicBezTo>
                    <a:pt x="60" y="1"/>
                    <a:pt x="63" y="2"/>
                    <a:pt x="66" y="4"/>
                  </a:cubicBezTo>
                  <a:cubicBezTo>
                    <a:pt x="66" y="4"/>
                    <a:pt x="71" y="5"/>
                    <a:pt x="71" y="6"/>
                  </a:cubicBezTo>
                  <a:cubicBezTo>
                    <a:pt x="72" y="6"/>
                    <a:pt x="69" y="9"/>
                    <a:pt x="69" y="9"/>
                  </a:cubicBezTo>
                  <a:cubicBezTo>
                    <a:pt x="70" y="13"/>
                    <a:pt x="74" y="16"/>
                    <a:pt x="79" y="15"/>
                  </a:cubicBezTo>
                  <a:cubicBezTo>
                    <a:pt x="80" y="20"/>
                    <a:pt x="78" y="22"/>
                    <a:pt x="73" y="26"/>
                  </a:cubicBezTo>
                  <a:cubicBezTo>
                    <a:pt x="72" y="27"/>
                    <a:pt x="69" y="27"/>
                    <a:pt x="68" y="28"/>
                  </a:cubicBezTo>
                  <a:cubicBezTo>
                    <a:pt x="64" y="30"/>
                    <a:pt x="65" y="30"/>
                    <a:pt x="60" y="32"/>
                  </a:cubicBezTo>
                  <a:cubicBezTo>
                    <a:pt x="60" y="32"/>
                    <a:pt x="55" y="33"/>
                    <a:pt x="55" y="34"/>
                  </a:cubicBezTo>
                  <a:cubicBezTo>
                    <a:pt x="53" y="35"/>
                    <a:pt x="53" y="35"/>
                    <a:pt x="51" y="35"/>
                  </a:cubicBezTo>
                  <a:cubicBezTo>
                    <a:pt x="49" y="36"/>
                    <a:pt x="35" y="39"/>
                    <a:pt x="28" y="37"/>
                  </a:cubicBezTo>
                  <a:cubicBezTo>
                    <a:pt x="28" y="37"/>
                    <a:pt x="28" y="36"/>
                    <a:pt x="27" y="35"/>
                  </a:cubicBezTo>
                  <a:cubicBezTo>
                    <a:pt x="24" y="35"/>
                    <a:pt x="23" y="32"/>
                    <a:pt x="19" y="32"/>
                  </a:cubicBezTo>
                  <a:cubicBezTo>
                    <a:pt x="18" y="32"/>
                    <a:pt x="17" y="30"/>
                    <a:pt x="15" y="30"/>
                  </a:cubicBezTo>
                  <a:cubicBezTo>
                    <a:pt x="15" y="28"/>
                    <a:pt x="18" y="28"/>
                    <a:pt x="19" y="28"/>
                  </a:cubicBezTo>
                  <a:cubicBezTo>
                    <a:pt x="19" y="26"/>
                    <a:pt x="14" y="26"/>
                    <a:pt x="14" y="24"/>
                  </a:cubicBezTo>
                  <a:cubicBezTo>
                    <a:pt x="12" y="21"/>
                    <a:pt x="15" y="18"/>
                    <a:pt x="14" y="13"/>
                  </a:cubicBezTo>
                  <a:cubicBezTo>
                    <a:pt x="6" y="11"/>
                    <a:pt x="7" y="20"/>
                    <a:pt x="2" y="15"/>
                  </a:cubicBezTo>
                  <a:cubicBezTo>
                    <a:pt x="0" y="9"/>
                    <a:pt x="8" y="14"/>
                    <a:pt x="6" y="7"/>
                  </a:cubicBezTo>
                  <a:cubicBezTo>
                    <a:pt x="14" y="9"/>
                    <a:pt x="13" y="8"/>
                    <a:pt x="21" y="7"/>
                  </a:cubicBezTo>
                  <a:cubicBezTo>
                    <a:pt x="22" y="11"/>
                    <a:pt x="27" y="11"/>
                    <a:pt x="23" y="15"/>
                  </a:cubicBezTo>
                  <a:cubicBezTo>
                    <a:pt x="28" y="15"/>
                    <a:pt x="29" y="12"/>
                    <a:pt x="28" y="7"/>
                  </a:cubicBezTo>
                  <a:cubicBezTo>
                    <a:pt x="29" y="11"/>
                    <a:pt x="45" y="3"/>
                    <a:pt x="40" y="11"/>
                  </a:cubicBezTo>
                  <a:cubicBezTo>
                    <a:pt x="44" y="13"/>
                    <a:pt x="42" y="8"/>
                    <a:pt x="43" y="7"/>
                  </a:cubicBezTo>
                  <a:cubicBezTo>
                    <a:pt x="46" y="6"/>
                    <a:pt x="51" y="7"/>
                    <a:pt x="55" y="6"/>
                  </a:cubicBezTo>
                  <a:cubicBezTo>
                    <a:pt x="57" y="5"/>
                    <a:pt x="58" y="3"/>
                    <a:pt x="58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8" name="iṣḷiďê">
              <a:extLst>
                <a:ext uri="{FF2B5EF4-FFF2-40B4-BE49-F238E27FC236}">
                  <a16:creationId xmlns:a16="http://schemas.microsoft.com/office/drawing/2014/main" id="{BA87F29A-AA8C-0BE3-72D2-F8D2CA2B5F04}"/>
                </a:ext>
              </a:extLst>
            </p:cNvPr>
            <p:cNvSpPr/>
            <p:nvPr/>
          </p:nvSpPr>
          <p:spPr bwMode="auto">
            <a:xfrm>
              <a:off x="4284609" y="982202"/>
              <a:ext cx="99456" cy="70039"/>
            </a:xfrm>
            <a:custGeom>
              <a:avLst/>
              <a:gdLst>
                <a:gd name="T0" fmla="*/ 13 w 48"/>
                <a:gd name="T1" fmla="*/ 0 h 34"/>
                <a:gd name="T2" fmla="*/ 24 w 48"/>
                <a:gd name="T3" fmla="*/ 12 h 34"/>
                <a:gd name="T4" fmla="*/ 27 w 48"/>
                <a:gd name="T5" fmla="*/ 10 h 34"/>
                <a:gd name="T6" fmla="*/ 33 w 48"/>
                <a:gd name="T7" fmla="*/ 15 h 34"/>
                <a:gd name="T8" fmla="*/ 41 w 48"/>
                <a:gd name="T9" fmla="*/ 25 h 34"/>
                <a:gd name="T10" fmla="*/ 48 w 48"/>
                <a:gd name="T11" fmla="*/ 26 h 34"/>
                <a:gd name="T12" fmla="*/ 24 w 48"/>
                <a:gd name="T13" fmla="*/ 28 h 34"/>
                <a:gd name="T14" fmla="*/ 14 w 48"/>
                <a:gd name="T15" fmla="*/ 34 h 34"/>
                <a:gd name="T16" fmla="*/ 0 w 48"/>
                <a:gd name="T17" fmla="*/ 28 h 34"/>
                <a:gd name="T18" fmla="*/ 3 w 48"/>
                <a:gd name="T19" fmla="*/ 26 h 34"/>
                <a:gd name="T20" fmla="*/ 5 w 48"/>
                <a:gd name="T21" fmla="*/ 23 h 34"/>
                <a:gd name="T22" fmla="*/ 5 w 48"/>
                <a:gd name="T23" fmla="*/ 6 h 34"/>
                <a:gd name="T24" fmla="*/ 13 w 48"/>
                <a:gd name="T2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34">
                  <a:moveTo>
                    <a:pt x="13" y="0"/>
                  </a:moveTo>
                  <a:cubicBezTo>
                    <a:pt x="15" y="5"/>
                    <a:pt x="25" y="3"/>
                    <a:pt x="24" y="12"/>
                  </a:cubicBezTo>
                  <a:cubicBezTo>
                    <a:pt x="25" y="13"/>
                    <a:pt x="28" y="10"/>
                    <a:pt x="27" y="10"/>
                  </a:cubicBezTo>
                  <a:cubicBezTo>
                    <a:pt x="30" y="11"/>
                    <a:pt x="29" y="15"/>
                    <a:pt x="33" y="15"/>
                  </a:cubicBezTo>
                  <a:cubicBezTo>
                    <a:pt x="36" y="15"/>
                    <a:pt x="38" y="22"/>
                    <a:pt x="41" y="25"/>
                  </a:cubicBezTo>
                  <a:cubicBezTo>
                    <a:pt x="46" y="23"/>
                    <a:pt x="44" y="23"/>
                    <a:pt x="48" y="26"/>
                  </a:cubicBezTo>
                  <a:cubicBezTo>
                    <a:pt x="44" y="31"/>
                    <a:pt x="31" y="27"/>
                    <a:pt x="24" y="28"/>
                  </a:cubicBezTo>
                  <a:cubicBezTo>
                    <a:pt x="21" y="30"/>
                    <a:pt x="16" y="31"/>
                    <a:pt x="14" y="34"/>
                  </a:cubicBezTo>
                  <a:cubicBezTo>
                    <a:pt x="10" y="31"/>
                    <a:pt x="8" y="26"/>
                    <a:pt x="0" y="28"/>
                  </a:cubicBezTo>
                  <a:cubicBezTo>
                    <a:pt x="0" y="27"/>
                    <a:pt x="2" y="27"/>
                    <a:pt x="3" y="26"/>
                  </a:cubicBezTo>
                  <a:cubicBezTo>
                    <a:pt x="1" y="24"/>
                    <a:pt x="2" y="23"/>
                    <a:pt x="5" y="23"/>
                  </a:cubicBezTo>
                  <a:cubicBezTo>
                    <a:pt x="2" y="16"/>
                    <a:pt x="5" y="14"/>
                    <a:pt x="5" y="6"/>
                  </a:cubicBezTo>
                  <a:cubicBezTo>
                    <a:pt x="9" y="5"/>
                    <a:pt x="13" y="5"/>
                    <a:pt x="13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89" name="i$liḋè">
              <a:extLst>
                <a:ext uri="{FF2B5EF4-FFF2-40B4-BE49-F238E27FC236}">
                  <a16:creationId xmlns:a16="http://schemas.microsoft.com/office/drawing/2014/main" id="{28795DA0-995B-2ADD-67ED-38D0BF58C22D}"/>
                </a:ext>
              </a:extLst>
            </p:cNvPr>
            <p:cNvSpPr/>
            <p:nvPr/>
          </p:nvSpPr>
          <p:spPr bwMode="auto">
            <a:xfrm>
              <a:off x="7168821" y="2123839"/>
              <a:ext cx="165292" cy="177900"/>
            </a:xfrm>
            <a:custGeom>
              <a:avLst/>
              <a:gdLst>
                <a:gd name="T0" fmla="*/ 8 w 80"/>
                <a:gd name="T1" fmla="*/ 12 h 86"/>
                <a:gd name="T2" fmla="*/ 4 w 80"/>
                <a:gd name="T3" fmla="*/ 11 h 86"/>
                <a:gd name="T4" fmla="*/ 0 w 80"/>
                <a:gd name="T5" fmla="*/ 5 h 86"/>
                <a:gd name="T6" fmla="*/ 15 w 80"/>
                <a:gd name="T7" fmla="*/ 3 h 86"/>
                <a:gd name="T8" fmla="*/ 23 w 80"/>
                <a:gd name="T9" fmla="*/ 7 h 86"/>
                <a:gd name="T10" fmla="*/ 23 w 80"/>
                <a:gd name="T11" fmla="*/ 11 h 86"/>
                <a:gd name="T12" fmla="*/ 26 w 80"/>
                <a:gd name="T13" fmla="*/ 14 h 86"/>
                <a:gd name="T14" fmla="*/ 34 w 80"/>
                <a:gd name="T15" fmla="*/ 18 h 86"/>
                <a:gd name="T16" fmla="*/ 47 w 80"/>
                <a:gd name="T17" fmla="*/ 29 h 86"/>
                <a:gd name="T18" fmla="*/ 51 w 80"/>
                <a:gd name="T19" fmla="*/ 35 h 86"/>
                <a:gd name="T20" fmla="*/ 56 w 80"/>
                <a:gd name="T21" fmla="*/ 37 h 86"/>
                <a:gd name="T22" fmla="*/ 60 w 80"/>
                <a:gd name="T23" fmla="*/ 40 h 86"/>
                <a:gd name="T24" fmla="*/ 60 w 80"/>
                <a:gd name="T25" fmla="*/ 44 h 86"/>
                <a:gd name="T26" fmla="*/ 64 w 80"/>
                <a:gd name="T27" fmla="*/ 48 h 86"/>
                <a:gd name="T28" fmla="*/ 69 w 80"/>
                <a:gd name="T29" fmla="*/ 53 h 86"/>
                <a:gd name="T30" fmla="*/ 73 w 80"/>
                <a:gd name="T31" fmla="*/ 57 h 86"/>
                <a:gd name="T32" fmla="*/ 77 w 80"/>
                <a:gd name="T33" fmla="*/ 66 h 86"/>
                <a:gd name="T34" fmla="*/ 79 w 80"/>
                <a:gd name="T35" fmla="*/ 74 h 86"/>
                <a:gd name="T36" fmla="*/ 80 w 80"/>
                <a:gd name="T37" fmla="*/ 80 h 86"/>
                <a:gd name="T38" fmla="*/ 71 w 80"/>
                <a:gd name="T39" fmla="*/ 81 h 86"/>
                <a:gd name="T40" fmla="*/ 64 w 80"/>
                <a:gd name="T41" fmla="*/ 81 h 86"/>
                <a:gd name="T42" fmla="*/ 64 w 80"/>
                <a:gd name="T43" fmla="*/ 78 h 86"/>
                <a:gd name="T44" fmla="*/ 60 w 80"/>
                <a:gd name="T45" fmla="*/ 78 h 86"/>
                <a:gd name="T46" fmla="*/ 51 w 80"/>
                <a:gd name="T47" fmla="*/ 70 h 86"/>
                <a:gd name="T48" fmla="*/ 52 w 80"/>
                <a:gd name="T49" fmla="*/ 66 h 86"/>
                <a:gd name="T50" fmla="*/ 51 w 80"/>
                <a:gd name="T51" fmla="*/ 66 h 86"/>
                <a:gd name="T52" fmla="*/ 49 w 80"/>
                <a:gd name="T53" fmla="*/ 63 h 86"/>
                <a:gd name="T54" fmla="*/ 45 w 80"/>
                <a:gd name="T55" fmla="*/ 63 h 86"/>
                <a:gd name="T56" fmla="*/ 38 w 80"/>
                <a:gd name="T57" fmla="*/ 55 h 86"/>
                <a:gd name="T58" fmla="*/ 34 w 80"/>
                <a:gd name="T59" fmla="*/ 42 h 86"/>
                <a:gd name="T60" fmla="*/ 32 w 80"/>
                <a:gd name="T61" fmla="*/ 46 h 86"/>
                <a:gd name="T62" fmla="*/ 28 w 80"/>
                <a:gd name="T63" fmla="*/ 37 h 86"/>
                <a:gd name="T64" fmla="*/ 24 w 80"/>
                <a:gd name="T65" fmla="*/ 33 h 86"/>
                <a:gd name="T66" fmla="*/ 21 w 80"/>
                <a:gd name="T67" fmla="*/ 31 h 86"/>
                <a:gd name="T68" fmla="*/ 19 w 80"/>
                <a:gd name="T69" fmla="*/ 24 h 86"/>
                <a:gd name="T70" fmla="*/ 13 w 80"/>
                <a:gd name="T71" fmla="*/ 20 h 86"/>
                <a:gd name="T72" fmla="*/ 10 w 80"/>
                <a:gd name="T73" fmla="*/ 16 h 86"/>
                <a:gd name="T74" fmla="*/ 8 w 80"/>
                <a:gd name="T75" fmla="*/ 1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6">
                  <a:moveTo>
                    <a:pt x="8" y="12"/>
                  </a:moveTo>
                  <a:cubicBezTo>
                    <a:pt x="8" y="10"/>
                    <a:pt x="5" y="11"/>
                    <a:pt x="4" y="11"/>
                  </a:cubicBezTo>
                  <a:cubicBezTo>
                    <a:pt x="2" y="9"/>
                    <a:pt x="4" y="4"/>
                    <a:pt x="0" y="5"/>
                  </a:cubicBezTo>
                  <a:cubicBezTo>
                    <a:pt x="5" y="0"/>
                    <a:pt x="9" y="6"/>
                    <a:pt x="15" y="3"/>
                  </a:cubicBezTo>
                  <a:cubicBezTo>
                    <a:pt x="15" y="8"/>
                    <a:pt x="20" y="5"/>
                    <a:pt x="23" y="7"/>
                  </a:cubicBezTo>
                  <a:cubicBezTo>
                    <a:pt x="23" y="7"/>
                    <a:pt x="22" y="10"/>
                    <a:pt x="23" y="11"/>
                  </a:cubicBezTo>
                  <a:cubicBezTo>
                    <a:pt x="24" y="12"/>
                    <a:pt x="27" y="10"/>
                    <a:pt x="26" y="14"/>
                  </a:cubicBezTo>
                  <a:cubicBezTo>
                    <a:pt x="31" y="13"/>
                    <a:pt x="30" y="18"/>
                    <a:pt x="34" y="18"/>
                  </a:cubicBezTo>
                  <a:cubicBezTo>
                    <a:pt x="37" y="18"/>
                    <a:pt x="42" y="29"/>
                    <a:pt x="47" y="29"/>
                  </a:cubicBezTo>
                  <a:cubicBezTo>
                    <a:pt x="51" y="29"/>
                    <a:pt x="49" y="33"/>
                    <a:pt x="51" y="35"/>
                  </a:cubicBezTo>
                  <a:cubicBezTo>
                    <a:pt x="52" y="36"/>
                    <a:pt x="55" y="36"/>
                    <a:pt x="56" y="37"/>
                  </a:cubicBezTo>
                  <a:cubicBezTo>
                    <a:pt x="57" y="37"/>
                    <a:pt x="59" y="40"/>
                    <a:pt x="60" y="40"/>
                  </a:cubicBezTo>
                  <a:cubicBezTo>
                    <a:pt x="61" y="41"/>
                    <a:pt x="59" y="43"/>
                    <a:pt x="60" y="44"/>
                  </a:cubicBezTo>
                  <a:cubicBezTo>
                    <a:pt x="61" y="45"/>
                    <a:pt x="63" y="47"/>
                    <a:pt x="64" y="48"/>
                  </a:cubicBezTo>
                  <a:cubicBezTo>
                    <a:pt x="65" y="49"/>
                    <a:pt x="66" y="53"/>
                    <a:pt x="69" y="53"/>
                  </a:cubicBezTo>
                  <a:cubicBezTo>
                    <a:pt x="70" y="53"/>
                    <a:pt x="72" y="57"/>
                    <a:pt x="73" y="57"/>
                  </a:cubicBezTo>
                  <a:cubicBezTo>
                    <a:pt x="75" y="59"/>
                    <a:pt x="74" y="66"/>
                    <a:pt x="77" y="66"/>
                  </a:cubicBezTo>
                  <a:cubicBezTo>
                    <a:pt x="79" y="67"/>
                    <a:pt x="79" y="72"/>
                    <a:pt x="79" y="74"/>
                  </a:cubicBezTo>
                  <a:cubicBezTo>
                    <a:pt x="78" y="77"/>
                    <a:pt x="74" y="80"/>
                    <a:pt x="80" y="80"/>
                  </a:cubicBezTo>
                  <a:cubicBezTo>
                    <a:pt x="80" y="86"/>
                    <a:pt x="74" y="82"/>
                    <a:pt x="71" y="81"/>
                  </a:cubicBezTo>
                  <a:cubicBezTo>
                    <a:pt x="69" y="81"/>
                    <a:pt x="66" y="82"/>
                    <a:pt x="64" y="81"/>
                  </a:cubicBezTo>
                  <a:cubicBezTo>
                    <a:pt x="63" y="81"/>
                    <a:pt x="64" y="78"/>
                    <a:pt x="64" y="78"/>
                  </a:cubicBezTo>
                  <a:cubicBezTo>
                    <a:pt x="63" y="77"/>
                    <a:pt x="61" y="78"/>
                    <a:pt x="60" y="78"/>
                  </a:cubicBezTo>
                  <a:cubicBezTo>
                    <a:pt x="58" y="76"/>
                    <a:pt x="55" y="70"/>
                    <a:pt x="51" y="70"/>
                  </a:cubicBezTo>
                  <a:cubicBezTo>
                    <a:pt x="51" y="69"/>
                    <a:pt x="52" y="68"/>
                    <a:pt x="52" y="66"/>
                  </a:cubicBezTo>
                  <a:cubicBezTo>
                    <a:pt x="52" y="64"/>
                    <a:pt x="51" y="65"/>
                    <a:pt x="51" y="66"/>
                  </a:cubicBezTo>
                  <a:cubicBezTo>
                    <a:pt x="48" y="67"/>
                    <a:pt x="50" y="63"/>
                    <a:pt x="49" y="63"/>
                  </a:cubicBezTo>
                  <a:cubicBezTo>
                    <a:pt x="48" y="62"/>
                    <a:pt x="46" y="63"/>
                    <a:pt x="45" y="63"/>
                  </a:cubicBezTo>
                  <a:cubicBezTo>
                    <a:pt x="43" y="60"/>
                    <a:pt x="43" y="55"/>
                    <a:pt x="38" y="55"/>
                  </a:cubicBezTo>
                  <a:cubicBezTo>
                    <a:pt x="40" y="48"/>
                    <a:pt x="34" y="48"/>
                    <a:pt x="34" y="42"/>
                  </a:cubicBezTo>
                  <a:cubicBezTo>
                    <a:pt x="32" y="42"/>
                    <a:pt x="32" y="44"/>
                    <a:pt x="32" y="46"/>
                  </a:cubicBezTo>
                  <a:cubicBezTo>
                    <a:pt x="29" y="44"/>
                    <a:pt x="30" y="40"/>
                    <a:pt x="28" y="37"/>
                  </a:cubicBezTo>
                  <a:cubicBezTo>
                    <a:pt x="28" y="36"/>
                    <a:pt x="25" y="34"/>
                    <a:pt x="24" y="33"/>
                  </a:cubicBezTo>
                  <a:cubicBezTo>
                    <a:pt x="24" y="32"/>
                    <a:pt x="23" y="31"/>
                    <a:pt x="21" y="31"/>
                  </a:cubicBezTo>
                  <a:cubicBezTo>
                    <a:pt x="22" y="27"/>
                    <a:pt x="20" y="26"/>
                    <a:pt x="19" y="24"/>
                  </a:cubicBezTo>
                  <a:cubicBezTo>
                    <a:pt x="18" y="21"/>
                    <a:pt x="15" y="21"/>
                    <a:pt x="13" y="20"/>
                  </a:cubicBezTo>
                  <a:cubicBezTo>
                    <a:pt x="13" y="20"/>
                    <a:pt x="9" y="16"/>
                    <a:pt x="10" y="16"/>
                  </a:cubicBezTo>
                  <a:cubicBezTo>
                    <a:pt x="8" y="12"/>
                    <a:pt x="14" y="9"/>
                    <a:pt x="8" y="12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90" name="iṡļîďê">
              <a:extLst>
                <a:ext uri="{FF2B5EF4-FFF2-40B4-BE49-F238E27FC236}">
                  <a16:creationId xmlns:a16="http://schemas.microsoft.com/office/drawing/2014/main" id="{6A7DCA6D-9880-9A0E-CC37-D822BE4B7B58}"/>
                </a:ext>
              </a:extLst>
            </p:cNvPr>
            <p:cNvSpPr/>
            <p:nvPr/>
          </p:nvSpPr>
          <p:spPr bwMode="auto">
            <a:xfrm>
              <a:off x="6346564" y="2401194"/>
              <a:ext cx="119068" cy="217122"/>
            </a:xfrm>
            <a:custGeom>
              <a:avLst/>
              <a:gdLst>
                <a:gd name="T0" fmla="*/ 43 w 57"/>
                <a:gd name="T1" fmla="*/ 0 h 104"/>
                <a:gd name="T2" fmla="*/ 50 w 57"/>
                <a:gd name="T3" fmla="*/ 1 h 104"/>
                <a:gd name="T4" fmla="*/ 47 w 57"/>
                <a:gd name="T5" fmla="*/ 35 h 104"/>
                <a:gd name="T6" fmla="*/ 43 w 57"/>
                <a:gd name="T7" fmla="*/ 57 h 104"/>
                <a:gd name="T8" fmla="*/ 37 w 57"/>
                <a:gd name="T9" fmla="*/ 67 h 104"/>
                <a:gd name="T10" fmla="*/ 36 w 57"/>
                <a:gd name="T11" fmla="*/ 78 h 104"/>
                <a:gd name="T12" fmla="*/ 36 w 57"/>
                <a:gd name="T13" fmla="*/ 82 h 104"/>
                <a:gd name="T14" fmla="*/ 32 w 57"/>
                <a:gd name="T15" fmla="*/ 83 h 104"/>
                <a:gd name="T16" fmla="*/ 30 w 57"/>
                <a:gd name="T17" fmla="*/ 95 h 104"/>
                <a:gd name="T18" fmla="*/ 28 w 57"/>
                <a:gd name="T19" fmla="*/ 96 h 104"/>
                <a:gd name="T20" fmla="*/ 26 w 57"/>
                <a:gd name="T21" fmla="*/ 102 h 104"/>
                <a:gd name="T22" fmla="*/ 8 w 57"/>
                <a:gd name="T23" fmla="*/ 104 h 104"/>
                <a:gd name="T24" fmla="*/ 6 w 57"/>
                <a:gd name="T25" fmla="*/ 95 h 104"/>
                <a:gd name="T26" fmla="*/ 4 w 57"/>
                <a:gd name="T27" fmla="*/ 91 h 104"/>
                <a:gd name="T28" fmla="*/ 0 w 57"/>
                <a:gd name="T29" fmla="*/ 89 h 104"/>
                <a:gd name="T30" fmla="*/ 0 w 57"/>
                <a:gd name="T31" fmla="*/ 82 h 104"/>
                <a:gd name="T32" fmla="*/ 2 w 57"/>
                <a:gd name="T33" fmla="*/ 80 h 104"/>
                <a:gd name="T34" fmla="*/ 0 w 57"/>
                <a:gd name="T35" fmla="*/ 78 h 104"/>
                <a:gd name="T36" fmla="*/ 4 w 57"/>
                <a:gd name="T37" fmla="*/ 70 h 104"/>
                <a:gd name="T38" fmla="*/ 4 w 57"/>
                <a:gd name="T39" fmla="*/ 67 h 104"/>
                <a:gd name="T40" fmla="*/ 8 w 57"/>
                <a:gd name="T41" fmla="*/ 65 h 104"/>
                <a:gd name="T42" fmla="*/ 11 w 57"/>
                <a:gd name="T43" fmla="*/ 55 h 104"/>
                <a:gd name="T44" fmla="*/ 8 w 57"/>
                <a:gd name="T45" fmla="*/ 50 h 104"/>
                <a:gd name="T46" fmla="*/ 8 w 57"/>
                <a:gd name="T47" fmla="*/ 39 h 104"/>
                <a:gd name="T48" fmla="*/ 11 w 57"/>
                <a:gd name="T49" fmla="*/ 35 h 104"/>
                <a:gd name="T50" fmla="*/ 17 w 57"/>
                <a:gd name="T51" fmla="*/ 31 h 104"/>
                <a:gd name="T52" fmla="*/ 26 w 57"/>
                <a:gd name="T53" fmla="*/ 24 h 104"/>
                <a:gd name="T54" fmla="*/ 32 w 57"/>
                <a:gd name="T55" fmla="*/ 26 h 104"/>
                <a:gd name="T56" fmla="*/ 34 w 57"/>
                <a:gd name="T57" fmla="*/ 14 h 104"/>
                <a:gd name="T58" fmla="*/ 39 w 57"/>
                <a:gd name="T59" fmla="*/ 13 h 104"/>
                <a:gd name="T60" fmla="*/ 43 w 57"/>
                <a:gd name="T6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7" h="104">
                  <a:moveTo>
                    <a:pt x="43" y="0"/>
                  </a:moveTo>
                  <a:cubicBezTo>
                    <a:pt x="45" y="1"/>
                    <a:pt x="47" y="2"/>
                    <a:pt x="50" y="1"/>
                  </a:cubicBezTo>
                  <a:cubicBezTo>
                    <a:pt x="47" y="11"/>
                    <a:pt x="57" y="28"/>
                    <a:pt x="47" y="35"/>
                  </a:cubicBezTo>
                  <a:cubicBezTo>
                    <a:pt x="47" y="43"/>
                    <a:pt x="46" y="50"/>
                    <a:pt x="43" y="57"/>
                  </a:cubicBezTo>
                  <a:cubicBezTo>
                    <a:pt x="42" y="61"/>
                    <a:pt x="41" y="66"/>
                    <a:pt x="37" y="67"/>
                  </a:cubicBezTo>
                  <a:cubicBezTo>
                    <a:pt x="39" y="71"/>
                    <a:pt x="36" y="75"/>
                    <a:pt x="36" y="78"/>
                  </a:cubicBezTo>
                  <a:cubicBezTo>
                    <a:pt x="35" y="79"/>
                    <a:pt x="36" y="81"/>
                    <a:pt x="36" y="82"/>
                  </a:cubicBezTo>
                  <a:cubicBezTo>
                    <a:pt x="35" y="82"/>
                    <a:pt x="32" y="83"/>
                    <a:pt x="32" y="83"/>
                  </a:cubicBezTo>
                  <a:cubicBezTo>
                    <a:pt x="31" y="87"/>
                    <a:pt x="32" y="91"/>
                    <a:pt x="30" y="95"/>
                  </a:cubicBezTo>
                  <a:cubicBezTo>
                    <a:pt x="30" y="95"/>
                    <a:pt x="28" y="95"/>
                    <a:pt x="28" y="96"/>
                  </a:cubicBezTo>
                  <a:cubicBezTo>
                    <a:pt x="28" y="98"/>
                    <a:pt x="25" y="99"/>
                    <a:pt x="26" y="102"/>
                  </a:cubicBezTo>
                  <a:cubicBezTo>
                    <a:pt x="21" y="104"/>
                    <a:pt x="15" y="104"/>
                    <a:pt x="8" y="104"/>
                  </a:cubicBezTo>
                  <a:cubicBezTo>
                    <a:pt x="8" y="99"/>
                    <a:pt x="4" y="100"/>
                    <a:pt x="6" y="95"/>
                  </a:cubicBezTo>
                  <a:cubicBezTo>
                    <a:pt x="4" y="95"/>
                    <a:pt x="4" y="92"/>
                    <a:pt x="4" y="91"/>
                  </a:cubicBezTo>
                  <a:cubicBezTo>
                    <a:pt x="2" y="91"/>
                    <a:pt x="1" y="90"/>
                    <a:pt x="0" y="89"/>
                  </a:cubicBezTo>
                  <a:cubicBezTo>
                    <a:pt x="0" y="87"/>
                    <a:pt x="0" y="84"/>
                    <a:pt x="0" y="82"/>
                  </a:cubicBezTo>
                  <a:cubicBezTo>
                    <a:pt x="0" y="80"/>
                    <a:pt x="2" y="80"/>
                    <a:pt x="2" y="80"/>
                  </a:cubicBezTo>
                  <a:cubicBezTo>
                    <a:pt x="2" y="78"/>
                    <a:pt x="0" y="78"/>
                    <a:pt x="0" y="78"/>
                  </a:cubicBezTo>
                  <a:cubicBezTo>
                    <a:pt x="1" y="75"/>
                    <a:pt x="3" y="72"/>
                    <a:pt x="4" y="70"/>
                  </a:cubicBezTo>
                  <a:cubicBezTo>
                    <a:pt x="4" y="70"/>
                    <a:pt x="3" y="67"/>
                    <a:pt x="4" y="67"/>
                  </a:cubicBezTo>
                  <a:cubicBezTo>
                    <a:pt x="4" y="66"/>
                    <a:pt x="8" y="65"/>
                    <a:pt x="8" y="65"/>
                  </a:cubicBezTo>
                  <a:cubicBezTo>
                    <a:pt x="9" y="62"/>
                    <a:pt x="5" y="49"/>
                    <a:pt x="11" y="55"/>
                  </a:cubicBezTo>
                  <a:cubicBezTo>
                    <a:pt x="12" y="51"/>
                    <a:pt x="8" y="53"/>
                    <a:pt x="8" y="50"/>
                  </a:cubicBezTo>
                  <a:cubicBezTo>
                    <a:pt x="8" y="46"/>
                    <a:pt x="8" y="42"/>
                    <a:pt x="8" y="39"/>
                  </a:cubicBezTo>
                  <a:cubicBezTo>
                    <a:pt x="11" y="39"/>
                    <a:pt x="11" y="37"/>
                    <a:pt x="11" y="35"/>
                  </a:cubicBezTo>
                  <a:cubicBezTo>
                    <a:pt x="15" y="36"/>
                    <a:pt x="15" y="32"/>
                    <a:pt x="17" y="31"/>
                  </a:cubicBezTo>
                  <a:cubicBezTo>
                    <a:pt x="19" y="30"/>
                    <a:pt x="27" y="31"/>
                    <a:pt x="26" y="24"/>
                  </a:cubicBezTo>
                  <a:cubicBezTo>
                    <a:pt x="29" y="23"/>
                    <a:pt x="29" y="26"/>
                    <a:pt x="32" y="26"/>
                  </a:cubicBezTo>
                  <a:cubicBezTo>
                    <a:pt x="30" y="20"/>
                    <a:pt x="34" y="19"/>
                    <a:pt x="34" y="14"/>
                  </a:cubicBezTo>
                  <a:cubicBezTo>
                    <a:pt x="39" y="17"/>
                    <a:pt x="38" y="2"/>
                    <a:pt x="39" y="13"/>
                  </a:cubicBezTo>
                  <a:cubicBezTo>
                    <a:pt x="46" y="10"/>
                    <a:pt x="40" y="2"/>
                    <a:pt x="43" y="0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91" name="íšļiḓé">
              <a:extLst>
                <a:ext uri="{FF2B5EF4-FFF2-40B4-BE49-F238E27FC236}">
                  <a16:creationId xmlns:a16="http://schemas.microsoft.com/office/drawing/2014/main" id="{21EC9832-B43A-F445-1174-E1AC7784FDE6}"/>
                </a:ext>
              </a:extLst>
            </p:cNvPr>
            <p:cNvSpPr/>
            <p:nvPr/>
          </p:nvSpPr>
          <p:spPr bwMode="auto">
            <a:xfrm>
              <a:off x="7448976" y="2389989"/>
              <a:ext cx="638757" cy="469263"/>
            </a:xfrm>
            <a:custGeom>
              <a:avLst/>
              <a:gdLst>
                <a:gd name="T0" fmla="*/ 178 w 307"/>
                <a:gd name="T1" fmla="*/ 19 h 226"/>
                <a:gd name="T2" fmla="*/ 171 w 307"/>
                <a:gd name="T3" fmla="*/ 22 h 226"/>
                <a:gd name="T4" fmla="*/ 180 w 307"/>
                <a:gd name="T5" fmla="*/ 34 h 226"/>
                <a:gd name="T6" fmla="*/ 206 w 307"/>
                <a:gd name="T7" fmla="*/ 48 h 226"/>
                <a:gd name="T8" fmla="*/ 214 w 307"/>
                <a:gd name="T9" fmla="*/ 37 h 226"/>
                <a:gd name="T10" fmla="*/ 216 w 307"/>
                <a:gd name="T11" fmla="*/ 30 h 226"/>
                <a:gd name="T12" fmla="*/ 218 w 307"/>
                <a:gd name="T13" fmla="*/ 13 h 226"/>
                <a:gd name="T14" fmla="*/ 223 w 307"/>
                <a:gd name="T15" fmla="*/ 4 h 226"/>
                <a:gd name="T16" fmla="*/ 229 w 307"/>
                <a:gd name="T17" fmla="*/ 11 h 226"/>
                <a:gd name="T18" fmla="*/ 238 w 307"/>
                <a:gd name="T19" fmla="*/ 30 h 226"/>
                <a:gd name="T20" fmla="*/ 247 w 307"/>
                <a:gd name="T21" fmla="*/ 43 h 226"/>
                <a:gd name="T22" fmla="*/ 257 w 307"/>
                <a:gd name="T23" fmla="*/ 56 h 226"/>
                <a:gd name="T24" fmla="*/ 262 w 307"/>
                <a:gd name="T25" fmla="*/ 71 h 226"/>
                <a:gd name="T26" fmla="*/ 268 w 307"/>
                <a:gd name="T27" fmla="*/ 75 h 226"/>
                <a:gd name="T28" fmla="*/ 279 w 307"/>
                <a:gd name="T29" fmla="*/ 82 h 226"/>
                <a:gd name="T30" fmla="*/ 288 w 307"/>
                <a:gd name="T31" fmla="*/ 101 h 226"/>
                <a:gd name="T32" fmla="*/ 292 w 307"/>
                <a:gd name="T33" fmla="*/ 104 h 226"/>
                <a:gd name="T34" fmla="*/ 303 w 307"/>
                <a:gd name="T35" fmla="*/ 112 h 226"/>
                <a:gd name="T36" fmla="*/ 307 w 307"/>
                <a:gd name="T37" fmla="*/ 143 h 226"/>
                <a:gd name="T38" fmla="*/ 301 w 307"/>
                <a:gd name="T39" fmla="*/ 158 h 226"/>
                <a:gd name="T40" fmla="*/ 301 w 307"/>
                <a:gd name="T41" fmla="*/ 164 h 226"/>
                <a:gd name="T42" fmla="*/ 298 w 307"/>
                <a:gd name="T43" fmla="*/ 175 h 226"/>
                <a:gd name="T44" fmla="*/ 287 w 307"/>
                <a:gd name="T45" fmla="*/ 185 h 226"/>
                <a:gd name="T46" fmla="*/ 277 w 307"/>
                <a:gd name="T47" fmla="*/ 212 h 226"/>
                <a:gd name="T48" fmla="*/ 260 w 307"/>
                <a:gd name="T49" fmla="*/ 220 h 226"/>
                <a:gd name="T50" fmla="*/ 253 w 307"/>
                <a:gd name="T51" fmla="*/ 226 h 226"/>
                <a:gd name="T52" fmla="*/ 238 w 307"/>
                <a:gd name="T53" fmla="*/ 222 h 226"/>
                <a:gd name="T54" fmla="*/ 205 w 307"/>
                <a:gd name="T55" fmla="*/ 216 h 226"/>
                <a:gd name="T56" fmla="*/ 203 w 307"/>
                <a:gd name="T57" fmla="*/ 205 h 226"/>
                <a:gd name="T58" fmla="*/ 201 w 307"/>
                <a:gd name="T59" fmla="*/ 199 h 226"/>
                <a:gd name="T60" fmla="*/ 186 w 307"/>
                <a:gd name="T61" fmla="*/ 188 h 226"/>
                <a:gd name="T62" fmla="*/ 178 w 307"/>
                <a:gd name="T63" fmla="*/ 179 h 226"/>
                <a:gd name="T64" fmla="*/ 164 w 307"/>
                <a:gd name="T65" fmla="*/ 173 h 226"/>
                <a:gd name="T66" fmla="*/ 156 w 307"/>
                <a:gd name="T67" fmla="*/ 170 h 226"/>
                <a:gd name="T68" fmla="*/ 121 w 307"/>
                <a:gd name="T69" fmla="*/ 162 h 226"/>
                <a:gd name="T70" fmla="*/ 102 w 307"/>
                <a:gd name="T71" fmla="*/ 168 h 226"/>
                <a:gd name="T72" fmla="*/ 95 w 307"/>
                <a:gd name="T73" fmla="*/ 171 h 226"/>
                <a:gd name="T74" fmla="*/ 89 w 307"/>
                <a:gd name="T75" fmla="*/ 177 h 226"/>
                <a:gd name="T76" fmla="*/ 85 w 307"/>
                <a:gd name="T77" fmla="*/ 177 h 226"/>
                <a:gd name="T78" fmla="*/ 52 w 307"/>
                <a:gd name="T79" fmla="*/ 183 h 226"/>
                <a:gd name="T80" fmla="*/ 46 w 307"/>
                <a:gd name="T81" fmla="*/ 186 h 226"/>
                <a:gd name="T82" fmla="*/ 14 w 307"/>
                <a:gd name="T83" fmla="*/ 192 h 226"/>
                <a:gd name="T84" fmla="*/ 18 w 307"/>
                <a:gd name="T85" fmla="*/ 171 h 226"/>
                <a:gd name="T86" fmla="*/ 14 w 307"/>
                <a:gd name="T87" fmla="*/ 160 h 226"/>
                <a:gd name="T88" fmla="*/ 14 w 307"/>
                <a:gd name="T89" fmla="*/ 153 h 226"/>
                <a:gd name="T90" fmla="*/ 9 w 307"/>
                <a:gd name="T91" fmla="*/ 142 h 226"/>
                <a:gd name="T92" fmla="*/ 7 w 307"/>
                <a:gd name="T93" fmla="*/ 132 h 226"/>
                <a:gd name="T94" fmla="*/ 3 w 307"/>
                <a:gd name="T95" fmla="*/ 121 h 226"/>
                <a:gd name="T96" fmla="*/ 5 w 307"/>
                <a:gd name="T97" fmla="*/ 112 h 226"/>
                <a:gd name="T98" fmla="*/ 5 w 307"/>
                <a:gd name="T99" fmla="*/ 88 h 226"/>
                <a:gd name="T100" fmla="*/ 26 w 307"/>
                <a:gd name="T101" fmla="*/ 75 h 226"/>
                <a:gd name="T102" fmla="*/ 50 w 307"/>
                <a:gd name="T103" fmla="*/ 69 h 226"/>
                <a:gd name="T104" fmla="*/ 63 w 307"/>
                <a:gd name="T105" fmla="*/ 63 h 226"/>
                <a:gd name="T106" fmla="*/ 68 w 307"/>
                <a:gd name="T107" fmla="*/ 43 h 226"/>
                <a:gd name="T108" fmla="*/ 85 w 307"/>
                <a:gd name="T109" fmla="*/ 43 h 226"/>
                <a:gd name="T110" fmla="*/ 89 w 307"/>
                <a:gd name="T111" fmla="*/ 30 h 226"/>
                <a:gd name="T112" fmla="*/ 104 w 307"/>
                <a:gd name="T113" fmla="*/ 20 h 226"/>
                <a:gd name="T114" fmla="*/ 115 w 307"/>
                <a:gd name="T115" fmla="*/ 26 h 226"/>
                <a:gd name="T116" fmla="*/ 119 w 307"/>
                <a:gd name="T117" fmla="*/ 28 h 226"/>
                <a:gd name="T118" fmla="*/ 123 w 307"/>
                <a:gd name="T119" fmla="*/ 24 h 226"/>
                <a:gd name="T120" fmla="*/ 136 w 307"/>
                <a:gd name="T121" fmla="*/ 13 h 226"/>
                <a:gd name="T122" fmla="*/ 145 w 307"/>
                <a:gd name="T123" fmla="*/ 9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7" h="226">
                  <a:moveTo>
                    <a:pt x="178" y="9"/>
                  </a:moveTo>
                  <a:cubicBezTo>
                    <a:pt x="178" y="12"/>
                    <a:pt x="178" y="16"/>
                    <a:pt x="178" y="19"/>
                  </a:cubicBezTo>
                  <a:cubicBezTo>
                    <a:pt x="177" y="19"/>
                    <a:pt x="175" y="19"/>
                    <a:pt x="173" y="19"/>
                  </a:cubicBezTo>
                  <a:cubicBezTo>
                    <a:pt x="175" y="21"/>
                    <a:pt x="174" y="22"/>
                    <a:pt x="171" y="22"/>
                  </a:cubicBezTo>
                  <a:cubicBezTo>
                    <a:pt x="174" y="26"/>
                    <a:pt x="171" y="25"/>
                    <a:pt x="171" y="30"/>
                  </a:cubicBezTo>
                  <a:cubicBezTo>
                    <a:pt x="173" y="33"/>
                    <a:pt x="176" y="34"/>
                    <a:pt x="180" y="34"/>
                  </a:cubicBezTo>
                  <a:cubicBezTo>
                    <a:pt x="181" y="42"/>
                    <a:pt x="193" y="38"/>
                    <a:pt x="193" y="47"/>
                  </a:cubicBezTo>
                  <a:cubicBezTo>
                    <a:pt x="198" y="47"/>
                    <a:pt x="204" y="46"/>
                    <a:pt x="206" y="48"/>
                  </a:cubicBezTo>
                  <a:cubicBezTo>
                    <a:pt x="210" y="48"/>
                    <a:pt x="207" y="40"/>
                    <a:pt x="214" y="43"/>
                  </a:cubicBezTo>
                  <a:cubicBezTo>
                    <a:pt x="213" y="42"/>
                    <a:pt x="211" y="37"/>
                    <a:pt x="214" y="37"/>
                  </a:cubicBezTo>
                  <a:cubicBezTo>
                    <a:pt x="216" y="37"/>
                    <a:pt x="213" y="34"/>
                    <a:pt x="214" y="32"/>
                  </a:cubicBezTo>
                  <a:cubicBezTo>
                    <a:pt x="214" y="32"/>
                    <a:pt x="216" y="31"/>
                    <a:pt x="216" y="30"/>
                  </a:cubicBezTo>
                  <a:cubicBezTo>
                    <a:pt x="216" y="28"/>
                    <a:pt x="218" y="26"/>
                    <a:pt x="218" y="22"/>
                  </a:cubicBezTo>
                  <a:cubicBezTo>
                    <a:pt x="217" y="21"/>
                    <a:pt x="215" y="19"/>
                    <a:pt x="218" y="13"/>
                  </a:cubicBezTo>
                  <a:cubicBezTo>
                    <a:pt x="218" y="13"/>
                    <a:pt x="221" y="13"/>
                    <a:pt x="221" y="13"/>
                  </a:cubicBezTo>
                  <a:cubicBezTo>
                    <a:pt x="223" y="11"/>
                    <a:pt x="221" y="5"/>
                    <a:pt x="223" y="4"/>
                  </a:cubicBezTo>
                  <a:cubicBezTo>
                    <a:pt x="227" y="3"/>
                    <a:pt x="224" y="9"/>
                    <a:pt x="227" y="11"/>
                  </a:cubicBezTo>
                  <a:cubicBezTo>
                    <a:pt x="227" y="11"/>
                    <a:pt x="229" y="11"/>
                    <a:pt x="229" y="11"/>
                  </a:cubicBezTo>
                  <a:cubicBezTo>
                    <a:pt x="230" y="14"/>
                    <a:pt x="231" y="18"/>
                    <a:pt x="232" y="20"/>
                  </a:cubicBezTo>
                  <a:cubicBezTo>
                    <a:pt x="234" y="24"/>
                    <a:pt x="238" y="26"/>
                    <a:pt x="238" y="30"/>
                  </a:cubicBezTo>
                  <a:cubicBezTo>
                    <a:pt x="243" y="25"/>
                    <a:pt x="240" y="33"/>
                    <a:pt x="246" y="32"/>
                  </a:cubicBezTo>
                  <a:cubicBezTo>
                    <a:pt x="245" y="36"/>
                    <a:pt x="245" y="40"/>
                    <a:pt x="247" y="43"/>
                  </a:cubicBezTo>
                  <a:cubicBezTo>
                    <a:pt x="250" y="46"/>
                    <a:pt x="247" y="50"/>
                    <a:pt x="249" y="56"/>
                  </a:cubicBezTo>
                  <a:cubicBezTo>
                    <a:pt x="254" y="50"/>
                    <a:pt x="250" y="55"/>
                    <a:pt x="257" y="56"/>
                  </a:cubicBezTo>
                  <a:cubicBezTo>
                    <a:pt x="257" y="59"/>
                    <a:pt x="255" y="59"/>
                    <a:pt x="255" y="61"/>
                  </a:cubicBezTo>
                  <a:cubicBezTo>
                    <a:pt x="258" y="64"/>
                    <a:pt x="263" y="64"/>
                    <a:pt x="262" y="71"/>
                  </a:cubicBezTo>
                  <a:cubicBezTo>
                    <a:pt x="264" y="71"/>
                    <a:pt x="267" y="70"/>
                    <a:pt x="268" y="71"/>
                  </a:cubicBezTo>
                  <a:cubicBezTo>
                    <a:pt x="268" y="71"/>
                    <a:pt x="267" y="74"/>
                    <a:pt x="268" y="75"/>
                  </a:cubicBezTo>
                  <a:cubicBezTo>
                    <a:pt x="268" y="75"/>
                    <a:pt x="271" y="74"/>
                    <a:pt x="272" y="75"/>
                  </a:cubicBezTo>
                  <a:cubicBezTo>
                    <a:pt x="274" y="77"/>
                    <a:pt x="273" y="83"/>
                    <a:pt x="279" y="82"/>
                  </a:cubicBezTo>
                  <a:cubicBezTo>
                    <a:pt x="279" y="87"/>
                    <a:pt x="282" y="92"/>
                    <a:pt x="285" y="95"/>
                  </a:cubicBezTo>
                  <a:cubicBezTo>
                    <a:pt x="286" y="97"/>
                    <a:pt x="287" y="99"/>
                    <a:pt x="288" y="101"/>
                  </a:cubicBezTo>
                  <a:cubicBezTo>
                    <a:pt x="289" y="101"/>
                    <a:pt x="291" y="100"/>
                    <a:pt x="292" y="101"/>
                  </a:cubicBezTo>
                  <a:cubicBezTo>
                    <a:pt x="293" y="101"/>
                    <a:pt x="291" y="104"/>
                    <a:pt x="292" y="104"/>
                  </a:cubicBezTo>
                  <a:cubicBezTo>
                    <a:pt x="294" y="106"/>
                    <a:pt x="297" y="105"/>
                    <a:pt x="296" y="104"/>
                  </a:cubicBezTo>
                  <a:cubicBezTo>
                    <a:pt x="300" y="108"/>
                    <a:pt x="297" y="113"/>
                    <a:pt x="303" y="112"/>
                  </a:cubicBezTo>
                  <a:cubicBezTo>
                    <a:pt x="299" y="117"/>
                    <a:pt x="304" y="124"/>
                    <a:pt x="305" y="132"/>
                  </a:cubicBezTo>
                  <a:cubicBezTo>
                    <a:pt x="306" y="137"/>
                    <a:pt x="303" y="141"/>
                    <a:pt x="307" y="143"/>
                  </a:cubicBezTo>
                  <a:cubicBezTo>
                    <a:pt x="303" y="146"/>
                    <a:pt x="304" y="149"/>
                    <a:pt x="303" y="157"/>
                  </a:cubicBezTo>
                  <a:cubicBezTo>
                    <a:pt x="303" y="156"/>
                    <a:pt x="300" y="157"/>
                    <a:pt x="301" y="158"/>
                  </a:cubicBezTo>
                  <a:cubicBezTo>
                    <a:pt x="302" y="158"/>
                    <a:pt x="303" y="158"/>
                    <a:pt x="303" y="158"/>
                  </a:cubicBezTo>
                  <a:cubicBezTo>
                    <a:pt x="303" y="159"/>
                    <a:pt x="302" y="163"/>
                    <a:pt x="301" y="164"/>
                  </a:cubicBezTo>
                  <a:cubicBezTo>
                    <a:pt x="301" y="164"/>
                    <a:pt x="298" y="166"/>
                    <a:pt x="298" y="166"/>
                  </a:cubicBezTo>
                  <a:cubicBezTo>
                    <a:pt x="297" y="168"/>
                    <a:pt x="301" y="171"/>
                    <a:pt x="298" y="175"/>
                  </a:cubicBezTo>
                  <a:cubicBezTo>
                    <a:pt x="294" y="175"/>
                    <a:pt x="295" y="180"/>
                    <a:pt x="290" y="179"/>
                  </a:cubicBezTo>
                  <a:cubicBezTo>
                    <a:pt x="291" y="183"/>
                    <a:pt x="290" y="185"/>
                    <a:pt x="287" y="185"/>
                  </a:cubicBezTo>
                  <a:cubicBezTo>
                    <a:pt x="288" y="192"/>
                    <a:pt x="284" y="194"/>
                    <a:pt x="285" y="201"/>
                  </a:cubicBezTo>
                  <a:cubicBezTo>
                    <a:pt x="277" y="200"/>
                    <a:pt x="278" y="207"/>
                    <a:pt x="277" y="212"/>
                  </a:cubicBezTo>
                  <a:cubicBezTo>
                    <a:pt x="275" y="212"/>
                    <a:pt x="272" y="212"/>
                    <a:pt x="272" y="214"/>
                  </a:cubicBezTo>
                  <a:cubicBezTo>
                    <a:pt x="271" y="218"/>
                    <a:pt x="264" y="218"/>
                    <a:pt x="260" y="220"/>
                  </a:cubicBezTo>
                  <a:cubicBezTo>
                    <a:pt x="259" y="221"/>
                    <a:pt x="258" y="223"/>
                    <a:pt x="257" y="224"/>
                  </a:cubicBezTo>
                  <a:cubicBezTo>
                    <a:pt x="255" y="224"/>
                    <a:pt x="253" y="223"/>
                    <a:pt x="253" y="226"/>
                  </a:cubicBezTo>
                  <a:cubicBezTo>
                    <a:pt x="249" y="223"/>
                    <a:pt x="247" y="219"/>
                    <a:pt x="242" y="218"/>
                  </a:cubicBezTo>
                  <a:cubicBezTo>
                    <a:pt x="238" y="216"/>
                    <a:pt x="239" y="221"/>
                    <a:pt x="238" y="222"/>
                  </a:cubicBezTo>
                  <a:cubicBezTo>
                    <a:pt x="234" y="224"/>
                    <a:pt x="228" y="221"/>
                    <a:pt x="225" y="226"/>
                  </a:cubicBezTo>
                  <a:cubicBezTo>
                    <a:pt x="218" y="222"/>
                    <a:pt x="213" y="217"/>
                    <a:pt x="205" y="216"/>
                  </a:cubicBezTo>
                  <a:cubicBezTo>
                    <a:pt x="207" y="214"/>
                    <a:pt x="207" y="212"/>
                    <a:pt x="205" y="207"/>
                  </a:cubicBezTo>
                  <a:cubicBezTo>
                    <a:pt x="204" y="206"/>
                    <a:pt x="203" y="207"/>
                    <a:pt x="203" y="205"/>
                  </a:cubicBezTo>
                  <a:cubicBezTo>
                    <a:pt x="203" y="205"/>
                    <a:pt x="203" y="203"/>
                    <a:pt x="203" y="203"/>
                  </a:cubicBezTo>
                  <a:cubicBezTo>
                    <a:pt x="202" y="201"/>
                    <a:pt x="197" y="200"/>
                    <a:pt x="201" y="199"/>
                  </a:cubicBezTo>
                  <a:cubicBezTo>
                    <a:pt x="200" y="198"/>
                    <a:pt x="192" y="194"/>
                    <a:pt x="191" y="198"/>
                  </a:cubicBezTo>
                  <a:cubicBezTo>
                    <a:pt x="189" y="195"/>
                    <a:pt x="189" y="190"/>
                    <a:pt x="186" y="188"/>
                  </a:cubicBezTo>
                  <a:cubicBezTo>
                    <a:pt x="185" y="184"/>
                    <a:pt x="187" y="183"/>
                    <a:pt x="188" y="181"/>
                  </a:cubicBezTo>
                  <a:cubicBezTo>
                    <a:pt x="186" y="179"/>
                    <a:pt x="184" y="180"/>
                    <a:pt x="178" y="179"/>
                  </a:cubicBezTo>
                  <a:cubicBezTo>
                    <a:pt x="175" y="181"/>
                    <a:pt x="175" y="188"/>
                    <a:pt x="167" y="186"/>
                  </a:cubicBezTo>
                  <a:cubicBezTo>
                    <a:pt x="169" y="179"/>
                    <a:pt x="162" y="181"/>
                    <a:pt x="164" y="173"/>
                  </a:cubicBezTo>
                  <a:cubicBezTo>
                    <a:pt x="159" y="173"/>
                    <a:pt x="158" y="170"/>
                    <a:pt x="152" y="171"/>
                  </a:cubicBezTo>
                  <a:cubicBezTo>
                    <a:pt x="152" y="170"/>
                    <a:pt x="155" y="170"/>
                    <a:pt x="156" y="170"/>
                  </a:cubicBezTo>
                  <a:cubicBezTo>
                    <a:pt x="151" y="164"/>
                    <a:pt x="147" y="169"/>
                    <a:pt x="137" y="168"/>
                  </a:cubicBezTo>
                  <a:cubicBezTo>
                    <a:pt x="131" y="166"/>
                    <a:pt x="126" y="164"/>
                    <a:pt x="121" y="162"/>
                  </a:cubicBezTo>
                  <a:cubicBezTo>
                    <a:pt x="116" y="164"/>
                    <a:pt x="111" y="163"/>
                    <a:pt x="109" y="168"/>
                  </a:cubicBezTo>
                  <a:cubicBezTo>
                    <a:pt x="107" y="168"/>
                    <a:pt x="104" y="167"/>
                    <a:pt x="102" y="168"/>
                  </a:cubicBezTo>
                  <a:cubicBezTo>
                    <a:pt x="100" y="168"/>
                    <a:pt x="101" y="169"/>
                    <a:pt x="100" y="170"/>
                  </a:cubicBezTo>
                  <a:cubicBezTo>
                    <a:pt x="97" y="170"/>
                    <a:pt x="98" y="166"/>
                    <a:pt x="95" y="171"/>
                  </a:cubicBezTo>
                  <a:cubicBezTo>
                    <a:pt x="94" y="172"/>
                    <a:pt x="92" y="173"/>
                    <a:pt x="93" y="175"/>
                  </a:cubicBezTo>
                  <a:cubicBezTo>
                    <a:pt x="90" y="173"/>
                    <a:pt x="89" y="169"/>
                    <a:pt x="89" y="177"/>
                  </a:cubicBezTo>
                  <a:cubicBezTo>
                    <a:pt x="87" y="177"/>
                    <a:pt x="87" y="175"/>
                    <a:pt x="85" y="175"/>
                  </a:cubicBezTo>
                  <a:cubicBezTo>
                    <a:pt x="83" y="175"/>
                    <a:pt x="85" y="177"/>
                    <a:pt x="85" y="177"/>
                  </a:cubicBezTo>
                  <a:cubicBezTo>
                    <a:pt x="83" y="181"/>
                    <a:pt x="77" y="179"/>
                    <a:pt x="76" y="185"/>
                  </a:cubicBezTo>
                  <a:cubicBezTo>
                    <a:pt x="71" y="181"/>
                    <a:pt x="60" y="183"/>
                    <a:pt x="52" y="183"/>
                  </a:cubicBezTo>
                  <a:cubicBezTo>
                    <a:pt x="49" y="182"/>
                    <a:pt x="51" y="186"/>
                    <a:pt x="50" y="186"/>
                  </a:cubicBezTo>
                  <a:cubicBezTo>
                    <a:pt x="49" y="187"/>
                    <a:pt x="47" y="186"/>
                    <a:pt x="46" y="186"/>
                  </a:cubicBezTo>
                  <a:cubicBezTo>
                    <a:pt x="44" y="187"/>
                    <a:pt x="43" y="188"/>
                    <a:pt x="40" y="188"/>
                  </a:cubicBezTo>
                  <a:cubicBezTo>
                    <a:pt x="35" y="190"/>
                    <a:pt x="26" y="194"/>
                    <a:pt x="14" y="192"/>
                  </a:cubicBezTo>
                  <a:cubicBezTo>
                    <a:pt x="15" y="187"/>
                    <a:pt x="14" y="181"/>
                    <a:pt x="20" y="181"/>
                  </a:cubicBezTo>
                  <a:cubicBezTo>
                    <a:pt x="19" y="178"/>
                    <a:pt x="22" y="172"/>
                    <a:pt x="18" y="171"/>
                  </a:cubicBezTo>
                  <a:cubicBezTo>
                    <a:pt x="13" y="171"/>
                    <a:pt x="20" y="170"/>
                    <a:pt x="18" y="164"/>
                  </a:cubicBezTo>
                  <a:cubicBezTo>
                    <a:pt x="16" y="159"/>
                    <a:pt x="16" y="168"/>
                    <a:pt x="14" y="160"/>
                  </a:cubicBezTo>
                  <a:cubicBezTo>
                    <a:pt x="14" y="160"/>
                    <a:pt x="15" y="157"/>
                    <a:pt x="14" y="157"/>
                  </a:cubicBezTo>
                  <a:cubicBezTo>
                    <a:pt x="12" y="154"/>
                    <a:pt x="15" y="156"/>
                    <a:pt x="14" y="153"/>
                  </a:cubicBezTo>
                  <a:cubicBezTo>
                    <a:pt x="14" y="149"/>
                    <a:pt x="10" y="146"/>
                    <a:pt x="13" y="143"/>
                  </a:cubicBezTo>
                  <a:cubicBezTo>
                    <a:pt x="13" y="141"/>
                    <a:pt x="10" y="143"/>
                    <a:pt x="9" y="142"/>
                  </a:cubicBezTo>
                  <a:cubicBezTo>
                    <a:pt x="8" y="141"/>
                    <a:pt x="9" y="139"/>
                    <a:pt x="9" y="138"/>
                  </a:cubicBezTo>
                  <a:cubicBezTo>
                    <a:pt x="9" y="138"/>
                    <a:pt x="7" y="132"/>
                    <a:pt x="7" y="132"/>
                  </a:cubicBezTo>
                  <a:cubicBezTo>
                    <a:pt x="4" y="130"/>
                    <a:pt x="8" y="131"/>
                    <a:pt x="7" y="129"/>
                  </a:cubicBezTo>
                  <a:cubicBezTo>
                    <a:pt x="6" y="126"/>
                    <a:pt x="2" y="125"/>
                    <a:pt x="3" y="121"/>
                  </a:cubicBezTo>
                  <a:cubicBezTo>
                    <a:pt x="8" y="122"/>
                    <a:pt x="5" y="114"/>
                    <a:pt x="9" y="114"/>
                  </a:cubicBezTo>
                  <a:cubicBezTo>
                    <a:pt x="9" y="111"/>
                    <a:pt x="6" y="113"/>
                    <a:pt x="5" y="112"/>
                  </a:cubicBezTo>
                  <a:cubicBezTo>
                    <a:pt x="4" y="110"/>
                    <a:pt x="6" y="105"/>
                    <a:pt x="1" y="106"/>
                  </a:cubicBezTo>
                  <a:cubicBezTo>
                    <a:pt x="0" y="98"/>
                    <a:pt x="4" y="94"/>
                    <a:pt x="5" y="88"/>
                  </a:cubicBezTo>
                  <a:cubicBezTo>
                    <a:pt x="7" y="91"/>
                    <a:pt x="14" y="89"/>
                    <a:pt x="14" y="84"/>
                  </a:cubicBezTo>
                  <a:cubicBezTo>
                    <a:pt x="15" y="80"/>
                    <a:pt x="26" y="83"/>
                    <a:pt x="26" y="75"/>
                  </a:cubicBezTo>
                  <a:cubicBezTo>
                    <a:pt x="36" y="76"/>
                    <a:pt x="41" y="71"/>
                    <a:pt x="50" y="71"/>
                  </a:cubicBezTo>
                  <a:cubicBezTo>
                    <a:pt x="52" y="71"/>
                    <a:pt x="50" y="68"/>
                    <a:pt x="50" y="69"/>
                  </a:cubicBezTo>
                  <a:cubicBezTo>
                    <a:pt x="53" y="65"/>
                    <a:pt x="59" y="68"/>
                    <a:pt x="59" y="61"/>
                  </a:cubicBezTo>
                  <a:cubicBezTo>
                    <a:pt x="61" y="62"/>
                    <a:pt x="61" y="63"/>
                    <a:pt x="63" y="63"/>
                  </a:cubicBezTo>
                  <a:cubicBezTo>
                    <a:pt x="67" y="64"/>
                    <a:pt x="62" y="55"/>
                    <a:pt x="68" y="58"/>
                  </a:cubicBezTo>
                  <a:cubicBezTo>
                    <a:pt x="67" y="50"/>
                    <a:pt x="68" y="51"/>
                    <a:pt x="68" y="43"/>
                  </a:cubicBezTo>
                  <a:cubicBezTo>
                    <a:pt x="73" y="43"/>
                    <a:pt x="76" y="45"/>
                    <a:pt x="80" y="47"/>
                  </a:cubicBezTo>
                  <a:cubicBezTo>
                    <a:pt x="82" y="45"/>
                    <a:pt x="82" y="42"/>
                    <a:pt x="85" y="43"/>
                  </a:cubicBezTo>
                  <a:cubicBezTo>
                    <a:pt x="83" y="39"/>
                    <a:pt x="90" y="36"/>
                    <a:pt x="85" y="35"/>
                  </a:cubicBezTo>
                  <a:cubicBezTo>
                    <a:pt x="86" y="33"/>
                    <a:pt x="89" y="33"/>
                    <a:pt x="89" y="30"/>
                  </a:cubicBezTo>
                  <a:cubicBezTo>
                    <a:pt x="95" y="31"/>
                    <a:pt x="91" y="23"/>
                    <a:pt x="98" y="26"/>
                  </a:cubicBezTo>
                  <a:cubicBezTo>
                    <a:pt x="100" y="24"/>
                    <a:pt x="102" y="22"/>
                    <a:pt x="104" y="20"/>
                  </a:cubicBezTo>
                  <a:cubicBezTo>
                    <a:pt x="106" y="22"/>
                    <a:pt x="109" y="23"/>
                    <a:pt x="113" y="22"/>
                  </a:cubicBezTo>
                  <a:cubicBezTo>
                    <a:pt x="109" y="26"/>
                    <a:pt x="114" y="24"/>
                    <a:pt x="115" y="26"/>
                  </a:cubicBezTo>
                  <a:cubicBezTo>
                    <a:pt x="115" y="26"/>
                    <a:pt x="115" y="28"/>
                    <a:pt x="115" y="28"/>
                  </a:cubicBezTo>
                  <a:cubicBezTo>
                    <a:pt x="116" y="28"/>
                    <a:pt x="118" y="27"/>
                    <a:pt x="119" y="28"/>
                  </a:cubicBezTo>
                  <a:cubicBezTo>
                    <a:pt x="119" y="28"/>
                    <a:pt x="121" y="33"/>
                    <a:pt x="126" y="32"/>
                  </a:cubicBezTo>
                  <a:cubicBezTo>
                    <a:pt x="129" y="33"/>
                    <a:pt x="127" y="22"/>
                    <a:pt x="123" y="24"/>
                  </a:cubicBezTo>
                  <a:cubicBezTo>
                    <a:pt x="124" y="22"/>
                    <a:pt x="126" y="21"/>
                    <a:pt x="128" y="20"/>
                  </a:cubicBezTo>
                  <a:cubicBezTo>
                    <a:pt x="128" y="16"/>
                    <a:pt x="131" y="13"/>
                    <a:pt x="136" y="13"/>
                  </a:cubicBezTo>
                  <a:cubicBezTo>
                    <a:pt x="135" y="9"/>
                    <a:pt x="137" y="7"/>
                    <a:pt x="141" y="7"/>
                  </a:cubicBezTo>
                  <a:cubicBezTo>
                    <a:pt x="138" y="13"/>
                    <a:pt x="140" y="10"/>
                    <a:pt x="145" y="9"/>
                  </a:cubicBezTo>
                  <a:cubicBezTo>
                    <a:pt x="153" y="0"/>
                    <a:pt x="168" y="9"/>
                    <a:pt x="178" y="9"/>
                  </a:cubicBezTo>
                  <a:close/>
                </a:path>
              </a:pathLst>
            </a:custGeom>
            <a:grpFill/>
            <a:ln w="3175">
              <a:solidFill>
                <a:srgbClr val="FBFBFB"/>
              </a:solidFill>
            </a:ln>
          </p:spPr>
          <p:txBody>
            <a:bodyPr anchor="ctr"/>
            <a:lstStyle/>
            <a:p>
              <a:pPr algn="ctr"/>
              <a:endParaRPr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</p:grpSp>
      <p:sp>
        <p:nvSpPr>
          <p:cNvPr id="292" name="矩形: 圆角 291">
            <a:extLst>
              <a:ext uri="{FF2B5EF4-FFF2-40B4-BE49-F238E27FC236}">
                <a16:creationId xmlns:a16="http://schemas.microsoft.com/office/drawing/2014/main" id="{01ED4A9E-9B15-EBA9-59B8-40E017A05DBB}"/>
              </a:ext>
            </a:extLst>
          </p:cNvPr>
          <p:cNvSpPr/>
          <p:nvPr/>
        </p:nvSpPr>
        <p:spPr>
          <a:xfrm>
            <a:off x="6171698" y="2695249"/>
            <a:ext cx="5621721" cy="3080387"/>
          </a:xfrm>
          <a:prstGeom prst="roundRect">
            <a:avLst>
              <a:gd name="adj" fmla="val 5160"/>
            </a:avLst>
          </a:prstGeom>
          <a:noFill/>
          <a:ln w="19050">
            <a:solidFill>
              <a:schemeClr val="accent1">
                <a:alpha val="8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93" name="组合 292">
            <a:extLst>
              <a:ext uri="{FF2B5EF4-FFF2-40B4-BE49-F238E27FC236}">
                <a16:creationId xmlns:a16="http://schemas.microsoft.com/office/drawing/2014/main" id="{F6364073-1EE2-9792-4631-F51F3A9BB0EC}"/>
              </a:ext>
            </a:extLst>
          </p:cNvPr>
          <p:cNvGrpSpPr/>
          <p:nvPr/>
        </p:nvGrpSpPr>
        <p:grpSpPr>
          <a:xfrm flipH="1">
            <a:off x="1853674" y="4040365"/>
            <a:ext cx="432371" cy="1002802"/>
            <a:chOff x="9000900" y="3339168"/>
            <a:chExt cx="381651" cy="955056"/>
          </a:xfrm>
        </p:grpSpPr>
        <p:cxnSp>
          <p:nvCxnSpPr>
            <p:cNvPr id="294" name="直接连接符 293">
              <a:extLst>
                <a:ext uri="{FF2B5EF4-FFF2-40B4-BE49-F238E27FC236}">
                  <a16:creationId xmlns:a16="http://schemas.microsoft.com/office/drawing/2014/main" id="{500A2953-41E8-0730-51CC-36856EE472C3}"/>
                </a:ext>
              </a:extLst>
            </p:cNvPr>
            <p:cNvCxnSpPr>
              <a:cxnSpLocks/>
            </p:cNvCxnSpPr>
            <p:nvPr/>
          </p:nvCxnSpPr>
          <p:spPr>
            <a:xfrm>
              <a:off x="9090900" y="3429000"/>
              <a:ext cx="291651" cy="865224"/>
            </a:xfrm>
            <a:prstGeom prst="line">
              <a:avLst/>
            </a:prstGeom>
            <a:ln w="19050">
              <a:solidFill>
                <a:srgbClr val="ED3338"/>
              </a:solidFill>
              <a:head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椭圆 294">
              <a:extLst>
                <a:ext uri="{FF2B5EF4-FFF2-40B4-BE49-F238E27FC236}">
                  <a16:creationId xmlns:a16="http://schemas.microsoft.com/office/drawing/2014/main" id="{FDA2E03F-D95B-6358-0602-DB93EF4C0256}"/>
                </a:ext>
              </a:extLst>
            </p:cNvPr>
            <p:cNvSpPr/>
            <p:nvPr/>
          </p:nvSpPr>
          <p:spPr>
            <a:xfrm>
              <a:off x="9000900" y="3339168"/>
              <a:ext cx="180000" cy="180000"/>
            </a:xfrm>
            <a:prstGeom prst="ellipse">
              <a:avLst/>
            </a:prstGeom>
            <a:noFill/>
            <a:ln w="19050">
              <a:solidFill>
                <a:srgbClr val="ED33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</p:grpSp>
      <p:sp>
        <p:nvSpPr>
          <p:cNvPr id="296" name="文本框 295">
            <a:extLst>
              <a:ext uri="{FF2B5EF4-FFF2-40B4-BE49-F238E27FC236}">
                <a16:creationId xmlns:a16="http://schemas.microsoft.com/office/drawing/2014/main" id="{585EB9CA-2DD1-850D-40B5-019F8714A4AA}"/>
              </a:ext>
            </a:extLst>
          </p:cNvPr>
          <p:cNvSpPr txBox="1"/>
          <p:nvPr/>
        </p:nvSpPr>
        <p:spPr>
          <a:xfrm>
            <a:off x="1780910" y="2531057"/>
            <a:ext cx="2696051" cy="33855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人口老龄化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-****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297" name="文本框 296">
            <a:extLst>
              <a:ext uri="{FF2B5EF4-FFF2-40B4-BE49-F238E27FC236}">
                <a16:creationId xmlns:a16="http://schemas.microsoft.com/office/drawing/2014/main" id="{8C576CE7-D416-384E-4E09-161C82C5CDEE}"/>
              </a:ext>
            </a:extLst>
          </p:cNvPr>
          <p:cNvSpPr txBox="1"/>
          <p:nvPr/>
        </p:nvSpPr>
        <p:spPr>
          <a:xfrm>
            <a:off x="8603213" y="2537987"/>
            <a:ext cx="1158845" cy="33855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******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298" name="文本框 297">
            <a:extLst>
              <a:ext uri="{FF2B5EF4-FFF2-40B4-BE49-F238E27FC236}">
                <a16:creationId xmlns:a16="http://schemas.microsoft.com/office/drawing/2014/main" id="{FCC07FF5-9F98-E858-D7A2-B5D536155AEC}"/>
              </a:ext>
            </a:extLst>
          </p:cNvPr>
          <p:cNvSpPr txBox="1"/>
          <p:nvPr/>
        </p:nvSpPr>
        <p:spPr>
          <a:xfrm>
            <a:off x="750035" y="5237151"/>
            <a:ext cx="2672360" cy="4154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2021</a:t>
            </a:r>
            <a:r>
              <a:rPr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年，全球</a:t>
            </a:r>
            <a:r>
              <a:rPr lang="en-US" altLang="zh-CN" sz="105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65</a:t>
            </a:r>
            <a:r>
              <a:rPr lang="zh-CN" altLang="en-US" sz="105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岁</a:t>
            </a:r>
            <a:r>
              <a:rPr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及以上人口为</a:t>
            </a:r>
            <a:r>
              <a:rPr lang="en-US" altLang="zh-CN" sz="105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7.61</a:t>
            </a:r>
            <a:r>
              <a:rPr lang="zh-CN" altLang="en-US" sz="105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亿</a:t>
            </a:r>
            <a:r>
              <a:rPr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，到</a:t>
            </a:r>
            <a:r>
              <a: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2050</a:t>
            </a:r>
            <a:r>
              <a:rPr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年这一数字将增加到</a:t>
            </a:r>
            <a:r>
              <a:rPr lang="en-US" altLang="zh-CN" sz="105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16</a:t>
            </a:r>
            <a:r>
              <a:rPr lang="zh-CN" altLang="en-US" sz="105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亿</a:t>
            </a:r>
            <a:endParaRPr lang="en-US" altLang="zh-CN" sz="105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cxnSp>
        <p:nvCxnSpPr>
          <p:cNvPr id="299" name="直接连接符 298">
            <a:extLst>
              <a:ext uri="{FF2B5EF4-FFF2-40B4-BE49-F238E27FC236}">
                <a16:creationId xmlns:a16="http://schemas.microsoft.com/office/drawing/2014/main" id="{5C0A60D9-B948-173A-2E31-E82BB54310B7}"/>
              </a:ext>
            </a:extLst>
          </p:cNvPr>
          <p:cNvCxnSpPr>
            <a:cxnSpLocks/>
            <a:endCxn id="267" idx="56"/>
          </p:cNvCxnSpPr>
          <p:nvPr/>
        </p:nvCxnSpPr>
        <p:spPr>
          <a:xfrm>
            <a:off x="2453619" y="3827629"/>
            <a:ext cx="1056391" cy="107158"/>
          </a:xfrm>
          <a:prstGeom prst="line">
            <a:avLst/>
          </a:prstGeom>
          <a:ln w="19050">
            <a:solidFill>
              <a:srgbClr val="ED3338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0" name="文本框 299">
            <a:extLst>
              <a:ext uri="{FF2B5EF4-FFF2-40B4-BE49-F238E27FC236}">
                <a16:creationId xmlns:a16="http://schemas.microsoft.com/office/drawing/2014/main" id="{D4255B75-E6F1-6AC4-2650-724651132964}"/>
              </a:ext>
            </a:extLst>
          </p:cNvPr>
          <p:cNvSpPr txBox="1"/>
          <p:nvPr/>
        </p:nvSpPr>
        <p:spPr>
          <a:xfrm>
            <a:off x="823560" y="5073910"/>
            <a:ext cx="2340506" cy="153888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0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联合国</a:t>
            </a:r>
            <a:r>
              <a:rPr lang="en-US" altLang="zh-CN" sz="10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《2023</a:t>
            </a:r>
            <a:r>
              <a:rPr lang="zh-CN" altLang="en-US" sz="10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年世界社会报告</a:t>
            </a:r>
            <a:r>
              <a:rPr lang="en-US" altLang="zh-CN" sz="10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》</a:t>
            </a:r>
            <a:r>
              <a:rPr lang="zh-CN" altLang="en-US" sz="10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，</a:t>
            </a:r>
            <a:r>
              <a:rPr lang="en-US" altLang="zh-CN" sz="10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2023</a:t>
            </a:r>
            <a:endParaRPr lang="zh-CN" altLang="en-US" sz="10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pic>
        <p:nvPicPr>
          <p:cNvPr id="301" name="图片 300">
            <a:extLst>
              <a:ext uri="{FF2B5EF4-FFF2-40B4-BE49-F238E27FC236}">
                <a16:creationId xmlns:a16="http://schemas.microsoft.com/office/drawing/2014/main" id="{203A4C59-67E9-5DB9-1E0F-A8EC6E65760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r="67098" b="3448"/>
          <a:stretch/>
        </p:blipFill>
        <p:spPr>
          <a:xfrm>
            <a:off x="6431502" y="2763026"/>
            <a:ext cx="1195308" cy="2776528"/>
          </a:xfrm>
          <a:prstGeom prst="rect">
            <a:avLst/>
          </a:prstGeom>
        </p:spPr>
      </p:pic>
      <p:pic>
        <p:nvPicPr>
          <p:cNvPr id="302" name="Picture 1">
            <a:extLst>
              <a:ext uri="{FF2B5EF4-FFF2-40B4-BE49-F238E27FC236}">
                <a16:creationId xmlns:a16="http://schemas.microsoft.com/office/drawing/2014/main" id="{D84B763D-A0DF-2DC5-0865-0423FDE0F8F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5156" y="2890243"/>
            <a:ext cx="1297854" cy="1487536"/>
          </a:xfrm>
          <a:prstGeom prst="rect">
            <a:avLst/>
          </a:prstGeom>
        </p:spPr>
      </p:pic>
      <p:pic>
        <p:nvPicPr>
          <p:cNvPr id="303" name="图片 302">
            <a:extLst>
              <a:ext uri="{FF2B5EF4-FFF2-40B4-BE49-F238E27FC236}">
                <a16:creationId xmlns:a16="http://schemas.microsoft.com/office/drawing/2014/main" id="{743A0FFD-6E66-D913-F917-9191F5FC1765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10257" t="9915" r="1238" b="45269"/>
          <a:stretch/>
        </p:blipFill>
        <p:spPr>
          <a:xfrm>
            <a:off x="8164892" y="4452014"/>
            <a:ext cx="1631246" cy="1237079"/>
          </a:xfrm>
          <a:prstGeom prst="rect">
            <a:avLst/>
          </a:prstGeom>
        </p:spPr>
      </p:pic>
      <p:grpSp>
        <p:nvGrpSpPr>
          <p:cNvPr id="304" name="组合 303">
            <a:extLst>
              <a:ext uri="{FF2B5EF4-FFF2-40B4-BE49-F238E27FC236}">
                <a16:creationId xmlns:a16="http://schemas.microsoft.com/office/drawing/2014/main" id="{4DC01A31-8AF3-C297-21D1-AF2CBED62A33}"/>
              </a:ext>
            </a:extLst>
          </p:cNvPr>
          <p:cNvGrpSpPr/>
          <p:nvPr/>
        </p:nvGrpSpPr>
        <p:grpSpPr>
          <a:xfrm>
            <a:off x="9831642" y="2789903"/>
            <a:ext cx="1430078" cy="2753910"/>
            <a:chOff x="9784311" y="2989102"/>
            <a:chExt cx="1430078" cy="2597287"/>
          </a:xfrm>
        </p:grpSpPr>
        <p:grpSp>
          <p:nvGrpSpPr>
            <p:cNvPr id="305" name="组合 304">
              <a:extLst>
                <a:ext uri="{FF2B5EF4-FFF2-40B4-BE49-F238E27FC236}">
                  <a16:creationId xmlns:a16="http://schemas.microsoft.com/office/drawing/2014/main" id="{E860B13E-A67C-B4F5-DEEA-739E4E45E23E}"/>
                </a:ext>
              </a:extLst>
            </p:cNvPr>
            <p:cNvGrpSpPr/>
            <p:nvPr/>
          </p:nvGrpSpPr>
          <p:grpSpPr>
            <a:xfrm>
              <a:off x="9784311" y="4232584"/>
              <a:ext cx="1430078" cy="1353805"/>
              <a:chOff x="9742996" y="3447883"/>
              <a:chExt cx="1430078" cy="1353805"/>
            </a:xfrm>
          </p:grpSpPr>
          <p:grpSp>
            <p:nvGrpSpPr>
              <p:cNvPr id="327" name="组合 326">
                <a:extLst>
                  <a:ext uri="{FF2B5EF4-FFF2-40B4-BE49-F238E27FC236}">
                    <a16:creationId xmlns:a16="http://schemas.microsoft.com/office/drawing/2014/main" id="{8DD6D943-6412-0615-BCAD-3A6323079097}"/>
                  </a:ext>
                </a:extLst>
              </p:cNvPr>
              <p:cNvGrpSpPr/>
              <p:nvPr/>
            </p:nvGrpSpPr>
            <p:grpSpPr>
              <a:xfrm>
                <a:off x="9742996" y="3447883"/>
                <a:ext cx="1430078" cy="1327037"/>
                <a:chOff x="9965449" y="4488746"/>
                <a:chExt cx="910030" cy="844461"/>
              </a:xfrm>
            </p:grpSpPr>
            <p:sp>
              <p:nvSpPr>
                <p:cNvPr id="330" name="任意多边形: 形状 329">
                  <a:extLst>
                    <a:ext uri="{FF2B5EF4-FFF2-40B4-BE49-F238E27FC236}">
                      <a16:creationId xmlns:a16="http://schemas.microsoft.com/office/drawing/2014/main" id="{133F379E-F255-557A-7884-952583702A5B}"/>
                    </a:ext>
                  </a:extLst>
                </p:cNvPr>
                <p:cNvSpPr/>
                <p:nvPr/>
              </p:nvSpPr>
              <p:spPr>
                <a:xfrm rot="21151737">
                  <a:off x="9965449" y="4488746"/>
                  <a:ext cx="498675" cy="844461"/>
                </a:xfrm>
                <a:custGeom>
                  <a:avLst/>
                  <a:gdLst>
                    <a:gd name="connsiteX0" fmla="*/ 69850 w 304815"/>
                    <a:gd name="connsiteY0" fmla="*/ 0 h 581025"/>
                    <a:gd name="connsiteX1" fmla="*/ 69850 w 304815"/>
                    <a:gd name="connsiteY1" fmla="*/ 0 h 581025"/>
                    <a:gd name="connsiteX2" fmla="*/ 50800 w 304815"/>
                    <a:gd name="connsiteY2" fmla="*/ 111125 h 581025"/>
                    <a:gd name="connsiteX3" fmla="*/ 15875 w 304815"/>
                    <a:gd name="connsiteY3" fmla="*/ 263525 h 581025"/>
                    <a:gd name="connsiteX4" fmla="*/ 0 w 304815"/>
                    <a:gd name="connsiteY4" fmla="*/ 396875 h 581025"/>
                    <a:gd name="connsiteX5" fmla="*/ 85725 w 304815"/>
                    <a:gd name="connsiteY5" fmla="*/ 571500 h 581025"/>
                    <a:gd name="connsiteX6" fmla="*/ 117475 w 304815"/>
                    <a:gd name="connsiteY6" fmla="*/ 581025 h 581025"/>
                    <a:gd name="connsiteX7" fmla="*/ 206375 w 304815"/>
                    <a:gd name="connsiteY7" fmla="*/ 523875 h 581025"/>
                    <a:gd name="connsiteX8" fmla="*/ 250825 w 304815"/>
                    <a:gd name="connsiteY8" fmla="*/ 479425 h 581025"/>
                    <a:gd name="connsiteX9" fmla="*/ 304800 w 304815"/>
                    <a:gd name="connsiteY9" fmla="*/ 330200 h 581025"/>
                    <a:gd name="connsiteX10" fmla="*/ 288925 w 304815"/>
                    <a:gd name="connsiteY10" fmla="*/ 187325 h 581025"/>
                    <a:gd name="connsiteX11" fmla="*/ 257175 w 304815"/>
                    <a:gd name="connsiteY11" fmla="*/ 123825 h 581025"/>
                    <a:gd name="connsiteX12" fmla="*/ 225425 w 304815"/>
                    <a:gd name="connsiteY12" fmla="*/ 76200 h 581025"/>
                    <a:gd name="connsiteX13" fmla="*/ 155575 w 304815"/>
                    <a:gd name="connsiteY13" fmla="*/ 15875 h 581025"/>
                    <a:gd name="connsiteX14" fmla="*/ 139700 w 304815"/>
                    <a:gd name="connsiteY14" fmla="*/ 9525 h 581025"/>
                    <a:gd name="connsiteX15" fmla="*/ 123825 w 304815"/>
                    <a:gd name="connsiteY15" fmla="*/ 0 h 581025"/>
                    <a:gd name="connsiteX16" fmla="*/ 111125 w 304815"/>
                    <a:gd name="connsiteY16" fmla="*/ 3175 h 581025"/>
                    <a:gd name="connsiteX17" fmla="*/ 69850 w 304815"/>
                    <a:gd name="connsiteY17" fmla="*/ 0 h 581025"/>
                    <a:gd name="connsiteX0" fmla="*/ 69850 w 908599"/>
                    <a:gd name="connsiteY0" fmla="*/ 0 h 2095622"/>
                    <a:gd name="connsiteX1" fmla="*/ 69850 w 908599"/>
                    <a:gd name="connsiteY1" fmla="*/ 0 h 2095622"/>
                    <a:gd name="connsiteX2" fmla="*/ 50800 w 908599"/>
                    <a:gd name="connsiteY2" fmla="*/ 111125 h 2095622"/>
                    <a:gd name="connsiteX3" fmla="*/ 15875 w 908599"/>
                    <a:gd name="connsiteY3" fmla="*/ 263525 h 2095622"/>
                    <a:gd name="connsiteX4" fmla="*/ 0 w 908599"/>
                    <a:gd name="connsiteY4" fmla="*/ 396875 h 2095622"/>
                    <a:gd name="connsiteX5" fmla="*/ 85725 w 908599"/>
                    <a:gd name="connsiteY5" fmla="*/ 571500 h 2095622"/>
                    <a:gd name="connsiteX6" fmla="*/ 117475 w 908599"/>
                    <a:gd name="connsiteY6" fmla="*/ 581025 h 2095622"/>
                    <a:gd name="connsiteX7" fmla="*/ 206375 w 908599"/>
                    <a:gd name="connsiteY7" fmla="*/ 523875 h 2095622"/>
                    <a:gd name="connsiteX8" fmla="*/ 908050 w 908599"/>
                    <a:gd name="connsiteY8" fmla="*/ 2095500 h 2095622"/>
                    <a:gd name="connsiteX9" fmla="*/ 304800 w 908599"/>
                    <a:gd name="connsiteY9" fmla="*/ 330200 h 2095622"/>
                    <a:gd name="connsiteX10" fmla="*/ 288925 w 908599"/>
                    <a:gd name="connsiteY10" fmla="*/ 187325 h 2095622"/>
                    <a:gd name="connsiteX11" fmla="*/ 257175 w 908599"/>
                    <a:gd name="connsiteY11" fmla="*/ 123825 h 2095622"/>
                    <a:gd name="connsiteX12" fmla="*/ 225425 w 908599"/>
                    <a:gd name="connsiteY12" fmla="*/ 76200 h 2095622"/>
                    <a:gd name="connsiteX13" fmla="*/ 155575 w 908599"/>
                    <a:gd name="connsiteY13" fmla="*/ 15875 h 2095622"/>
                    <a:gd name="connsiteX14" fmla="*/ 139700 w 908599"/>
                    <a:gd name="connsiteY14" fmla="*/ 9525 h 2095622"/>
                    <a:gd name="connsiteX15" fmla="*/ 123825 w 908599"/>
                    <a:gd name="connsiteY15" fmla="*/ 0 h 2095622"/>
                    <a:gd name="connsiteX16" fmla="*/ 111125 w 908599"/>
                    <a:gd name="connsiteY16" fmla="*/ 3175 h 2095622"/>
                    <a:gd name="connsiteX17" fmla="*/ 69850 w 908599"/>
                    <a:gd name="connsiteY17" fmla="*/ 0 h 2095622"/>
                    <a:gd name="connsiteX0" fmla="*/ 69850 w 908599"/>
                    <a:gd name="connsiteY0" fmla="*/ 0 h 2246968"/>
                    <a:gd name="connsiteX1" fmla="*/ 69850 w 908599"/>
                    <a:gd name="connsiteY1" fmla="*/ 0 h 2246968"/>
                    <a:gd name="connsiteX2" fmla="*/ 50800 w 908599"/>
                    <a:gd name="connsiteY2" fmla="*/ 111125 h 2246968"/>
                    <a:gd name="connsiteX3" fmla="*/ 15875 w 908599"/>
                    <a:gd name="connsiteY3" fmla="*/ 263525 h 2246968"/>
                    <a:gd name="connsiteX4" fmla="*/ 0 w 908599"/>
                    <a:gd name="connsiteY4" fmla="*/ 396875 h 2246968"/>
                    <a:gd name="connsiteX5" fmla="*/ 85725 w 908599"/>
                    <a:gd name="connsiteY5" fmla="*/ 571500 h 2246968"/>
                    <a:gd name="connsiteX6" fmla="*/ 117475 w 908599"/>
                    <a:gd name="connsiteY6" fmla="*/ 581025 h 2246968"/>
                    <a:gd name="connsiteX7" fmla="*/ 784225 w 908599"/>
                    <a:gd name="connsiteY7" fmla="*/ 2143125 h 2246968"/>
                    <a:gd name="connsiteX8" fmla="*/ 908050 w 908599"/>
                    <a:gd name="connsiteY8" fmla="*/ 2095500 h 2246968"/>
                    <a:gd name="connsiteX9" fmla="*/ 304800 w 908599"/>
                    <a:gd name="connsiteY9" fmla="*/ 330200 h 2246968"/>
                    <a:gd name="connsiteX10" fmla="*/ 288925 w 908599"/>
                    <a:gd name="connsiteY10" fmla="*/ 187325 h 2246968"/>
                    <a:gd name="connsiteX11" fmla="*/ 257175 w 908599"/>
                    <a:gd name="connsiteY11" fmla="*/ 123825 h 2246968"/>
                    <a:gd name="connsiteX12" fmla="*/ 225425 w 908599"/>
                    <a:gd name="connsiteY12" fmla="*/ 76200 h 2246968"/>
                    <a:gd name="connsiteX13" fmla="*/ 155575 w 908599"/>
                    <a:gd name="connsiteY13" fmla="*/ 15875 h 2246968"/>
                    <a:gd name="connsiteX14" fmla="*/ 139700 w 908599"/>
                    <a:gd name="connsiteY14" fmla="*/ 9525 h 2246968"/>
                    <a:gd name="connsiteX15" fmla="*/ 123825 w 908599"/>
                    <a:gd name="connsiteY15" fmla="*/ 0 h 2246968"/>
                    <a:gd name="connsiteX16" fmla="*/ 111125 w 908599"/>
                    <a:gd name="connsiteY16" fmla="*/ 3175 h 2246968"/>
                    <a:gd name="connsiteX17" fmla="*/ 69850 w 908599"/>
                    <a:gd name="connsiteY17" fmla="*/ 0 h 2246968"/>
                    <a:gd name="connsiteX0" fmla="*/ 69850 w 1114427"/>
                    <a:gd name="connsiteY0" fmla="*/ 0 h 2246968"/>
                    <a:gd name="connsiteX1" fmla="*/ 69850 w 1114427"/>
                    <a:gd name="connsiteY1" fmla="*/ 0 h 2246968"/>
                    <a:gd name="connsiteX2" fmla="*/ 50800 w 1114427"/>
                    <a:gd name="connsiteY2" fmla="*/ 111125 h 2246968"/>
                    <a:gd name="connsiteX3" fmla="*/ 15875 w 1114427"/>
                    <a:gd name="connsiteY3" fmla="*/ 263525 h 2246968"/>
                    <a:gd name="connsiteX4" fmla="*/ 0 w 1114427"/>
                    <a:gd name="connsiteY4" fmla="*/ 396875 h 2246968"/>
                    <a:gd name="connsiteX5" fmla="*/ 85725 w 1114427"/>
                    <a:gd name="connsiteY5" fmla="*/ 571500 h 2246968"/>
                    <a:gd name="connsiteX6" fmla="*/ 117475 w 1114427"/>
                    <a:gd name="connsiteY6" fmla="*/ 581025 h 2246968"/>
                    <a:gd name="connsiteX7" fmla="*/ 784225 w 1114427"/>
                    <a:gd name="connsiteY7" fmla="*/ 2143125 h 2246968"/>
                    <a:gd name="connsiteX8" fmla="*/ 908050 w 1114427"/>
                    <a:gd name="connsiteY8" fmla="*/ 2095500 h 2246968"/>
                    <a:gd name="connsiteX9" fmla="*/ 1114425 w 1114427"/>
                    <a:gd name="connsiteY9" fmla="*/ 2009775 h 2246968"/>
                    <a:gd name="connsiteX10" fmla="*/ 288925 w 1114427"/>
                    <a:gd name="connsiteY10" fmla="*/ 187325 h 2246968"/>
                    <a:gd name="connsiteX11" fmla="*/ 257175 w 1114427"/>
                    <a:gd name="connsiteY11" fmla="*/ 123825 h 2246968"/>
                    <a:gd name="connsiteX12" fmla="*/ 225425 w 1114427"/>
                    <a:gd name="connsiteY12" fmla="*/ 76200 h 2246968"/>
                    <a:gd name="connsiteX13" fmla="*/ 155575 w 1114427"/>
                    <a:gd name="connsiteY13" fmla="*/ 15875 h 2246968"/>
                    <a:gd name="connsiteX14" fmla="*/ 139700 w 1114427"/>
                    <a:gd name="connsiteY14" fmla="*/ 9525 h 2246968"/>
                    <a:gd name="connsiteX15" fmla="*/ 123825 w 1114427"/>
                    <a:gd name="connsiteY15" fmla="*/ 0 h 2246968"/>
                    <a:gd name="connsiteX16" fmla="*/ 111125 w 1114427"/>
                    <a:gd name="connsiteY16" fmla="*/ 3175 h 2246968"/>
                    <a:gd name="connsiteX17" fmla="*/ 69850 w 1114427"/>
                    <a:gd name="connsiteY17" fmla="*/ 0 h 2246968"/>
                    <a:gd name="connsiteX0" fmla="*/ 69850 w 1114427"/>
                    <a:gd name="connsiteY0" fmla="*/ 0 h 2225485"/>
                    <a:gd name="connsiteX1" fmla="*/ 69850 w 1114427"/>
                    <a:gd name="connsiteY1" fmla="*/ 0 h 2225485"/>
                    <a:gd name="connsiteX2" fmla="*/ 50800 w 1114427"/>
                    <a:gd name="connsiteY2" fmla="*/ 111125 h 2225485"/>
                    <a:gd name="connsiteX3" fmla="*/ 15875 w 1114427"/>
                    <a:gd name="connsiteY3" fmla="*/ 263525 h 2225485"/>
                    <a:gd name="connsiteX4" fmla="*/ 0 w 1114427"/>
                    <a:gd name="connsiteY4" fmla="*/ 396875 h 2225485"/>
                    <a:gd name="connsiteX5" fmla="*/ 85725 w 1114427"/>
                    <a:gd name="connsiteY5" fmla="*/ 571500 h 2225485"/>
                    <a:gd name="connsiteX6" fmla="*/ 117475 w 1114427"/>
                    <a:gd name="connsiteY6" fmla="*/ 581025 h 2225485"/>
                    <a:gd name="connsiteX7" fmla="*/ 254000 w 1114427"/>
                    <a:gd name="connsiteY7" fmla="*/ 873124 h 2225485"/>
                    <a:gd name="connsiteX8" fmla="*/ 784225 w 1114427"/>
                    <a:gd name="connsiteY8" fmla="*/ 2143125 h 2225485"/>
                    <a:gd name="connsiteX9" fmla="*/ 908050 w 1114427"/>
                    <a:gd name="connsiteY9" fmla="*/ 2095500 h 2225485"/>
                    <a:gd name="connsiteX10" fmla="*/ 1114425 w 1114427"/>
                    <a:gd name="connsiteY10" fmla="*/ 2009775 h 2225485"/>
                    <a:gd name="connsiteX11" fmla="*/ 288925 w 1114427"/>
                    <a:gd name="connsiteY11" fmla="*/ 187325 h 2225485"/>
                    <a:gd name="connsiteX12" fmla="*/ 257175 w 1114427"/>
                    <a:gd name="connsiteY12" fmla="*/ 123825 h 2225485"/>
                    <a:gd name="connsiteX13" fmla="*/ 225425 w 1114427"/>
                    <a:gd name="connsiteY13" fmla="*/ 76200 h 2225485"/>
                    <a:gd name="connsiteX14" fmla="*/ 155575 w 1114427"/>
                    <a:gd name="connsiteY14" fmla="*/ 15875 h 2225485"/>
                    <a:gd name="connsiteX15" fmla="*/ 139700 w 1114427"/>
                    <a:gd name="connsiteY15" fmla="*/ 9525 h 2225485"/>
                    <a:gd name="connsiteX16" fmla="*/ 123825 w 1114427"/>
                    <a:gd name="connsiteY16" fmla="*/ 0 h 2225485"/>
                    <a:gd name="connsiteX17" fmla="*/ 111125 w 1114427"/>
                    <a:gd name="connsiteY17" fmla="*/ 3175 h 2225485"/>
                    <a:gd name="connsiteX18" fmla="*/ 69850 w 1114427"/>
                    <a:gd name="connsiteY18" fmla="*/ 0 h 2225485"/>
                    <a:gd name="connsiteX0" fmla="*/ 69850 w 1114427"/>
                    <a:gd name="connsiteY0" fmla="*/ 0 h 2212910"/>
                    <a:gd name="connsiteX1" fmla="*/ 69850 w 1114427"/>
                    <a:gd name="connsiteY1" fmla="*/ 0 h 2212910"/>
                    <a:gd name="connsiteX2" fmla="*/ 50800 w 1114427"/>
                    <a:gd name="connsiteY2" fmla="*/ 111125 h 2212910"/>
                    <a:gd name="connsiteX3" fmla="*/ 15875 w 1114427"/>
                    <a:gd name="connsiteY3" fmla="*/ 263525 h 2212910"/>
                    <a:gd name="connsiteX4" fmla="*/ 0 w 1114427"/>
                    <a:gd name="connsiteY4" fmla="*/ 396875 h 2212910"/>
                    <a:gd name="connsiteX5" fmla="*/ 85725 w 1114427"/>
                    <a:gd name="connsiteY5" fmla="*/ 571500 h 2212910"/>
                    <a:gd name="connsiteX6" fmla="*/ 117475 w 1114427"/>
                    <a:gd name="connsiteY6" fmla="*/ 581025 h 2212910"/>
                    <a:gd name="connsiteX7" fmla="*/ 254000 w 1114427"/>
                    <a:gd name="connsiteY7" fmla="*/ 873124 h 2212910"/>
                    <a:gd name="connsiteX8" fmla="*/ 327025 w 1114427"/>
                    <a:gd name="connsiteY8" fmla="*/ 1044575 h 2212910"/>
                    <a:gd name="connsiteX9" fmla="*/ 784225 w 1114427"/>
                    <a:gd name="connsiteY9" fmla="*/ 2143125 h 2212910"/>
                    <a:gd name="connsiteX10" fmla="*/ 908050 w 1114427"/>
                    <a:gd name="connsiteY10" fmla="*/ 2095500 h 2212910"/>
                    <a:gd name="connsiteX11" fmla="*/ 1114425 w 1114427"/>
                    <a:gd name="connsiteY11" fmla="*/ 2009775 h 2212910"/>
                    <a:gd name="connsiteX12" fmla="*/ 288925 w 1114427"/>
                    <a:gd name="connsiteY12" fmla="*/ 187325 h 2212910"/>
                    <a:gd name="connsiteX13" fmla="*/ 257175 w 1114427"/>
                    <a:gd name="connsiteY13" fmla="*/ 123825 h 2212910"/>
                    <a:gd name="connsiteX14" fmla="*/ 225425 w 1114427"/>
                    <a:gd name="connsiteY14" fmla="*/ 76200 h 2212910"/>
                    <a:gd name="connsiteX15" fmla="*/ 155575 w 1114427"/>
                    <a:gd name="connsiteY15" fmla="*/ 15875 h 2212910"/>
                    <a:gd name="connsiteX16" fmla="*/ 139700 w 1114427"/>
                    <a:gd name="connsiteY16" fmla="*/ 9525 h 2212910"/>
                    <a:gd name="connsiteX17" fmla="*/ 123825 w 1114427"/>
                    <a:gd name="connsiteY17" fmla="*/ 0 h 2212910"/>
                    <a:gd name="connsiteX18" fmla="*/ 111125 w 1114427"/>
                    <a:gd name="connsiteY18" fmla="*/ 3175 h 2212910"/>
                    <a:gd name="connsiteX19" fmla="*/ 69850 w 1114427"/>
                    <a:gd name="connsiteY19" fmla="*/ 0 h 2212910"/>
                    <a:gd name="connsiteX0" fmla="*/ 69850 w 1114427"/>
                    <a:gd name="connsiteY0" fmla="*/ 0 h 2182177"/>
                    <a:gd name="connsiteX1" fmla="*/ 69850 w 1114427"/>
                    <a:gd name="connsiteY1" fmla="*/ 0 h 2182177"/>
                    <a:gd name="connsiteX2" fmla="*/ 50800 w 1114427"/>
                    <a:gd name="connsiteY2" fmla="*/ 111125 h 2182177"/>
                    <a:gd name="connsiteX3" fmla="*/ 15875 w 1114427"/>
                    <a:gd name="connsiteY3" fmla="*/ 263525 h 2182177"/>
                    <a:gd name="connsiteX4" fmla="*/ 0 w 1114427"/>
                    <a:gd name="connsiteY4" fmla="*/ 396875 h 2182177"/>
                    <a:gd name="connsiteX5" fmla="*/ 85725 w 1114427"/>
                    <a:gd name="connsiteY5" fmla="*/ 571500 h 2182177"/>
                    <a:gd name="connsiteX6" fmla="*/ 117475 w 1114427"/>
                    <a:gd name="connsiteY6" fmla="*/ 581025 h 2182177"/>
                    <a:gd name="connsiteX7" fmla="*/ 254000 w 1114427"/>
                    <a:gd name="connsiteY7" fmla="*/ 873124 h 2182177"/>
                    <a:gd name="connsiteX8" fmla="*/ 327025 w 1114427"/>
                    <a:gd name="connsiteY8" fmla="*/ 1044575 h 2182177"/>
                    <a:gd name="connsiteX9" fmla="*/ 488950 w 1114427"/>
                    <a:gd name="connsiteY9" fmla="*/ 1466850 h 2182177"/>
                    <a:gd name="connsiteX10" fmla="*/ 784225 w 1114427"/>
                    <a:gd name="connsiteY10" fmla="*/ 2143125 h 2182177"/>
                    <a:gd name="connsiteX11" fmla="*/ 908050 w 1114427"/>
                    <a:gd name="connsiteY11" fmla="*/ 2095500 h 2182177"/>
                    <a:gd name="connsiteX12" fmla="*/ 1114425 w 1114427"/>
                    <a:gd name="connsiteY12" fmla="*/ 2009775 h 2182177"/>
                    <a:gd name="connsiteX13" fmla="*/ 288925 w 1114427"/>
                    <a:gd name="connsiteY13" fmla="*/ 187325 h 2182177"/>
                    <a:gd name="connsiteX14" fmla="*/ 257175 w 1114427"/>
                    <a:gd name="connsiteY14" fmla="*/ 123825 h 2182177"/>
                    <a:gd name="connsiteX15" fmla="*/ 225425 w 1114427"/>
                    <a:gd name="connsiteY15" fmla="*/ 76200 h 2182177"/>
                    <a:gd name="connsiteX16" fmla="*/ 155575 w 1114427"/>
                    <a:gd name="connsiteY16" fmla="*/ 15875 h 2182177"/>
                    <a:gd name="connsiteX17" fmla="*/ 139700 w 1114427"/>
                    <a:gd name="connsiteY17" fmla="*/ 9525 h 2182177"/>
                    <a:gd name="connsiteX18" fmla="*/ 123825 w 1114427"/>
                    <a:gd name="connsiteY18" fmla="*/ 0 h 2182177"/>
                    <a:gd name="connsiteX19" fmla="*/ 111125 w 1114427"/>
                    <a:gd name="connsiteY19" fmla="*/ 3175 h 2182177"/>
                    <a:gd name="connsiteX20" fmla="*/ 69850 w 1114427"/>
                    <a:gd name="connsiteY20" fmla="*/ 0 h 2182177"/>
                    <a:gd name="connsiteX0" fmla="*/ 69850 w 1114427"/>
                    <a:gd name="connsiteY0" fmla="*/ 0 h 2181033"/>
                    <a:gd name="connsiteX1" fmla="*/ 69850 w 1114427"/>
                    <a:gd name="connsiteY1" fmla="*/ 0 h 2181033"/>
                    <a:gd name="connsiteX2" fmla="*/ 50800 w 1114427"/>
                    <a:gd name="connsiteY2" fmla="*/ 111125 h 2181033"/>
                    <a:gd name="connsiteX3" fmla="*/ 15875 w 1114427"/>
                    <a:gd name="connsiteY3" fmla="*/ 263525 h 2181033"/>
                    <a:gd name="connsiteX4" fmla="*/ 0 w 1114427"/>
                    <a:gd name="connsiteY4" fmla="*/ 396875 h 2181033"/>
                    <a:gd name="connsiteX5" fmla="*/ 85725 w 1114427"/>
                    <a:gd name="connsiteY5" fmla="*/ 571500 h 2181033"/>
                    <a:gd name="connsiteX6" fmla="*/ 117475 w 1114427"/>
                    <a:gd name="connsiteY6" fmla="*/ 581025 h 2181033"/>
                    <a:gd name="connsiteX7" fmla="*/ 254000 w 1114427"/>
                    <a:gd name="connsiteY7" fmla="*/ 873124 h 2181033"/>
                    <a:gd name="connsiteX8" fmla="*/ 327025 w 1114427"/>
                    <a:gd name="connsiteY8" fmla="*/ 1044575 h 2181033"/>
                    <a:gd name="connsiteX9" fmla="*/ 161925 w 1114427"/>
                    <a:gd name="connsiteY9" fmla="*/ 1482725 h 2181033"/>
                    <a:gd name="connsiteX10" fmla="*/ 784225 w 1114427"/>
                    <a:gd name="connsiteY10" fmla="*/ 2143125 h 2181033"/>
                    <a:gd name="connsiteX11" fmla="*/ 908050 w 1114427"/>
                    <a:gd name="connsiteY11" fmla="*/ 2095500 h 2181033"/>
                    <a:gd name="connsiteX12" fmla="*/ 1114425 w 1114427"/>
                    <a:gd name="connsiteY12" fmla="*/ 2009775 h 2181033"/>
                    <a:gd name="connsiteX13" fmla="*/ 288925 w 1114427"/>
                    <a:gd name="connsiteY13" fmla="*/ 187325 h 2181033"/>
                    <a:gd name="connsiteX14" fmla="*/ 257175 w 1114427"/>
                    <a:gd name="connsiteY14" fmla="*/ 123825 h 2181033"/>
                    <a:gd name="connsiteX15" fmla="*/ 225425 w 1114427"/>
                    <a:gd name="connsiteY15" fmla="*/ 76200 h 2181033"/>
                    <a:gd name="connsiteX16" fmla="*/ 155575 w 1114427"/>
                    <a:gd name="connsiteY16" fmla="*/ 15875 h 2181033"/>
                    <a:gd name="connsiteX17" fmla="*/ 139700 w 1114427"/>
                    <a:gd name="connsiteY17" fmla="*/ 9525 h 2181033"/>
                    <a:gd name="connsiteX18" fmla="*/ 123825 w 1114427"/>
                    <a:gd name="connsiteY18" fmla="*/ 0 h 2181033"/>
                    <a:gd name="connsiteX19" fmla="*/ 111125 w 1114427"/>
                    <a:gd name="connsiteY19" fmla="*/ 3175 h 2181033"/>
                    <a:gd name="connsiteX20" fmla="*/ 69850 w 1114427"/>
                    <a:gd name="connsiteY20" fmla="*/ 0 h 2181033"/>
                    <a:gd name="connsiteX0" fmla="*/ 69850 w 1114427"/>
                    <a:gd name="connsiteY0" fmla="*/ 0 h 2095636"/>
                    <a:gd name="connsiteX1" fmla="*/ 69850 w 1114427"/>
                    <a:gd name="connsiteY1" fmla="*/ 0 h 2095636"/>
                    <a:gd name="connsiteX2" fmla="*/ 50800 w 1114427"/>
                    <a:gd name="connsiteY2" fmla="*/ 111125 h 2095636"/>
                    <a:gd name="connsiteX3" fmla="*/ 15875 w 1114427"/>
                    <a:gd name="connsiteY3" fmla="*/ 263525 h 2095636"/>
                    <a:gd name="connsiteX4" fmla="*/ 0 w 1114427"/>
                    <a:gd name="connsiteY4" fmla="*/ 396875 h 2095636"/>
                    <a:gd name="connsiteX5" fmla="*/ 85725 w 1114427"/>
                    <a:gd name="connsiteY5" fmla="*/ 571500 h 2095636"/>
                    <a:gd name="connsiteX6" fmla="*/ 117475 w 1114427"/>
                    <a:gd name="connsiteY6" fmla="*/ 581025 h 2095636"/>
                    <a:gd name="connsiteX7" fmla="*/ 254000 w 1114427"/>
                    <a:gd name="connsiteY7" fmla="*/ 873124 h 2095636"/>
                    <a:gd name="connsiteX8" fmla="*/ 327025 w 1114427"/>
                    <a:gd name="connsiteY8" fmla="*/ 1044575 h 2095636"/>
                    <a:gd name="connsiteX9" fmla="*/ 161925 w 1114427"/>
                    <a:gd name="connsiteY9" fmla="*/ 1482725 h 2095636"/>
                    <a:gd name="connsiteX10" fmla="*/ 415925 w 1114427"/>
                    <a:gd name="connsiteY10" fmla="*/ 809625 h 2095636"/>
                    <a:gd name="connsiteX11" fmla="*/ 908050 w 1114427"/>
                    <a:gd name="connsiteY11" fmla="*/ 2095500 h 2095636"/>
                    <a:gd name="connsiteX12" fmla="*/ 1114425 w 1114427"/>
                    <a:gd name="connsiteY12" fmla="*/ 2009775 h 2095636"/>
                    <a:gd name="connsiteX13" fmla="*/ 288925 w 1114427"/>
                    <a:gd name="connsiteY13" fmla="*/ 187325 h 2095636"/>
                    <a:gd name="connsiteX14" fmla="*/ 257175 w 1114427"/>
                    <a:gd name="connsiteY14" fmla="*/ 123825 h 2095636"/>
                    <a:gd name="connsiteX15" fmla="*/ 225425 w 1114427"/>
                    <a:gd name="connsiteY15" fmla="*/ 76200 h 2095636"/>
                    <a:gd name="connsiteX16" fmla="*/ 155575 w 1114427"/>
                    <a:gd name="connsiteY16" fmla="*/ 15875 h 2095636"/>
                    <a:gd name="connsiteX17" fmla="*/ 139700 w 1114427"/>
                    <a:gd name="connsiteY17" fmla="*/ 9525 h 2095636"/>
                    <a:gd name="connsiteX18" fmla="*/ 123825 w 1114427"/>
                    <a:gd name="connsiteY18" fmla="*/ 0 h 2095636"/>
                    <a:gd name="connsiteX19" fmla="*/ 111125 w 1114427"/>
                    <a:gd name="connsiteY19" fmla="*/ 3175 h 2095636"/>
                    <a:gd name="connsiteX20" fmla="*/ 69850 w 1114427"/>
                    <a:gd name="connsiteY20" fmla="*/ 0 h 2095636"/>
                    <a:gd name="connsiteX0" fmla="*/ 338614 w 1383191"/>
                    <a:gd name="connsiteY0" fmla="*/ 0 h 2095636"/>
                    <a:gd name="connsiteX1" fmla="*/ 338614 w 1383191"/>
                    <a:gd name="connsiteY1" fmla="*/ 0 h 2095636"/>
                    <a:gd name="connsiteX2" fmla="*/ 319564 w 1383191"/>
                    <a:gd name="connsiteY2" fmla="*/ 111125 h 2095636"/>
                    <a:gd name="connsiteX3" fmla="*/ 284639 w 1383191"/>
                    <a:gd name="connsiteY3" fmla="*/ 263525 h 2095636"/>
                    <a:gd name="connsiteX4" fmla="*/ 268764 w 1383191"/>
                    <a:gd name="connsiteY4" fmla="*/ 396875 h 2095636"/>
                    <a:gd name="connsiteX5" fmla="*/ 354489 w 1383191"/>
                    <a:gd name="connsiteY5" fmla="*/ 571500 h 2095636"/>
                    <a:gd name="connsiteX6" fmla="*/ 386239 w 1383191"/>
                    <a:gd name="connsiteY6" fmla="*/ 581025 h 2095636"/>
                    <a:gd name="connsiteX7" fmla="*/ 522764 w 1383191"/>
                    <a:gd name="connsiteY7" fmla="*/ 873124 h 2095636"/>
                    <a:gd name="connsiteX8" fmla="*/ 8414 w 1383191"/>
                    <a:gd name="connsiteY8" fmla="*/ 1927225 h 2095636"/>
                    <a:gd name="connsiteX9" fmla="*/ 430689 w 1383191"/>
                    <a:gd name="connsiteY9" fmla="*/ 1482725 h 2095636"/>
                    <a:gd name="connsiteX10" fmla="*/ 684689 w 1383191"/>
                    <a:gd name="connsiteY10" fmla="*/ 809625 h 2095636"/>
                    <a:gd name="connsiteX11" fmla="*/ 1176814 w 1383191"/>
                    <a:gd name="connsiteY11" fmla="*/ 2095500 h 2095636"/>
                    <a:gd name="connsiteX12" fmla="*/ 1383189 w 1383191"/>
                    <a:gd name="connsiteY12" fmla="*/ 2009775 h 2095636"/>
                    <a:gd name="connsiteX13" fmla="*/ 557689 w 1383191"/>
                    <a:gd name="connsiteY13" fmla="*/ 187325 h 2095636"/>
                    <a:gd name="connsiteX14" fmla="*/ 525939 w 1383191"/>
                    <a:gd name="connsiteY14" fmla="*/ 123825 h 2095636"/>
                    <a:gd name="connsiteX15" fmla="*/ 494189 w 1383191"/>
                    <a:gd name="connsiteY15" fmla="*/ 76200 h 2095636"/>
                    <a:gd name="connsiteX16" fmla="*/ 424339 w 1383191"/>
                    <a:gd name="connsiteY16" fmla="*/ 15875 h 2095636"/>
                    <a:gd name="connsiteX17" fmla="*/ 408464 w 1383191"/>
                    <a:gd name="connsiteY17" fmla="*/ 9525 h 2095636"/>
                    <a:gd name="connsiteX18" fmla="*/ 392589 w 1383191"/>
                    <a:gd name="connsiteY18" fmla="*/ 0 h 2095636"/>
                    <a:gd name="connsiteX19" fmla="*/ 379889 w 1383191"/>
                    <a:gd name="connsiteY19" fmla="*/ 3175 h 2095636"/>
                    <a:gd name="connsiteX20" fmla="*/ 338614 w 1383191"/>
                    <a:gd name="connsiteY20" fmla="*/ 0 h 2095636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92588 w 1391090"/>
                    <a:gd name="connsiteY10" fmla="*/ 809625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88"/>
                    <a:gd name="connsiteY0" fmla="*/ 0 h 2132487"/>
                    <a:gd name="connsiteX1" fmla="*/ 346513 w 1391088"/>
                    <a:gd name="connsiteY1" fmla="*/ 0 h 2132487"/>
                    <a:gd name="connsiteX2" fmla="*/ 327463 w 1391088"/>
                    <a:gd name="connsiteY2" fmla="*/ 111125 h 2132487"/>
                    <a:gd name="connsiteX3" fmla="*/ 292538 w 1391088"/>
                    <a:gd name="connsiteY3" fmla="*/ 263525 h 2132487"/>
                    <a:gd name="connsiteX4" fmla="*/ 276663 w 1391088"/>
                    <a:gd name="connsiteY4" fmla="*/ 396875 h 2132487"/>
                    <a:gd name="connsiteX5" fmla="*/ 362388 w 1391088"/>
                    <a:gd name="connsiteY5" fmla="*/ 571500 h 2132487"/>
                    <a:gd name="connsiteX6" fmla="*/ 394138 w 1391088"/>
                    <a:gd name="connsiteY6" fmla="*/ 581025 h 2132487"/>
                    <a:gd name="connsiteX7" fmla="*/ 194113 w 1391088"/>
                    <a:gd name="connsiteY7" fmla="*/ 2124074 h 2132487"/>
                    <a:gd name="connsiteX8" fmla="*/ 16313 w 1391088"/>
                    <a:gd name="connsiteY8" fmla="*/ 1927225 h 2132487"/>
                    <a:gd name="connsiteX9" fmla="*/ 438588 w 1391088"/>
                    <a:gd name="connsiteY9" fmla="*/ 1482725 h 2132487"/>
                    <a:gd name="connsiteX10" fmla="*/ 622738 w 1391088"/>
                    <a:gd name="connsiteY10" fmla="*/ 952500 h 2132487"/>
                    <a:gd name="connsiteX11" fmla="*/ 705288 w 1391088"/>
                    <a:gd name="connsiteY11" fmla="*/ 654050 h 2132487"/>
                    <a:gd name="connsiteX12" fmla="*/ 1391088 w 1391088"/>
                    <a:gd name="connsiteY12" fmla="*/ 2009775 h 2132487"/>
                    <a:gd name="connsiteX13" fmla="*/ 565588 w 1391088"/>
                    <a:gd name="connsiteY13" fmla="*/ 187325 h 2132487"/>
                    <a:gd name="connsiteX14" fmla="*/ 533838 w 1391088"/>
                    <a:gd name="connsiteY14" fmla="*/ 123825 h 2132487"/>
                    <a:gd name="connsiteX15" fmla="*/ 502088 w 1391088"/>
                    <a:gd name="connsiteY15" fmla="*/ 76200 h 2132487"/>
                    <a:gd name="connsiteX16" fmla="*/ 432238 w 1391088"/>
                    <a:gd name="connsiteY16" fmla="*/ 15875 h 2132487"/>
                    <a:gd name="connsiteX17" fmla="*/ 416363 w 1391088"/>
                    <a:gd name="connsiteY17" fmla="*/ 9525 h 2132487"/>
                    <a:gd name="connsiteX18" fmla="*/ 400488 w 1391088"/>
                    <a:gd name="connsiteY18" fmla="*/ 0 h 2132487"/>
                    <a:gd name="connsiteX19" fmla="*/ 387788 w 1391088"/>
                    <a:gd name="connsiteY19" fmla="*/ 3175 h 2132487"/>
                    <a:gd name="connsiteX20" fmla="*/ 346513 w 1391088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65588 w 712105"/>
                    <a:gd name="connsiteY13" fmla="*/ 187325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603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419312 w 784904"/>
                    <a:gd name="connsiteY0" fmla="*/ 0 h 2132487"/>
                    <a:gd name="connsiteX1" fmla="*/ 419312 w 784904"/>
                    <a:gd name="connsiteY1" fmla="*/ 0 h 2132487"/>
                    <a:gd name="connsiteX2" fmla="*/ 400262 w 784904"/>
                    <a:gd name="connsiteY2" fmla="*/ 111125 h 2132487"/>
                    <a:gd name="connsiteX3" fmla="*/ 365337 w 784904"/>
                    <a:gd name="connsiteY3" fmla="*/ 263525 h 2132487"/>
                    <a:gd name="connsiteX4" fmla="*/ 349462 w 784904"/>
                    <a:gd name="connsiteY4" fmla="*/ 396875 h 2132487"/>
                    <a:gd name="connsiteX5" fmla="*/ 435187 w 784904"/>
                    <a:gd name="connsiteY5" fmla="*/ 571500 h 2132487"/>
                    <a:gd name="connsiteX6" fmla="*/ 212 w 784904"/>
                    <a:gd name="connsiteY6" fmla="*/ 2066925 h 2132487"/>
                    <a:gd name="connsiteX7" fmla="*/ 266912 w 784904"/>
                    <a:gd name="connsiteY7" fmla="*/ 2124074 h 2132487"/>
                    <a:gd name="connsiteX8" fmla="*/ 89112 w 784904"/>
                    <a:gd name="connsiteY8" fmla="*/ 1927225 h 2132487"/>
                    <a:gd name="connsiteX9" fmla="*/ 511387 w 784904"/>
                    <a:gd name="connsiteY9" fmla="*/ 1482725 h 2132487"/>
                    <a:gd name="connsiteX10" fmla="*/ 695537 w 784904"/>
                    <a:gd name="connsiteY10" fmla="*/ 952500 h 2132487"/>
                    <a:gd name="connsiteX11" fmla="*/ 778087 w 784904"/>
                    <a:gd name="connsiteY11" fmla="*/ 654050 h 2132487"/>
                    <a:gd name="connsiteX12" fmla="*/ 762212 w 784904"/>
                    <a:gd name="connsiteY12" fmla="*/ 571500 h 2132487"/>
                    <a:gd name="connsiteX13" fmla="*/ 625687 w 784904"/>
                    <a:gd name="connsiteY13" fmla="*/ 457200 h 2132487"/>
                    <a:gd name="connsiteX14" fmla="*/ 546312 w 784904"/>
                    <a:gd name="connsiteY14" fmla="*/ 241300 h 2132487"/>
                    <a:gd name="connsiteX15" fmla="*/ 489162 w 784904"/>
                    <a:gd name="connsiteY15" fmla="*/ 127000 h 2132487"/>
                    <a:gd name="connsiteX16" fmla="*/ 505037 w 784904"/>
                    <a:gd name="connsiteY16" fmla="*/ 15875 h 2132487"/>
                    <a:gd name="connsiteX17" fmla="*/ 489162 w 784904"/>
                    <a:gd name="connsiteY17" fmla="*/ 60325 h 2132487"/>
                    <a:gd name="connsiteX18" fmla="*/ 473287 w 784904"/>
                    <a:gd name="connsiteY18" fmla="*/ 0 h 2132487"/>
                    <a:gd name="connsiteX19" fmla="*/ 460587 w 784904"/>
                    <a:gd name="connsiteY19" fmla="*/ 3175 h 2132487"/>
                    <a:gd name="connsiteX20" fmla="*/ 419312 w 784904"/>
                    <a:gd name="connsiteY20" fmla="*/ 0 h 2132487"/>
                    <a:gd name="connsiteX0" fmla="*/ 531181 w 896773"/>
                    <a:gd name="connsiteY0" fmla="*/ 0 h 2132487"/>
                    <a:gd name="connsiteX1" fmla="*/ 531181 w 896773"/>
                    <a:gd name="connsiteY1" fmla="*/ 0 h 2132487"/>
                    <a:gd name="connsiteX2" fmla="*/ 512131 w 896773"/>
                    <a:gd name="connsiteY2" fmla="*/ 111125 h 2132487"/>
                    <a:gd name="connsiteX3" fmla="*/ 477206 w 896773"/>
                    <a:gd name="connsiteY3" fmla="*/ 263525 h 2132487"/>
                    <a:gd name="connsiteX4" fmla="*/ 461331 w 896773"/>
                    <a:gd name="connsiteY4" fmla="*/ 396875 h 2132487"/>
                    <a:gd name="connsiteX5" fmla="*/ 13656 w 896773"/>
                    <a:gd name="connsiteY5" fmla="*/ 1971675 h 2132487"/>
                    <a:gd name="connsiteX6" fmla="*/ 112081 w 896773"/>
                    <a:gd name="connsiteY6" fmla="*/ 2066925 h 2132487"/>
                    <a:gd name="connsiteX7" fmla="*/ 378781 w 896773"/>
                    <a:gd name="connsiteY7" fmla="*/ 2124074 h 2132487"/>
                    <a:gd name="connsiteX8" fmla="*/ 200981 w 896773"/>
                    <a:gd name="connsiteY8" fmla="*/ 1927225 h 2132487"/>
                    <a:gd name="connsiteX9" fmla="*/ 623256 w 896773"/>
                    <a:gd name="connsiteY9" fmla="*/ 1482725 h 2132487"/>
                    <a:gd name="connsiteX10" fmla="*/ 807406 w 896773"/>
                    <a:gd name="connsiteY10" fmla="*/ 952500 h 2132487"/>
                    <a:gd name="connsiteX11" fmla="*/ 889956 w 896773"/>
                    <a:gd name="connsiteY11" fmla="*/ 654050 h 2132487"/>
                    <a:gd name="connsiteX12" fmla="*/ 874081 w 896773"/>
                    <a:gd name="connsiteY12" fmla="*/ 571500 h 2132487"/>
                    <a:gd name="connsiteX13" fmla="*/ 737556 w 896773"/>
                    <a:gd name="connsiteY13" fmla="*/ 457200 h 2132487"/>
                    <a:gd name="connsiteX14" fmla="*/ 658181 w 896773"/>
                    <a:gd name="connsiteY14" fmla="*/ 241300 h 2132487"/>
                    <a:gd name="connsiteX15" fmla="*/ 601031 w 896773"/>
                    <a:gd name="connsiteY15" fmla="*/ 127000 h 2132487"/>
                    <a:gd name="connsiteX16" fmla="*/ 616906 w 896773"/>
                    <a:gd name="connsiteY16" fmla="*/ 15875 h 2132487"/>
                    <a:gd name="connsiteX17" fmla="*/ 601031 w 896773"/>
                    <a:gd name="connsiteY17" fmla="*/ 60325 h 2132487"/>
                    <a:gd name="connsiteX18" fmla="*/ 585156 w 896773"/>
                    <a:gd name="connsiteY18" fmla="*/ 0 h 2132487"/>
                    <a:gd name="connsiteX19" fmla="*/ 572456 w 896773"/>
                    <a:gd name="connsiteY19" fmla="*/ 3175 h 2132487"/>
                    <a:gd name="connsiteX20" fmla="*/ 531181 w 896773"/>
                    <a:gd name="connsiteY20" fmla="*/ 0 h 2132487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98942 w 883584"/>
                    <a:gd name="connsiteY2" fmla="*/ 111125 h 2132487"/>
                    <a:gd name="connsiteX3" fmla="*/ 464017 w 883584"/>
                    <a:gd name="connsiteY3" fmla="*/ 263525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17992 w 883584"/>
                    <a:gd name="connsiteY0" fmla="*/ 15815 h 2148302"/>
                    <a:gd name="connsiteX1" fmla="*/ 517992 w 883584"/>
                    <a:gd name="connsiteY1" fmla="*/ 15815 h 2148302"/>
                    <a:gd name="connsiteX2" fmla="*/ 498942 w 883584"/>
                    <a:gd name="connsiteY2" fmla="*/ 126940 h 2148302"/>
                    <a:gd name="connsiteX3" fmla="*/ 390992 w 883584"/>
                    <a:gd name="connsiteY3" fmla="*/ 1368365 h 2148302"/>
                    <a:gd name="connsiteX4" fmla="*/ 146517 w 883584"/>
                    <a:gd name="connsiteY4" fmla="*/ 1638240 h 2148302"/>
                    <a:gd name="connsiteX5" fmla="*/ 467 w 883584"/>
                    <a:gd name="connsiteY5" fmla="*/ 1987490 h 2148302"/>
                    <a:gd name="connsiteX6" fmla="*/ 98892 w 883584"/>
                    <a:gd name="connsiteY6" fmla="*/ 2082740 h 2148302"/>
                    <a:gd name="connsiteX7" fmla="*/ 365592 w 883584"/>
                    <a:gd name="connsiteY7" fmla="*/ 2139889 h 2148302"/>
                    <a:gd name="connsiteX8" fmla="*/ 187792 w 883584"/>
                    <a:gd name="connsiteY8" fmla="*/ 1943040 h 2148302"/>
                    <a:gd name="connsiteX9" fmla="*/ 610067 w 883584"/>
                    <a:gd name="connsiteY9" fmla="*/ 1498540 h 2148302"/>
                    <a:gd name="connsiteX10" fmla="*/ 794217 w 883584"/>
                    <a:gd name="connsiteY10" fmla="*/ 968315 h 2148302"/>
                    <a:gd name="connsiteX11" fmla="*/ 876767 w 883584"/>
                    <a:gd name="connsiteY11" fmla="*/ 669865 h 2148302"/>
                    <a:gd name="connsiteX12" fmla="*/ 860892 w 883584"/>
                    <a:gd name="connsiteY12" fmla="*/ 587315 h 2148302"/>
                    <a:gd name="connsiteX13" fmla="*/ 724367 w 883584"/>
                    <a:gd name="connsiteY13" fmla="*/ 473015 h 2148302"/>
                    <a:gd name="connsiteX14" fmla="*/ 644992 w 883584"/>
                    <a:gd name="connsiteY14" fmla="*/ 257115 h 2148302"/>
                    <a:gd name="connsiteX15" fmla="*/ 587842 w 883584"/>
                    <a:gd name="connsiteY15" fmla="*/ 142815 h 2148302"/>
                    <a:gd name="connsiteX16" fmla="*/ 603717 w 883584"/>
                    <a:gd name="connsiteY16" fmla="*/ 31690 h 2148302"/>
                    <a:gd name="connsiteX17" fmla="*/ 587842 w 883584"/>
                    <a:gd name="connsiteY17" fmla="*/ 76140 h 2148302"/>
                    <a:gd name="connsiteX18" fmla="*/ 571967 w 883584"/>
                    <a:gd name="connsiteY18" fmla="*/ 15815 h 2148302"/>
                    <a:gd name="connsiteX19" fmla="*/ 559267 w 883584"/>
                    <a:gd name="connsiteY19" fmla="*/ 18990 h 2148302"/>
                    <a:gd name="connsiteX20" fmla="*/ 517992 w 883584"/>
                    <a:gd name="connsiteY20" fmla="*/ 15815 h 2148302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21167 w 883584"/>
                    <a:gd name="connsiteY0" fmla="*/ 492125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21167 w 883584"/>
                    <a:gd name="connsiteY0" fmla="*/ 492125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467192 w 883584"/>
                    <a:gd name="connsiteY19" fmla="*/ 9842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79425 h 2211862"/>
                    <a:gd name="connsiteX1" fmla="*/ 470367 w 883584"/>
                    <a:gd name="connsiteY1" fmla="*/ 644525 h 2211862"/>
                    <a:gd name="connsiteX2" fmla="*/ 479892 w 883584"/>
                    <a:gd name="connsiteY2" fmla="*/ 930275 h 2211862"/>
                    <a:gd name="connsiteX3" fmla="*/ 390992 w 883584"/>
                    <a:gd name="connsiteY3" fmla="*/ 1431925 h 2211862"/>
                    <a:gd name="connsiteX4" fmla="*/ 146517 w 883584"/>
                    <a:gd name="connsiteY4" fmla="*/ 1701800 h 2211862"/>
                    <a:gd name="connsiteX5" fmla="*/ 467 w 883584"/>
                    <a:gd name="connsiteY5" fmla="*/ 2051050 h 2211862"/>
                    <a:gd name="connsiteX6" fmla="*/ 98892 w 883584"/>
                    <a:gd name="connsiteY6" fmla="*/ 2146300 h 2211862"/>
                    <a:gd name="connsiteX7" fmla="*/ 365592 w 883584"/>
                    <a:gd name="connsiteY7" fmla="*/ 2203449 h 2211862"/>
                    <a:gd name="connsiteX8" fmla="*/ 187792 w 883584"/>
                    <a:gd name="connsiteY8" fmla="*/ 2006600 h 2211862"/>
                    <a:gd name="connsiteX9" fmla="*/ 610067 w 883584"/>
                    <a:gd name="connsiteY9" fmla="*/ 1562100 h 2211862"/>
                    <a:gd name="connsiteX10" fmla="*/ 794217 w 883584"/>
                    <a:gd name="connsiteY10" fmla="*/ 1031875 h 2211862"/>
                    <a:gd name="connsiteX11" fmla="*/ 876767 w 883584"/>
                    <a:gd name="connsiteY11" fmla="*/ 733425 h 2211862"/>
                    <a:gd name="connsiteX12" fmla="*/ 860892 w 883584"/>
                    <a:gd name="connsiteY12" fmla="*/ 650875 h 2211862"/>
                    <a:gd name="connsiteX13" fmla="*/ 724367 w 883584"/>
                    <a:gd name="connsiteY13" fmla="*/ 536575 h 2211862"/>
                    <a:gd name="connsiteX14" fmla="*/ 644992 w 883584"/>
                    <a:gd name="connsiteY14" fmla="*/ 320675 h 2211862"/>
                    <a:gd name="connsiteX15" fmla="*/ 587842 w 883584"/>
                    <a:gd name="connsiteY15" fmla="*/ 206375 h 2211862"/>
                    <a:gd name="connsiteX16" fmla="*/ 603717 w 883584"/>
                    <a:gd name="connsiteY16" fmla="*/ 95250 h 2211862"/>
                    <a:gd name="connsiteX17" fmla="*/ 587842 w 883584"/>
                    <a:gd name="connsiteY17" fmla="*/ 139700 h 2211862"/>
                    <a:gd name="connsiteX18" fmla="*/ 511642 w 883584"/>
                    <a:gd name="connsiteY18" fmla="*/ 0 h 2211862"/>
                    <a:gd name="connsiteX19" fmla="*/ 467192 w 883584"/>
                    <a:gd name="connsiteY19" fmla="*/ 177800 h 2211862"/>
                    <a:gd name="connsiteX20" fmla="*/ 517992 w 883584"/>
                    <a:gd name="connsiteY20" fmla="*/ 479425 h 2211862"/>
                    <a:gd name="connsiteX0" fmla="*/ 517992 w 883584"/>
                    <a:gd name="connsiteY0" fmla="*/ 622633 h 2355070"/>
                    <a:gd name="connsiteX1" fmla="*/ 470367 w 883584"/>
                    <a:gd name="connsiteY1" fmla="*/ 787733 h 2355070"/>
                    <a:gd name="connsiteX2" fmla="*/ 479892 w 883584"/>
                    <a:gd name="connsiteY2" fmla="*/ 1073483 h 2355070"/>
                    <a:gd name="connsiteX3" fmla="*/ 390992 w 883584"/>
                    <a:gd name="connsiteY3" fmla="*/ 1575133 h 2355070"/>
                    <a:gd name="connsiteX4" fmla="*/ 146517 w 883584"/>
                    <a:gd name="connsiteY4" fmla="*/ 1845008 h 2355070"/>
                    <a:gd name="connsiteX5" fmla="*/ 467 w 883584"/>
                    <a:gd name="connsiteY5" fmla="*/ 2194258 h 2355070"/>
                    <a:gd name="connsiteX6" fmla="*/ 98892 w 883584"/>
                    <a:gd name="connsiteY6" fmla="*/ 2289508 h 2355070"/>
                    <a:gd name="connsiteX7" fmla="*/ 365592 w 883584"/>
                    <a:gd name="connsiteY7" fmla="*/ 2346657 h 2355070"/>
                    <a:gd name="connsiteX8" fmla="*/ 187792 w 883584"/>
                    <a:gd name="connsiteY8" fmla="*/ 2149808 h 2355070"/>
                    <a:gd name="connsiteX9" fmla="*/ 610067 w 883584"/>
                    <a:gd name="connsiteY9" fmla="*/ 1705308 h 2355070"/>
                    <a:gd name="connsiteX10" fmla="*/ 794217 w 883584"/>
                    <a:gd name="connsiteY10" fmla="*/ 1175083 h 2355070"/>
                    <a:gd name="connsiteX11" fmla="*/ 876767 w 883584"/>
                    <a:gd name="connsiteY11" fmla="*/ 876633 h 2355070"/>
                    <a:gd name="connsiteX12" fmla="*/ 860892 w 883584"/>
                    <a:gd name="connsiteY12" fmla="*/ 794083 h 2355070"/>
                    <a:gd name="connsiteX13" fmla="*/ 724367 w 883584"/>
                    <a:gd name="connsiteY13" fmla="*/ 679783 h 2355070"/>
                    <a:gd name="connsiteX14" fmla="*/ 644992 w 883584"/>
                    <a:gd name="connsiteY14" fmla="*/ 463883 h 2355070"/>
                    <a:gd name="connsiteX15" fmla="*/ 587842 w 883584"/>
                    <a:gd name="connsiteY15" fmla="*/ 349583 h 2355070"/>
                    <a:gd name="connsiteX16" fmla="*/ 613242 w 883584"/>
                    <a:gd name="connsiteY16" fmla="*/ 333 h 2355070"/>
                    <a:gd name="connsiteX17" fmla="*/ 587842 w 883584"/>
                    <a:gd name="connsiteY17" fmla="*/ 282908 h 2355070"/>
                    <a:gd name="connsiteX18" fmla="*/ 511642 w 883584"/>
                    <a:gd name="connsiteY18" fmla="*/ 143208 h 2355070"/>
                    <a:gd name="connsiteX19" fmla="*/ 467192 w 883584"/>
                    <a:gd name="connsiteY19" fmla="*/ 321008 h 2355070"/>
                    <a:gd name="connsiteX20" fmla="*/ 517992 w 883584"/>
                    <a:gd name="connsiteY20" fmla="*/ 622633 h 2355070"/>
                    <a:gd name="connsiteX0" fmla="*/ 517992 w 883584"/>
                    <a:gd name="connsiteY0" fmla="*/ 631650 h 2364087"/>
                    <a:gd name="connsiteX1" fmla="*/ 470367 w 883584"/>
                    <a:gd name="connsiteY1" fmla="*/ 796750 h 2364087"/>
                    <a:gd name="connsiteX2" fmla="*/ 479892 w 883584"/>
                    <a:gd name="connsiteY2" fmla="*/ 1082500 h 2364087"/>
                    <a:gd name="connsiteX3" fmla="*/ 390992 w 883584"/>
                    <a:gd name="connsiteY3" fmla="*/ 1584150 h 2364087"/>
                    <a:gd name="connsiteX4" fmla="*/ 146517 w 883584"/>
                    <a:gd name="connsiteY4" fmla="*/ 1854025 h 2364087"/>
                    <a:gd name="connsiteX5" fmla="*/ 467 w 883584"/>
                    <a:gd name="connsiteY5" fmla="*/ 2203275 h 2364087"/>
                    <a:gd name="connsiteX6" fmla="*/ 98892 w 883584"/>
                    <a:gd name="connsiteY6" fmla="*/ 2298525 h 2364087"/>
                    <a:gd name="connsiteX7" fmla="*/ 365592 w 883584"/>
                    <a:gd name="connsiteY7" fmla="*/ 2355674 h 2364087"/>
                    <a:gd name="connsiteX8" fmla="*/ 187792 w 883584"/>
                    <a:gd name="connsiteY8" fmla="*/ 2158825 h 2364087"/>
                    <a:gd name="connsiteX9" fmla="*/ 610067 w 883584"/>
                    <a:gd name="connsiteY9" fmla="*/ 1714325 h 2364087"/>
                    <a:gd name="connsiteX10" fmla="*/ 794217 w 883584"/>
                    <a:gd name="connsiteY10" fmla="*/ 1184100 h 2364087"/>
                    <a:gd name="connsiteX11" fmla="*/ 876767 w 883584"/>
                    <a:gd name="connsiteY11" fmla="*/ 885650 h 2364087"/>
                    <a:gd name="connsiteX12" fmla="*/ 860892 w 883584"/>
                    <a:gd name="connsiteY12" fmla="*/ 803100 h 2364087"/>
                    <a:gd name="connsiteX13" fmla="*/ 724367 w 883584"/>
                    <a:gd name="connsiteY13" fmla="*/ 688800 h 2364087"/>
                    <a:gd name="connsiteX14" fmla="*/ 644992 w 883584"/>
                    <a:gd name="connsiteY14" fmla="*/ 472900 h 2364087"/>
                    <a:gd name="connsiteX15" fmla="*/ 587842 w 883584"/>
                    <a:gd name="connsiteY15" fmla="*/ 358600 h 2364087"/>
                    <a:gd name="connsiteX16" fmla="*/ 613242 w 883584"/>
                    <a:gd name="connsiteY16" fmla="*/ 9350 h 2364087"/>
                    <a:gd name="connsiteX17" fmla="*/ 575142 w 883584"/>
                    <a:gd name="connsiteY17" fmla="*/ 104600 h 2364087"/>
                    <a:gd name="connsiteX18" fmla="*/ 511642 w 883584"/>
                    <a:gd name="connsiteY18" fmla="*/ 152225 h 2364087"/>
                    <a:gd name="connsiteX19" fmla="*/ 467192 w 883584"/>
                    <a:gd name="connsiteY19" fmla="*/ 330025 h 2364087"/>
                    <a:gd name="connsiteX20" fmla="*/ 517992 w 883584"/>
                    <a:gd name="connsiteY20" fmla="*/ 631650 h 2364087"/>
                    <a:gd name="connsiteX0" fmla="*/ 517992 w 883584"/>
                    <a:gd name="connsiteY0" fmla="*/ 842355 h 2574792"/>
                    <a:gd name="connsiteX1" fmla="*/ 470367 w 883584"/>
                    <a:gd name="connsiteY1" fmla="*/ 1007455 h 2574792"/>
                    <a:gd name="connsiteX2" fmla="*/ 479892 w 883584"/>
                    <a:gd name="connsiteY2" fmla="*/ 1293205 h 2574792"/>
                    <a:gd name="connsiteX3" fmla="*/ 390992 w 883584"/>
                    <a:gd name="connsiteY3" fmla="*/ 1794855 h 2574792"/>
                    <a:gd name="connsiteX4" fmla="*/ 146517 w 883584"/>
                    <a:gd name="connsiteY4" fmla="*/ 2064730 h 2574792"/>
                    <a:gd name="connsiteX5" fmla="*/ 467 w 883584"/>
                    <a:gd name="connsiteY5" fmla="*/ 2413980 h 2574792"/>
                    <a:gd name="connsiteX6" fmla="*/ 98892 w 883584"/>
                    <a:gd name="connsiteY6" fmla="*/ 2509230 h 2574792"/>
                    <a:gd name="connsiteX7" fmla="*/ 365592 w 883584"/>
                    <a:gd name="connsiteY7" fmla="*/ 2566379 h 2574792"/>
                    <a:gd name="connsiteX8" fmla="*/ 187792 w 883584"/>
                    <a:gd name="connsiteY8" fmla="*/ 2369530 h 2574792"/>
                    <a:gd name="connsiteX9" fmla="*/ 610067 w 883584"/>
                    <a:gd name="connsiteY9" fmla="*/ 1925030 h 2574792"/>
                    <a:gd name="connsiteX10" fmla="*/ 794217 w 883584"/>
                    <a:gd name="connsiteY10" fmla="*/ 1394805 h 2574792"/>
                    <a:gd name="connsiteX11" fmla="*/ 876767 w 883584"/>
                    <a:gd name="connsiteY11" fmla="*/ 1096355 h 2574792"/>
                    <a:gd name="connsiteX12" fmla="*/ 860892 w 883584"/>
                    <a:gd name="connsiteY12" fmla="*/ 1013805 h 2574792"/>
                    <a:gd name="connsiteX13" fmla="*/ 724367 w 883584"/>
                    <a:gd name="connsiteY13" fmla="*/ 899505 h 2574792"/>
                    <a:gd name="connsiteX14" fmla="*/ 644992 w 883584"/>
                    <a:gd name="connsiteY14" fmla="*/ 683605 h 2574792"/>
                    <a:gd name="connsiteX15" fmla="*/ 587842 w 883584"/>
                    <a:gd name="connsiteY15" fmla="*/ 569305 h 2574792"/>
                    <a:gd name="connsiteX16" fmla="*/ 530692 w 883584"/>
                    <a:gd name="connsiteY16" fmla="*/ 4155 h 2574792"/>
                    <a:gd name="connsiteX17" fmla="*/ 575142 w 883584"/>
                    <a:gd name="connsiteY17" fmla="*/ 315305 h 2574792"/>
                    <a:gd name="connsiteX18" fmla="*/ 511642 w 883584"/>
                    <a:gd name="connsiteY18" fmla="*/ 362930 h 2574792"/>
                    <a:gd name="connsiteX19" fmla="*/ 467192 w 883584"/>
                    <a:gd name="connsiteY19" fmla="*/ 540730 h 2574792"/>
                    <a:gd name="connsiteX20" fmla="*/ 517992 w 883584"/>
                    <a:gd name="connsiteY20" fmla="*/ 842355 h 2574792"/>
                    <a:gd name="connsiteX0" fmla="*/ 517992 w 883584"/>
                    <a:gd name="connsiteY0" fmla="*/ 872664 h 2605101"/>
                    <a:gd name="connsiteX1" fmla="*/ 470367 w 883584"/>
                    <a:gd name="connsiteY1" fmla="*/ 1037764 h 2605101"/>
                    <a:gd name="connsiteX2" fmla="*/ 479892 w 883584"/>
                    <a:gd name="connsiteY2" fmla="*/ 1323514 h 2605101"/>
                    <a:gd name="connsiteX3" fmla="*/ 390992 w 883584"/>
                    <a:gd name="connsiteY3" fmla="*/ 1825164 h 2605101"/>
                    <a:gd name="connsiteX4" fmla="*/ 146517 w 883584"/>
                    <a:gd name="connsiteY4" fmla="*/ 2095039 h 2605101"/>
                    <a:gd name="connsiteX5" fmla="*/ 467 w 883584"/>
                    <a:gd name="connsiteY5" fmla="*/ 2444289 h 2605101"/>
                    <a:gd name="connsiteX6" fmla="*/ 98892 w 883584"/>
                    <a:gd name="connsiteY6" fmla="*/ 2539539 h 2605101"/>
                    <a:gd name="connsiteX7" fmla="*/ 365592 w 883584"/>
                    <a:gd name="connsiteY7" fmla="*/ 2596688 h 2605101"/>
                    <a:gd name="connsiteX8" fmla="*/ 187792 w 883584"/>
                    <a:gd name="connsiteY8" fmla="*/ 2399839 h 2605101"/>
                    <a:gd name="connsiteX9" fmla="*/ 610067 w 883584"/>
                    <a:gd name="connsiteY9" fmla="*/ 1955339 h 2605101"/>
                    <a:gd name="connsiteX10" fmla="*/ 794217 w 883584"/>
                    <a:gd name="connsiteY10" fmla="*/ 1425114 h 2605101"/>
                    <a:gd name="connsiteX11" fmla="*/ 876767 w 883584"/>
                    <a:gd name="connsiteY11" fmla="*/ 1126664 h 2605101"/>
                    <a:gd name="connsiteX12" fmla="*/ 860892 w 883584"/>
                    <a:gd name="connsiteY12" fmla="*/ 1044114 h 2605101"/>
                    <a:gd name="connsiteX13" fmla="*/ 724367 w 883584"/>
                    <a:gd name="connsiteY13" fmla="*/ 929814 h 2605101"/>
                    <a:gd name="connsiteX14" fmla="*/ 644992 w 883584"/>
                    <a:gd name="connsiteY14" fmla="*/ 713914 h 2605101"/>
                    <a:gd name="connsiteX15" fmla="*/ 587842 w 883584"/>
                    <a:gd name="connsiteY15" fmla="*/ 599614 h 2605101"/>
                    <a:gd name="connsiteX16" fmla="*/ 530692 w 883584"/>
                    <a:gd name="connsiteY16" fmla="*/ 34464 h 2605101"/>
                    <a:gd name="connsiteX17" fmla="*/ 829142 w 883584"/>
                    <a:gd name="connsiteY17" fmla="*/ 97964 h 2605101"/>
                    <a:gd name="connsiteX18" fmla="*/ 511642 w 883584"/>
                    <a:gd name="connsiteY18" fmla="*/ 393239 h 2605101"/>
                    <a:gd name="connsiteX19" fmla="*/ 467192 w 883584"/>
                    <a:gd name="connsiteY19" fmla="*/ 571039 h 2605101"/>
                    <a:gd name="connsiteX20" fmla="*/ 517992 w 883584"/>
                    <a:gd name="connsiteY20" fmla="*/ 872664 h 2605101"/>
                    <a:gd name="connsiteX0" fmla="*/ 517992 w 986848"/>
                    <a:gd name="connsiteY0" fmla="*/ 778265 h 2510702"/>
                    <a:gd name="connsiteX1" fmla="*/ 470367 w 986848"/>
                    <a:gd name="connsiteY1" fmla="*/ 943365 h 2510702"/>
                    <a:gd name="connsiteX2" fmla="*/ 479892 w 986848"/>
                    <a:gd name="connsiteY2" fmla="*/ 1229115 h 2510702"/>
                    <a:gd name="connsiteX3" fmla="*/ 390992 w 986848"/>
                    <a:gd name="connsiteY3" fmla="*/ 1730765 h 2510702"/>
                    <a:gd name="connsiteX4" fmla="*/ 146517 w 986848"/>
                    <a:gd name="connsiteY4" fmla="*/ 2000640 h 2510702"/>
                    <a:gd name="connsiteX5" fmla="*/ 467 w 986848"/>
                    <a:gd name="connsiteY5" fmla="*/ 2349890 h 2510702"/>
                    <a:gd name="connsiteX6" fmla="*/ 98892 w 986848"/>
                    <a:gd name="connsiteY6" fmla="*/ 2445140 h 2510702"/>
                    <a:gd name="connsiteX7" fmla="*/ 365592 w 986848"/>
                    <a:gd name="connsiteY7" fmla="*/ 2502289 h 2510702"/>
                    <a:gd name="connsiteX8" fmla="*/ 187792 w 986848"/>
                    <a:gd name="connsiteY8" fmla="*/ 2305440 h 2510702"/>
                    <a:gd name="connsiteX9" fmla="*/ 610067 w 986848"/>
                    <a:gd name="connsiteY9" fmla="*/ 1860940 h 2510702"/>
                    <a:gd name="connsiteX10" fmla="*/ 794217 w 986848"/>
                    <a:gd name="connsiteY10" fmla="*/ 1330715 h 2510702"/>
                    <a:gd name="connsiteX11" fmla="*/ 876767 w 986848"/>
                    <a:gd name="connsiteY11" fmla="*/ 1032265 h 2510702"/>
                    <a:gd name="connsiteX12" fmla="*/ 860892 w 986848"/>
                    <a:gd name="connsiteY12" fmla="*/ 949715 h 2510702"/>
                    <a:gd name="connsiteX13" fmla="*/ 724367 w 986848"/>
                    <a:gd name="connsiteY13" fmla="*/ 835415 h 2510702"/>
                    <a:gd name="connsiteX14" fmla="*/ 644992 w 986848"/>
                    <a:gd name="connsiteY14" fmla="*/ 619515 h 2510702"/>
                    <a:gd name="connsiteX15" fmla="*/ 587842 w 986848"/>
                    <a:gd name="connsiteY15" fmla="*/ 505215 h 2510702"/>
                    <a:gd name="connsiteX16" fmla="*/ 978367 w 986848"/>
                    <a:gd name="connsiteY16" fmla="*/ 159140 h 2510702"/>
                    <a:gd name="connsiteX17" fmla="*/ 829142 w 986848"/>
                    <a:gd name="connsiteY17" fmla="*/ 3565 h 2510702"/>
                    <a:gd name="connsiteX18" fmla="*/ 511642 w 986848"/>
                    <a:gd name="connsiteY18" fmla="*/ 298840 h 2510702"/>
                    <a:gd name="connsiteX19" fmla="*/ 467192 w 986848"/>
                    <a:gd name="connsiteY19" fmla="*/ 476640 h 2510702"/>
                    <a:gd name="connsiteX20" fmla="*/ 517992 w 986848"/>
                    <a:gd name="connsiteY20" fmla="*/ 778265 h 2510702"/>
                    <a:gd name="connsiteX0" fmla="*/ 517992 w 978373"/>
                    <a:gd name="connsiteY0" fmla="*/ 652154 h 2384591"/>
                    <a:gd name="connsiteX1" fmla="*/ 470367 w 978373"/>
                    <a:gd name="connsiteY1" fmla="*/ 817254 h 2384591"/>
                    <a:gd name="connsiteX2" fmla="*/ 479892 w 978373"/>
                    <a:gd name="connsiteY2" fmla="*/ 1103004 h 2384591"/>
                    <a:gd name="connsiteX3" fmla="*/ 390992 w 978373"/>
                    <a:gd name="connsiteY3" fmla="*/ 1604654 h 2384591"/>
                    <a:gd name="connsiteX4" fmla="*/ 146517 w 978373"/>
                    <a:gd name="connsiteY4" fmla="*/ 1874529 h 2384591"/>
                    <a:gd name="connsiteX5" fmla="*/ 467 w 978373"/>
                    <a:gd name="connsiteY5" fmla="*/ 2223779 h 2384591"/>
                    <a:gd name="connsiteX6" fmla="*/ 98892 w 978373"/>
                    <a:gd name="connsiteY6" fmla="*/ 2319029 h 2384591"/>
                    <a:gd name="connsiteX7" fmla="*/ 365592 w 978373"/>
                    <a:gd name="connsiteY7" fmla="*/ 2376178 h 2384591"/>
                    <a:gd name="connsiteX8" fmla="*/ 187792 w 978373"/>
                    <a:gd name="connsiteY8" fmla="*/ 2179329 h 2384591"/>
                    <a:gd name="connsiteX9" fmla="*/ 610067 w 978373"/>
                    <a:gd name="connsiteY9" fmla="*/ 1734829 h 2384591"/>
                    <a:gd name="connsiteX10" fmla="*/ 794217 w 978373"/>
                    <a:gd name="connsiteY10" fmla="*/ 1204604 h 2384591"/>
                    <a:gd name="connsiteX11" fmla="*/ 876767 w 978373"/>
                    <a:gd name="connsiteY11" fmla="*/ 906154 h 2384591"/>
                    <a:gd name="connsiteX12" fmla="*/ 860892 w 978373"/>
                    <a:gd name="connsiteY12" fmla="*/ 823604 h 2384591"/>
                    <a:gd name="connsiteX13" fmla="*/ 724367 w 978373"/>
                    <a:gd name="connsiteY13" fmla="*/ 709304 h 2384591"/>
                    <a:gd name="connsiteX14" fmla="*/ 644992 w 978373"/>
                    <a:gd name="connsiteY14" fmla="*/ 493404 h 2384591"/>
                    <a:gd name="connsiteX15" fmla="*/ 587842 w 978373"/>
                    <a:gd name="connsiteY15" fmla="*/ 379104 h 2384591"/>
                    <a:gd name="connsiteX16" fmla="*/ 978367 w 978373"/>
                    <a:gd name="connsiteY16" fmla="*/ 33029 h 2384591"/>
                    <a:gd name="connsiteX17" fmla="*/ 597367 w 978373"/>
                    <a:gd name="connsiteY17" fmla="*/ 29854 h 2384591"/>
                    <a:gd name="connsiteX18" fmla="*/ 511642 w 978373"/>
                    <a:gd name="connsiteY18" fmla="*/ 172729 h 2384591"/>
                    <a:gd name="connsiteX19" fmla="*/ 467192 w 978373"/>
                    <a:gd name="connsiteY19" fmla="*/ 350529 h 2384591"/>
                    <a:gd name="connsiteX20" fmla="*/ 517992 w 978373"/>
                    <a:gd name="connsiteY20" fmla="*/ 652154 h 2384591"/>
                    <a:gd name="connsiteX0" fmla="*/ 517992 w 883584"/>
                    <a:gd name="connsiteY0" fmla="*/ 950381 h 2682818"/>
                    <a:gd name="connsiteX1" fmla="*/ 470367 w 883584"/>
                    <a:gd name="connsiteY1" fmla="*/ 1115481 h 2682818"/>
                    <a:gd name="connsiteX2" fmla="*/ 479892 w 883584"/>
                    <a:gd name="connsiteY2" fmla="*/ 1401231 h 2682818"/>
                    <a:gd name="connsiteX3" fmla="*/ 390992 w 883584"/>
                    <a:gd name="connsiteY3" fmla="*/ 1902881 h 2682818"/>
                    <a:gd name="connsiteX4" fmla="*/ 146517 w 883584"/>
                    <a:gd name="connsiteY4" fmla="*/ 2172756 h 2682818"/>
                    <a:gd name="connsiteX5" fmla="*/ 467 w 883584"/>
                    <a:gd name="connsiteY5" fmla="*/ 2522006 h 2682818"/>
                    <a:gd name="connsiteX6" fmla="*/ 98892 w 883584"/>
                    <a:gd name="connsiteY6" fmla="*/ 2617256 h 2682818"/>
                    <a:gd name="connsiteX7" fmla="*/ 365592 w 883584"/>
                    <a:gd name="connsiteY7" fmla="*/ 2674405 h 2682818"/>
                    <a:gd name="connsiteX8" fmla="*/ 187792 w 883584"/>
                    <a:gd name="connsiteY8" fmla="*/ 2477556 h 2682818"/>
                    <a:gd name="connsiteX9" fmla="*/ 610067 w 883584"/>
                    <a:gd name="connsiteY9" fmla="*/ 2033056 h 2682818"/>
                    <a:gd name="connsiteX10" fmla="*/ 794217 w 883584"/>
                    <a:gd name="connsiteY10" fmla="*/ 1502831 h 2682818"/>
                    <a:gd name="connsiteX11" fmla="*/ 876767 w 883584"/>
                    <a:gd name="connsiteY11" fmla="*/ 1204381 h 2682818"/>
                    <a:gd name="connsiteX12" fmla="*/ 860892 w 883584"/>
                    <a:gd name="connsiteY12" fmla="*/ 1121831 h 2682818"/>
                    <a:gd name="connsiteX13" fmla="*/ 724367 w 883584"/>
                    <a:gd name="connsiteY13" fmla="*/ 1007531 h 2682818"/>
                    <a:gd name="connsiteX14" fmla="*/ 644992 w 883584"/>
                    <a:gd name="connsiteY14" fmla="*/ 791631 h 2682818"/>
                    <a:gd name="connsiteX15" fmla="*/ 587842 w 883584"/>
                    <a:gd name="connsiteY15" fmla="*/ 677331 h 2682818"/>
                    <a:gd name="connsiteX16" fmla="*/ 587842 w 883584"/>
                    <a:gd name="connsiteY16" fmla="*/ 7406 h 2682818"/>
                    <a:gd name="connsiteX17" fmla="*/ 597367 w 883584"/>
                    <a:gd name="connsiteY17" fmla="*/ 328081 h 2682818"/>
                    <a:gd name="connsiteX18" fmla="*/ 511642 w 883584"/>
                    <a:gd name="connsiteY18" fmla="*/ 470956 h 2682818"/>
                    <a:gd name="connsiteX19" fmla="*/ 467192 w 883584"/>
                    <a:gd name="connsiteY19" fmla="*/ 648756 h 2682818"/>
                    <a:gd name="connsiteX20" fmla="*/ 517992 w 883584"/>
                    <a:gd name="connsiteY20" fmla="*/ 950381 h 2682818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511642 w 883584"/>
                    <a:gd name="connsiteY19" fmla="*/ 470512 h 2682374"/>
                    <a:gd name="connsiteX20" fmla="*/ 467192 w 883584"/>
                    <a:gd name="connsiteY20" fmla="*/ 648312 h 2682374"/>
                    <a:gd name="connsiteX21" fmla="*/ 517992 w 883584"/>
                    <a:gd name="connsiteY21" fmla="*/ 949937 h 2682374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600544 w 883584"/>
                    <a:gd name="connsiteY19" fmla="*/ 340339 h 2682374"/>
                    <a:gd name="connsiteX20" fmla="*/ 511642 w 883584"/>
                    <a:gd name="connsiteY20" fmla="*/ 470512 h 2682374"/>
                    <a:gd name="connsiteX21" fmla="*/ 467192 w 883584"/>
                    <a:gd name="connsiteY21" fmla="*/ 648312 h 2682374"/>
                    <a:gd name="connsiteX22" fmla="*/ 517992 w 883584"/>
                    <a:gd name="connsiteY22" fmla="*/ 949937 h 2682374"/>
                    <a:gd name="connsiteX0" fmla="*/ 517992 w 883584"/>
                    <a:gd name="connsiteY0" fmla="*/ 963028 h 2695465"/>
                    <a:gd name="connsiteX1" fmla="*/ 470367 w 883584"/>
                    <a:gd name="connsiteY1" fmla="*/ 1128128 h 2695465"/>
                    <a:gd name="connsiteX2" fmla="*/ 479892 w 883584"/>
                    <a:gd name="connsiteY2" fmla="*/ 1413878 h 2695465"/>
                    <a:gd name="connsiteX3" fmla="*/ 390992 w 883584"/>
                    <a:gd name="connsiteY3" fmla="*/ 1915528 h 2695465"/>
                    <a:gd name="connsiteX4" fmla="*/ 146517 w 883584"/>
                    <a:gd name="connsiteY4" fmla="*/ 2185403 h 2695465"/>
                    <a:gd name="connsiteX5" fmla="*/ 467 w 883584"/>
                    <a:gd name="connsiteY5" fmla="*/ 2534653 h 2695465"/>
                    <a:gd name="connsiteX6" fmla="*/ 98892 w 883584"/>
                    <a:gd name="connsiteY6" fmla="*/ 2629903 h 2695465"/>
                    <a:gd name="connsiteX7" fmla="*/ 365592 w 883584"/>
                    <a:gd name="connsiteY7" fmla="*/ 2687052 h 2695465"/>
                    <a:gd name="connsiteX8" fmla="*/ 187792 w 883584"/>
                    <a:gd name="connsiteY8" fmla="*/ 2490203 h 2695465"/>
                    <a:gd name="connsiteX9" fmla="*/ 610067 w 883584"/>
                    <a:gd name="connsiteY9" fmla="*/ 2045703 h 2695465"/>
                    <a:gd name="connsiteX10" fmla="*/ 794217 w 883584"/>
                    <a:gd name="connsiteY10" fmla="*/ 1515478 h 2695465"/>
                    <a:gd name="connsiteX11" fmla="*/ 876767 w 883584"/>
                    <a:gd name="connsiteY11" fmla="*/ 1217028 h 2695465"/>
                    <a:gd name="connsiteX12" fmla="*/ 860892 w 883584"/>
                    <a:gd name="connsiteY12" fmla="*/ 1134478 h 2695465"/>
                    <a:gd name="connsiteX13" fmla="*/ 724367 w 883584"/>
                    <a:gd name="connsiteY13" fmla="*/ 1020178 h 2695465"/>
                    <a:gd name="connsiteX14" fmla="*/ 644992 w 883584"/>
                    <a:gd name="connsiteY14" fmla="*/ 804278 h 2695465"/>
                    <a:gd name="connsiteX15" fmla="*/ 587842 w 883584"/>
                    <a:gd name="connsiteY15" fmla="*/ 689978 h 2695465"/>
                    <a:gd name="connsiteX16" fmla="*/ 587842 w 883584"/>
                    <a:gd name="connsiteY16" fmla="*/ 20053 h 2695465"/>
                    <a:gd name="connsiteX17" fmla="*/ 597367 w 883584"/>
                    <a:gd name="connsiteY17" fmla="*/ 340728 h 2695465"/>
                    <a:gd name="connsiteX18" fmla="*/ 603719 w 883584"/>
                    <a:gd name="connsiteY18" fmla="*/ 347080 h 2695465"/>
                    <a:gd name="connsiteX19" fmla="*/ 762469 w 883584"/>
                    <a:gd name="connsiteY19" fmla="*/ 1005 h 2695465"/>
                    <a:gd name="connsiteX20" fmla="*/ 511642 w 883584"/>
                    <a:gd name="connsiteY20" fmla="*/ 483603 h 2695465"/>
                    <a:gd name="connsiteX21" fmla="*/ 467192 w 883584"/>
                    <a:gd name="connsiteY21" fmla="*/ 661403 h 2695465"/>
                    <a:gd name="connsiteX22" fmla="*/ 517992 w 883584"/>
                    <a:gd name="connsiteY22" fmla="*/ 963028 h 2695465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587842 w 927570"/>
                    <a:gd name="connsiteY16" fmla="*/ 19999 h 2695411"/>
                    <a:gd name="connsiteX17" fmla="*/ 597367 w 927570"/>
                    <a:gd name="connsiteY17" fmla="*/ 34067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872"/>
                    <a:gd name="connsiteY0" fmla="*/ 962974 h 2695411"/>
                    <a:gd name="connsiteX1" fmla="*/ 470367 w 927872"/>
                    <a:gd name="connsiteY1" fmla="*/ 1128074 h 2695411"/>
                    <a:gd name="connsiteX2" fmla="*/ 479892 w 927872"/>
                    <a:gd name="connsiteY2" fmla="*/ 1413824 h 2695411"/>
                    <a:gd name="connsiteX3" fmla="*/ 390992 w 927872"/>
                    <a:gd name="connsiteY3" fmla="*/ 1915474 h 2695411"/>
                    <a:gd name="connsiteX4" fmla="*/ 146517 w 927872"/>
                    <a:gd name="connsiteY4" fmla="*/ 2185349 h 2695411"/>
                    <a:gd name="connsiteX5" fmla="*/ 467 w 927872"/>
                    <a:gd name="connsiteY5" fmla="*/ 2534599 h 2695411"/>
                    <a:gd name="connsiteX6" fmla="*/ 98892 w 927872"/>
                    <a:gd name="connsiteY6" fmla="*/ 2629849 h 2695411"/>
                    <a:gd name="connsiteX7" fmla="*/ 365592 w 927872"/>
                    <a:gd name="connsiteY7" fmla="*/ 2686998 h 2695411"/>
                    <a:gd name="connsiteX8" fmla="*/ 187792 w 927872"/>
                    <a:gd name="connsiteY8" fmla="*/ 2490149 h 2695411"/>
                    <a:gd name="connsiteX9" fmla="*/ 610067 w 927872"/>
                    <a:gd name="connsiteY9" fmla="*/ 2045649 h 2695411"/>
                    <a:gd name="connsiteX10" fmla="*/ 794217 w 927872"/>
                    <a:gd name="connsiteY10" fmla="*/ 1515424 h 2695411"/>
                    <a:gd name="connsiteX11" fmla="*/ 876767 w 927872"/>
                    <a:gd name="connsiteY11" fmla="*/ 1216974 h 2695411"/>
                    <a:gd name="connsiteX12" fmla="*/ 860892 w 927872"/>
                    <a:gd name="connsiteY12" fmla="*/ 1134424 h 2695411"/>
                    <a:gd name="connsiteX13" fmla="*/ 724367 w 927872"/>
                    <a:gd name="connsiteY13" fmla="*/ 1020124 h 2695411"/>
                    <a:gd name="connsiteX14" fmla="*/ 644992 w 927872"/>
                    <a:gd name="connsiteY14" fmla="*/ 804224 h 2695411"/>
                    <a:gd name="connsiteX15" fmla="*/ 587842 w 927872"/>
                    <a:gd name="connsiteY15" fmla="*/ 689924 h 2695411"/>
                    <a:gd name="connsiteX16" fmla="*/ 587842 w 927872"/>
                    <a:gd name="connsiteY16" fmla="*/ 19999 h 2695411"/>
                    <a:gd name="connsiteX17" fmla="*/ 879942 w 927872"/>
                    <a:gd name="connsiteY17" fmla="*/ 562924 h 2695411"/>
                    <a:gd name="connsiteX18" fmla="*/ 927569 w 927872"/>
                    <a:gd name="connsiteY18" fmla="*/ 369251 h 2695411"/>
                    <a:gd name="connsiteX19" fmla="*/ 762469 w 927872"/>
                    <a:gd name="connsiteY19" fmla="*/ 951 h 2695411"/>
                    <a:gd name="connsiteX20" fmla="*/ 511642 w 927872"/>
                    <a:gd name="connsiteY20" fmla="*/ 483549 h 2695411"/>
                    <a:gd name="connsiteX21" fmla="*/ 467192 w 927872"/>
                    <a:gd name="connsiteY21" fmla="*/ 661349 h 2695411"/>
                    <a:gd name="connsiteX22" fmla="*/ 517992 w 927872"/>
                    <a:gd name="connsiteY22" fmla="*/ 962974 h 2695411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898992 w 927570"/>
                    <a:gd name="connsiteY16" fmla="*/ 785174 h 2695411"/>
                    <a:gd name="connsiteX17" fmla="*/ 879942 w 927570"/>
                    <a:gd name="connsiteY17" fmla="*/ 56292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569"/>
                    <a:gd name="connsiteY0" fmla="*/ 622174 h 2354611"/>
                    <a:gd name="connsiteX1" fmla="*/ 470367 w 927569"/>
                    <a:gd name="connsiteY1" fmla="*/ 787274 h 2354611"/>
                    <a:gd name="connsiteX2" fmla="*/ 479892 w 927569"/>
                    <a:gd name="connsiteY2" fmla="*/ 1073024 h 2354611"/>
                    <a:gd name="connsiteX3" fmla="*/ 390992 w 927569"/>
                    <a:gd name="connsiteY3" fmla="*/ 1574674 h 2354611"/>
                    <a:gd name="connsiteX4" fmla="*/ 146517 w 927569"/>
                    <a:gd name="connsiteY4" fmla="*/ 1844549 h 2354611"/>
                    <a:gd name="connsiteX5" fmla="*/ 467 w 927569"/>
                    <a:gd name="connsiteY5" fmla="*/ 2193799 h 2354611"/>
                    <a:gd name="connsiteX6" fmla="*/ 98892 w 927569"/>
                    <a:gd name="connsiteY6" fmla="*/ 2289049 h 2354611"/>
                    <a:gd name="connsiteX7" fmla="*/ 365592 w 927569"/>
                    <a:gd name="connsiteY7" fmla="*/ 2346198 h 2354611"/>
                    <a:gd name="connsiteX8" fmla="*/ 187792 w 927569"/>
                    <a:gd name="connsiteY8" fmla="*/ 2149349 h 2354611"/>
                    <a:gd name="connsiteX9" fmla="*/ 610067 w 927569"/>
                    <a:gd name="connsiteY9" fmla="*/ 1704849 h 2354611"/>
                    <a:gd name="connsiteX10" fmla="*/ 794217 w 927569"/>
                    <a:gd name="connsiteY10" fmla="*/ 1174624 h 2354611"/>
                    <a:gd name="connsiteX11" fmla="*/ 876767 w 927569"/>
                    <a:gd name="connsiteY11" fmla="*/ 876174 h 2354611"/>
                    <a:gd name="connsiteX12" fmla="*/ 860892 w 927569"/>
                    <a:gd name="connsiteY12" fmla="*/ 793624 h 2354611"/>
                    <a:gd name="connsiteX13" fmla="*/ 724367 w 927569"/>
                    <a:gd name="connsiteY13" fmla="*/ 679324 h 2354611"/>
                    <a:gd name="connsiteX14" fmla="*/ 644992 w 927569"/>
                    <a:gd name="connsiteY14" fmla="*/ 463424 h 2354611"/>
                    <a:gd name="connsiteX15" fmla="*/ 587842 w 927569"/>
                    <a:gd name="connsiteY15" fmla="*/ 349124 h 2354611"/>
                    <a:gd name="connsiteX16" fmla="*/ 898992 w 927569"/>
                    <a:gd name="connsiteY16" fmla="*/ 444374 h 2354611"/>
                    <a:gd name="connsiteX17" fmla="*/ 879942 w 927569"/>
                    <a:gd name="connsiteY17" fmla="*/ 222124 h 2354611"/>
                    <a:gd name="connsiteX18" fmla="*/ 927569 w 927569"/>
                    <a:gd name="connsiteY18" fmla="*/ 28451 h 2354611"/>
                    <a:gd name="connsiteX19" fmla="*/ 613244 w 927569"/>
                    <a:gd name="connsiteY19" fmla="*/ 6226 h 2354611"/>
                    <a:gd name="connsiteX20" fmla="*/ 511642 w 927569"/>
                    <a:gd name="connsiteY20" fmla="*/ 142749 h 2354611"/>
                    <a:gd name="connsiteX21" fmla="*/ 467192 w 927569"/>
                    <a:gd name="connsiteY21" fmla="*/ 320549 h 2354611"/>
                    <a:gd name="connsiteX22" fmla="*/ 517992 w 927569"/>
                    <a:gd name="connsiteY22" fmla="*/ 622174 h 2354611"/>
                    <a:gd name="connsiteX0" fmla="*/ 517992 w 931813"/>
                    <a:gd name="connsiteY0" fmla="*/ 873132 h 2605569"/>
                    <a:gd name="connsiteX1" fmla="*/ 470367 w 931813"/>
                    <a:gd name="connsiteY1" fmla="*/ 1038232 h 2605569"/>
                    <a:gd name="connsiteX2" fmla="*/ 479892 w 931813"/>
                    <a:gd name="connsiteY2" fmla="*/ 1323982 h 2605569"/>
                    <a:gd name="connsiteX3" fmla="*/ 390992 w 931813"/>
                    <a:gd name="connsiteY3" fmla="*/ 1825632 h 2605569"/>
                    <a:gd name="connsiteX4" fmla="*/ 146517 w 931813"/>
                    <a:gd name="connsiteY4" fmla="*/ 2095507 h 2605569"/>
                    <a:gd name="connsiteX5" fmla="*/ 467 w 931813"/>
                    <a:gd name="connsiteY5" fmla="*/ 2444757 h 2605569"/>
                    <a:gd name="connsiteX6" fmla="*/ 98892 w 931813"/>
                    <a:gd name="connsiteY6" fmla="*/ 2540007 h 2605569"/>
                    <a:gd name="connsiteX7" fmla="*/ 365592 w 931813"/>
                    <a:gd name="connsiteY7" fmla="*/ 2597156 h 2605569"/>
                    <a:gd name="connsiteX8" fmla="*/ 187792 w 931813"/>
                    <a:gd name="connsiteY8" fmla="*/ 2400307 h 2605569"/>
                    <a:gd name="connsiteX9" fmla="*/ 610067 w 931813"/>
                    <a:gd name="connsiteY9" fmla="*/ 1955807 h 2605569"/>
                    <a:gd name="connsiteX10" fmla="*/ 794217 w 931813"/>
                    <a:gd name="connsiteY10" fmla="*/ 1425582 h 2605569"/>
                    <a:gd name="connsiteX11" fmla="*/ 876767 w 931813"/>
                    <a:gd name="connsiteY11" fmla="*/ 1127132 h 2605569"/>
                    <a:gd name="connsiteX12" fmla="*/ 860892 w 931813"/>
                    <a:gd name="connsiteY12" fmla="*/ 1044582 h 2605569"/>
                    <a:gd name="connsiteX13" fmla="*/ 724367 w 931813"/>
                    <a:gd name="connsiteY13" fmla="*/ 930282 h 2605569"/>
                    <a:gd name="connsiteX14" fmla="*/ 644992 w 931813"/>
                    <a:gd name="connsiteY14" fmla="*/ 714382 h 2605569"/>
                    <a:gd name="connsiteX15" fmla="*/ 587842 w 931813"/>
                    <a:gd name="connsiteY15" fmla="*/ 600082 h 2605569"/>
                    <a:gd name="connsiteX16" fmla="*/ 898992 w 931813"/>
                    <a:gd name="connsiteY16" fmla="*/ 695332 h 2605569"/>
                    <a:gd name="connsiteX17" fmla="*/ 879942 w 931813"/>
                    <a:gd name="connsiteY17" fmla="*/ 473082 h 2605569"/>
                    <a:gd name="connsiteX18" fmla="*/ 521169 w 931813"/>
                    <a:gd name="connsiteY18" fmla="*/ 9 h 2605569"/>
                    <a:gd name="connsiteX19" fmla="*/ 613244 w 931813"/>
                    <a:gd name="connsiteY19" fmla="*/ 257184 h 2605569"/>
                    <a:gd name="connsiteX20" fmla="*/ 511642 w 931813"/>
                    <a:gd name="connsiteY20" fmla="*/ 393707 h 2605569"/>
                    <a:gd name="connsiteX21" fmla="*/ 467192 w 931813"/>
                    <a:gd name="connsiteY21" fmla="*/ 571507 h 2605569"/>
                    <a:gd name="connsiteX22" fmla="*/ 517992 w 931813"/>
                    <a:gd name="connsiteY22" fmla="*/ 873132 h 2605569"/>
                    <a:gd name="connsiteX0" fmla="*/ 517992 w 901118"/>
                    <a:gd name="connsiteY0" fmla="*/ 1028787 h 2761224"/>
                    <a:gd name="connsiteX1" fmla="*/ 470367 w 901118"/>
                    <a:gd name="connsiteY1" fmla="*/ 1193887 h 2761224"/>
                    <a:gd name="connsiteX2" fmla="*/ 479892 w 901118"/>
                    <a:gd name="connsiteY2" fmla="*/ 1479637 h 2761224"/>
                    <a:gd name="connsiteX3" fmla="*/ 390992 w 901118"/>
                    <a:gd name="connsiteY3" fmla="*/ 1981287 h 2761224"/>
                    <a:gd name="connsiteX4" fmla="*/ 146517 w 901118"/>
                    <a:gd name="connsiteY4" fmla="*/ 2251162 h 2761224"/>
                    <a:gd name="connsiteX5" fmla="*/ 467 w 901118"/>
                    <a:gd name="connsiteY5" fmla="*/ 2600412 h 2761224"/>
                    <a:gd name="connsiteX6" fmla="*/ 98892 w 901118"/>
                    <a:gd name="connsiteY6" fmla="*/ 2695662 h 2761224"/>
                    <a:gd name="connsiteX7" fmla="*/ 365592 w 901118"/>
                    <a:gd name="connsiteY7" fmla="*/ 2752811 h 2761224"/>
                    <a:gd name="connsiteX8" fmla="*/ 187792 w 901118"/>
                    <a:gd name="connsiteY8" fmla="*/ 2555962 h 2761224"/>
                    <a:gd name="connsiteX9" fmla="*/ 610067 w 901118"/>
                    <a:gd name="connsiteY9" fmla="*/ 2111462 h 2761224"/>
                    <a:gd name="connsiteX10" fmla="*/ 794217 w 901118"/>
                    <a:gd name="connsiteY10" fmla="*/ 1581237 h 2761224"/>
                    <a:gd name="connsiteX11" fmla="*/ 876767 w 901118"/>
                    <a:gd name="connsiteY11" fmla="*/ 1282787 h 2761224"/>
                    <a:gd name="connsiteX12" fmla="*/ 860892 w 901118"/>
                    <a:gd name="connsiteY12" fmla="*/ 1200237 h 2761224"/>
                    <a:gd name="connsiteX13" fmla="*/ 724367 w 901118"/>
                    <a:gd name="connsiteY13" fmla="*/ 1085937 h 2761224"/>
                    <a:gd name="connsiteX14" fmla="*/ 644992 w 901118"/>
                    <a:gd name="connsiteY14" fmla="*/ 870037 h 2761224"/>
                    <a:gd name="connsiteX15" fmla="*/ 587842 w 901118"/>
                    <a:gd name="connsiteY15" fmla="*/ 755737 h 2761224"/>
                    <a:gd name="connsiteX16" fmla="*/ 898992 w 901118"/>
                    <a:gd name="connsiteY16" fmla="*/ 850987 h 2761224"/>
                    <a:gd name="connsiteX17" fmla="*/ 714842 w 901118"/>
                    <a:gd name="connsiteY17" fmla="*/ 31837 h 2761224"/>
                    <a:gd name="connsiteX18" fmla="*/ 521169 w 901118"/>
                    <a:gd name="connsiteY18" fmla="*/ 155664 h 2761224"/>
                    <a:gd name="connsiteX19" fmla="*/ 613244 w 901118"/>
                    <a:gd name="connsiteY19" fmla="*/ 412839 h 2761224"/>
                    <a:gd name="connsiteX20" fmla="*/ 511642 w 901118"/>
                    <a:gd name="connsiteY20" fmla="*/ 549362 h 2761224"/>
                    <a:gd name="connsiteX21" fmla="*/ 467192 w 901118"/>
                    <a:gd name="connsiteY21" fmla="*/ 727162 h 2761224"/>
                    <a:gd name="connsiteX22" fmla="*/ 517992 w 901118"/>
                    <a:gd name="connsiteY22" fmla="*/ 1028787 h 2761224"/>
                    <a:gd name="connsiteX0" fmla="*/ 517992 w 913695"/>
                    <a:gd name="connsiteY0" fmla="*/ 1008702 h 2741139"/>
                    <a:gd name="connsiteX1" fmla="*/ 470367 w 913695"/>
                    <a:gd name="connsiteY1" fmla="*/ 1173802 h 2741139"/>
                    <a:gd name="connsiteX2" fmla="*/ 479892 w 913695"/>
                    <a:gd name="connsiteY2" fmla="*/ 1459552 h 2741139"/>
                    <a:gd name="connsiteX3" fmla="*/ 390992 w 913695"/>
                    <a:gd name="connsiteY3" fmla="*/ 1961202 h 2741139"/>
                    <a:gd name="connsiteX4" fmla="*/ 146517 w 913695"/>
                    <a:gd name="connsiteY4" fmla="*/ 2231077 h 2741139"/>
                    <a:gd name="connsiteX5" fmla="*/ 467 w 913695"/>
                    <a:gd name="connsiteY5" fmla="*/ 2580327 h 2741139"/>
                    <a:gd name="connsiteX6" fmla="*/ 98892 w 913695"/>
                    <a:gd name="connsiteY6" fmla="*/ 2675577 h 2741139"/>
                    <a:gd name="connsiteX7" fmla="*/ 365592 w 913695"/>
                    <a:gd name="connsiteY7" fmla="*/ 2732726 h 2741139"/>
                    <a:gd name="connsiteX8" fmla="*/ 187792 w 913695"/>
                    <a:gd name="connsiteY8" fmla="*/ 2535877 h 2741139"/>
                    <a:gd name="connsiteX9" fmla="*/ 610067 w 913695"/>
                    <a:gd name="connsiteY9" fmla="*/ 2091377 h 2741139"/>
                    <a:gd name="connsiteX10" fmla="*/ 794217 w 913695"/>
                    <a:gd name="connsiteY10" fmla="*/ 1561152 h 2741139"/>
                    <a:gd name="connsiteX11" fmla="*/ 876767 w 913695"/>
                    <a:gd name="connsiteY11" fmla="*/ 1262702 h 2741139"/>
                    <a:gd name="connsiteX12" fmla="*/ 860892 w 913695"/>
                    <a:gd name="connsiteY12" fmla="*/ 1180152 h 2741139"/>
                    <a:gd name="connsiteX13" fmla="*/ 724367 w 913695"/>
                    <a:gd name="connsiteY13" fmla="*/ 1065852 h 2741139"/>
                    <a:gd name="connsiteX14" fmla="*/ 644992 w 913695"/>
                    <a:gd name="connsiteY14" fmla="*/ 849952 h 2741139"/>
                    <a:gd name="connsiteX15" fmla="*/ 587842 w 913695"/>
                    <a:gd name="connsiteY15" fmla="*/ 735652 h 2741139"/>
                    <a:gd name="connsiteX16" fmla="*/ 898992 w 913695"/>
                    <a:gd name="connsiteY16" fmla="*/ 830902 h 2741139"/>
                    <a:gd name="connsiteX17" fmla="*/ 848195 w 913695"/>
                    <a:gd name="connsiteY17" fmla="*/ 488005 h 2741139"/>
                    <a:gd name="connsiteX18" fmla="*/ 714842 w 913695"/>
                    <a:gd name="connsiteY18" fmla="*/ 11752 h 2741139"/>
                    <a:gd name="connsiteX19" fmla="*/ 521169 w 913695"/>
                    <a:gd name="connsiteY19" fmla="*/ 135579 h 2741139"/>
                    <a:gd name="connsiteX20" fmla="*/ 613244 w 913695"/>
                    <a:gd name="connsiteY20" fmla="*/ 392754 h 2741139"/>
                    <a:gd name="connsiteX21" fmla="*/ 511642 w 913695"/>
                    <a:gd name="connsiteY21" fmla="*/ 529277 h 2741139"/>
                    <a:gd name="connsiteX22" fmla="*/ 467192 w 913695"/>
                    <a:gd name="connsiteY22" fmla="*/ 707077 h 2741139"/>
                    <a:gd name="connsiteX23" fmla="*/ 517992 w 913695"/>
                    <a:gd name="connsiteY23" fmla="*/ 1008702 h 2741139"/>
                    <a:gd name="connsiteX0" fmla="*/ 517992 w 911783"/>
                    <a:gd name="connsiteY0" fmla="*/ 1020165 h 2752602"/>
                    <a:gd name="connsiteX1" fmla="*/ 470367 w 911783"/>
                    <a:gd name="connsiteY1" fmla="*/ 1185265 h 2752602"/>
                    <a:gd name="connsiteX2" fmla="*/ 479892 w 911783"/>
                    <a:gd name="connsiteY2" fmla="*/ 1471015 h 2752602"/>
                    <a:gd name="connsiteX3" fmla="*/ 390992 w 911783"/>
                    <a:gd name="connsiteY3" fmla="*/ 1972665 h 2752602"/>
                    <a:gd name="connsiteX4" fmla="*/ 146517 w 911783"/>
                    <a:gd name="connsiteY4" fmla="*/ 2242540 h 2752602"/>
                    <a:gd name="connsiteX5" fmla="*/ 467 w 911783"/>
                    <a:gd name="connsiteY5" fmla="*/ 2591790 h 2752602"/>
                    <a:gd name="connsiteX6" fmla="*/ 98892 w 911783"/>
                    <a:gd name="connsiteY6" fmla="*/ 2687040 h 2752602"/>
                    <a:gd name="connsiteX7" fmla="*/ 365592 w 911783"/>
                    <a:gd name="connsiteY7" fmla="*/ 2744189 h 2752602"/>
                    <a:gd name="connsiteX8" fmla="*/ 187792 w 911783"/>
                    <a:gd name="connsiteY8" fmla="*/ 2547340 h 2752602"/>
                    <a:gd name="connsiteX9" fmla="*/ 610067 w 911783"/>
                    <a:gd name="connsiteY9" fmla="*/ 2102840 h 2752602"/>
                    <a:gd name="connsiteX10" fmla="*/ 794217 w 911783"/>
                    <a:gd name="connsiteY10" fmla="*/ 1572615 h 2752602"/>
                    <a:gd name="connsiteX11" fmla="*/ 876767 w 911783"/>
                    <a:gd name="connsiteY11" fmla="*/ 1274165 h 2752602"/>
                    <a:gd name="connsiteX12" fmla="*/ 860892 w 911783"/>
                    <a:gd name="connsiteY12" fmla="*/ 1191615 h 2752602"/>
                    <a:gd name="connsiteX13" fmla="*/ 724367 w 911783"/>
                    <a:gd name="connsiteY13" fmla="*/ 1077315 h 2752602"/>
                    <a:gd name="connsiteX14" fmla="*/ 644992 w 911783"/>
                    <a:gd name="connsiteY14" fmla="*/ 861415 h 2752602"/>
                    <a:gd name="connsiteX15" fmla="*/ 587842 w 911783"/>
                    <a:gd name="connsiteY15" fmla="*/ 747115 h 2752602"/>
                    <a:gd name="connsiteX16" fmla="*/ 898992 w 911783"/>
                    <a:gd name="connsiteY16" fmla="*/ 842365 h 2752602"/>
                    <a:gd name="connsiteX17" fmla="*/ 838670 w 911783"/>
                    <a:gd name="connsiteY17" fmla="*/ 86718 h 2752602"/>
                    <a:gd name="connsiteX18" fmla="*/ 714842 w 911783"/>
                    <a:gd name="connsiteY18" fmla="*/ 23215 h 2752602"/>
                    <a:gd name="connsiteX19" fmla="*/ 521169 w 911783"/>
                    <a:gd name="connsiteY19" fmla="*/ 147042 h 2752602"/>
                    <a:gd name="connsiteX20" fmla="*/ 613244 w 911783"/>
                    <a:gd name="connsiteY20" fmla="*/ 404217 h 2752602"/>
                    <a:gd name="connsiteX21" fmla="*/ 511642 w 911783"/>
                    <a:gd name="connsiteY21" fmla="*/ 540740 h 2752602"/>
                    <a:gd name="connsiteX22" fmla="*/ 467192 w 911783"/>
                    <a:gd name="connsiteY22" fmla="*/ 718540 h 2752602"/>
                    <a:gd name="connsiteX23" fmla="*/ 517992 w 911783"/>
                    <a:gd name="connsiteY23" fmla="*/ 1020165 h 2752602"/>
                    <a:gd name="connsiteX0" fmla="*/ 517992 w 912474"/>
                    <a:gd name="connsiteY0" fmla="*/ 998240 h 2730677"/>
                    <a:gd name="connsiteX1" fmla="*/ 470367 w 912474"/>
                    <a:gd name="connsiteY1" fmla="*/ 1163340 h 2730677"/>
                    <a:gd name="connsiteX2" fmla="*/ 479892 w 912474"/>
                    <a:gd name="connsiteY2" fmla="*/ 1449090 h 2730677"/>
                    <a:gd name="connsiteX3" fmla="*/ 390992 w 912474"/>
                    <a:gd name="connsiteY3" fmla="*/ 1950740 h 2730677"/>
                    <a:gd name="connsiteX4" fmla="*/ 146517 w 912474"/>
                    <a:gd name="connsiteY4" fmla="*/ 2220615 h 2730677"/>
                    <a:gd name="connsiteX5" fmla="*/ 467 w 912474"/>
                    <a:gd name="connsiteY5" fmla="*/ 2569865 h 2730677"/>
                    <a:gd name="connsiteX6" fmla="*/ 98892 w 912474"/>
                    <a:gd name="connsiteY6" fmla="*/ 2665115 h 2730677"/>
                    <a:gd name="connsiteX7" fmla="*/ 365592 w 912474"/>
                    <a:gd name="connsiteY7" fmla="*/ 2722264 h 2730677"/>
                    <a:gd name="connsiteX8" fmla="*/ 187792 w 912474"/>
                    <a:gd name="connsiteY8" fmla="*/ 2525415 h 2730677"/>
                    <a:gd name="connsiteX9" fmla="*/ 610067 w 912474"/>
                    <a:gd name="connsiteY9" fmla="*/ 2080915 h 2730677"/>
                    <a:gd name="connsiteX10" fmla="*/ 794217 w 912474"/>
                    <a:gd name="connsiteY10" fmla="*/ 1550690 h 2730677"/>
                    <a:gd name="connsiteX11" fmla="*/ 876767 w 912474"/>
                    <a:gd name="connsiteY11" fmla="*/ 1252240 h 2730677"/>
                    <a:gd name="connsiteX12" fmla="*/ 860892 w 912474"/>
                    <a:gd name="connsiteY12" fmla="*/ 1169690 h 2730677"/>
                    <a:gd name="connsiteX13" fmla="*/ 724367 w 912474"/>
                    <a:gd name="connsiteY13" fmla="*/ 1055390 h 2730677"/>
                    <a:gd name="connsiteX14" fmla="*/ 644992 w 912474"/>
                    <a:gd name="connsiteY14" fmla="*/ 839490 h 2730677"/>
                    <a:gd name="connsiteX15" fmla="*/ 587842 w 912474"/>
                    <a:gd name="connsiteY15" fmla="*/ 725190 h 2730677"/>
                    <a:gd name="connsiteX16" fmla="*/ 898992 w 912474"/>
                    <a:gd name="connsiteY16" fmla="*/ 820440 h 2730677"/>
                    <a:gd name="connsiteX17" fmla="*/ 854545 w 912474"/>
                    <a:gd name="connsiteY17" fmla="*/ 134643 h 2730677"/>
                    <a:gd name="connsiteX18" fmla="*/ 838670 w 912474"/>
                    <a:gd name="connsiteY18" fmla="*/ 64793 h 2730677"/>
                    <a:gd name="connsiteX19" fmla="*/ 714842 w 912474"/>
                    <a:gd name="connsiteY19" fmla="*/ 1290 h 2730677"/>
                    <a:gd name="connsiteX20" fmla="*/ 521169 w 912474"/>
                    <a:gd name="connsiteY20" fmla="*/ 125117 h 2730677"/>
                    <a:gd name="connsiteX21" fmla="*/ 613244 w 912474"/>
                    <a:gd name="connsiteY21" fmla="*/ 382292 h 2730677"/>
                    <a:gd name="connsiteX22" fmla="*/ 511642 w 912474"/>
                    <a:gd name="connsiteY22" fmla="*/ 518815 h 2730677"/>
                    <a:gd name="connsiteX23" fmla="*/ 467192 w 912474"/>
                    <a:gd name="connsiteY23" fmla="*/ 696615 h 2730677"/>
                    <a:gd name="connsiteX24" fmla="*/ 517992 w 912474"/>
                    <a:gd name="connsiteY24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54544 w 912187"/>
                    <a:gd name="connsiteY18" fmla="*/ 134643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83119 w 912187"/>
                    <a:gd name="connsiteY18" fmla="*/ 239418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1083"/>
                    <a:gd name="connsiteY0" fmla="*/ 998240 h 2730677"/>
                    <a:gd name="connsiteX1" fmla="*/ 470367 w 911083"/>
                    <a:gd name="connsiteY1" fmla="*/ 1163340 h 2730677"/>
                    <a:gd name="connsiteX2" fmla="*/ 479892 w 911083"/>
                    <a:gd name="connsiteY2" fmla="*/ 1449090 h 2730677"/>
                    <a:gd name="connsiteX3" fmla="*/ 390992 w 911083"/>
                    <a:gd name="connsiteY3" fmla="*/ 1950740 h 2730677"/>
                    <a:gd name="connsiteX4" fmla="*/ 146517 w 911083"/>
                    <a:gd name="connsiteY4" fmla="*/ 2220615 h 2730677"/>
                    <a:gd name="connsiteX5" fmla="*/ 467 w 911083"/>
                    <a:gd name="connsiteY5" fmla="*/ 2569865 h 2730677"/>
                    <a:gd name="connsiteX6" fmla="*/ 98892 w 911083"/>
                    <a:gd name="connsiteY6" fmla="*/ 2665115 h 2730677"/>
                    <a:gd name="connsiteX7" fmla="*/ 365592 w 911083"/>
                    <a:gd name="connsiteY7" fmla="*/ 2722264 h 2730677"/>
                    <a:gd name="connsiteX8" fmla="*/ 187792 w 911083"/>
                    <a:gd name="connsiteY8" fmla="*/ 2525415 h 2730677"/>
                    <a:gd name="connsiteX9" fmla="*/ 610067 w 911083"/>
                    <a:gd name="connsiteY9" fmla="*/ 2080915 h 2730677"/>
                    <a:gd name="connsiteX10" fmla="*/ 794217 w 911083"/>
                    <a:gd name="connsiteY10" fmla="*/ 1550690 h 2730677"/>
                    <a:gd name="connsiteX11" fmla="*/ 876767 w 911083"/>
                    <a:gd name="connsiteY11" fmla="*/ 1252240 h 2730677"/>
                    <a:gd name="connsiteX12" fmla="*/ 860892 w 911083"/>
                    <a:gd name="connsiteY12" fmla="*/ 1169690 h 2730677"/>
                    <a:gd name="connsiteX13" fmla="*/ 724367 w 911083"/>
                    <a:gd name="connsiteY13" fmla="*/ 1055390 h 2730677"/>
                    <a:gd name="connsiteX14" fmla="*/ 644992 w 911083"/>
                    <a:gd name="connsiteY14" fmla="*/ 839490 h 2730677"/>
                    <a:gd name="connsiteX15" fmla="*/ 587842 w 911083"/>
                    <a:gd name="connsiteY15" fmla="*/ 725190 h 2730677"/>
                    <a:gd name="connsiteX16" fmla="*/ 898992 w 911083"/>
                    <a:gd name="connsiteY16" fmla="*/ 820440 h 2730677"/>
                    <a:gd name="connsiteX17" fmla="*/ 848195 w 911083"/>
                    <a:gd name="connsiteY17" fmla="*/ 356893 h 2730677"/>
                    <a:gd name="connsiteX18" fmla="*/ 883119 w 911083"/>
                    <a:gd name="connsiteY18" fmla="*/ 239418 h 2730677"/>
                    <a:gd name="connsiteX19" fmla="*/ 838670 w 911083"/>
                    <a:gd name="connsiteY19" fmla="*/ 64793 h 2730677"/>
                    <a:gd name="connsiteX20" fmla="*/ 714842 w 911083"/>
                    <a:gd name="connsiteY20" fmla="*/ 1290 h 2730677"/>
                    <a:gd name="connsiteX21" fmla="*/ 521169 w 911083"/>
                    <a:gd name="connsiteY21" fmla="*/ 125117 h 2730677"/>
                    <a:gd name="connsiteX22" fmla="*/ 613244 w 911083"/>
                    <a:gd name="connsiteY22" fmla="*/ 382292 h 2730677"/>
                    <a:gd name="connsiteX23" fmla="*/ 511642 w 911083"/>
                    <a:gd name="connsiteY23" fmla="*/ 518815 h 2730677"/>
                    <a:gd name="connsiteX24" fmla="*/ 467192 w 911083"/>
                    <a:gd name="connsiteY24" fmla="*/ 696615 h 2730677"/>
                    <a:gd name="connsiteX25" fmla="*/ 517992 w 911083"/>
                    <a:gd name="connsiteY25" fmla="*/ 998240 h 2730677"/>
                    <a:gd name="connsiteX0" fmla="*/ 517992 w 918868"/>
                    <a:gd name="connsiteY0" fmla="*/ 998240 h 2730677"/>
                    <a:gd name="connsiteX1" fmla="*/ 470367 w 918868"/>
                    <a:gd name="connsiteY1" fmla="*/ 1163340 h 2730677"/>
                    <a:gd name="connsiteX2" fmla="*/ 479892 w 918868"/>
                    <a:gd name="connsiteY2" fmla="*/ 1449090 h 2730677"/>
                    <a:gd name="connsiteX3" fmla="*/ 390992 w 918868"/>
                    <a:gd name="connsiteY3" fmla="*/ 1950740 h 2730677"/>
                    <a:gd name="connsiteX4" fmla="*/ 146517 w 918868"/>
                    <a:gd name="connsiteY4" fmla="*/ 2220615 h 2730677"/>
                    <a:gd name="connsiteX5" fmla="*/ 467 w 918868"/>
                    <a:gd name="connsiteY5" fmla="*/ 2569865 h 2730677"/>
                    <a:gd name="connsiteX6" fmla="*/ 98892 w 918868"/>
                    <a:gd name="connsiteY6" fmla="*/ 2665115 h 2730677"/>
                    <a:gd name="connsiteX7" fmla="*/ 365592 w 918868"/>
                    <a:gd name="connsiteY7" fmla="*/ 2722264 h 2730677"/>
                    <a:gd name="connsiteX8" fmla="*/ 187792 w 918868"/>
                    <a:gd name="connsiteY8" fmla="*/ 2525415 h 2730677"/>
                    <a:gd name="connsiteX9" fmla="*/ 610067 w 918868"/>
                    <a:gd name="connsiteY9" fmla="*/ 2080915 h 2730677"/>
                    <a:gd name="connsiteX10" fmla="*/ 794217 w 918868"/>
                    <a:gd name="connsiteY10" fmla="*/ 1550690 h 2730677"/>
                    <a:gd name="connsiteX11" fmla="*/ 876767 w 918868"/>
                    <a:gd name="connsiteY11" fmla="*/ 1252240 h 2730677"/>
                    <a:gd name="connsiteX12" fmla="*/ 860892 w 918868"/>
                    <a:gd name="connsiteY12" fmla="*/ 1169690 h 2730677"/>
                    <a:gd name="connsiteX13" fmla="*/ 724367 w 918868"/>
                    <a:gd name="connsiteY13" fmla="*/ 1055390 h 2730677"/>
                    <a:gd name="connsiteX14" fmla="*/ 644992 w 918868"/>
                    <a:gd name="connsiteY14" fmla="*/ 839490 h 2730677"/>
                    <a:gd name="connsiteX15" fmla="*/ 587842 w 918868"/>
                    <a:gd name="connsiteY15" fmla="*/ 725190 h 2730677"/>
                    <a:gd name="connsiteX16" fmla="*/ 898992 w 918868"/>
                    <a:gd name="connsiteY16" fmla="*/ 820440 h 2730677"/>
                    <a:gd name="connsiteX17" fmla="*/ 883120 w 918868"/>
                    <a:gd name="connsiteY17" fmla="*/ 541043 h 2730677"/>
                    <a:gd name="connsiteX18" fmla="*/ 848195 w 918868"/>
                    <a:gd name="connsiteY18" fmla="*/ 356893 h 2730677"/>
                    <a:gd name="connsiteX19" fmla="*/ 883119 w 918868"/>
                    <a:gd name="connsiteY19" fmla="*/ 239418 h 2730677"/>
                    <a:gd name="connsiteX20" fmla="*/ 838670 w 918868"/>
                    <a:gd name="connsiteY20" fmla="*/ 64793 h 2730677"/>
                    <a:gd name="connsiteX21" fmla="*/ 714842 w 918868"/>
                    <a:gd name="connsiteY21" fmla="*/ 1290 h 2730677"/>
                    <a:gd name="connsiteX22" fmla="*/ 521169 w 918868"/>
                    <a:gd name="connsiteY22" fmla="*/ 125117 h 2730677"/>
                    <a:gd name="connsiteX23" fmla="*/ 613244 w 918868"/>
                    <a:gd name="connsiteY23" fmla="*/ 382292 h 2730677"/>
                    <a:gd name="connsiteX24" fmla="*/ 511642 w 918868"/>
                    <a:gd name="connsiteY24" fmla="*/ 518815 h 2730677"/>
                    <a:gd name="connsiteX25" fmla="*/ 467192 w 918868"/>
                    <a:gd name="connsiteY25" fmla="*/ 696615 h 2730677"/>
                    <a:gd name="connsiteX26" fmla="*/ 517992 w 918868"/>
                    <a:gd name="connsiteY26" fmla="*/ 998240 h 2730677"/>
                    <a:gd name="connsiteX0" fmla="*/ 517992 w 902408"/>
                    <a:gd name="connsiteY0" fmla="*/ 998240 h 2730677"/>
                    <a:gd name="connsiteX1" fmla="*/ 470367 w 902408"/>
                    <a:gd name="connsiteY1" fmla="*/ 1163340 h 2730677"/>
                    <a:gd name="connsiteX2" fmla="*/ 479892 w 902408"/>
                    <a:gd name="connsiteY2" fmla="*/ 1449090 h 2730677"/>
                    <a:gd name="connsiteX3" fmla="*/ 390992 w 902408"/>
                    <a:gd name="connsiteY3" fmla="*/ 1950740 h 2730677"/>
                    <a:gd name="connsiteX4" fmla="*/ 146517 w 902408"/>
                    <a:gd name="connsiteY4" fmla="*/ 2220615 h 2730677"/>
                    <a:gd name="connsiteX5" fmla="*/ 467 w 902408"/>
                    <a:gd name="connsiteY5" fmla="*/ 2569865 h 2730677"/>
                    <a:gd name="connsiteX6" fmla="*/ 98892 w 902408"/>
                    <a:gd name="connsiteY6" fmla="*/ 2665115 h 2730677"/>
                    <a:gd name="connsiteX7" fmla="*/ 365592 w 902408"/>
                    <a:gd name="connsiteY7" fmla="*/ 2722264 h 2730677"/>
                    <a:gd name="connsiteX8" fmla="*/ 187792 w 902408"/>
                    <a:gd name="connsiteY8" fmla="*/ 2525415 h 2730677"/>
                    <a:gd name="connsiteX9" fmla="*/ 610067 w 902408"/>
                    <a:gd name="connsiteY9" fmla="*/ 2080915 h 2730677"/>
                    <a:gd name="connsiteX10" fmla="*/ 794217 w 902408"/>
                    <a:gd name="connsiteY10" fmla="*/ 1550690 h 2730677"/>
                    <a:gd name="connsiteX11" fmla="*/ 876767 w 902408"/>
                    <a:gd name="connsiteY11" fmla="*/ 1252240 h 2730677"/>
                    <a:gd name="connsiteX12" fmla="*/ 860892 w 902408"/>
                    <a:gd name="connsiteY12" fmla="*/ 1169690 h 2730677"/>
                    <a:gd name="connsiteX13" fmla="*/ 724367 w 902408"/>
                    <a:gd name="connsiteY13" fmla="*/ 1055390 h 2730677"/>
                    <a:gd name="connsiteX14" fmla="*/ 644992 w 902408"/>
                    <a:gd name="connsiteY14" fmla="*/ 839490 h 2730677"/>
                    <a:gd name="connsiteX15" fmla="*/ 587842 w 902408"/>
                    <a:gd name="connsiteY15" fmla="*/ 725190 h 2730677"/>
                    <a:gd name="connsiteX16" fmla="*/ 898992 w 902408"/>
                    <a:gd name="connsiteY16" fmla="*/ 820440 h 2730677"/>
                    <a:gd name="connsiteX17" fmla="*/ 759295 w 902408"/>
                    <a:gd name="connsiteY17" fmla="*/ 423568 h 2730677"/>
                    <a:gd name="connsiteX18" fmla="*/ 848195 w 902408"/>
                    <a:gd name="connsiteY18" fmla="*/ 356893 h 2730677"/>
                    <a:gd name="connsiteX19" fmla="*/ 883119 w 902408"/>
                    <a:gd name="connsiteY19" fmla="*/ 239418 h 2730677"/>
                    <a:gd name="connsiteX20" fmla="*/ 838670 w 902408"/>
                    <a:gd name="connsiteY20" fmla="*/ 64793 h 2730677"/>
                    <a:gd name="connsiteX21" fmla="*/ 714842 w 902408"/>
                    <a:gd name="connsiteY21" fmla="*/ 1290 h 2730677"/>
                    <a:gd name="connsiteX22" fmla="*/ 521169 w 902408"/>
                    <a:gd name="connsiteY22" fmla="*/ 125117 h 2730677"/>
                    <a:gd name="connsiteX23" fmla="*/ 613244 w 902408"/>
                    <a:gd name="connsiteY23" fmla="*/ 382292 h 2730677"/>
                    <a:gd name="connsiteX24" fmla="*/ 511642 w 902408"/>
                    <a:gd name="connsiteY24" fmla="*/ 518815 h 2730677"/>
                    <a:gd name="connsiteX25" fmla="*/ 467192 w 902408"/>
                    <a:gd name="connsiteY25" fmla="*/ 696615 h 2730677"/>
                    <a:gd name="connsiteX26" fmla="*/ 517992 w 902408"/>
                    <a:gd name="connsiteY26" fmla="*/ 998240 h 2730677"/>
                    <a:gd name="connsiteX0" fmla="*/ 517992 w 932676"/>
                    <a:gd name="connsiteY0" fmla="*/ 998240 h 2730677"/>
                    <a:gd name="connsiteX1" fmla="*/ 470367 w 932676"/>
                    <a:gd name="connsiteY1" fmla="*/ 1163340 h 2730677"/>
                    <a:gd name="connsiteX2" fmla="*/ 479892 w 932676"/>
                    <a:gd name="connsiteY2" fmla="*/ 1449090 h 2730677"/>
                    <a:gd name="connsiteX3" fmla="*/ 390992 w 932676"/>
                    <a:gd name="connsiteY3" fmla="*/ 1950740 h 2730677"/>
                    <a:gd name="connsiteX4" fmla="*/ 146517 w 932676"/>
                    <a:gd name="connsiteY4" fmla="*/ 2220615 h 2730677"/>
                    <a:gd name="connsiteX5" fmla="*/ 467 w 932676"/>
                    <a:gd name="connsiteY5" fmla="*/ 2569865 h 2730677"/>
                    <a:gd name="connsiteX6" fmla="*/ 98892 w 932676"/>
                    <a:gd name="connsiteY6" fmla="*/ 2665115 h 2730677"/>
                    <a:gd name="connsiteX7" fmla="*/ 365592 w 932676"/>
                    <a:gd name="connsiteY7" fmla="*/ 2722264 h 2730677"/>
                    <a:gd name="connsiteX8" fmla="*/ 187792 w 932676"/>
                    <a:gd name="connsiteY8" fmla="*/ 2525415 h 2730677"/>
                    <a:gd name="connsiteX9" fmla="*/ 610067 w 932676"/>
                    <a:gd name="connsiteY9" fmla="*/ 2080915 h 2730677"/>
                    <a:gd name="connsiteX10" fmla="*/ 794217 w 932676"/>
                    <a:gd name="connsiteY10" fmla="*/ 1550690 h 2730677"/>
                    <a:gd name="connsiteX11" fmla="*/ 876767 w 932676"/>
                    <a:gd name="connsiteY11" fmla="*/ 1252240 h 2730677"/>
                    <a:gd name="connsiteX12" fmla="*/ 860892 w 932676"/>
                    <a:gd name="connsiteY12" fmla="*/ 1169690 h 2730677"/>
                    <a:gd name="connsiteX13" fmla="*/ 724367 w 932676"/>
                    <a:gd name="connsiteY13" fmla="*/ 1055390 h 2730677"/>
                    <a:gd name="connsiteX14" fmla="*/ 644992 w 932676"/>
                    <a:gd name="connsiteY14" fmla="*/ 839490 h 2730677"/>
                    <a:gd name="connsiteX15" fmla="*/ 587842 w 932676"/>
                    <a:gd name="connsiteY15" fmla="*/ 725190 h 2730677"/>
                    <a:gd name="connsiteX16" fmla="*/ 898992 w 932676"/>
                    <a:gd name="connsiteY16" fmla="*/ 820440 h 2730677"/>
                    <a:gd name="connsiteX17" fmla="*/ 908519 w 932676"/>
                    <a:gd name="connsiteY17" fmla="*/ 814093 h 2730677"/>
                    <a:gd name="connsiteX18" fmla="*/ 759295 w 932676"/>
                    <a:gd name="connsiteY18" fmla="*/ 423568 h 2730677"/>
                    <a:gd name="connsiteX19" fmla="*/ 848195 w 932676"/>
                    <a:gd name="connsiteY19" fmla="*/ 356893 h 2730677"/>
                    <a:gd name="connsiteX20" fmla="*/ 883119 w 932676"/>
                    <a:gd name="connsiteY20" fmla="*/ 239418 h 2730677"/>
                    <a:gd name="connsiteX21" fmla="*/ 838670 w 932676"/>
                    <a:gd name="connsiteY21" fmla="*/ 64793 h 2730677"/>
                    <a:gd name="connsiteX22" fmla="*/ 714842 w 932676"/>
                    <a:gd name="connsiteY22" fmla="*/ 1290 h 2730677"/>
                    <a:gd name="connsiteX23" fmla="*/ 521169 w 932676"/>
                    <a:gd name="connsiteY23" fmla="*/ 125117 h 2730677"/>
                    <a:gd name="connsiteX24" fmla="*/ 613244 w 932676"/>
                    <a:gd name="connsiteY24" fmla="*/ 382292 h 2730677"/>
                    <a:gd name="connsiteX25" fmla="*/ 511642 w 932676"/>
                    <a:gd name="connsiteY25" fmla="*/ 518815 h 2730677"/>
                    <a:gd name="connsiteX26" fmla="*/ 467192 w 932676"/>
                    <a:gd name="connsiteY26" fmla="*/ 696615 h 2730677"/>
                    <a:gd name="connsiteX27" fmla="*/ 517992 w 932676"/>
                    <a:gd name="connsiteY27" fmla="*/ 998240 h 2730677"/>
                    <a:gd name="connsiteX0" fmla="*/ 517992 w 925354"/>
                    <a:gd name="connsiteY0" fmla="*/ 998240 h 2730677"/>
                    <a:gd name="connsiteX1" fmla="*/ 470367 w 925354"/>
                    <a:gd name="connsiteY1" fmla="*/ 1163340 h 2730677"/>
                    <a:gd name="connsiteX2" fmla="*/ 479892 w 925354"/>
                    <a:gd name="connsiteY2" fmla="*/ 1449090 h 2730677"/>
                    <a:gd name="connsiteX3" fmla="*/ 390992 w 925354"/>
                    <a:gd name="connsiteY3" fmla="*/ 1950740 h 2730677"/>
                    <a:gd name="connsiteX4" fmla="*/ 146517 w 925354"/>
                    <a:gd name="connsiteY4" fmla="*/ 2220615 h 2730677"/>
                    <a:gd name="connsiteX5" fmla="*/ 467 w 925354"/>
                    <a:gd name="connsiteY5" fmla="*/ 2569865 h 2730677"/>
                    <a:gd name="connsiteX6" fmla="*/ 98892 w 925354"/>
                    <a:gd name="connsiteY6" fmla="*/ 2665115 h 2730677"/>
                    <a:gd name="connsiteX7" fmla="*/ 365592 w 925354"/>
                    <a:gd name="connsiteY7" fmla="*/ 2722264 h 2730677"/>
                    <a:gd name="connsiteX8" fmla="*/ 187792 w 925354"/>
                    <a:gd name="connsiteY8" fmla="*/ 2525415 h 2730677"/>
                    <a:gd name="connsiteX9" fmla="*/ 610067 w 925354"/>
                    <a:gd name="connsiteY9" fmla="*/ 2080915 h 2730677"/>
                    <a:gd name="connsiteX10" fmla="*/ 794217 w 925354"/>
                    <a:gd name="connsiteY10" fmla="*/ 1550690 h 2730677"/>
                    <a:gd name="connsiteX11" fmla="*/ 876767 w 925354"/>
                    <a:gd name="connsiteY11" fmla="*/ 1252240 h 2730677"/>
                    <a:gd name="connsiteX12" fmla="*/ 860892 w 925354"/>
                    <a:gd name="connsiteY12" fmla="*/ 1169690 h 2730677"/>
                    <a:gd name="connsiteX13" fmla="*/ 724367 w 925354"/>
                    <a:gd name="connsiteY13" fmla="*/ 1055390 h 2730677"/>
                    <a:gd name="connsiteX14" fmla="*/ 644992 w 925354"/>
                    <a:gd name="connsiteY14" fmla="*/ 839490 h 2730677"/>
                    <a:gd name="connsiteX15" fmla="*/ 587842 w 925354"/>
                    <a:gd name="connsiteY15" fmla="*/ 725190 h 2730677"/>
                    <a:gd name="connsiteX16" fmla="*/ 898992 w 925354"/>
                    <a:gd name="connsiteY16" fmla="*/ 820440 h 2730677"/>
                    <a:gd name="connsiteX17" fmla="*/ 908519 w 925354"/>
                    <a:gd name="connsiteY17" fmla="*/ 814093 h 2730677"/>
                    <a:gd name="connsiteX18" fmla="*/ 902169 w 925354"/>
                    <a:gd name="connsiteY18" fmla="*/ 817268 h 2730677"/>
                    <a:gd name="connsiteX19" fmla="*/ 759295 w 925354"/>
                    <a:gd name="connsiteY19" fmla="*/ 423568 h 2730677"/>
                    <a:gd name="connsiteX20" fmla="*/ 848195 w 925354"/>
                    <a:gd name="connsiteY20" fmla="*/ 356893 h 2730677"/>
                    <a:gd name="connsiteX21" fmla="*/ 883119 w 925354"/>
                    <a:gd name="connsiteY21" fmla="*/ 239418 h 2730677"/>
                    <a:gd name="connsiteX22" fmla="*/ 838670 w 925354"/>
                    <a:gd name="connsiteY22" fmla="*/ 64793 h 2730677"/>
                    <a:gd name="connsiteX23" fmla="*/ 714842 w 925354"/>
                    <a:gd name="connsiteY23" fmla="*/ 1290 h 2730677"/>
                    <a:gd name="connsiteX24" fmla="*/ 521169 w 925354"/>
                    <a:gd name="connsiteY24" fmla="*/ 125117 h 2730677"/>
                    <a:gd name="connsiteX25" fmla="*/ 613244 w 925354"/>
                    <a:gd name="connsiteY25" fmla="*/ 382292 h 2730677"/>
                    <a:gd name="connsiteX26" fmla="*/ 511642 w 925354"/>
                    <a:gd name="connsiteY26" fmla="*/ 518815 h 2730677"/>
                    <a:gd name="connsiteX27" fmla="*/ 467192 w 925354"/>
                    <a:gd name="connsiteY27" fmla="*/ 696615 h 2730677"/>
                    <a:gd name="connsiteX28" fmla="*/ 517992 w 925354"/>
                    <a:gd name="connsiteY28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902169 w 930788"/>
                    <a:gd name="connsiteY19" fmla="*/ 817268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56"/>
                    <a:gd name="connsiteY0" fmla="*/ 998240 h 2730677"/>
                    <a:gd name="connsiteX1" fmla="*/ 470367 w 930756"/>
                    <a:gd name="connsiteY1" fmla="*/ 1163340 h 2730677"/>
                    <a:gd name="connsiteX2" fmla="*/ 479892 w 930756"/>
                    <a:gd name="connsiteY2" fmla="*/ 1449090 h 2730677"/>
                    <a:gd name="connsiteX3" fmla="*/ 390992 w 930756"/>
                    <a:gd name="connsiteY3" fmla="*/ 1950740 h 2730677"/>
                    <a:gd name="connsiteX4" fmla="*/ 146517 w 930756"/>
                    <a:gd name="connsiteY4" fmla="*/ 2220615 h 2730677"/>
                    <a:gd name="connsiteX5" fmla="*/ 467 w 930756"/>
                    <a:gd name="connsiteY5" fmla="*/ 2569865 h 2730677"/>
                    <a:gd name="connsiteX6" fmla="*/ 98892 w 930756"/>
                    <a:gd name="connsiteY6" fmla="*/ 2665115 h 2730677"/>
                    <a:gd name="connsiteX7" fmla="*/ 365592 w 930756"/>
                    <a:gd name="connsiteY7" fmla="*/ 2722264 h 2730677"/>
                    <a:gd name="connsiteX8" fmla="*/ 187792 w 930756"/>
                    <a:gd name="connsiteY8" fmla="*/ 2525415 h 2730677"/>
                    <a:gd name="connsiteX9" fmla="*/ 610067 w 930756"/>
                    <a:gd name="connsiteY9" fmla="*/ 2080915 h 2730677"/>
                    <a:gd name="connsiteX10" fmla="*/ 794217 w 930756"/>
                    <a:gd name="connsiteY10" fmla="*/ 1550690 h 2730677"/>
                    <a:gd name="connsiteX11" fmla="*/ 876767 w 930756"/>
                    <a:gd name="connsiteY11" fmla="*/ 1252240 h 2730677"/>
                    <a:gd name="connsiteX12" fmla="*/ 860892 w 930756"/>
                    <a:gd name="connsiteY12" fmla="*/ 1169690 h 2730677"/>
                    <a:gd name="connsiteX13" fmla="*/ 724367 w 930756"/>
                    <a:gd name="connsiteY13" fmla="*/ 1055390 h 2730677"/>
                    <a:gd name="connsiteX14" fmla="*/ 644992 w 930756"/>
                    <a:gd name="connsiteY14" fmla="*/ 839490 h 2730677"/>
                    <a:gd name="connsiteX15" fmla="*/ 587842 w 930756"/>
                    <a:gd name="connsiteY15" fmla="*/ 725190 h 2730677"/>
                    <a:gd name="connsiteX16" fmla="*/ 898992 w 930756"/>
                    <a:gd name="connsiteY16" fmla="*/ 820440 h 2730677"/>
                    <a:gd name="connsiteX17" fmla="*/ 857719 w 930756"/>
                    <a:gd name="connsiteY17" fmla="*/ 902993 h 2730677"/>
                    <a:gd name="connsiteX18" fmla="*/ 930744 w 930756"/>
                    <a:gd name="connsiteY18" fmla="*/ 826793 h 2730677"/>
                    <a:gd name="connsiteX19" fmla="*/ 870419 w 930756"/>
                    <a:gd name="connsiteY19" fmla="*/ 877593 h 2730677"/>
                    <a:gd name="connsiteX20" fmla="*/ 759295 w 930756"/>
                    <a:gd name="connsiteY20" fmla="*/ 423568 h 2730677"/>
                    <a:gd name="connsiteX21" fmla="*/ 848195 w 930756"/>
                    <a:gd name="connsiteY21" fmla="*/ 356893 h 2730677"/>
                    <a:gd name="connsiteX22" fmla="*/ 883119 w 930756"/>
                    <a:gd name="connsiteY22" fmla="*/ 239418 h 2730677"/>
                    <a:gd name="connsiteX23" fmla="*/ 838670 w 930756"/>
                    <a:gd name="connsiteY23" fmla="*/ 64793 h 2730677"/>
                    <a:gd name="connsiteX24" fmla="*/ 714842 w 930756"/>
                    <a:gd name="connsiteY24" fmla="*/ 1290 h 2730677"/>
                    <a:gd name="connsiteX25" fmla="*/ 521169 w 930756"/>
                    <a:gd name="connsiteY25" fmla="*/ 125117 h 2730677"/>
                    <a:gd name="connsiteX26" fmla="*/ 613244 w 930756"/>
                    <a:gd name="connsiteY26" fmla="*/ 382292 h 2730677"/>
                    <a:gd name="connsiteX27" fmla="*/ 511642 w 930756"/>
                    <a:gd name="connsiteY27" fmla="*/ 518815 h 2730677"/>
                    <a:gd name="connsiteX28" fmla="*/ 467192 w 930756"/>
                    <a:gd name="connsiteY28" fmla="*/ 696615 h 2730677"/>
                    <a:gd name="connsiteX29" fmla="*/ 517992 w 930756"/>
                    <a:gd name="connsiteY29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887922"/>
                    <a:gd name="connsiteY0" fmla="*/ 998240 h 2730677"/>
                    <a:gd name="connsiteX1" fmla="*/ 470367 w 887922"/>
                    <a:gd name="connsiteY1" fmla="*/ 1163340 h 2730677"/>
                    <a:gd name="connsiteX2" fmla="*/ 479892 w 887922"/>
                    <a:gd name="connsiteY2" fmla="*/ 1449090 h 2730677"/>
                    <a:gd name="connsiteX3" fmla="*/ 390992 w 887922"/>
                    <a:gd name="connsiteY3" fmla="*/ 1950740 h 2730677"/>
                    <a:gd name="connsiteX4" fmla="*/ 146517 w 887922"/>
                    <a:gd name="connsiteY4" fmla="*/ 2220615 h 2730677"/>
                    <a:gd name="connsiteX5" fmla="*/ 467 w 887922"/>
                    <a:gd name="connsiteY5" fmla="*/ 2569865 h 2730677"/>
                    <a:gd name="connsiteX6" fmla="*/ 98892 w 887922"/>
                    <a:gd name="connsiteY6" fmla="*/ 2665115 h 2730677"/>
                    <a:gd name="connsiteX7" fmla="*/ 365592 w 887922"/>
                    <a:gd name="connsiteY7" fmla="*/ 2722264 h 2730677"/>
                    <a:gd name="connsiteX8" fmla="*/ 187792 w 887922"/>
                    <a:gd name="connsiteY8" fmla="*/ 2525415 h 2730677"/>
                    <a:gd name="connsiteX9" fmla="*/ 610067 w 887922"/>
                    <a:gd name="connsiteY9" fmla="*/ 2080915 h 2730677"/>
                    <a:gd name="connsiteX10" fmla="*/ 794217 w 887922"/>
                    <a:gd name="connsiteY10" fmla="*/ 1550690 h 2730677"/>
                    <a:gd name="connsiteX11" fmla="*/ 876767 w 887922"/>
                    <a:gd name="connsiteY11" fmla="*/ 1252240 h 2730677"/>
                    <a:gd name="connsiteX12" fmla="*/ 860892 w 887922"/>
                    <a:gd name="connsiteY12" fmla="*/ 1169690 h 2730677"/>
                    <a:gd name="connsiteX13" fmla="*/ 724367 w 887922"/>
                    <a:gd name="connsiteY13" fmla="*/ 1055390 h 2730677"/>
                    <a:gd name="connsiteX14" fmla="*/ 644992 w 887922"/>
                    <a:gd name="connsiteY14" fmla="*/ 839490 h 2730677"/>
                    <a:gd name="connsiteX15" fmla="*/ 587842 w 887922"/>
                    <a:gd name="connsiteY15" fmla="*/ 725190 h 2730677"/>
                    <a:gd name="connsiteX16" fmla="*/ 857719 w 887922"/>
                    <a:gd name="connsiteY16" fmla="*/ 902993 h 2730677"/>
                    <a:gd name="connsiteX17" fmla="*/ 870419 w 887922"/>
                    <a:gd name="connsiteY17" fmla="*/ 877593 h 2730677"/>
                    <a:gd name="connsiteX18" fmla="*/ 759295 w 887922"/>
                    <a:gd name="connsiteY18" fmla="*/ 423568 h 2730677"/>
                    <a:gd name="connsiteX19" fmla="*/ 848195 w 887922"/>
                    <a:gd name="connsiteY19" fmla="*/ 356893 h 2730677"/>
                    <a:gd name="connsiteX20" fmla="*/ 883119 w 887922"/>
                    <a:gd name="connsiteY20" fmla="*/ 239418 h 2730677"/>
                    <a:gd name="connsiteX21" fmla="*/ 838670 w 887922"/>
                    <a:gd name="connsiteY21" fmla="*/ 64793 h 2730677"/>
                    <a:gd name="connsiteX22" fmla="*/ 714842 w 887922"/>
                    <a:gd name="connsiteY22" fmla="*/ 1290 h 2730677"/>
                    <a:gd name="connsiteX23" fmla="*/ 521169 w 887922"/>
                    <a:gd name="connsiteY23" fmla="*/ 125117 h 2730677"/>
                    <a:gd name="connsiteX24" fmla="*/ 613244 w 887922"/>
                    <a:gd name="connsiteY24" fmla="*/ 382292 h 2730677"/>
                    <a:gd name="connsiteX25" fmla="*/ 511642 w 887922"/>
                    <a:gd name="connsiteY25" fmla="*/ 518815 h 2730677"/>
                    <a:gd name="connsiteX26" fmla="*/ 467192 w 887922"/>
                    <a:gd name="connsiteY26" fmla="*/ 696615 h 2730677"/>
                    <a:gd name="connsiteX27" fmla="*/ 517992 w 887922"/>
                    <a:gd name="connsiteY27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587842 w 883584"/>
                    <a:gd name="connsiteY15" fmla="*/ 725190 h 2730677"/>
                    <a:gd name="connsiteX16" fmla="*/ 857719 w 883584"/>
                    <a:gd name="connsiteY16" fmla="*/ 902993 h 2730677"/>
                    <a:gd name="connsiteX17" fmla="*/ 759295 w 883584"/>
                    <a:gd name="connsiteY17" fmla="*/ 423568 h 2730677"/>
                    <a:gd name="connsiteX18" fmla="*/ 848195 w 883584"/>
                    <a:gd name="connsiteY18" fmla="*/ 356893 h 2730677"/>
                    <a:gd name="connsiteX19" fmla="*/ 883119 w 883584"/>
                    <a:gd name="connsiteY19" fmla="*/ 239418 h 2730677"/>
                    <a:gd name="connsiteX20" fmla="*/ 838670 w 883584"/>
                    <a:gd name="connsiteY20" fmla="*/ 64793 h 2730677"/>
                    <a:gd name="connsiteX21" fmla="*/ 714842 w 883584"/>
                    <a:gd name="connsiteY21" fmla="*/ 1290 h 2730677"/>
                    <a:gd name="connsiteX22" fmla="*/ 521169 w 883584"/>
                    <a:gd name="connsiteY22" fmla="*/ 125117 h 2730677"/>
                    <a:gd name="connsiteX23" fmla="*/ 613244 w 883584"/>
                    <a:gd name="connsiteY23" fmla="*/ 382292 h 2730677"/>
                    <a:gd name="connsiteX24" fmla="*/ 511642 w 883584"/>
                    <a:gd name="connsiteY24" fmla="*/ 518815 h 2730677"/>
                    <a:gd name="connsiteX25" fmla="*/ 467192 w 883584"/>
                    <a:gd name="connsiteY25" fmla="*/ 696615 h 2730677"/>
                    <a:gd name="connsiteX26" fmla="*/ 517992 w 883584"/>
                    <a:gd name="connsiteY26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11642 w 883584"/>
                    <a:gd name="connsiteY23" fmla="*/ 518815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17992 w 883584"/>
                    <a:gd name="connsiteY26" fmla="*/ 998240 h 2730677"/>
                    <a:gd name="connsiteX0" fmla="*/ 508467 w 883584"/>
                    <a:gd name="connsiteY0" fmla="*/ 10363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792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15430 w 890547"/>
                    <a:gd name="connsiteY0" fmla="*/ 1071265 h 2730677"/>
                    <a:gd name="connsiteX1" fmla="*/ 436055 w 890547"/>
                    <a:gd name="connsiteY1" fmla="*/ 1293515 h 2730677"/>
                    <a:gd name="connsiteX2" fmla="*/ 455105 w 890547"/>
                    <a:gd name="connsiteY2" fmla="*/ 1591965 h 2730677"/>
                    <a:gd name="connsiteX3" fmla="*/ 397955 w 890547"/>
                    <a:gd name="connsiteY3" fmla="*/ 1950740 h 2730677"/>
                    <a:gd name="connsiteX4" fmla="*/ 153480 w 890547"/>
                    <a:gd name="connsiteY4" fmla="*/ 2220615 h 2730677"/>
                    <a:gd name="connsiteX5" fmla="*/ 7430 w 890547"/>
                    <a:gd name="connsiteY5" fmla="*/ 2569865 h 2730677"/>
                    <a:gd name="connsiteX6" fmla="*/ 105855 w 890547"/>
                    <a:gd name="connsiteY6" fmla="*/ 2665115 h 2730677"/>
                    <a:gd name="connsiteX7" fmla="*/ 372555 w 890547"/>
                    <a:gd name="connsiteY7" fmla="*/ 2722264 h 2730677"/>
                    <a:gd name="connsiteX8" fmla="*/ 194755 w 890547"/>
                    <a:gd name="connsiteY8" fmla="*/ 2525415 h 2730677"/>
                    <a:gd name="connsiteX9" fmla="*/ 617030 w 890547"/>
                    <a:gd name="connsiteY9" fmla="*/ 2080915 h 2730677"/>
                    <a:gd name="connsiteX10" fmla="*/ 801180 w 890547"/>
                    <a:gd name="connsiteY10" fmla="*/ 1550690 h 2730677"/>
                    <a:gd name="connsiteX11" fmla="*/ 883730 w 890547"/>
                    <a:gd name="connsiteY11" fmla="*/ 1252240 h 2730677"/>
                    <a:gd name="connsiteX12" fmla="*/ 867855 w 890547"/>
                    <a:gd name="connsiteY12" fmla="*/ 1169690 h 2730677"/>
                    <a:gd name="connsiteX13" fmla="*/ 731330 w 890547"/>
                    <a:gd name="connsiteY13" fmla="*/ 1055390 h 2730677"/>
                    <a:gd name="connsiteX14" fmla="*/ 651955 w 890547"/>
                    <a:gd name="connsiteY14" fmla="*/ 839490 h 2730677"/>
                    <a:gd name="connsiteX15" fmla="*/ 864682 w 890547"/>
                    <a:gd name="connsiteY15" fmla="*/ 902993 h 2730677"/>
                    <a:gd name="connsiteX16" fmla="*/ 766258 w 890547"/>
                    <a:gd name="connsiteY16" fmla="*/ 423568 h 2730677"/>
                    <a:gd name="connsiteX17" fmla="*/ 855158 w 890547"/>
                    <a:gd name="connsiteY17" fmla="*/ 356893 h 2730677"/>
                    <a:gd name="connsiteX18" fmla="*/ 890082 w 890547"/>
                    <a:gd name="connsiteY18" fmla="*/ 239418 h 2730677"/>
                    <a:gd name="connsiteX19" fmla="*/ 845633 w 890547"/>
                    <a:gd name="connsiteY19" fmla="*/ 64793 h 2730677"/>
                    <a:gd name="connsiteX20" fmla="*/ 721805 w 890547"/>
                    <a:gd name="connsiteY20" fmla="*/ 1290 h 2730677"/>
                    <a:gd name="connsiteX21" fmla="*/ 528132 w 890547"/>
                    <a:gd name="connsiteY21" fmla="*/ 125117 h 2730677"/>
                    <a:gd name="connsiteX22" fmla="*/ 620207 w 890547"/>
                    <a:gd name="connsiteY22" fmla="*/ 382292 h 2730677"/>
                    <a:gd name="connsiteX23" fmla="*/ 537655 w 890547"/>
                    <a:gd name="connsiteY23" fmla="*/ 541040 h 2730677"/>
                    <a:gd name="connsiteX24" fmla="*/ 474155 w 890547"/>
                    <a:gd name="connsiteY24" fmla="*/ 696615 h 2730677"/>
                    <a:gd name="connsiteX25" fmla="*/ 483682 w 890547"/>
                    <a:gd name="connsiteY25" fmla="*/ 677568 h 2730677"/>
                    <a:gd name="connsiteX26" fmla="*/ 515430 w 890547"/>
                    <a:gd name="connsiteY26" fmla="*/ 1071265 h 2730677"/>
                    <a:gd name="connsiteX0" fmla="*/ 509256 w 884373"/>
                    <a:gd name="connsiteY0" fmla="*/ 1071265 h 2730677"/>
                    <a:gd name="connsiteX1" fmla="*/ 429881 w 884373"/>
                    <a:gd name="connsiteY1" fmla="*/ 1293515 h 2730677"/>
                    <a:gd name="connsiteX2" fmla="*/ 448931 w 884373"/>
                    <a:gd name="connsiteY2" fmla="*/ 1591965 h 2730677"/>
                    <a:gd name="connsiteX3" fmla="*/ 391781 w 884373"/>
                    <a:gd name="connsiteY3" fmla="*/ 1950740 h 2730677"/>
                    <a:gd name="connsiteX4" fmla="*/ 147306 w 884373"/>
                    <a:gd name="connsiteY4" fmla="*/ 2220615 h 2730677"/>
                    <a:gd name="connsiteX5" fmla="*/ 1256 w 884373"/>
                    <a:gd name="connsiteY5" fmla="*/ 2569865 h 2730677"/>
                    <a:gd name="connsiteX6" fmla="*/ 99681 w 884373"/>
                    <a:gd name="connsiteY6" fmla="*/ 2665115 h 2730677"/>
                    <a:gd name="connsiteX7" fmla="*/ 366381 w 884373"/>
                    <a:gd name="connsiteY7" fmla="*/ 2722264 h 2730677"/>
                    <a:gd name="connsiteX8" fmla="*/ 188581 w 884373"/>
                    <a:gd name="connsiteY8" fmla="*/ 2525415 h 2730677"/>
                    <a:gd name="connsiteX9" fmla="*/ 610856 w 884373"/>
                    <a:gd name="connsiteY9" fmla="*/ 2080915 h 2730677"/>
                    <a:gd name="connsiteX10" fmla="*/ 795006 w 884373"/>
                    <a:gd name="connsiteY10" fmla="*/ 1550690 h 2730677"/>
                    <a:gd name="connsiteX11" fmla="*/ 877556 w 884373"/>
                    <a:gd name="connsiteY11" fmla="*/ 1252240 h 2730677"/>
                    <a:gd name="connsiteX12" fmla="*/ 861681 w 884373"/>
                    <a:gd name="connsiteY12" fmla="*/ 1169690 h 2730677"/>
                    <a:gd name="connsiteX13" fmla="*/ 725156 w 884373"/>
                    <a:gd name="connsiteY13" fmla="*/ 1055390 h 2730677"/>
                    <a:gd name="connsiteX14" fmla="*/ 645781 w 884373"/>
                    <a:gd name="connsiteY14" fmla="*/ 839490 h 2730677"/>
                    <a:gd name="connsiteX15" fmla="*/ 858508 w 884373"/>
                    <a:gd name="connsiteY15" fmla="*/ 902993 h 2730677"/>
                    <a:gd name="connsiteX16" fmla="*/ 760084 w 884373"/>
                    <a:gd name="connsiteY16" fmla="*/ 423568 h 2730677"/>
                    <a:gd name="connsiteX17" fmla="*/ 848984 w 884373"/>
                    <a:gd name="connsiteY17" fmla="*/ 356893 h 2730677"/>
                    <a:gd name="connsiteX18" fmla="*/ 883908 w 884373"/>
                    <a:gd name="connsiteY18" fmla="*/ 239418 h 2730677"/>
                    <a:gd name="connsiteX19" fmla="*/ 839459 w 884373"/>
                    <a:gd name="connsiteY19" fmla="*/ 64793 h 2730677"/>
                    <a:gd name="connsiteX20" fmla="*/ 715631 w 884373"/>
                    <a:gd name="connsiteY20" fmla="*/ 1290 h 2730677"/>
                    <a:gd name="connsiteX21" fmla="*/ 521958 w 884373"/>
                    <a:gd name="connsiteY21" fmla="*/ 125117 h 2730677"/>
                    <a:gd name="connsiteX22" fmla="*/ 614033 w 884373"/>
                    <a:gd name="connsiteY22" fmla="*/ 382292 h 2730677"/>
                    <a:gd name="connsiteX23" fmla="*/ 531481 w 884373"/>
                    <a:gd name="connsiteY23" fmla="*/ 541040 h 2730677"/>
                    <a:gd name="connsiteX24" fmla="*/ 467981 w 884373"/>
                    <a:gd name="connsiteY24" fmla="*/ 696615 h 2730677"/>
                    <a:gd name="connsiteX25" fmla="*/ 477508 w 884373"/>
                    <a:gd name="connsiteY25" fmla="*/ 677568 h 2730677"/>
                    <a:gd name="connsiteX26" fmla="*/ 509256 w 884373"/>
                    <a:gd name="connsiteY26" fmla="*/ 1071265 h 2730677"/>
                    <a:gd name="connsiteX0" fmla="*/ 515259 w 890376"/>
                    <a:gd name="connsiteY0" fmla="*/ 1071265 h 2730677"/>
                    <a:gd name="connsiteX1" fmla="*/ 435884 w 890376"/>
                    <a:gd name="connsiteY1" fmla="*/ 1293515 h 2730677"/>
                    <a:gd name="connsiteX2" fmla="*/ 454934 w 890376"/>
                    <a:gd name="connsiteY2" fmla="*/ 1591965 h 2730677"/>
                    <a:gd name="connsiteX3" fmla="*/ 397784 w 890376"/>
                    <a:gd name="connsiteY3" fmla="*/ 1950740 h 2730677"/>
                    <a:gd name="connsiteX4" fmla="*/ 153309 w 890376"/>
                    <a:gd name="connsiteY4" fmla="*/ 2220615 h 2730677"/>
                    <a:gd name="connsiteX5" fmla="*/ 7259 w 890376"/>
                    <a:gd name="connsiteY5" fmla="*/ 2569865 h 2730677"/>
                    <a:gd name="connsiteX6" fmla="*/ 105684 w 890376"/>
                    <a:gd name="connsiteY6" fmla="*/ 2665115 h 2730677"/>
                    <a:gd name="connsiteX7" fmla="*/ 372384 w 890376"/>
                    <a:gd name="connsiteY7" fmla="*/ 2722264 h 2730677"/>
                    <a:gd name="connsiteX8" fmla="*/ 194584 w 890376"/>
                    <a:gd name="connsiteY8" fmla="*/ 2525415 h 2730677"/>
                    <a:gd name="connsiteX9" fmla="*/ 616859 w 890376"/>
                    <a:gd name="connsiteY9" fmla="*/ 2080915 h 2730677"/>
                    <a:gd name="connsiteX10" fmla="*/ 801009 w 890376"/>
                    <a:gd name="connsiteY10" fmla="*/ 1550690 h 2730677"/>
                    <a:gd name="connsiteX11" fmla="*/ 883559 w 890376"/>
                    <a:gd name="connsiteY11" fmla="*/ 1252240 h 2730677"/>
                    <a:gd name="connsiteX12" fmla="*/ 867684 w 890376"/>
                    <a:gd name="connsiteY12" fmla="*/ 1169690 h 2730677"/>
                    <a:gd name="connsiteX13" fmla="*/ 731159 w 890376"/>
                    <a:gd name="connsiteY13" fmla="*/ 1055390 h 2730677"/>
                    <a:gd name="connsiteX14" fmla="*/ 651784 w 890376"/>
                    <a:gd name="connsiteY14" fmla="*/ 839490 h 2730677"/>
                    <a:gd name="connsiteX15" fmla="*/ 864511 w 890376"/>
                    <a:gd name="connsiteY15" fmla="*/ 902993 h 2730677"/>
                    <a:gd name="connsiteX16" fmla="*/ 766087 w 890376"/>
                    <a:gd name="connsiteY16" fmla="*/ 423568 h 2730677"/>
                    <a:gd name="connsiteX17" fmla="*/ 854987 w 890376"/>
                    <a:gd name="connsiteY17" fmla="*/ 356893 h 2730677"/>
                    <a:gd name="connsiteX18" fmla="*/ 889911 w 890376"/>
                    <a:gd name="connsiteY18" fmla="*/ 239418 h 2730677"/>
                    <a:gd name="connsiteX19" fmla="*/ 845462 w 890376"/>
                    <a:gd name="connsiteY19" fmla="*/ 64793 h 2730677"/>
                    <a:gd name="connsiteX20" fmla="*/ 721634 w 890376"/>
                    <a:gd name="connsiteY20" fmla="*/ 1290 h 2730677"/>
                    <a:gd name="connsiteX21" fmla="*/ 527961 w 890376"/>
                    <a:gd name="connsiteY21" fmla="*/ 125117 h 2730677"/>
                    <a:gd name="connsiteX22" fmla="*/ 620036 w 890376"/>
                    <a:gd name="connsiteY22" fmla="*/ 382292 h 2730677"/>
                    <a:gd name="connsiteX23" fmla="*/ 537484 w 890376"/>
                    <a:gd name="connsiteY23" fmla="*/ 541040 h 2730677"/>
                    <a:gd name="connsiteX24" fmla="*/ 473984 w 890376"/>
                    <a:gd name="connsiteY24" fmla="*/ 696615 h 2730677"/>
                    <a:gd name="connsiteX25" fmla="*/ 483511 w 890376"/>
                    <a:gd name="connsiteY25" fmla="*/ 677568 h 2730677"/>
                    <a:gd name="connsiteX26" fmla="*/ 515259 w 890376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285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900803"/>
                    <a:gd name="connsiteY0" fmla="*/ 1071265 h 2730417"/>
                    <a:gd name="connsiteX1" fmla="*/ 429817 w 900803"/>
                    <a:gd name="connsiteY1" fmla="*/ 1293515 h 2730417"/>
                    <a:gd name="connsiteX2" fmla="*/ 448867 w 900803"/>
                    <a:gd name="connsiteY2" fmla="*/ 1591965 h 2730417"/>
                    <a:gd name="connsiteX3" fmla="*/ 391717 w 900803"/>
                    <a:gd name="connsiteY3" fmla="*/ 1950740 h 2730417"/>
                    <a:gd name="connsiteX4" fmla="*/ 147242 w 900803"/>
                    <a:gd name="connsiteY4" fmla="*/ 2220615 h 2730417"/>
                    <a:gd name="connsiteX5" fmla="*/ 1192 w 900803"/>
                    <a:gd name="connsiteY5" fmla="*/ 2569865 h 2730417"/>
                    <a:gd name="connsiteX6" fmla="*/ 77392 w 900803"/>
                    <a:gd name="connsiteY6" fmla="*/ 2652415 h 2730417"/>
                    <a:gd name="connsiteX7" fmla="*/ 366317 w 900803"/>
                    <a:gd name="connsiteY7" fmla="*/ 2712739 h 2730417"/>
                    <a:gd name="connsiteX8" fmla="*/ 188517 w 900803"/>
                    <a:gd name="connsiteY8" fmla="*/ 2525415 h 2730417"/>
                    <a:gd name="connsiteX9" fmla="*/ 347270 w 900803"/>
                    <a:gd name="connsiteY9" fmla="*/ 2303169 h 2730417"/>
                    <a:gd name="connsiteX10" fmla="*/ 588567 w 900803"/>
                    <a:gd name="connsiteY10" fmla="*/ 2061865 h 2730417"/>
                    <a:gd name="connsiteX11" fmla="*/ 794942 w 900803"/>
                    <a:gd name="connsiteY11" fmla="*/ 1550690 h 2730417"/>
                    <a:gd name="connsiteX12" fmla="*/ 877492 w 900803"/>
                    <a:gd name="connsiteY12" fmla="*/ 1252240 h 2730417"/>
                    <a:gd name="connsiteX13" fmla="*/ 861617 w 900803"/>
                    <a:gd name="connsiteY13" fmla="*/ 1169690 h 2730417"/>
                    <a:gd name="connsiteX14" fmla="*/ 826692 w 900803"/>
                    <a:gd name="connsiteY14" fmla="*/ 1052215 h 2730417"/>
                    <a:gd name="connsiteX15" fmla="*/ 899719 w 900803"/>
                    <a:gd name="connsiteY15" fmla="*/ 782343 h 2730417"/>
                    <a:gd name="connsiteX16" fmla="*/ 760020 w 900803"/>
                    <a:gd name="connsiteY16" fmla="*/ 423568 h 2730417"/>
                    <a:gd name="connsiteX17" fmla="*/ 848920 w 900803"/>
                    <a:gd name="connsiteY17" fmla="*/ 356893 h 2730417"/>
                    <a:gd name="connsiteX18" fmla="*/ 883844 w 900803"/>
                    <a:gd name="connsiteY18" fmla="*/ 239418 h 2730417"/>
                    <a:gd name="connsiteX19" fmla="*/ 839395 w 900803"/>
                    <a:gd name="connsiteY19" fmla="*/ 64793 h 2730417"/>
                    <a:gd name="connsiteX20" fmla="*/ 715567 w 900803"/>
                    <a:gd name="connsiteY20" fmla="*/ 1290 h 2730417"/>
                    <a:gd name="connsiteX21" fmla="*/ 521894 w 900803"/>
                    <a:gd name="connsiteY21" fmla="*/ 125117 h 2730417"/>
                    <a:gd name="connsiteX22" fmla="*/ 613969 w 900803"/>
                    <a:gd name="connsiteY22" fmla="*/ 382292 h 2730417"/>
                    <a:gd name="connsiteX23" fmla="*/ 531417 w 900803"/>
                    <a:gd name="connsiteY23" fmla="*/ 541040 h 2730417"/>
                    <a:gd name="connsiteX24" fmla="*/ 467917 w 900803"/>
                    <a:gd name="connsiteY24" fmla="*/ 696615 h 2730417"/>
                    <a:gd name="connsiteX25" fmla="*/ 477444 w 900803"/>
                    <a:gd name="connsiteY25" fmla="*/ 677568 h 2730417"/>
                    <a:gd name="connsiteX26" fmla="*/ 509192 w 900803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0018 h 2729170"/>
                    <a:gd name="connsiteX1" fmla="*/ 444105 w 899719"/>
                    <a:gd name="connsiteY1" fmla="*/ 1292268 h 2729170"/>
                    <a:gd name="connsiteX2" fmla="*/ 440929 w 899719"/>
                    <a:gd name="connsiteY2" fmla="*/ 1590718 h 2729170"/>
                    <a:gd name="connsiteX3" fmla="*/ 391717 w 899719"/>
                    <a:gd name="connsiteY3" fmla="*/ 1949493 h 2729170"/>
                    <a:gd name="connsiteX4" fmla="*/ 147242 w 899719"/>
                    <a:gd name="connsiteY4" fmla="*/ 2219368 h 2729170"/>
                    <a:gd name="connsiteX5" fmla="*/ 1192 w 899719"/>
                    <a:gd name="connsiteY5" fmla="*/ 2568618 h 2729170"/>
                    <a:gd name="connsiteX6" fmla="*/ 77392 w 899719"/>
                    <a:gd name="connsiteY6" fmla="*/ 2651168 h 2729170"/>
                    <a:gd name="connsiteX7" fmla="*/ 366317 w 899719"/>
                    <a:gd name="connsiteY7" fmla="*/ 2711492 h 2729170"/>
                    <a:gd name="connsiteX8" fmla="*/ 188517 w 899719"/>
                    <a:gd name="connsiteY8" fmla="*/ 2524168 h 2729170"/>
                    <a:gd name="connsiteX9" fmla="*/ 347270 w 899719"/>
                    <a:gd name="connsiteY9" fmla="*/ 2301922 h 2729170"/>
                    <a:gd name="connsiteX10" fmla="*/ 588567 w 899719"/>
                    <a:gd name="connsiteY10" fmla="*/ 2060618 h 2729170"/>
                    <a:gd name="connsiteX11" fmla="*/ 794942 w 899719"/>
                    <a:gd name="connsiteY11" fmla="*/ 1549443 h 2729170"/>
                    <a:gd name="connsiteX12" fmla="*/ 877492 w 899719"/>
                    <a:gd name="connsiteY12" fmla="*/ 1250993 h 2729170"/>
                    <a:gd name="connsiteX13" fmla="*/ 861617 w 899719"/>
                    <a:gd name="connsiteY13" fmla="*/ 1168443 h 2729170"/>
                    <a:gd name="connsiteX14" fmla="*/ 826692 w 899719"/>
                    <a:gd name="connsiteY14" fmla="*/ 1050968 h 2729170"/>
                    <a:gd name="connsiteX15" fmla="*/ 899719 w 899719"/>
                    <a:gd name="connsiteY15" fmla="*/ 781096 h 2729170"/>
                    <a:gd name="connsiteX16" fmla="*/ 760020 w 899719"/>
                    <a:gd name="connsiteY16" fmla="*/ 422321 h 2729170"/>
                    <a:gd name="connsiteX17" fmla="*/ 848920 w 899719"/>
                    <a:gd name="connsiteY17" fmla="*/ 355646 h 2729170"/>
                    <a:gd name="connsiteX18" fmla="*/ 883844 w 899719"/>
                    <a:gd name="connsiteY18" fmla="*/ 238171 h 2729170"/>
                    <a:gd name="connsiteX19" fmla="*/ 839395 w 899719"/>
                    <a:gd name="connsiteY19" fmla="*/ 63546 h 2729170"/>
                    <a:gd name="connsiteX20" fmla="*/ 715567 w 899719"/>
                    <a:gd name="connsiteY20" fmla="*/ 43 h 2729170"/>
                    <a:gd name="connsiteX21" fmla="*/ 525069 w 899719"/>
                    <a:gd name="connsiteY21" fmla="*/ 73070 h 2729170"/>
                    <a:gd name="connsiteX22" fmla="*/ 613969 w 899719"/>
                    <a:gd name="connsiteY22" fmla="*/ 381045 h 2729170"/>
                    <a:gd name="connsiteX23" fmla="*/ 531417 w 899719"/>
                    <a:gd name="connsiteY23" fmla="*/ 539793 h 2729170"/>
                    <a:gd name="connsiteX24" fmla="*/ 467917 w 899719"/>
                    <a:gd name="connsiteY24" fmla="*/ 695368 h 2729170"/>
                    <a:gd name="connsiteX25" fmla="*/ 509192 w 899719"/>
                    <a:gd name="connsiteY25" fmla="*/ 1070018 h 2729170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88051 h 2747203"/>
                    <a:gd name="connsiteX1" fmla="*/ 444105 w 899719"/>
                    <a:gd name="connsiteY1" fmla="*/ 1310301 h 2747203"/>
                    <a:gd name="connsiteX2" fmla="*/ 440929 w 899719"/>
                    <a:gd name="connsiteY2" fmla="*/ 1608751 h 2747203"/>
                    <a:gd name="connsiteX3" fmla="*/ 391717 w 899719"/>
                    <a:gd name="connsiteY3" fmla="*/ 1967526 h 2747203"/>
                    <a:gd name="connsiteX4" fmla="*/ 147242 w 899719"/>
                    <a:gd name="connsiteY4" fmla="*/ 2237401 h 2747203"/>
                    <a:gd name="connsiteX5" fmla="*/ 1192 w 899719"/>
                    <a:gd name="connsiteY5" fmla="*/ 2586651 h 2747203"/>
                    <a:gd name="connsiteX6" fmla="*/ 77392 w 899719"/>
                    <a:gd name="connsiteY6" fmla="*/ 2669201 h 2747203"/>
                    <a:gd name="connsiteX7" fmla="*/ 366317 w 899719"/>
                    <a:gd name="connsiteY7" fmla="*/ 2729525 h 2747203"/>
                    <a:gd name="connsiteX8" fmla="*/ 188517 w 899719"/>
                    <a:gd name="connsiteY8" fmla="*/ 2542201 h 2747203"/>
                    <a:gd name="connsiteX9" fmla="*/ 347270 w 899719"/>
                    <a:gd name="connsiteY9" fmla="*/ 2319955 h 2747203"/>
                    <a:gd name="connsiteX10" fmla="*/ 588567 w 899719"/>
                    <a:gd name="connsiteY10" fmla="*/ 2078651 h 2747203"/>
                    <a:gd name="connsiteX11" fmla="*/ 794942 w 899719"/>
                    <a:gd name="connsiteY11" fmla="*/ 1567476 h 2747203"/>
                    <a:gd name="connsiteX12" fmla="*/ 877492 w 899719"/>
                    <a:gd name="connsiteY12" fmla="*/ 1269026 h 2747203"/>
                    <a:gd name="connsiteX13" fmla="*/ 861617 w 899719"/>
                    <a:gd name="connsiteY13" fmla="*/ 1186476 h 2747203"/>
                    <a:gd name="connsiteX14" fmla="*/ 826692 w 899719"/>
                    <a:gd name="connsiteY14" fmla="*/ 1069001 h 2747203"/>
                    <a:gd name="connsiteX15" fmla="*/ 899719 w 899719"/>
                    <a:gd name="connsiteY15" fmla="*/ 799129 h 2747203"/>
                    <a:gd name="connsiteX16" fmla="*/ 760020 w 899719"/>
                    <a:gd name="connsiteY16" fmla="*/ 440354 h 2747203"/>
                    <a:gd name="connsiteX17" fmla="*/ 848920 w 899719"/>
                    <a:gd name="connsiteY17" fmla="*/ 373679 h 2747203"/>
                    <a:gd name="connsiteX18" fmla="*/ 883844 w 899719"/>
                    <a:gd name="connsiteY18" fmla="*/ 256204 h 2747203"/>
                    <a:gd name="connsiteX19" fmla="*/ 839395 w 899719"/>
                    <a:gd name="connsiteY19" fmla="*/ 81579 h 2747203"/>
                    <a:gd name="connsiteX20" fmla="*/ 663179 w 899719"/>
                    <a:gd name="connsiteY20" fmla="*/ 613 h 2747203"/>
                    <a:gd name="connsiteX21" fmla="*/ 523481 w 899719"/>
                    <a:gd name="connsiteY21" fmla="*/ 127616 h 2747203"/>
                    <a:gd name="connsiteX22" fmla="*/ 613969 w 899719"/>
                    <a:gd name="connsiteY22" fmla="*/ 399078 h 2747203"/>
                    <a:gd name="connsiteX23" fmla="*/ 531417 w 899719"/>
                    <a:gd name="connsiteY23" fmla="*/ 557826 h 2747203"/>
                    <a:gd name="connsiteX24" fmla="*/ 467917 w 899719"/>
                    <a:gd name="connsiteY24" fmla="*/ 713401 h 2747203"/>
                    <a:gd name="connsiteX25" fmla="*/ 509192 w 899719"/>
                    <a:gd name="connsiteY25" fmla="*/ 1088051 h 2747203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61617 w 899719"/>
                    <a:gd name="connsiteY13" fmla="*/ 1187029 h 2747756"/>
                    <a:gd name="connsiteX14" fmla="*/ 826692 w 899719"/>
                    <a:gd name="connsiteY14" fmla="*/ 1069554 h 2747756"/>
                    <a:gd name="connsiteX15" fmla="*/ 899719 w 899719"/>
                    <a:gd name="connsiteY15" fmla="*/ 799682 h 2747756"/>
                    <a:gd name="connsiteX16" fmla="*/ 760020 w 899719"/>
                    <a:gd name="connsiteY16" fmla="*/ 440907 h 2747756"/>
                    <a:gd name="connsiteX17" fmla="*/ 848920 w 899719"/>
                    <a:gd name="connsiteY17" fmla="*/ 374232 h 2747756"/>
                    <a:gd name="connsiteX18" fmla="*/ 883844 w 899719"/>
                    <a:gd name="connsiteY18" fmla="*/ 256757 h 2747756"/>
                    <a:gd name="connsiteX19" fmla="*/ 839395 w 899719"/>
                    <a:gd name="connsiteY19" fmla="*/ 82132 h 2747756"/>
                    <a:gd name="connsiteX20" fmla="*/ 663179 w 899719"/>
                    <a:gd name="connsiteY20" fmla="*/ 1166 h 2747756"/>
                    <a:gd name="connsiteX21" fmla="*/ 518719 w 899719"/>
                    <a:gd name="connsiteY21" fmla="*/ 167857 h 2747756"/>
                    <a:gd name="connsiteX22" fmla="*/ 613969 w 899719"/>
                    <a:gd name="connsiteY22" fmla="*/ 399631 h 2747756"/>
                    <a:gd name="connsiteX23" fmla="*/ 531417 w 899719"/>
                    <a:gd name="connsiteY23" fmla="*/ 558379 h 2747756"/>
                    <a:gd name="connsiteX24" fmla="*/ 467917 w 899719"/>
                    <a:gd name="connsiteY24" fmla="*/ 713954 h 2747756"/>
                    <a:gd name="connsiteX25" fmla="*/ 509192 w 899719"/>
                    <a:gd name="connsiteY25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8284 w 898811"/>
                    <a:gd name="connsiteY0" fmla="*/ 1088604 h 2747756"/>
                    <a:gd name="connsiteX1" fmla="*/ 443197 w 898811"/>
                    <a:gd name="connsiteY1" fmla="*/ 1310854 h 2747756"/>
                    <a:gd name="connsiteX2" fmla="*/ 440021 w 898811"/>
                    <a:gd name="connsiteY2" fmla="*/ 1609304 h 2747756"/>
                    <a:gd name="connsiteX3" fmla="*/ 390809 w 898811"/>
                    <a:gd name="connsiteY3" fmla="*/ 1968079 h 2747756"/>
                    <a:gd name="connsiteX4" fmla="*/ 146334 w 898811"/>
                    <a:gd name="connsiteY4" fmla="*/ 2237954 h 2747756"/>
                    <a:gd name="connsiteX5" fmla="*/ 54262 w 898811"/>
                    <a:gd name="connsiteY5" fmla="*/ 2444332 h 2747756"/>
                    <a:gd name="connsiteX6" fmla="*/ 284 w 898811"/>
                    <a:gd name="connsiteY6" fmla="*/ 2587204 h 2747756"/>
                    <a:gd name="connsiteX7" fmla="*/ 76484 w 898811"/>
                    <a:gd name="connsiteY7" fmla="*/ 2669754 h 2747756"/>
                    <a:gd name="connsiteX8" fmla="*/ 365409 w 898811"/>
                    <a:gd name="connsiteY8" fmla="*/ 2730078 h 2747756"/>
                    <a:gd name="connsiteX9" fmla="*/ 187609 w 898811"/>
                    <a:gd name="connsiteY9" fmla="*/ 2542754 h 2747756"/>
                    <a:gd name="connsiteX10" fmla="*/ 346362 w 898811"/>
                    <a:gd name="connsiteY10" fmla="*/ 2320508 h 2747756"/>
                    <a:gd name="connsiteX11" fmla="*/ 587659 w 898811"/>
                    <a:gd name="connsiteY11" fmla="*/ 2079204 h 2747756"/>
                    <a:gd name="connsiteX12" fmla="*/ 794034 w 898811"/>
                    <a:gd name="connsiteY12" fmla="*/ 1568029 h 2747756"/>
                    <a:gd name="connsiteX13" fmla="*/ 876584 w 898811"/>
                    <a:gd name="connsiteY13" fmla="*/ 1269579 h 2747756"/>
                    <a:gd name="connsiteX14" fmla="*/ 825784 w 898811"/>
                    <a:gd name="connsiteY14" fmla="*/ 1069554 h 2747756"/>
                    <a:gd name="connsiteX15" fmla="*/ 898811 w 898811"/>
                    <a:gd name="connsiteY15" fmla="*/ 799682 h 2747756"/>
                    <a:gd name="connsiteX16" fmla="*/ 759112 w 898811"/>
                    <a:gd name="connsiteY16" fmla="*/ 440907 h 2747756"/>
                    <a:gd name="connsiteX17" fmla="*/ 848012 w 898811"/>
                    <a:gd name="connsiteY17" fmla="*/ 374232 h 2747756"/>
                    <a:gd name="connsiteX18" fmla="*/ 882936 w 898811"/>
                    <a:gd name="connsiteY18" fmla="*/ 256757 h 2747756"/>
                    <a:gd name="connsiteX19" fmla="*/ 838487 w 898811"/>
                    <a:gd name="connsiteY19" fmla="*/ 82132 h 2747756"/>
                    <a:gd name="connsiteX20" fmla="*/ 662271 w 898811"/>
                    <a:gd name="connsiteY20" fmla="*/ 1166 h 2747756"/>
                    <a:gd name="connsiteX21" fmla="*/ 517811 w 898811"/>
                    <a:gd name="connsiteY21" fmla="*/ 167857 h 2747756"/>
                    <a:gd name="connsiteX22" fmla="*/ 613061 w 898811"/>
                    <a:gd name="connsiteY22" fmla="*/ 399631 h 2747756"/>
                    <a:gd name="connsiteX23" fmla="*/ 530509 w 898811"/>
                    <a:gd name="connsiteY23" fmla="*/ 558379 h 2747756"/>
                    <a:gd name="connsiteX24" fmla="*/ 486059 w 898811"/>
                    <a:gd name="connsiteY24" fmla="*/ 672678 h 2747756"/>
                    <a:gd name="connsiteX25" fmla="*/ 508284 w 898811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46078 w 898555"/>
                    <a:gd name="connsiteY4" fmla="*/ 2237954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326 w 898853"/>
                    <a:gd name="connsiteY0" fmla="*/ 1088604 h 2751668"/>
                    <a:gd name="connsiteX1" fmla="*/ 443239 w 898853"/>
                    <a:gd name="connsiteY1" fmla="*/ 1310854 h 2751668"/>
                    <a:gd name="connsiteX2" fmla="*/ 440063 w 898853"/>
                    <a:gd name="connsiteY2" fmla="*/ 1609304 h 2751668"/>
                    <a:gd name="connsiteX3" fmla="*/ 390851 w 898853"/>
                    <a:gd name="connsiteY3" fmla="*/ 1968079 h 2751668"/>
                    <a:gd name="connsiteX4" fmla="*/ 151138 w 898853"/>
                    <a:gd name="connsiteY4" fmla="*/ 2226841 h 2751668"/>
                    <a:gd name="connsiteX5" fmla="*/ 86054 w 898853"/>
                    <a:gd name="connsiteY5" fmla="*/ 2466557 h 2751668"/>
                    <a:gd name="connsiteX6" fmla="*/ 326 w 898853"/>
                    <a:gd name="connsiteY6" fmla="*/ 2587204 h 2751668"/>
                    <a:gd name="connsiteX7" fmla="*/ 119388 w 898853"/>
                    <a:gd name="connsiteY7" fmla="*/ 2685629 h 2751668"/>
                    <a:gd name="connsiteX8" fmla="*/ 365451 w 898853"/>
                    <a:gd name="connsiteY8" fmla="*/ 2730078 h 2751668"/>
                    <a:gd name="connsiteX9" fmla="*/ 187651 w 898853"/>
                    <a:gd name="connsiteY9" fmla="*/ 2542754 h 2751668"/>
                    <a:gd name="connsiteX10" fmla="*/ 346404 w 898853"/>
                    <a:gd name="connsiteY10" fmla="*/ 2320508 h 2751668"/>
                    <a:gd name="connsiteX11" fmla="*/ 587701 w 898853"/>
                    <a:gd name="connsiteY11" fmla="*/ 2079204 h 2751668"/>
                    <a:gd name="connsiteX12" fmla="*/ 794076 w 898853"/>
                    <a:gd name="connsiteY12" fmla="*/ 1568029 h 2751668"/>
                    <a:gd name="connsiteX13" fmla="*/ 876626 w 898853"/>
                    <a:gd name="connsiteY13" fmla="*/ 1269579 h 2751668"/>
                    <a:gd name="connsiteX14" fmla="*/ 825826 w 898853"/>
                    <a:gd name="connsiteY14" fmla="*/ 1069554 h 2751668"/>
                    <a:gd name="connsiteX15" fmla="*/ 898853 w 898853"/>
                    <a:gd name="connsiteY15" fmla="*/ 799682 h 2751668"/>
                    <a:gd name="connsiteX16" fmla="*/ 759154 w 898853"/>
                    <a:gd name="connsiteY16" fmla="*/ 440907 h 2751668"/>
                    <a:gd name="connsiteX17" fmla="*/ 848054 w 898853"/>
                    <a:gd name="connsiteY17" fmla="*/ 374232 h 2751668"/>
                    <a:gd name="connsiteX18" fmla="*/ 882978 w 898853"/>
                    <a:gd name="connsiteY18" fmla="*/ 256757 h 2751668"/>
                    <a:gd name="connsiteX19" fmla="*/ 838529 w 898853"/>
                    <a:gd name="connsiteY19" fmla="*/ 82132 h 2751668"/>
                    <a:gd name="connsiteX20" fmla="*/ 662313 w 898853"/>
                    <a:gd name="connsiteY20" fmla="*/ 1166 h 2751668"/>
                    <a:gd name="connsiteX21" fmla="*/ 517853 w 898853"/>
                    <a:gd name="connsiteY21" fmla="*/ 167857 h 2751668"/>
                    <a:gd name="connsiteX22" fmla="*/ 613103 w 898853"/>
                    <a:gd name="connsiteY22" fmla="*/ 399631 h 2751668"/>
                    <a:gd name="connsiteX23" fmla="*/ 530551 w 898853"/>
                    <a:gd name="connsiteY23" fmla="*/ 558379 h 2751668"/>
                    <a:gd name="connsiteX24" fmla="*/ 486101 w 898853"/>
                    <a:gd name="connsiteY24" fmla="*/ 672678 h 2751668"/>
                    <a:gd name="connsiteX25" fmla="*/ 508326 w 898853"/>
                    <a:gd name="connsiteY25" fmla="*/ 1088604 h 2751668"/>
                    <a:gd name="connsiteX0" fmla="*/ 508326 w 898853"/>
                    <a:gd name="connsiteY0" fmla="*/ 1088604 h 2746721"/>
                    <a:gd name="connsiteX1" fmla="*/ 443239 w 898853"/>
                    <a:gd name="connsiteY1" fmla="*/ 1310854 h 2746721"/>
                    <a:gd name="connsiteX2" fmla="*/ 440063 w 898853"/>
                    <a:gd name="connsiteY2" fmla="*/ 1609304 h 2746721"/>
                    <a:gd name="connsiteX3" fmla="*/ 390851 w 898853"/>
                    <a:gd name="connsiteY3" fmla="*/ 1968079 h 2746721"/>
                    <a:gd name="connsiteX4" fmla="*/ 151138 w 898853"/>
                    <a:gd name="connsiteY4" fmla="*/ 2226841 h 2746721"/>
                    <a:gd name="connsiteX5" fmla="*/ 86054 w 898853"/>
                    <a:gd name="connsiteY5" fmla="*/ 2466557 h 2746721"/>
                    <a:gd name="connsiteX6" fmla="*/ 326 w 898853"/>
                    <a:gd name="connsiteY6" fmla="*/ 2587204 h 2746721"/>
                    <a:gd name="connsiteX7" fmla="*/ 119388 w 898853"/>
                    <a:gd name="connsiteY7" fmla="*/ 2685629 h 2746721"/>
                    <a:gd name="connsiteX8" fmla="*/ 365451 w 898853"/>
                    <a:gd name="connsiteY8" fmla="*/ 2730078 h 2746721"/>
                    <a:gd name="connsiteX9" fmla="*/ 187651 w 898853"/>
                    <a:gd name="connsiteY9" fmla="*/ 2542754 h 2746721"/>
                    <a:gd name="connsiteX10" fmla="*/ 346404 w 898853"/>
                    <a:gd name="connsiteY10" fmla="*/ 2320508 h 2746721"/>
                    <a:gd name="connsiteX11" fmla="*/ 587701 w 898853"/>
                    <a:gd name="connsiteY11" fmla="*/ 2079204 h 2746721"/>
                    <a:gd name="connsiteX12" fmla="*/ 794076 w 898853"/>
                    <a:gd name="connsiteY12" fmla="*/ 1568029 h 2746721"/>
                    <a:gd name="connsiteX13" fmla="*/ 876626 w 898853"/>
                    <a:gd name="connsiteY13" fmla="*/ 1269579 h 2746721"/>
                    <a:gd name="connsiteX14" fmla="*/ 825826 w 898853"/>
                    <a:gd name="connsiteY14" fmla="*/ 1069554 h 2746721"/>
                    <a:gd name="connsiteX15" fmla="*/ 898853 w 898853"/>
                    <a:gd name="connsiteY15" fmla="*/ 799682 h 2746721"/>
                    <a:gd name="connsiteX16" fmla="*/ 759154 w 898853"/>
                    <a:gd name="connsiteY16" fmla="*/ 440907 h 2746721"/>
                    <a:gd name="connsiteX17" fmla="*/ 848054 w 898853"/>
                    <a:gd name="connsiteY17" fmla="*/ 374232 h 2746721"/>
                    <a:gd name="connsiteX18" fmla="*/ 882978 w 898853"/>
                    <a:gd name="connsiteY18" fmla="*/ 256757 h 2746721"/>
                    <a:gd name="connsiteX19" fmla="*/ 838529 w 898853"/>
                    <a:gd name="connsiteY19" fmla="*/ 82132 h 2746721"/>
                    <a:gd name="connsiteX20" fmla="*/ 662313 w 898853"/>
                    <a:gd name="connsiteY20" fmla="*/ 1166 h 2746721"/>
                    <a:gd name="connsiteX21" fmla="*/ 517853 w 898853"/>
                    <a:gd name="connsiteY21" fmla="*/ 167857 h 2746721"/>
                    <a:gd name="connsiteX22" fmla="*/ 613103 w 898853"/>
                    <a:gd name="connsiteY22" fmla="*/ 399631 h 2746721"/>
                    <a:gd name="connsiteX23" fmla="*/ 530551 w 898853"/>
                    <a:gd name="connsiteY23" fmla="*/ 558379 h 2746721"/>
                    <a:gd name="connsiteX24" fmla="*/ 486101 w 898853"/>
                    <a:gd name="connsiteY24" fmla="*/ 672678 h 2746721"/>
                    <a:gd name="connsiteX25" fmla="*/ 508326 w 898853"/>
                    <a:gd name="connsiteY25" fmla="*/ 1088604 h 2746721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51138 w 898853"/>
                    <a:gd name="connsiteY4" fmla="*/ 2226841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25826 w 898853"/>
                    <a:gd name="connsiteY13" fmla="*/ 1069554 h 2752057"/>
                    <a:gd name="connsiteX14" fmla="*/ 898853 w 898853"/>
                    <a:gd name="connsiteY14" fmla="*/ 799682 h 2752057"/>
                    <a:gd name="connsiteX15" fmla="*/ 759154 w 898853"/>
                    <a:gd name="connsiteY15" fmla="*/ 440907 h 2752057"/>
                    <a:gd name="connsiteX16" fmla="*/ 848054 w 898853"/>
                    <a:gd name="connsiteY16" fmla="*/ 374232 h 2752057"/>
                    <a:gd name="connsiteX17" fmla="*/ 882978 w 898853"/>
                    <a:gd name="connsiteY17" fmla="*/ 256757 h 2752057"/>
                    <a:gd name="connsiteX18" fmla="*/ 838529 w 898853"/>
                    <a:gd name="connsiteY18" fmla="*/ 82132 h 2752057"/>
                    <a:gd name="connsiteX19" fmla="*/ 662313 w 898853"/>
                    <a:gd name="connsiteY19" fmla="*/ 1166 h 2752057"/>
                    <a:gd name="connsiteX20" fmla="*/ 517853 w 898853"/>
                    <a:gd name="connsiteY20" fmla="*/ 167857 h 2752057"/>
                    <a:gd name="connsiteX21" fmla="*/ 613103 w 898853"/>
                    <a:gd name="connsiteY21" fmla="*/ 399631 h 2752057"/>
                    <a:gd name="connsiteX22" fmla="*/ 530551 w 898853"/>
                    <a:gd name="connsiteY22" fmla="*/ 558379 h 2752057"/>
                    <a:gd name="connsiteX23" fmla="*/ 486101 w 898853"/>
                    <a:gd name="connsiteY23" fmla="*/ 672678 h 2752057"/>
                    <a:gd name="connsiteX24" fmla="*/ 508326 w 898853"/>
                    <a:gd name="connsiteY24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25826 w 882978"/>
                    <a:gd name="connsiteY13" fmla="*/ 1069554 h 2752057"/>
                    <a:gd name="connsiteX14" fmla="*/ 759154 w 882978"/>
                    <a:gd name="connsiteY14" fmla="*/ 440907 h 2752057"/>
                    <a:gd name="connsiteX15" fmla="*/ 848054 w 882978"/>
                    <a:gd name="connsiteY15" fmla="*/ 374232 h 2752057"/>
                    <a:gd name="connsiteX16" fmla="*/ 882978 w 882978"/>
                    <a:gd name="connsiteY16" fmla="*/ 256757 h 2752057"/>
                    <a:gd name="connsiteX17" fmla="*/ 838529 w 882978"/>
                    <a:gd name="connsiteY17" fmla="*/ 82132 h 2752057"/>
                    <a:gd name="connsiteX18" fmla="*/ 662313 w 882978"/>
                    <a:gd name="connsiteY18" fmla="*/ 1166 h 2752057"/>
                    <a:gd name="connsiteX19" fmla="*/ 517853 w 882978"/>
                    <a:gd name="connsiteY19" fmla="*/ 167857 h 2752057"/>
                    <a:gd name="connsiteX20" fmla="*/ 613103 w 882978"/>
                    <a:gd name="connsiteY20" fmla="*/ 399631 h 2752057"/>
                    <a:gd name="connsiteX21" fmla="*/ 530551 w 882978"/>
                    <a:gd name="connsiteY21" fmla="*/ 558379 h 2752057"/>
                    <a:gd name="connsiteX22" fmla="*/ 486101 w 882978"/>
                    <a:gd name="connsiteY22" fmla="*/ 672678 h 2752057"/>
                    <a:gd name="connsiteX23" fmla="*/ 508326 w 882978"/>
                    <a:gd name="connsiteY23" fmla="*/ 1088604 h 2752057"/>
                    <a:gd name="connsiteX0" fmla="*/ 508326 w 882978"/>
                    <a:gd name="connsiteY0" fmla="*/ 1088604 h 2752057"/>
                    <a:gd name="connsiteX1" fmla="*/ 440063 w 882978"/>
                    <a:gd name="connsiteY1" fmla="*/ 1609304 h 2752057"/>
                    <a:gd name="connsiteX2" fmla="*/ 390851 w 882978"/>
                    <a:gd name="connsiteY2" fmla="*/ 1968079 h 2752057"/>
                    <a:gd name="connsiteX3" fmla="*/ 162250 w 882978"/>
                    <a:gd name="connsiteY3" fmla="*/ 2223666 h 2752057"/>
                    <a:gd name="connsiteX4" fmla="*/ 86054 w 882978"/>
                    <a:gd name="connsiteY4" fmla="*/ 2466557 h 2752057"/>
                    <a:gd name="connsiteX5" fmla="*/ 326 w 882978"/>
                    <a:gd name="connsiteY5" fmla="*/ 2587204 h 2752057"/>
                    <a:gd name="connsiteX6" fmla="*/ 119388 w 882978"/>
                    <a:gd name="connsiteY6" fmla="*/ 2685629 h 2752057"/>
                    <a:gd name="connsiteX7" fmla="*/ 365451 w 882978"/>
                    <a:gd name="connsiteY7" fmla="*/ 2730078 h 2752057"/>
                    <a:gd name="connsiteX8" fmla="*/ 187651 w 882978"/>
                    <a:gd name="connsiteY8" fmla="*/ 2542754 h 2752057"/>
                    <a:gd name="connsiteX9" fmla="*/ 346404 w 882978"/>
                    <a:gd name="connsiteY9" fmla="*/ 2320508 h 2752057"/>
                    <a:gd name="connsiteX10" fmla="*/ 587701 w 882978"/>
                    <a:gd name="connsiteY10" fmla="*/ 2079204 h 2752057"/>
                    <a:gd name="connsiteX11" fmla="*/ 794076 w 882978"/>
                    <a:gd name="connsiteY11" fmla="*/ 1568029 h 2752057"/>
                    <a:gd name="connsiteX12" fmla="*/ 825826 w 882978"/>
                    <a:gd name="connsiteY12" fmla="*/ 1069554 h 2752057"/>
                    <a:gd name="connsiteX13" fmla="*/ 759154 w 882978"/>
                    <a:gd name="connsiteY13" fmla="*/ 440907 h 2752057"/>
                    <a:gd name="connsiteX14" fmla="*/ 848054 w 882978"/>
                    <a:gd name="connsiteY14" fmla="*/ 374232 h 2752057"/>
                    <a:gd name="connsiteX15" fmla="*/ 882978 w 882978"/>
                    <a:gd name="connsiteY15" fmla="*/ 256757 h 2752057"/>
                    <a:gd name="connsiteX16" fmla="*/ 838529 w 882978"/>
                    <a:gd name="connsiteY16" fmla="*/ 82132 h 2752057"/>
                    <a:gd name="connsiteX17" fmla="*/ 662313 w 882978"/>
                    <a:gd name="connsiteY17" fmla="*/ 1166 h 2752057"/>
                    <a:gd name="connsiteX18" fmla="*/ 517853 w 882978"/>
                    <a:gd name="connsiteY18" fmla="*/ 167857 h 2752057"/>
                    <a:gd name="connsiteX19" fmla="*/ 613103 w 882978"/>
                    <a:gd name="connsiteY19" fmla="*/ 399631 h 2752057"/>
                    <a:gd name="connsiteX20" fmla="*/ 530551 w 882978"/>
                    <a:gd name="connsiteY20" fmla="*/ 558379 h 2752057"/>
                    <a:gd name="connsiteX21" fmla="*/ 486101 w 882978"/>
                    <a:gd name="connsiteY21" fmla="*/ 672678 h 2752057"/>
                    <a:gd name="connsiteX22" fmla="*/ 508326 w 882978"/>
                    <a:gd name="connsiteY22" fmla="*/ 1088604 h 2752057"/>
                    <a:gd name="connsiteX0" fmla="*/ 486101 w 882978"/>
                    <a:gd name="connsiteY0" fmla="*/ 672678 h 2752057"/>
                    <a:gd name="connsiteX1" fmla="*/ 440063 w 882978"/>
                    <a:gd name="connsiteY1" fmla="*/ 1609304 h 2752057"/>
                    <a:gd name="connsiteX2" fmla="*/ 390851 w 882978"/>
                    <a:gd name="connsiteY2" fmla="*/ 1968079 h 2752057"/>
                    <a:gd name="connsiteX3" fmla="*/ 162250 w 882978"/>
                    <a:gd name="connsiteY3" fmla="*/ 2223666 h 2752057"/>
                    <a:gd name="connsiteX4" fmla="*/ 86054 w 882978"/>
                    <a:gd name="connsiteY4" fmla="*/ 2466557 h 2752057"/>
                    <a:gd name="connsiteX5" fmla="*/ 326 w 882978"/>
                    <a:gd name="connsiteY5" fmla="*/ 2587204 h 2752057"/>
                    <a:gd name="connsiteX6" fmla="*/ 119388 w 882978"/>
                    <a:gd name="connsiteY6" fmla="*/ 2685629 h 2752057"/>
                    <a:gd name="connsiteX7" fmla="*/ 365451 w 882978"/>
                    <a:gd name="connsiteY7" fmla="*/ 2730078 h 2752057"/>
                    <a:gd name="connsiteX8" fmla="*/ 187651 w 882978"/>
                    <a:gd name="connsiteY8" fmla="*/ 2542754 h 2752057"/>
                    <a:gd name="connsiteX9" fmla="*/ 346404 w 882978"/>
                    <a:gd name="connsiteY9" fmla="*/ 2320508 h 2752057"/>
                    <a:gd name="connsiteX10" fmla="*/ 587701 w 882978"/>
                    <a:gd name="connsiteY10" fmla="*/ 2079204 h 2752057"/>
                    <a:gd name="connsiteX11" fmla="*/ 794076 w 882978"/>
                    <a:gd name="connsiteY11" fmla="*/ 1568029 h 2752057"/>
                    <a:gd name="connsiteX12" fmla="*/ 825826 w 882978"/>
                    <a:gd name="connsiteY12" fmla="*/ 1069554 h 2752057"/>
                    <a:gd name="connsiteX13" fmla="*/ 759154 w 882978"/>
                    <a:gd name="connsiteY13" fmla="*/ 440907 h 2752057"/>
                    <a:gd name="connsiteX14" fmla="*/ 848054 w 882978"/>
                    <a:gd name="connsiteY14" fmla="*/ 374232 h 2752057"/>
                    <a:gd name="connsiteX15" fmla="*/ 882978 w 882978"/>
                    <a:gd name="connsiteY15" fmla="*/ 256757 h 2752057"/>
                    <a:gd name="connsiteX16" fmla="*/ 838529 w 882978"/>
                    <a:gd name="connsiteY16" fmla="*/ 82132 h 2752057"/>
                    <a:gd name="connsiteX17" fmla="*/ 662313 w 882978"/>
                    <a:gd name="connsiteY17" fmla="*/ 1166 h 2752057"/>
                    <a:gd name="connsiteX18" fmla="*/ 517853 w 882978"/>
                    <a:gd name="connsiteY18" fmla="*/ 167857 h 2752057"/>
                    <a:gd name="connsiteX19" fmla="*/ 613103 w 882978"/>
                    <a:gd name="connsiteY19" fmla="*/ 399631 h 2752057"/>
                    <a:gd name="connsiteX20" fmla="*/ 530551 w 882978"/>
                    <a:gd name="connsiteY20" fmla="*/ 558379 h 2752057"/>
                    <a:gd name="connsiteX21" fmla="*/ 486101 w 882978"/>
                    <a:gd name="connsiteY21" fmla="*/ 672678 h 2752057"/>
                    <a:gd name="connsiteX0" fmla="*/ 486101 w 882978"/>
                    <a:gd name="connsiteY0" fmla="*/ 672678 h 2752057"/>
                    <a:gd name="connsiteX1" fmla="*/ 440063 w 882978"/>
                    <a:gd name="connsiteY1" fmla="*/ 1609304 h 2752057"/>
                    <a:gd name="connsiteX2" fmla="*/ 390851 w 882978"/>
                    <a:gd name="connsiteY2" fmla="*/ 1968079 h 2752057"/>
                    <a:gd name="connsiteX3" fmla="*/ 162250 w 882978"/>
                    <a:gd name="connsiteY3" fmla="*/ 2223666 h 2752057"/>
                    <a:gd name="connsiteX4" fmla="*/ 86054 w 882978"/>
                    <a:gd name="connsiteY4" fmla="*/ 2466557 h 2752057"/>
                    <a:gd name="connsiteX5" fmla="*/ 326 w 882978"/>
                    <a:gd name="connsiteY5" fmla="*/ 2587204 h 2752057"/>
                    <a:gd name="connsiteX6" fmla="*/ 119388 w 882978"/>
                    <a:gd name="connsiteY6" fmla="*/ 2685629 h 2752057"/>
                    <a:gd name="connsiteX7" fmla="*/ 365451 w 882978"/>
                    <a:gd name="connsiteY7" fmla="*/ 2730078 h 2752057"/>
                    <a:gd name="connsiteX8" fmla="*/ 187651 w 882978"/>
                    <a:gd name="connsiteY8" fmla="*/ 2542754 h 2752057"/>
                    <a:gd name="connsiteX9" fmla="*/ 346404 w 882978"/>
                    <a:gd name="connsiteY9" fmla="*/ 2320508 h 2752057"/>
                    <a:gd name="connsiteX10" fmla="*/ 587701 w 882978"/>
                    <a:gd name="connsiteY10" fmla="*/ 2079204 h 2752057"/>
                    <a:gd name="connsiteX11" fmla="*/ 794076 w 882978"/>
                    <a:gd name="connsiteY11" fmla="*/ 1568029 h 2752057"/>
                    <a:gd name="connsiteX12" fmla="*/ 825826 w 882978"/>
                    <a:gd name="connsiteY12" fmla="*/ 1069554 h 2752057"/>
                    <a:gd name="connsiteX13" fmla="*/ 759154 w 882978"/>
                    <a:gd name="connsiteY13" fmla="*/ 440907 h 2752057"/>
                    <a:gd name="connsiteX14" fmla="*/ 848054 w 882978"/>
                    <a:gd name="connsiteY14" fmla="*/ 374232 h 2752057"/>
                    <a:gd name="connsiteX15" fmla="*/ 882978 w 882978"/>
                    <a:gd name="connsiteY15" fmla="*/ 256757 h 2752057"/>
                    <a:gd name="connsiteX16" fmla="*/ 838529 w 882978"/>
                    <a:gd name="connsiteY16" fmla="*/ 82132 h 2752057"/>
                    <a:gd name="connsiteX17" fmla="*/ 662313 w 882978"/>
                    <a:gd name="connsiteY17" fmla="*/ 1166 h 2752057"/>
                    <a:gd name="connsiteX18" fmla="*/ 517853 w 882978"/>
                    <a:gd name="connsiteY18" fmla="*/ 167857 h 2752057"/>
                    <a:gd name="connsiteX19" fmla="*/ 613103 w 882978"/>
                    <a:gd name="connsiteY19" fmla="*/ 399631 h 2752057"/>
                    <a:gd name="connsiteX20" fmla="*/ 486101 w 882978"/>
                    <a:gd name="connsiteY20" fmla="*/ 672678 h 2752057"/>
                    <a:gd name="connsiteX0" fmla="*/ 486101 w 885823"/>
                    <a:gd name="connsiteY0" fmla="*/ 672678 h 2752057"/>
                    <a:gd name="connsiteX1" fmla="*/ 440063 w 885823"/>
                    <a:gd name="connsiteY1" fmla="*/ 1609304 h 2752057"/>
                    <a:gd name="connsiteX2" fmla="*/ 390851 w 885823"/>
                    <a:gd name="connsiteY2" fmla="*/ 1968079 h 2752057"/>
                    <a:gd name="connsiteX3" fmla="*/ 162250 w 885823"/>
                    <a:gd name="connsiteY3" fmla="*/ 2223666 h 2752057"/>
                    <a:gd name="connsiteX4" fmla="*/ 86054 w 885823"/>
                    <a:gd name="connsiteY4" fmla="*/ 2466557 h 2752057"/>
                    <a:gd name="connsiteX5" fmla="*/ 326 w 885823"/>
                    <a:gd name="connsiteY5" fmla="*/ 2587204 h 2752057"/>
                    <a:gd name="connsiteX6" fmla="*/ 119388 w 885823"/>
                    <a:gd name="connsiteY6" fmla="*/ 2685629 h 2752057"/>
                    <a:gd name="connsiteX7" fmla="*/ 365451 w 885823"/>
                    <a:gd name="connsiteY7" fmla="*/ 2730078 h 2752057"/>
                    <a:gd name="connsiteX8" fmla="*/ 187651 w 885823"/>
                    <a:gd name="connsiteY8" fmla="*/ 2542754 h 2752057"/>
                    <a:gd name="connsiteX9" fmla="*/ 346404 w 885823"/>
                    <a:gd name="connsiteY9" fmla="*/ 2320508 h 2752057"/>
                    <a:gd name="connsiteX10" fmla="*/ 587701 w 885823"/>
                    <a:gd name="connsiteY10" fmla="*/ 2079204 h 2752057"/>
                    <a:gd name="connsiteX11" fmla="*/ 794076 w 885823"/>
                    <a:gd name="connsiteY11" fmla="*/ 1568029 h 2752057"/>
                    <a:gd name="connsiteX12" fmla="*/ 825826 w 885823"/>
                    <a:gd name="connsiteY12" fmla="*/ 1069554 h 2752057"/>
                    <a:gd name="connsiteX13" fmla="*/ 759154 w 885823"/>
                    <a:gd name="connsiteY13" fmla="*/ 440907 h 2752057"/>
                    <a:gd name="connsiteX14" fmla="*/ 882978 w 885823"/>
                    <a:gd name="connsiteY14" fmla="*/ 256757 h 2752057"/>
                    <a:gd name="connsiteX15" fmla="*/ 838529 w 885823"/>
                    <a:gd name="connsiteY15" fmla="*/ 82132 h 2752057"/>
                    <a:gd name="connsiteX16" fmla="*/ 662313 w 885823"/>
                    <a:gd name="connsiteY16" fmla="*/ 1166 h 2752057"/>
                    <a:gd name="connsiteX17" fmla="*/ 517853 w 885823"/>
                    <a:gd name="connsiteY17" fmla="*/ 167857 h 2752057"/>
                    <a:gd name="connsiteX18" fmla="*/ 613103 w 885823"/>
                    <a:gd name="connsiteY18" fmla="*/ 399631 h 2752057"/>
                    <a:gd name="connsiteX19" fmla="*/ 486101 w 885823"/>
                    <a:gd name="connsiteY19" fmla="*/ 672678 h 2752057"/>
                    <a:gd name="connsiteX0" fmla="*/ 486101 w 840402"/>
                    <a:gd name="connsiteY0" fmla="*/ 673911 h 2753290"/>
                    <a:gd name="connsiteX1" fmla="*/ 440063 w 840402"/>
                    <a:gd name="connsiteY1" fmla="*/ 1610537 h 2753290"/>
                    <a:gd name="connsiteX2" fmla="*/ 390851 w 840402"/>
                    <a:gd name="connsiteY2" fmla="*/ 1969312 h 2753290"/>
                    <a:gd name="connsiteX3" fmla="*/ 162250 w 840402"/>
                    <a:gd name="connsiteY3" fmla="*/ 2224899 h 2753290"/>
                    <a:gd name="connsiteX4" fmla="*/ 86054 w 840402"/>
                    <a:gd name="connsiteY4" fmla="*/ 2467790 h 2753290"/>
                    <a:gd name="connsiteX5" fmla="*/ 326 w 840402"/>
                    <a:gd name="connsiteY5" fmla="*/ 2588437 h 2753290"/>
                    <a:gd name="connsiteX6" fmla="*/ 119388 w 840402"/>
                    <a:gd name="connsiteY6" fmla="*/ 2686862 h 2753290"/>
                    <a:gd name="connsiteX7" fmla="*/ 365451 w 840402"/>
                    <a:gd name="connsiteY7" fmla="*/ 2731311 h 2753290"/>
                    <a:gd name="connsiteX8" fmla="*/ 187651 w 840402"/>
                    <a:gd name="connsiteY8" fmla="*/ 2543987 h 2753290"/>
                    <a:gd name="connsiteX9" fmla="*/ 346404 w 840402"/>
                    <a:gd name="connsiteY9" fmla="*/ 2321741 h 2753290"/>
                    <a:gd name="connsiteX10" fmla="*/ 587701 w 840402"/>
                    <a:gd name="connsiteY10" fmla="*/ 2080437 h 2753290"/>
                    <a:gd name="connsiteX11" fmla="*/ 794076 w 840402"/>
                    <a:gd name="connsiteY11" fmla="*/ 1569262 h 2753290"/>
                    <a:gd name="connsiteX12" fmla="*/ 825826 w 840402"/>
                    <a:gd name="connsiteY12" fmla="*/ 1070787 h 2753290"/>
                    <a:gd name="connsiteX13" fmla="*/ 759154 w 840402"/>
                    <a:gd name="connsiteY13" fmla="*/ 442140 h 2753290"/>
                    <a:gd name="connsiteX14" fmla="*/ 838529 w 840402"/>
                    <a:gd name="connsiteY14" fmla="*/ 83365 h 2753290"/>
                    <a:gd name="connsiteX15" fmla="*/ 662313 w 840402"/>
                    <a:gd name="connsiteY15" fmla="*/ 2399 h 2753290"/>
                    <a:gd name="connsiteX16" fmla="*/ 517853 w 840402"/>
                    <a:gd name="connsiteY16" fmla="*/ 169090 h 2753290"/>
                    <a:gd name="connsiteX17" fmla="*/ 613103 w 840402"/>
                    <a:gd name="connsiteY17" fmla="*/ 400864 h 2753290"/>
                    <a:gd name="connsiteX18" fmla="*/ 486101 w 840402"/>
                    <a:gd name="connsiteY18" fmla="*/ 673911 h 2753290"/>
                    <a:gd name="connsiteX0" fmla="*/ 486101 w 825826"/>
                    <a:gd name="connsiteY0" fmla="*/ 671512 h 2750891"/>
                    <a:gd name="connsiteX1" fmla="*/ 440063 w 825826"/>
                    <a:gd name="connsiteY1" fmla="*/ 1608138 h 2750891"/>
                    <a:gd name="connsiteX2" fmla="*/ 390851 w 825826"/>
                    <a:gd name="connsiteY2" fmla="*/ 1966913 h 2750891"/>
                    <a:gd name="connsiteX3" fmla="*/ 162250 w 825826"/>
                    <a:gd name="connsiteY3" fmla="*/ 2222500 h 2750891"/>
                    <a:gd name="connsiteX4" fmla="*/ 86054 w 825826"/>
                    <a:gd name="connsiteY4" fmla="*/ 2465391 h 2750891"/>
                    <a:gd name="connsiteX5" fmla="*/ 326 w 825826"/>
                    <a:gd name="connsiteY5" fmla="*/ 2586038 h 2750891"/>
                    <a:gd name="connsiteX6" fmla="*/ 119388 w 825826"/>
                    <a:gd name="connsiteY6" fmla="*/ 2684463 h 2750891"/>
                    <a:gd name="connsiteX7" fmla="*/ 365451 w 825826"/>
                    <a:gd name="connsiteY7" fmla="*/ 2728912 h 2750891"/>
                    <a:gd name="connsiteX8" fmla="*/ 187651 w 825826"/>
                    <a:gd name="connsiteY8" fmla="*/ 2541588 h 2750891"/>
                    <a:gd name="connsiteX9" fmla="*/ 346404 w 825826"/>
                    <a:gd name="connsiteY9" fmla="*/ 2319342 h 2750891"/>
                    <a:gd name="connsiteX10" fmla="*/ 587701 w 825826"/>
                    <a:gd name="connsiteY10" fmla="*/ 2078038 h 2750891"/>
                    <a:gd name="connsiteX11" fmla="*/ 794076 w 825826"/>
                    <a:gd name="connsiteY11" fmla="*/ 1566863 h 2750891"/>
                    <a:gd name="connsiteX12" fmla="*/ 825826 w 825826"/>
                    <a:gd name="connsiteY12" fmla="*/ 1068388 h 2750891"/>
                    <a:gd name="connsiteX13" fmla="*/ 759154 w 825826"/>
                    <a:gd name="connsiteY13" fmla="*/ 439741 h 2750891"/>
                    <a:gd name="connsiteX14" fmla="*/ 662313 w 825826"/>
                    <a:gd name="connsiteY14" fmla="*/ 0 h 2750891"/>
                    <a:gd name="connsiteX15" fmla="*/ 517853 w 825826"/>
                    <a:gd name="connsiteY15" fmla="*/ 166691 h 2750891"/>
                    <a:gd name="connsiteX16" fmla="*/ 613103 w 825826"/>
                    <a:gd name="connsiteY16" fmla="*/ 398465 h 2750891"/>
                    <a:gd name="connsiteX17" fmla="*/ 486101 w 825826"/>
                    <a:gd name="connsiteY17" fmla="*/ 671512 h 2750891"/>
                    <a:gd name="connsiteX0" fmla="*/ 486101 w 825826"/>
                    <a:gd name="connsiteY0" fmla="*/ 504821 h 2584200"/>
                    <a:gd name="connsiteX1" fmla="*/ 440063 w 825826"/>
                    <a:gd name="connsiteY1" fmla="*/ 1441447 h 2584200"/>
                    <a:gd name="connsiteX2" fmla="*/ 390851 w 825826"/>
                    <a:gd name="connsiteY2" fmla="*/ 1800222 h 2584200"/>
                    <a:gd name="connsiteX3" fmla="*/ 162250 w 825826"/>
                    <a:gd name="connsiteY3" fmla="*/ 2055809 h 2584200"/>
                    <a:gd name="connsiteX4" fmla="*/ 86054 w 825826"/>
                    <a:gd name="connsiteY4" fmla="*/ 2298700 h 2584200"/>
                    <a:gd name="connsiteX5" fmla="*/ 326 w 825826"/>
                    <a:gd name="connsiteY5" fmla="*/ 2419347 h 2584200"/>
                    <a:gd name="connsiteX6" fmla="*/ 119388 w 825826"/>
                    <a:gd name="connsiteY6" fmla="*/ 2517772 h 2584200"/>
                    <a:gd name="connsiteX7" fmla="*/ 365451 w 825826"/>
                    <a:gd name="connsiteY7" fmla="*/ 2562221 h 2584200"/>
                    <a:gd name="connsiteX8" fmla="*/ 187651 w 825826"/>
                    <a:gd name="connsiteY8" fmla="*/ 2374897 h 2584200"/>
                    <a:gd name="connsiteX9" fmla="*/ 346404 w 825826"/>
                    <a:gd name="connsiteY9" fmla="*/ 2152651 h 2584200"/>
                    <a:gd name="connsiteX10" fmla="*/ 587701 w 825826"/>
                    <a:gd name="connsiteY10" fmla="*/ 1911347 h 2584200"/>
                    <a:gd name="connsiteX11" fmla="*/ 794076 w 825826"/>
                    <a:gd name="connsiteY11" fmla="*/ 1400172 h 2584200"/>
                    <a:gd name="connsiteX12" fmla="*/ 825826 w 825826"/>
                    <a:gd name="connsiteY12" fmla="*/ 901697 h 2584200"/>
                    <a:gd name="connsiteX13" fmla="*/ 759154 w 825826"/>
                    <a:gd name="connsiteY13" fmla="*/ 273050 h 2584200"/>
                    <a:gd name="connsiteX14" fmla="*/ 517853 w 825826"/>
                    <a:gd name="connsiteY14" fmla="*/ 0 h 2584200"/>
                    <a:gd name="connsiteX15" fmla="*/ 613103 w 825826"/>
                    <a:gd name="connsiteY15" fmla="*/ 231774 h 2584200"/>
                    <a:gd name="connsiteX16" fmla="*/ 486101 w 825826"/>
                    <a:gd name="connsiteY16" fmla="*/ 504821 h 2584200"/>
                    <a:gd name="connsiteX0" fmla="*/ 517853 w 851544"/>
                    <a:gd name="connsiteY0" fmla="*/ 0 h 2584200"/>
                    <a:gd name="connsiteX1" fmla="*/ 613103 w 851544"/>
                    <a:gd name="connsiteY1" fmla="*/ 231774 h 2584200"/>
                    <a:gd name="connsiteX2" fmla="*/ 486101 w 851544"/>
                    <a:gd name="connsiteY2" fmla="*/ 504821 h 2584200"/>
                    <a:gd name="connsiteX3" fmla="*/ 440063 w 851544"/>
                    <a:gd name="connsiteY3" fmla="*/ 1441447 h 2584200"/>
                    <a:gd name="connsiteX4" fmla="*/ 390851 w 851544"/>
                    <a:gd name="connsiteY4" fmla="*/ 1800222 h 2584200"/>
                    <a:gd name="connsiteX5" fmla="*/ 162250 w 851544"/>
                    <a:gd name="connsiteY5" fmla="*/ 2055809 h 2584200"/>
                    <a:gd name="connsiteX6" fmla="*/ 86054 w 851544"/>
                    <a:gd name="connsiteY6" fmla="*/ 2298700 h 2584200"/>
                    <a:gd name="connsiteX7" fmla="*/ 326 w 851544"/>
                    <a:gd name="connsiteY7" fmla="*/ 2419347 h 2584200"/>
                    <a:gd name="connsiteX8" fmla="*/ 119388 w 851544"/>
                    <a:gd name="connsiteY8" fmla="*/ 2517772 h 2584200"/>
                    <a:gd name="connsiteX9" fmla="*/ 365451 w 851544"/>
                    <a:gd name="connsiteY9" fmla="*/ 2562221 h 2584200"/>
                    <a:gd name="connsiteX10" fmla="*/ 187651 w 851544"/>
                    <a:gd name="connsiteY10" fmla="*/ 2374897 h 2584200"/>
                    <a:gd name="connsiteX11" fmla="*/ 346404 w 851544"/>
                    <a:gd name="connsiteY11" fmla="*/ 2152651 h 2584200"/>
                    <a:gd name="connsiteX12" fmla="*/ 587701 w 851544"/>
                    <a:gd name="connsiteY12" fmla="*/ 1911347 h 2584200"/>
                    <a:gd name="connsiteX13" fmla="*/ 794076 w 851544"/>
                    <a:gd name="connsiteY13" fmla="*/ 1400172 h 2584200"/>
                    <a:gd name="connsiteX14" fmla="*/ 825826 w 851544"/>
                    <a:gd name="connsiteY14" fmla="*/ 901697 h 2584200"/>
                    <a:gd name="connsiteX15" fmla="*/ 851544 w 851544"/>
                    <a:gd name="connsiteY15" fmla="*/ 375069 h 2584200"/>
                    <a:gd name="connsiteX0" fmla="*/ 517853 w 851544"/>
                    <a:gd name="connsiteY0" fmla="*/ 0 h 2584200"/>
                    <a:gd name="connsiteX1" fmla="*/ 486101 w 851544"/>
                    <a:gd name="connsiteY1" fmla="*/ 504821 h 2584200"/>
                    <a:gd name="connsiteX2" fmla="*/ 440063 w 851544"/>
                    <a:gd name="connsiteY2" fmla="*/ 1441447 h 2584200"/>
                    <a:gd name="connsiteX3" fmla="*/ 390851 w 851544"/>
                    <a:gd name="connsiteY3" fmla="*/ 1800222 h 2584200"/>
                    <a:gd name="connsiteX4" fmla="*/ 162250 w 851544"/>
                    <a:gd name="connsiteY4" fmla="*/ 2055809 h 2584200"/>
                    <a:gd name="connsiteX5" fmla="*/ 86054 w 851544"/>
                    <a:gd name="connsiteY5" fmla="*/ 2298700 h 2584200"/>
                    <a:gd name="connsiteX6" fmla="*/ 326 w 851544"/>
                    <a:gd name="connsiteY6" fmla="*/ 2419347 h 2584200"/>
                    <a:gd name="connsiteX7" fmla="*/ 119388 w 851544"/>
                    <a:gd name="connsiteY7" fmla="*/ 2517772 h 2584200"/>
                    <a:gd name="connsiteX8" fmla="*/ 365451 w 851544"/>
                    <a:gd name="connsiteY8" fmla="*/ 2562221 h 2584200"/>
                    <a:gd name="connsiteX9" fmla="*/ 187651 w 851544"/>
                    <a:gd name="connsiteY9" fmla="*/ 2374897 h 2584200"/>
                    <a:gd name="connsiteX10" fmla="*/ 346404 w 851544"/>
                    <a:gd name="connsiteY10" fmla="*/ 2152651 h 2584200"/>
                    <a:gd name="connsiteX11" fmla="*/ 587701 w 851544"/>
                    <a:gd name="connsiteY11" fmla="*/ 1911347 h 2584200"/>
                    <a:gd name="connsiteX12" fmla="*/ 794076 w 851544"/>
                    <a:gd name="connsiteY12" fmla="*/ 1400172 h 2584200"/>
                    <a:gd name="connsiteX13" fmla="*/ 825826 w 851544"/>
                    <a:gd name="connsiteY13" fmla="*/ 901697 h 2584200"/>
                    <a:gd name="connsiteX14" fmla="*/ 851544 w 851544"/>
                    <a:gd name="connsiteY14" fmla="*/ 375069 h 2584200"/>
                    <a:gd name="connsiteX0" fmla="*/ 517853 w 825826"/>
                    <a:gd name="connsiteY0" fmla="*/ 0 h 2584200"/>
                    <a:gd name="connsiteX1" fmla="*/ 486101 w 825826"/>
                    <a:gd name="connsiteY1" fmla="*/ 504821 h 2584200"/>
                    <a:gd name="connsiteX2" fmla="*/ 440063 w 825826"/>
                    <a:gd name="connsiteY2" fmla="*/ 1441447 h 2584200"/>
                    <a:gd name="connsiteX3" fmla="*/ 390851 w 825826"/>
                    <a:gd name="connsiteY3" fmla="*/ 1800222 h 2584200"/>
                    <a:gd name="connsiteX4" fmla="*/ 162250 w 825826"/>
                    <a:gd name="connsiteY4" fmla="*/ 2055809 h 2584200"/>
                    <a:gd name="connsiteX5" fmla="*/ 86054 w 825826"/>
                    <a:gd name="connsiteY5" fmla="*/ 2298700 h 2584200"/>
                    <a:gd name="connsiteX6" fmla="*/ 326 w 825826"/>
                    <a:gd name="connsiteY6" fmla="*/ 2419347 h 2584200"/>
                    <a:gd name="connsiteX7" fmla="*/ 119388 w 825826"/>
                    <a:gd name="connsiteY7" fmla="*/ 2517772 h 2584200"/>
                    <a:gd name="connsiteX8" fmla="*/ 365451 w 825826"/>
                    <a:gd name="connsiteY8" fmla="*/ 2562221 h 2584200"/>
                    <a:gd name="connsiteX9" fmla="*/ 187651 w 825826"/>
                    <a:gd name="connsiteY9" fmla="*/ 2374897 h 2584200"/>
                    <a:gd name="connsiteX10" fmla="*/ 346404 w 825826"/>
                    <a:gd name="connsiteY10" fmla="*/ 2152651 h 2584200"/>
                    <a:gd name="connsiteX11" fmla="*/ 587701 w 825826"/>
                    <a:gd name="connsiteY11" fmla="*/ 1911347 h 2584200"/>
                    <a:gd name="connsiteX12" fmla="*/ 794076 w 825826"/>
                    <a:gd name="connsiteY12" fmla="*/ 1400172 h 2584200"/>
                    <a:gd name="connsiteX13" fmla="*/ 825826 w 825826"/>
                    <a:gd name="connsiteY13" fmla="*/ 901697 h 2584200"/>
                    <a:gd name="connsiteX0" fmla="*/ 486101 w 825826"/>
                    <a:gd name="connsiteY0" fmla="*/ 0 h 2079379"/>
                    <a:gd name="connsiteX1" fmla="*/ 440063 w 825826"/>
                    <a:gd name="connsiteY1" fmla="*/ 936626 h 2079379"/>
                    <a:gd name="connsiteX2" fmla="*/ 390851 w 825826"/>
                    <a:gd name="connsiteY2" fmla="*/ 1295401 h 2079379"/>
                    <a:gd name="connsiteX3" fmla="*/ 162250 w 825826"/>
                    <a:gd name="connsiteY3" fmla="*/ 1550988 h 2079379"/>
                    <a:gd name="connsiteX4" fmla="*/ 86054 w 825826"/>
                    <a:gd name="connsiteY4" fmla="*/ 1793879 h 2079379"/>
                    <a:gd name="connsiteX5" fmla="*/ 326 w 825826"/>
                    <a:gd name="connsiteY5" fmla="*/ 1914526 h 2079379"/>
                    <a:gd name="connsiteX6" fmla="*/ 119388 w 825826"/>
                    <a:gd name="connsiteY6" fmla="*/ 2012951 h 2079379"/>
                    <a:gd name="connsiteX7" fmla="*/ 365451 w 825826"/>
                    <a:gd name="connsiteY7" fmla="*/ 2057400 h 2079379"/>
                    <a:gd name="connsiteX8" fmla="*/ 187651 w 825826"/>
                    <a:gd name="connsiteY8" fmla="*/ 1870076 h 2079379"/>
                    <a:gd name="connsiteX9" fmla="*/ 346404 w 825826"/>
                    <a:gd name="connsiteY9" fmla="*/ 1647830 h 2079379"/>
                    <a:gd name="connsiteX10" fmla="*/ 587701 w 825826"/>
                    <a:gd name="connsiteY10" fmla="*/ 1406526 h 2079379"/>
                    <a:gd name="connsiteX11" fmla="*/ 794076 w 825826"/>
                    <a:gd name="connsiteY11" fmla="*/ 895351 h 2079379"/>
                    <a:gd name="connsiteX12" fmla="*/ 825826 w 825826"/>
                    <a:gd name="connsiteY12" fmla="*/ 396876 h 2079379"/>
                    <a:gd name="connsiteX0" fmla="*/ 476458 w 825826"/>
                    <a:gd name="connsiteY0" fmla="*/ 201934 h 1682503"/>
                    <a:gd name="connsiteX1" fmla="*/ 440063 w 825826"/>
                    <a:gd name="connsiteY1" fmla="*/ 539750 h 1682503"/>
                    <a:gd name="connsiteX2" fmla="*/ 390851 w 825826"/>
                    <a:gd name="connsiteY2" fmla="*/ 898525 h 1682503"/>
                    <a:gd name="connsiteX3" fmla="*/ 162250 w 825826"/>
                    <a:gd name="connsiteY3" fmla="*/ 1154112 h 1682503"/>
                    <a:gd name="connsiteX4" fmla="*/ 86054 w 825826"/>
                    <a:gd name="connsiteY4" fmla="*/ 1397003 h 1682503"/>
                    <a:gd name="connsiteX5" fmla="*/ 326 w 825826"/>
                    <a:gd name="connsiteY5" fmla="*/ 1517650 h 1682503"/>
                    <a:gd name="connsiteX6" fmla="*/ 119388 w 825826"/>
                    <a:gd name="connsiteY6" fmla="*/ 1616075 h 1682503"/>
                    <a:gd name="connsiteX7" fmla="*/ 365451 w 825826"/>
                    <a:gd name="connsiteY7" fmla="*/ 1660524 h 1682503"/>
                    <a:gd name="connsiteX8" fmla="*/ 187651 w 825826"/>
                    <a:gd name="connsiteY8" fmla="*/ 1473200 h 1682503"/>
                    <a:gd name="connsiteX9" fmla="*/ 346404 w 825826"/>
                    <a:gd name="connsiteY9" fmla="*/ 1250954 h 1682503"/>
                    <a:gd name="connsiteX10" fmla="*/ 587701 w 825826"/>
                    <a:gd name="connsiteY10" fmla="*/ 1009650 h 1682503"/>
                    <a:gd name="connsiteX11" fmla="*/ 794076 w 825826"/>
                    <a:gd name="connsiteY11" fmla="*/ 498475 h 1682503"/>
                    <a:gd name="connsiteX12" fmla="*/ 825826 w 825826"/>
                    <a:gd name="connsiteY12" fmla="*/ 0 h 1682503"/>
                    <a:gd name="connsiteX0" fmla="*/ 476458 w 804609"/>
                    <a:gd name="connsiteY0" fmla="*/ 0 h 1480569"/>
                    <a:gd name="connsiteX1" fmla="*/ 440063 w 804609"/>
                    <a:gd name="connsiteY1" fmla="*/ 337816 h 1480569"/>
                    <a:gd name="connsiteX2" fmla="*/ 390851 w 804609"/>
                    <a:gd name="connsiteY2" fmla="*/ 696591 h 1480569"/>
                    <a:gd name="connsiteX3" fmla="*/ 162250 w 804609"/>
                    <a:gd name="connsiteY3" fmla="*/ 952178 h 1480569"/>
                    <a:gd name="connsiteX4" fmla="*/ 86054 w 804609"/>
                    <a:gd name="connsiteY4" fmla="*/ 1195069 h 1480569"/>
                    <a:gd name="connsiteX5" fmla="*/ 326 w 804609"/>
                    <a:gd name="connsiteY5" fmla="*/ 1315716 h 1480569"/>
                    <a:gd name="connsiteX6" fmla="*/ 119388 w 804609"/>
                    <a:gd name="connsiteY6" fmla="*/ 1414141 h 1480569"/>
                    <a:gd name="connsiteX7" fmla="*/ 365451 w 804609"/>
                    <a:gd name="connsiteY7" fmla="*/ 1458590 h 1480569"/>
                    <a:gd name="connsiteX8" fmla="*/ 187651 w 804609"/>
                    <a:gd name="connsiteY8" fmla="*/ 1271266 h 1480569"/>
                    <a:gd name="connsiteX9" fmla="*/ 346404 w 804609"/>
                    <a:gd name="connsiteY9" fmla="*/ 1049020 h 1480569"/>
                    <a:gd name="connsiteX10" fmla="*/ 587701 w 804609"/>
                    <a:gd name="connsiteY10" fmla="*/ 807716 h 1480569"/>
                    <a:gd name="connsiteX11" fmla="*/ 794076 w 804609"/>
                    <a:gd name="connsiteY11" fmla="*/ 296541 h 1480569"/>
                    <a:gd name="connsiteX12" fmla="*/ 787139 w 804609"/>
                    <a:gd name="connsiteY12" fmla="*/ 178311 h 1480569"/>
                    <a:gd name="connsiteX0" fmla="*/ 476458 w 791794"/>
                    <a:gd name="connsiteY0" fmla="*/ 0 h 1480569"/>
                    <a:gd name="connsiteX1" fmla="*/ 440063 w 791794"/>
                    <a:gd name="connsiteY1" fmla="*/ 337816 h 1480569"/>
                    <a:gd name="connsiteX2" fmla="*/ 390851 w 791794"/>
                    <a:gd name="connsiteY2" fmla="*/ 696591 h 1480569"/>
                    <a:gd name="connsiteX3" fmla="*/ 162250 w 791794"/>
                    <a:gd name="connsiteY3" fmla="*/ 952178 h 1480569"/>
                    <a:gd name="connsiteX4" fmla="*/ 86054 w 791794"/>
                    <a:gd name="connsiteY4" fmla="*/ 1195069 h 1480569"/>
                    <a:gd name="connsiteX5" fmla="*/ 326 w 791794"/>
                    <a:gd name="connsiteY5" fmla="*/ 1315716 h 1480569"/>
                    <a:gd name="connsiteX6" fmla="*/ 119388 w 791794"/>
                    <a:gd name="connsiteY6" fmla="*/ 1414141 h 1480569"/>
                    <a:gd name="connsiteX7" fmla="*/ 365451 w 791794"/>
                    <a:gd name="connsiteY7" fmla="*/ 1458590 h 1480569"/>
                    <a:gd name="connsiteX8" fmla="*/ 187651 w 791794"/>
                    <a:gd name="connsiteY8" fmla="*/ 1271266 h 1480569"/>
                    <a:gd name="connsiteX9" fmla="*/ 346404 w 791794"/>
                    <a:gd name="connsiteY9" fmla="*/ 1049020 h 1480569"/>
                    <a:gd name="connsiteX10" fmla="*/ 587701 w 791794"/>
                    <a:gd name="connsiteY10" fmla="*/ 807716 h 1480569"/>
                    <a:gd name="connsiteX11" fmla="*/ 778589 w 791794"/>
                    <a:gd name="connsiteY11" fmla="*/ 290725 h 1480569"/>
                    <a:gd name="connsiteX12" fmla="*/ 787139 w 791794"/>
                    <a:gd name="connsiteY12" fmla="*/ 178311 h 1480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1794" h="1480569">
                      <a:moveTo>
                        <a:pt x="476458" y="0"/>
                      </a:moveTo>
                      <a:cubicBezTo>
                        <a:pt x="463493" y="240241"/>
                        <a:pt x="454331" y="221718"/>
                        <a:pt x="440063" y="337816"/>
                      </a:cubicBezTo>
                      <a:cubicBezTo>
                        <a:pt x="425795" y="453914"/>
                        <a:pt x="437153" y="594197"/>
                        <a:pt x="390851" y="696591"/>
                      </a:cubicBezTo>
                      <a:cubicBezTo>
                        <a:pt x="344549" y="798985"/>
                        <a:pt x="193999" y="857986"/>
                        <a:pt x="162250" y="952178"/>
                      </a:cubicBezTo>
                      <a:cubicBezTo>
                        <a:pt x="130501" y="1046370"/>
                        <a:pt x="110396" y="1136861"/>
                        <a:pt x="86054" y="1195069"/>
                      </a:cubicBezTo>
                      <a:cubicBezTo>
                        <a:pt x="61712" y="1253277"/>
                        <a:pt x="-5230" y="1279204"/>
                        <a:pt x="326" y="1315716"/>
                      </a:cubicBezTo>
                      <a:cubicBezTo>
                        <a:pt x="5882" y="1352228"/>
                        <a:pt x="108805" y="1410966"/>
                        <a:pt x="119388" y="1414141"/>
                      </a:cubicBezTo>
                      <a:cubicBezTo>
                        <a:pt x="228396" y="1481874"/>
                        <a:pt x="327351" y="1499865"/>
                        <a:pt x="365451" y="1458590"/>
                      </a:cubicBezTo>
                      <a:cubicBezTo>
                        <a:pt x="355926" y="1396148"/>
                        <a:pt x="251680" y="1377099"/>
                        <a:pt x="187651" y="1271266"/>
                      </a:cubicBezTo>
                      <a:cubicBezTo>
                        <a:pt x="184477" y="1207238"/>
                        <a:pt x="280258" y="1125220"/>
                        <a:pt x="346404" y="1049020"/>
                      </a:cubicBezTo>
                      <a:cubicBezTo>
                        <a:pt x="523675" y="880745"/>
                        <a:pt x="484514" y="921488"/>
                        <a:pt x="587701" y="807716"/>
                      </a:cubicBezTo>
                      <a:cubicBezTo>
                        <a:pt x="625801" y="635208"/>
                        <a:pt x="745349" y="395626"/>
                        <a:pt x="778589" y="290725"/>
                      </a:cubicBezTo>
                      <a:cubicBezTo>
                        <a:pt x="811829" y="185824"/>
                        <a:pt x="769676" y="306369"/>
                        <a:pt x="787139" y="178311"/>
                      </a:cubicBezTo>
                    </a:path>
                  </a:pathLst>
                </a:custGeom>
                <a:solidFill>
                  <a:srgbClr val="CEB09B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latin typeface="微软雅黑" panose="020B0503020204020204" pitchFamily="34" charset="-122"/>
                    <a:ea typeface="微软雅黑" panose="020B0503020204020204" pitchFamily="34" charset="-122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31" name="任意多边形: 形状 330">
                  <a:extLst>
                    <a:ext uri="{FF2B5EF4-FFF2-40B4-BE49-F238E27FC236}">
                      <a16:creationId xmlns:a16="http://schemas.microsoft.com/office/drawing/2014/main" id="{4EA3B779-B4E1-3FD5-C726-B4B358F5A7EA}"/>
                    </a:ext>
                  </a:extLst>
                </p:cNvPr>
                <p:cNvSpPr/>
                <p:nvPr/>
              </p:nvSpPr>
              <p:spPr>
                <a:xfrm rot="555795">
                  <a:off x="10338578" y="4681089"/>
                  <a:ext cx="536901" cy="629948"/>
                </a:xfrm>
                <a:custGeom>
                  <a:avLst/>
                  <a:gdLst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66700 w 754478"/>
                    <a:gd name="connsiteY11" fmla="*/ 1268412 h 1312572"/>
                    <a:gd name="connsiteX12" fmla="*/ 238125 w 754478"/>
                    <a:gd name="connsiteY12" fmla="*/ 1217612 h 1312572"/>
                    <a:gd name="connsiteX13" fmla="*/ 177800 w 754478"/>
                    <a:gd name="connsiteY13" fmla="*/ 1089025 h 1312572"/>
                    <a:gd name="connsiteX14" fmla="*/ 69850 w 754478"/>
                    <a:gd name="connsiteY14" fmla="*/ 611187 h 1312572"/>
                    <a:gd name="connsiteX15" fmla="*/ 36513 w 754478"/>
                    <a:gd name="connsiteY15" fmla="*/ 466725 h 1312572"/>
                    <a:gd name="connsiteX16" fmla="*/ 25400 w 754478"/>
                    <a:gd name="connsiteY16" fmla="*/ 395287 h 1312572"/>
                    <a:gd name="connsiteX17" fmla="*/ 22225 w 754478"/>
                    <a:gd name="connsiteY17" fmla="*/ 366712 h 1312572"/>
                    <a:gd name="connsiteX18" fmla="*/ 20638 w 754478"/>
                    <a:gd name="connsiteY18" fmla="*/ 361950 h 1312572"/>
                    <a:gd name="connsiteX19" fmla="*/ 11113 w 754478"/>
                    <a:gd name="connsiteY19" fmla="*/ 327025 h 1312572"/>
                    <a:gd name="connsiteX20" fmla="*/ 0 w 754478"/>
                    <a:gd name="connsiteY20" fmla="*/ 303212 h 1312572"/>
                    <a:gd name="connsiteX21" fmla="*/ 15875 w 754478"/>
                    <a:gd name="connsiteY21" fmla="*/ 255587 h 1312572"/>
                    <a:gd name="connsiteX22" fmla="*/ 71438 w 754478"/>
                    <a:gd name="connsiteY22" fmla="*/ 165100 h 1312572"/>
                    <a:gd name="connsiteX23" fmla="*/ 88900 w 754478"/>
                    <a:gd name="connsiteY23" fmla="*/ 136525 h 1312572"/>
                    <a:gd name="connsiteX24" fmla="*/ 122238 w 754478"/>
                    <a:gd name="connsiteY24" fmla="*/ 69850 h 1312572"/>
                    <a:gd name="connsiteX25" fmla="*/ 138113 w 754478"/>
                    <a:gd name="connsiteY25" fmla="*/ 28575 h 1312572"/>
                    <a:gd name="connsiteX26" fmla="*/ 127000 w 754478"/>
                    <a:gd name="connsiteY26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66700 w 754478"/>
                    <a:gd name="connsiteY11" fmla="*/ 1268412 h 1312572"/>
                    <a:gd name="connsiteX12" fmla="*/ 238125 w 754478"/>
                    <a:gd name="connsiteY12" fmla="*/ 1217612 h 1312572"/>
                    <a:gd name="connsiteX13" fmla="*/ 177800 w 754478"/>
                    <a:gd name="connsiteY13" fmla="*/ 1089025 h 1312572"/>
                    <a:gd name="connsiteX14" fmla="*/ 69850 w 754478"/>
                    <a:gd name="connsiteY14" fmla="*/ 611187 h 1312572"/>
                    <a:gd name="connsiteX15" fmla="*/ 36513 w 754478"/>
                    <a:gd name="connsiteY15" fmla="*/ 466725 h 1312572"/>
                    <a:gd name="connsiteX16" fmla="*/ 25400 w 754478"/>
                    <a:gd name="connsiteY16" fmla="*/ 395287 h 1312572"/>
                    <a:gd name="connsiteX17" fmla="*/ 22225 w 754478"/>
                    <a:gd name="connsiteY17" fmla="*/ 366712 h 1312572"/>
                    <a:gd name="connsiteX18" fmla="*/ 20638 w 754478"/>
                    <a:gd name="connsiteY18" fmla="*/ 361950 h 1312572"/>
                    <a:gd name="connsiteX19" fmla="*/ 11113 w 754478"/>
                    <a:gd name="connsiteY19" fmla="*/ 327025 h 1312572"/>
                    <a:gd name="connsiteX20" fmla="*/ 0 w 754478"/>
                    <a:gd name="connsiteY20" fmla="*/ 303212 h 1312572"/>
                    <a:gd name="connsiteX21" fmla="*/ 15875 w 754478"/>
                    <a:gd name="connsiteY21" fmla="*/ 255587 h 1312572"/>
                    <a:gd name="connsiteX22" fmla="*/ 71438 w 754478"/>
                    <a:gd name="connsiteY22" fmla="*/ 165100 h 1312572"/>
                    <a:gd name="connsiteX23" fmla="*/ 88900 w 754478"/>
                    <a:gd name="connsiteY23" fmla="*/ 136525 h 1312572"/>
                    <a:gd name="connsiteX24" fmla="*/ 122238 w 754478"/>
                    <a:gd name="connsiteY24" fmla="*/ 69850 h 1312572"/>
                    <a:gd name="connsiteX25" fmla="*/ 127000 w 754478"/>
                    <a:gd name="connsiteY25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66700 w 754478"/>
                    <a:gd name="connsiteY11" fmla="*/ 1268412 h 1312572"/>
                    <a:gd name="connsiteX12" fmla="*/ 238125 w 754478"/>
                    <a:gd name="connsiteY12" fmla="*/ 1217612 h 1312572"/>
                    <a:gd name="connsiteX13" fmla="*/ 177800 w 754478"/>
                    <a:gd name="connsiteY13" fmla="*/ 1089025 h 1312572"/>
                    <a:gd name="connsiteX14" fmla="*/ 69850 w 754478"/>
                    <a:gd name="connsiteY14" fmla="*/ 611187 h 1312572"/>
                    <a:gd name="connsiteX15" fmla="*/ 36513 w 754478"/>
                    <a:gd name="connsiteY15" fmla="*/ 466725 h 1312572"/>
                    <a:gd name="connsiteX16" fmla="*/ 25400 w 754478"/>
                    <a:gd name="connsiteY16" fmla="*/ 395287 h 1312572"/>
                    <a:gd name="connsiteX17" fmla="*/ 22225 w 754478"/>
                    <a:gd name="connsiteY17" fmla="*/ 366712 h 1312572"/>
                    <a:gd name="connsiteX18" fmla="*/ 20638 w 754478"/>
                    <a:gd name="connsiteY18" fmla="*/ 361950 h 1312572"/>
                    <a:gd name="connsiteX19" fmla="*/ 11113 w 754478"/>
                    <a:gd name="connsiteY19" fmla="*/ 322263 h 1312572"/>
                    <a:gd name="connsiteX20" fmla="*/ 0 w 754478"/>
                    <a:gd name="connsiteY20" fmla="*/ 303212 h 1312572"/>
                    <a:gd name="connsiteX21" fmla="*/ 15875 w 754478"/>
                    <a:gd name="connsiteY21" fmla="*/ 255587 h 1312572"/>
                    <a:gd name="connsiteX22" fmla="*/ 71438 w 754478"/>
                    <a:gd name="connsiteY22" fmla="*/ 165100 h 1312572"/>
                    <a:gd name="connsiteX23" fmla="*/ 88900 w 754478"/>
                    <a:gd name="connsiteY23" fmla="*/ 136525 h 1312572"/>
                    <a:gd name="connsiteX24" fmla="*/ 122238 w 754478"/>
                    <a:gd name="connsiteY24" fmla="*/ 69850 h 1312572"/>
                    <a:gd name="connsiteX25" fmla="*/ 127000 w 754478"/>
                    <a:gd name="connsiteY25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66700 w 754478"/>
                    <a:gd name="connsiteY11" fmla="*/ 1268412 h 1312572"/>
                    <a:gd name="connsiteX12" fmla="*/ 238125 w 754478"/>
                    <a:gd name="connsiteY12" fmla="*/ 1217612 h 1312572"/>
                    <a:gd name="connsiteX13" fmla="*/ 177800 w 754478"/>
                    <a:gd name="connsiteY13" fmla="*/ 1089025 h 1312572"/>
                    <a:gd name="connsiteX14" fmla="*/ 69850 w 754478"/>
                    <a:gd name="connsiteY14" fmla="*/ 611187 h 1312572"/>
                    <a:gd name="connsiteX15" fmla="*/ 36513 w 754478"/>
                    <a:gd name="connsiteY15" fmla="*/ 466725 h 1312572"/>
                    <a:gd name="connsiteX16" fmla="*/ 25400 w 754478"/>
                    <a:gd name="connsiteY16" fmla="*/ 395287 h 1312572"/>
                    <a:gd name="connsiteX17" fmla="*/ 22225 w 754478"/>
                    <a:gd name="connsiteY17" fmla="*/ 366712 h 1312572"/>
                    <a:gd name="connsiteX18" fmla="*/ 20638 w 754478"/>
                    <a:gd name="connsiteY18" fmla="*/ 361950 h 1312572"/>
                    <a:gd name="connsiteX19" fmla="*/ 0 w 754478"/>
                    <a:gd name="connsiteY19" fmla="*/ 303212 h 1312572"/>
                    <a:gd name="connsiteX20" fmla="*/ 15875 w 754478"/>
                    <a:gd name="connsiteY20" fmla="*/ 255587 h 1312572"/>
                    <a:gd name="connsiteX21" fmla="*/ 71438 w 754478"/>
                    <a:gd name="connsiteY21" fmla="*/ 165100 h 1312572"/>
                    <a:gd name="connsiteX22" fmla="*/ 88900 w 754478"/>
                    <a:gd name="connsiteY22" fmla="*/ 136525 h 1312572"/>
                    <a:gd name="connsiteX23" fmla="*/ 122238 w 754478"/>
                    <a:gd name="connsiteY23" fmla="*/ 69850 h 1312572"/>
                    <a:gd name="connsiteX24" fmla="*/ 127000 w 754478"/>
                    <a:gd name="connsiteY24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66700 w 754478"/>
                    <a:gd name="connsiteY11" fmla="*/ 1268412 h 1312572"/>
                    <a:gd name="connsiteX12" fmla="*/ 238125 w 754478"/>
                    <a:gd name="connsiteY12" fmla="*/ 1217612 h 1312572"/>
                    <a:gd name="connsiteX13" fmla="*/ 177800 w 754478"/>
                    <a:gd name="connsiteY13" fmla="*/ 1089025 h 1312572"/>
                    <a:gd name="connsiteX14" fmla="*/ 69850 w 754478"/>
                    <a:gd name="connsiteY14" fmla="*/ 611187 h 1312572"/>
                    <a:gd name="connsiteX15" fmla="*/ 36513 w 754478"/>
                    <a:gd name="connsiteY15" fmla="*/ 466725 h 1312572"/>
                    <a:gd name="connsiteX16" fmla="*/ 22225 w 754478"/>
                    <a:gd name="connsiteY16" fmla="*/ 366712 h 1312572"/>
                    <a:gd name="connsiteX17" fmla="*/ 20638 w 754478"/>
                    <a:gd name="connsiteY17" fmla="*/ 361950 h 1312572"/>
                    <a:gd name="connsiteX18" fmla="*/ 0 w 754478"/>
                    <a:gd name="connsiteY18" fmla="*/ 303212 h 1312572"/>
                    <a:gd name="connsiteX19" fmla="*/ 15875 w 754478"/>
                    <a:gd name="connsiteY19" fmla="*/ 255587 h 1312572"/>
                    <a:gd name="connsiteX20" fmla="*/ 71438 w 754478"/>
                    <a:gd name="connsiteY20" fmla="*/ 165100 h 1312572"/>
                    <a:gd name="connsiteX21" fmla="*/ 88900 w 754478"/>
                    <a:gd name="connsiteY21" fmla="*/ 136525 h 1312572"/>
                    <a:gd name="connsiteX22" fmla="*/ 122238 w 754478"/>
                    <a:gd name="connsiteY22" fmla="*/ 69850 h 1312572"/>
                    <a:gd name="connsiteX23" fmla="*/ 127000 w 754478"/>
                    <a:gd name="connsiteY23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66700 w 754478"/>
                    <a:gd name="connsiteY11" fmla="*/ 1268412 h 1312572"/>
                    <a:gd name="connsiteX12" fmla="*/ 238125 w 754478"/>
                    <a:gd name="connsiteY12" fmla="*/ 1217612 h 1312572"/>
                    <a:gd name="connsiteX13" fmla="*/ 177800 w 754478"/>
                    <a:gd name="connsiteY13" fmla="*/ 1089025 h 1312572"/>
                    <a:gd name="connsiteX14" fmla="*/ 69850 w 754478"/>
                    <a:gd name="connsiteY14" fmla="*/ 611187 h 1312572"/>
                    <a:gd name="connsiteX15" fmla="*/ 36513 w 754478"/>
                    <a:gd name="connsiteY15" fmla="*/ 466725 h 1312572"/>
                    <a:gd name="connsiteX16" fmla="*/ 22225 w 754478"/>
                    <a:gd name="connsiteY16" fmla="*/ 366712 h 1312572"/>
                    <a:gd name="connsiteX17" fmla="*/ 0 w 754478"/>
                    <a:gd name="connsiteY17" fmla="*/ 303212 h 1312572"/>
                    <a:gd name="connsiteX18" fmla="*/ 15875 w 754478"/>
                    <a:gd name="connsiteY18" fmla="*/ 255587 h 1312572"/>
                    <a:gd name="connsiteX19" fmla="*/ 71438 w 754478"/>
                    <a:gd name="connsiteY19" fmla="*/ 165100 h 1312572"/>
                    <a:gd name="connsiteX20" fmla="*/ 88900 w 754478"/>
                    <a:gd name="connsiteY20" fmla="*/ 136525 h 1312572"/>
                    <a:gd name="connsiteX21" fmla="*/ 122238 w 754478"/>
                    <a:gd name="connsiteY21" fmla="*/ 69850 h 1312572"/>
                    <a:gd name="connsiteX22" fmla="*/ 127000 w 754478"/>
                    <a:gd name="connsiteY22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38125 w 754478"/>
                    <a:gd name="connsiteY11" fmla="*/ 1217612 h 1312572"/>
                    <a:gd name="connsiteX12" fmla="*/ 177800 w 754478"/>
                    <a:gd name="connsiteY12" fmla="*/ 1089025 h 1312572"/>
                    <a:gd name="connsiteX13" fmla="*/ 69850 w 754478"/>
                    <a:gd name="connsiteY13" fmla="*/ 611187 h 1312572"/>
                    <a:gd name="connsiteX14" fmla="*/ 36513 w 754478"/>
                    <a:gd name="connsiteY14" fmla="*/ 466725 h 1312572"/>
                    <a:gd name="connsiteX15" fmla="*/ 22225 w 754478"/>
                    <a:gd name="connsiteY15" fmla="*/ 366712 h 1312572"/>
                    <a:gd name="connsiteX16" fmla="*/ 0 w 754478"/>
                    <a:gd name="connsiteY16" fmla="*/ 303212 h 1312572"/>
                    <a:gd name="connsiteX17" fmla="*/ 15875 w 754478"/>
                    <a:gd name="connsiteY17" fmla="*/ 255587 h 1312572"/>
                    <a:gd name="connsiteX18" fmla="*/ 71438 w 754478"/>
                    <a:gd name="connsiteY18" fmla="*/ 165100 h 1312572"/>
                    <a:gd name="connsiteX19" fmla="*/ 88900 w 754478"/>
                    <a:gd name="connsiteY19" fmla="*/ 136525 h 1312572"/>
                    <a:gd name="connsiteX20" fmla="*/ 122238 w 754478"/>
                    <a:gd name="connsiteY20" fmla="*/ 69850 h 1312572"/>
                    <a:gd name="connsiteX21" fmla="*/ 127000 w 754478"/>
                    <a:gd name="connsiteY21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38125 w 754478"/>
                    <a:gd name="connsiteY11" fmla="*/ 1217612 h 1312572"/>
                    <a:gd name="connsiteX12" fmla="*/ 177800 w 754478"/>
                    <a:gd name="connsiteY12" fmla="*/ 1089025 h 1312572"/>
                    <a:gd name="connsiteX13" fmla="*/ 69850 w 754478"/>
                    <a:gd name="connsiteY13" fmla="*/ 611187 h 1312572"/>
                    <a:gd name="connsiteX14" fmla="*/ 36513 w 754478"/>
                    <a:gd name="connsiteY14" fmla="*/ 466725 h 1312572"/>
                    <a:gd name="connsiteX15" fmla="*/ 22225 w 754478"/>
                    <a:gd name="connsiteY15" fmla="*/ 366712 h 1312572"/>
                    <a:gd name="connsiteX16" fmla="*/ 0 w 754478"/>
                    <a:gd name="connsiteY16" fmla="*/ 303212 h 1312572"/>
                    <a:gd name="connsiteX17" fmla="*/ 15875 w 754478"/>
                    <a:gd name="connsiteY17" fmla="*/ 255587 h 1312572"/>
                    <a:gd name="connsiteX18" fmla="*/ 71438 w 754478"/>
                    <a:gd name="connsiteY18" fmla="*/ 165100 h 1312572"/>
                    <a:gd name="connsiteX19" fmla="*/ 122238 w 754478"/>
                    <a:gd name="connsiteY19" fmla="*/ 69850 h 1312572"/>
                    <a:gd name="connsiteX20" fmla="*/ 127000 w 754478"/>
                    <a:gd name="connsiteY20" fmla="*/ 0 h 1312572"/>
                    <a:gd name="connsiteX0" fmla="*/ 127000 w 754478"/>
                    <a:gd name="connsiteY0" fmla="*/ 0 h 1312572"/>
                    <a:gd name="connsiteX1" fmla="*/ 127000 w 754478"/>
                    <a:gd name="connsiteY1" fmla="*/ 0 h 1312572"/>
                    <a:gd name="connsiteX2" fmla="*/ 204788 w 754478"/>
                    <a:gd name="connsiteY2" fmla="*/ 130175 h 1312572"/>
                    <a:gd name="connsiteX3" fmla="*/ 420688 w 754478"/>
                    <a:gd name="connsiteY3" fmla="*/ 498475 h 1312572"/>
                    <a:gd name="connsiteX4" fmla="*/ 604838 w 754478"/>
                    <a:gd name="connsiteY4" fmla="*/ 925512 h 1312572"/>
                    <a:gd name="connsiteX5" fmla="*/ 706438 w 754478"/>
                    <a:gd name="connsiteY5" fmla="*/ 1166812 h 1312572"/>
                    <a:gd name="connsiteX6" fmla="*/ 717550 w 754478"/>
                    <a:gd name="connsiteY6" fmla="*/ 1182687 h 1312572"/>
                    <a:gd name="connsiteX7" fmla="*/ 752475 w 754478"/>
                    <a:gd name="connsiteY7" fmla="*/ 1254125 h 1312572"/>
                    <a:gd name="connsiteX8" fmla="*/ 690563 w 754478"/>
                    <a:gd name="connsiteY8" fmla="*/ 1306512 h 1312572"/>
                    <a:gd name="connsiteX9" fmla="*/ 485775 w 754478"/>
                    <a:gd name="connsiteY9" fmla="*/ 1311275 h 1312572"/>
                    <a:gd name="connsiteX10" fmla="*/ 315913 w 754478"/>
                    <a:gd name="connsiteY10" fmla="*/ 1300162 h 1312572"/>
                    <a:gd name="connsiteX11" fmla="*/ 238125 w 754478"/>
                    <a:gd name="connsiteY11" fmla="*/ 1217612 h 1312572"/>
                    <a:gd name="connsiteX12" fmla="*/ 177800 w 754478"/>
                    <a:gd name="connsiteY12" fmla="*/ 1089025 h 1312572"/>
                    <a:gd name="connsiteX13" fmla="*/ 69850 w 754478"/>
                    <a:gd name="connsiteY13" fmla="*/ 611187 h 1312572"/>
                    <a:gd name="connsiteX14" fmla="*/ 36513 w 754478"/>
                    <a:gd name="connsiteY14" fmla="*/ 466725 h 1312572"/>
                    <a:gd name="connsiteX15" fmla="*/ 22225 w 754478"/>
                    <a:gd name="connsiteY15" fmla="*/ 366712 h 1312572"/>
                    <a:gd name="connsiteX16" fmla="*/ 0 w 754478"/>
                    <a:gd name="connsiteY16" fmla="*/ 303212 h 1312572"/>
                    <a:gd name="connsiteX17" fmla="*/ 15875 w 754478"/>
                    <a:gd name="connsiteY17" fmla="*/ 255587 h 1312572"/>
                    <a:gd name="connsiteX18" fmla="*/ 71438 w 754478"/>
                    <a:gd name="connsiteY18" fmla="*/ 165100 h 1312572"/>
                    <a:gd name="connsiteX19" fmla="*/ 74613 w 754478"/>
                    <a:gd name="connsiteY19" fmla="*/ 65088 h 1312572"/>
                    <a:gd name="connsiteX20" fmla="*/ 127000 w 754478"/>
                    <a:gd name="connsiteY20" fmla="*/ 0 h 1312572"/>
                    <a:gd name="connsiteX0" fmla="*/ 88900 w 754478"/>
                    <a:gd name="connsiteY0" fmla="*/ 0 h 1339560"/>
                    <a:gd name="connsiteX1" fmla="*/ 127000 w 754478"/>
                    <a:gd name="connsiteY1" fmla="*/ 26988 h 1339560"/>
                    <a:gd name="connsiteX2" fmla="*/ 204788 w 754478"/>
                    <a:gd name="connsiteY2" fmla="*/ 157163 h 1339560"/>
                    <a:gd name="connsiteX3" fmla="*/ 420688 w 754478"/>
                    <a:gd name="connsiteY3" fmla="*/ 525463 h 1339560"/>
                    <a:gd name="connsiteX4" fmla="*/ 604838 w 754478"/>
                    <a:gd name="connsiteY4" fmla="*/ 952500 h 1339560"/>
                    <a:gd name="connsiteX5" fmla="*/ 706438 w 754478"/>
                    <a:gd name="connsiteY5" fmla="*/ 1193800 h 1339560"/>
                    <a:gd name="connsiteX6" fmla="*/ 717550 w 754478"/>
                    <a:gd name="connsiteY6" fmla="*/ 1209675 h 1339560"/>
                    <a:gd name="connsiteX7" fmla="*/ 752475 w 754478"/>
                    <a:gd name="connsiteY7" fmla="*/ 1281113 h 1339560"/>
                    <a:gd name="connsiteX8" fmla="*/ 690563 w 754478"/>
                    <a:gd name="connsiteY8" fmla="*/ 1333500 h 1339560"/>
                    <a:gd name="connsiteX9" fmla="*/ 485775 w 754478"/>
                    <a:gd name="connsiteY9" fmla="*/ 1338263 h 1339560"/>
                    <a:gd name="connsiteX10" fmla="*/ 315913 w 754478"/>
                    <a:gd name="connsiteY10" fmla="*/ 1327150 h 1339560"/>
                    <a:gd name="connsiteX11" fmla="*/ 238125 w 754478"/>
                    <a:gd name="connsiteY11" fmla="*/ 1244600 h 1339560"/>
                    <a:gd name="connsiteX12" fmla="*/ 177800 w 754478"/>
                    <a:gd name="connsiteY12" fmla="*/ 1116013 h 1339560"/>
                    <a:gd name="connsiteX13" fmla="*/ 69850 w 754478"/>
                    <a:gd name="connsiteY13" fmla="*/ 638175 h 1339560"/>
                    <a:gd name="connsiteX14" fmla="*/ 36513 w 754478"/>
                    <a:gd name="connsiteY14" fmla="*/ 493713 h 1339560"/>
                    <a:gd name="connsiteX15" fmla="*/ 22225 w 754478"/>
                    <a:gd name="connsiteY15" fmla="*/ 393700 h 1339560"/>
                    <a:gd name="connsiteX16" fmla="*/ 0 w 754478"/>
                    <a:gd name="connsiteY16" fmla="*/ 330200 h 1339560"/>
                    <a:gd name="connsiteX17" fmla="*/ 15875 w 754478"/>
                    <a:gd name="connsiteY17" fmla="*/ 282575 h 1339560"/>
                    <a:gd name="connsiteX18" fmla="*/ 71438 w 754478"/>
                    <a:gd name="connsiteY18" fmla="*/ 192088 h 1339560"/>
                    <a:gd name="connsiteX19" fmla="*/ 74613 w 754478"/>
                    <a:gd name="connsiteY19" fmla="*/ 92076 h 1339560"/>
                    <a:gd name="connsiteX20" fmla="*/ 88900 w 754478"/>
                    <a:gd name="connsiteY20" fmla="*/ 0 h 1339560"/>
                    <a:gd name="connsiteX0" fmla="*/ 88900 w 754478"/>
                    <a:gd name="connsiteY0" fmla="*/ 0 h 1339560"/>
                    <a:gd name="connsiteX1" fmla="*/ 127000 w 754478"/>
                    <a:gd name="connsiteY1" fmla="*/ 26988 h 1339560"/>
                    <a:gd name="connsiteX2" fmla="*/ 204788 w 754478"/>
                    <a:gd name="connsiteY2" fmla="*/ 157163 h 1339560"/>
                    <a:gd name="connsiteX3" fmla="*/ 396875 w 754478"/>
                    <a:gd name="connsiteY3" fmla="*/ 595313 h 1339560"/>
                    <a:gd name="connsiteX4" fmla="*/ 604838 w 754478"/>
                    <a:gd name="connsiteY4" fmla="*/ 952500 h 1339560"/>
                    <a:gd name="connsiteX5" fmla="*/ 706438 w 754478"/>
                    <a:gd name="connsiteY5" fmla="*/ 1193800 h 1339560"/>
                    <a:gd name="connsiteX6" fmla="*/ 717550 w 754478"/>
                    <a:gd name="connsiteY6" fmla="*/ 1209675 h 1339560"/>
                    <a:gd name="connsiteX7" fmla="*/ 752475 w 754478"/>
                    <a:gd name="connsiteY7" fmla="*/ 1281113 h 1339560"/>
                    <a:gd name="connsiteX8" fmla="*/ 690563 w 754478"/>
                    <a:gd name="connsiteY8" fmla="*/ 1333500 h 1339560"/>
                    <a:gd name="connsiteX9" fmla="*/ 485775 w 754478"/>
                    <a:gd name="connsiteY9" fmla="*/ 1338263 h 1339560"/>
                    <a:gd name="connsiteX10" fmla="*/ 315913 w 754478"/>
                    <a:gd name="connsiteY10" fmla="*/ 1327150 h 1339560"/>
                    <a:gd name="connsiteX11" fmla="*/ 238125 w 754478"/>
                    <a:gd name="connsiteY11" fmla="*/ 1244600 h 1339560"/>
                    <a:gd name="connsiteX12" fmla="*/ 177800 w 754478"/>
                    <a:gd name="connsiteY12" fmla="*/ 1116013 h 1339560"/>
                    <a:gd name="connsiteX13" fmla="*/ 69850 w 754478"/>
                    <a:gd name="connsiteY13" fmla="*/ 638175 h 1339560"/>
                    <a:gd name="connsiteX14" fmla="*/ 36513 w 754478"/>
                    <a:gd name="connsiteY14" fmla="*/ 493713 h 1339560"/>
                    <a:gd name="connsiteX15" fmla="*/ 22225 w 754478"/>
                    <a:gd name="connsiteY15" fmla="*/ 393700 h 1339560"/>
                    <a:gd name="connsiteX16" fmla="*/ 0 w 754478"/>
                    <a:gd name="connsiteY16" fmla="*/ 330200 h 1339560"/>
                    <a:gd name="connsiteX17" fmla="*/ 15875 w 754478"/>
                    <a:gd name="connsiteY17" fmla="*/ 282575 h 1339560"/>
                    <a:gd name="connsiteX18" fmla="*/ 71438 w 754478"/>
                    <a:gd name="connsiteY18" fmla="*/ 192088 h 1339560"/>
                    <a:gd name="connsiteX19" fmla="*/ 74613 w 754478"/>
                    <a:gd name="connsiteY19" fmla="*/ 92076 h 1339560"/>
                    <a:gd name="connsiteX20" fmla="*/ 88900 w 754478"/>
                    <a:gd name="connsiteY20" fmla="*/ 0 h 1339560"/>
                    <a:gd name="connsiteX0" fmla="*/ 88900 w 754478"/>
                    <a:gd name="connsiteY0" fmla="*/ 0 h 1339560"/>
                    <a:gd name="connsiteX1" fmla="*/ 127000 w 754478"/>
                    <a:gd name="connsiteY1" fmla="*/ 26988 h 1339560"/>
                    <a:gd name="connsiteX2" fmla="*/ 204788 w 754478"/>
                    <a:gd name="connsiteY2" fmla="*/ 157163 h 1339560"/>
                    <a:gd name="connsiteX3" fmla="*/ 396875 w 754478"/>
                    <a:gd name="connsiteY3" fmla="*/ 595313 h 1339560"/>
                    <a:gd name="connsiteX4" fmla="*/ 449263 w 754478"/>
                    <a:gd name="connsiteY4" fmla="*/ 852488 h 1339560"/>
                    <a:gd name="connsiteX5" fmla="*/ 706438 w 754478"/>
                    <a:gd name="connsiteY5" fmla="*/ 1193800 h 1339560"/>
                    <a:gd name="connsiteX6" fmla="*/ 717550 w 754478"/>
                    <a:gd name="connsiteY6" fmla="*/ 1209675 h 1339560"/>
                    <a:gd name="connsiteX7" fmla="*/ 752475 w 754478"/>
                    <a:gd name="connsiteY7" fmla="*/ 1281113 h 1339560"/>
                    <a:gd name="connsiteX8" fmla="*/ 690563 w 754478"/>
                    <a:gd name="connsiteY8" fmla="*/ 1333500 h 1339560"/>
                    <a:gd name="connsiteX9" fmla="*/ 485775 w 754478"/>
                    <a:gd name="connsiteY9" fmla="*/ 1338263 h 1339560"/>
                    <a:gd name="connsiteX10" fmla="*/ 315913 w 754478"/>
                    <a:gd name="connsiteY10" fmla="*/ 1327150 h 1339560"/>
                    <a:gd name="connsiteX11" fmla="*/ 238125 w 754478"/>
                    <a:gd name="connsiteY11" fmla="*/ 1244600 h 1339560"/>
                    <a:gd name="connsiteX12" fmla="*/ 177800 w 754478"/>
                    <a:gd name="connsiteY12" fmla="*/ 1116013 h 1339560"/>
                    <a:gd name="connsiteX13" fmla="*/ 69850 w 754478"/>
                    <a:gd name="connsiteY13" fmla="*/ 638175 h 1339560"/>
                    <a:gd name="connsiteX14" fmla="*/ 36513 w 754478"/>
                    <a:gd name="connsiteY14" fmla="*/ 493713 h 1339560"/>
                    <a:gd name="connsiteX15" fmla="*/ 22225 w 754478"/>
                    <a:gd name="connsiteY15" fmla="*/ 393700 h 1339560"/>
                    <a:gd name="connsiteX16" fmla="*/ 0 w 754478"/>
                    <a:gd name="connsiteY16" fmla="*/ 330200 h 1339560"/>
                    <a:gd name="connsiteX17" fmla="*/ 15875 w 754478"/>
                    <a:gd name="connsiteY17" fmla="*/ 282575 h 1339560"/>
                    <a:gd name="connsiteX18" fmla="*/ 71438 w 754478"/>
                    <a:gd name="connsiteY18" fmla="*/ 192088 h 1339560"/>
                    <a:gd name="connsiteX19" fmla="*/ 74613 w 754478"/>
                    <a:gd name="connsiteY19" fmla="*/ 92076 h 1339560"/>
                    <a:gd name="connsiteX20" fmla="*/ 88900 w 754478"/>
                    <a:gd name="connsiteY20" fmla="*/ 0 h 1339560"/>
                    <a:gd name="connsiteX0" fmla="*/ 88900 w 754478"/>
                    <a:gd name="connsiteY0" fmla="*/ 0 h 1339560"/>
                    <a:gd name="connsiteX1" fmla="*/ 127000 w 754478"/>
                    <a:gd name="connsiteY1" fmla="*/ 26988 h 1339560"/>
                    <a:gd name="connsiteX2" fmla="*/ 204788 w 754478"/>
                    <a:gd name="connsiteY2" fmla="*/ 157163 h 1339560"/>
                    <a:gd name="connsiteX3" fmla="*/ 396875 w 754478"/>
                    <a:gd name="connsiteY3" fmla="*/ 595313 h 1339560"/>
                    <a:gd name="connsiteX4" fmla="*/ 449263 w 754478"/>
                    <a:gd name="connsiteY4" fmla="*/ 852488 h 1339560"/>
                    <a:gd name="connsiteX5" fmla="*/ 555626 w 754478"/>
                    <a:gd name="connsiteY5" fmla="*/ 1150937 h 1339560"/>
                    <a:gd name="connsiteX6" fmla="*/ 717550 w 754478"/>
                    <a:gd name="connsiteY6" fmla="*/ 1209675 h 1339560"/>
                    <a:gd name="connsiteX7" fmla="*/ 752475 w 754478"/>
                    <a:gd name="connsiteY7" fmla="*/ 1281113 h 1339560"/>
                    <a:gd name="connsiteX8" fmla="*/ 690563 w 754478"/>
                    <a:gd name="connsiteY8" fmla="*/ 1333500 h 1339560"/>
                    <a:gd name="connsiteX9" fmla="*/ 485775 w 754478"/>
                    <a:gd name="connsiteY9" fmla="*/ 1338263 h 1339560"/>
                    <a:gd name="connsiteX10" fmla="*/ 315913 w 754478"/>
                    <a:gd name="connsiteY10" fmla="*/ 1327150 h 1339560"/>
                    <a:gd name="connsiteX11" fmla="*/ 238125 w 754478"/>
                    <a:gd name="connsiteY11" fmla="*/ 1244600 h 1339560"/>
                    <a:gd name="connsiteX12" fmla="*/ 177800 w 754478"/>
                    <a:gd name="connsiteY12" fmla="*/ 1116013 h 1339560"/>
                    <a:gd name="connsiteX13" fmla="*/ 69850 w 754478"/>
                    <a:gd name="connsiteY13" fmla="*/ 638175 h 1339560"/>
                    <a:gd name="connsiteX14" fmla="*/ 36513 w 754478"/>
                    <a:gd name="connsiteY14" fmla="*/ 493713 h 1339560"/>
                    <a:gd name="connsiteX15" fmla="*/ 22225 w 754478"/>
                    <a:gd name="connsiteY15" fmla="*/ 393700 h 1339560"/>
                    <a:gd name="connsiteX16" fmla="*/ 0 w 754478"/>
                    <a:gd name="connsiteY16" fmla="*/ 330200 h 1339560"/>
                    <a:gd name="connsiteX17" fmla="*/ 15875 w 754478"/>
                    <a:gd name="connsiteY17" fmla="*/ 282575 h 1339560"/>
                    <a:gd name="connsiteX18" fmla="*/ 71438 w 754478"/>
                    <a:gd name="connsiteY18" fmla="*/ 192088 h 1339560"/>
                    <a:gd name="connsiteX19" fmla="*/ 74613 w 754478"/>
                    <a:gd name="connsiteY19" fmla="*/ 92076 h 1339560"/>
                    <a:gd name="connsiteX20" fmla="*/ 88900 w 754478"/>
                    <a:gd name="connsiteY20" fmla="*/ 0 h 1339560"/>
                    <a:gd name="connsiteX0" fmla="*/ 88900 w 754275"/>
                    <a:gd name="connsiteY0" fmla="*/ 0 h 1339560"/>
                    <a:gd name="connsiteX1" fmla="*/ 127000 w 754275"/>
                    <a:gd name="connsiteY1" fmla="*/ 26988 h 1339560"/>
                    <a:gd name="connsiteX2" fmla="*/ 204788 w 754275"/>
                    <a:gd name="connsiteY2" fmla="*/ 157163 h 1339560"/>
                    <a:gd name="connsiteX3" fmla="*/ 396875 w 754275"/>
                    <a:gd name="connsiteY3" fmla="*/ 595313 h 1339560"/>
                    <a:gd name="connsiteX4" fmla="*/ 449263 w 754275"/>
                    <a:gd name="connsiteY4" fmla="*/ 852488 h 1339560"/>
                    <a:gd name="connsiteX5" fmla="*/ 555626 w 754275"/>
                    <a:gd name="connsiteY5" fmla="*/ 1150937 h 1339560"/>
                    <a:gd name="connsiteX6" fmla="*/ 720725 w 754275"/>
                    <a:gd name="connsiteY6" fmla="*/ 1173162 h 1339560"/>
                    <a:gd name="connsiteX7" fmla="*/ 752475 w 754275"/>
                    <a:gd name="connsiteY7" fmla="*/ 1281113 h 1339560"/>
                    <a:gd name="connsiteX8" fmla="*/ 690563 w 754275"/>
                    <a:gd name="connsiteY8" fmla="*/ 1333500 h 1339560"/>
                    <a:gd name="connsiteX9" fmla="*/ 485775 w 754275"/>
                    <a:gd name="connsiteY9" fmla="*/ 1338263 h 1339560"/>
                    <a:gd name="connsiteX10" fmla="*/ 315913 w 754275"/>
                    <a:gd name="connsiteY10" fmla="*/ 1327150 h 1339560"/>
                    <a:gd name="connsiteX11" fmla="*/ 238125 w 754275"/>
                    <a:gd name="connsiteY11" fmla="*/ 1244600 h 1339560"/>
                    <a:gd name="connsiteX12" fmla="*/ 177800 w 754275"/>
                    <a:gd name="connsiteY12" fmla="*/ 1116013 h 1339560"/>
                    <a:gd name="connsiteX13" fmla="*/ 69850 w 754275"/>
                    <a:gd name="connsiteY13" fmla="*/ 638175 h 1339560"/>
                    <a:gd name="connsiteX14" fmla="*/ 36513 w 754275"/>
                    <a:gd name="connsiteY14" fmla="*/ 493713 h 1339560"/>
                    <a:gd name="connsiteX15" fmla="*/ 22225 w 754275"/>
                    <a:gd name="connsiteY15" fmla="*/ 393700 h 1339560"/>
                    <a:gd name="connsiteX16" fmla="*/ 0 w 754275"/>
                    <a:gd name="connsiteY16" fmla="*/ 330200 h 1339560"/>
                    <a:gd name="connsiteX17" fmla="*/ 15875 w 754275"/>
                    <a:gd name="connsiteY17" fmla="*/ 282575 h 1339560"/>
                    <a:gd name="connsiteX18" fmla="*/ 71438 w 754275"/>
                    <a:gd name="connsiteY18" fmla="*/ 192088 h 1339560"/>
                    <a:gd name="connsiteX19" fmla="*/ 74613 w 754275"/>
                    <a:gd name="connsiteY19" fmla="*/ 92076 h 1339560"/>
                    <a:gd name="connsiteX20" fmla="*/ 88900 w 754275"/>
                    <a:gd name="connsiteY20" fmla="*/ 0 h 1339560"/>
                    <a:gd name="connsiteX0" fmla="*/ 88900 w 816286"/>
                    <a:gd name="connsiteY0" fmla="*/ 0 h 1346803"/>
                    <a:gd name="connsiteX1" fmla="*/ 127000 w 816286"/>
                    <a:gd name="connsiteY1" fmla="*/ 26988 h 1346803"/>
                    <a:gd name="connsiteX2" fmla="*/ 204788 w 816286"/>
                    <a:gd name="connsiteY2" fmla="*/ 157163 h 1346803"/>
                    <a:gd name="connsiteX3" fmla="*/ 396875 w 816286"/>
                    <a:gd name="connsiteY3" fmla="*/ 595313 h 1346803"/>
                    <a:gd name="connsiteX4" fmla="*/ 449263 w 816286"/>
                    <a:gd name="connsiteY4" fmla="*/ 852488 h 1346803"/>
                    <a:gd name="connsiteX5" fmla="*/ 555626 w 816286"/>
                    <a:gd name="connsiteY5" fmla="*/ 1150937 h 1346803"/>
                    <a:gd name="connsiteX6" fmla="*/ 720725 w 816286"/>
                    <a:gd name="connsiteY6" fmla="*/ 1173162 h 1346803"/>
                    <a:gd name="connsiteX7" fmla="*/ 815975 w 816286"/>
                    <a:gd name="connsiteY7" fmla="*/ 1171575 h 1346803"/>
                    <a:gd name="connsiteX8" fmla="*/ 690563 w 816286"/>
                    <a:gd name="connsiteY8" fmla="*/ 1333500 h 1346803"/>
                    <a:gd name="connsiteX9" fmla="*/ 485775 w 816286"/>
                    <a:gd name="connsiteY9" fmla="*/ 1338263 h 1346803"/>
                    <a:gd name="connsiteX10" fmla="*/ 315913 w 816286"/>
                    <a:gd name="connsiteY10" fmla="*/ 1327150 h 1346803"/>
                    <a:gd name="connsiteX11" fmla="*/ 238125 w 816286"/>
                    <a:gd name="connsiteY11" fmla="*/ 1244600 h 1346803"/>
                    <a:gd name="connsiteX12" fmla="*/ 177800 w 816286"/>
                    <a:gd name="connsiteY12" fmla="*/ 1116013 h 1346803"/>
                    <a:gd name="connsiteX13" fmla="*/ 69850 w 816286"/>
                    <a:gd name="connsiteY13" fmla="*/ 638175 h 1346803"/>
                    <a:gd name="connsiteX14" fmla="*/ 36513 w 816286"/>
                    <a:gd name="connsiteY14" fmla="*/ 493713 h 1346803"/>
                    <a:gd name="connsiteX15" fmla="*/ 22225 w 816286"/>
                    <a:gd name="connsiteY15" fmla="*/ 393700 h 1346803"/>
                    <a:gd name="connsiteX16" fmla="*/ 0 w 816286"/>
                    <a:gd name="connsiteY16" fmla="*/ 330200 h 1346803"/>
                    <a:gd name="connsiteX17" fmla="*/ 15875 w 816286"/>
                    <a:gd name="connsiteY17" fmla="*/ 282575 h 1346803"/>
                    <a:gd name="connsiteX18" fmla="*/ 71438 w 816286"/>
                    <a:gd name="connsiteY18" fmla="*/ 192088 h 1346803"/>
                    <a:gd name="connsiteX19" fmla="*/ 74613 w 816286"/>
                    <a:gd name="connsiteY19" fmla="*/ 92076 h 1346803"/>
                    <a:gd name="connsiteX20" fmla="*/ 88900 w 816286"/>
                    <a:gd name="connsiteY20" fmla="*/ 0 h 1346803"/>
                    <a:gd name="connsiteX0" fmla="*/ 88900 w 815976"/>
                    <a:gd name="connsiteY0" fmla="*/ 0 h 1338263"/>
                    <a:gd name="connsiteX1" fmla="*/ 127000 w 815976"/>
                    <a:gd name="connsiteY1" fmla="*/ 26988 h 1338263"/>
                    <a:gd name="connsiteX2" fmla="*/ 204788 w 815976"/>
                    <a:gd name="connsiteY2" fmla="*/ 157163 h 1338263"/>
                    <a:gd name="connsiteX3" fmla="*/ 396875 w 815976"/>
                    <a:gd name="connsiteY3" fmla="*/ 595313 h 1338263"/>
                    <a:gd name="connsiteX4" fmla="*/ 449263 w 815976"/>
                    <a:gd name="connsiteY4" fmla="*/ 852488 h 1338263"/>
                    <a:gd name="connsiteX5" fmla="*/ 555626 w 815976"/>
                    <a:gd name="connsiteY5" fmla="*/ 1150937 h 1338263"/>
                    <a:gd name="connsiteX6" fmla="*/ 720725 w 815976"/>
                    <a:gd name="connsiteY6" fmla="*/ 1173162 h 1338263"/>
                    <a:gd name="connsiteX7" fmla="*/ 815975 w 815976"/>
                    <a:gd name="connsiteY7" fmla="*/ 1171575 h 1338263"/>
                    <a:gd name="connsiteX8" fmla="*/ 722313 w 815976"/>
                    <a:gd name="connsiteY8" fmla="*/ 1254125 h 1338263"/>
                    <a:gd name="connsiteX9" fmla="*/ 485775 w 815976"/>
                    <a:gd name="connsiteY9" fmla="*/ 1338263 h 1338263"/>
                    <a:gd name="connsiteX10" fmla="*/ 315913 w 815976"/>
                    <a:gd name="connsiteY10" fmla="*/ 1327150 h 1338263"/>
                    <a:gd name="connsiteX11" fmla="*/ 238125 w 815976"/>
                    <a:gd name="connsiteY11" fmla="*/ 1244600 h 1338263"/>
                    <a:gd name="connsiteX12" fmla="*/ 177800 w 815976"/>
                    <a:gd name="connsiteY12" fmla="*/ 1116013 h 1338263"/>
                    <a:gd name="connsiteX13" fmla="*/ 69850 w 815976"/>
                    <a:gd name="connsiteY13" fmla="*/ 638175 h 1338263"/>
                    <a:gd name="connsiteX14" fmla="*/ 36513 w 815976"/>
                    <a:gd name="connsiteY14" fmla="*/ 493713 h 1338263"/>
                    <a:gd name="connsiteX15" fmla="*/ 22225 w 815976"/>
                    <a:gd name="connsiteY15" fmla="*/ 393700 h 1338263"/>
                    <a:gd name="connsiteX16" fmla="*/ 0 w 815976"/>
                    <a:gd name="connsiteY16" fmla="*/ 330200 h 1338263"/>
                    <a:gd name="connsiteX17" fmla="*/ 15875 w 815976"/>
                    <a:gd name="connsiteY17" fmla="*/ 282575 h 1338263"/>
                    <a:gd name="connsiteX18" fmla="*/ 71438 w 815976"/>
                    <a:gd name="connsiteY18" fmla="*/ 192088 h 1338263"/>
                    <a:gd name="connsiteX19" fmla="*/ 74613 w 815976"/>
                    <a:gd name="connsiteY19" fmla="*/ 92076 h 1338263"/>
                    <a:gd name="connsiteX20" fmla="*/ 88900 w 815976"/>
                    <a:gd name="connsiteY20" fmla="*/ 0 h 1338263"/>
                    <a:gd name="connsiteX0" fmla="*/ 88900 w 815975"/>
                    <a:gd name="connsiteY0" fmla="*/ 0 h 1327236"/>
                    <a:gd name="connsiteX1" fmla="*/ 127000 w 815975"/>
                    <a:gd name="connsiteY1" fmla="*/ 26988 h 1327236"/>
                    <a:gd name="connsiteX2" fmla="*/ 204788 w 815975"/>
                    <a:gd name="connsiteY2" fmla="*/ 157163 h 1327236"/>
                    <a:gd name="connsiteX3" fmla="*/ 396875 w 815975"/>
                    <a:gd name="connsiteY3" fmla="*/ 595313 h 1327236"/>
                    <a:gd name="connsiteX4" fmla="*/ 449263 w 815975"/>
                    <a:gd name="connsiteY4" fmla="*/ 852488 h 1327236"/>
                    <a:gd name="connsiteX5" fmla="*/ 555626 w 815975"/>
                    <a:gd name="connsiteY5" fmla="*/ 1150937 h 1327236"/>
                    <a:gd name="connsiteX6" fmla="*/ 720725 w 815975"/>
                    <a:gd name="connsiteY6" fmla="*/ 1173162 h 1327236"/>
                    <a:gd name="connsiteX7" fmla="*/ 815975 w 815975"/>
                    <a:gd name="connsiteY7" fmla="*/ 1171575 h 1327236"/>
                    <a:gd name="connsiteX8" fmla="*/ 722313 w 815975"/>
                    <a:gd name="connsiteY8" fmla="*/ 1254125 h 1327236"/>
                    <a:gd name="connsiteX9" fmla="*/ 628650 w 815975"/>
                    <a:gd name="connsiteY9" fmla="*/ 1262063 h 1327236"/>
                    <a:gd name="connsiteX10" fmla="*/ 315913 w 815975"/>
                    <a:gd name="connsiteY10" fmla="*/ 1327150 h 1327236"/>
                    <a:gd name="connsiteX11" fmla="*/ 238125 w 815975"/>
                    <a:gd name="connsiteY11" fmla="*/ 1244600 h 1327236"/>
                    <a:gd name="connsiteX12" fmla="*/ 177800 w 815975"/>
                    <a:gd name="connsiteY12" fmla="*/ 1116013 h 1327236"/>
                    <a:gd name="connsiteX13" fmla="*/ 69850 w 815975"/>
                    <a:gd name="connsiteY13" fmla="*/ 638175 h 1327236"/>
                    <a:gd name="connsiteX14" fmla="*/ 36513 w 815975"/>
                    <a:gd name="connsiteY14" fmla="*/ 493713 h 1327236"/>
                    <a:gd name="connsiteX15" fmla="*/ 22225 w 815975"/>
                    <a:gd name="connsiteY15" fmla="*/ 393700 h 1327236"/>
                    <a:gd name="connsiteX16" fmla="*/ 0 w 815975"/>
                    <a:gd name="connsiteY16" fmla="*/ 330200 h 1327236"/>
                    <a:gd name="connsiteX17" fmla="*/ 15875 w 815975"/>
                    <a:gd name="connsiteY17" fmla="*/ 282575 h 1327236"/>
                    <a:gd name="connsiteX18" fmla="*/ 71438 w 815975"/>
                    <a:gd name="connsiteY18" fmla="*/ 192088 h 1327236"/>
                    <a:gd name="connsiteX19" fmla="*/ 74613 w 815975"/>
                    <a:gd name="connsiteY19" fmla="*/ 92076 h 1327236"/>
                    <a:gd name="connsiteX20" fmla="*/ 88900 w 815975"/>
                    <a:gd name="connsiteY20" fmla="*/ 0 h 1327236"/>
                    <a:gd name="connsiteX0" fmla="*/ 88900 w 815975"/>
                    <a:gd name="connsiteY0" fmla="*/ 0 h 1317724"/>
                    <a:gd name="connsiteX1" fmla="*/ 127000 w 815975"/>
                    <a:gd name="connsiteY1" fmla="*/ 26988 h 1317724"/>
                    <a:gd name="connsiteX2" fmla="*/ 204788 w 815975"/>
                    <a:gd name="connsiteY2" fmla="*/ 157163 h 1317724"/>
                    <a:gd name="connsiteX3" fmla="*/ 396875 w 815975"/>
                    <a:gd name="connsiteY3" fmla="*/ 595313 h 1317724"/>
                    <a:gd name="connsiteX4" fmla="*/ 449263 w 815975"/>
                    <a:gd name="connsiteY4" fmla="*/ 852488 h 1317724"/>
                    <a:gd name="connsiteX5" fmla="*/ 555626 w 815975"/>
                    <a:gd name="connsiteY5" fmla="*/ 1150937 h 1317724"/>
                    <a:gd name="connsiteX6" fmla="*/ 720725 w 815975"/>
                    <a:gd name="connsiteY6" fmla="*/ 1173162 h 1317724"/>
                    <a:gd name="connsiteX7" fmla="*/ 815975 w 815975"/>
                    <a:gd name="connsiteY7" fmla="*/ 1171575 h 1317724"/>
                    <a:gd name="connsiteX8" fmla="*/ 722313 w 815975"/>
                    <a:gd name="connsiteY8" fmla="*/ 1254125 h 1317724"/>
                    <a:gd name="connsiteX9" fmla="*/ 628650 w 815975"/>
                    <a:gd name="connsiteY9" fmla="*/ 1262063 h 1317724"/>
                    <a:gd name="connsiteX10" fmla="*/ 512763 w 815975"/>
                    <a:gd name="connsiteY10" fmla="*/ 1317625 h 1317724"/>
                    <a:gd name="connsiteX11" fmla="*/ 238125 w 815975"/>
                    <a:gd name="connsiteY11" fmla="*/ 1244600 h 1317724"/>
                    <a:gd name="connsiteX12" fmla="*/ 177800 w 815975"/>
                    <a:gd name="connsiteY12" fmla="*/ 1116013 h 1317724"/>
                    <a:gd name="connsiteX13" fmla="*/ 69850 w 815975"/>
                    <a:gd name="connsiteY13" fmla="*/ 638175 h 1317724"/>
                    <a:gd name="connsiteX14" fmla="*/ 36513 w 815975"/>
                    <a:gd name="connsiteY14" fmla="*/ 493713 h 1317724"/>
                    <a:gd name="connsiteX15" fmla="*/ 22225 w 815975"/>
                    <a:gd name="connsiteY15" fmla="*/ 393700 h 1317724"/>
                    <a:gd name="connsiteX16" fmla="*/ 0 w 815975"/>
                    <a:gd name="connsiteY16" fmla="*/ 330200 h 1317724"/>
                    <a:gd name="connsiteX17" fmla="*/ 15875 w 815975"/>
                    <a:gd name="connsiteY17" fmla="*/ 282575 h 1317724"/>
                    <a:gd name="connsiteX18" fmla="*/ 71438 w 815975"/>
                    <a:gd name="connsiteY18" fmla="*/ 192088 h 1317724"/>
                    <a:gd name="connsiteX19" fmla="*/ 74613 w 815975"/>
                    <a:gd name="connsiteY19" fmla="*/ 92076 h 1317724"/>
                    <a:gd name="connsiteX20" fmla="*/ 88900 w 815975"/>
                    <a:gd name="connsiteY20" fmla="*/ 0 h 1317724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177800 w 815975"/>
                    <a:gd name="connsiteY12" fmla="*/ 1116013 h 1317666"/>
                    <a:gd name="connsiteX13" fmla="*/ 69850 w 815975"/>
                    <a:gd name="connsiteY13" fmla="*/ 638175 h 1317666"/>
                    <a:gd name="connsiteX14" fmla="*/ 36513 w 815975"/>
                    <a:gd name="connsiteY14" fmla="*/ 493713 h 1317666"/>
                    <a:gd name="connsiteX15" fmla="*/ 22225 w 815975"/>
                    <a:gd name="connsiteY15" fmla="*/ 393700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438150 w 815975"/>
                    <a:gd name="connsiteY12" fmla="*/ 1189038 h 1317666"/>
                    <a:gd name="connsiteX13" fmla="*/ 69850 w 815975"/>
                    <a:gd name="connsiteY13" fmla="*/ 638175 h 1317666"/>
                    <a:gd name="connsiteX14" fmla="*/ 36513 w 815975"/>
                    <a:gd name="connsiteY14" fmla="*/ 493713 h 1317666"/>
                    <a:gd name="connsiteX15" fmla="*/ 22225 w 815975"/>
                    <a:gd name="connsiteY15" fmla="*/ 393700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438150 w 815975"/>
                    <a:gd name="connsiteY12" fmla="*/ 1189038 h 1317666"/>
                    <a:gd name="connsiteX13" fmla="*/ 69850 w 815975"/>
                    <a:gd name="connsiteY13" fmla="*/ 638175 h 1317666"/>
                    <a:gd name="connsiteX14" fmla="*/ 36513 w 815975"/>
                    <a:gd name="connsiteY14" fmla="*/ 493713 h 1317666"/>
                    <a:gd name="connsiteX15" fmla="*/ 22225 w 815975"/>
                    <a:gd name="connsiteY15" fmla="*/ 393700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438150 w 815975"/>
                    <a:gd name="connsiteY12" fmla="*/ 1189038 h 1317666"/>
                    <a:gd name="connsiteX13" fmla="*/ 69850 w 815975"/>
                    <a:gd name="connsiteY13" fmla="*/ 638175 h 1317666"/>
                    <a:gd name="connsiteX14" fmla="*/ 36513 w 815975"/>
                    <a:gd name="connsiteY14" fmla="*/ 493713 h 1317666"/>
                    <a:gd name="connsiteX15" fmla="*/ 22225 w 815975"/>
                    <a:gd name="connsiteY15" fmla="*/ 393700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438150 w 815975"/>
                    <a:gd name="connsiteY12" fmla="*/ 1189038 h 1317666"/>
                    <a:gd name="connsiteX13" fmla="*/ 284162 w 815975"/>
                    <a:gd name="connsiteY13" fmla="*/ 963613 h 1317666"/>
                    <a:gd name="connsiteX14" fmla="*/ 36513 w 815975"/>
                    <a:gd name="connsiteY14" fmla="*/ 493713 h 1317666"/>
                    <a:gd name="connsiteX15" fmla="*/ 22225 w 815975"/>
                    <a:gd name="connsiteY15" fmla="*/ 393700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438150 w 815975"/>
                    <a:gd name="connsiteY12" fmla="*/ 1189038 h 1317666"/>
                    <a:gd name="connsiteX13" fmla="*/ 284162 w 815975"/>
                    <a:gd name="connsiteY13" fmla="*/ 963613 h 1317666"/>
                    <a:gd name="connsiteX14" fmla="*/ 196851 w 815975"/>
                    <a:gd name="connsiteY14" fmla="*/ 638175 h 1317666"/>
                    <a:gd name="connsiteX15" fmla="*/ 22225 w 815975"/>
                    <a:gd name="connsiteY15" fmla="*/ 393700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438150 w 815975"/>
                    <a:gd name="connsiteY12" fmla="*/ 1189038 h 1317666"/>
                    <a:gd name="connsiteX13" fmla="*/ 284162 w 815975"/>
                    <a:gd name="connsiteY13" fmla="*/ 963613 h 1317666"/>
                    <a:gd name="connsiteX14" fmla="*/ 196851 w 815975"/>
                    <a:gd name="connsiteY14" fmla="*/ 638175 h 1317666"/>
                    <a:gd name="connsiteX15" fmla="*/ 17463 w 815975"/>
                    <a:gd name="connsiteY15" fmla="*/ 436562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88900 w 815975"/>
                    <a:gd name="connsiteY0" fmla="*/ 0 h 1317666"/>
                    <a:gd name="connsiteX1" fmla="*/ 127000 w 815975"/>
                    <a:gd name="connsiteY1" fmla="*/ 26988 h 1317666"/>
                    <a:gd name="connsiteX2" fmla="*/ 204788 w 815975"/>
                    <a:gd name="connsiteY2" fmla="*/ 157163 h 1317666"/>
                    <a:gd name="connsiteX3" fmla="*/ 396875 w 815975"/>
                    <a:gd name="connsiteY3" fmla="*/ 595313 h 1317666"/>
                    <a:gd name="connsiteX4" fmla="*/ 449263 w 815975"/>
                    <a:gd name="connsiteY4" fmla="*/ 852488 h 1317666"/>
                    <a:gd name="connsiteX5" fmla="*/ 555626 w 815975"/>
                    <a:gd name="connsiteY5" fmla="*/ 1150937 h 1317666"/>
                    <a:gd name="connsiteX6" fmla="*/ 720725 w 815975"/>
                    <a:gd name="connsiteY6" fmla="*/ 1173162 h 1317666"/>
                    <a:gd name="connsiteX7" fmla="*/ 815975 w 815975"/>
                    <a:gd name="connsiteY7" fmla="*/ 1171575 h 1317666"/>
                    <a:gd name="connsiteX8" fmla="*/ 722313 w 815975"/>
                    <a:gd name="connsiteY8" fmla="*/ 1254125 h 1317666"/>
                    <a:gd name="connsiteX9" fmla="*/ 628650 w 815975"/>
                    <a:gd name="connsiteY9" fmla="*/ 1262063 h 1317666"/>
                    <a:gd name="connsiteX10" fmla="*/ 512763 w 815975"/>
                    <a:gd name="connsiteY10" fmla="*/ 1317625 h 1317666"/>
                    <a:gd name="connsiteX11" fmla="*/ 439737 w 815975"/>
                    <a:gd name="connsiteY11" fmla="*/ 1250950 h 1317666"/>
                    <a:gd name="connsiteX12" fmla="*/ 438150 w 815975"/>
                    <a:gd name="connsiteY12" fmla="*/ 1189038 h 1317666"/>
                    <a:gd name="connsiteX13" fmla="*/ 284162 w 815975"/>
                    <a:gd name="connsiteY13" fmla="*/ 963613 h 1317666"/>
                    <a:gd name="connsiteX14" fmla="*/ 196851 w 815975"/>
                    <a:gd name="connsiteY14" fmla="*/ 638175 h 1317666"/>
                    <a:gd name="connsiteX15" fmla="*/ 17463 w 815975"/>
                    <a:gd name="connsiteY15" fmla="*/ 436562 h 1317666"/>
                    <a:gd name="connsiteX16" fmla="*/ 0 w 815975"/>
                    <a:gd name="connsiteY16" fmla="*/ 330200 h 1317666"/>
                    <a:gd name="connsiteX17" fmla="*/ 15875 w 815975"/>
                    <a:gd name="connsiteY17" fmla="*/ 282575 h 1317666"/>
                    <a:gd name="connsiteX18" fmla="*/ 71438 w 815975"/>
                    <a:gd name="connsiteY18" fmla="*/ 192088 h 1317666"/>
                    <a:gd name="connsiteX19" fmla="*/ 74613 w 815975"/>
                    <a:gd name="connsiteY19" fmla="*/ 92076 h 1317666"/>
                    <a:gd name="connsiteX20" fmla="*/ 88900 w 815975"/>
                    <a:gd name="connsiteY20" fmla="*/ 0 h 1317666"/>
                    <a:gd name="connsiteX0" fmla="*/ 125413 w 852488"/>
                    <a:gd name="connsiteY0" fmla="*/ 0 h 1317666"/>
                    <a:gd name="connsiteX1" fmla="*/ 163513 w 852488"/>
                    <a:gd name="connsiteY1" fmla="*/ 26988 h 1317666"/>
                    <a:gd name="connsiteX2" fmla="*/ 241301 w 852488"/>
                    <a:gd name="connsiteY2" fmla="*/ 157163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52388 w 852488"/>
                    <a:gd name="connsiteY17" fmla="*/ 282575 h 1317666"/>
                    <a:gd name="connsiteX18" fmla="*/ 107951 w 852488"/>
                    <a:gd name="connsiteY18" fmla="*/ 19208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163513 w 852488"/>
                    <a:gd name="connsiteY1" fmla="*/ 26988 h 1317666"/>
                    <a:gd name="connsiteX2" fmla="*/ 241301 w 852488"/>
                    <a:gd name="connsiteY2" fmla="*/ 157163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107951 w 852488"/>
                    <a:gd name="connsiteY18" fmla="*/ 19208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163513 w 852488"/>
                    <a:gd name="connsiteY1" fmla="*/ 26988 h 1317666"/>
                    <a:gd name="connsiteX2" fmla="*/ 241301 w 852488"/>
                    <a:gd name="connsiteY2" fmla="*/ 157163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163513 w 852488"/>
                    <a:gd name="connsiteY1" fmla="*/ 26988 h 1317666"/>
                    <a:gd name="connsiteX2" fmla="*/ 241301 w 852488"/>
                    <a:gd name="connsiteY2" fmla="*/ 157163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163513 w 852488"/>
                    <a:gd name="connsiteY1" fmla="*/ 269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11126 w 852488"/>
                    <a:gd name="connsiteY19" fmla="*/ 92076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53976 w 852488"/>
                    <a:gd name="connsiteY15" fmla="*/ 4365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03189 w 852488"/>
                    <a:gd name="connsiteY19" fmla="*/ 82551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93664 w 852488"/>
                    <a:gd name="connsiteY15" fmla="*/ 4746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03189 w 852488"/>
                    <a:gd name="connsiteY19" fmla="*/ 82551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93664 w 852488"/>
                    <a:gd name="connsiteY15" fmla="*/ 474662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03189 w 852488"/>
                    <a:gd name="connsiteY19" fmla="*/ 82551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20675 w 852488"/>
                    <a:gd name="connsiteY13" fmla="*/ 963613 h 1317666"/>
                    <a:gd name="connsiteX14" fmla="*/ 233364 w 852488"/>
                    <a:gd name="connsiteY14" fmla="*/ 638175 h 1317666"/>
                    <a:gd name="connsiteX15" fmla="*/ 128589 w 852488"/>
                    <a:gd name="connsiteY15" fmla="*/ 507999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03189 w 852488"/>
                    <a:gd name="connsiteY19" fmla="*/ 82551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03213 w 852488"/>
                    <a:gd name="connsiteY13" fmla="*/ 914400 h 1317666"/>
                    <a:gd name="connsiteX14" fmla="*/ 233364 w 852488"/>
                    <a:gd name="connsiteY14" fmla="*/ 638175 h 1317666"/>
                    <a:gd name="connsiteX15" fmla="*/ 128589 w 852488"/>
                    <a:gd name="connsiteY15" fmla="*/ 507999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03189 w 852488"/>
                    <a:gd name="connsiteY19" fmla="*/ 82551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03213 w 852488"/>
                    <a:gd name="connsiteY13" fmla="*/ 914400 h 1317666"/>
                    <a:gd name="connsiteX14" fmla="*/ 233364 w 852488"/>
                    <a:gd name="connsiteY14" fmla="*/ 638175 h 1317666"/>
                    <a:gd name="connsiteX15" fmla="*/ 128589 w 852488"/>
                    <a:gd name="connsiteY15" fmla="*/ 507999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03189 w 852488"/>
                    <a:gd name="connsiteY19" fmla="*/ 82551 h 1317666"/>
                    <a:gd name="connsiteX20" fmla="*/ 125413 w 852488"/>
                    <a:gd name="connsiteY20" fmla="*/ 0 h 1317666"/>
                    <a:gd name="connsiteX0" fmla="*/ 125413 w 852488"/>
                    <a:gd name="connsiteY0" fmla="*/ 0 h 1317666"/>
                    <a:gd name="connsiteX1" fmla="*/ 212726 w 852488"/>
                    <a:gd name="connsiteY1" fmla="*/ 103188 h 1317666"/>
                    <a:gd name="connsiteX2" fmla="*/ 307976 w 852488"/>
                    <a:gd name="connsiteY2" fmla="*/ 292101 h 1317666"/>
                    <a:gd name="connsiteX3" fmla="*/ 433388 w 852488"/>
                    <a:gd name="connsiteY3" fmla="*/ 595313 h 1317666"/>
                    <a:gd name="connsiteX4" fmla="*/ 485776 w 852488"/>
                    <a:gd name="connsiteY4" fmla="*/ 852488 h 1317666"/>
                    <a:gd name="connsiteX5" fmla="*/ 592139 w 852488"/>
                    <a:gd name="connsiteY5" fmla="*/ 1150937 h 1317666"/>
                    <a:gd name="connsiteX6" fmla="*/ 757238 w 852488"/>
                    <a:gd name="connsiteY6" fmla="*/ 1173162 h 1317666"/>
                    <a:gd name="connsiteX7" fmla="*/ 852488 w 852488"/>
                    <a:gd name="connsiteY7" fmla="*/ 1171575 h 1317666"/>
                    <a:gd name="connsiteX8" fmla="*/ 758826 w 852488"/>
                    <a:gd name="connsiteY8" fmla="*/ 1254125 h 1317666"/>
                    <a:gd name="connsiteX9" fmla="*/ 665163 w 852488"/>
                    <a:gd name="connsiteY9" fmla="*/ 1262063 h 1317666"/>
                    <a:gd name="connsiteX10" fmla="*/ 549276 w 852488"/>
                    <a:gd name="connsiteY10" fmla="*/ 1317625 h 1317666"/>
                    <a:gd name="connsiteX11" fmla="*/ 476250 w 852488"/>
                    <a:gd name="connsiteY11" fmla="*/ 1250950 h 1317666"/>
                    <a:gd name="connsiteX12" fmla="*/ 474663 w 852488"/>
                    <a:gd name="connsiteY12" fmla="*/ 1189038 h 1317666"/>
                    <a:gd name="connsiteX13" fmla="*/ 303213 w 852488"/>
                    <a:gd name="connsiteY13" fmla="*/ 914400 h 1317666"/>
                    <a:gd name="connsiteX14" fmla="*/ 233364 w 852488"/>
                    <a:gd name="connsiteY14" fmla="*/ 638175 h 1317666"/>
                    <a:gd name="connsiteX15" fmla="*/ 128589 w 852488"/>
                    <a:gd name="connsiteY15" fmla="*/ 507999 h 1317666"/>
                    <a:gd name="connsiteX16" fmla="*/ 0 w 852488"/>
                    <a:gd name="connsiteY16" fmla="*/ 369887 h 1317666"/>
                    <a:gd name="connsiteX17" fmla="*/ 33338 w 852488"/>
                    <a:gd name="connsiteY17" fmla="*/ 263525 h 1317666"/>
                    <a:gd name="connsiteX18" fmla="*/ 80964 w 852488"/>
                    <a:gd name="connsiteY18" fmla="*/ 160338 h 1317666"/>
                    <a:gd name="connsiteX19" fmla="*/ 103189 w 852488"/>
                    <a:gd name="connsiteY19" fmla="*/ 82551 h 1317666"/>
                    <a:gd name="connsiteX20" fmla="*/ 125413 w 852488"/>
                    <a:gd name="connsiteY20" fmla="*/ 0 h 1317666"/>
                    <a:gd name="connsiteX0" fmla="*/ 103189 w 852488"/>
                    <a:gd name="connsiteY0" fmla="*/ 0 h 1235115"/>
                    <a:gd name="connsiteX1" fmla="*/ 212726 w 852488"/>
                    <a:gd name="connsiteY1" fmla="*/ 20637 h 1235115"/>
                    <a:gd name="connsiteX2" fmla="*/ 307976 w 852488"/>
                    <a:gd name="connsiteY2" fmla="*/ 209550 h 1235115"/>
                    <a:gd name="connsiteX3" fmla="*/ 433388 w 852488"/>
                    <a:gd name="connsiteY3" fmla="*/ 512762 h 1235115"/>
                    <a:gd name="connsiteX4" fmla="*/ 485776 w 852488"/>
                    <a:gd name="connsiteY4" fmla="*/ 769937 h 1235115"/>
                    <a:gd name="connsiteX5" fmla="*/ 592139 w 852488"/>
                    <a:gd name="connsiteY5" fmla="*/ 1068386 h 1235115"/>
                    <a:gd name="connsiteX6" fmla="*/ 757238 w 852488"/>
                    <a:gd name="connsiteY6" fmla="*/ 1090611 h 1235115"/>
                    <a:gd name="connsiteX7" fmla="*/ 852488 w 852488"/>
                    <a:gd name="connsiteY7" fmla="*/ 1089024 h 1235115"/>
                    <a:gd name="connsiteX8" fmla="*/ 758826 w 852488"/>
                    <a:gd name="connsiteY8" fmla="*/ 1171574 h 1235115"/>
                    <a:gd name="connsiteX9" fmla="*/ 665163 w 852488"/>
                    <a:gd name="connsiteY9" fmla="*/ 1179512 h 1235115"/>
                    <a:gd name="connsiteX10" fmla="*/ 549276 w 852488"/>
                    <a:gd name="connsiteY10" fmla="*/ 1235074 h 1235115"/>
                    <a:gd name="connsiteX11" fmla="*/ 476250 w 852488"/>
                    <a:gd name="connsiteY11" fmla="*/ 1168399 h 1235115"/>
                    <a:gd name="connsiteX12" fmla="*/ 474663 w 852488"/>
                    <a:gd name="connsiteY12" fmla="*/ 1106487 h 1235115"/>
                    <a:gd name="connsiteX13" fmla="*/ 303213 w 852488"/>
                    <a:gd name="connsiteY13" fmla="*/ 831849 h 1235115"/>
                    <a:gd name="connsiteX14" fmla="*/ 233364 w 852488"/>
                    <a:gd name="connsiteY14" fmla="*/ 555624 h 1235115"/>
                    <a:gd name="connsiteX15" fmla="*/ 128589 w 852488"/>
                    <a:gd name="connsiteY15" fmla="*/ 425448 h 1235115"/>
                    <a:gd name="connsiteX16" fmla="*/ 0 w 852488"/>
                    <a:gd name="connsiteY16" fmla="*/ 287336 h 1235115"/>
                    <a:gd name="connsiteX17" fmla="*/ 33338 w 852488"/>
                    <a:gd name="connsiteY17" fmla="*/ 180974 h 1235115"/>
                    <a:gd name="connsiteX18" fmla="*/ 80964 w 852488"/>
                    <a:gd name="connsiteY18" fmla="*/ 77787 h 1235115"/>
                    <a:gd name="connsiteX19" fmla="*/ 103189 w 852488"/>
                    <a:gd name="connsiteY19" fmla="*/ 0 h 1235115"/>
                    <a:gd name="connsiteX0" fmla="*/ 103189 w 852488"/>
                    <a:gd name="connsiteY0" fmla="*/ 0 h 1235115"/>
                    <a:gd name="connsiteX1" fmla="*/ 212726 w 852488"/>
                    <a:gd name="connsiteY1" fmla="*/ 20637 h 1235115"/>
                    <a:gd name="connsiteX2" fmla="*/ 307976 w 852488"/>
                    <a:gd name="connsiteY2" fmla="*/ 209550 h 1235115"/>
                    <a:gd name="connsiteX3" fmla="*/ 433388 w 852488"/>
                    <a:gd name="connsiteY3" fmla="*/ 512762 h 1235115"/>
                    <a:gd name="connsiteX4" fmla="*/ 485776 w 852488"/>
                    <a:gd name="connsiteY4" fmla="*/ 769937 h 1235115"/>
                    <a:gd name="connsiteX5" fmla="*/ 592139 w 852488"/>
                    <a:gd name="connsiteY5" fmla="*/ 1068386 h 1235115"/>
                    <a:gd name="connsiteX6" fmla="*/ 757238 w 852488"/>
                    <a:gd name="connsiteY6" fmla="*/ 1090611 h 1235115"/>
                    <a:gd name="connsiteX7" fmla="*/ 852488 w 852488"/>
                    <a:gd name="connsiteY7" fmla="*/ 1089024 h 1235115"/>
                    <a:gd name="connsiteX8" fmla="*/ 758826 w 852488"/>
                    <a:gd name="connsiteY8" fmla="*/ 1171574 h 1235115"/>
                    <a:gd name="connsiteX9" fmla="*/ 665163 w 852488"/>
                    <a:gd name="connsiteY9" fmla="*/ 1179512 h 1235115"/>
                    <a:gd name="connsiteX10" fmla="*/ 549276 w 852488"/>
                    <a:gd name="connsiteY10" fmla="*/ 1235074 h 1235115"/>
                    <a:gd name="connsiteX11" fmla="*/ 476250 w 852488"/>
                    <a:gd name="connsiteY11" fmla="*/ 1168399 h 1235115"/>
                    <a:gd name="connsiteX12" fmla="*/ 474663 w 852488"/>
                    <a:gd name="connsiteY12" fmla="*/ 1106487 h 1235115"/>
                    <a:gd name="connsiteX13" fmla="*/ 303213 w 852488"/>
                    <a:gd name="connsiteY13" fmla="*/ 831849 h 1235115"/>
                    <a:gd name="connsiteX14" fmla="*/ 233364 w 852488"/>
                    <a:gd name="connsiteY14" fmla="*/ 555624 h 1235115"/>
                    <a:gd name="connsiteX15" fmla="*/ 128589 w 852488"/>
                    <a:gd name="connsiteY15" fmla="*/ 425448 h 1235115"/>
                    <a:gd name="connsiteX16" fmla="*/ 0 w 852488"/>
                    <a:gd name="connsiteY16" fmla="*/ 287336 h 1235115"/>
                    <a:gd name="connsiteX17" fmla="*/ 33338 w 852488"/>
                    <a:gd name="connsiteY17" fmla="*/ 180974 h 1235115"/>
                    <a:gd name="connsiteX18" fmla="*/ 103189 w 852488"/>
                    <a:gd name="connsiteY18" fmla="*/ 0 h 1235115"/>
                    <a:gd name="connsiteX0" fmla="*/ 33338 w 852488"/>
                    <a:gd name="connsiteY0" fmla="*/ 160475 h 1214616"/>
                    <a:gd name="connsiteX1" fmla="*/ 212726 w 852488"/>
                    <a:gd name="connsiteY1" fmla="*/ 138 h 1214616"/>
                    <a:gd name="connsiteX2" fmla="*/ 307976 w 852488"/>
                    <a:gd name="connsiteY2" fmla="*/ 189051 h 1214616"/>
                    <a:gd name="connsiteX3" fmla="*/ 433388 w 852488"/>
                    <a:gd name="connsiteY3" fmla="*/ 492263 h 1214616"/>
                    <a:gd name="connsiteX4" fmla="*/ 485776 w 852488"/>
                    <a:gd name="connsiteY4" fmla="*/ 749438 h 1214616"/>
                    <a:gd name="connsiteX5" fmla="*/ 592139 w 852488"/>
                    <a:gd name="connsiteY5" fmla="*/ 1047887 h 1214616"/>
                    <a:gd name="connsiteX6" fmla="*/ 757238 w 852488"/>
                    <a:gd name="connsiteY6" fmla="*/ 1070112 h 1214616"/>
                    <a:gd name="connsiteX7" fmla="*/ 852488 w 852488"/>
                    <a:gd name="connsiteY7" fmla="*/ 1068525 h 1214616"/>
                    <a:gd name="connsiteX8" fmla="*/ 758826 w 852488"/>
                    <a:gd name="connsiteY8" fmla="*/ 1151075 h 1214616"/>
                    <a:gd name="connsiteX9" fmla="*/ 665163 w 852488"/>
                    <a:gd name="connsiteY9" fmla="*/ 1159013 h 1214616"/>
                    <a:gd name="connsiteX10" fmla="*/ 549276 w 852488"/>
                    <a:gd name="connsiteY10" fmla="*/ 1214575 h 1214616"/>
                    <a:gd name="connsiteX11" fmla="*/ 476250 w 852488"/>
                    <a:gd name="connsiteY11" fmla="*/ 1147900 h 1214616"/>
                    <a:gd name="connsiteX12" fmla="*/ 474663 w 852488"/>
                    <a:gd name="connsiteY12" fmla="*/ 1085988 h 1214616"/>
                    <a:gd name="connsiteX13" fmla="*/ 303213 w 852488"/>
                    <a:gd name="connsiteY13" fmla="*/ 811350 h 1214616"/>
                    <a:gd name="connsiteX14" fmla="*/ 233364 w 852488"/>
                    <a:gd name="connsiteY14" fmla="*/ 535125 h 1214616"/>
                    <a:gd name="connsiteX15" fmla="*/ 128589 w 852488"/>
                    <a:gd name="connsiteY15" fmla="*/ 404949 h 1214616"/>
                    <a:gd name="connsiteX16" fmla="*/ 0 w 852488"/>
                    <a:gd name="connsiteY16" fmla="*/ 266837 h 1214616"/>
                    <a:gd name="connsiteX17" fmla="*/ 33338 w 852488"/>
                    <a:gd name="connsiteY17" fmla="*/ 160475 h 1214616"/>
                    <a:gd name="connsiteX0" fmla="*/ 0 w 852488"/>
                    <a:gd name="connsiteY0" fmla="*/ 267668 h 1215447"/>
                    <a:gd name="connsiteX1" fmla="*/ 212726 w 852488"/>
                    <a:gd name="connsiteY1" fmla="*/ 969 h 1215447"/>
                    <a:gd name="connsiteX2" fmla="*/ 307976 w 852488"/>
                    <a:gd name="connsiteY2" fmla="*/ 189882 h 1215447"/>
                    <a:gd name="connsiteX3" fmla="*/ 433388 w 852488"/>
                    <a:gd name="connsiteY3" fmla="*/ 493094 h 1215447"/>
                    <a:gd name="connsiteX4" fmla="*/ 485776 w 852488"/>
                    <a:gd name="connsiteY4" fmla="*/ 750269 h 1215447"/>
                    <a:gd name="connsiteX5" fmla="*/ 592139 w 852488"/>
                    <a:gd name="connsiteY5" fmla="*/ 1048718 h 1215447"/>
                    <a:gd name="connsiteX6" fmla="*/ 757238 w 852488"/>
                    <a:gd name="connsiteY6" fmla="*/ 1070943 h 1215447"/>
                    <a:gd name="connsiteX7" fmla="*/ 852488 w 852488"/>
                    <a:gd name="connsiteY7" fmla="*/ 1069356 h 1215447"/>
                    <a:gd name="connsiteX8" fmla="*/ 758826 w 852488"/>
                    <a:gd name="connsiteY8" fmla="*/ 1151906 h 1215447"/>
                    <a:gd name="connsiteX9" fmla="*/ 665163 w 852488"/>
                    <a:gd name="connsiteY9" fmla="*/ 1159844 h 1215447"/>
                    <a:gd name="connsiteX10" fmla="*/ 549276 w 852488"/>
                    <a:gd name="connsiteY10" fmla="*/ 1215406 h 1215447"/>
                    <a:gd name="connsiteX11" fmla="*/ 476250 w 852488"/>
                    <a:gd name="connsiteY11" fmla="*/ 1148731 h 1215447"/>
                    <a:gd name="connsiteX12" fmla="*/ 474663 w 852488"/>
                    <a:gd name="connsiteY12" fmla="*/ 1086819 h 1215447"/>
                    <a:gd name="connsiteX13" fmla="*/ 303213 w 852488"/>
                    <a:gd name="connsiteY13" fmla="*/ 812181 h 1215447"/>
                    <a:gd name="connsiteX14" fmla="*/ 233364 w 852488"/>
                    <a:gd name="connsiteY14" fmla="*/ 535956 h 1215447"/>
                    <a:gd name="connsiteX15" fmla="*/ 128589 w 852488"/>
                    <a:gd name="connsiteY15" fmla="*/ 405780 h 1215447"/>
                    <a:gd name="connsiteX16" fmla="*/ 0 w 852488"/>
                    <a:gd name="connsiteY16" fmla="*/ 267668 h 1215447"/>
                    <a:gd name="connsiteX0" fmla="*/ 0 w 852488"/>
                    <a:gd name="connsiteY0" fmla="*/ 87647 h 1035426"/>
                    <a:gd name="connsiteX1" fmla="*/ 307976 w 852488"/>
                    <a:gd name="connsiteY1" fmla="*/ 9861 h 1035426"/>
                    <a:gd name="connsiteX2" fmla="*/ 433388 w 852488"/>
                    <a:gd name="connsiteY2" fmla="*/ 313073 h 1035426"/>
                    <a:gd name="connsiteX3" fmla="*/ 485776 w 852488"/>
                    <a:gd name="connsiteY3" fmla="*/ 570248 h 1035426"/>
                    <a:gd name="connsiteX4" fmla="*/ 592139 w 852488"/>
                    <a:gd name="connsiteY4" fmla="*/ 868697 h 1035426"/>
                    <a:gd name="connsiteX5" fmla="*/ 757238 w 852488"/>
                    <a:gd name="connsiteY5" fmla="*/ 890922 h 1035426"/>
                    <a:gd name="connsiteX6" fmla="*/ 852488 w 852488"/>
                    <a:gd name="connsiteY6" fmla="*/ 889335 h 1035426"/>
                    <a:gd name="connsiteX7" fmla="*/ 758826 w 852488"/>
                    <a:gd name="connsiteY7" fmla="*/ 971885 h 1035426"/>
                    <a:gd name="connsiteX8" fmla="*/ 665163 w 852488"/>
                    <a:gd name="connsiteY8" fmla="*/ 979823 h 1035426"/>
                    <a:gd name="connsiteX9" fmla="*/ 549276 w 852488"/>
                    <a:gd name="connsiteY9" fmla="*/ 1035385 h 1035426"/>
                    <a:gd name="connsiteX10" fmla="*/ 476250 w 852488"/>
                    <a:gd name="connsiteY10" fmla="*/ 968710 h 1035426"/>
                    <a:gd name="connsiteX11" fmla="*/ 474663 w 852488"/>
                    <a:gd name="connsiteY11" fmla="*/ 906798 h 1035426"/>
                    <a:gd name="connsiteX12" fmla="*/ 303213 w 852488"/>
                    <a:gd name="connsiteY12" fmla="*/ 632160 h 1035426"/>
                    <a:gd name="connsiteX13" fmla="*/ 233364 w 852488"/>
                    <a:gd name="connsiteY13" fmla="*/ 355935 h 1035426"/>
                    <a:gd name="connsiteX14" fmla="*/ 128589 w 852488"/>
                    <a:gd name="connsiteY14" fmla="*/ 225759 h 1035426"/>
                    <a:gd name="connsiteX15" fmla="*/ 0 w 852488"/>
                    <a:gd name="connsiteY15" fmla="*/ 87647 h 1035426"/>
                    <a:gd name="connsiteX0" fmla="*/ 0 w 852488"/>
                    <a:gd name="connsiteY0" fmla="*/ 86685 h 1034464"/>
                    <a:gd name="connsiteX1" fmla="*/ 307976 w 852488"/>
                    <a:gd name="connsiteY1" fmla="*/ 8899 h 1034464"/>
                    <a:gd name="connsiteX2" fmla="*/ 427640 w 852488"/>
                    <a:gd name="connsiteY2" fmla="*/ 296273 h 1034464"/>
                    <a:gd name="connsiteX3" fmla="*/ 485776 w 852488"/>
                    <a:gd name="connsiteY3" fmla="*/ 569286 h 1034464"/>
                    <a:gd name="connsiteX4" fmla="*/ 592139 w 852488"/>
                    <a:gd name="connsiteY4" fmla="*/ 867735 h 1034464"/>
                    <a:gd name="connsiteX5" fmla="*/ 757238 w 852488"/>
                    <a:gd name="connsiteY5" fmla="*/ 889960 h 1034464"/>
                    <a:gd name="connsiteX6" fmla="*/ 852488 w 852488"/>
                    <a:gd name="connsiteY6" fmla="*/ 888373 h 1034464"/>
                    <a:gd name="connsiteX7" fmla="*/ 758826 w 852488"/>
                    <a:gd name="connsiteY7" fmla="*/ 970923 h 1034464"/>
                    <a:gd name="connsiteX8" fmla="*/ 665163 w 852488"/>
                    <a:gd name="connsiteY8" fmla="*/ 978861 h 1034464"/>
                    <a:gd name="connsiteX9" fmla="*/ 549276 w 852488"/>
                    <a:gd name="connsiteY9" fmla="*/ 1034423 h 1034464"/>
                    <a:gd name="connsiteX10" fmla="*/ 476250 w 852488"/>
                    <a:gd name="connsiteY10" fmla="*/ 967748 h 1034464"/>
                    <a:gd name="connsiteX11" fmla="*/ 474663 w 852488"/>
                    <a:gd name="connsiteY11" fmla="*/ 905836 h 1034464"/>
                    <a:gd name="connsiteX12" fmla="*/ 303213 w 852488"/>
                    <a:gd name="connsiteY12" fmla="*/ 631198 h 1034464"/>
                    <a:gd name="connsiteX13" fmla="*/ 233364 w 852488"/>
                    <a:gd name="connsiteY13" fmla="*/ 354973 h 1034464"/>
                    <a:gd name="connsiteX14" fmla="*/ 128589 w 852488"/>
                    <a:gd name="connsiteY14" fmla="*/ 224797 h 1034464"/>
                    <a:gd name="connsiteX15" fmla="*/ 0 w 852488"/>
                    <a:gd name="connsiteY15" fmla="*/ 86685 h 103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52488" h="1034464">
                      <a:moveTo>
                        <a:pt x="0" y="86685"/>
                      </a:moveTo>
                      <a:cubicBezTo>
                        <a:pt x="29898" y="50702"/>
                        <a:pt x="236703" y="-26032"/>
                        <a:pt x="307976" y="8899"/>
                      </a:cubicBezTo>
                      <a:cubicBezTo>
                        <a:pt x="379249" y="43830"/>
                        <a:pt x="398007" y="202875"/>
                        <a:pt x="427640" y="296273"/>
                      </a:cubicBezTo>
                      <a:cubicBezTo>
                        <a:pt x="457273" y="389671"/>
                        <a:pt x="458360" y="474042"/>
                        <a:pt x="485776" y="569286"/>
                      </a:cubicBezTo>
                      <a:cubicBezTo>
                        <a:pt x="513193" y="664530"/>
                        <a:pt x="546895" y="814289"/>
                        <a:pt x="592139" y="867735"/>
                      </a:cubicBezTo>
                      <a:cubicBezTo>
                        <a:pt x="637383" y="921181"/>
                        <a:pt x="713847" y="886520"/>
                        <a:pt x="757238" y="889960"/>
                      </a:cubicBezTo>
                      <a:cubicBezTo>
                        <a:pt x="800629" y="893400"/>
                        <a:pt x="852223" y="874879"/>
                        <a:pt x="852488" y="888373"/>
                      </a:cubicBezTo>
                      <a:cubicBezTo>
                        <a:pt x="852753" y="901867"/>
                        <a:pt x="790047" y="955842"/>
                        <a:pt x="758826" y="970923"/>
                      </a:cubicBezTo>
                      <a:cubicBezTo>
                        <a:pt x="727605" y="986004"/>
                        <a:pt x="733426" y="977273"/>
                        <a:pt x="665163" y="978861"/>
                      </a:cubicBezTo>
                      <a:cubicBezTo>
                        <a:pt x="608542" y="975157"/>
                        <a:pt x="580762" y="1036275"/>
                        <a:pt x="549276" y="1034423"/>
                      </a:cubicBezTo>
                      <a:cubicBezTo>
                        <a:pt x="517791" y="1032571"/>
                        <a:pt x="488685" y="989179"/>
                        <a:pt x="476250" y="967748"/>
                      </a:cubicBezTo>
                      <a:cubicBezTo>
                        <a:pt x="463815" y="946317"/>
                        <a:pt x="503503" y="961928"/>
                        <a:pt x="474663" y="905836"/>
                      </a:cubicBezTo>
                      <a:cubicBezTo>
                        <a:pt x="445824" y="849744"/>
                        <a:pt x="352865" y="724370"/>
                        <a:pt x="303213" y="631198"/>
                      </a:cubicBezTo>
                      <a:cubicBezTo>
                        <a:pt x="255961" y="542529"/>
                        <a:pt x="262468" y="422707"/>
                        <a:pt x="233364" y="354973"/>
                      </a:cubicBezTo>
                      <a:cubicBezTo>
                        <a:pt x="204260" y="287240"/>
                        <a:pt x="168012" y="277449"/>
                        <a:pt x="128589" y="224797"/>
                      </a:cubicBezTo>
                      <a:cubicBezTo>
                        <a:pt x="87579" y="183258"/>
                        <a:pt x="1058" y="105206"/>
                        <a:pt x="0" y="86685"/>
                      </a:cubicBezTo>
                      <a:close/>
                    </a:path>
                  </a:pathLst>
                </a:custGeom>
                <a:solidFill>
                  <a:srgbClr val="CEB09B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328" name="任意多边形: 形状 327">
                <a:extLst>
                  <a:ext uri="{FF2B5EF4-FFF2-40B4-BE49-F238E27FC236}">
                    <a16:creationId xmlns:a16="http://schemas.microsoft.com/office/drawing/2014/main" id="{CA068220-B406-F8E5-64BE-49FF15F779E6}"/>
                  </a:ext>
                </a:extLst>
              </p:cNvPr>
              <p:cNvSpPr/>
              <p:nvPr/>
            </p:nvSpPr>
            <p:spPr>
              <a:xfrm rot="460711">
                <a:off x="9818618" y="4536886"/>
                <a:ext cx="390049" cy="264802"/>
              </a:xfrm>
              <a:custGeom>
                <a:avLst/>
                <a:gdLst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347694 w 838761"/>
                  <a:gd name="connsiteY13" fmla="*/ 65616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616511 w 838761"/>
                  <a:gd name="connsiteY12" fmla="*/ 357717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696945 w 838761"/>
                  <a:gd name="connsiteY10" fmla="*/ 514350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759247"/>
                  <a:gd name="connsiteY0" fmla="*/ 19050 h 1185333"/>
                  <a:gd name="connsiteX1" fmla="*/ 68294 w 759247"/>
                  <a:gd name="connsiteY1" fmla="*/ 80433 h 1185333"/>
                  <a:gd name="connsiteX2" fmla="*/ 21728 w 759247"/>
                  <a:gd name="connsiteY2" fmla="*/ 160866 h 1185333"/>
                  <a:gd name="connsiteX3" fmla="*/ 561 w 759247"/>
                  <a:gd name="connsiteY3" fmla="*/ 323850 h 1185333"/>
                  <a:gd name="connsiteX4" fmla="*/ 148728 w 759247"/>
                  <a:gd name="connsiteY4" fmla="*/ 903816 h 1185333"/>
                  <a:gd name="connsiteX5" fmla="*/ 269378 w 759247"/>
                  <a:gd name="connsiteY5" fmla="*/ 1056216 h 1185333"/>
                  <a:gd name="connsiteX6" fmla="*/ 440828 w 759247"/>
                  <a:gd name="connsiteY6" fmla="*/ 1166283 h 1185333"/>
                  <a:gd name="connsiteX7" fmla="*/ 652494 w 759247"/>
                  <a:gd name="connsiteY7" fmla="*/ 1185333 h 1185333"/>
                  <a:gd name="connsiteX8" fmla="*/ 758328 w 759247"/>
                  <a:gd name="connsiteY8" fmla="*/ 1104900 h 1185333"/>
                  <a:gd name="connsiteX9" fmla="*/ 709644 w 759247"/>
                  <a:gd name="connsiteY9" fmla="*/ 687916 h 1185333"/>
                  <a:gd name="connsiteX10" fmla="*/ 696945 w 759247"/>
                  <a:gd name="connsiteY10" fmla="*/ 514350 h 1185333"/>
                  <a:gd name="connsiteX11" fmla="*/ 616511 w 759247"/>
                  <a:gd name="connsiteY11" fmla="*/ 357717 h 1185333"/>
                  <a:gd name="connsiteX12" fmla="*/ 491628 w 759247"/>
                  <a:gd name="connsiteY12" fmla="*/ 86783 h 1185333"/>
                  <a:gd name="connsiteX13" fmla="*/ 186828 w 759247"/>
                  <a:gd name="connsiteY13" fmla="*/ 0 h 1185333"/>
                  <a:gd name="connsiteX14" fmla="*/ 180478 w 759247"/>
                  <a:gd name="connsiteY14" fmla="*/ 10583 h 1185333"/>
                  <a:gd name="connsiteX0" fmla="*/ 241861 w 759154"/>
                  <a:gd name="connsiteY0" fmla="*/ 19050 h 1185333"/>
                  <a:gd name="connsiteX1" fmla="*/ 68294 w 759154"/>
                  <a:gd name="connsiteY1" fmla="*/ 80433 h 1185333"/>
                  <a:gd name="connsiteX2" fmla="*/ 21728 w 759154"/>
                  <a:gd name="connsiteY2" fmla="*/ 160866 h 1185333"/>
                  <a:gd name="connsiteX3" fmla="*/ 561 w 759154"/>
                  <a:gd name="connsiteY3" fmla="*/ 323850 h 1185333"/>
                  <a:gd name="connsiteX4" fmla="*/ 148728 w 759154"/>
                  <a:gd name="connsiteY4" fmla="*/ 903816 h 1185333"/>
                  <a:gd name="connsiteX5" fmla="*/ 269378 w 759154"/>
                  <a:gd name="connsiteY5" fmla="*/ 1056216 h 1185333"/>
                  <a:gd name="connsiteX6" fmla="*/ 440828 w 759154"/>
                  <a:gd name="connsiteY6" fmla="*/ 1166283 h 1185333"/>
                  <a:gd name="connsiteX7" fmla="*/ 652494 w 759154"/>
                  <a:gd name="connsiteY7" fmla="*/ 1185333 h 1185333"/>
                  <a:gd name="connsiteX8" fmla="*/ 758328 w 759154"/>
                  <a:gd name="connsiteY8" fmla="*/ 1104900 h 1185333"/>
                  <a:gd name="connsiteX9" fmla="*/ 709644 w 759154"/>
                  <a:gd name="connsiteY9" fmla="*/ 687916 h 1185333"/>
                  <a:gd name="connsiteX10" fmla="*/ 696945 w 759154"/>
                  <a:gd name="connsiteY10" fmla="*/ 514350 h 1185333"/>
                  <a:gd name="connsiteX11" fmla="*/ 616511 w 759154"/>
                  <a:gd name="connsiteY11" fmla="*/ 357717 h 1185333"/>
                  <a:gd name="connsiteX12" fmla="*/ 491628 w 759154"/>
                  <a:gd name="connsiteY12" fmla="*/ 86783 h 1185333"/>
                  <a:gd name="connsiteX13" fmla="*/ 186828 w 759154"/>
                  <a:gd name="connsiteY13" fmla="*/ 0 h 1185333"/>
                  <a:gd name="connsiteX14" fmla="*/ 180478 w 759154"/>
                  <a:gd name="connsiteY14" fmla="*/ 10583 h 1185333"/>
                  <a:gd name="connsiteX0" fmla="*/ 241861 w 711707"/>
                  <a:gd name="connsiteY0" fmla="*/ 19050 h 1185333"/>
                  <a:gd name="connsiteX1" fmla="*/ 68294 w 711707"/>
                  <a:gd name="connsiteY1" fmla="*/ 80433 h 1185333"/>
                  <a:gd name="connsiteX2" fmla="*/ 21728 w 711707"/>
                  <a:gd name="connsiteY2" fmla="*/ 160866 h 1185333"/>
                  <a:gd name="connsiteX3" fmla="*/ 561 w 711707"/>
                  <a:gd name="connsiteY3" fmla="*/ 323850 h 1185333"/>
                  <a:gd name="connsiteX4" fmla="*/ 148728 w 711707"/>
                  <a:gd name="connsiteY4" fmla="*/ 903816 h 1185333"/>
                  <a:gd name="connsiteX5" fmla="*/ 269378 w 711707"/>
                  <a:gd name="connsiteY5" fmla="*/ 1056216 h 1185333"/>
                  <a:gd name="connsiteX6" fmla="*/ 440828 w 711707"/>
                  <a:gd name="connsiteY6" fmla="*/ 1166283 h 1185333"/>
                  <a:gd name="connsiteX7" fmla="*/ 652494 w 711707"/>
                  <a:gd name="connsiteY7" fmla="*/ 1185333 h 1185333"/>
                  <a:gd name="connsiteX8" fmla="*/ 709645 w 711707"/>
                  <a:gd name="connsiteY8" fmla="*/ 1075267 h 1185333"/>
                  <a:gd name="connsiteX9" fmla="*/ 709644 w 711707"/>
                  <a:gd name="connsiteY9" fmla="*/ 687916 h 1185333"/>
                  <a:gd name="connsiteX10" fmla="*/ 696945 w 711707"/>
                  <a:gd name="connsiteY10" fmla="*/ 514350 h 1185333"/>
                  <a:gd name="connsiteX11" fmla="*/ 616511 w 711707"/>
                  <a:gd name="connsiteY11" fmla="*/ 357717 h 1185333"/>
                  <a:gd name="connsiteX12" fmla="*/ 491628 w 711707"/>
                  <a:gd name="connsiteY12" fmla="*/ 86783 h 1185333"/>
                  <a:gd name="connsiteX13" fmla="*/ 186828 w 711707"/>
                  <a:gd name="connsiteY13" fmla="*/ 0 h 1185333"/>
                  <a:gd name="connsiteX14" fmla="*/ 180478 w 711707"/>
                  <a:gd name="connsiteY14" fmla="*/ 10583 h 1185333"/>
                  <a:gd name="connsiteX0" fmla="*/ 241861 w 712688"/>
                  <a:gd name="connsiteY0" fmla="*/ 19050 h 1168601"/>
                  <a:gd name="connsiteX1" fmla="*/ 68294 w 712688"/>
                  <a:gd name="connsiteY1" fmla="*/ 80433 h 1168601"/>
                  <a:gd name="connsiteX2" fmla="*/ 21728 w 712688"/>
                  <a:gd name="connsiteY2" fmla="*/ 160866 h 1168601"/>
                  <a:gd name="connsiteX3" fmla="*/ 561 w 712688"/>
                  <a:gd name="connsiteY3" fmla="*/ 323850 h 1168601"/>
                  <a:gd name="connsiteX4" fmla="*/ 148728 w 712688"/>
                  <a:gd name="connsiteY4" fmla="*/ 903816 h 1168601"/>
                  <a:gd name="connsiteX5" fmla="*/ 269378 w 712688"/>
                  <a:gd name="connsiteY5" fmla="*/ 1056216 h 1168601"/>
                  <a:gd name="connsiteX6" fmla="*/ 440828 w 712688"/>
                  <a:gd name="connsiteY6" fmla="*/ 1166283 h 1168601"/>
                  <a:gd name="connsiteX7" fmla="*/ 635561 w 712688"/>
                  <a:gd name="connsiteY7" fmla="*/ 1136650 h 1168601"/>
                  <a:gd name="connsiteX8" fmla="*/ 709645 w 712688"/>
                  <a:gd name="connsiteY8" fmla="*/ 1075267 h 1168601"/>
                  <a:gd name="connsiteX9" fmla="*/ 709644 w 712688"/>
                  <a:gd name="connsiteY9" fmla="*/ 687916 h 1168601"/>
                  <a:gd name="connsiteX10" fmla="*/ 696945 w 712688"/>
                  <a:gd name="connsiteY10" fmla="*/ 514350 h 1168601"/>
                  <a:gd name="connsiteX11" fmla="*/ 616511 w 712688"/>
                  <a:gd name="connsiteY11" fmla="*/ 357717 h 1168601"/>
                  <a:gd name="connsiteX12" fmla="*/ 491628 w 712688"/>
                  <a:gd name="connsiteY12" fmla="*/ 86783 h 1168601"/>
                  <a:gd name="connsiteX13" fmla="*/ 186828 w 712688"/>
                  <a:gd name="connsiteY13" fmla="*/ 0 h 1168601"/>
                  <a:gd name="connsiteX14" fmla="*/ 180478 w 712688"/>
                  <a:gd name="connsiteY14" fmla="*/ 10583 h 116860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7013"/>
                  <a:gd name="connsiteX1" fmla="*/ 68294 w 712688"/>
                  <a:gd name="connsiteY1" fmla="*/ 80433 h 1167013"/>
                  <a:gd name="connsiteX2" fmla="*/ 21728 w 712688"/>
                  <a:gd name="connsiteY2" fmla="*/ 160866 h 1167013"/>
                  <a:gd name="connsiteX3" fmla="*/ 561 w 712688"/>
                  <a:gd name="connsiteY3" fmla="*/ 323850 h 1167013"/>
                  <a:gd name="connsiteX4" fmla="*/ 148728 w 712688"/>
                  <a:gd name="connsiteY4" fmla="*/ 903816 h 1167013"/>
                  <a:gd name="connsiteX5" fmla="*/ 269378 w 712688"/>
                  <a:gd name="connsiteY5" fmla="*/ 1056216 h 1167013"/>
                  <a:gd name="connsiteX6" fmla="*/ 576295 w 712688"/>
                  <a:gd name="connsiteY6" fmla="*/ 1162050 h 1167013"/>
                  <a:gd name="connsiteX7" fmla="*/ 635561 w 712688"/>
                  <a:gd name="connsiteY7" fmla="*/ 1136650 h 1167013"/>
                  <a:gd name="connsiteX8" fmla="*/ 709645 w 712688"/>
                  <a:gd name="connsiteY8" fmla="*/ 1075267 h 1167013"/>
                  <a:gd name="connsiteX9" fmla="*/ 709644 w 712688"/>
                  <a:gd name="connsiteY9" fmla="*/ 687916 h 1167013"/>
                  <a:gd name="connsiteX10" fmla="*/ 696945 w 712688"/>
                  <a:gd name="connsiteY10" fmla="*/ 514350 h 1167013"/>
                  <a:gd name="connsiteX11" fmla="*/ 616511 w 712688"/>
                  <a:gd name="connsiteY11" fmla="*/ 357717 h 1167013"/>
                  <a:gd name="connsiteX12" fmla="*/ 491628 w 712688"/>
                  <a:gd name="connsiteY12" fmla="*/ 86783 h 1167013"/>
                  <a:gd name="connsiteX13" fmla="*/ 186828 w 712688"/>
                  <a:gd name="connsiteY13" fmla="*/ 0 h 1167013"/>
                  <a:gd name="connsiteX14" fmla="*/ 180478 w 712688"/>
                  <a:gd name="connsiteY14" fmla="*/ 10583 h 1167013"/>
                  <a:gd name="connsiteX0" fmla="*/ 241861 w 720548"/>
                  <a:gd name="connsiteY0" fmla="*/ 19050 h 1167013"/>
                  <a:gd name="connsiteX1" fmla="*/ 68294 w 720548"/>
                  <a:gd name="connsiteY1" fmla="*/ 80433 h 1167013"/>
                  <a:gd name="connsiteX2" fmla="*/ 21728 w 720548"/>
                  <a:gd name="connsiteY2" fmla="*/ 160866 h 1167013"/>
                  <a:gd name="connsiteX3" fmla="*/ 561 w 720548"/>
                  <a:gd name="connsiteY3" fmla="*/ 323850 h 1167013"/>
                  <a:gd name="connsiteX4" fmla="*/ 148728 w 720548"/>
                  <a:gd name="connsiteY4" fmla="*/ 903816 h 1167013"/>
                  <a:gd name="connsiteX5" fmla="*/ 269378 w 720548"/>
                  <a:gd name="connsiteY5" fmla="*/ 1056216 h 1167013"/>
                  <a:gd name="connsiteX6" fmla="*/ 576295 w 720548"/>
                  <a:gd name="connsiteY6" fmla="*/ 1162050 h 1167013"/>
                  <a:gd name="connsiteX7" fmla="*/ 635561 w 720548"/>
                  <a:gd name="connsiteY7" fmla="*/ 1136650 h 1167013"/>
                  <a:gd name="connsiteX8" fmla="*/ 709645 w 720548"/>
                  <a:gd name="connsiteY8" fmla="*/ 1075267 h 1167013"/>
                  <a:gd name="connsiteX9" fmla="*/ 709644 w 720548"/>
                  <a:gd name="connsiteY9" fmla="*/ 687916 h 1167013"/>
                  <a:gd name="connsiteX10" fmla="*/ 696945 w 720548"/>
                  <a:gd name="connsiteY10" fmla="*/ 514350 h 1167013"/>
                  <a:gd name="connsiteX11" fmla="*/ 616511 w 720548"/>
                  <a:gd name="connsiteY11" fmla="*/ 357717 h 1167013"/>
                  <a:gd name="connsiteX12" fmla="*/ 491628 w 720548"/>
                  <a:gd name="connsiteY12" fmla="*/ 86783 h 1167013"/>
                  <a:gd name="connsiteX13" fmla="*/ 186828 w 720548"/>
                  <a:gd name="connsiteY13" fmla="*/ 0 h 1167013"/>
                  <a:gd name="connsiteX14" fmla="*/ 180478 w 720548"/>
                  <a:gd name="connsiteY14" fmla="*/ 10583 h 1167013"/>
                  <a:gd name="connsiteX0" fmla="*/ 241861 w 720548"/>
                  <a:gd name="connsiteY0" fmla="*/ 19050 h 1164946"/>
                  <a:gd name="connsiteX1" fmla="*/ 68294 w 720548"/>
                  <a:gd name="connsiteY1" fmla="*/ 80433 h 1164946"/>
                  <a:gd name="connsiteX2" fmla="*/ 21728 w 720548"/>
                  <a:gd name="connsiteY2" fmla="*/ 160866 h 1164946"/>
                  <a:gd name="connsiteX3" fmla="*/ 561 w 720548"/>
                  <a:gd name="connsiteY3" fmla="*/ 323850 h 1164946"/>
                  <a:gd name="connsiteX4" fmla="*/ 148728 w 720548"/>
                  <a:gd name="connsiteY4" fmla="*/ 903816 h 1164946"/>
                  <a:gd name="connsiteX5" fmla="*/ 368861 w 720548"/>
                  <a:gd name="connsiteY5" fmla="*/ 1085849 h 1164946"/>
                  <a:gd name="connsiteX6" fmla="*/ 576295 w 720548"/>
                  <a:gd name="connsiteY6" fmla="*/ 1162050 h 1164946"/>
                  <a:gd name="connsiteX7" fmla="*/ 635561 w 720548"/>
                  <a:gd name="connsiteY7" fmla="*/ 1136650 h 1164946"/>
                  <a:gd name="connsiteX8" fmla="*/ 709645 w 720548"/>
                  <a:gd name="connsiteY8" fmla="*/ 1075267 h 1164946"/>
                  <a:gd name="connsiteX9" fmla="*/ 709644 w 720548"/>
                  <a:gd name="connsiteY9" fmla="*/ 687916 h 1164946"/>
                  <a:gd name="connsiteX10" fmla="*/ 696945 w 720548"/>
                  <a:gd name="connsiteY10" fmla="*/ 514350 h 1164946"/>
                  <a:gd name="connsiteX11" fmla="*/ 616511 w 720548"/>
                  <a:gd name="connsiteY11" fmla="*/ 357717 h 1164946"/>
                  <a:gd name="connsiteX12" fmla="*/ 491628 w 720548"/>
                  <a:gd name="connsiteY12" fmla="*/ 86783 h 1164946"/>
                  <a:gd name="connsiteX13" fmla="*/ 186828 w 720548"/>
                  <a:gd name="connsiteY13" fmla="*/ 0 h 1164946"/>
                  <a:gd name="connsiteX14" fmla="*/ 180478 w 720548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77599 w 756286"/>
                  <a:gd name="connsiteY0" fmla="*/ 19050 h 1164946"/>
                  <a:gd name="connsiteX1" fmla="*/ 104032 w 756286"/>
                  <a:gd name="connsiteY1" fmla="*/ 80433 h 1164946"/>
                  <a:gd name="connsiteX2" fmla="*/ 57466 w 756286"/>
                  <a:gd name="connsiteY2" fmla="*/ 160866 h 1164946"/>
                  <a:gd name="connsiteX3" fmla="*/ 4549 w 756286"/>
                  <a:gd name="connsiteY3" fmla="*/ 1043517 h 1164946"/>
                  <a:gd name="connsiteX4" fmla="*/ 192933 w 756286"/>
                  <a:gd name="connsiteY4" fmla="*/ 1075266 h 1164946"/>
                  <a:gd name="connsiteX5" fmla="*/ 404599 w 756286"/>
                  <a:gd name="connsiteY5" fmla="*/ 1085849 h 1164946"/>
                  <a:gd name="connsiteX6" fmla="*/ 612033 w 756286"/>
                  <a:gd name="connsiteY6" fmla="*/ 1162050 h 1164946"/>
                  <a:gd name="connsiteX7" fmla="*/ 671299 w 756286"/>
                  <a:gd name="connsiteY7" fmla="*/ 1136650 h 1164946"/>
                  <a:gd name="connsiteX8" fmla="*/ 745383 w 756286"/>
                  <a:gd name="connsiteY8" fmla="*/ 1075267 h 1164946"/>
                  <a:gd name="connsiteX9" fmla="*/ 745382 w 756286"/>
                  <a:gd name="connsiteY9" fmla="*/ 687916 h 1164946"/>
                  <a:gd name="connsiteX10" fmla="*/ 732683 w 756286"/>
                  <a:gd name="connsiteY10" fmla="*/ 514350 h 1164946"/>
                  <a:gd name="connsiteX11" fmla="*/ 652249 w 756286"/>
                  <a:gd name="connsiteY11" fmla="*/ 357717 h 1164946"/>
                  <a:gd name="connsiteX12" fmla="*/ 527366 w 756286"/>
                  <a:gd name="connsiteY12" fmla="*/ 86783 h 1164946"/>
                  <a:gd name="connsiteX13" fmla="*/ 222566 w 756286"/>
                  <a:gd name="connsiteY13" fmla="*/ 0 h 1164946"/>
                  <a:gd name="connsiteX14" fmla="*/ 216216 w 756286"/>
                  <a:gd name="connsiteY14" fmla="*/ 10583 h 1164946"/>
                  <a:gd name="connsiteX0" fmla="*/ 283512 w 762199"/>
                  <a:gd name="connsiteY0" fmla="*/ 19050 h 1164946"/>
                  <a:gd name="connsiteX1" fmla="*/ 109945 w 762199"/>
                  <a:gd name="connsiteY1" fmla="*/ 80433 h 1164946"/>
                  <a:gd name="connsiteX2" fmla="*/ 63379 w 762199"/>
                  <a:gd name="connsiteY2" fmla="*/ 160866 h 1164946"/>
                  <a:gd name="connsiteX3" fmla="*/ 10462 w 762199"/>
                  <a:gd name="connsiteY3" fmla="*/ 1043517 h 1164946"/>
                  <a:gd name="connsiteX4" fmla="*/ 198846 w 762199"/>
                  <a:gd name="connsiteY4" fmla="*/ 1075266 h 1164946"/>
                  <a:gd name="connsiteX5" fmla="*/ 410512 w 762199"/>
                  <a:gd name="connsiteY5" fmla="*/ 1085849 h 1164946"/>
                  <a:gd name="connsiteX6" fmla="*/ 617946 w 762199"/>
                  <a:gd name="connsiteY6" fmla="*/ 1162050 h 1164946"/>
                  <a:gd name="connsiteX7" fmla="*/ 677212 w 762199"/>
                  <a:gd name="connsiteY7" fmla="*/ 1136650 h 1164946"/>
                  <a:gd name="connsiteX8" fmla="*/ 751296 w 762199"/>
                  <a:gd name="connsiteY8" fmla="*/ 1075267 h 1164946"/>
                  <a:gd name="connsiteX9" fmla="*/ 751295 w 762199"/>
                  <a:gd name="connsiteY9" fmla="*/ 687916 h 1164946"/>
                  <a:gd name="connsiteX10" fmla="*/ 738596 w 762199"/>
                  <a:gd name="connsiteY10" fmla="*/ 514350 h 1164946"/>
                  <a:gd name="connsiteX11" fmla="*/ 658162 w 762199"/>
                  <a:gd name="connsiteY11" fmla="*/ 357717 h 1164946"/>
                  <a:gd name="connsiteX12" fmla="*/ 533279 w 762199"/>
                  <a:gd name="connsiteY12" fmla="*/ 86783 h 1164946"/>
                  <a:gd name="connsiteX13" fmla="*/ 228479 w 762199"/>
                  <a:gd name="connsiteY13" fmla="*/ 0 h 1164946"/>
                  <a:gd name="connsiteX14" fmla="*/ 222129 w 762199"/>
                  <a:gd name="connsiteY14" fmla="*/ 10583 h 1164946"/>
                  <a:gd name="connsiteX0" fmla="*/ 288708 w 767395"/>
                  <a:gd name="connsiteY0" fmla="*/ 19050 h 1164946"/>
                  <a:gd name="connsiteX1" fmla="*/ 115141 w 767395"/>
                  <a:gd name="connsiteY1" fmla="*/ 80433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88708 w 767395"/>
                  <a:gd name="connsiteY0" fmla="*/ 19050 h 1164946"/>
                  <a:gd name="connsiteX1" fmla="*/ 106674 w 767395"/>
                  <a:gd name="connsiteY1" fmla="*/ 158750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27325 w 767395"/>
                  <a:gd name="connsiteY14" fmla="*/ 2963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46375 w 767395"/>
                  <a:gd name="connsiteY14" fmla="*/ 1058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0" fmla="*/ 250608 w 767395"/>
                  <a:gd name="connsiteY0" fmla="*/ 12700 h 1196696"/>
                  <a:gd name="connsiteX1" fmla="*/ 106674 w 767395"/>
                  <a:gd name="connsiteY1" fmla="*/ 190500 h 1196696"/>
                  <a:gd name="connsiteX2" fmla="*/ 15658 w 767395"/>
                  <a:gd name="connsiteY2" fmla="*/ 635000 h 1196696"/>
                  <a:gd name="connsiteX3" fmla="*/ 15658 w 767395"/>
                  <a:gd name="connsiteY3" fmla="*/ 1075267 h 1196696"/>
                  <a:gd name="connsiteX4" fmla="*/ 204042 w 767395"/>
                  <a:gd name="connsiteY4" fmla="*/ 1107016 h 1196696"/>
                  <a:gd name="connsiteX5" fmla="*/ 415708 w 767395"/>
                  <a:gd name="connsiteY5" fmla="*/ 1117599 h 1196696"/>
                  <a:gd name="connsiteX6" fmla="*/ 623142 w 767395"/>
                  <a:gd name="connsiteY6" fmla="*/ 1193800 h 1196696"/>
                  <a:gd name="connsiteX7" fmla="*/ 682408 w 767395"/>
                  <a:gd name="connsiteY7" fmla="*/ 1168400 h 1196696"/>
                  <a:gd name="connsiteX8" fmla="*/ 756492 w 767395"/>
                  <a:gd name="connsiteY8" fmla="*/ 1107017 h 1196696"/>
                  <a:gd name="connsiteX9" fmla="*/ 756491 w 767395"/>
                  <a:gd name="connsiteY9" fmla="*/ 719666 h 1196696"/>
                  <a:gd name="connsiteX10" fmla="*/ 743792 w 767395"/>
                  <a:gd name="connsiteY10" fmla="*/ 546100 h 1196696"/>
                  <a:gd name="connsiteX11" fmla="*/ 663358 w 767395"/>
                  <a:gd name="connsiteY11" fmla="*/ 389467 h 1196696"/>
                  <a:gd name="connsiteX12" fmla="*/ 538475 w 767395"/>
                  <a:gd name="connsiteY12" fmla="*/ 118533 h 1196696"/>
                  <a:gd name="connsiteX13" fmla="*/ 252725 w 767395"/>
                  <a:gd name="connsiteY13" fmla="*/ 0 h 119669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375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652775 w 767395"/>
                  <a:gd name="connsiteY12" fmla="*/ 243416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31608 w 767395"/>
                  <a:gd name="connsiteY11" fmla="*/ 613833 h 1190346"/>
                  <a:gd name="connsiteX12" fmla="*/ 652775 w 767395"/>
                  <a:gd name="connsiteY12" fmla="*/ 243416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631608 w 767395"/>
                  <a:gd name="connsiteY10" fmla="*/ 613833 h 1190346"/>
                  <a:gd name="connsiteX11" fmla="*/ 652775 w 767395"/>
                  <a:gd name="connsiteY11" fmla="*/ 243416 h 1190346"/>
                  <a:gd name="connsiteX12" fmla="*/ 244258 w 767395"/>
                  <a:gd name="connsiteY12" fmla="*/ 0 h 1190346"/>
                  <a:gd name="connsiteX0" fmla="*/ 250608 w 759415"/>
                  <a:gd name="connsiteY0" fmla="*/ 6350 h 1190346"/>
                  <a:gd name="connsiteX1" fmla="*/ 106674 w 759415"/>
                  <a:gd name="connsiteY1" fmla="*/ 184150 h 1190346"/>
                  <a:gd name="connsiteX2" fmla="*/ 15658 w 759415"/>
                  <a:gd name="connsiteY2" fmla="*/ 628650 h 1190346"/>
                  <a:gd name="connsiteX3" fmla="*/ 15658 w 759415"/>
                  <a:gd name="connsiteY3" fmla="*/ 1068917 h 1190346"/>
                  <a:gd name="connsiteX4" fmla="*/ 204042 w 759415"/>
                  <a:gd name="connsiteY4" fmla="*/ 1100666 h 1190346"/>
                  <a:gd name="connsiteX5" fmla="*/ 415708 w 759415"/>
                  <a:gd name="connsiteY5" fmla="*/ 1111249 h 1190346"/>
                  <a:gd name="connsiteX6" fmla="*/ 623142 w 759415"/>
                  <a:gd name="connsiteY6" fmla="*/ 1187450 h 1190346"/>
                  <a:gd name="connsiteX7" fmla="*/ 682408 w 759415"/>
                  <a:gd name="connsiteY7" fmla="*/ 1162050 h 1190346"/>
                  <a:gd name="connsiteX8" fmla="*/ 756492 w 759415"/>
                  <a:gd name="connsiteY8" fmla="*/ 1100667 h 1190346"/>
                  <a:gd name="connsiteX9" fmla="*/ 585041 w 759415"/>
                  <a:gd name="connsiteY9" fmla="*/ 899582 h 1190346"/>
                  <a:gd name="connsiteX10" fmla="*/ 631608 w 759415"/>
                  <a:gd name="connsiteY10" fmla="*/ 613833 h 1190346"/>
                  <a:gd name="connsiteX11" fmla="*/ 652775 w 759415"/>
                  <a:gd name="connsiteY11" fmla="*/ 243416 h 1190346"/>
                  <a:gd name="connsiteX12" fmla="*/ 244258 w 759415"/>
                  <a:gd name="connsiteY12" fmla="*/ 0 h 1190346"/>
                  <a:gd name="connsiteX0" fmla="*/ 250608 w 756836"/>
                  <a:gd name="connsiteY0" fmla="*/ 6350 h 1187486"/>
                  <a:gd name="connsiteX1" fmla="*/ 106674 w 756836"/>
                  <a:gd name="connsiteY1" fmla="*/ 184150 h 1187486"/>
                  <a:gd name="connsiteX2" fmla="*/ 15658 w 756836"/>
                  <a:gd name="connsiteY2" fmla="*/ 628650 h 1187486"/>
                  <a:gd name="connsiteX3" fmla="*/ 15658 w 756836"/>
                  <a:gd name="connsiteY3" fmla="*/ 1068917 h 1187486"/>
                  <a:gd name="connsiteX4" fmla="*/ 204042 w 756836"/>
                  <a:gd name="connsiteY4" fmla="*/ 1100666 h 1187486"/>
                  <a:gd name="connsiteX5" fmla="*/ 415708 w 756836"/>
                  <a:gd name="connsiteY5" fmla="*/ 1111249 h 1187486"/>
                  <a:gd name="connsiteX6" fmla="*/ 623142 w 756836"/>
                  <a:gd name="connsiteY6" fmla="*/ 1187450 h 1187486"/>
                  <a:gd name="connsiteX7" fmla="*/ 756492 w 756836"/>
                  <a:gd name="connsiteY7" fmla="*/ 1100667 h 1187486"/>
                  <a:gd name="connsiteX8" fmla="*/ 585041 w 756836"/>
                  <a:gd name="connsiteY8" fmla="*/ 899582 h 1187486"/>
                  <a:gd name="connsiteX9" fmla="*/ 631608 w 756836"/>
                  <a:gd name="connsiteY9" fmla="*/ 613833 h 1187486"/>
                  <a:gd name="connsiteX10" fmla="*/ 652775 w 756836"/>
                  <a:gd name="connsiteY10" fmla="*/ 243416 h 1187486"/>
                  <a:gd name="connsiteX11" fmla="*/ 244258 w 756836"/>
                  <a:gd name="connsiteY11" fmla="*/ 0 h 1187486"/>
                  <a:gd name="connsiteX0" fmla="*/ 250608 w 678810"/>
                  <a:gd name="connsiteY0" fmla="*/ 6350 h 1191091"/>
                  <a:gd name="connsiteX1" fmla="*/ 106674 w 678810"/>
                  <a:gd name="connsiteY1" fmla="*/ 184150 h 1191091"/>
                  <a:gd name="connsiteX2" fmla="*/ 15658 w 678810"/>
                  <a:gd name="connsiteY2" fmla="*/ 628650 h 1191091"/>
                  <a:gd name="connsiteX3" fmla="*/ 15658 w 678810"/>
                  <a:gd name="connsiteY3" fmla="*/ 1068917 h 1191091"/>
                  <a:gd name="connsiteX4" fmla="*/ 204042 w 678810"/>
                  <a:gd name="connsiteY4" fmla="*/ 1100666 h 1191091"/>
                  <a:gd name="connsiteX5" fmla="*/ 415708 w 678810"/>
                  <a:gd name="connsiteY5" fmla="*/ 1111249 h 1191091"/>
                  <a:gd name="connsiteX6" fmla="*/ 623142 w 678810"/>
                  <a:gd name="connsiteY6" fmla="*/ 1187450 h 1191091"/>
                  <a:gd name="connsiteX7" fmla="*/ 527892 w 678810"/>
                  <a:gd name="connsiteY7" fmla="*/ 1149350 h 1191091"/>
                  <a:gd name="connsiteX8" fmla="*/ 585041 w 678810"/>
                  <a:gd name="connsiteY8" fmla="*/ 899582 h 1191091"/>
                  <a:gd name="connsiteX9" fmla="*/ 631608 w 678810"/>
                  <a:gd name="connsiteY9" fmla="*/ 613833 h 1191091"/>
                  <a:gd name="connsiteX10" fmla="*/ 652775 w 678810"/>
                  <a:gd name="connsiteY10" fmla="*/ 243416 h 1191091"/>
                  <a:gd name="connsiteX11" fmla="*/ 244258 w 678810"/>
                  <a:gd name="connsiteY11" fmla="*/ 0 h 1191091"/>
                  <a:gd name="connsiteX0" fmla="*/ 250608 w 678810"/>
                  <a:gd name="connsiteY0" fmla="*/ 6350 h 1340085"/>
                  <a:gd name="connsiteX1" fmla="*/ 106674 w 678810"/>
                  <a:gd name="connsiteY1" fmla="*/ 184150 h 1340085"/>
                  <a:gd name="connsiteX2" fmla="*/ 15658 w 678810"/>
                  <a:gd name="connsiteY2" fmla="*/ 628650 h 1340085"/>
                  <a:gd name="connsiteX3" fmla="*/ 15658 w 678810"/>
                  <a:gd name="connsiteY3" fmla="*/ 1068917 h 1340085"/>
                  <a:gd name="connsiteX4" fmla="*/ 204042 w 678810"/>
                  <a:gd name="connsiteY4" fmla="*/ 1100666 h 1340085"/>
                  <a:gd name="connsiteX5" fmla="*/ 415708 w 678810"/>
                  <a:gd name="connsiteY5" fmla="*/ 1111249 h 1340085"/>
                  <a:gd name="connsiteX6" fmla="*/ 483442 w 678810"/>
                  <a:gd name="connsiteY6" fmla="*/ 1339850 h 1340085"/>
                  <a:gd name="connsiteX7" fmla="*/ 527892 w 678810"/>
                  <a:gd name="connsiteY7" fmla="*/ 1149350 h 1340085"/>
                  <a:gd name="connsiteX8" fmla="*/ 585041 w 678810"/>
                  <a:gd name="connsiteY8" fmla="*/ 899582 h 1340085"/>
                  <a:gd name="connsiteX9" fmla="*/ 631608 w 678810"/>
                  <a:gd name="connsiteY9" fmla="*/ 613833 h 1340085"/>
                  <a:gd name="connsiteX10" fmla="*/ 652775 w 678810"/>
                  <a:gd name="connsiteY10" fmla="*/ 243416 h 1340085"/>
                  <a:gd name="connsiteX11" fmla="*/ 244258 w 678810"/>
                  <a:gd name="connsiteY11" fmla="*/ 0 h 1340085"/>
                  <a:gd name="connsiteX0" fmla="*/ 250608 w 678810"/>
                  <a:gd name="connsiteY0" fmla="*/ 6350 h 1349816"/>
                  <a:gd name="connsiteX1" fmla="*/ 106674 w 678810"/>
                  <a:gd name="connsiteY1" fmla="*/ 184150 h 1349816"/>
                  <a:gd name="connsiteX2" fmla="*/ 15658 w 678810"/>
                  <a:gd name="connsiteY2" fmla="*/ 628650 h 1349816"/>
                  <a:gd name="connsiteX3" fmla="*/ 15658 w 678810"/>
                  <a:gd name="connsiteY3" fmla="*/ 1068917 h 1349816"/>
                  <a:gd name="connsiteX4" fmla="*/ 204042 w 678810"/>
                  <a:gd name="connsiteY4" fmla="*/ 1100666 h 1349816"/>
                  <a:gd name="connsiteX5" fmla="*/ 271775 w 678810"/>
                  <a:gd name="connsiteY5" fmla="*/ 1299632 h 1349816"/>
                  <a:gd name="connsiteX6" fmla="*/ 483442 w 678810"/>
                  <a:gd name="connsiteY6" fmla="*/ 1339850 h 1349816"/>
                  <a:gd name="connsiteX7" fmla="*/ 527892 w 678810"/>
                  <a:gd name="connsiteY7" fmla="*/ 1149350 h 1349816"/>
                  <a:gd name="connsiteX8" fmla="*/ 585041 w 678810"/>
                  <a:gd name="connsiteY8" fmla="*/ 899582 h 1349816"/>
                  <a:gd name="connsiteX9" fmla="*/ 631608 w 678810"/>
                  <a:gd name="connsiteY9" fmla="*/ 613833 h 1349816"/>
                  <a:gd name="connsiteX10" fmla="*/ 652775 w 678810"/>
                  <a:gd name="connsiteY10" fmla="*/ 243416 h 1349816"/>
                  <a:gd name="connsiteX11" fmla="*/ 244258 w 678810"/>
                  <a:gd name="connsiteY11" fmla="*/ 0 h 1349816"/>
                  <a:gd name="connsiteX0" fmla="*/ 243697 w 671899"/>
                  <a:gd name="connsiteY0" fmla="*/ 6350 h 1346437"/>
                  <a:gd name="connsiteX1" fmla="*/ 99763 w 671899"/>
                  <a:gd name="connsiteY1" fmla="*/ 184150 h 1346437"/>
                  <a:gd name="connsiteX2" fmla="*/ 8747 w 671899"/>
                  <a:gd name="connsiteY2" fmla="*/ 628650 h 1346437"/>
                  <a:gd name="connsiteX3" fmla="*/ 8747 w 671899"/>
                  <a:gd name="connsiteY3" fmla="*/ 1068917 h 1346437"/>
                  <a:gd name="connsiteX4" fmla="*/ 101881 w 671899"/>
                  <a:gd name="connsiteY4" fmla="*/ 1269999 h 1346437"/>
                  <a:gd name="connsiteX5" fmla="*/ 264864 w 671899"/>
                  <a:gd name="connsiteY5" fmla="*/ 1299632 h 1346437"/>
                  <a:gd name="connsiteX6" fmla="*/ 476531 w 671899"/>
                  <a:gd name="connsiteY6" fmla="*/ 1339850 h 1346437"/>
                  <a:gd name="connsiteX7" fmla="*/ 520981 w 671899"/>
                  <a:gd name="connsiteY7" fmla="*/ 1149350 h 1346437"/>
                  <a:gd name="connsiteX8" fmla="*/ 578130 w 671899"/>
                  <a:gd name="connsiteY8" fmla="*/ 899582 h 1346437"/>
                  <a:gd name="connsiteX9" fmla="*/ 624697 w 671899"/>
                  <a:gd name="connsiteY9" fmla="*/ 613833 h 1346437"/>
                  <a:gd name="connsiteX10" fmla="*/ 645864 w 671899"/>
                  <a:gd name="connsiteY10" fmla="*/ 243416 h 1346437"/>
                  <a:gd name="connsiteX11" fmla="*/ 237347 w 671899"/>
                  <a:gd name="connsiteY11" fmla="*/ 0 h 1346437"/>
                  <a:gd name="connsiteX0" fmla="*/ 298576 w 726778"/>
                  <a:gd name="connsiteY0" fmla="*/ 6350 h 1346437"/>
                  <a:gd name="connsiteX1" fmla="*/ 154642 w 726778"/>
                  <a:gd name="connsiteY1" fmla="*/ 184150 h 1346437"/>
                  <a:gd name="connsiteX2" fmla="*/ 63626 w 726778"/>
                  <a:gd name="connsiteY2" fmla="*/ 628650 h 1346437"/>
                  <a:gd name="connsiteX3" fmla="*/ 2243 w 726778"/>
                  <a:gd name="connsiteY3" fmla="*/ 1238250 h 1346437"/>
                  <a:gd name="connsiteX4" fmla="*/ 156760 w 726778"/>
                  <a:gd name="connsiteY4" fmla="*/ 1269999 h 1346437"/>
                  <a:gd name="connsiteX5" fmla="*/ 319743 w 726778"/>
                  <a:gd name="connsiteY5" fmla="*/ 1299632 h 1346437"/>
                  <a:gd name="connsiteX6" fmla="*/ 531410 w 726778"/>
                  <a:gd name="connsiteY6" fmla="*/ 1339850 h 1346437"/>
                  <a:gd name="connsiteX7" fmla="*/ 575860 w 726778"/>
                  <a:gd name="connsiteY7" fmla="*/ 1149350 h 1346437"/>
                  <a:gd name="connsiteX8" fmla="*/ 633009 w 726778"/>
                  <a:gd name="connsiteY8" fmla="*/ 899582 h 1346437"/>
                  <a:gd name="connsiteX9" fmla="*/ 679576 w 726778"/>
                  <a:gd name="connsiteY9" fmla="*/ 613833 h 1346437"/>
                  <a:gd name="connsiteX10" fmla="*/ 700743 w 726778"/>
                  <a:gd name="connsiteY10" fmla="*/ 243416 h 1346437"/>
                  <a:gd name="connsiteX11" fmla="*/ 292226 w 726778"/>
                  <a:gd name="connsiteY11" fmla="*/ 0 h 1346437"/>
                  <a:gd name="connsiteX0" fmla="*/ 307144 w 735346"/>
                  <a:gd name="connsiteY0" fmla="*/ 6350 h 1346911"/>
                  <a:gd name="connsiteX1" fmla="*/ 163210 w 735346"/>
                  <a:gd name="connsiteY1" fmla="*/ 184150 h 1346911"/>
                  <a:gd name="connsiteX2" fmla="*/ 72194 w 735346"/>
                  <a:gd name="connsiteY2" fmla="*/ 628650 h 1346911"/>
                  <a:gd name="connsiteX3" fmla="*/ 10811 w 735346"/>
                  <a:gd name="connsiteY3" fmla="*/ 1238250 h 1346911"/>
                  <a:gd name="connsiteX4" fmla="*/ 328311 w 735346"/>
                  <a:gd name="connsiteY4" fmla="*/ 1299632 h 1346911"/>
                  <a:gd name="connsiteX5" fmla="*/ 539978 w 735346"/>
                  <a:gd name="connsiteY5" fmla="*/ 1339850 h 1346911"/>
                  <a:gd name="connsiteX6" fmla="*/ 584428 w 735346"/>
                  <a:gd name="connsiteY6" fmla="*/ 1149350 h 1346911"/>
                  <a:gd name="connsiteX7" fmla="*/ 641577 w 735346"/>
                  <a:gd name="connsiteY7" fmla="*/ 899582 h 1346911"/>
                  <a:gd name="connsiteX8" fmla="*/ 688144 w 735346"/>
                  <a:gd name="connsiteY8" fmla="*/ 613833 h 1346911"/>
                  <a:gd name="connsiteX9" fmla="*/ 709311 w 735346"/>
                  <a:gd name="connsiteY9" fmla="*/ 243416 h 1346911"/>
                  <a:gd name="connsiteX10" fmla="*/ 300794 w 735346"/>
                  <a:gd name="connsiteY10" fmla="*/ 0 h 1346911"/>
                  <a:gd name="connsiteX0" fmla="*/ 334765 w 762967"/>
                  <a:gd name="connsiteY0" fmla="*/ 6350 h 1346911"/>
                  <a:gd name="connsiteX1" fmla="*/ 190831 w 762967"/>
                  <a:gd name="connsiteY1" fmla="*/ 184150 h 1346911"/>
                  <a:gd name="connsiteX2" fmla="*/ 99815 w 762967"/>
                  <a:gd name="connsiteY2" fmla="*/ 628650 h 1346911"/>
                  <a:gd name="connsiteX3" fmla="*/ 38432 w 762967"/>
                  <a:gd name="connsiteY3" fmla="*/ 1238250 h 1346911"/>
                  <a:gd name="connsiteX4" fmla="*/ 355932 w 762967"/>
                  <a:gd name="connsiteY4" fmla="*/ 1299632 h 1346911"/>
                  <a:gd name="connsiteX5" fmla="*/ 567599 w 762967"/>
                  <a:gd name="connsiteY5" fmla="*/ 1339850 h 1346911"/>
                  <a:gd name="connsiteX6" fmla="*/ 612049 w 762967"/>
                  <a:gd name="connsiteY6" fmla="*/ 1149350 h 1346911"/>
                  <a:gd name="connsiteX7" fmla="*/ 669198 w 762967"/>
                  <a:gd name="connsiteY7" fmla="*/ 899582 h 1346911"/>
                  <a:gd name="connsiteX8" fmla="*/ 715765 w 762967"/>
                  <a:gd name="connsiteY8" fmla="*/ 613833 h 1346911"/>
                  <a:gd name="connsiteX9" fmla="*/ 736932 w 762967"/>
                  <a:gd name="connsiteY9" fmla="*/ 243416 h 1346911"/>
                  <a:gd name="connsiteX10" fmla="*/ 328415 w 762967"/>
                  <a:gd name="connsiteY10" fmla="*/ 0 h 1346911"/>
                  <a:gd name="connsiteX0" fmla="*/ 333873 w 762075"/>
                  <a:gd name="connsiteY0" fmla="*/ 6350 h 1346911"/>
                  <a:gd name="connsiteX1" fmla="*/ 189939 w 762075"/>
                  <a:gd name="connsiteY1" fmla="*/ 184150 h 1346911"/>
                  <a:gd name="connsiteX2" fmla="*/ 98923 w 762075"/>
                  <a:gd name="connsiteY2" fmla="*/ 628650 h 1346911"/>
                  <a:gd name="connsiteX3" fmla="*/ 37540 w 762075"/>
                  <a:gd name="connsiteY3" fmla="*/ 1238250 h 1346911"/>
                  <a:gd name="connsiteX4" fmla="*/ 355040 w 762075"/>
                  <a:gd name="connsiteY4" fmla="*/ 1299632 h 1346911"/>
                  <a:gd name="connsiteX5" fmla="*/ 566707 w 762075"/>
                  <a:gd name="connsiteY5" fmla="*/ 1339850 h 1346911"/>
                  <a:gd name="connsiteX6" fmla="*/ 611157 w 762075"/>
                  <a:gd name="connsiteY6" fmla="*/ 1149350 h 1346911"/>
                  <a:gd name="connsiteX7" fmla="*/ 668306 w 762075"/>
                  <a:gd name="connsiteY7" fmla="*/ 899582 h 1346911"/>
                  <a:gd name="connsiteX8" fmla="*/ 714873 w 762075"/>
                  <a:gd name="connsiteY8" fmla="*/ 613833 h 1346911"/>
                  <a:gd name="connsiteX9" fmla="*/ 736040 w 762075"/>
                  <a:gd name="connsiteY9" fmla="*/ 243416 h 1346911"/>
                  <a:gd name="connsiteX10" fmla="*/ 327523 w 762075"/>
                  <a:gd name="connsiteY10" fmla="*/ 0 h 1346911"/>
                  <a:gd name="connsiteX0" fmla="*/ 333873 w 762075"/>
                  <a:gd name="connsiteY0" fmla="*/ 6350 h 1346911"/>
                  <a:gd name="connsiteX1" fmla="*/ 189939 w 762075"/>
                  <a:gd name="connsiteY1" fmla="*/ 184150 h 1346911"/>
                  <a:gd name="connsiteX2" fmla="*/ 98923 w 762075"/>
                  <a:gd name="connsiteY2" fmla="*/ 628650 h 1346911"/>
                  <a:gd name="connsiteX3" fmla="*/ 37540 w 762075"/>
                  <a:gd name="connsiteY3" fmla="*/ 1238250 h 1346911"/>
                  <a:gd name="connsiteX4" fmla="*/ 355040 w 762075"/>
                  <a:gd name="connsiteY4" fmla="*/ 1299632 h 1346911"/>
                  <a:gd name="connsiteX5" fmla="*/ 566707 w 762075"/>
                  <a:gd name="connsiteY5" fmla="*/ 1339850 h 1346911"/>
                  <a:gd name="connsiteX6" fmla="*/ 611157 w 762075"/>
                  <a:gd name="connsiteY6" fmla="*/ 1149350 h 1346911"/>
                  <a:gd name="connsiteX7" fmla="*/ 668306 w 762075"/>
                  <a:gd name="connsiteY7" fmla="*/ 899582 h 1346911"/>
                  <a:gd name="connsiteX8" fmla="*/ 714873 w 762075"/>
                  <a:gd name="connsiteY8" fmla="*/ 613833 h 1346911"/>
                  <a:gd name="connsiteX9" fmla="*/ 736040 w 762075"/>
                  <a:gd name="connsiteY9" fmla="*/ 243416 h 1346911"/>
                  <a:gd name="connsiteX10" fmla="*/ 327523 w 762075"/>
                  <a:gd name="connsiteY10" fmla="*/ 0 h 1346911"/>
                  <a:gd name="connsiteX0" fmla="*/ 333873 w 762075"/>
                  <a:gd name="connsiteY0" fmla="*/ 6350 h 1346911"/>
                  <a:gd name="connsiteX1" fmla="*/ 189939 w 762075"/>
                  <a:gd name="connsiteY1" fmla="*/ 184150 h 1346911"/>
                  <a:gd name="connsiteX2" fmla="*/ 98923 w 762075"/>
                  <a:gd name="connsiteY2" fmla="*/ 628650 h 1346911"/>
                  <a:gd name="connsiteX3" fmla="*/ 37540 w 762075"/>
                  <a:gd name="connsiteY3" fmla="*/ 1238250 h 1346911"/>
                  <a:gd name="connsiteX4" fmla="*/ 355040 w 762075"/>
                  <a:gd name="connsiteY4" fmla="*/ 1299632 h 1346911"/>
                  <a:gd name="connsiteX5" fmla="*/ 566707 w 762075"/>
                  <a:gd name="connsiteY5" fmla="*/ 1339850 h 1346911"/>
                  <a:gd name="connsiteX6" fmla="*/ 611157 w 762075"/>
                  <a:gd name="connsiteY6" fmla="*/ 1149350 h 1346911"/>
                  <a:gd name="connsiteX7" fmla="*/ 668306 w 762075"/>
                  <a:gd name="connsiteY7" fmla="*/ 899582 h 1346911"/>
                  <a:gd name="connsiteX8" fmla="*/ 714873 w 762075"/>
                  <a:gd name="connsiteY8" fmla="*/ 613833 h 1346911"/>
                  <a:gd name="connsiteX9" fmla="*/ 736040 w 762075"/>
                  <a:gd name="connsiteY9" fmla="*/ 243416 h 1346911"/>
                  <a:gd name="connsiteX10" fmla="*/ 327523 w 762075"/>
                  <a:gd name="connsiteY10" fmla="*/ 0 h 1346911"/>
                  <a:gd name="connsiteX0" fmla="*/ 304530 w 732732"/>
                  <a:gd name="connsiteY0" fmla="*/ 6350 h 1346911"/>
                  <a:gd name="connsiteX1" fmla="*/ 160596 w 732732"/>
                  <a:gd name="connsiteY1" fmla="*/ 184150 h 1346911"/>
                  <a:gd name="connsiteX2" fmla="*/ 69580 w 732732"/>
                  <a:gd name="connsiteY2" fmla="*/ 628650 h 1346911"/>
                  <a:gd name="connsiteX3" fmla="*/ 8197 w 732732"/>
                  <a:gd name="connsiteY3" fmla="*/ 1238250 h 1346911"/>
                  <a:gd name="connsiteX4" fmla="*/ 325697 w 732732"/>
                  <a:gd name="connsiteY4" fmla="*/ 1299632 h 1346911"/>
                  <a:gd name="connsiteX5" fmla="*/ 537364 w 732732"/>
                  <a:gd name="connsiteY5" fmla="*/ 1339850 h 1346911"/>
                  <a:gd name="connsiteX6" fmla="*/ 581814 w 732732"/>
                  <a:gd name="connsiteY6" fmla="*/ 1149350 h 1346911"/>
                  <a:gd name="connsiteX7" fmla="*/ 638963 w 732732"/>
                  <a:gd name="connsiteY7" fmla="*/ 899582 h 1346911"/>
                  <a:gd name="connsiteX8" fmla="*/ 685530 w 732732"/>
                  <a:gd name="connsiteY8" fmla="*/ 613833 h 1346911"/>
                  <a:gd name="connsiteX9" fmla="*/ 706697 w 732732"/>
                  <a:gd name="connsiteY9" fmla="*/ 243416 h 1346911"/>
                  <a:gd name="connsiteX10" fmla="*/ 298180 w 732732"/>
                  <a:gd name="connsiteY10" fmla="*/ 0 h 1346911"/>
                  <a:gd name="connsiteX0" fmla="*/ 311425 w 739627"/>
                  <a:gd name="connsiteY0" fmla="*/ 6350 h 1346911"/>
                  <a:gd name="connsiteX1" fmla="*/ 167491 w 739627"/>
                  <a:gd name="connsiteY1" fmla="*/ 184150 h 1346911"/>
                  <a:gd name="connsiteX2" fmla="*/ 23558 w 739627"/>
                  <a:gd name="connsiteY2" fmla="*/ 685800 h 1346911"/>
                  <a:gd name="connsiteX3" fmla="*/ 15092 w 739627"/>
                  <a:gd name="connsiteY3" fmla="*/ 1238250 h 1346911"/>
                  <a:gd name="connsiteX4" fmla="*/ 332592 w 739627"/>
                  <a:gd name="connsiteY4" fmla="*/ 1299632 h 1346911"/>
                  <a:gd name="connsiteX5" fmla="*/ 544259 w 739627"/>
                  <a:gd name="connsiteY5" fmla="*/ 1339850 h 1346911"/>
                  <a:gd name="connsiteX6" fmla="*/ 588709 w 739627"/>
                  <a:gd name="connsiteY6" fmla="*/ 1149350 h 1346911"/>
                  <a:gd name="connsiteX7" fmla="*/ 645858 w 739627"/>
                  <a:gd name="connsiteY7" fmla="*/ 899582 h 1346911"/>
                  <a:gd name="connsiteX8" fmla="*/ 692425 w 739627"/>
                  <a:gd name="connsiteY8" fmla="*/ 613833 h 1346911"/>
                  <a:gd name="connsiteX9" fmla="*/ 713592 w 739627"/>
                  <a:gd name="connsiteY9" fmla="*/ 243416 h 1346911"/>
                  <a:gd name="connsiteX10" fmla="*/ 305075 w 739627"/>
                  <a:gd name="connsiteY10" fmla="*/ 0 h 1346911"/>
                  <a:gd name="connsiteX0" fmla="*/ 311425 w 739627"/>
                  <a:gd name="connsiteY0" fmla="*/ 6350 h 1346911"/>
                  <a:gd name="connsiteX1" fmla="*/ 44724 w 739627"/>
                  <a:gd name="connsiteY1" fmla="*/ 423333 h 1346911"/>
                  <a:gd name="connsiteX2" fmla="*/ 23558 w 739627"/>
                  <a:gd name="connsiteY2" fmla="*/ 685800 h 1346911"/>
                  <a:gd name="connsiteX3" fmla="*/ 15092 w 739627"/>
                  <a:gd name="connsiteY3" fmla="*/ 1238250 h 1346911"/>
                  <a:gd name="connsiteX4" fmla="*/ 332592 w 739627"/>
                  <a:gd name="connsiteY4" fmla="*/ 1299632 h 1346911"/>
                  <a:gd name="connsiteX5" fmla="*/ 544259 w 739627"/>
                  <a:gd name="connsiteY5" fmla="*/ 1339850 h 1346911"/>
                  <a:gd name="connsiteX6" fmla="*/ 588709 w 739627"/>
                  <a:gd name="connsiteY6" fmla="*/ 1149350 h 1346911"/>
                  <a:gd name="connsiteX7" fmla="*/ 645858 w 739627"/>
                  <a:gd name="connsiteY7" fmla="*/ 899582 h 1346911"/>
                  <a:gd name="connsiteX8" fmla="*/ 692425 w 739627"/>
                  <a:gd name="connsiteY8" fmla="*/ 613833 h 1346911"/>
                  <a:gd name="connsiteX9" fmla="*/ 713592 w 739627"/>
                  <a:gd name="connsiteY9" fmla="*/ 243416 h 1346911"/>
                  <a:gd name="connsiteX10" fmla="*/ 305075 w 739627"/>
                  <a:gd name="connsiteY10" fmla="*/ 0 h 1346911"/>
                  <a:gd name="connsiteX0" fmla="*/ 311425 w 756295"/>
                  <a:gd name="connsiteY0" fmla="*/ 0 h 1340561"/>
                  <a:gd name="connsiteX1" fmla="*/ 44724 w 756295"/>
                  <a:gd name="connsiteY1" fmla="*/ 416983 h 1340561"/>
                  <a:gd name="connsiteX2" fmla="*/ 23558 w 756295"/>
                  <a:gd name="connsiteY2" fmla="*/ 679450 h 1340561"/>
                  <a:gd name="connsiteX3" fmla="*/ 15092 w 756295"/>
                  <a:gd name="connsiteY3" fmla="*/ 1231900 h 1340561"/>
                  <a:gd name="connsiteX4" fmla="*/ 332592 w 756295"/>
                  <a:gd name="connsiteY4" fmla="*/ 1293282 h 1340561"/>
                  <a:gd name="connsiteX5" fmla="*/ 544259 w 756295"/>
                  <a:gd name="connsiteY5" fmla="*/ 1333500 h 1340561"/>
                  <a:gd name="connsiteX6" fmla="*/ 588709 w 756295"/>
                  <a:gd name="connsiteY6" fmla="*/ 1143000 h 1340561"/>
                  <a:gd name="connsiteX7" fmla="*/ 645858 w 756295"/>
                  <a:gd name="connsiteY7" fmla="*/ 893232 h 1340561"/>
                  <a:gd name="connsiteX8" fmla="*/ 692425 w 756295"/>
                  <a:gd name="connsiteY8" fmla="*/ 607483 h 1340561"/>
                  <a:gd name="connsiteX9" fmla="*/ 713592 w 756295"/>
                  <a:gd name="connsiteY9" fmla="*/ 237066 h 1340561"/>
                  <a:gd name="connsiteX10" fmla="*/ 78592 w 756295"/>
                  <a:gd name="connsiteY10" fmla="*/ 209550 h 1340561"/>
                  <a:gd name="connsiteX0" fmla="*/ 103992 w 756295"/>
                  <a:gd name="connsiteY0" fmla="*/ 10154 h 1132698"/>
                  <a:gd name="connsiteX1" fmla="*/ 44724 w 756295"/>
                  <a:gd name="connsiteY1" fmla="*/ 209120 h 1132698"/>
                  <a:gd name="connsiteX2" fmla="*/ 23558 w 756295"/>
                  <a:gd name="connsiteY2" fmla="*/ 471587 h 1132698"/>
                  <a:gd name="connsiteX3" fmla="*/ 15092 w 756295"/>
                  <a:gd name="connsiteY3" fmla="*/ 1024037 h 1132698"/>
                  <a:gd name="connsiteX4" fmla="*/ 332592 w 756295"/>
                  <a:gd name="connsiteY4" fmla="*/ 1085419 h 1132698"/>
                  <a:gd name="connsiteX5" fmla="*/ 544259 w 756295"/>
                  <a:gd name="connsiteY5" fmla="*/ 1125637 h 1132698"/>
                  <a:gd name="connsiteX6" fmla="*/ 588709 w 756295"/>
                  <a:gd name="connsiteY6" fmla="*/ 935137 h 1132698"/>
                  <a:gd name="connsiteX7" fmla="*/ 645858 w 756295"/>
                  <a:gd name="connsiteY7" fmla="*/ 685369 h 1132698"/>
                  <a:gd name="connsiteX8" fmla="*/ 692425 w 756295"/>
                  <a:gd name="connsiteY8" fmla="*/ 399620 h 1132698"/>
                  <a:gd name="connsiteX9" fmla="*/ 713592 w 756295"/>
                  <a:gd name="connsiteY9" fmla="*/ 29203 h 1132698"/>
                  <a:gd name="connsiteX10" fmla="*/ 78592 w 756295"/>
                  <a:gd name="connsiteY10" fmla="*/ 1687 h 1132698"/>
                  <a:gd name="connsiteX0" fmla="*/ 103992 w 757240"/>
                  <a:gd name="connsiteY0" fmla="*/ 10154 h 1132698"/>
                  <a:gd name="connsiteX1" fmla="*/ 44724 w 757240"/>
                  <a:gd name="connsiteY1" fmla="*/ 209120 h 1132698"/>
                  <a:gd name="connsiteX2" fmla="*/ 23558 w 757240"/>
                  <a:gd name="connsiteY2" fmla="*/ 471587 h 1132698"/>
                  <a:gd name="connsiteX3" fmla="*/ 15092 w 757240"/>
                  <a:gd name="connsiteY3" fmla="*/ 1024037 h 1132698"/>
                  <a:gd name="connsiteX4" fmla="*/ 332592 w 757240"/>
                  <a:gd name="connsiteY4" fmla="*/ 1085419 h 1132698"/>
                  <a:gd name="connsiteX5" fmla="*/ 544259 w 757240"/>
                  <a:gd name="connsiteY5" fmla="*/ 1125637 h 1132698"/>
                  <a:gd name="connsiteX6" fmla="*/ 588709 w 757240"/>
                  <a:gd name="connsiteY6" fmla="*/ 935137 h 1132698"/>
                  <a:gd name="connsiteX7" fmla="*/ 645858 w 757240"/>
                  <a:gd name="connsiteY7" fmla="*/ 685369 h 1132698"/>
                  <a:gd name="connsiteX8" fmla="*/ 692425 w 757240"/>
                  <a:gd name="connsiteY8" fmla="*/ 399620 h 1132698"/>
                  <a:gd name="connsiteX9" fmla="*/ 713592 w 757240"/>
                  <a:gd name="connsiteY9" fmla="*/ 29203 h 1132698"/>
                  <a:gd name="connsiteX10" fmla="*/ 78592 w 757240"/>
                  <a:gd name="connsiteY10" fmla="*/ 1687 h 1132698"/>
                  <a:gd name="connsiteX0" fmla="*/ 103992 w 757240"/>
                  <a:gd name="connsiteY0" fmla="*/ 10154 h 1132698"/>
                  <a:gd name="connsiteX1" fmla="*/ 44724 w 757240"/>
                  <a:gd name="connsiteY1" fmla="*/ 209120 h 1132698"/>
                  <a:gd name="connsiteX2" fmla="*/ 23558 w 757240"/>
                  <a:gd name="connsiteY2" fmla="*/ 471587 h 1132698"/>
                  <a:gd name="connsiteX3" fmla="*/ 15092 w 757240"/>
                  <a:gd name="connsiteY3" fmla="*/ 1024037 h 1132698"/>
                  <a:gd name="connsiteX4" fmla="*/ 332592 w 757240"/>
                  <a:gd name="connsiteY4" fmla="*/ 1085419 h 1132698"/>
                  <a:gd name="connsiteX5" fmla="*/ 544259 w 757240"/>
                  <a:gd name="connsiteY5" fmla="*/ 1125637 h 1132698"/>
                  <a:gd name="connsiteX6" fmla="*/ 588709 w 757240"/>
                  <a:gd name="connsiteY6" fmla="*/ 935137 h 1132698"/>
                  <a:gd name="connsiteX7" fmla="*/ 645858 w 757240"/>
                  <a:gd name="connsiteY7" fmla="*/ 685369 h 1132698"/>
                  <a:gd name="connsiteX8" fmla="*/ 692425 w 757240"/>
                  <a:gd name="connsiteY8" fmla="*/ 399620 h 1132698"/>
                  <a:gd name="connsiteX9" fmla="*/ 713592 w 757240"/>
                  <a:gd name="connsiteY9" fmla="*/ 29203 h 1132698"/>
                  <a:gd name="connsiteX10" fmla="*/ 78592 w 757240"/>
                  <a:gd name="connsiteY10" fmla="*/ 1687 h 1132698"/>
                  <a:gd name="connsiteX0" fmla="*/ 103992 w 757240"/>
                  <a:gd name="connsiteY0" fmla="*/ 10154 h 1132698"/>
                  <a:gd name="connsiteX1" fmla="*/ 44724 w 757240"/>
                  <a:gd name="connsiteY1" fmla="*/ 209120 h 1132698"/>
                  <a:gd name="connsiteX2" fmla="*/ 23558 w 757240"/>
                  <a:gd name="connsiteY2" fmla="*/ 471587 h 1132698"/>
                  <a:gd name="connsiteX3" fmla="*/ 15092 w 757240"/>
                  <a:gd name="connsiteY3" fmla="*/ 1024037 h 1132698"/>
                  <a:gd name="connsiteX4" fmla="*/ 332592 w 757240"/>
                  <a:gd name="connsiteY4" fmla="*/ 1085419 h 1132698"/>
                  <a:gd name="connsiteX5" fmla="*/ 544259 w 757240"/>
                  <a:gd name="connsiteY5" fmla="*/ 1125637 h 1132698"/>
                  <a:gd name="connsiteX6" fmla="*/ 588709 w 757240"/>
                  <a:gd name="connsiteY6" fmla="*/ 935137 h 1132698"/>
                  <a:gd name="connsiteX7" fmla="*/ 645858 w 757240"/>
                  <a:gd name="connsiteY7" fmla="*/ 685369 h 1132698"/>
                  <a:gd name="connsiteX8" fmla="*/ 692425 w 757240"/>
                  <a:gd name="connsiteY8" fmla="*/ 399620 h 1132698"/>
                  <a:gd name="connsiteX9" fmla="*/ 713592 w 757240"/>
                  <a:gd name="connsiteY9" fmla="*/ 29203 h 1132698"/>
                  <a:gd name="connsiteX10" fmla="*/ 78592 w 757240"/>
                  <a:gd name="connsiteY10" fmla="*/ 1687 h 1132698"/>
                  <a:gd name="connsiteX0" fmla="*/ 103992 w 757240"/>
                  <a:gd name="connsiteY0" fmla="*/ 10154 h 1149918"/>
                  <a:gd name="connsiteX1" fmla="*/ 44724 w 757240"/>
                  <a:gd name="connsiteY1" fmla="*/ 209120 h 1149918"/>
                  <a:gd name="connsiteX2" fmla="*/ 23558 w 757240"/>
                  <a:gd name="connsiteY2" fmla="*/ 471587 h 1149918"/>
                  <a:gd name="connsiteX3" fmla="*/ 15092 w 757240"/>
                  <a:gd name="connsiteY3" fmla="*/ 1024037 h 1149918"/>
                  <a:gd name="connsiteX4" fmla="*/ 332592 w 757240"/>
                  <a:gd name="connsiteY4" fmla="*/ 1085419 h 1149918"/>
                  <a:gd name="connsiteX5" fmla="*/ 544259 w 757240"/>
                  <a:gd name="connsiteY5" fmla="*/ 1125637 h 1149918"/>
                  <a:gd name="connsiteX6" fmla="*/ 645858 w 757240"/>
                  <a:gd name="connsiteY6" fmla="*/ 685369 h 1149918"/>
                  <a:gd name="connsiteX7" fmla="*/ 692425 w 757240"/>
                  <a:gd name="connsiteY7" fmla="*/ 399620 h 1149918"/>
                  <a:gd name="connsiteX8" fmla="*/ 713592 w 757240"/>
                  <a:gd name="connsiteY8" fmla="*/ 29203 h 1149918"/>
                  <a:gd name="connsiteX9" fmla="*/ 78592 w 757240"/>
                  <a:gd name="connsiteY9" fmla="*/ 1687 h 1149918"/>
                  <a:gd name="connsiteX0" fmla="*/ 103992 w 757240"/>
                  <a:gd name="connsiteY0" fmla="*/ 10154 h 1149918"/>
                  <a:gd name="connsiteX1" fmla="*/ 44724 w 757240"/>
                  <a:gd name="connsiteY1" fmla="*/ 209120 h 1149918"/>
                  <a:gd name="connsiteX2" fmla="*/ 23558 w 757240"/>
                  <a:gd name="connsiteY2" fmla="*/ 471587 h 1149918"/>
                  <a:gd name="connsiteX3" fmla="*/ 15092 w 757240"/>
                  <a:gd name="connsiteY3" fmla="*/ 1024037 h 1149918"/>
                  <a:gd name="connsiteX4" fmla="*/ 332592 w 757240"/>
                  <a:gd name="connsiteY4" fmla="*/ 1085419 h 1149918"/>
                  <a:gd name="connsiteX5" fmla="*/ 544259 w 757240"/>
                  <a:gd name="connsiteY5" fmla="*/ 1125637 h 1149918"/>
                  <a:gd name="connsiteX6" fmla="*/ 645858 w 757240"/>
                  <a:gd name="connsiteY6" fmla="*/ 685369 h 1149918"/>
                  <a:gd name="connsiteX7" fmla="*/ 692425 w 757240"/>
                  <a:gd name="connsiteY7" fmla="*/ 399620 h 1149918"/>
                  <a:gd name="connsiteX8" fmla="*/ 713592 w 757240"/>
                  <a:gd name="connsiteY8" fmla="*/ 29203 h 1149918"/>
                  <a:gd name="connsiteX9" fmla="*/ 78592 w 757240"/>
                  <a:gd name="connsiteY9" fmla="*/ 1687 h 1149918"/>
                  <a:gd name="connsiteX0" fmla="*/ 103992 w 757240"/>
                  <a:gd name="connsiteY0" fmla="*/ 10154 h 1127338"/>
                  <a:gd name="connsiteX1" fmla="*/ 44724 w 757240"/>
                  <a:gd name="connsiteY1" fmla="*/ 209120 h 1127338"/>
                  <a:gd name="connsiteX2" fmla="*/ 23558 w 757240"/>
                  <a:gd name="connsiteY2" fmla="*/ 471587 h 1127338"/>
                  <a:gd name="connsiteX3" fmla="*/ 15092 w 757240"/>
                  <a:gd name="connsiteY3" fmla="*/ 1024037 h 1127338"/>
                  <a:gd name="connsiteX4" fmla="*/ 332592 w 757240"/>
                  <a:gd name="connsiteY4" fmla="*/ 1085419 h 1127338"/>
                  <a:gd name="connsiteX5" fmla="*/ 544259 w 757240"/>
                  <a:gd name="connsiteY5" fmla="*/ 1125637 h 1127338"/>
                  <a:gd name="connsiteX6" fmla="*/ 645858 w 757240"/>
                  <a:gd name="connsiteY6" fmla="*/ 685369 h 1127338"/>
                  <a:gd name="connsiteX7" fmla="*/ 692425 w 757240"/>
                  <a:gd name="connsiteY7" fmla="*/ 399620 h 1127338"/>
                  <a:gd name="connsiteX8" fmla="*/ 713592 w 757240"/>
                  <a:gd name="connsiteY8" fmla="*/ 29203 h 1127338"/>
                  <a:gd name="connsiteX9" fmla="*/ 78592 w 757240"/>
                  <a:gd name="connsiteY9" fmla="*/ 1687 h 1127338"/>
                  <a:gd name="connsiteX0" fmla="*/ 103992 w 757240"/>
                  <a:gd name="connsiteY0" fmla="*/ 10154 h 1127338"/>
                  <a:gd name="connsiteX1" fmla="*/ 44724 w 757240"/>
                  <a:gd name="connsiteY1" fmla="*/ 209120 h 1127338"/>
                  <a:gd name="connsiteX2" fmla="*/ 23558 w 757240"/>
                  <a:gd name="connsiteY2" fmla="*/ 471587 h 1127338"/>
                  <a:gd name="connsiteX3" fmla="*/ 15092 w 757240"/>
                  <a:gd name="connsiteY3" fmla="*/ 1024037 h 1127338"/>
                  <a:gd name="connsiteX4" fmla="*/ 332592 w 757240"/>
                  <a:gd name="connsiteY4" fmla="*/ 1085419 h 1127338"/>
                  <a:gd name="connsiteX5" fmla="*/ 544259 w 757240"/>
                  <a:gd name="connsiteY5" fmla="*/ 1125637 h 1127338"/>
                  <a:gd name="connsiteX6" fmla="*/ 645858 w 757240"/>
                  <a:gd name="connsiteY6" fmla="*/ 685369 h 1127338"/>
                  <a:gd name="connsiteX7" fmla="*/ 692425 w 757240"/>
                  <a:gd name="connsiteY7" fmla="*/ 399620 h 1127338"/>
                  <a:gd name="connsiteX8" fmla="*/ 713592 w 757240"/>
                  <a:gd name="connsiteY8" fmla="*/ 29203 h 1127338"/>
                  <a:gd name="connsiteX9" fmla="*/ 78592 w 757240"/>
                  <a:gd name="connsiteY9" fmla="*/ 1687 h 1127338"/>
                  <a:gd name="connsiteX0" fmla="*/ 100240 w 753488"/>
                  <a:gd name="connsiteY0" fmla="*/ 10154 h 1127338"/>
                  <a:gd name="connsiteX1" fmla="*/ 40972 w 753488"/>
                  <a:gd name="connsiteY1" fmla="*/ 209120 h 1127338"/>
                  <a:gd name="connsiteX2" fmla="*/ 19806 w 753488"/>
                  <a:gd name="connsiteY2" fmla="*/ 471587 h 1127338"/>
                  <a:gd name="connsiteX3" fmla="*/ 11340 w 753488"/>
                  <a:gd name="connsiteY3" fmla="*/ 1024037 h 1127338"/>
                  <a:gd name="connsiteX4" fmla="*/ 328840 w 753488"/>
                  <a:gd name="connsiteY4" fmla="*/ 1085419 h 1127338"/>
                  <a:gd name="connsiteX5" fmla="*/ 540507 w 753488"/>
                  <a:gd name="connsiteY5" fmla="*/ 1125637 h 1127338"/>
                  <a:gd name="connsiteX6" fmla="*/ 642106 w 753488"/>
                  <a:gd name="connsiteY6" fmla="*/ 685369 h 1127338"/>
                  <a:gd name="connsiteX7" fmla="*/ 688673 w 753488"/>
                  <a:gd name="connsiteY7" fmla="*/ 399620 h 1127338"/>
                  <a:gd name="connsiteX8" fmla="*/ 709840 w 753488"/>
                  <a:gd name="connsiteY8" fmla="*/ 29203 h 1127338"/>
                  <a:gd name="connsiteX9" fmla="*/ 74840 w 753488"/>
                  <a:gd name="connsiteY9" fmla="*/ 1687 h 1127338"/>
                  <a:gd name="connsiteX0" fmla="*/ 100240 w 753488"/>
                  <a:gd name="connsiteY0" fmla="*/ 10154 h 1127338"/>
                  <a:gd name="connsiteX1" fmla="*/ 40972 w 753488"/>
                  <a:gd name="connsiteY1" fmla="*/ 209120 h 1127338"/>
                  <a:gd name="connsiteX2" fmla="*/ 19806 w 753488"/>
                  <a:gd name="connsiteY2" fmla="*/ 471587 h 1127338"/>
                  <a:gd name="connsiteX3" fmla="*/ 11340 w 753488"/>
                  <a:gd name="connsiteY3" fmla="*/ 1024037 h 1127338"/>
                  <a:gd name="connsiteX4" fmla="*/ 328840 w 753488"/>
                  <a:gd name="connsiteY4" fmla="*/ 1085419 h 1127338"/>
                  <a:gd name="connsiteX5" fmla="*/ 540507 w 753488"/>
                  <a:gd name="connsiteY5" fmla="*/ 1125637 h 1127338"/>
                  <a:gd name="connsiteX6" fmla="*/ 642106 w 753488"/>
                  <a:gd name="connsiteY6" fmla="*/ 685369 h 1127338"/>
                  <a:gd name="connsiteX7" fmla="*/ 688673 w 753488"/>
                  <a:gd name="connsiteY7" fmla="*/ 399620 h 1127338"/>
                  <a:gd name="connsiteX8" fmla="*/ 709840 w 753488"/>
                  <a:gd name="connsiteY8" fmla="*/ 29203 h 1127338"/>
                  <a:gd name="connsiteX9" fmla="*/ 74840 w 753488"/>
                  <a:gd name="connsiteY9" fmla="*/ 1687 h 1127338"/>
                  <a:gd name="connsiteX0" fmla="*/ 125640 w 753488"/>
                  <a:gd name="connsiteY0" fmla="*/ 22854 h 1127338"/>
                  <a:gd name="connsiteX1" fmla="*/ 40972 w 753488"/>
                  <a:gd name="connsiteY1" fmla="*/ 209120 h 1127338"/>
                  <a:gd name="connsiteX2" fmla="*/ 19806 w 753488"/>
                  <a:gd name="connsiteY2" fmla="*/ 471587 h 1127338"/>
                  <a:gd name="connsiteX3" fmla="*/ 11340 w 753488"/>
                  <a:gd name="connsiteY3" fmla="*/ 1024037 h 1127338"/>
                  <a:gd name="connsiteX4" fmla="*/ 328840 w 753488"/>
                  <a:gd name="connsiteY4" fmla="*/ 1085419 h 1127338"/>
                  <a:gd name="connsiteX5" fmla="*/ 540507 w 753488"/>
                  <a:gd name="connsiteY5" fmla="*/ 1125637 h 1127338"/>
                  <a:gd name="connsiteX6" fmla="*/ 642106 w 753488"/>
                  <a:gd name="connsiteY6" fmla="*/ 685369 h 1127338"/>
                  <a:gd name="connsiteX7" fmla="*/ 688673 w 753488"/>
                  <a:gd name="connsiteY7" fmla="*/ 399620 h 1127338"/>
                  <a:gd name="connsiteX8" fmla="*/ 709840 w 753488"/>
                  <a:gd name="connsiteY8" fmla="*/ 29203 h 1127338"/>
                  <a:gd name="connsiteX9" fmla="*/ 74840 w 753488"/>
                  <a:gd name="connsiteY9" fmla="*/ 1687 h 1127338"/>
                  <a:gd name="connsiteX0" fmla="*/ 125640 w 771746"/>
                  <a:gd name="connsiteY0" fmla="*/ 42729 h 1147213"/>
                  <a:gd name="connsiteX1" fmla="*/ 40972 w 771746"/>
                  <a:gd name="connsiteY1" fmla="*/ 228995 h 1147213"/>
                  <a:gd name="connsiteX2" fmla="*/ 19806 w 771746"/>
                  <a:gd name="connsiteY2" fmla="*/ 491462 h 1147213"/>
                  <a:gd name="connsiteX3" fmla="*/ 11340 w 771746"/>
                  <a:gd name="connsiteY3" fmla="*/ 1043912 h 1147213"/>
                  <a:gd name="connsiteX4" fmla="*/ 328840 w 771746"/>
                  <a:gd name="connsiteY4" fmla="*/ 1105294 h 1147213"/>
                  <a:gd name="connsiteX5" fmla="*/ 540507 w 771746"/>
                  <a:gd name="connsiteY5" fmla="*/ 1145512 h 1147213"/>
                  <a:gd name="connsiteX6" fmla="*/ 642106 w 771746"/>
                  <a:gd name="connsiteY6" fmla="*/ 705244 h 1147213"/>
                  <a:gd name="connsiteX7" fmla="*/ 688673 w 771746"/>
                  <a:gd name="connsiteY7" fmla="*/ 419495 h 1147213"/>
                  <a:gd name="connsiteX8" fmla="*/ 733123 w 771746"/>
                  <a:gd name="connsiteY8" fmla="*/ 23678 h 1147213"/>
                  <a:gd name="connsiteX9" fmla="*/ 74840 w 771746"/>
                  <a:gd name="connsiteY9" fmla="*/ 21562 h 1147213"/>
                  <a:gd name="connsiteX0" fmla="*/ 125640 w 696807"/>
                  <a:gd name="connsiteY0" fmla="*/ 21167 h 1125651"/>
                  <a:gd name="connsiteX1" fmla="*/ 40972 w 696807"/>
                  <a:gd name="connsiteY1" fmla="*/ 207433 h 1125651"/>
                  <a:gd name="connsiteX2" fmla="*/ 19806 w 696807"/>
                  <a:gd name="connsiteY2" fmla="*/ 469900 h 1125651"/>
                  <a:gd name="connsiteX3" fmla="*/ 11340 w 696807"/>
                  <a:gd name="connsiteY3" fmla="*/ 1022350 h 1125651"/>
                  <a:gd name="connsiteX4" fmla="*/ 328840 w 696807"/>
                  <a:gd name="connsiteY4" fmla="*/ 1083732 h 1125651"/>
                  <a:gd name="connsiteX5" fmla="*/ 540507 w 696807"/>
                  <a:gd name="connsiteY5" fmla="*/ 1123950 h 1125651"/>
                  <a:gd name="connsiteX6" fmla="*/ 642106 w 696807"/>
                  <a:gd name="connsiteY6" fmla="*/ 683682 h 1125651"/>
                  <a:gd name="connsiteX7" fmla="*/ 688673 w 696807"/>
                  <a:gd name="connsiteY7" fmla="*/ 397933 h 1125651"/>
                  <a:gd name="connsiteX8" fmla="*/ 629407 w 696807"/>
                  <a:gd name="connsiteY8" fmla="*/ 76200 h 1125651"/>
                  <a:gd name="connsiteX9" fmla="*/ 74840 w 696807"/>
                  <a:gd name="connsiteY9" fmla="*/ 0 h 1125651"/>
                  <a:gd name="connsiteX0" fmla="*/ 125640 w 936334"/>
                  <a:gd name="connsiteY0" fmla="*/ 21167 h 1125651"/>
                  <a:gd name="connsiteX1" fmla="*/ 40972 w 936334"/>
                  <a:gd name="connsiteY1" fmla="*/ 207433 h 1125651"/>
                  <a:gd name="connsiteX2" fmla="*/ 19806 w 936334"/>
                  <a:gd name="connsiteY2" fmla="*/ 469900 h 1125651"/>
                  <a:gd name="connsiteX3" fmla="*/ 11340 w 936334"/>
                  <a:gd name="connsiteY3" fmla="*/ 1022350 h 1125651"/>
                  <a:gd name="connsiteX4" fmla="*/ 328840 w 936334"/>
                  <a:gd name="connsiteY4" fmla="*/ 1083732 h 1125651"/>
                  <a:gd name="connsiteX5" fmla="*/ 540507 w 936334"/>
                  <a:gd name="connsiteY5" fmla="*/ 1123950 h 1125651"/>
                  <a:gd name="connsiteX6" fmla="*/ 642106 w 936334"/>
                  <a:gd name="connsiteY6" fmla="*/ 683682 h 1125651"/>
                  <a:gd name="connsiteX7" fmla="*/ 936323 w 936334"/>
                  <a:gd name="connsiteY7" fmla="*/ 764117 h 1125651"/>
                  <a:gd name="connsiteX8" fmla="*/ 629407 w 936334"/>
                  <a:gd name="connsiteY8" fmla="*/ 76200 h 1125651"/>
                  <a:gd name="connsiteX9" fmla="*/ 74840 w 936334"/>
                  <a:gd name="connsiteY9" fmla="*/ 0 h 1125651"/>
                  <a:gd name="connsiteX0" fmla="*/ 125640 w 938359"/>
                  <a:gd name="connsiteY0" fmla="*/ 21167 h 1125651"/>
                  <a:gd name="connsiteX1" fmla="*/ 40972 w 938359"/>
                  <a:gd name="connsiteY1" fmla="*/ 207433 h 1125651"/>
                  <a:gd name="connsiteX2" fmla="*/ 19806 w 938359"/>
                  <a:gd name="connsiteY2" fmla="*/ 469900 h 1125651"/>
                  <a:gd name="connsiteX3" fmla="*/ 11340 w 938359"/>
                  <a:gd name="connsiteY3" fmla="*/ 1022350 h 1125651"/>
                  <a:gd name="connsiteX4" fmla="*/ 328840 w 938359"/>
                  <a:gd name="connsiteY4" fmla="*/ 1083732 h 1125651"/>
                  <a:gd name="connsiteX5" fmla="*/ 540507 w 938359"/>
                  <a:gd name="connsiteY5" fmla="*/ 1123950 h 1125651"/>
                  <a:gd name="connsiteX6" fmla="*/ 487590 w 938359"/>
                  <a:gd name="connsiteY6" fmla="*/ 876299 h 1125651"/>
                  <a:gd name="connsiteX7" fmla="*/ 936323 w 938359"/>
                  <a:gd name="connsiteY7" fmla="*/ 764117 h 1125651"/>
                  <a:gd name="connsiteX8" fmla="*/ 629407 w 938359"/>
                  <a:gd name="connsiteY8" fmla="*/ 76200 h 1125651"/>
                  <a:gd name="connsiteX9" fmla="*/ 74840 w 938359"/>
                  <a:gd name="connsiteY9" fmla="*/ 0 h 1125651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57446"/>
                  <a:gd name="connsiteY0" fmla="*/ 21167 h 1093866"/>
                  <a:gd name="connsiteX1" fmla="*/ 40972 w 957446"/>
                  <a:gd name="connsiteY1" fmla="*/ 207433 h 1093866"/>
                  <a:gd name="connsiteX2" fmla="*/ 19806 w 957446"/>
                  <a:gd name="connsiteY2" fmla="*/ 469900 h 1093866"/>
                  <a:gd name="connsiteX3" fmla="*/ 11340 w 957446"/>
                  <a:gd name="connsiteY3" fmla="*/ 1022350 h 1093866"/>
                  <a:gd name="connsiteX4" fmla="*/ 328840 w 957446"/>
                  <a:gd name="connsiteY4" fmla="*/ 1083732 h 1093866"/>
                  <a:gd name="connsiteX5" fmla="*/ 434673 w 957446"/>
                  <a:gd name="connsiteY5" fmla="*/ 808567 h 1093866"/>
                  <a:gd name="connsiteX6" fmla="*/ 487590 w 957446"/>
                  <a:gd name="connsiteY6" fmla="*/ 876299 h 1093866"/>
                  <a:gd name="connsiteX7" fmla="*/ 936323 w 957446"/>
                  <a:gd name="connsiteY7" fmla="*/ 764117 h 1093866"/>
                  <a:gd name="connsiteX8" fmla="*/ 629407 w 957446"/>
                  <a:gd name="connsiteY8" fmla="*/ 76200 h 1093866"/>
                  <a:gd name="connsiteX9" fmla="*/ 74840 w 957446"/>
                  <a:gd name="connsiteY9" fmla="*/ 0 h 1093866"/>
                  <a:gd name="connsiteX0" fmla="*/ 125640 w 957446"/>
                  <a:gd name="connsiteY0" fmla="*/ 21167 h 1093866"/>
                  <a:gd name="connsiteX1" fmla="*/ 40972 w 957446"/>
                  <a:gd name="connsiteY1" fmla="*/ 207433 h 1093866"/>
                  <a:gd name="connsiteX2" fmla="*/ 19806 w 957446"/>
                  <a:gd name="connsiteY2" fmla="*/ 469900 h 1093866"/>
                  <a:gd name="connsiteX3" fmla="*/ 11340 w 957446"/>
                  <a:gd name="connsiteY3" fmla="*/ 1022350 h 1093866"/>
                  <a:gd name="connsiteX4" fmla="*/ 328840 w 957446"/>
                  <a:gd name="connsiteY4" fmla="*/ 1083732 h 1093866"/>
                  <a:gd name="connsiteX5" fmla="*/ 434673 w 957446"/>
                  <a:gd name="connsiteY5" fmla="*/ 808567 h 1093866"/>
                  <a:gd name="connsiteX6" fmla="*/ 487590 w 957446"/>
                  <a:gd name="connsiteY6" fmla="*/ 876299 h 1093866"/>
                  <a:gd name="connsiteX7" fmla="*/ 936323 w 957446"/>
                  <a:gd name="connsiteY7" fmla="*/ 764117 h 1093866"/>
                  <a:gd name="connsiteX8" fmla="*/ 629407 w 957446"/>
                  <a:gd name="connsiteY8" fmla="*/ 76200 h 1093866"/>
                  <a:gd name="connsiteX9" fmla="*/ 74840 w 957446"/>
                  <a:gd name="connsiteY9" fmla="*/ 0 h 1093866"/>
                  <a:gd name="connsiteX0" fmla="*/ 125640 w 936323"/>
                  <a:gd name="connsiteY0" fmla="*/ 21167 h 1093866"/>
                  <a:gd name="connsiteX1" fmla="*/ 40972 w 936323"/>
                  <a:gd name="connsiteY1" fmla="*/ 207433 h 1093866"/>
                  <a:gd name="connsiteX2" fmla="*/ 19806 w 936323"/>
                  <a:gd name="connsiteY2" fmla="*/ 469900 h 1093866"/>
                  <a:gd name="connsiteX3" fmla="*/ 11340 w 936323"/>
                  <a:gd name="connsiteY3" fmla="*/ 1022350 h 1093866"/>
                  <a:gd name="connsiteX4" fmla="*/ 328840 w 936323"/>
                  <a:gd name="connsiteY4" fmla="*/ 1083732 h 1093866"/>
                  <a:gd name="connsiteX5" fmla="*/ 434673 w 936323"/>
                  <a:gd name="connsiteY5" fmla="*/ 808567 h 1093866"/>
                  <a:gd name="connsiteX6" fmla="*/ 487590 w 936323"/>
                  <a:gd name="connsiteY6" fmla="*/ 876299 h 1093866"/>
                  <a:gd name="connsiteX7" fmla="*/ 936323 w 936323"/>
                  <a:gd name="connsiteY7" fmla="*/ 764117 h 1093866"/>
                  <a:gd name="connsiteX8" fmla="*/ 629407 w 936323"/>
                  <a:gd name="connsiteY8" fmla="*/ 76200 h 1093866"/>
                  <a:gd name="connsiteX9" fmla="*/ 74840 w 936323"/>
                  <a:gd name="connsiteY9" fmla="*/ 0 h 1093866"/>
                  <a:gd name="connsiteX0" fmla="*/ 125640 w 936323"/>
                  <a:gd name="connsiteY0" fmla="*/ 21167 h 1093866"/>
                  <a:gd name="connsiteX1" fmla="*/ 40972 w 936323"/>
                  <a:gd name="connsiteY1" fmla="*/ 207433 h 1093866"/>
                  <a:gd name="connsiteX2" fmla="*/ 19806 w 936323"/>
                  <a:gd name="connsiteY2" fmla="*/ 469900 h 1093866"/>
                  <a:gd name="connsiteX3" fmla="*/ 11340 w 936323"/>
                  <a:gd name="connsiteY3" fmla="*/ 1022350 h 1093866"/>
                  <a:gd name="connsiteX4" fmla="*/ 328840 w 936323"/>
                  <a:gd name="connsiteY4" fmla="*/ 1083732 h 1093866"/>
                  <a:gd name="connsiteX5" fmla="*/ 434673 w 936323"/>
                  <a:gd name="connsiteY5" fmla="*/ 808567 h 1093866"/>
                  <a:gd name="connsiteX6" fmla="*/ 487590 w 936323"/>
                  <a:gd name="connsiteY6" fmla="*/ 876299 h 1093866"/>
                  <a:gd name="connsiteX7" fmla="*/ 936323 w 936323"/>
                  <a:gd name="connsiteY7" fmla="*/ 764117 h 1093866"/>
                  <a:gd name="connsiteX8" fmla="*/ 629407 w 936323"/>
                  <a:gd name="connsiteY8" fmla="*/ 76200 h 1093866"/>
                  <a:gd name="connsiteX9" fmla="*/ 74840 w 936323"/>
                  <a:gd name="connsiteY9" fmla="*/ 0 h 1093866"/>
                  <a:gd name="connsiteX0" fmla="*/ 125640 w 936323"/>
                  <a:gd name="connsiteY0" fmla="*/ 21167 h 1093866"/>
                  <a:gd name="connsiteX1" fmla="*/ 40972 w 936323"/>
                  <a:gd name="connsiteY1" fmla="*/ 207433 h 1093866"/>
                  <a:gd name="connsiteX2" fmla="*/ 19806 w 936323"/>
                  <a:gd name="connsiteY2" fmla="*/ 469900 h 1093866"/>
                  <a:gd name="connsiteX3" fmla="*/ 11340 w 936323"/>
                  <a:gd name="connsiteY3" fmla="*/ 1022350 h 1093866"/>
                  <a:gd name="connsiteX4" fmla="*/ 328840 w 936323"/>
                  <a:gd name="connsiteY4" fmla="*/ 1083732 h 1093866"/>
                  <a:gd name="connsiteX5" fmla="*/ 434673 w 936323"/>
                  <a:gd name="connsiteY5" fmla="*/ 808567 h 1093866"/>
                  <a:gd name="connsiteX6" fmla="*/ 487590 w 936323"/>
                  <a:gd name="connsiteY6" fmla="*/ 876299 h 1093866"/>
                  <a:gd name="connsiteX7" fmla="*/ 936323 w 936323"/>
                  <a:gd name="connsiteY7" fmla="*/ 764117 h 1093866"/>
                  <a:gd name="connsiteX8" fmla="*/ 629407 w 936323"/>
                  <a:gd name="connsiteY8" fmla="*/ 76200 h 1093866"/>
                  <a:gd name="connsiteX9" fmla="*/ 74840 w 936323"/>
                  <a:gd name="connsiteY9" fmla="*/ 0 h 1093866"/>
                  <a:gd name="connsiteX0" fmla="*/ 125640 w 936323"/>
                  <a:gd name="connsiteY0" fmla="*/ 21167 h 1030741"/>
                  <a:gd name="connsiteX1" fmla="*/ 40972 w 936323"/>
                  <a:gd name="connsiteY1" fmla="*/ 207433 h 1030741"/>
                  <a:gd name="connsiteX2" fmla="*/ 19806 w 936323"/>
                  <a:gd name="connsiteY2" fmla="*/ 469900 h 1030741"/>
                  <a:gd name="connsiteX3" fmla="*/ 11340 w 936323"/>
                  <a:gd name="connsiteY3" fmla="*/ 1022350 h 1030741"/>
                  <a:gd name="connsiteX4" fmla="*/ 434673 w 936323"/>
                  <a:gd name="connsiteY4" fmla="*/ 808567 h 1030741"/>
                  <a:gd name="connsiteX5" fmla="*/ 487590 w 936323"/>
                  <a:gd name="connsiteY5" fmla="*/ 876299 h 1030741"/>
                  <a:gd name="connsiteX6" fmla="*/ 936323 w 936323"/>
                  <a:gd name="connsiteY6" fmla="*/ 764117 h 1030741"/>
                  <a:gd name="connsiteX7" fmla="*/ 629407 w 936323"/>
                  <a:gd name="connsiteY7" fmla="*/ 76200 h 1030741"/>
                  <a:gd name="connsiteX8" fmla="*/ 74840 w 936323"/>
                  <a:gd name="connsiteY8" fmla="*/ 0 h 1030741"/>
                  <a:gd name="connsiteX0" fmla="*/ 105834 w 916517"/>
                  <a:gd name="connsiteY0" fmla="*/ 21167 h 876299"/>
                  <a:gd name="connsiteX1" fmla="*/ 21166 w 916517"/>
                  <a:gd name="connsiteY1" fmla="*/ 207433 h 876299"/>
                  <a:gd name="connsiteX2" fmla="*/ 0 w 916517"/>
                  <a:gd name="connsiteY2" fmla="*/ 469900 h 876299"/>
                  <a:gd name="connsiteX3" fmla="*/ 414867 w 916517"/>
                  <a:gd name="connsiteY3" fmla="*/ 808567 h 876299"/>
                  <a:gd name="connsiteX4" fmla="*/ 467784 w 916517"/>
                  <a:gd name="connsiteY4" fmla="*/ 876299 h 876299"/>
                  <a:gd name="connsiteX5" fmla="*/ 916517 w 916517"/>
                  <a:gd name="connsiteY5" fmla="*/ 764117 h 876299"/>
                  <a:gd name="connsiteX6" fmla="*/ 609601 w 916517"/>
                  <a:gd name="connsiteY6" fmla="*/ 76200 h 876299"/>
                  <a:gd name="connsiteX7" fmla="*/ 55034 w 916517"/>
                  <a:gd name="connsiteY7" fmla="*/ 0 h 876299"/>
                  <a:gd name="connsiteX0" fmla="*/ 102941 w 913624"/>
                  <a:gd name="connsiteY0" fmla="*/ 21167 h 876299"/>
                  <a:gd name="connsiteX1" fmla="*/ 18273 w 913624"/>
                  <a:gd name="connsiteY1" fmla="*/ 207433 h 876299"/>
                  <a:gd name="connsiteX2" fmla="*/ 411974 w 913624"/>
                  <a:gd name="connsiteY2" fmla="*/ 808567 h 876299"/>
                  <a:gd name="connsiteX3" fmla="*/ 464891 w 913624"/>
                  <a:gd name="connsiteY3" fmla="*/ 876299 h 876299"/>
                  <a:gd name="connsiteX4" fmla="*/ 913624 w 913624"/>
                  <a:gd name="connsiteY4" fmla="*/ 764117 h 876299"/>
                  <a:gd name="connsiteX5" fmla="*/ 606708 w 913624"/>
                  <a:gd name="connsiteY5" fmla="*/ 76200 h 876299"/>
                  <a:gd name="connsiteX6" fmla="*/ 52141 w 913624"/>
                  <a:gd name="connsiteY6" fmla="*/ 0 h 876299"/>
                  <a:gd name="connsiteX0" fmla="*/ 50800 w 861483"/>
                  <a:gd name="connsiteY0" fmla="*/ 21167 h 876299"/>
                  <a:gd name="connsiteX1" fmla="*/ 359833 w 861483"/>
                  <a:gd name="connsiteY1" fmla="*/ 808567 h 876299"/>
                  <a:gd name="connsiteX2" fmla="*/ 412750 w 861483"/>
                  <a:gd name="connsiteY2" fmla="*/ 876299 h 876299"/>
                  <a:gd name="connsiteX3" fmla="*/ 861483 w 861483"/>
                  <a:gd name="connsiteY3" fmla="*/ 764117 h 876299"/>
                  <a:gd name="connsiteX4" fmla="*/ 554567 w 861483"/>
                  <a:gd name="connsiteY4" fmla="*/ 76200 h 876299"/>
                  <a:gd name="connsiteX5" fmla="*/ 0 w 861483"/>
                  <a:gd name="connsiteY5" fmla="*/ 0 h 876299"/>
                  <a:gd name="connsiteX0" fmla="*/ 359833 w 861483"/>
                  <a:gd name="connsiteY0" fmla="*/ 808567 h 876299"/>
                  <a:gd name="connsiteX1" fmla="*/ 412750 w 861483"/>
                  <a:gd name="connsiteY1" fmla="*/ 876299 h 876299"/>
                  <a:gd name="connsiteX2" fmla="*/ 861483 w 861483"/>
                  <a:gd name="connsiteY2" fmla="*/ 764117 h 876299"/>
                  <a:gd name="connsiteX3" fmla="*/ 554567 w 861483"/>
                  <a:gd name="connsiteY3" fmla="*/ 76200 h 876299"/>
                  <a:gd name="connsiteX4" fmla="*/ 0 w 861483"/>
                  <a:gd name="connsiteY4" fmla="*/ 0 h 876299"/>
                  <a:gd name="connsiteX0" fmla="*/ 0 w 501650"/>
                  <a:gd name="connsiteY0" fmla="*/ 732367 h 800099"/>
                  <a:gd name="connsiteX1" fmla="*/ 52917 w 501650"/>
                  <a:gd name="connsiteY1" fmla="*/ 800099 h 800099"/>
                  <a:gd name="connsiteX2" fmla="*/ 501650 w 501650"/>
                  <a:gd name="connsiteY2" fmla="*/ 687917 h 800099"/>
                  <a:gd name="connsiteX3" fmla="*/ 194734 w 501650"/>
                  <a:gd name="connsiteY3" fmla="*/ 0 h 800099"/>
                  <a:gd name="connsiteX0" fmla="*/ 0 w 501650"/>
                  <a:gd name="connsiteY0" fmla="*/ 732367 h 800099"/>
                  <a:gd name="connsiteX1" fmla="*/ 52917 w 501650"/>
                  <a:gd name="connsiteY1" fmla="*/ 800099 h 800099"/>
                  <a:gd name="connsiteX2" fmla="*/ 501650 w 501650"/>
                  <a:gd name="connsiteY2" fmla="*/ 687917 h 800099"/>
                  <a:gd name="connsiteX3" fmla="*/ 165101 w 501650"/>
                  <a:gd name="connsiteY3" fmla="*/ 0 h 800099"/>
                  <a:gd name="connsiteX0" fmla="*/ 0 w 501650"/>
                  <a:gd name="connsiteY0" fmla="*/ 651934 h 800099"/>
                  <a:gd name="connsiteX1" fmla="*/ 52917 w 501650"/>
                  <a:gd name="connsiteY1" fmla="*/ 800099 h 800099"/>
                  <a:gd name="connsiteX2" fmla="*/ 501650 w 501650"/>
                  <a:gd name="connsiteY2" fmla="*/ 687917 h 800099"/>
                  <a:gd name="connsiteX3" fmla="*/ 165101 w 501650"/>
                  <a:gd name="connsiteY3" fmla="*/ 0 h 800099"/>
                  <a:gd name="connsiteX0" fmla="*/ 0 w 497417"/>
                  <a:gd name="connsiteY0" fmla="*/ 599017 h 800099"/>
                  <a:gd name="connsiteX1" fmla="*/ 48684 w 497417"/>
                  <a:gd name="connsiteY1" fmla="*/ 800099 h 800099"/>
                  <a:gd name="connsiteX2" fmla="*/ 497417 w 497417"/>
                  <a:gd name="connsiteY2" fmla="*/ 687917 h 800099"/>
                  <a:gd name="connsiteX3" fmla="*/ 160868 w 497417"/>
                  <a:gd name="connsiteY3" fmla="*/ 0 h 800099"/>
                  <a:gd name="connsiteX0" fmla="*/ 0 w 497417"/>
                  <a:gd name="connsiteY0" fmla="*/ 599017 h 800099"/>
                  <a:gd name="connsiteX1" fmla="*/ 48684 w 497417"/>
                  <a:gd name="connsiteY1" fmla="*/ 800099 h 800099"/>
                  <a:gd name="connsiteX2" fmla="*/ 497417 w 497417"/>
                  <a:gd name="connsiteY2" fmla="*/ 687917 h 800099"/>
                  <a:gd name="connsiteX3" fmla="*/ 160868 w 497417"/>
                  <a:gd name="connsiteY3" fmla="*/ 0 h 800099"/>
                  <a:gd name="connsiteX0" fmla="*/ 0 w 484717"/>
                  <a:gd name="connsiteY0" fmla="*/ 594783 h 800099"/>
                  <a:gd name="connsiteX1" fmla="*/ 35984 w 484717"/>
                  <a:gd name="connsiteY1" fmla="*/ 800099 h 800099"/>
                  <a:gd name="connsiteX2" fmla="*/ 484717 w 484717"/>
                  <a:gd name="connsiteY2" fmla="*/ 687917 h 800099"/>
                  <a:gd name="connsiteX3" fmla="*/ 148168 w 484717"/>
                  <a:gd name="connsiteY3" fmla="*/ 0 h 800099"/>
                  <a:gd name="connsiteX0" fmla="*/ 0 w 493184"/>
                  <a:gd name="connsiteY0" fmla="*/ 594783 h 800099"/>
                  <a:gd name="connsiteX1" fmla="*/ 35984 w 493184"/>
                  <a:gd name="connsiteY1" fmla="*/ 800099 h 800099"/>
                  <a:gd name="connsiteX2" fmla="*/ 493184 w 493184"/>
                  <a:gd name="connsiteY2" fmla="*/ 656167 h 800099"/>
                  <a:gd name="connsiteX3" fmla="*/ 148168 w 493184"/>
                  <a:gd name="connsiteY3" fmla="*/ 0 h 800099"/>
                  <a:gd name="connsiteX0" fmla="*/ 0 w 505884"/>
                  <a:gd name="connsiteY0" fmla="*/ 594783 h 800099"/>
                  <a:gd name="connsiteX1" fmla="*/ 35984 w 505884"/>
                  <a:gd name="connsiteY1" fmla="*/ 800099 h 800099"/>
                  <a:gd name="connsiteX2" fmla="*/ 505884 w 505884"/>
                  <a:gd name="connsiteY2" fmla="*/ 690033 h 800099"/>
                  <a:gd name="connsiteX3" fmla="*/ 148168 w 505884"/>
                  <a:gd name="connsiteY3" fmla="*/ 0 h 800099"/>
                  <a:gd name="connsiteX0" fmla="*/ 0 w 532872"/>
                  <a:gd name="connsiteY0" fmla="*/ 594783 h 800099"/>
                  <a:gd name="connsiteX1" fmla="*/ 35984 w 532872"/>
                  <a:gd name="connsiteY1" fmla="*/ 800099 h 800099"/>
                  <a:gd name="connsiteX2" fmla="*/ 532872 w 532872"/>
                  <a:gd name="connsiteY2" fmla="*/ 712258 h 800099"/>
                  <a:gd name="connsiteX3" fmla="*/ 148168 w 532872"/>
                  <a:gd name="connsiteY3" fmla="*/ 0 h 800099"/>
                  <a:gd name="connsiteX0" fmla="*/ 0 w 532872"/>
                  <a:gd name="connsiteY0" fmla="*/ 594783 h 787399"/>
                  <a:gd name="connsiteX1" fmla="*/ 401109 w 532872"/>
                  <a:gd name="connsiteY1" fmla="*/ 787399 h 787399"/>
                  <a:gd name="connsiteX2" fmla="*/ 532872 w 532872"/>
                  <a:gd name="connsiteY2" fmla="*/ 712258 h 787399"/>
                  <a:gd name="connsiteX3" fmla="*/ 148168 w 532872"/>
                  <a:gd name="connsiteY3" fmla="*/ 0 h 787399"/>
                  <a:gd name="connsiteX0" fmla="*/ 0 w 532872"/>
                  <a:gd name="connsiteY0" fmla="*/ 594783 h 787399"/>
                  <a:gd name="connsiteX1" fmla="*/ 401109 w 532872"/>
                  <a:gd name="connsiteY1" fmla="*/ 787399 h 787399"/>
                  <a:gd name="connsiteX2" fmla="*/ 532872 w 532872"/>
                  <a:gd name="connsiteY2" fmla="*/ 712258 h 787399"/>
                  <a:gd name="connsiteX3" fmla="*/ 148168 w 532872"/>
                  <a:gd name="connsiteY3" fmla="*/ 0 h 787399"/>
                  <a:gd name="connsiteX0" fmla="*/ 0 w 532872"/>
                  <a:gd name="connsiteY0" fmla="*/ 594783 h 787399"/>
                  <a:gd name="connsiteX1" fmla="*/ 401109 w 532872"/>
                  <a:gd name="connsiteY1" fmla="*/ 787399 h 787399"/>
                  <a:gd name="connsiteX2" fmla="*/ 532872 w 532872"/>
                  <a:gd name="connsiteY2" fmla="*/ 712258 h 787399"/>
                  <a:gd name="connsiteX3" fmla="*/ 148168 w 532872"/>
                  <a:gd name="connsiteY3" fmla="*/ 0 h 787399"/>
                  <a:gd name="connsiteX0" fmla="*/ 0 w 532872"/>
                  <a:gd name="connsiteY0" fmla="*/ 594783 h 774699"/>
                  <a:gd name="connsiteX1" fmla="*/ 401109 w 532872"/>
                  <a:gd name="connsiteY1" fmla="*/ 774699 h 774699"/>
                  <a:gd name="connsiteX2" fmla="*/ 532872 w 532872"/>
                  <a:gd name="connsiteY2" fmla="*/ 712258 h 774699"/>
                  <a:gd name="connsiteX3" fmla="*/ 148168 w 532872"/>
                  <a:gd name="connsiteY3" fmla="*/ 0 h 774699"/>
                  <a:gd name="connsiteX0" fmla="*/ 31289 w 564161"/>
                  <a:gd name="connsiteY0" fmla="*/ 594783 h 774699"/>
                  <a:gd name="connsiteX1" fmla="*/ 29270 w 564161"/>
                  <a:gd name="connsiteY1" fmla="*/ 596584 h 774699"/>
                  <a:gd name="connsiteX2" fmla="*/ 432398 w 564161"/>
                  <a:gd name="connsiteY2" fmla="*/ 774699 h 774699"/>
                  <a:gd name="connsiteX3" fmla="*/ 564161 w 564161"/>
                  <a:gd name="connsiteY3" fmla="*/ 712258 h 774699"/>
                  <a:gd name="connsiteX4" fmla="*/ 179457 w 564161"/>
                  <a:gd name="connsiteY4" fmla="*/ 0 h 774699"/>
                  <a:gd name="connsiteX0" fmla="*/ 1 w 532873"/>
                  <a:gd name="connsiteY0" fmla="*/ 594783 h 774699"/>
                  <a:gd name="connsiteX1" fmla="*/ 151970 w 532873"/>
                  <a:gd name="connsiteY1" fmla="*/ 714059 h 774699"/>
                  <a:gd name="connsiteX2" fmla="*/ 401110 w 532873"/>
                  <a:gd name="connsiteY2" fmla="*/ 774699 h 774699"/>
                  <a:gd name="connsiteX3" fmla="*/ 532873 w 532873"/>
                  <a:gd name="connsiteY3" fmla="*/ 712258 h 774699"/>
                  <a:gd name="connsiteX4" fmla="*/ 148169 w 532873"/>
                  <a:gd name="connsiteY4" fmla="*/ 0 h 774699"/>
                  <a:gd name="connsiteX0" fmla="*/ 0 w 639234"/>
                  <a:gd name="connsiteY0" fmla="*/ 658283 h 774699"/>
                  <a:gd name="connsiteX1" fmla="*/ 258331 w 639234"/>
                  <a:gd name="connsiteY1" fmla="*/ 714059 h 774699"/>
                  <a:gd name="connsiteX2" fmla="*/ 507471 w 639234"/>
                  <a:gd name="connsiteY2" fmla="*/ 774699 h 774699"/>
                  <a:gd name="connsiteX3" fmla="*/ 639234 w 639234"/>
                  <a:gd name="connsiteY3" fmla="*/ 712258 h 774699"/>
                  <a:gd name="connsiteX4" fmla="*/ 254530 w 639234"/>
                  <a:gd name="connsiteY4" fmla="*/ 0 h 774699"/>
                  <a:gd name="connsiteX0" fmla="*/ 13461 w 652695"/>
                  <a:gd name="connsiteY0" fmla="*/ 658283 h 774699"/>
                  <a:gd name="connsiteX1" fmla="*/ 20967 w 652695"/>
                  <a:gd name="connsiteY1" fmla="*/ 663259 h 774699"/>
                  <a:gd name="connsiteX2" fmla="*/ 271792 w 652695"/>
                  <a:gd name="connsiteY2" fmla="*/ 714059 h 774699"/>
                  <a:gd name="connsiteX3" fmla="*/ 520932 w 652695"/>
                  <a:gd name="connsiteY3" fmla="*/ 774699 h 774699"/>
                  <a:gd name="connsiteX4" fmla="*/ 652695 w 652695"/>
                  <a:gd name="connsiteY4" fmla="*/ 712258 h 774699"/>
                  <a:gd name="connsiteX5" fmla="*/ 267991 w 652695"/>
                  <a:gd name="connsiteY5" fmla="*/ 0 h 774699"/>
                  <a:gd name="connsiteX0" fmla="*/ 0 w 639234"/>
                  <a:gd name="connsiteY0" fmla="*/ 658283 h 774699"/>
                  <a:gd name="connsiteX1" fmla="*/ 47193 w 639234"/>
                  <a:gd name="connsiteY1" fmla="*/ 668022 h 774699"/>
                  <a:gd name="connsiteX2" fmla="*/ 258331 w 639234"/>
                  <a:gd name="connsiteY2" fmla="*/ 714059 h 774699"/>
                  <a:gd name="connsiteX3" fmla="*/ 507471 w 639234"/>
                  <a:gd name="connsiteY3" fmla="*/ 774699 h 774699"/>
                  <a:gd name="connsiteX4" fmla="*/ 639234 w 639234"/>
                  <a:gd name="connsiteY4" fmla="*/ 712258 h 774699"/>
                  <a:gd name="connsiteX5" fmla="*/ 254530 w 639234"/>
                  <a:gd name="connsiteY5" fmla="*/ 0 h 774699"/>
                  <a:gd name="connsiteX0" fmla="*/ 18001 w 657235"/>
                  <a:gd name="connsiteY0" fmla="*/ 658283 h 774699"/>
                  <a:gd name="connsiteX1" fmla="*/ 19157 w 657235"/>
                  <a:gd name="connsiteY1" fmla="*/ 533085 h 774699"/>
                  <a:gd name="connsiteX2" fmla="*/ 276332 w 657235"/>
                  <a:gd name="connsiteY2" fmla="*/ 714059 h 774699"/>
                  <a:gd name="connsiteX3" fmla="*/ 525472 w 657235"/>
                  <a:gd name="connsiteY3" fmla="*/ 774699 h 774699"/>
                  <a:gd name="connsiteX4" fmla="*/ 657235 w 657235"/>
                  <a:gd name="connsiteY4" fmla="*/ 712258 h 774699"/>
                  <a:gd name="connsiteX5" fmla="*/ 272531 w 657235"/>
                  <a:gd name="connsiteY5" fmla="*/ 0 h 774699"/>
                  <a:gd name="connsiteX0" fmla="*/ 0 w 639234"/>
                  <a:gd name="connsiteY0" fmla="*/ 658283 h 774699"/>
                  <a:gd name="connsiteX1" fmla="*/ 110693 w 639234"/>
                  <a:gd name="connsiteY1" fmla="*/ 701360 h 774699"/>
                  <a:gd name="connsiteX2" fmla="*/ 258331 w 639234"/>
                  <a:gd name="connsiteY2" fmla="*/ 714059 h 774699"/>
                  <a:gd name="connsiteX3" fmla="*/ 507471 w 639234"/>
                  <a:gd name="connsiteY3" fmla="*/ 774699 h 774699"/>
                  <a:gd name="connsiteX4" fmla="*/ 639234 w 639234"/>
                  <a:gd name="connsiteY4" fmla="*/ 712258 h 774699"/>
                  <a:gd name="connsiteX5" fmla="*/ 254530 w 639234"/>
                  <a:gd name="connsiteY5" fmla="*/ 0 h 774699"/>
                  <a:gd name="connsiteX0" fmla="*/ 4962 w 644196"/>
                  <a:gd name="connsiteY0" fmla="*/ 658283 h 774699"/>
                  <a:gd name="connsiteX1" fmla="*/ 9293 w 644196"/>
                  <a:gd name="connsiteY1" fmla="*/ 658496 h 774699"/>
                  <a:gd name="connsiteX2" fmla="*/ 115655 w 644196"/>
                  <a:gd name="connsiteY2" fmla="*/ 701360 h 774699"/>
                  <a:gd name="connsiteX3" fmla="*/ 263293 w 644196"/>
                  <a:gd name="connsiteY3" fmla="*/ 714059 h 774699"/>
                  <a:gd name="connsiteX4" fmla="*/ 512433 w 644196"/>
                  <a:gd name="connsiteY4" fmla="*/ 774699 h 774699"/>
                  <a:gd name="connsiteX5" fmla="*/ 644196 w 644196"/>
                  <a:gd name="connsiteY5" fmla="*/ 712258 h 774699"/>
                  <a:gd name="connsiteX6" fmla="*/ 259492 w 644196"/>
                  <a:gd name="connsiteY6" fmla="*/ 0 h 774699"/>
                  <a:gd name="connsiteX0" fmla="*/ 4962 w 644196"/>
                  <a:gd name="connsiteY0" fmla="*/ 658283 h 774699"/>
                  <a:gd name="connsiteX1" fmla="*/ 9293 w 644196"/>
                  <a:gd name="connsiteY1" fmla="*/ 658496 h 774699"/>
                  <a:gd name="connsiteX2" fmla="*/ 41043 w 644196"/>
                  <a:gd name="connsiteY2" fmla="*/ 674371 h 774699"/>
                  <a:gd name="connsiteX3" fmla="*/ 115655 w 644196"/>
                  <a:gd name="connsiteY3" fmla="*/ 701360 h 774699"/>
                  <a:gd name="connsiteX4" fmla="*/ 263293 w 644196"/>
                  <a:gd name="connsiteY4" fmla="*/ 714059 h 774699"/>
                  <a:gd name="connsiteX5" fmla="*/ 512433 w 644196"/>
                  <a:gd name="connsiteY5" fmla="*/ 774699 h 774699"/>
                  <a:gd name="connsiteX6" fmla="*/ 644196 w 644196"/>
                  <a:gd name="connsiteY6" fmla="*/ 712258 h 774699"/>
                  <a:gd name="connsiteX7" fmla="*/ 259492 w 644196"/>
                  <a:gd name="connsiteY7" fmla="*/ 0 h 774699"/>
                  <a:gd name="connsiteX0" fmla="*/ 7185 w 646419"/>
                  <a:gd name="connsiteY0" fmla="*/ 658283 h 774699"/>
                  <a:gd name="connsiteX1" fmla="*/ 8341 w 646419"/>
                  <a:gd name="connsiteY1" fmla="*/ 539433 h 774699"/>
                  <a:gd name="connsiteX2" fmla="*/ 43266 w 646419"/>
                  <a:gd name="connsiteY2" fmla="*/ 674371 h 774699"/>
                  <a:gd name="connsiteX3" fmla="*/ 117878 w 646419"/>
                  <a:gd name="connsiteY3" fmla="*/ 701360 h 774699"/>
                  <a:gd name="connsiteX4" fmla="*/ 265516 w 646419"/>
                  <a:gd name="connsiteY4" fmla="*/ 714059 h 774699"/>
                  <a:gd name="connsiteX5" fmla="*/ 514656 w 646419"/>
                  <a:gd name="connsiteY5" fmla="*/ 774699 h 774699"/>
                  <a:gd name="connsiteX6" fmla="*/ 646419 w 646419"/>
                  <a:gd name="connsiteY6" fmla="*/ 712258 h 774699"/>
                  <a:gd name="connsiteX7" fmla="*/ 261715 w 646419"/>
                  <a:gd name="connsiteY7" fmla="*/ 0 h 774699"/>
                  <a:gd name="connsiteX0" fmla="*/ 61983 w 640892"/>
                  <a:gd name="connsiteY0" fmla="*/ 413808 h 774699"/>
                  <a:gd name="connsiteX1" fmla="*/ 2814 w 640892"/>
                  <a:gd name="connsiteY1" fmla="*/ 539433 h 774699"/>
                  <a:gd name="connsiteX2" fmla="*/ 37739 w 640892"/>
                  <a:gd name="connsiteY2" fmla="*/ 674371 h 774699"/>
                  <a:gd name="connsiteX3" fmla="*/ 112351 w 640892"/>
                  <a:gd name="connsiteY3" fmla="*/ 701360 h 774699"/>
                  <a:gd name="connsiteX4" fmla="*/ 259989 w 640892"/>
                  <a:gd name="connsiteY4" fmla="*/ 714059 h 774699"/>
                  <a:gd name="connsiteX5" fmla="*/ 509129 w 640892"/>
                  <a:gd name="connsiteY5" fmla="*/ 774699 h 774699"/>
                  <a:gd name="connsiteX6" fmla="*/ 640892 w 640892"/>
                  <a:gd name="connsiteY6" fmla="*/ 712258 h 774699"/>
                  <a:gd name="connsiteX7" fmla="*/ 256188 w 640892"/>
                  <a:gd name="connsiteY7" fmla="*/ 0 h 774699"/>
                  <a:gd name="connsiteX0" fmla="*/ 61983 w 640892"/>
                  <a:gd name="connsiteY0" fmla="*/ 413808 h 774699"/>
                  <a:gd name="connsiteX1" fmla="*/ 2814 w 640892"/>
                  <a:gd name="connsiteY1" fmla="*/ 539433 h 774699"/>
                  <a:gd name="connsiteX2" fmla="*/ 10752 w 640892"/>
                  <a:gd name="connsiteY2" fmla="*/ 656909 h 774699"/>
                  <a:gd name="connsiteX3" fmla="*/ 112351 w 640892"/>
                  <a:gd name="connsiteY3" fmla="*/ 701360 h 774699"/>
                  <a:gd name="connsiteX4" fmla="*/ 259989 w 640892"/>
                  <a:gd name="connsiteY4" fmla="*/ 714059 h 774699"/>
                  <a:gd name="connsiteX5" fmla="*/ 509129 w 640892"/>
                  <a:gd name="connsiteY5" fmla="*/ 774699 h 774699"/>
                  <a:gd name="connsiteX6" fmla="*/ 640892 w 640892"/>
                  <a:gd name="connsiteY6" fmla="*/ 712258 h 774699"/>
                  <a:gd name="connsiteX7" fmla="*/ 256188 w 640892"/>
                  <a:gd name="connsiteY7" fmla="*/ 0 h 774699"/>
                  <a:gd name="connsiteX0" fmla="*/ 59956 w 638865"/>
                  <a:gd name="connsiteY0" fmla="*/ 413808 h 774699"/>
                  <a:gd name="connsiteX1" fmla="*/ 787 w 638865"/>
                  <a:gd name="connsiteY1" fmla="*/ 539433 h 774699"/>
                  <a:gd name="connsiteX2" fmla="*/ 8725 w 638865"/>
                  <a:gd name="connsiteY2" fmla="*/ 656909 h 774699"/>
                  <a:gd name="connsiteX3" fmla="*/ 110324 w 638865"/>
                  <a:gd name="connsiteY3" fmla="*/ 701360 h 774699"/>
                  <a:gd name="connsiteX4" fmla="*/ 257962 w 638865"/>
                  <a:gd name="connsiteY4" fmla="*/ 714059 h 774699"/>
                  <a:gd name="connsiteX5" fmla="*/ 507102 w 638865"/>
                  <a:gd name="connsiteY5" fmla="*/ 774699 h 774699"/>
                  <a:gd name="connsiteX6" fmla="*/ 638865 w 638865"/>
                  <a:gd name="connsiteY6" fmla="*/ 712258 h 774699"/>
                  <a:gd name="connsiteX7" fmla="*/ 254161 w 63886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16134 w 644675"/>
                  <a:gd name="connsiteY3" fmla="*/ 701360 h 774699"/>
                  <a:gd name="connsiteX4" fmla="*/ 263772 w 644675"/>
                  <a:gd name="connsiteY4" fmla="*/ 714059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27246 w 644675"/>
                  <a:gd name="connsiteY3" fmla="*/ 688660 h 774699"/>
                  <a:gd name="connsiteX4" fmla="*/ 263772 w 644675"/>
                  <a:gd name="connsiteY4" fmla="*/ 714059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27246 w 644675"/>
                  <a:gd name="connsiteY3" fmla="*/ 688660 h 774699"/>
                  <a:gd name="connsiteX4" fmla="*/ 238372 w 644675"/>
                  <a:gd name="connsiteY4" fmla="*/ 704534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27246 w 644675"/>
                  <a:gd name="connsiteY3" fmla="*/ 688660 h 774699"/>
                  <a:gd name="connsiteX4" fmla="*/ 238372 w 644675"/>
                  <a:gd name="connsiteY4" fmla="*/ 704534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67580 h 828471"/>
                  <a:gd name="connsiteX1" fmla="*/ 6597 w 644675"/>
                  <a:gd name="connsiteY1" fmla="*/ 593205 h 828471"/>
                  <a:gd name="connsiteX2" fmla="*/ 14535 w 644675"/>
                  <a:gd name="connsiteY2" fmla="*/ 710681 h 828471"/>
                  <a:gd name="connsiteX3" fmla="*/ 127246 w 644675"/>
                  <a:gd name="connsiteY3" fmla="*/ 742432 h 828471"/>
                  <a:gd name="connsiteX4" fmla="*/ 238372 w 644675"/>
                  <a:gd name="connsiteY4" fmla="*/ 758306 h 828471"/>
                  <a:gd name="connsiteX5" fmla="*/ 512912 w 644675"/>
                  <a:gd name="connsiteY5" fmla="*/ 828471 h 828471"/>
                  <a:gd name="connsiteX6" fmla="*/ 644675 w 644675"/>
                  <a:gd name="connsiteY6" fmla="*/ 766030 h 828471"/>
                  <a:gd name="connsiteX7" fmla="*/ 259971 w 644675"/>
                  <a:gd name="connsiteY7" fmla="*/ 53772 h 828471"/>
                  <a:gd name="connsiteX8" fmla="*/ 254247 w 644675"/>
                  <a:gd name="connsiteY8" fmla="*/ 50281 h 828471"/>
                  <a:gd name="connsiteX0" fmla="*/ 65766 w 644675"/>
                  <a:gd name="connsiteY0" fmla="*/ 467580 h 828471"/>
                  <a:gd name="connsiteX1" fmla="*/ 6597 w 644675"/>
                  <a:gd name="connsiteY1" fmla="*/ 593205 h 828471"/>
                  <a:gd name="connsiteX2" fmla="*/ 14535 w 644675"/>
                  <a:gd name="connsiteY2" fmla="*/ 710681 h 828471"/>
                  <a:gd name="connsiteX3" fmla="*/ 127246 w 644675"/>
                  <a:gd name="connsiteY3" fmla="*/ 742432 h 828471"/>
                  <a:gd name="connsiteX4" fmla="*/ 238372 w 644675"/>
                  <a:gd name="connsiteY4" fmla="*/ 758306 h 828471"/>
                  <a:gd name="connsiteX5" fmla="*/ 512912 w 644675"/>
                  <a:gd name="connsiteY5" fmla="*/ 828471 h 828471"/>
                  <a:gd name="connsiteX6" fmla="*/ 644675 w 644675"/>
                  <a:gd name="connsiteY6" fmla="*/ 766030 h 828471"/>
                  <a:gd name="connsiteX7" fmla="*/ 259971 w 644675"/>
                  <a:gd name="connsiteY7" fmla="*/ 53772 h 828471"/>
                  <a:gd name="connsiteX8" fmla="*/ 76447 w 644675"/>
                  <a:gd name="connsiteY8" fmla="*/ 50281 h 828471"/>
                  <a:gd name="connsiteX0" fmla="*/ 65766 w 644675"/>
                  <a:gd name="connsiteY0" fmla="*/ 417299 h 778190"/>
                  <a:gd name="connsiteX1" fmla="*/ 6597 w 644675"/>
                  <a:gd name="connsiteY1" fmla="*/ 542924 h 778190"/>
                  <a:gd name="connsiteX2" fmla="*/ 14535 w 644675"/>
                  <a:gd name="connsiteY2" fmla="*/ 660400 h 778190"/>
                  <a:gd name="connsiteX3" fmla="*/ 127246 w 644675"/>
                  <a:gd name="connsiteY3" fmla="*/ 692151 h 778190"/>
                  <a:gd name="connsiteX4" fmla="*/ 238372 w 644675"/>
                  <a:gd name="connsiteY4" fmla="*/ 708025 h 778190"/>
                  <a:gd name="connsiteX5" fmla="*/ 512912 w 644675"/>
                  <a:gd name="connsiteY5" fmla="*/ 778190 h 778190"/>
                  <a:gd name="connsiteX6" fmla="*/ 644675 w 644675"/>
                  <a:gd name="connsiteY6" fmla="*/ 715749 h 778190"/>
                  <a:gd name="connsiteX7" fmla="*/ 475871 w 644675"/>
                  <a:gd name="connsiteY7" fmla="*/ 603566 h 778190"/>
                  <a:gd name="connsiteX8" fmla="*/ 76447 w 644675"/>
                  <a:gd name="connsiteY8" fmla="*/ 0 h 778190"/>
                  <a:gd name="connsiteX0" fmla="*/ 65766 w 644675"/>
                  <a:gd name="connsiteY0" fmla="*/ 417299 h 778190"/>
                  <a:gd name="connsiteX1" fmla="*/ 6597 w 644675"/>
                  <a:gd name="connsiteY1" fmla="*/ 542924 h 778190"/>
                  <a:gd name="connsiteX2" fmla="*/ 14535 w 644675"/>
                  <a:gd name="connsiteY2" fmla="*/ 660400 h 778190"/>
                  <a:gd name="connsiteX3" fmla="*/ 127246 w 644675"/>
                  <a:gd name="connsiteY3" fmla="*/ 692151 h 778190"/>
                  <a:gd name="connsiteX4" fmla="*/ 238372 w 644675"/>
                  <a:gd name="connsiteY4" fmla="*/ 708025 h 778190"/>
                  <a:gd name="connsiteX5" fmla="*/ 512912 w 644675"/>
                  <a:gd name="connsiteY5" fmla="*/ 778190 h 778190"/>
                  <a:gd name="connsiteX6" fmla="*/ 644675 w 644675"/>
                  <a:gd name="connsiteY6" fmla="*/ 715749 h 778190"/>
                  <a:gd name="connsiteX7" fmla="*/ 475871 w 644675"/>
                  <a:gd name="connsiteY7" fmla="*/ 603566 h 778190"/>
                  <a:gd name="connsiteX8" fmla="*/ 76447 w 644675"/>
                  <a:gd name="connsiteY8" fmla="*/ 0 h 778190"/>
                  <a:gd name="connsiteX0" fmla="*/ 65766 w 644675"/>
                  <a:gd name="connsiteY0" fmla="*/ 0 h 360891"/>
                  <a:gd name="connsiteX1" fmla="*/ 6597 w 644675"/>
                  <a:gd name="connsiteY1" fmla="*/ 125625 h 360891"/>
                  <a:gd name="connsiteX2" fmla="*/ 14535 w 644675"/>
                  <a:gd name="connsiteY2" fmla="*/ 243101 h 360891"/>
                  <a:gd name="connsiteX3" fmla="*/ 127246 w 644675"/>
                  <a:gd name="connsiteY3" fmla="*/ 274852 h 360891"/>
                  <a:gd name="connsiteX4" fmla="*/ 238372 w 644675"/>
                  <a:gd name="connsiteY4" fmla="*/ 290726 h 360891"/>
                  <a:gd name="connsiteX5" fmla="*/ 512912 w 644675"/>
                  <a:gd name="connsiteY5" fmla="*/ 360891 h 360891"/>
                  <a:gd name="connsiteX6" fmla="*/ 644675 w 644675"/>
                  <a:gd name="connsiteY6" fmla="*/ 298450 h 360891"/>
                  <a:gd name="connsiteX7" fmla="*/ 475871 w 644675"/>
                  <a:gd name="connsiteY7" fmla="*/ 186267 h 360891"/>
                  <a:gd name="connsiteX8" fmla="*/ 297109 w 644675"/>
                  <a:gd name="connsiteY8" fmla="*/ 60539 h 360891"/>
                  <a:gd name="connsiteX0" fmla="*/ 65766 w 644675"/>
                  <a:gd name="connsiteY0" fmla="*/ 0 h 360891"/>
                  <a:gd name="connsiteX1" fmla="*/ 6597 w 644675"/>
                  <a:gd name="connsiteY1" fmla="*/ 125625 h 360891"/>
                  <a:gd name="connsiteX2" fmla="*/ 14535 w 644675"/>
                  <a:gd name="connsiteY2" fmla="*/ 243101 h 360891"/>
                  <a:gd name="connsiteX3" fmla="*/ 127246 w 644675"/>
                  <a:gd name="connsiteY3" fmla="*/ 274852 h 360891"/>
                  <a:gd name="connsiteX4" fmla="*/ 238372 w 644675"/>
                  <a:gd name="connsiteY4" fmla="*/ 290726 h 360891"/>
                  <a:gd name="connsiteX5" fmla="*/ 512912 w 644675"/>
                  <a:gd name="connsiteY5" fmla="*/ 360891 h 360891"/>
                  <a:gd name="connsiteX6" fmla="*/ 644675 w 644675"/>
                  <a:gd name="connsiteY6" fmla="*/ 298450 h 360891"/>
                  <a:gd name="connsiteX7" fmla="*/ 433008 w 644675"/>
                  <a:gd name="connsiteY7" fmla="*/ 149754 h 360891"/>
                  <a:gd name="connsiteX8" fmla="*/ 297109 w 644675"/>
                  <a:gd name="connsiteY8" fmla="*/ 60539 h 360891"/>
                  <a:gd name="connsiteX0" fmla="*/ 65766 w 644675"/>
                  <a:gd name="connsiteY0" fmla="*/ 0 h 360891"/>
                  <a:gd name="connsiteX1" fmla="*/ 6597 w 644675"/>
                  <a:gd name="connsiteY1" fmla="*/ 125625 h 360891"/>
                  <a:gd name="connsiteX2" fmla="*/ 14535 w 644675"/>
                  <a:gd name="connsiteY2" fmla="*/ 243101 h 360891"/>
                  <a:gd name="connsiteX3" fmla="*/ 127246 w 644675"/>
                  <a:gd name="connsiteY3" fmla="*/ 274852 h 360891"/>
                  <a:gd name="connsiteX4" fmla="*/ 238372 w 644675"/>
                  <a:gd name="connsiteY4" fmla="*/ 290726 h 360891"/>
                  <a:gd name="connsiteX5" fmla="*/ 512912 w 644675"/>
                  <a:gd name="connsiteY5" fmla="*/ 360891 h 360891"/>
                  <a:gd name="connsiteX6" fmla="*/ 644675 w 644675"/>
                  <a:gd name="connsiteY6" fmla="*/ 298450 h 360891"/>
                  <a:gd name="connsiteX7" fmla="*/ 433008 w 644675"/>
                  <a:gd name="connsiteY7" fmla="*/ 149754 h 360891"/>
                  <a:gd name="connsiteX8" fmla="*/ 297109 w 644675"/>
                  <a:gd name="connsiteY8" fmla="*/ 60539 h 360891"/>
                  <a:gd name="connsiteX0" fmla="*/ 65766 w 647419"/>
                  <a:gd name="connsiteY0" fmla="*/ 0 h 378661"/>
                  <a:gd name="connsiteX1" fmla="*/ 6597 w 647419"/>
                  <a:gd name="connsiteY1" fmla="*/ 125625 h 378661"/>
                  <a:gd name="connsiteX2" fmla="*/ 14535 w 647419"/>
                  <a:gd name="connsiteY2" fmla="*/ 243101 h 378661"/>
                  <a:gd name="connsiteX3" fmla="*/ 127246 w 647419"/>
                  <a:gd name="connsiteY3" fmla="*/ 274852 h 378661"/>
                  <a:gd name="connsiteX4" fmla="*/ 238372 w 647419"/>
                  <a:gd name="connsiteY4" fmla="*/ 290726 h 378661"/>
                  <a:gd name="connsiteX5" fmla="*/ 512912 w 647419"/>
                  <a:gd name="connsiteY5" fmla="*/ 360891 h 378661"/>
                  <a:gd name="connsiteX6" fmla="*/ 644675 w 647419"/>
                  <a:gd name="connsiteY6" fmla="*/ 298450 h 378661"/>
                  <a:gd name="connsiteX7" fmla="*/ 433008 w 647419"/>
                  <a:gd name="connsiteY7" fmla="*/ 149754 h 378661"/>
                  <a:gd name="connsiteX8" fmla="*/ 297109 w 647419"/>
                  <a:gd name="connsiteY8" fmla="*/ 60539 h 378661"/>
                  <a:gd name="connsiteX0" fmla="*/ 65766 w 646575"/>
                  <a:gd name="connsiteY0" fmla="*/ 0 h 360891"/>
                  <a:gd name="connsiteX1" fmla="*/ 6597 w 646575"/>
                  <a:gd name="connsiteY1" fmla="*/ 125625 h 360891"/>
                  <a:gd name="connsiteX2" fmla="*/ 14535 w 646575"/>
                  <a:gd name="connsiteY2" fmla="*/ 243101 h 360891"/>
                  <a:gd name="connsiteX3" fmla="*/ 127246 w 646575"/>
                  <a:gd name="connsiteY3" fmla="*/ 274852 h 360891"/>
                  <a:gd name="connsiteX4" fmla="*/ 238372 w 646575"/>
                  <a:gd name="connsiteY4" fmla="*/ 290726 h 360891"/>
                  <a:gd name="connsiteX5" fmla="*/ 512912 w 646575"/>
                  <a:gd name="connsiteY5" fmla="*/ 360891 h 360891"/>
                  <a:gd name="connsiteX6" fmla="*/ 644675 w 646575"/>
                  <a:gd name="connsiteY6" fmla="*/ 298450 h 360891"/>
                  <a:gd name="connsiteX7" fmla="*/ 433008 w 646575"/>
                  <a:gd name="connsiteY7" fmla="*/ 149754 h 360891"/>
                  <a:gd name="connsiteX8" fmla="*/ 297109 w 646575"/>
                  <a:gd name="connsiteY8" fmla="*/ 60539 h 360891"/>
                  <a:gd name="connsiteX0" fmla="*/ 65766 w 646575"/>
                  <a:gd name="connsiteY0" fmla="*/ 0 h 360891"/>
                  <a:gd name="connsiteX1" fmla="*/ 6597 w 646575"/>
                  <a:gd name="connsiteY1" fmla="*/ 125625 h 360891"/>
                  <a:gd name="connsiteX2" fmla="*/ 14535 w 646575"/>
                  <a:gd name="connsiteY2" fmla="*/ 243101 h 360891"/>
                  <a:gd name="connsiteX3" fmla="*/ 127246 w 646575"/>
                  <a:gd name="connsiteY3" fmla="*/ 274852 h 360891"/>
                  <a:gd name="connsiteX4" fmla="*/ 257422 w 646575"/>
                  <a:gd name="connsiteY4" fmla="*/ 289138 h 360891"/>
                  <a:gd name="connsiteX5" fmla="*/ 512912 w 646575"/>
                  <a:gd name="connsiteY5" fmla="*/ 360891 h 360891"/>
                  <a:gd name="connsiteX6" fmla="*/ 644675 w 646575"/>
                  <a:gd name="connsiteY6" fmla="*/ 298450 h 360891"/>
                  <a:gd name="connsiteX7" fmla="*/ 433008 w 646575"/>
                  <a:gd name="connsiteY7" fmla="*/ 149754 h 360891"/>
                  <a:gd name="connsiteX8" fmla="*/ 297109 w 646575"/>
                  <a:gd name="connsiteY8" fmla="*/ 60539 h 360891"/>
                  <a:gd name="connsiteX0" fmla="*/ 65766 w 646575"/>
                  <a:gd name="connsiteY0" fmla="*/ 0 h 360891"/>
                  <a:gd name="connsiteX1" fmla="*/ 6597 w 646575"/>
                  <a:gd name="connsiteY1" fmla="*/ 125625 h 360891"/>
                  <a:gd name="connsiteX2" fmla="*/ 14535 w 646575"/>
                  <a:gd name="connsiteY2" fmla="*/ 243101 h 360891"/>
                  <a:gd name="connsiteX3" fmla="*/ 127246 w 646575"/>
                  <a:gd name="connsiteY3" fmla="*/ 274852 h 360891"/>
                  <a:gd name="connsiteX4" fmla="*/ 257422 w 646575"/>
                  <a:gd name="connsiteY4" fmla="*/ 289138 h 360891"/>
                  <a:gd name="connsiteX5" fmla="*/ 512912 w 646575"/>
                  <a:gd name="connsiteY5" fmla="*/ 360891 h 360891"/>
                  <a:gd name="connsiteX6" fmla="*/ 644675 w 646575"/>
                  <a:gd name="connsiteY6" fmla="*/ 298450 h 360891"/>
                  <a:gd name="connsiteX7" fmla="*/ 433008 w 646575"/>
                  <a:gd name="connsiteY7" fmla="*/ 149754 h 360891"/>
                  <a:gd name="connsiteX8" fmla="*/ 297109 w 646575"/>
                  <a:gd name="connsiteY8" fmla="*/ 60539 h 360891"/>
                  <a:gd name="connsiteX0" fmla="*/ 65766 w 646575"/>
                  <a:gd name="connsiteY0" fmla="*/ 12944 h 373835"/>
                  <a:gd name="connsiteX1" fmla="*/ 71685 w 646575"/>
                  <a:gd name="connsiteY1" fmla="*/ 8394 h 373835"/>
                  <a:gd name="connsiteX2" fmla="*/ 6597 w 646575"/>
                  <a:gd name="connsiteY2" fmla="*/ 138569 h 373835"/>
                  <a:gd name="connsiteX3" fmla="*/ 14535 w 646575"/>
                  <a:gd name="connsiteY3" fmla="*/ 256045 h 373835"/>
                  <a:gd name="connsiteX4" fmla="*/ 127246 w 646575"/>
                  <a:gd name="connsiteY4" fmla="*/ 287796 h 373835"/>
                  <a:gd name="connsiteX5" fmla="*/ 257422 w 646575"/>
                  <a:gd name="connsiteY5" fmla="*/ 302082 h 373835"/>
                  <a:gd name="connsiteX6" fmla="*/ 512912 w 646575"/>
                  <a:gd name="connsiteY6" fmla="*/ 373835 h 373835"/>
                  <a:gd name="connsiteX7" fmla="*/ 644675 w 646575"/>
                  <a:gd name="connsiteY7" fmla="*/ 311394 h 373835"/>
                  <a:gd name="connsiteX8" fmla="*/ 433008 w 646575"/>
                  <a:gd name="connsiteY8" fmla="*/ 162698 h 373835"/>
                  <a:gd name="connsiteX9" fmla="*/ 297109 w 646575"/>
                  <a:gd name="connsiteY9" fmla="*/ 73483 h 373835"/>
                  <a:gd name="connsiteX0" fmla="*/ 65766 w 646575"/>
                  <a:gd name="connsiteY0" fmla="*/ 60540 h 421431"/>
                  <a:gd name="connsiteX1" fmla="*/ 101848 w 646575"/>
                  <a:gd name="connsiteY1" fmla="*/ 3602 h 421431"/>
                  <a:gd name="connsiteX2" fmla="*/ 6597 w 646575"/>
                  <a:gd name="connsiteY2" fmla="*/ 186165 h 421431"/>
                  <a:gd name="connsiteX3" fmla="*/ 14535 w 646575"/>
                  <a:gd name="connsiteY3" fmla="*/ 303641 h 421431"/>
                  <a:gd name="connsiteX4" fmla="*/ 127246 w 646575"/>
                  <a:gd name="connsiteY4" fmla="*/ 335392 h 421431"/>
                  <a:gd name="connsiteX5" fmla="*/ 257422 w 646575"/>
                  <a:gd name="connsiteY5" fmla="*/ 349678 h 421431"/>
                  <a:gd name="connsiteX6" fmla="*/ 512912 w 646575"/>
                  <a:gd name="connsiteY6" fmla="*/ 421431 h 421431"/>
                  <a:gd name="connsiteX7" fmla="*/ 644675 w 646575"/>
                  <a:gd name="connsiteY7" fmla="*/ 358990 h 421431"/>
                  <a:gd name="connsiteX8" fmla="*/ 433008 w 646575"/>
                  <a:gd name="connsiteY8" fmla="*/ 210294 h 421431"/>
                  <a:gd name="connsiteX9" fmla="*/ 297109 w 646575"/>
                  <a:gd name="connsiteY9" fmla="*/ 121079 h 421431"/>
                  <a:gd name="connsiteX0" fmla="*/ 34016 w 646575"/>
                  <a:gd name="connsiteY0" fmla="*/ 5049 h 429440"/>
                  <a:gd name="connsiteX1" fmla="*/ 101848 w 646575"/>
                  <a:gd name="connsiteY1" fmla="*/ 11611 h 429440"/>
                  <a:gd name="connsiteX2" fmla="*/ 6597 w 646575"/>
                  <a:gd name="connsiteY2" fmla="*/ 194174 h 429440"/>
                  <a:gd name="connsiteX3" fmla="*/ 14535 w 646575"/>
                  <a:gd name="connsiteY3" fmla="*/ 311650 h 429440"/>
                  <a:gd name="connsiteX4" fmla="*/ 127246 w 646575"/>
                  <a:gd name="connsiteY4" fmla="*/ 343401 h 429440"/>
                  <a:gd name="connsiteX5" fmla="*/ 257422 w 646575"/>
                  <a:gd name="connsiteY5" fmla="*/ 357687 h 429440"/>
                  <a:gd name="connsiteX6" fmla="*/ 512912 w 646575"/>
                  <a:gd name="connsiteY6" fmla="*/ 429440 h 429440"/>
                  <a:gd name="connsiteX7" fmla="*/ 644675 w 646575"/>
                  <a:gd name="connsiteY7" fmla="*/ 366999 h 429440"/>
                  <a:gd name="connsiteX8" fmla="*/ 433008 w 646575"/>
                  <a:gd name="connsiteY8" fmla="*/ 218303 h 429440"/>
                  <a:gd name="connsiteX9" fmla="*/ 297109 w 646575"/>
                  <a:gd name="connsiteY9" fmla="*/ 129088 h 429440"/>
                  <a:gd name="connsiteX0" fmla="*/ 34016 w 646575"/>
                  <a:gd name="connsiteY0" fmla="*/ 9 h 424400"/>
                  <a:gd name="connsiteX1" fmla="*/ 62160 w 646575"/>
                  <a:gd name="connsiteY1" fmla="*/ 70071 h 424400"/>
                  <a:gd name="connsiteX2" fmla="*/ 6597 w 646575"/>
                  <a:gd name="connsiteY2" fmla="*/ 189134 h 424400"/>
                  <a:gd name="connsiteX3" fmla="*/ 14535 w 646575"/>
                  <a:gd name="connsiteY3" fmla="*/ 306610 h 424400"/>
                  <a:gd name="connsiteX4" fmla="*/ 127246 w 646575"/>
                  <a:gd name="connsiteY4" fmla="*/ 338361 h 424400"/>
                  <a:gd name="connsiteX5" fmla="*/ 257422 w 646575"/>
                  <a:gd name="connsiteY5" fmla="*/ 352647 h 424400"/>
                  <a:gd name="connsiteX6" fmla="*/ 512912 w 646575"/>
                  <a:gd name="connsiteY6" fmla="*/ 424400 h 424400"/>
                  <a:gd name="connsiteX7" fmla="*/ 644675 w 646575"/>
                  <a:gd name="connsiteY7" fmla="*/ 361959 h 424400"/>
                  <a:gd name="connsiteX8" fmla="*/ 433008 w 646575"/>
                  <a:gd name="connsiteY8" fmla="*/ 213263 h 424400"/>
                  <a:gd name="connsiteX9" fmla="*/ 297109 w 646575"/>
                  <a:gd name="connsiteY9" fmla="*/ 124048 h 424400"/>
                  <a:gd name="connsiteX0" fmla="*/ 62160 w 646575"/>
                  <a:gd name="connsiteY0" fmla="*/ 0 h 354329"/>
                  <a:gd name="connsiteX1" fmla="*/ 6597 w 646575"/>
                  <a:gd name="connsiteY1" fmla="*/ 119063 h 354329"/>
                  <a:gd name="connsiteX2" fmla="*/ 14535 w 646575"/>
                  <a:gd name="connsiteY2" fmla="*/ 236539 h 354329"/>
                  <a:gd name="connsiteX3" fmla="*/ 127246 w 646575"/>
                  <a:gd name="connsiteY3" fmla="*/ 268290 h 354329"/>
                  <a:gd name="connsiteX4" fmla="*/ 257422 w 646575"/>
                  <a:gd name="connsiteY4" fmla="*/ 282576 h 354329"/>
                  <a:gd name="connsiteX5" fmla="*/ 512912 w 646575"/>
                  <a:gd name="connsiteY5" fmla="*/ 354329 h 354329"/>
                  <a:gd name="connsiteX6" fmla="*/ 644675 w 646575"/>
                  <a:gd name="connsiteY6" fmla="*/ 291888 h 354329"/>
                  <a:gd name="connsiteX7" fmla="*/ 433008 w 646575"/>
                  <a:gd name="connsiteY7" fmla="*/ 143192 h 354329"/>
                  <a:gd name="connsiteX8" fmla="*/ 297109 w 646575"/>
                  <a:gd name="connsiteY8" fmla="*/ 53977 h 354329"/>
                  <a:gd name="connsiteX0" fmla="*/ 62160 w 646575"/>
                  <a:gd name="connsiteY0" fmla="*/ 12638 h 366967"/>
                  <a:gd name="connsiteX1" fmla="*/ 62160 w 646575"/>
                  <a:gd name="connsiteY1" fmla="*/ 7876 h 366967"/>
                  <a:gd name="connsiteX2" fmla="*/ 6597 w 646575"/>
                  <a:gd name="connsiteY2" fmla="*/ 131701 h 366967"/>
                  <a:gd name="connsiteX3" fmla="*/ 14535 w 646575"/>
                  <a:gd name="connsiteY3" fmla="*/ 249177 h 366967"/>
                  <a:gd name="connsiteX4" fmla="*/ 127246 w 646575"/>
                  <a:gd name="connsiteY4" fmla="*/ 280928 h 366967"/>
                  <a:gd name="connsiteX5" fmla="*/ 257422 w 646575"/>
                  <a:gd name="connsiteY5" fmla="*/ 295214 h 366967"/>
                  <a:gd name="connsiteX6" fmla="*/ 512912 w 646575"/>
                  <a:gd name="connsiteY6" fmla="*/ 366967 h 366967"/>
                  <a:gd name="connsiteX7" fmla="*/ 644675 w 646575"/>
                  <a:gd name="connsiteY7" fmla="*/ 304526 h 366967"/>
                  <a:gd name="connsiteX8" fmla="*/ 433008 w 646575"/>
                  <a:gd name="connsiteY8" fmla="*/ 155830 h 366967"/>
                  <a:gd name="connsiteX9" fmla="*/ 297109 w 646575"/>
                  <a:gd name="connsiteY9" fmla="*/ 66615 h 366967"/>
                  <a:gd name="connsiteX0" fmla="*/ 62160 w 646575"/>
                  <a:gd name="connsiteY0" fmla="*/ 92890 h 447219"/>
                  <a:gd name="connsiteX1" fmla="*/ 63747 w 646575"/>
                  <a:gd name="connsiteY1" fmla="*/ 2403 h 447219"/>
                  <a:gd name="connsiteX2" fmla="*/ 6597 w 646575"/>
                  <a:gd name="connsiteY2" fmla="*/ 211953 h 447219"/>
                  <a:gd name="connsiteX3" fmla="*/ 14535 w 646575"/>
                  <a:gd name="connsiteY3" fmla="*/ 329429 h 447219"/>
                  <a:gd name="connsiteX4" fmla="*/ 127246 w 646575"/>
                  <a:gd name="connsiteY4" fmla="*/ 361180 h 447219"/>
                  <a:gd name="connsiteX5" fmla="*/ 257422 w 646575"/>
                  <a:gd name="connsiteY5" fmla="*/ 375466 h 447219"/>
                  <a:gd name="connsiteX6" fmla="*/ 512912 w 646575"/>
                  <a:gd name="connsiteY6" fmla="*/ 447219 h 447219"/>
                  <a:gd name="connsiteX7" fmla="*/ 644675 w 646575"/>
                  <a:gd name="connsiteY7" fmla="*/ 384778 h 447219"/>
                  <a:gd name="connsiteX8" fmla="*/ 433008 w 646575"/>
                  <a:gd name="connsiteY8" fmla="*/ 236082 h 447219"/>
                  <a:gd name="connsiteX9" fmla="*/ 297109 w 646575"/>
                  <a:gd name="connsiteY9" fmla="*/ 146867 h 447219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95522 w 646575"/>
                  <a:gd name="connsiteY10" fmla="*/ 150617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11" fmla="*/ 259010 w 646575"/>
                  <a:gd name="connsiteY11" fmla="*/ 88705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11" fmla="*/ 230435 w 646575"/>
                  <a:gd name="connsiteY11" fmla="*/ 37905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11" fmla="*/ 117722 w 646575"/>
                  <a:gd name="connsiteY11" fmla="*/ 117280 h 447796"/>
                  <a:gd name="connsiteX0" fmla="*/ 166935 w 646575"/>
                  <a:gd name="connsiteY0" fmla="*/ 133563 h 446616"/>
                  <a:gd name="connsiteX1" fmla="*/ 63747 w 646575"/>
                  <a:gd name="connsiteY1" fmla="*/ 1800 h 446616"/>
                  <a:gd name="connsiteX2" fmla="*/ 6597 w 646575"/>
                  <a:gd name="connsiteY2" fmla="*/ 211350 h 446616"/>
                  <a:gd name="connsiteX3" fmla="*/ 14535 w 646575"/>
                  <a:gd name="connsiteY3" fmla="*/ 328826 h 446616"/>
                  <a:gd name="connsiteX4" fmla="*/ 127246 w 646575"/>
                  <a:gd name="connsiteY4" fmla="*/ 360577 h 446616"/>
                  <a:gd name="connsiteX5" fmla="*/ 257422 w 646575"/>
                  <a:gd name="connsiteY5" fmla="*/ 374863 h 446616"/>
                  <a:gd name="connsiteX6" fmla="*/ 512912 w 646575"/>
                  <a:gd name="connsiteY6" fmla="*/ 446616 h 446616"/>
                  <a:gd name="connsiteX7" fmla="*/ 644675 w 646575"/>
                  <a:gd name="connsiteY7" fmla="*/ 384175 h 446616"/>
                  <a:gd name="connsiteX8" fmla="*/ 433008 w 646575"/>
                  <a:gd name="connsiteY8" fmla="*/ 235479 h 446616"/>
                  <a:gd name="connsiteX9" fmla="*/ 297109 w 646575"/>
                  <a:gd name="connsiteY9" fmla="*/ 146264 h 446616"/>
                  <a:gd name="connsiteX10" fmla="*/ 257422 w 646575"/>
                  <a:gd name="connsiteY10" fmla="*/ 92287 h 446616"/>
                  <a:gd name="connsiteX11" fmla="*/ 117722 w 646575"/>
                  <a:gd name="connsiteY11" fmla="*/ 116100 h 446616"/>
                  <a:gd name="connsiteX0" fmla="*/ 166935 w 646575"/>
                  <a:gd name="connsiteY0" fmla="*/ 133563 h 446616"/>
                  <a:gd name="connsiteX1" fmla="*/ 63747 w 646575"/>
                  <a:gd name="connsiteY1" fmla="*/ 1800 h 446616"/>
                  <a:gd name="connsiteX2" fmla="*/ 6597 w 646575"/>
                  <a:gd name="connsiteY2" fmla="*/ 211350 h 446616"/>
                  <a:gd name="connsiteX3" fmla="*/ 14535 w 646575"/>
                  <a:gd name="connsiteY3" fmla="*/ 328826 h 446616"/>
                  <a:gd name="connsiteX4" fmla="*/ 127246 w 646575"/>
                  <a:gd name="connsiteY4" fmla="*/ 360577 h 446616"/>
                  <a:gd name="connsiteX5" fmla="*/ 257422 w 646575"/>
                  <a:gd name="connsiteY5" fmla="*/ 374863 h 446616"/>
                  <a:gd name="connsiteX6" fmla="*/ 512912 w 646575"/>
                  <a:gd name="connsiteY6" fmla="*/ 446616 h 446616"/>
                  <a:gd name="connsiteX7" fmla="*/ 644675 w 646575"/>
                  <a:gd name="connsiteY7" fmla="*/ 384175 h 446616"/>
                  <a:gd name="connsiteX8" fmla="*/ 433008 w 646575"/>
                  <a:gd name="connsiteY8" fmla="*/ 235479 h 446616"/>
                  <a:gd name="connsiteX9" fmla="*/ 297109 w 646575"/>
                  <a:gd name="connsiteY9" fmla="*/ 146264 h 446616"/>
                  <a:gd name="connsiteX10" fmla="*/ 257422 w 646575"/>
                  <a:gd name="connsiteY10" fmla="*/ 92287 h 446616"/>
                  <a:gd name="connsiteX11" fmla="*/ 158997 w 646575"/>
                  <a:gd name="connsiteY11" fmla="*/ 114512 h 446616"/>
                  <a:gd name="connsiteX12" fmla="*/ 117722 w 646575"/>
                  <a:gd name="connsiteY12" fmla="*/ 116100 h 446616"/>
                  <a:gd name="connsiteX0" fmla="*/ 155822 w 646575"/>
                  <a:gd name="connsiteY0" fmla="*/ 113183 h 446874"/>
                  <a:gd name="connsiteX1" fmla="*/ 63747 w 646575"/>
                  <a:gd name="connsiteY1" fmla="*/ 2058 h 446874"/>
                  <a:gd name="connsiteX2" fmla="*/ 6597 w 646575"/>
                  <a:gd name="connsiteY2" fmla="*/ 211608 h 446874"/>
                  <a:gd name="connsiteX3" fmla="*/ 14535 w 646575"/>
                  <a:gd name="connsiteY3" fmla="*/ 329084 h 446874"/>
                  <a:gd name="connsiteX4" fmla="*/ 127246 w 646575"/>
                  <a:gd name="connsiteY4" fmla="*/ 360835 h 446874"/>
                  <a:gd name="connsiteX5" fmla="*/ 257422 w 646575"/>
                  <a:gd name="connsiteY5" fmla="*/ 375121 h 446874"/>
                  <a:gd name="connsiteX6" fmla="*/ 512912 w 646575"/>
                  <a:gd name="connsiteY6" fmla="*/ 446874 h 446874"/>
                  <a:gd name="connsiteX7" fmla="*/ 644675 w 646575"/>
                  <a:gd name="connsiteY7" fmla="*/ 384433 h 446874"/>
                  <a:gd name="connsiteX8" fmla="*/ 433008 w 646575"/>
                  <a:gd name="connsiteY8" fmla="*/ 235737 h 446874"/>
                  <a:gd name="connsiteX9" fmla="*/ 297109 w 646575"/>
                  <a:gd name="connsiteY9" fmla="*/ 146522 h 446874"/>
                  <a:gd name="connsiteX10" fmla="*/ 257422 w 646575"/>
                  <a:gd name="connsiteY10" fmla="*/ 92545 h 446874"/>
                  <a:gd name="connsiteX11" fmla="*/ 158997 w 646575"/>
                  <a:gd name="connsiteY11" fmla="*/ 114770 h 446874"/>
                  <a:gd name="connsiteX12" fmla="*/ 117722 w 646575"/>
                  <a:gd name="connsiteY12" fmla="*/ 116358 h 446874"/>
                  <a:gd name="connsiteX0" fmla="*/ 155822 w 646575"/>
                  <a:gd name="connsiteY0" fmla="*/ 113183 h 446874"/>
                  <a:gd name="connsiteX1" fmla="*/ 63747 w 646575"/>
                  <a:gd name="connsiteY1" fmla="*/ 2058 h 446874"/>
                  <a:gd name="connsiteX2" fmla="*/ 6597 w 646575"/>
                  <a:gd name="connsiteY2" fmla="*/ 211608 h 446874"/>
                  <a:gd name="connsiteX3" fmla="*/ 14535 w 646575"/>
                  <a:gd name="connsiteY3" fmla="*/ 329084 h 446874"/>
                  <a:gd name="connsiteX4" fmla="*/ 127246 w 646575"/>
                  <a:gd name="connsiteY4" fmla="*/ 360835 h 446874"/>
                  <a:gd name="connsiteX5" fmla="*/ 257422 w 646575"/>
                  <a:gd name="connsiteY5" fmla="*/ 375121 h 446874"/>
                  <a:gd name="connsiteX6" fmla="*/ 512912 w 646575"/>
                  <a:gd name="connsiteY6" fmla="*/ 446874 h 446874"/>
                  <a:gd name="connsiteX7" fmla="*/ 644675 w 646575"/>
                  <a:gd name="connsiteY7" fmla="*/ 384433 h 446874"/>
                  <a:gd name="connsiteX8" fmla="*/ 433008 w 646575"/>
                  <a:gd name="connsiteY8" fmla="*/ 235737 h 446874"/>
                  <a:gd name="connsiteX9" fmla="*/ 297109 w 646575"/>
                  <a:gd name="connsiteY9" fmla="*/ 146522 h 446874"/>
                  <a:gd name="connsiteX10" fmla="*/ 257422 w 646575"/>
                  <a:gd name="connsiteY10" fmla="*/ 92545 h 446874"/>
                  <a:gd name="connsiteX11" fmla="*/ 158997 w 646575"/>
                  <a:gd name="connsiteY11" fmla="*/ 114770 h 446874"/>
                  <a:gd name="connsiteX12" fmla="*/ 143122 w 646575"/>
                  <a:gd name="connsiteY12" fmla="*/ 113183 h 446874"/>
                  <a:gd name="connsiteX0" fmla="*/ 155822 w 646575"/>
                  <a:gd name="connsiteY0" fmla="*/ 21541 h 355232"/>
                  <a:gd name="connsiteX1" fmla="*/ 28822 w 646575"/>
                  <a:gd name="connsiteY1" fmla="*/ 10428 h 355232"/>
                  <a:gd name="connsiteX2" fmla="*/ 6597 w 646575"/>
                  <a:gd name="connsiteY2" fmla="*/ 119966 h 355232"/>
                  <a:gd name="connsiteX3" fmla="*/ 14535 w 646575"/>
                  <a:gd name="connsiteY3" fmla="*/ 237442 h 355232"/>
                  <a:gd name="connsiteX4" fmla="*/ 127246 w 646575"/>
                  <a:gd name="connsiteY4" fmla="*/ 269193 h 355232"/>
                  <a:gd name="connsiteX5" fmla="*/ 257422 w 646575"/>
                  <a:gd name="connsiteY5" fmla="*/ 283479 h 355232"/>
                  <a:gd name="connsiteX6" fmla="*/ 512912 w 646575"/>
                  <a:gd name="connsiteY6" fmla="*/ 355232 h 355232"/>
                  <a:gd name="connsiteX7" fmla="*/ 644675 w 646575"/>
                  <a:gd name="connsiteY7" fmla="*/ 292791 h 355232"/>
                  <a:gd name="connsiteX8" fmla="*/ 433008 w 646575"/>
                  <a:gd name="connsiteY8" fmla="*/ 144095 h 355232"/>
                  <a:gd name="connsiteX9" fmla="*/ 297109 w 646575"/>
                  <a:gd name="connsiteY9" fmla="*/ 54880 h 355232"/>
                  <a:gd name="connsiteX10" fmla="*/ 257422 w 646575"/>
                  <a:gd name="connsiteY10" fmla="*/ 903 h 355232"/>
                  <a:gd name="connsiteX11" fmla="*/ 158997 w 646575"/>
                  <a:gd name="connsiteY11" fmla="*/ 23128 h 355232"/>
                  <a:gd name="connsiteX12" fmla="*/ 143122 w 646575"/>
                  <a:gd name="connsiteY12" fmla="*/ 21541 h 355232"/>
                  <a:gd name="connsiteX0" fmla="*/ 155822 w 646575"/>
                  <a:gd name="connsiteY0" fmla="*/ 21287 h 354978"/>
                  <a:gd name="connsiteX1" fmla="*/ 28822 w 646575"/>
                  <a:gd name="connsiteY1" fmla="*/ 10174 h 354978"/>
                  <a:gd name="connsiteX2" fmla="*/ 6597 w 646575"/>
                  <a:gd name="connsiteY2" fmla="*/ 119712 h 354978"/>
                  <a:gd name="connsiteX3" fmla="*/ 14535 w 646575"/>
                  <a:gd name="connsiteY3" fmla="*/ 237188 h 354978"/>
                  <a:gd name="connsiteX4" fmla="*/ 127246 w 646575"/>
                  <a:gd name="connsiteY4" fmla="*/ 268939 h 354978"/>
                  <a:gd name="connsiteX5" fmla="*/ 257422 w 646575"/>
                  <a:gd name="connsiteY5" fmla="*/ 283225 h 354978"/>
                  <a:gd name="connsiteX6" fmla="*/ 512912 w 646575"/>
                  <a:gd name="connsiteY6" fmla="*/ 354978 h 354978"/>
                  <a:gd name="connsiteX7" fmla="*/ 644675 w 646575"/>
                  <a:gd name="connsiteY7" fmla="*/ 292537 h 354978"/>
                  <a:gd name="connsiteX8" fmla="*/ 433008 w 646575"/>
                  <a:gd name="connsiteY8" fmla="*/ 143841 h 354978"/>
                  <a:gd name="connsiteX9" fmla="*/ 297109 w 646575"/>
                  <a:gd name="connsiteY9" fmla="*/ 54626 h 354978"/>
                  <a:gd name="connsiteX10" fmla="*/ 257422 w 646575"/>
                  <a:gd name="connsiteY10" fmla="*/ 649 h 354978"/>
                  <a:gd name="connsiteX11" fmla="*/ 157410 w 646575"/>
                  <a:gd name="connsiteY11" fmla="*/ 33987 h 354978"/>
                  <a:gd name="connsiteX12" fmla="*/ 143122 w 646575"/>
                  <a:gd name="connsiteY12" fmla="*/ 21287 h 354978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57422 w 646575"/>
                  <a:gd name="connsiteY10" fmla="*/ 26144 h 380473"/>
                  <a:gd name="connsiteX11" fmla="*/ 157410 w 646575"/>
                  <a:gd name="connsiteY11" fmla="*/ 59482 h 380473"/>
                  <a:gd name="connsiteX12" fmla="*/ 143122 w 646575"/>
                  <a:gd name="connsiteY12" fmla="*/ 46782 h 380473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57422 w 646575"/>
                  <a:gd name="connsiteY10" fmla="*/ 26144 h 380473"/>
                  <a:gd name="connsiteX11" fmla="*/ 157410 w 646575"/>
                  <a:gd name="connsiteY11" fmla="*/ 59482 h 380473"/>
                  <a:gd name="connsiteX12" fmla="*/ 157409 w 646575"/>
                  <a:gd name="connsiteY12" fmla="*/ 43607 h 380473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57422 w 646575"/>
                  <a:gd name="connsiteY10" fmla="*/ 26144 h 380473"/>
                  <a:gd name="connsiteX11" fmla="*/ 154235 w 646575"/>
                  <a:gd name="connsiteY11" fmla="*/ 48369 h 380473"/>
                  <a:gd name="connsiteX12" fmla="*/ 157409 w 646575"/>
                  <a:gd name="connsiteY12" fmla="*/ 43607 h 380473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95522 w 646575"/>
                  <a:gd name="connsiteY10" fmla="*/ 16619 h 380473"/>
                  <a:gd name="connsiteX11" fmla="*/ 154235 w 646575"/>
                  <a:gd name="connsiteY11" fmla="*/ 48369 h 380473"/>
                  <a:gd name="connsiteX12" fmla="*/ 157409 w 646575"/>
                  <a:gd name="connsiteY12" fmla="*/ 43607 h 380473"/>
                  <a:gd name="connsiteX0" fmla="*/ 155822 w 645988"/>
                  <a:gd name="connsiteY0" fmla="*/ 46782 h 380473"/>
                  <a:gd name="connsiteX1" fmla="*/ 39935 w 645988"/>
                  <a:gd name="connsiteY1" fmla="*/ 3919 h 380473"/>
                  <a:gd name="connsiteX2" fmla="*/ 6597 w 645988"/>
                  <a:gd name="connsiteY2" fmla="*/ 145207 h 380473"/>
                  <a:gd name="connsiteX3" fmla="*/ 14535 w 645988"/>
                  <a:gd name="connsiteY3" fmla="*/ 262683 h 380473"/>
                  <a:gd name="connsiteX4" fmla="*/ 127246 w 645988"/>
                  <a:gd name="connsiteY4" fmla="*/ 294434 h 380473"/>
                  <a:gd name="connsiteX5" fmla="*/ 257422 w 645988"/>
                  <a:gd name="connsiteY5" fmla="*/ 308720 h 380473"/>
                  <a:gd name="connsiteX6" fmla="*/ 512912 w 645988"/>
                  <a:gd name="connsiteY6" fmla="*/ 380473 h 380473"/>
                  <a:gd name="connsiteX7" fmla="*/ 644675 w 645988"/>
                  <a:gd name="connsiteY7" fmla="*/ 318032 h 380473"/>
                  <a:gd name="connsiteX8" fmla="*/ 433008 w 645988"/>
                  <a:gd name="connsiteY8" fmla="*/ 169336 h 380473"/>
                  <a:gd name="connsiteX9" fmla="*/ 314571 w 645988"/>
                  <a:gd name="connsiteY9" fmla="*/ 70596 h 380473"/>
                  <a:gd name="connsiteX10" fmla="*/ 295522 w 645988"/>
                  <a:gd name="connsiteY10" fmla="*/ 16619 h 380473"/>
                  <a:gd name="connsiteX11" fmla="*/ 154235 w 645988"/>
                  <a:gd name="connsiteY11" fmla="*/ 48369 h 380473"/>
                  <a:gd name="connsiteX12" fmla="*/ 157409 w 645988"/>
                  <a:gd name="connsiteY12" fmla="*/ 43607 h 38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5988" h="380473">
                    <a:moveTo>
                      <a:pt x="155822" y="46782"/>
                    </a:moveTo>
                    <a:cubicBezTo>
                      <a:pt x="155822" y="45988"/>
                      <a:pt x="49195" y="-15925"/>
                      <a:pt x="39935" y="3919"/>
                    </a:cubicBezTo>
                    <a:cubicBezTo>
                      <a:pt x="30675" y="23763"/>
                      <a:pt x="14535" y="104990"/>
                      <a:pt x="6597" y="145207"/>
                    </a:cubicBezTo>
                    <a:cubicBezTo>
                      <a:pt x="-3265" y="193926"/>
                      <a:pt x="-3192" y="255539"/>
                      <a:pt x="14535" y="262683"/>
                    </a:cubicBezTo>
                    <a:cubicBezTo>
                      <a:pt x="32262" y="269827"/>
                      <a:pt x="90204" y="287819"/>
                      <a:pt x="127246" y="294434"/>
                    </a:cubicBezTo>
                    <a:lnTo>
                      <a:pt x="257422" y="308720"/>
                    </a:lnTo>
                    <a:cubicBezTo>
                      <a:pt x="377262" y="370156"/>
                      <a:pt x="423764" y="361194"/>
                      <a:pt x="512912" y="380473"/>
                    </a:cubicBezTo>
                    <a:cubicBezTo>
                      <a:pt x="555069" y="366009"/>
                      <a:pt x="626540" y="392982"/>
                      <a:pt x="644675" y="318032"/>
                    </a:cubicBezTo>
                    <a:cubicBezTo>
                      <a:pt x="662810" y="243082"/>
                      <a:pt x="488025" y="210575"/>
                      <a:pt x="433008" y="169336"/>
                    </a:cubicBezTo>
                    <a:cubicBezTo>
                      <a:pt x="377991" y="128097"/>
                      <a:pt x="315763" y="71323"/>
                      <a:pt x="314571" y="70596"/>
                    </a:cubicBezTo>
                    <a:cubicBezTo>
                      <a:pt x="291657" y="56256"/>
                      <a:pt x="295853" y="15958"/>
                      <a:pt x="295522" y="16619"/>
                    </a:cubicBezTo>
                    <a:cubicBezTo>
                      <a:pt x="268270" y="10798"/>
                      <a:pt x="177518" y="44400"/>
                      <a:pt x="154235" y="48369"/>
                    </a:cubicBezTo>
                    <a:cubicBezTo>
                      <a:pt x="130952" y="52338"/>
                      <a:pt x="160055" y="42813"/>
                      <a:pt x="157409" y="43607"/>
                    </a:cubicBezTo>
                  </a:path>
                </a:pathLst>
              </a:custGeom>
              <a:solidFill>
                <a:srgbClr val="F6F5F4"/>
              </a:solidFill>
              <a:ln w="317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9" name="任意多边形: 形状 328">
                <a:extLst>
                  <a:ext uri="{FF2B5EF4-FFF2-40B4-BE49-F238E27FC236}">
                    <a16:creationId xmlns:a16="http://schemas.microsoft.com/office/drawing/2014/main" id="{4E3C4D89-F351-0B93-20AB-AAF7AB5246DD}"/>
                  </a:ext>
                </a:extLst>
              </p:cNvPr>
              <p:cNvSpPr/>
              <p:nvPr/>
            </p:nvSpPr>
            <p:spPr>
              <a:xfrm rot="20441336">
                <a:off x="10731043" y="4550600"/>
                <a:ext cx="411419" cy="242785"/>
              </a:xfrm>
              <a:custGeom>
                <a:avLst/>
                <a:gdLst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347694 w 838761"/>
                  <a:gd name="connsiteY13" fmla="*/ 65616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616511 w 838761"/>
                  <a:gd name="connsiteY12" fmla="*/ 357717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696945 w 838761"/>
                  <a:gd name="connsiteY10" fmla="*/ 514350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759247"/>
                  <a:gd name="connsiteY0" fmla="*/ 19050 h 1185333"/>
                  <a:gd name="connsiteX1" fmla="*/ 68294 w 759247"/>
                  <a:gd name="connsiteY1" fmla="*/ 80433 h 1185333"/>
                  <a:gd name="connsiteX2" fmla="*/ 21728 w 759247"/>
                  <a:gd name="connsiteY2" fmla="*/ 160866 h 1185333"/>
                  <a:gd name="connsiteX3" fmla="*/ 561 w 759247"/>
                  <a:gd name="connsiteY3" fmla="*/ 323850 h 1185333"/>
                  <a:gd name="connsiteX4" fmla="*/ 148728 w 759247"/>
                  <a:gd name="connsiteY4" fmla="*/ 903816 h 1185333"/>
                  <a:gd name="connsiteX5" fmla="*/ 269378 w 759247"/>
                  <a:gd name="connsiteY5" fmla="*/ 1056216 h 1185333"/>
                  <a:gd name="connsiteX6" fmla="*/ 440828 w 759247"/>
                  <a:gd name="connsiteY6" fmla="*/ 1166283 h 1185333"/>
                  <a:gd name="connsiteX7" fmla="*/ 652494 w 759247"/>
                  <a:gd name="connsiteY7" fmla="*/ 1185333 h 1185333"/>
                  <a:gd name="connsiteX8" fmla="*/ 758328 w 759247"/>
                  <a:gd name="connsiteY8" fmla="*/ 1104900 h 1185333"/>
                  <a:gd name="connsiteX9" fmla="*/ 709644 w 759247"/>
                  <a:gd name="connsiteY9" fmla="*/ 687916 h 1185333"/>
                  <a:gd name="connsiteX10" fmla="*/ 696945 w 759247"/>
                  <a:gd name="connsiteY10" fmla="*/ 514350 h 1185333"/>
                  <a:gd name="connsiteX11" fmla="*/ 616511 w 759247"/>
                  <a:gd name="connsiteY11" fmla="*/ 357717 h 1185333"/>
                  <a:gd name="connsiteX12" fmla="*/ 491628 w 759247"/>
                  <a:gd name="connsiteY12" fmla="*/ 86783 h 1185333"/>
                  <a:gd name="connsiteX13" fmla="*/ 186828 w 759247"/>
                  <a:gd name="connsiteY13" fmla="*/ 0 h 1185333"/>
                  <a:gd name="connsiteX14" fmla="*/ 180478 w 759247"/>
                  <a:gd name="connsiteY14" fmla="*/ 10583 h 1185333"/>
                  <a:gd name="connsiteX0" fmla="*/ 241861 w 759154"/>
                  <a:gd name="connsiteY0" fmla="*/ 19050 h 1185333"/>
                  <a:gd name="connsiteX1" fmla="*/ 68294 w 759154"/>
                  <a:gd name="connsiteY1" fmla="*/ 80433 h 1185333"/>
                  <a:gd name="connsiteX2" fmla="*/ 21728 w 759154"/>
                  <a:gd name="connsiteY2" fmla="*/ 160866 h 1185333"/>
                  <a:gd name="connsiteX3" fmla="*/ 561 w 759154"/>
                  <a:gd name="connsiteY3" fmla="*/ 323850 h 1185333"/>
                  <a:gd name="connsiteX4" fmla="*/ 148728 w 759154"/>
                  <a:gd name="connsiteY4" fmla="*/ 903816 h 1185333"/>
                  <a:gd name="connsiteX5" fmla="*/ 269378 w 759154"/>
                  <a:gd name="connsiteY5" fmla="*/ 1056216 h 1185333"/>
                  <a:gd name="connsiteX6" fmla="*/ 440828 w 759154"/>
                  <a:gd name="connsiteY6" fmla="*/ 1166283 h 1185333"/>
                  <a:gd name="connsiteX7" fmla="*/ 652494 w 759154"/>
                  <a:gd name="connsiteY7" fmla="*/ 1185333 h 1185333"/>
                  <a:gd name="connsiteX8" fmla="*/ 758328 w 759154"/>
                  <a:gd name="connsiteY8" fmla="*/ 1104900 h 1185333"/>
                  <a:gd name="connsiteX9" fmla="*/ 709644 w 759154"/>
                  <a:gd name="connsiteY9" fmla="*/ 687916 h 1185333"/>
                  <a:gd name="connsiteX10" fmla="*/ 696945 w 759154"/>
                  <a:gd name="connsiteY10" fmla="*/ 514350 h 1185333"/>
                  <a:gd name="connsiteX11" fmla="*/ 616511 w 759154"/>
                  <a:gd name="connsiteY11" fmla="*/ 357717 h 1185333"/>
                  <a:gd name="connsiteX12" fmla="*/ 491628 w 759154"/>
                  <a:gd name="connsiteY12" fmla="*/ 86783 h 1185333"/>
                  <a:gd name="connsiteX13" fmla="*/ 186828 w 759154"/>
                  <a:gd name="connsiteY13" fmla="*/ 0 h 1185333"/>
                  <a:gd name="connsiteX14" fmla="*/ 180478 w 759154"/>
                  <a:gd name="connsiteY14" fmla="*/ 10583 h 1185333"/>
                  <a:gd name="connsiteX0" fmla="*/ 241861 w 711707"/>
                  <a:gd name="connsiteY0" fmla="*/ 19050 h 1185333"/>
                  <a:gd name="connsiteX1" fmla="*/ 68294 w 711707"/>
                  <a:gd name="connsiteY1" fmla="*/ 80433 h 1185333"/>
                  <a:gd name="connsiteX2" fmla="*/ 21728 w 711707"/>
                  <a:gd name="connsiteY2" fmla="*/ 160866 h 1185333"/>
                  <a:gd name="connsiteX3" fmla="*/ 561 w 711707"/>
                  <a:gd name="connsiteY3" fmla="*/ 323850 h 1185333"/>
                  <a:gd name="connsiteX4" fmla="*/ 148728 w 711707"/>
                  <a:gd name="connsiteY4" fmla="*/ 903816 h 1185333"/>
                  <a:gd name="connsiteX5" fmla="*/ 269378 w 711707"/>
                  <a:gd name="connsiteY5" fmla="*/ 1056216 h 1185333"/>
                  <a:gd name="connsiteX6" fmla="*/ 440828 w 711707"/>
                  <a:gd name="connsiteY6" fmla="*/ 1166283 h 1185333"/>
                  <a:gd name="connsiteX7" fmla="*/ 652494 w 711707"/>
                  <a:gd name="connsiteY7" fmla="*/ 1185333 h 1185333"/>
                  <a:gd name="connsiteX8" fmla="*/ 709645 w 711707"/>
                  <a:gd name="connsiteY8" fmla="*/ 1075267 h 1185333"/>
                  <a:gd name="connsiteX9" fmla="*/ 709644 w 711707"/>
                  <a:gd name="connsiteY9" fmla="*/ 687916 h 1185333"/>
                  <a:gd name="connsiteX10" fmla="*/ 696945 w 711707"/>
                  <a:gd name="connsiteY10" fmla="*/ 514350 h 1185333"/>
                  <a:gd name="connsiteX11" fmla="*/ 616511 w 711707"/>
                  <a:gd name="connsiteY11" fmla="*/ 357717 h 1185333"/>
                  <a:gd name="connsiteX12" fmla="*/ 491628 w 711707"/>
                  <a:gd name="connsiteY12" fmla="*/ 86783 h 1185333"/>
                  <a:gd name="connsiteX13" fmla="*/ 186828 w 711707"/>
                  <a:gd name="connsiteY13" fmla="*/ 0 h 1185333"/>
                  <a:gd name="connsiteX14" fmla="*/ 180478 w 711707"/>
                  <a:gd name="connsiteY14" fmla="*/ 10583 h 1185333"/>
                  <a:gd name="connsiteX0" fmla="*/ 241861 w 712688"/>
                  <a:gd name="connsiteY0" fmla="*/ 19050 h 1168601"/>
                  <a:gd name="connsiteX1" fmla="*/ 68294 w 712688"/>
                  <a:gd name="connsiteY1" fmla="*/ 80433 h 1168601"/>
                  <a:gd name="connsiteX2" fmla="*/ 21728 w 712688"/>
                  <a:gd name="connsiteY2" fmla="*/ 160866 h 1168601"/>
                  <a:gd name="connsiteX3" fmla="*/ 561 w 712688"/>
                  <a:gd name="connsiteY3" fmla="*/ 323850 h 1168601"/>
                  <a:gd name="connsiteX4" fmla="*/ 148728 w 712688"/>
                  <a:gd name="connsiteY4" fmla="*/ 903816 h 1168601"/>
                  <a:gd name="connsiteX5" fmla="*/ 269378 w 712688"/>
                  <a:gd name="connsiteY5" fmla="*/ 1056216 h 1168601"/>
                  <a:gd name="connsiteX6" fmla="*/ 440828 w 712688"/>
                  <a:gd name="connsiteY6" fmla="*/ 1166283 h 1168601"/>
                  <a:gd name="connsiteX7" fmla="*/ 635561 w 712688"/>
                  <a:gd name="connsiteY7" fmla="*/ 1136650 h 1168601"/>
                  <a:gd name="connsiteX8" fmla="*/ 709645 w 712688"/>
                  <a:gd name="connsiteY8" fmla="*/ 1075267 h 1168601"/>
                  <a:gd name="connsiteX9" fmla="*/ 709644 w 712688"/>
                  <a:gd name="connsiteY9" fmla="*/ 687916 h 1168601"/>
                  <a:gd name="connsiteX10" fmla="*/ 696945 w 712688"/>
                  <a:gd name="connsiteY10" fmla="*/ 514350 h 1168601"/>
                  <a:gd name="connsiteX11" fmla="*/ 616511 w 712688"/>
                  <a:gd name="connsiteY11" fmla="*/ 357717 h 1168601"/>
                  <a:gd name="connsiteX12" fmla="*/ 491628 w 712688"/>
                  <a:gd name="connsiteY12" fmla="*/ 86783 h 1168601"/>
                  <a:gd name="connsiteX13" fmla="*/ 186828 w 712688"/>
                  <a:gd name="connsiteY13" fmla="*/ 0 h 1168601"/>
                  <a:gd name="connsiteX14" fmla="*/ 180478 w 712688"/>
                  <a:gd name="connsiteY14" fmla="*/ 10583 h 116860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7013"/>
                  <a:gd name="connsiteX1" fmla="*/ 68294 w 712688"/>
                  <a:gd name="connsiteY1" fmla="*/ 80433 h 1167013"/>
                  <a:gd name="connsiteX2" fmla="*/ 21728 w 712688"/>
                  <a:gd name="connsiteY2" fmla="*/ 160866 h 1167013"/>
                  <a:gd name="connsiteX3" fmla="*/ 561 w 712688"/>
                  <a:gd name="connsiteY3" fmla="*/ 323850 h 1167013"/>
                  <a:gd name="connsiteX4" fmla="*/ 148728 w 712688"/>
                  <a:gd name="connsiteY4" fmla="*/ 903816 h 1167013"/>
                  <a:gd name="connsiteX5" fmla="*/ 269378 w 712688"/>
                  <a:gd name="connsiteY5" fmla="*/ 1056216 h 1167013"/>
                  <a:gd name="connsiteX6" fmla="*/ 576295 w 712688"/>
                  <a:gd name="connsiteY6" fmla="*/ 1162050 h 1167013"/>
                  <a:gd name="connsiteX7" fmla="*/ 635561 w 712688"/>
                  <a:gd name="connsiteY7" fmla="*/ 1136650 h 1167013"/>
                  <a:gd name="connsiteX8" fmla="*/ 709645 w 712688"/>
                  <a:gd name="connsiteY8" fmla="*/ 1075267 h 1167013"/>
                  <a:gd name="connsiteX9" fmla="*/ 709644 w 712688"/>
                  <a:gd name="connsiteY9" fmla="*/ 687916 h 1167013"/>
                  <a:gd name="connsiteX10" fmla="*/ 696945 w 712688"/>
                  <a:gd name="connsiteY10" fmla="*/ 514350 h 1167013"/>
                  <a:gd name="connsiteX11" fmla="*/ 616511 w 712688"/>
                  <a:gd name="connsiteY11" fmla="*/ 357717 h 1167013"/>
                  <a:gd name="connsiteX12" fmla="*/ 491628 w 712688"/>
                  <a:gd name="connsiteY12" fmla="*/ 86783 h 1167013"/>
                  <a:gd name="connsiteX13" fmla="*/ 186828 w 712688"/>
                  <a:gd name="connsiteY13" fmla="*/ 0 h 1167013"/>
                  <a:gd name="connsiteX14" fmla="*/ 180478 w 712688"/>
                  <a:gd name="connsiteY14" fmla="*/ 10583 h 1167013"/>
                  <a:gd name="connsiteX0" fmla="*/ 241861 w 720548"/>
                  <a:gd name="connsiteY0" fmla="*/ 19050 h 1167013"/>
                  <a:gd name="connsiteX1" fmla="*/ 68294 w 720548"/>
                  <a:gd name="connsiteY1" fmla="*/ 80433 h 1167013"/>
                  <a:gd name="connsiteX2" fmla="*/ 21728 w 720548"/>
                  <a:gd name="connsiteY2" fmla="*/ 160866 h 1167013"/>
                  <a:gd name="connsiteX3" fmla="*/ 561 w 720548"/>
                  <a:gd name="connsiteY3" fmla="*/ 323850 h 1167013"/>
                  <a:gd name="connsiteX4" fmla="*/ 148728 w 720548"/>
                  <a:gd name="connsiteY4" fmla="*/ 903816 h 1167013"/>
                  <a:gd name="connsiteX5" fmla="*/ 269378 w 720548"/>
                  <a:gd name="connsiteY5" fmla="*/ 1056216 h 1167013"/>
                  <a:gd name="connsiteX6" fmla="*/ 576295 w 720548"/>
                  <a:gd name="connsiteY6" fmla="*/ 1162050 h 1167013"/>
                  <a:gd name="connsiteX7" fmla="*/ 635561 w 720548"/>
                  <a:gd name="connsiteY7" fmla="*/ 1136650 h 1167013"/>
                  <a:gd name="connsiteX8" fmla="*/ 709645 w 720548"/>
                  <a:gd name="connsiteY8" fmla="*/ 1075267 h 1167013"/>
                  <a:gd name="connsiteX9" fmla="*/ 709644 w 720548"/>
                  <a:gd name="connsiteY9" fmla="*/ 687916 h 1167013"/>
                  <a:gd name="connsiteX10" fmla="*/ 696945 w 720548"/>
                  <a:gd name="connsiteY10" fmla="*/ 514350 h 1167013"/>
                  <a:gd name="connsiteX11" fmla="*/ 616511 w 720548"/>
                  <a:gd name="connsiteY11" fmla="*/ 357717 h 1167013"/>
                  <a:gd name="connsiteX12" fmla="*/ 491628 w 720548"/>
                  <a:gd name="connsiteY12" fmla="*/ 86783 h 1167013"/>
                  <a:gd name="connsiteX13" fmla="*/ 186828 w 720548"/>
                  <a:gd name="connsiteY13" fmla="*/ 0 h 1167013"/>
                  <a:gd name="connsiteX14" fmla="*/ 180478 w 720548"/>
                  <a:gd name="connsiteY14" fmla="*/ 10583 h 1167013"/>
                  <a:gd name="connsiteX0" fmla="*/ 241861 w 720548"/>
                  <a:gd name="connsiteY0" fmla="*/ 19050 h 1164946"/>
                  <a:gd name="connsiteX1" fmla="*/ 68294 w 720548"/>
                  <a:gd name="connsiteY1" fmla="*/ 80433 h 1164946"/>
                  <a:gd name="connsiteX2" fmla="*/ 21728 w 720548"/>
                  <a:gd name="connsiteY2" fmla="*/ 160866 h 1164946"/>
                  <a:gd name="connsiteX3" fmla="*/ 561 w 720548"/>
                  <a:gd name="connsiteY3" fmla="*/ 323850 h 1164946"/>
                  <a:gd name="connsiteX4" fmla="*/ 148728 w 720548"/>
                  <a:gd name="connsiteY4" fmla="*/ 903816 h 1164946"/>
                  <a:gd name="connsiteX5" fmla="*/ 368861 w 720548"/>
                  <a:gd name="connsiteY5" fmla="*/ 1085849 h 1164946"/>
                  <a:gd name="connsiteX6" fmla="*/ 576295 w 720548"/>
                  <a:gd name="connsiteY6" fmla="*/ 1162050 h 1164946"/>
                  <a:gd name="connsiteX7" fmla="*/ 635561 w 720548"/>
                  <a:gd name="connsiteY7" fmla="*/ 1136650 h 1164946"/>
                  <a:gd name="connsiteX8" fmla="*/ 709645 w 720548"/>
                  <a:gd name="connsiteY8" fmla="*/ 1075267 h 1164946"/>
                  <a:gd name="connsiteX9" fmla="*/ 709644 w 720548"/>
                  <a:gd name="connsiteY9" fmla="*/ 687916 h 1164946"/>
                  <a:gd name="connsiteX10" fmla="*/ 696945 w 720548"/>
                  <a:gd name="connsiteY10" fmla="*/ 514350 h 1164946"/>
                  <a:gd name="connsiteX11" fmla="*/ 616511 w 720548"/>
                  <a:gd name="connsiteY11" fmla="*/ 357717 h 1164946"/>
                  <a:gd name="connsiteX12" fmla="*/ 491628 w 720548"/>
                  <a:gd name="connsiteY12" fmla="*/ 86783 h 1164946"/>
                  <a:gd name="connsiteX13" fmla="*/ 186828 w 720548"/>
                  <a:gd name="connsiteY13" fmla="*/ 0 h 1164946"/>
                  <a:gd name="connsiteX14" fmla="*/ 180478 w 720548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77599 w 756286"/>
                  <a:gd name="connsiteY0" fmla="*/ 19050 h 1164946"/>
                  <a:gd name="connsiteX1" fmla="*/ 104032 w 756286"/>
                  <a:gd name="connsiteY1" fmla="*/ 80433 h 1164946"/>
                  <a:gd name="connsiteX2" fmla="*/ 57466 w 756286"/>
                  <a:gd name="connsiteY2" fmla="*/ 160866 h 1164946"/>
                  <a:gd name="connsiteX3" fmla="*/ 4549 w 756286"/>
                  <a:gd name="connsiteY3" fmla="*/ 1043517 h 1164946"/>
                  <a:gd name="connsiteX4" fmla="*/ 192933 w 756286"/>
                  <a:gd name="connsiteY4" fmla="*/ 1075266 h 1164946"/>
                  <a:gd name="connsiteX5" fmla="*/ 404599 w 756286"/>
                  <a:gd name="connsiteY5" fmla="*/ 1085849 h 1164946"/>
                  <a:gd name="connsiteX6" fmla="*/ 612033 w 756286"/>
                  <a:gd name="connsiteY6" fmla="*/ 1162050 h 1164946"/>
                  <a:gd name="connsiteX7" fmla="*/ 671299 w 756286"/>
                  <a:gd name="connsiteY7" fmla="*/ 1136650 h 1164946"/>
                  <a:gd name="connsiteX8" fmla="*/ 745383 w 756286"/>
                  <a:gd name="connsiteY8" fmla="*/ 1075267 h 1164946"/>
                  <a:gd name="connsiteX9" fmla="*/ 745382 w 756286"/>
                  <a:gd name="connsiteY9" fmla="*/ 687916 h 1164946"/>
                  <a:gd name="connsiteX10" fmla="*/ 732683 w 756286"/>
                  <a:gd name="connsiteY10" fmla="*/ 514350 h 1164946"/>
                  <a:gd name="connsiteX11" fmla="*/ 652249 w 756286"/>
                  <a:gd name="connsiteY11" fmla="*/ 357717 h 1164946"/>
                  <a:gd name="connsiteX12" fmla="*/ 527366 w 756286"/>
                  <a:gd name="connsiteY12" fmla="*/ 86783 h 1164946"/>
                  <a:gd name="connsiteX13" fmla="*/ 222566 w 756286"/>
                  <a:gd name="connsiteY13" fmla="*/ 0 h 1164946"/>
                  <a:gd name="connsiteX14" fmla="*/ 216216 w 756286"/>
                  <a:gd name="connsiteY14" fmla="*/ 10583 h 1164946"/>
                  <a:gd name="connsiteX0" fmla="*/ 283512 w 762199"/>
                  <a:gd name="connsiteY0" fmla="*/ 19050 h 1164946"/>
                  <a:gd name="connsiteX1" fmla="*/ 109945 w 762199"/>
                  <a:gd name="connsiteY1" fmla="*/ 80433 h 1164946"/>
                  <a:gd name="connsiteX2" fmla="*/ 63379 w 762199"/>
                  <a:gd name="connsiteY2" fmla="*/ 160866 h 1164946"/>
                  <a:gd name="connsiteX3" fmla="*/ 10462 w 762199"/>
                  <a:gd name="connsiteY3" fmla="*/ 1043517 h 1164946"/>
                  <a:gd name="connsiteX4" fmla="*/ 198846 w 762199"/>
                  <a:gd name="connsiteY4" fmla="*/ 1075266 h 1164946"/>
                  <a:gd name="connsiteX5" fmla="*/ 410512 w 762199"/>
                  <a:gd name="connsiteY5" fmla="*/ 1085849 h 1164946"/>
                  <a:gd name="connsiteX6" fmla="*/ 617946 w 762199"/>
                  <a:gd name="connsiteY6" fmla="*/ 1162050 h 1164946"/>
                  <a:gd name="connsiteX7" fmla="*/ 677212 w 762199"/>
                  <a:gd name="connsiteY7" fmla="*/ 1136650 h 1164946"/>
                  <a:gd name="connsiteX8" fmla="*/ 751296 w 762199"/>
                  <a:gd name="connsiteY8" fmla="*/ 1075267 h 1164946"/>
                  <a:gd name="connsiteX9" fmla="*/ 751295 w 762199"/>
                  <a:gd name="connsiteY9" fmla="*/ 687916 h 1164946"/>
                  <a:gd name="connsiteX10" fmla="*/ 738596 w 762199"/>
                  <a:gd name="connsiteY10" fmla="*/ 514350 h 1164946"/>
                  <a:gd name="connsiteX11" fmla="*/ 658162 w 762199"/>
                  <a:gd name="connsiteY11" fmla="*/ 357717 h 1164946"/>
                  <a:gd name="connsiteX12" fmla="*/ 533279 w 762199"/>
                  <a:gd name="connsiteY12" fmla="*/ 86783 h 1164946"/>
                  <a:gd name="connsiteX13" fmla="*/ 228479 w 762199"/>
                  <a:gd name="connsiteY13" fmla="*/ 0 h 1164946"/>
                  <a:gd name="connsiteX14" fmla="*/ 222129 w 762199"/>
                  <a:gd name="connsiteY14" fmla="*/ 10583 h 1164946"/>
                  <a:gd name="connsiteX0" fmla="*/ 288708 w 767395"/>
                  <a:gd name="connsiteY0" fmla="*/ 19050 h 1164946"/>
                  <a:gd name="connsiteX1" fmla="*/ 115141 w 767395"/>
                  <a:gd name="connsiteY1" fmla="*/ 80433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88708 w 767395"/>
                  <a:gd name="connsiteY0" fmla="*/ 19050 h 1164946"/>
                  <a:gd name="connsiteX1" fmla="*/ 106674 w 767395"/>
                  <a:gd name="connsiteY1" fmla="*/ 158750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27325 w 767395"/>
                  <a:gd name="connsiteY14" fmla="*/ 2963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46375 w 767395"/>
                  <a:gd name="connsiteY14" fmla="*/ 1058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0" fmla="*/ 250608 w 767395"/>
                  <a:gd name="connsiteY0" fmla="*/ 12700 h 1196696"/>
                  <a:gd name="connsiteX1" fmla="*/ 106674 w 767395"/>
                  <a:gd name="connsiteY1" fmla="*/ 190500 h 1196696"/>
                  <a:gd name="connsiteX2" fmla="*/ 15658 w 767395"/>
                  <a:gd name="connsiteY2" fmla="*/ 635000 h 1196696"/>
                  <a:gd name="connsiteX3" fmla="*/ 15658 w 767395"/>
                  <a:gd name="connsiteY3" fmla="*/ 1075267 h 1196696"/>
                  <a:gd name="connsiteX4" fmla="*/ 204042 w 767395"/>
                  <a:gd name="connsiteY4" fmla="*/ 1107016 h 1196696"/>
                  <a:gd name="connsiteX5" fmla="*/ 415708 w 767395"/>
                  <a:gd name="connsiteY5" fmla="*/ 1117599 h 1196696"/>
                  <a:gd name="connsiteX6" fmla="*/ 623142 w 767395"/>
                  <a:gd name="connsiteY6" fmla="*/ 1193800 h 1196696"/>
                  <a:gd name="connsiteX7" fmla="*/ 682408 w 767395"/>
                  <a:gd name="connsiteY7" fmla="*/ 1168400 h 1196696"/>
                  <a:gd name="connsiteX8" fmla="*/ 756492 w 767395"/>
                  <a:gd name="connsiteY8" fmla="*/ 1107017 h 1196696"/>
                  <a:gd name="connsiteX9" fmla="*/ 756491 w 767395"/>
                  <a:gd name="connsiteY9" fmla="*/ 719666 h 1196696"/>
                  <a:gd name="connsiteX10" fmla="*/ 743792 w 767395"/>
                  <a:gd name="connsiteY10" fmla="*/ 546100 h 1196696"/>
                  <a:gd name="connsiteX11" fmla="*/ 663358 w 767395"/>
                  <a:gd name="connsiteY11" fmla="*/ 389467 h 1196696"/>
                  <a:gd name="connsiteX12" fmla="*/ 538475 w 767395"/>
                  <a:gd name="connsiteY12" fmla="*/ 118533 h 1196696"/>
                  <a:gd name="connsiteX13" fmla="*/ 252725 w 767395"/>
                  <a:gd name="connsiteY13" fmla="*/ 0 h 119669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375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652775 w 767395"/>
                  <a:gd name="connsiteY12" fmla="*/ 243416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31608 w 767395"/>
                  <a:gd name="connsiteY11" fmla="*/ 613833 h 1190346"/>
                  <a:gd name="connsiteX12" fmla="*/ 652775 w 767395"/>
                  <a:gd name="connsiteY12" fmla="*/ 243416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631608 w 767395"/>
                  <a:gd name="connsiteY10" fmla="*/ 613833 h 1190346"/>
                  <a:gd name="connsiteX11" fmla="*/ 652775 w 767395"/>
                  <a:gd name="connsiteY11" fmla="*/ 243416 h 1190346"/>
                  <a:gd name="connsiteX12" fmla="*/ 244258 w 767395"/>
                  <a:gd name="connsiteY12" fmla="*/ 0 h 1190346"/>
                  <a:gd name="connsiteX0" fmla="*/ 250608 w 759415"/>
                  <a:gd name="connsiteY0" fmla="*/ 6350 h 1190346"/>
                  <a:gd name="connsiteX1" fmla="*/ 106674 w 759415"/>
                  <a:gd name="connsiteY1" fmla="*/ 184150 h 1190346"/>
                  <a:gd name="connsiteX2" fmla="*/ 15658 w 759415"/>
                  <a:gd name="connsiteY2" fmla="*/ 628650 h 1190346"/>
                  <a:gd name="connsiteX3" fmla="*/ 15658 w 759415"/>
                  <a:gd name="connsiteY3" fmla="*/ 1068917 h 1190346"/>
                  <a:gd name="connsiteX4" fmla="*/ 204042 w 759415"/>
                  <a:gd name="connsiteY4" fmla="*/ 1100666 h 1190346"/>
                  <a:gd name="connsiteX5" fmla="*/ 415708 w 759415"/>
                  <a:gd name="connsiteY5" fmla="*/ 1111249 h 1190346"/>
                  <a:gd name="connsiteX6" fmla="*/ 623142 w 759415"/>
                  <a:gd name="connsiteY6" fmla="*/ 1187450 h 1190346"/>
                  <a:gd name="connsiteX7" fmla="*/ 682408 w 759415"/>
                  <a:gd name="connsiteY7" fmla="*/ 1162050 h 1190346"/>
                  <a:gd name="connsiteX8" fmla="*/ 756492 w 759415"/>
                  <a:gd name="connsiteY8" fmla="*/ 1100667 h 1190346"/>
                  <a:gd name="connsiteX9" fmla="*/ 585041 w 759415"/>
                  <a:gd name="connsiteY9" fmla="*/ 899582 h 1190346"/>
                  <a:gd name="connsiteX10" fmla="*/ 631608 w 759415"/>
                  <a:gd name="connsiteY10" fmla="*/ 613833 h 1190346"/>
                  <a:gd name="connsiteX11" fmla="*/ 652775 w 759415"/>
                  <a:gd name="connsiteY11" fmla="*/ 243416 h 1190346"/>
                  <a:gd name="connsiteX12" fmla="*/ 244258 w 759415"/>
                  <a:gd name="connsiteY12" fmla="*/ 0 h 1190346"/>
                  <a:gd name="connsiteX0" fmla="*/ 250608 w 756836"/>
                  <a:gd name="connsiteY0" fmla="*/ 6350 h 1187486"/>
                  <a:gd name="connsiteX1" fmla="*/ 106674 w 756836"/>
                  <a:gd name="connsiteY1" fmla="*/ 184150 h 1187486"/>
                  <a:gd name="connsiteX2" fmla="*/ 15658 w 756836"/>
                  <a:gd name="connsiteY2" fmla="*/ 628650 h 1187486"/>
                  <a:gd name="connsiteX3" fmla="*/ 15658 w 756836"/>
                  <a:gd name="connsiteY3" fmla="*/ 1068917 h 1187486"/>
                  <a:gd name="connsiteX4" fmla="*/ 204042 w 756836"/>
                  <a:gd name="connsiteY4" fmla="*/ 1100666 h 1187486"/>
                  <a:gd name="connsiteX5" fmla="*/ 415708 w 756836"/>
                  <a:gd name="connsiteY5" fmla="*/ 1111249 h 1187486"/>
                  <a:gd name="connsiteX6" fmla="*/ 623142 w 756836"/>
                  <a:gd name="connsiteY6" fmla="*/ 1187450 h 1187486"/>
                  <a:gd name="connsiteX7" fmla="*/ 756492 w 756836"/>
                  <a:gd name="connsiteY7" fmla="*/ 1100667 h 1187486"/>
                  <a:gd name="connsiteX8" fmla="*/ 585041 w 756836"/>
                  <a:gd name="connsiteY8" fmla="*/ 899582 h 1187486"/>
                  <a:gd name="connsiteX9" fmla="*/ 631608 w 756836"/>
                  <a:gd name="connsiteY9" fmla="*/ 613833 h 1187486"/>
                  <a:gd name="connsiteX10" fmla="*/ 652775 w 756836"/>
                  <a:gd name="connsiteY10" fmla="*/ 243416 h 1187486"/>
                  <a:gd name="connsiteX11" fmla="*/ 244258 w 756836"/>
                  <a:gd name="connsiteY11" fmla="*/ 0 h 1187486"/>
                  <a:gd name="connsiteX0" fmla="*/ 250608 w 678810"/>
                  <a:gd name="connsiteY0" fmla="*/ 6350 h 1191091"/>
                  <a:gd name="connsiteX1" fmla="*/ 106674 w 678810"/>
                  <a:gd name="connsiteY1" fmla="*/ 184150 h 1191091"/>
                  <a:gd name="connsiteX2" fmla="*/ 15658 w 678810"/>
                  <a:gd name="connsiteY2" fmla="*/ 628650 h 1191091"/>
                  <a:gd name="connsiteX3" fmla="*/ 15658 w 678810"/>
                  <a:gd name="connsiteY3" fmla="*/ 1068917 h 1191091"/>
                  <a:gd name="connsiteX4" fmla="*/ 204042 w 678810"/>
                  <a:gd name="connsiteY4" fmla="*/ 1100666 h 1191091"/>
                  <a:gd name="connsiteX5" fmla="*/ 415708 w 678810"/>
                  <a:gd name="connsiteY5" fmla="*/ 1111249 h 1191091"/>
                  <a:gd name="connsiteX6" fmla="*/ 623142 w 678810"/>
                  <a:gd name="connsiteY6" fmla="*/ 1187450 h 1191091"/>
                  <a:gd name="connsiteX7" fmla="*/ 527892 w 678810"/>
                  <a:gd name="connsiteY7" fmla="*/ 1149350 h 1191091"/>
                  <a:gd name="connsiteX8" fmla="*/ 585041 w 678810"/>
                  <a:gd name="connsiteY8" fmla="*/ 899582 h 1191091"/>
                  <a:gd name="connsiteX9" fmla="*/ 631608 w 678810"/>
                  <a:gd name="connsiteY9" fmla="*/ 613833 h 1191091"/>
                  <a:gd name="connsiteX10" fmla="*/ 652775 w 678810"/>
                  <a:gd name="connsiteY10" fmla="*/ 243416 h 1191091"/>
                  <a:gd name="connsiteX11" fmla="*/ 244258 w 678810"/>
                  <a:gd name="connsiteY11" fmla="*/ 0 h 1191091"/>
                  <a:gd name="connsiteX0" fmla="*/ 250608 w 678810"/>
                  <a:gd name="connsiteY0" fmla="*/ 6350 h 1340085"/>
                  <a:gd name="connsiteX1" fmla="*/ 106674 w 678810"/>
                  <a:gd name="connsiteY1" fmla="*/ 184150 h 1340085"/>
                  <a:gd name="connsiteX2" fmla="*/ 15658 w 678810"/>
                  <a:gd name="connsiteY2" fmla="*/ 628650 h 1340085"/>
                  <a:gd name="connsiteX3" fmla="*/ 15658 w 678810"/>
                  <a:gd name="connsiteY3" fmla="*/ 1068917 h 1340085"/>
                  <a:gd name="connsiteX4" fmla="*/ 204042 w 678810"/>
                  <a:gd name="connsiteY4" fmla="*/ 1100666 h 1340085"/>
                  <a:gd name="connsiteX5" fmla="*/ 415708 w 678810"/>
                  <a:gd name="connsiteY5" fmla="*/ 1111249 h 1340085"/>
                  <a:gd name="connsiteX6" fmla="*/ 483442 w 678810"/>
                  <a:gd name="connsiteY6" fmla="*/ 1339850 h 1340085"/>
                  <a:gd name="connsiteX7" fmla="*/ 527892 w 678810"/>
                  <a:gd name="connsiteY7" fmla="*/ 1149350 h 1340085"/>
                  <a:gd name="connsiteX8" fmla="*/ 585041 w 678810"/>
                  <a:gd name="connsiteY8" fmla="*/ 899582 h 1340085"/>
                  <a:gd name="connsiteX9" fmla="*/ 631608 w 678810"/>
                  <a:gd name="connsiteY9" fmla="*/ 613833 h 1340085"/>
                  <a:gd name="connsiteX10" fmla="*/ 652775 w 678810"/>
                  <a:gd name="connsiteY10" fmla="*/ 243416 h 1340085"/>
                  <a:gd name="connsiteX11" fmla="*/ 244258 w 678810"/>
                  <a:gd name="connsiteY11" fmla="*/ 0 h 1340085"/>
                  <a:gd name="connsiteX0" fmla="*/ 250608 w 678810"/>
                  <a:gd name="connsiteY0" fmla="*/ 6350 h 1349816"/>
                  <a:gd name="connsiteX1" fmla="*/ 106674 w 678810"/>
                  <a:gd name="connsiteY1" fmla="*/ 184150 h 1349816"/>
                  <a:gd name="connsiteX2" fmla="*/ 15658 w 678810"/>
                  <a:gd name="connsiteY2" fmla="*/ 628650 h 1349816"/>
                  <a:gd name="connsiteX3" fmla="*/ 15658 w 678810"/>
                  <a:gd name="connsiteY3" fmla="*/ 1068917 h 1349816"/>
                  <a:gd name="connsiteX4" fmla="*/ 204042 w 678810"/>
                  <a:gd name="connsiteY4" fmla="*/ 1100666 h 1349816"/>
                  <a:gd name="connsiteX5" fmla="*/ 271775 w 678810"/>
                  <a:gd name="connsiteY5" fmla="*/ 1299632 h 1349816"/>
                  <a:gd name="connsiteX6" fmla="*/ 483442 w 678810"/>
                  <a:gd name="connsiteY6" fmla="*/ 1339850 h 1349816"/>
                  <a:gd name="connsiteX7" fmla="*/ 527892 w 678810"/>
                  <a:gd name="connsiteY7" fmla="*/ 1149350 h 1349816"/>
                  <a:gd name="connsiteX8" fmla="*/ 585041 w 678810"/>
                  <a:gd name="connsiteY8" fmla="*/ 899582 h 1349816"/>
                  <a:gd name="connsiteX9" fmla="*/ 631608 w 678810"/>
                  <a:gd name="connsiteY9" fmla="*/ 613833 h 1349816"/>
                  <a:gd name="connsiteX10" fmla="*/ 652775 w 678810"/>
                  <a:gd name="connsiteY10" fmla="*/ 243416 h 1349816"/>
                  <a:gd name="connsiteX11" fmla="*/ 244258 w 678810"/>
                  <a:gd name="connsiteY11" fmla="*/ 0 h 1349816"/>
                  <a:gd name="connsiteX0" fmla="*/ 243697 w 671899"/>
                  <a:gd name="connsiteY0" fmla="*/ 6350 h 1346437"/>
                  <a:gd name="connsiteX1" fmla="*/ 99763 w 671899"/>
                  <a:gd name="connsiteY1" fmla="*/ 184150 h 1346437"/>
                  <a:gd name="connsiteX2" fmla="*/ 8747 w 671899"/>
                  <a:gd name="connsiteY2" fmla="*/ 628650 h 1346437"/>
                  <a:gd name="connsiteX3" fmla="*/ 8747 w 671899"/>
                  <a:gd name="connsiteY3" fmla="*/ 1068917 h 1346437"/>
                  <a:gd name="connsiteX4" fmla="*/ 101881 w 671899"/>
                  <a:gd name="connsiteY4" fmla="*/ 1269999 h 1346437"/>
                  <a:gd name="connsiteX5" fmla="*/ 264864 w 671899"/>
                  <a:gd name="connsiteY5" fmla="*/ 1299632 h 1346437"/>
                  <a:gd name="connsiteX6" fmla="*/ 476531 w 671899"/>
                  <a:gd name="connsiteY6" fmla="*/ 1339850 h 1346437"/>
                  <a:gd name="connsiteX7" fmla="*/ 520981 w 671899"/>
                  <a:gd name="connsiteY7" fmla="*/ 1149350 h 1346437"/>
                  <a:gd name="connsiteX8" fmla="*/ 578130 w 671899"/>
                  <a:gd name="connsiteY8" fmla="*/ 899582 h 1346437"/>
                  <a:gd name="connsiteX9" fmla="*/ 624697 w 671899"/>
                  <a:gd name="connsiteY9" fmla="*/ 613833 h 1346437"/>
                  <a:gd name="connsiteX10" fmla="*/ 645864 w 671899"/>
                  <a:gd name="connsiteY10" fmla="*/ 243416 h 1346437"/>
                  <a:gd name="connsiteX11" fmla="*/ 237347 w 671899"/>
                  <a:gd name="connsiteY11" fmla="*/ 0 h 1346437"/>
                  <a:gd name="connsiteX0" fmla="*/ 298576 w 726778"/>
                  <a:gd name="connsiteY0" fmla="*/ 6350 h 1346437"/>
                  <a:gd name="connsiteX1" fmla="*/ 154642 w 726778"/>
                  <a:gd name="connsiteY1" fmla="*/ 184150 h 1346437"/>
                  <a:gd name="connsiteX2" fmla="*/ 63626 w 726778"/>
                  <a:gd name="connsiteY2" fmla="*/ 628650 h 1346437"/>
                  <a:gd name="connsiteX3" fmla="*/ 2243 w 726778"/>
                  <a:gd name="connsiteY3" fmla="*/ 1238250 h 1346437"/>
                  <a:gd name="connsiteX4" fmla="*/ 156760 w 726778"/>
                  <a:gd name="connsiteY4" fmla="*/ 1269999 h 1346437"/>
                  <a:gd name="connsiteX5" fmla="*/ 319743 w 726778"/>
                  <a:gd name="connsiteY5" fmla="*/ 1299632 h 1346437"/>
                  <a:gd name="connsiteX6" fmla="*/ 531410 w 726778"/>
                  <a:gd name="connsiteY6" fmla="*/ 1339850 h 1346437"/>
                  <a:gd name="connsiteX7" fmla="*/ 575860 w 726778"/>
                  <a:gd name="connsiteY7" fmla="*/ 1149350 h 1346437"/>
                  <a:gd name="connsiteX8" fmla="*/ 633009 w 726778"/>
                  <a:gd name="connsiteY8" fmla="*/ 899582 h 1346437"/>
                  <a:gd name="connsiteX9" fmla="*/ 679576 w 726778"/>
                  <a:gd name="connsiteY9" fmla="*/ 613833 h 1346437"/>
                  <a:gd name="connsiteX10" fmla="*/ 700743 w 726778"/>
                  <a:gd name="connsiteY10" fmla="*/ 243416 h 1346437"/>
                  <a:gd name="connsiteX11" fmla="*/ 292226 w 726778"/>
                  <a:gd name="connsiteY11" fmla="*/ 0 h 1346437"/>
                  <a:gd name="connsiteX0" fmla="*/ 307144 w 735346"/>
                  <a:gd name="connsiteY0" fmla="*/ 6350 h 1346911"/>
                  <a:gd name="connsiteX1" fmla="*/ 163210 w 735346"/>
                  <a:gd name="connsiteY1" fmla="*/ 184150 h 1346911"/>
                  <a:gd name="connsiteX2" fmla="*/ 72194 w 735346"/>
                  <a:gd name="connsiteY2" fmla="*/ 628650 h 1346911"/>
                  <a:gd name="connsiteX3" fmla="*/ 10811 w 735346"/>
                  <a:gd name="connsiteY3" fmla="*/ 1238250 h 1346911"/>
                  <a:gd name="connsiteX4" fmla="*/ 328311 w 735346"/>
                  <a:gd name="connsiteY4" fmla="*/ 1299632 h 1346911"/>
                  <a:gd name="connsiteX5" fmla="*/ 539978 w 735346"/>
                  <a:gd name="connsiteY5" fmla="*/ 1339850 h 1346911"/>
                  <a:gd name="connsiteX6" fmla="*/ 584428 w 735346"/>
                  <a:gd name="connsiteY6" fmla="*/ 1149350 h 1346911"/>
                  <a:gd name="connsiteX7" fmla="*/ 641577 w 735346"/>
                  <a:gd name="connsiteY7" fmla="*/ 899582 h 1346911"/>
                  <a:gd name="connsiteX8" fmla="*/ 688144 w 735346"/>
                  <a:gd name="connsiteY8" fmla="*/ 613833 h 1346911"/>
                  <a:gd name="connsiteX9" fmla="*/ 709311 w 735346"/>
                  <a:gd name="connsiteY9" fmla="*/ 243416 h 1346911"/>
                  <a:gd name="connsiteX10" fmla="*/ 300794 w 735346"/>
                  <a:gd name="connsiteY10" fmla="*/ 0 h 1346911"/>
                  <a:gd name="connsiteX0" fmla="*/ 334765 w 762967"/>
                  <a:gd name="connsiteY0" fmla="*/ 6350 h 1346911"/>
                  <a:gd name="connsiteX1" fmla="*/ 190831 w 762967"/>
                  <a:gd name="connsiteY1" fmla="*/ 184150 h 1346911"/>
                  <a:gd name="connsiteX2" fmla="*/ 99815 w 762967"/>
                  <a:gd name="connsiteY2" fmla="*/ 628650 h 1346911"/>
                  <a:gd name="connsiteX3" fmla="*/ 38432 w 762967"/>
                  <a:gd name="connsiteY3" fmla="*/ 1238250 h 1346911"/>
                  <a:gd name="connsiteX4" fmla="*/ 355932 w 762967"/>
                  <a:gd name="connsiteY4" fmla="*/ 1299632 h 1346911"/>
                  <a:gd name="connsiteX5" fmla="*/ 567599 w 762967"/>
                  <a:gd name="connsiteY5" fmla="*/ 1339850 h 1346911"/>
                  <a:gd name="connsiteX6" fmla="*/ 612049 w 762967"/>
                  <a:gd name="connsiteY6" fmla="*/ 1149350 h 1346911"/>
                  <a:gd name="connsiteX7" fmla="*/ 669198 w 762967"/>
                  <a:gd name="connsiteY7" fmla="*/ 899582 h 1346911"/>
                  <a:gd name="connsiteX8" fmla="*/ 715765 w 762967"/>
                  <a:gd name="connsiteY8" fmla="*/ 613833 h 1346911"/>
                  <a:gd name="connsiteX9" fmla="*/ 736932 w 762967"/>
                  <a:gd name="connsiteY9" fmla="*/ 243416 h 1346911"/>
                  <a:gd name="connsiteX10" fmla="*/ 328415 w 762967"/>
                  <a:gd name="connsiteY10" fmla="*/ 0 h 1346911"/>
                  <a:gd name="connsiteX0" fmla="*/ 333873 w 762075"/>
                  <a:gd name="connsiteY0" fmla="*/ 6350 h 1346911"/>
                  <a:gd name="connsiteX1" fmla="*/ 189939 w 762075"/>
                  <a:gd name="connsiteY1" fmla="*/ 184150 h 1346911"/>
                  <a:gd name="connsiteX2" fmla="*/ 98923 w 762075"/>
                  <a:gd name="connsiteY2" fmla="*/ 628650 h 1346911"/>
                  <a:gd name="connsiteX3" fmla="*/ 37540 w 762075"/>
                  <a:gd name="connsiteY3" fmla="*/ 1238250 h 1346911"/>
                  <a:gd name="connsiteX4" fmla="*/ 355040 w 762075"/>
                  <a:gd name="connsiteY4" fmla="*/ 1299632 h 1346911"/>
                  <a:gd name="connsiteX5" fmla="*/ 566707 w 762075"/>
                  <a:gd name="connsiteY5" fmla="*/ 1339850 h 1346911"/>
                  <a:gd name="connsiteX6" fmla="*/ 611157 w 762075"/>
                  <a:gd name="connsiteY6" fmla="*/ 1149350 h 1346911"/>
                  <a:gd name="connsiteX7" fmla="*/ 668306 w 762075"/>
                  <a:gd name="connsiteY7" fmla="*/ 899582 h 1346911"/>
                  <a:gd name="connsiteX8" fmla="*/ 714873 w 762075"/>
                  <a:gd name="connsiteY8" fmla="*/ 613833 h 1346911"/>
                  <a:gd name="connsiteX9" fmla="*/ 736040 w 762075"/>
                  <a:gd name="connsiteY9" fmla="*/ 243416 h 1346911"/>
                  <a:gd name="connsiteX10" fmla="*/ 327523 w 762075"/>
                  <a:gd name="connsiteY10" fmla="*/ 0 h 1346911"/>
                  <a:gd name="connsiteX0" fmla="*/ 333873 w 762075"/>
                  <a:gd name="connsiteY0" fmla="*/ 6350 h 1346911"/>
                  <a:gd name="connsiteX1" fmla="*/ 189939 w 762075"/>
                  <a:gd name="connsiteY1" fmla="*/ 184150 h 1346911"/>
                  <a:gd name="connsiteX2" fmla="*/ 98923 w 762075"/>
                  <a:gd name="connsiteY2" fmla="*/ 628650 h 1346911"/>
                  <a:gd name="connsiteX3" fmla="*/ 37540 w 762075"/>
                  <a:gd name="connsiteY3" fmla="*/ 1238250 h 1346911"/>
                  <a:gd name="connsiteX4" fmla="*/ 355040 w 762075"/>
                  <a:gd name="connsiteY4" fmla="*/ 1299632 h 1346911"/>
                  <a:gd name="connsiteX5" fmla="*/ 566707 w 762075"/>
                  <a:gd name="connsiteY5" fmla="*/ 1339850 h 1346911"/>
                  <a:gd name="connsiteX6" fmla="*/ 611157 w 762075"/>
                  <a:gd name="connsiteY6" fmla="*/ 1149350 h 1346911"/>
                  <a:gd name="connsiteX7" fmla="*/ 668306 w 762075"/>
                  <a:gd name="connsiteY7" fmla="*/ 899582 h 1346911"/>
                  <a:gd name="connsiteX8" fmla="*/ 714873 w 762075"/>
                  <a:gd name="connsiteY8" fmla="*/ 613833 h 1346911"/>
                  <a:gd name="connsiteX9" fmla="*/ 736040 w 762075"/>
                  <a:gd name="connsiteY9" fmla="*/ 243416 h 1346911"/>
                  <a:gd name="connsiteX10" fmla="*/ 327523 w 762075"/>
                  <a:gd name="connsiteY10" fmla="*/ 0 h 1346911"/>
                  <a:gd name="connsiteX0" fmla="*/ 333873 w 762075"/>
                  <a:gd name="connsiteY0" fmla="*/ 6350 h 1346911"/>
                  <a:gd name="connsiteX1" fmla="*/ 189939 w 762075"/>
                  <a:gd name="connsiteY1" fmla="*/ 184150 h 1346911"/>
                  <a:gd name="connsiteX2" fmla="*/ 98923 w 762075"/>
                  <a:gd name="connsiteY2" fmla="*/ 628650 h 1346911"/>
                  <a:gd name="connsiteX3" fmla="*/ 37540 w 762075"/>
                  <a:gd name="connsiteY3" fmla="*/ 1238250 h 1346911"/>
                  <a:gd name="connsiteX4" fmla="*/ 355040 w 762075"/>
                  <a:gd name="connsiteY4" fmla="*/ 1299632 h 1346911"/>
                  <a:gd name="connsiteX5" fmla="*/ 566707 w 762075"/>
                  <a:gd name="connsiteY5" fmla="*/ 1339850 h 1346911"/>
                  <a:gd name="connsiteX6" fmla="*/ 611157 w 762075"/>
                  <a:gd name="connsiteY6" fmla="*/ 1149350 h 1346911"/>
                  <a:gd name="connsiteX7" fmla="*/ 668306 w 762075"/>
                  <a:gd name="connsiteY7" fmla="*/ 899582 h 1346911"/>
                  <a:gd name="connsiteX8" fmla="*/ 714873 w 762075"/>
                  <a:gd name="connsiteY8" fmla="*/ 613833 h 1346911"/>
                  <a:gd name="connsiteX9" fmla="*/ 736040 w 762075"/>
                  <a:gd name="connsiteY9" fmla="*/ 243416 h 1346911"/>
                  <a:gd name="connsiteX10" fmla="*/ 327523 w 762075"/>
                  <a:gd name="connsiteY10" fmla="*/ 0 h 1346911"/>
                  <a:gd name="connsiteX0" fmla="*/ 304530 w 732732"/>
                  <a:gd name="connsiteY0" fmla="*/ 6350 h 1346911"/>
                  <a:gd name="connsiteX1" fmla="*/ 160596 w 732732"/>
                  <a:gd name="connsiteY1" fmla="*/ 184150 h 1346911"/>
                  <a:gd name="connsiteX2" fmla="*/ 69580 w 732732"/>
                  <a:gd name="connsiteY2" fmla="*/ 628650 h 1346911"/>
                  <a:gd name="connsiteX3" fmla="*/ 8197 w 732732"/>
                  <a:gd name="connsiteY3" fmla="*/ 1238250 h 1346911"/>
                  <a:gd name="connsiteX4" fmla="*/ 325697 w 732732"/>
                  <a:gd name="connsiteY4" fmla="*/ 1299632 h 1346911"/>
                  <a:gd name="connsiteX5" fmla="*/ 537364 w 732732"/>
                  <a:gd name="connsiteY5" fmla="*/ 1339850 h 1346911"/>
                  <a:gd name="connsiteX6" fmla="*/ 581814 w 732732"/>
                  <a:gd name="connsiteY6" fmla="*/ 1149350 h 1346911"/>
                  <a:gd name="connsiteX7" fmla="*/ 638963 w 732732"/>
                  <a:gd name="connsiteY7" fmla="*/ 899582 h 1346911"/>
                  <a:gd name="connsiteX8" fmla="*/ 685530 w 732732"/>
                  <a:gd name="connsiteY8" fmla="*/ 613833 h 1346911"/>
                  <a:gd name="connsiteX9" fmla="*/ 706697 w 732732"/>
                  <a:gd name="connsiteY9" fmla="*/ 243416 h 1346911"/>
                  <a:gd name="connsiteX10" fmla="*/ 298180 w 732732"/>
                  <a:gd name="connsiteY10" fmla="*/ 0 h 1346911"/>
                  <a:gd name="connsiteX0" fmla="*/ 311425 w 739627"/>
                  <a:gd name="connsiteY0" fmla="*/ 6350 h 1346911"/>
                  <a:gd name="connsiteX1" fmla="*/ 167491 w 739627"/>
                  <a:gd name="connsiteY1" fmla="*/ 184150 h 1346911"/>
                  <a:gd name="connsiteX2" fmla="*/ 23558 w 739627"/>
                  <a:gd name="connsiteY2" fmla="*/ 685800 h 1346911"/>
                  <a:gd name="connsiteX3" fmla="*/ 15092 w 739627"/>
                  <a:gd name="connsiteY3" fmla="*/ 1238250 h 1346911"/>
                  <a:gd name="connsiteX4" fmla="*/ 332592 w 739627"/>
                  <a:gd name="connsiteY4" fmla="*/ 1299632 h 1346911"/>
                  <a:gd name="connsiteX5" fmla="*/ 544259 w 739627"/>
                  <a:gd name="connsiteY5" fmla="*/ 1339850 h 1346911"/>
                  <a:gd name="connsiteX6" fmla="*/ 588709 w 739627"/>
                  <a:gd name="connsiteY6" fmla="*/ 1149350 h 1346911"/>
                  <a:gd name="connsiteX7" fmla="*/ 645858 w 739627"/>
                  <a:gd name="connsiteY7" fmla="*/ 899582 h 1346911"/>
                  <a:gd name="connsiteX8" fmla="*/ 692425 w 739627"/>
                  <a:gd name="connsiteY8" fmla="*/ 613833 h 1346911"/>
                  <a:gd name="connsiteX9" fmla="*/ 713592 w 739627"/>
                  <a:gd name="connsiteY9" fmla="*/ 243416 h 1346911"/>
                  <a:gd name="connsiteX10" fmla="*/ 305075 w 739627"/>
                  <a:gd name="connsiteY10" fmla="*/ 0 h 1346911"/>
                  <a:gd name="connsiteX0" fmla="*/ 311425 w 739627"/>
                  <a:gd name="connsiteY0" fmla="*/ 6350 h 1346911"/>
                  <a:gd name="connsiteX1" fmla="*/ 44724 w 739627"/>
                  <a:gd name="connsiteY1" fmla="*/ 423333 h 1346911"/>
                  <a:gd name="connsiteX2" fmla="*/ 23558 w 739627"/>
                  <a:gd name="connsiteY2" fmla="*/ 685800 h 1346911"/>
                  <a:gd name="connsiteX3" fmla="*/ 15092 w 739627"/>
                  <a:gd name="connsiteY3" fmla="*/ 1238250 h 1346911"/>
                  <a:gd name="connsiteX4" fmla="*/ 332592 w 739627"/>
                  <a:gd name="connsiteY4" fmla="*/ 1299632 h 1346911"/>
                  <a:gd name="connsiteX5" fmla="*/ 544259 w 739627"/>
                  <a:gd name="connsiteY5" fmla="*/ 1339850 h 1346911"/>
                  <a:gd name="connsiteX6" fmla="*/ 588709 w 739627"/>
                  <a:gd name="connsiteY6" fmla="*/ 1149350 h 1346911"/>
                  <a:gd name="connsiteX7" fmla="*/ 645858 w 739627"/>
                  <a:gd name="connsiteY7" fmla="*/ 899582 h 1346911"/>
                  <a:gd name="connsiteX8" fmla="*/ 692425 w 739627"/>
                  <a:gd name="connsiteY8" fmla="*/ 613833 h 1346911"/>
                  <a:gd name="connsiteX9" fmla="*/ 713592 w 739627"/>
                  <a:gd name="connsiteY9" fmla="*/ 243416 h 1346911"/>
                  <a:gd name="connsiteX10" fmla="*/ 305075 w 739627"/>
                  <a:gd name="connsiteY10" fmla="*/ 0 h 1346911"/>
                  <a:gd name="connsiteX0" fmla="*/ 311425 w 756295"/>
                  <a:gd name="connsiteY0" fmla="*/ 0 h 1340561"/>
                  <a:gd name="connsiteX1" fmla="*/ 44724 w 756295"/>
                  <a:gd name="connsiteY1" fmla="*/ 416983 h 1340561"/>
                  <a:gd name="connsiteX2" fmla="*/ 23558 w 756295"/>
                  <a:gd name="connsiteY2" fmla="*/ 679450 h 1340561"/>
                  <a:gd name="connsiteX3" fmla="*/ 15092 w 756295"/>
                  <a:gd name="connsiteY3" fmla="*/ 1231900 h 1340561"/>
                  <a:gd name="connsiteX4" fmla="*/ 332592 w 756295"/>
                  <a:gd name="connsiteY4" fmla="*/ 1293282 h 1340561"/>
                  <a:gd name="connsiteX5" fmla="*/ 544259 w 756295"/>
                  <a:gd name="connsiteY5" fmla="*/ 1333500 h 1340561"/>
                  <a:gd name="connsiteX6" fmla="*/ 588709 w 756295"/>
                  <a:gd name="connsiteY6" fmla="*/ 1143000 h 1340561"/>
                  <a:gd name="connsiteX7" fmla="*/ 645858 w 756295"/>
                  <a:gd name="connsiteY7" fmla="*/ 893232 h 1340561"/>
                  <a:gd name="connsiteX8" fmla="*/ 692425 w 756295"/>
                  <a:gd name="connsiteY8" fmla="*/ 607483 h 1340561"/>
                  <a:gd name="connsiteX9" fmla="*/ 713592 w 756295"/>
                  <a:gd name="connsiteY9" fmla="*/ 237066 h 1340561"/>
                  <a:gd name="connsiteX10" fmla="*/ 78592 w 756295"/>
                  <a:gd name="connsiteY10" fmla="*/ 209550 h 1340561"/>
                  <a:gd name="connsiteX0" fmla="*/ 103992 w 756295"/>
                  <a:gd name="connsiteY0" fmla="*/ 10154 h 1132698"/>
                  <a:gd name="connsiteX1" fmla="*/ 44724 w 756295"/>
                  <a:gd name="connsiteY1" fmla="*/ 209120 h 1132698"/>
                  <a:gd name="connsiteX2" fmla="*/ 23558 w 756295"/>
                  <a:gd name="connsiteY2" fmla="*/ 471587 h 1132698"/>
                  <a:gd name="connsiteX3" fmla="*/ 15092 w 756295"/>
                  <a:gd name="connsiteY3" fmla="*/ 1024037 h 1132698"/>
                  <a:gd name="connsiteX4" fmla="*/ 332592 w 756295"/>
                  <a:gd name="connsiteY4" fmla="*/ 1085419 h 1132698"/>
                  <a:gd name="connsiteX5" fmla="*/ 544259 w 756295"/>
                  <a:gd name="connsiteY5" fmla="*/ 1125637 h 1132698"/>
                  <a:gd name="connsiteX6" fmla="*/ 588709 w 756295"/>
                  <a:gd name="connsiteY6" fmla="*/ 935137 h 1132698"/>
                  <a:gd name="connsiteX7" fmla="*/ 645858 w 756295"/>
                  <a:gd name="connsiteY7" fmla="*/ 685369 h 1132698"/>
                  <a:gd name="connsiteX8" fmla="*/ 692425 w 756295"/>
                  <a:gd name="connsiteY8" fmla="*/ 399620 h 1132698"/>
                  <a:gd name="connsiteX9" fmla="*/ 713592 w 756295"/>
                  <a:gd name="connsiteY9" fmla="*/ 29203 h 1132698"/>
                  <a:gd name="connsiteX10" fmla="*/ 78592 w 756295"/>
                  <a:gd name="connsiteY10" fmla="*/ 1687 h 1132698"/>
                  <a:gd name="connsiteX0" fmla="*/ 103992 w 757240"/>
                  <a:gd name="connsiteY0" fmla="*/ 10154 h 1132698"/>
                  <a:gd name="connsiteX1" fmla="*/ 44724 w 757240"/>
                  <a:gd name="connsiteY1" fmla="*/ 209120 h 1132698"/>
                  <a:gd name="connsiteX2" fmla="*/ 23558 w 757240"/>
                  <a:gd name="connsiteY2" fmla="*/ 471587 h 1132698"/>
                  <a:gd name="connsiteX3" fmla="*/ 15092 w 757240"/>
                  <a:gd name="connsiteY3" fmla="*/ 1024037 h 1132698"/>
                  <a:gd name="connsiteX4" fmla="*/ 332592 w 757240"/>
                  <a:gd name="connsiteY4" fmla="*/ 1085419 h 1132698"/>
                  <a:gd name="connsiteX5" fmla="*/ 544259 w 757240"/>
                  <a:gd name="connsiteY5" fmla="*/ 1125637 h 1132698"/>
                  <a:gd name="connsiteX6" fmla="*/ 588709 w 757240"/>
                  <a:gd name="connsiteY6" fmla="*/ 935137 h 1132698"/>
                  <a:gd name="connsiteX7" fmla="*/ 645858 w 757240"/>
                  <a:gd name="connsiteY7" fmla="*/ 685369 h 1132698"/>
                  <a:gd name="connsiteX8" fmla="*/ 692425 w 757240"/>
                  <a:gd name="connsiteY8" fmla="*/ 399620 h 1132698"/>
                  <a:gd name="connsiteX9" fmla="*/ 713592 w 757240"/>
                  <a:gd name="connsiteY9" fmla="*/ 29203 h 1132698"/>
                  <a:gd name="connsiteX10" fmla="*/ 78592 w 757240"/>
                  <a:gd name="connsiteY10" fmla="*/ 1687 h 1132698"/>
                  <a:gd name="connsiteX0" fmla="*/ 103992 w 757240"/>
                  <a:gd name="connsiteY0" fmla="*/ 10154 h 1132698"/>
                  <a:gd name="connsiteX1" fmla="*/ 44724 w 757240"/>
                  <a:gd name="connsiteY1" fmla="*/ 209120 h 1132698"/>
                  <a:gd name="connsiteX2" fmla="*/ 23558 w 757240"/>
                  <a:gd name="connsiteY2" fmla="*/ 471587 h 1132698"/>
                  <a:gd name="connsiteX3" fmla="*/ 15092 w 757240"/>
                  <a:gd name="connsiteY3" fmla="*/ 1024037 h 1132698"/>
                  <a:gd name="connsiteX4" fmla="*/ 332592 w 757240"/>
                  <a:gd name="connsiteY4" fmla="*/ 1085419 h 1132698"/>
                  <a:gd name="connsiteX5" fmla="*/ 544259 w 757240"/>
                  <a:gd name="connsiteY5" fmla="*/ 1125637 h 1132698"/>
                  <a:gd name="connsiteX6" fmla="*/ 588709 w 757240"/>
                  <a:gd name="connsiteY6" fmla="*/ 935137 h 1132698"/>
                  <a:gd name="connsiteX7" fmla="*/ 645858 w 757240"/>
                  <a:gd name="connsiteY7" fmla="*/ 685369 h 1132698"/>
                  <a:gd name="connsiteX8" fmla="*/ 692425 w 757240"/>
                  <a:gd name="connsiteY8" fmla="*/ 399620 h 1132698"/>
                  <a:gd name="connsiteX9" fmla="*/ 713592 w 757240"/>
                  <a:gd name="connsiteY9" fmla="*/ 29203 h 1132698"/>
                  <a:gd name="connsiteX10" fmla="*/ 78592 w 757240"/>
                  <a:gd name="connsiteY10" fmla="*/ 1687 h 1132698"/>
                  <a:gd name="connsiteX0" fmla="*/ 103992 w 757240"/>
                  <a:gd name="connsiteY0" fmla="*/ 10154 h 1132698"/>
                  <a:gd name="connsiteX1" fmla="*/ 44724 w 757240"/>
                  <a:gd name="connsiteY1" fmla="*/ 209120 h 1132698"/>
                  <a:gd name="connsiteX2" fmla="*/ 23558 w 757240"/>
                  <a:gd name="connsiteY2" fmla="*/ 471587 h 1132698"/>
                  <a:gd name="connsiteX3" fmla="*/ 15092 w 757240"/>
                  <a:gd name="connsiteY3" fmla="*/ 1024037 h 1132698"/>
                  <a:gd name="connsiteX4" fmla="*/ 332592 w 757240"/>
                  <a:gd name="connsiteY4" fmla="*/ 1085419 h 1132698"/>
                  <a:gd name="connsiteX5" fmla="*/ 544259 w 757240"/>
                  <a:gd name="connsiteY5" fmla="*/ 1125637 h 1132698"/>
                  <a:gd name="connsiteX6" fmla="*/ 588709 w 757240"/>
                  <a:gd name="connsiteY6" fmla="*/ 935137 h 1132698"/>
                  <a:gd name="connsiteX7" fmla="*/ 645858 w 757240"/>
                  <a:gd name="connsiteY7" fmla="*/ 685369 h 1132698"/>
                  <a:gd name="connsiteX8" fmla="*/ 692425 w 757240"/>
                  <a:gd name="connsiteY8" fmla="*/ 399620 h 1132698"/>
                  <a:gd name="connsiteX9" fmla="*/ 713592 w 757240"/>
                  <a:gd name="connsiteY9" fmla="*/ 29203 h 1132698"/>
                  <a:gd name="connsiteX10" fmla="*/ 78592 w 757240"/>
                  <a:gd name="connsiteY10" fmla="*/ 1687 h 1132698"/>
                  <a:gd name="connsiteX0" fmla="*/ 103992 w 757240"/>
                  <a:gd name="connsiteY0" fmla="*/ 10154 h 1149918"/>
                  <a:gd name="connsiteX1" fmla="*/ 44724 w 757240"/>
                  <a:gd name="connsiteY1" fmla="*/ 209120 h 1149918"/>
                  <a:gd name="connsiteX2" fmla="*/ 23558 w 757240"/>
                  <a:gd name="connsiteY2" fmla="*/ 471587 h 1149918"/>
                  <a:gd name="connsiteX3" fmla="*/ 15092 w 757240"/>
                  <a:gd name="connsiteY3" fmla="*/ 1024037 h 1149918"/>
                  <a:gd name="connsiteX4" fmla="*/ 332592 w 757240"/>
                  <a:gd name="connsiteY4" fmla="*/ 1085419 h 1149918"/>
                  <a:gd name="connsiteX5" fmla="*/ 544259 w 757240"/>
                  <a:gd name="connsiteY5" fmla="*/ 1125637 h 1149918"/>
                  <a:gd name="connsiteX6" fmla="*/ 645858 w 757240"/>
                  <a:gd name="connsiteY6" fmla="*/ 685369 h 1149918"/>
                  <a:gd name="connsiteX7" fmla="*/ 692425 w 757240"/>
                  <a:gd name="connsiteY7" fmla="*/ 399620 h 1149918"/>
                  <a:gd name="connsiteX8" fmla="*/ 713592 w 757240"/>
                  <a:gd name="connsiteY8" fmla="*/ 29203 h 1149918"/>
                  <a:gd name="connsiteX9" fmla="*/ 78592 w 757240"/>
                  <a:gd name="connsiteY9" fmla="*/ 1687 h 1149918"/>
                  <a:gd name="connsiteX0" fmla="*/ 103992 w 757240"/>
                  <a:gd name="connsiteY0" fmla="*/ 10154 h 1149918"/>
                  <a:gd name="connsiteX1" fmla="*/ 44724 w 757240"/>
                  <a:gd name="connsiteY1" fmla="*/ 209120 h 1149918"/>
                  <a:gd name="connsiteX2" fmla="*/ 23558 w 757240"/>
                  <a:gd name="connsiteY2" fmla="*/ 471587 h 1149918"/>
                  <a:gd name="connsiteX3" fmla="*/ 15092 w 757240"/>
                  <a:gd name="connsiteY3" fmla="*/ 1024037 h 1149918"/>
                  <a:gd name="connsiteX4" fmla="*/ 332592 w 757240"/>
                  <a:gd name="connsiteY4" fmla="*/ 1085419 h 1149918"/>
                  <a:gd name="connsiteX5" fmla="*/ 544259 w 757240"/>
                  <a:gd name="connsiteY5" fmla="*/ 1125637 h 1149918"/>
                  <a:gd name="connsiteX6" fmla="*/ 645858 w 757240"/>
                  <a:gd name="connsiteY6" fmla="*/ 685369 h 1149918"/>
                  <a:gd name="connsiteX7" fmla="*/ 692425 w 757240"/>
                  <a:gd name="connsiteY7" fmla="*/ 399620 h 1149918"/>
                  <a:gd name="connsiteX8" fmla="*/ 713592 w 757240"/>
                  <a:gd name="connsiteY8" fmla="*/ 29203 h 1149918"/>
                  <a:gd name="connsiteX9" fmla="*/ 78592 w 757240"/>
                  <a:gd name="connsiteY9" fmla="*/ 1687 h 1149918"/>
                  <a:gd name="connsiteX0" fmla="*/ 103992 w 757240"/>
                  <a:gd name="connsiteY0" fmla="*/ 10154 h 1127338"/>
                  <a:gd name="connsiteX1" fmla="*/ 44724 w 757240"/>
                  <a:gd name="connsiteY1" fmla="*/ 209120 h 1127338"/>
                  <a:gd name="connsiteX2" fmla="*/ 23558 w 757240"/>
                  <a:gd name="connsiteY2" fmla="*/ 471587 h 1127338"/>
                  <a:gd name="connsiteX3" fmla="*/ 15092 w 757240"/>
                  <a:gd name="connsiteY3" fmla="*/ 1024037 h 1127338"/>
                  <a:gd name="connsiteX4" fmla="*/ 332592 w 757240"/>
                  <a:gd name="connsiteY4" fmla="*/ 1085419 h 1127338"/>
                  <a:gd name="connsiteX5" fmla="*/ 544259 w 757240"/>
                  <a:gd name="connsiteY5" fmla="*/ 1125637 h 1127338"/>
                  <a:gd name="connsiteX6" fmla="*/ 645858 w 757240"/>
                  <a:gd name="connsiteY6" fmla="*/ 685369 h 1127338"/>
                  <a:gd name="connsiteX7" fmla="*/ 692425 w 757240"/>
                  <a:gd name="connsiteY7" fmla="*/ 399620 h 1127338"/>
                  <a:gd name="connsiteX8" fmla="*/ 713592 w 757240"/>
                  <a:gd name="connsiteY8" fmla="*/ 29203 h 1127338"/>
                  <a:gd name="connsiteX9" fmla="*/ 78592 w 757240"/>
                  <a:gd name="connsiteY9" fmla="*/ 1687 h 1127338"/>
                  <a:gd name="connsiteX0" fmla="*/ 103992 w 757240"/>
                  <a:gd name="connsiteY0" fmla="*/ 10154 h 1127338"/>
                  <a:gd name="connsiteX1" fmla="*/ 44724 w 757240"/>
                  <a:gd name="connsiteY1" fmla="*/ 209120 h 1127338"/>
                  <a:gd name="connsiteX2" fmla="*/ 23558 w 757240"/>
                  <a:gd name="connsiteY2" fmla="*/ 471587 h 1127338"/>
                  <a:gd name="connsiteX3" fmla="*/ 15092 w 757240"/>
                  <a:gd name="connsiteY3" fmla="*/ 1024037 h 1127338"/>
                  <a:gd name="connsiteX4" fmla="*/ 332592 w 757240"/>
                  <a:gd name="connsiteY4" fmla="*/ 1085419 h 1127338"/>
                  <a:gd name="connsiteX5" fmla="*/ 544259 w 757240"/>
                  <a:gd name="connsiteY5" fmla="*/ 1125637 h 1127338"/>
                  <a:gd name="connsiteX6" fmla="*/ 645858 w 757240"/>
                  <a:gd name="connsiteY6" fmla="*/ 685369 h 1127338"/>
                  <a:gd name="connsiteX7" fmla="*/ 692425 w 757240"/>
                  <a:gd name="connsiteY7" fmla="*/ 399620 h 1127338"/>
                  <a:gd name="connsiteX8" fmla="*/ 713592 w 757240"/>
                  <a:gd name="connsiteY8" fmla="*/ 29203 h 1127338"/>
                  <a:gd name="connsiteX9" fmla="*/ 78592 w 757240"/>
                  <a:gd name="connsiteY9" fmla="*/ 1687 h 1127338"/>
                  <a:gd name="connsiteX0" fmla="*/ 100240 w 753488"/>
                  <a:gd name="connsiteY0" fmla="*/ 10154 h 1127338"/>
                  <a:gd name="connsiteX1" fmla="*/ 40972 w 753488"/>
                  <a:gd name="connsiteY1" fmla="*/ 209120 h 1127338"/>
                  <a:gd name="connsiteX2" fmla="*/ 19806 w 753488"/>
                  <a:gd name="connsiteY2" fmla="*/ 471587 h 1127338"/>
                  <a:gd name="connsiteX3" fmla="*/ 11340 w 753488"/>
                  <a:gd name="connsiteY3" fmla="*/ 1024037 h 1127338"/>
                  <a:gd name="connsiteX4" fmla="*/ 328840 w 753488"/>
                  <a:gd name="connsiteY4" fmla="*/ 1085419 h 1127338"/>
                  <a:gd name="connsiteX5" fmla="*/ 540507 w 753488"/>
                  <a:gd name="connsiteY5" fmla="*/ 1125637 h 1127338"/>
                  <a:gd name="connsiteX6" fmla="*/ 642106 w 753488"/>
                  <a:gd name="connsiteY6" fmla="*/ 685369 h 1127338"/>
                  <a:gd name="connsiteX7" fmla="*/ 688673 w 753488"/>
                  <a:gd name="connsiteY7" fmla="*/ 399620 h 1127338"/>
                  <a:gd name="connsiteX8" fmla="*/ 709840 w 753488"/>
                  <a:gd name="connsiteY8" fmla="*/ 29203 h 1127338"/>
                  <a:gd name="connsiteX9" fmla="*/ 74840 w 753488"/>
                  <a:gd name="connsiteY9" fmla="*/ 1687 h 1127338"/>
                  <a:gd name="connsiteX0" fmla="*/ 100240 w 753488"/>
                  <a:gd name="connsiteY0" fmla="*/ 10154 h 1127338"/>
                  <a:gd name="connsiteX1" fmla="*/ 40972 w 753488"/>
                  <a:gd name="connsiteY1" fmla="*/ 209120 h 1127338"/>
                  <a:gd name="connsiteX2" fmla="*/ 19806 w 753488"/>
                  <a:gd name="connsiteY2" fmla="*/ 471587 h 1127338"/>
                  <a:gd name="connsiteX3" fmla="*/ 11340 w 753488"/>
                  <a:gd name="connsiteY3" fmla="*/ 1024037 h 1127338"/>
                  <a:gd name="connsiteX4" fmla="*/ 328840 w 753488"/>
                  <a:gd name="connsiteY4" fmla="*/ 1085419 h 1127338"/>
                  <a:gd name="connsiteX5" fmla="*/ 540507 w 753488"/>
                  <a:gd name="connsiteY5" fmla="*/ 1125637 h 1127338"/>
                  <a:gd name="connsiteX6" fmla="*/ 642106 w 753488"/>
                  <a:gd name="connsiteY6" fmla="*/ 685369 h 1127338"/>
                  <a:gd name="connsiteX7" fmla="*/ 688673 w 753488"/>
                  <a:gd name="connsiteY7" fmla="*/ 399620 h 1127338"/>
                  <a:gd name="connsiteX8" fmla="*/ 709840 w 753488"/>
                  <a:gd name="connsiteY8" fmla="*/ 29203 h 1127338"/>
                  <a:gd name="connsiteX9" fmla="*/ 74840 w 753488"/>
                  <a:gd name="connsiteY9" fmla="*/ 1687 h 1127338"/>
                  <a:gd name="connsiteX0" fmla="*/ 125640 w 753488"/>
                  <a:gd name="connsiteY0" fmla="*/ 22854 h 1127338"/>
                  <a:gd name="connsiteX1" fmla="*/ 40972 w 753488"/>
                  <a:gd name="connsiteY1" fmla="*/ 209120 h 1127338"/>
                  <a:gd name="connsiteX2" fmla="*/ 19806 w 753488"/>
                  <a:gd name="connsiteY2" fmla="*/ 471587 h 1127338"/>
                  <a:gd name="connsiteX3" fmla="*/ 11340 w 753488"/>
                  <a:gd name="connsiteY3" fmla="*/ 1024037 h 1127338"/>
                  <a:gd name="connsiteX4" fmla="*/ 328840 w 753488"/>
                  <a:gd name="connsiteY4" fmla="*/ 1085419 h 1127338"/>
                  <a:gd name="connsiteX5" fmla="*/ 540507 w 753488"/>
                  <a:gd name="connsiteY5" fmla="*/ 1125637 h 1127338"/>
                  <a:gd name="connsiteX6" fmla="*/ 642106 w 753488"/>
                  <a:gd name="connsiteY6" fmla="*/ 685369 h 1127338"/>
                  <a:gd name="connsiteX7" fmla="*/ 688673 w 753488"/>
                  <a:gd name="connsiteY7" fmla="*/ 399620 h 1127338"/>
                  <a:gd name="connsiteX8" fmla="*/ 709840 w 753488"/>
                  <a:gd name="connsiteY8" fmla="*/ 29203 h 1127338"/>
                  <a:gd name="connsiteX9" fmla="*/ 74840 w 753488"/>
                  <a:gd name="connsiteY9" fmla="*/ 1687 h 1127338"/>
                  <a:gd name="connsiteX0" fmla="*/ 125640 w 771746"/>
                  <a:gd name="connsiteY0" fmla="*/ 42729 h 1147213"/>
                  <a:gd name="connsiteX1" fmla="*/ 40972 w 771746"/>
                  <a:gd name="connsiteY1" fmla="*/ 228995 h 1147213"/>
                  <a:gd name="connsiteX2" fmla="*/ 19806 w 771746"/>
                  <a:gd name="connsiteY2" fmla="*/ 491462 h 1147213"/>
                  <a:gd name="connsiteX3" fmla="*/ 11340 w 771746"/>
                  <a:gd name="connsiteY3" fmla="*/ 1043912 h 1147213"/>
                  <a:gd name="connsiteX4" fmla="*/ 328840 w 771746"/>
                  <a:gd name="connsiteY4" fmla="*/ 1105294 h 1147213"/>
                  <a:gd name="connsiteX5" fmla="*/ 540507 w 771746"/>
                  <a:gd name="connsiteY5" fmla="*/ 1145512 h 1147213"/>
                  <a:gd name="connsiteX6" fmla="*/ 642106 w 771746"/>
                  <a:gd name="connsiteY6" fmla="*/ 705244 h 1147213"/>
                  <a:gd name="connsiteX7" fmla="*/ 688673 w 771746"/>
                  <a:gd name="connsiteY7" fmla="*/ 419495 h 1147213"/>
                  <a:gd name="connsiteX8" fmla="*/ 733123 w 771746"/>
                  <a:gd name="connsiteY8" fmla="*/ 23678 h 1147213"/>
                  <a:gd name="connsiteX9" fmla="*/ 74840 w 771746"/>
                  <a:gd name="connsiteY9" fmla="*/ 21562 h 1147213"/>
                  <a:gd name="connsiteX0" fmla="*/ 125640 w 696807"/>
                  <a:gd name="connsiteY0" fmla="*/ 21167 h 1125651"/>
                  <a:gd name="connsiteX1" fmla="*/ 40972 w 696807"/>
                  <a:gd name="connsiteY1" fmla="*/ 207433 h 1125651"/>
                  <a:gd name="connsiteX2" fmla="*/ 19806 w 696807"/>
                  <a:gd name="connsiteY2" fmla="*/ 469900 h 1125651"/>
                  <a:gd name="connsiteX3" fmla="*/ 11340 w 696807"/>
                  <a:gd name="connsiteY3" fmla="*/ 1022350 h 1125651"/>
                  <a:gd name="connsiteX4" fmla="*/ 328840 w 696807"/>
                  <a:gd name="connsiteY4" fmla="*/ 1083732 h 1125651"/>
                  <a:gd name="connsiteX5" fmla="*/ 540507 w 696807"/>
                  <a:gd name="connsiteY5" fmla="*/ 1123950 h 1125651"/>
                  <a:gd name="connsiteX6" fmla="*/ 642106 w 696807"/>
                  <a:gd name="connsiteY6" fmla="*/ 683682 h 1125651"/>
                  <a:gd name="connsiteX7" fmla="*/ 688673 w 696807"/>
                  <a:gd name="connsiteY7" fmla="*/ 397933 h 1125651"/>
                  <a:gd name="connsiteX8" fmla="*/ 629407 w 696807"/>
                  <a:gd name="connsiteY8" fmla="*/ 76200 h 1125651"/>
                  <a:gd name="connsiteX9" fmla="*/ 74840 w 696807"/>
                  <a:gd name="connsiteY9" fmla="*/ 0 h 1125651"/>
                  <a:gd name="connsiteX0" fmla="*/ 125640 w 936334"/>
                  <a:gd name="connsiteY0" fmla="*/ 21167 h 1125651"/>
                  <a:gd name="connsiteX1" fmla="*/ 40972 w 936334"/>
                  <a:gd name="connsiteY1" fmla="*/ 207433 h 1125651"/>
                  <a:gd name="connsiteX2" fmla="*/ 19806 w 936334"/>
                  <a:gd name="connsiteY2" fmla="*/ 469900 h 1125651"/>
                  <a:gd name="connsiteX3" fmla="*/ 11340 w 936334"/>
                  <a:gd name="connsiteY3" fmla="*/ 1022350 h 1125651"/>
                  <a:gd name="connsiteX4" fmla="*/ 328840 w 936334"/>
                  <a:gd name="connsiteY4" fmla="*/ 1083732 h 1125651"/>
                  <a:gd name="connsiteX5" fmla="*/ 540507 w 936334"/>
                  <a:gd name="connsiteY5" fmla="*/ 1123950 h 1125651"/>
                  <a:gd name="connsiteX6" fmla="*/ 642106 w 936334"/>
                  <a:gd name="connsiteY6" fmla="*/ 683682 h 1125651"/>
                  <a:gd name="connsiteX7" fmla="*/ 936323 w 936334"/>
                  <a:gd name="connsiteY7" fmla="*/ 764117 h 1125651"/>
                  <a:gd name="connsiteX8" fmla="*/ 629407 w 936334"/>
                  <a:gd name="connsiteY8" fmla="*/ 76200 h 1125651"/>
                  <a:gd name="connsiteX9" fmla="*/ 74840 w 936334"/>
                  <a:gd name="connsiteY9" fmla="*/ 0 h 1125651"/>
                  <a:gd name="connsiteX0" fmla="*/ 125640 w 938359"/>
                  <a:gd name="connsiteY0" fmla="*/ 21167 h 1125651"/>
                  <a:gd name="connsiteX1" fmla="*/ 40972 w 938359"/>
                  <a:gd name="connsiteY1" fmla="*/ 207433 h 1125651"/>
                  <a:gd name="connsiteX2" fmla="*/ 19806 w 938359"/>
                  <a:gd name="connsiteY2" fmla="*/ 469900 h 1125651"/>
                  <a:gd name="connsiteX3" fmla="*/ 11340 w 938359"/>
                  <a:gd name="connsiteY3" fmla="*/ 1022350 h 1125651"/>
                  <a:gd name="connsiteX4" fmla="*/ 328840 w 938359"/>
                  <a:gd name="connsiteY4" fmla="*/ 1083732 h 1125651"/>
                  <a:gd name="connsiteX5" fmla="*/ 540507 w 938359"/>
                  <a:gd name="connsiteY5" fmla="*/ 1123950 h 1125651"/>
                  <a:gd name="connsiteX6" fmla="*/ 487590 w 938359"/>
                  <a:gd name="connsiteY6" fmla="*/ 876299 h 1125651"/>
                  <a:gd name="connsiteX7" fmla="*/ 936323 w 938359"/>
                  <a:gd name="connsiteY7" fmla="*/ 764117 h 1125651"/>
                  <a:gd name="connsiteX8" fmla="*/ 629407 w 938359"/>
                  <a:gd name="connsiteY8" fmla="*/ 76200 h 1125651"/>
                  <a:gd name="connsiteX9" fmla="*/ 74840 w 938359"/>
                  <a:gd name="connsiteY9" fmla="*/ 0 h 1125651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38359"/>
                  <a:gd name="connsiteY0" fmla="*/ 21167 h 1093866"/>
                  <a:gd name="connsiteX1" fmla="*/ 40972 w 938359"/>
                  <a:gd name="connsiteY1" fmla="*/ 207433 h 1093866"/>
                  <a:gd name="connsiteX2" fmla="*/ 19806 w 938359"/>
                  <a:gd name="connsiteY2" fmla="*/ 469900 h 1093866"/>
                  <a:gd name="connsiteX3" fmla="*/ 11340 w 938359"/>
                  <a:gd name="connsiteY3" fmla="*/ 1022350 h 1093866"/>
                  <a:gd name="connsiteX4" fmla="*/ 328840 w 938359"/>
                  <a:gd name="connsiteY4" fmla="*/ 1083732 h 1093866"/>
                  <a:gd name="connsiteX5" fmla="*/ 434673 w 938359"/>
                  <a:gd name="connsiteY5" fmla="*/ 808567 h 1093866"/>
                  <a:gd name="connsiteX6" fmla="*/ 487590 w 938359"/>
                  <a:gd name="connsiteY6" fmla="*/ 876299 h 1093866"/>
                  <a:gd name="connsiteX7" fmla="*/ 936323 w 938359"/>
                  <a:gd name="connsiteY7" fmla="*/ 764117 h 1093866"/>
                  <a:gd name="connsiteX8" fmla="*/ 629407 w 938359"/>
                  <a:gd name="connsiteY8" fmla="*/ 76200 h 1093866"/>
                  <a:gd name="connsiteX9" fmla="*/ 74840 w 938359"/>
                  <a:gd name="connsiteY9" fmla="*/ 0 h 1093866"/>
                  <a:gd name="connsiteX0" fmla="*/ 125640 w 957446"/>
                  <a:gd name="connsiteY0" fmla="*/ 21167 h 1093866"/>
                  <a:gd name="connsiteX1" fmla="*/ 40972 w 957446"/>
                  <a:gd name="connsiteY1" fmla="*/ 207433 h 1093866"/>
                  <a:gd name="connsiteX2" fmla="*/ 19806 w 957446"/>
                  <a:gd name="connsiteY2" fmla="*/ 469900 h 1093866"/>
                  <a:gd name="connsiteX3" fmla="*/ 11340 w 957446"/>
                  <a:gd name="connsiteY3" fmla="*/ 1022350 h 1093866"/>
                  <a:gd name="connsiteX4" fmla="*/ 328840 w 957446"/>
                  <a:gd name="connsiteY4" fmla="*/ 1083732 h 1093866"/>
                  <a:gd name="connsiteX5" fmla="*/ 434673 w 957446"/>
                  <a:gd name="connsiteY5" fmla="*/ 808567 h 1093866"/>
                  <a:gd name="connsiteX6" fmla="*/ 487590 w 957446"/>
                  <a:gd name="connsiteY6" fmla="*/ 876299 h 1093866"/>
                  <a:gd name="connsiteX7" fmla="*/ 936323 w 957446"/>
                  <a:gd name="connsiteY7" fmla="*/ 764117 h 1093866"/>
                  <a:gd name="connsiteX8" fmla="*/ 629407 w 957446"/>
                  <a:gd name="connsiteY8" fmla="*/ 76200 h 1093866"/>
                  <a:gd name="connsiteX9" fmla="*/ 74840 w 957446"/>
                  <a:gd name="connsiteY9" fmla="*/ 0 h 1093866"/>
                  <a:gd name="connsiteX0" fmla="*/ 125640 w 957446"/>
                  <a:gd name="connsiteY0" fmla="*/ 21167 h 1093866"/>
                  <a:gd name="connsiteX1" fmla="*/ 40972 w 957446"/>
                  <a:gd name="connsiteY1" fmla="*/ 207433 h 1093866"/>
                  <a:gd name="connsiteX2" fmla="*/ 19806 w 957446"/>
                  <a:gd name="connsiteY2" fmla="*/ 469900 h 1093866"/>
                  <a:gd name="connsiteX3" fmla="*/ 11340 w 957446"/>
                  <a:gd name="connsiteY3" fmla="*/ 1022350 h 1093866"/>
                  <a:gd name="connsiteX4" fmla="*/ 328840 w 957446"/>
                  <a:gd name="connsiteY4" fmla="*/ 1083732 h 1093866"/>
                  <a:gd name="connsiteX5" fmla="*/ 434673 w 957446"/>
                  <a:gd name="connsiteY5" fmla="*/ 808567 h 1093866"/>
                  <a:gd name="connsiteX6" fmla="*/ 487590 w 957446"/>
                  <a:gd name="connsiteY6" fmla="*/ 876299 h 1093866"/>
                  <a:gd name="connsiteX7" fmla="*/ 936323 w 957446"/>
                  <a:gd name="connsiteY7" fmla="*/ 764117 h 1093866"/>
                  <a:gd name="connsiteX8" fmla="*/ 629407 w 957446"/>
                  <a:gd name="connsiteY8" fmla="*/ 76200 h 1093866"/>
                  <a:gd name="connsiteX9" fmla="*/ 74840 w 957446"/>
                  <a:gd name="connsiteY9" fmla="*/ 0 h 1093866"/>
                  <a:gd name="connsiteX0" fmla="*/ 125640 w 936323"/>
                  <a:gd name="connsiteY0" fmla="*/ 21167 h 1093866"/>
                  <a:gd name="connsiteX1" fmla="*/ 40972 w 936323"/>
                  <a:gd name="connsiteY1" fmla="*/ 207433 h 1093866"/>
                  <a:gd name="connsiteX2" fmla="*/ 19806 w 936323"/>
                  <a:gd name="connsiteY2" fmla="*/ 469900 h 1093866"/>
                  <a:gd name="connsiteX3" fmla="*/ 11340 w 936323"/>
                  <a:gd name="connsiteY3" fmla="*/ 1022350 h 1093866"/>
                  <a:gd name="connsiteX4" fmla="*/ 328840 w 936323"/>
                  <a:gd name="connsiteY4" fmla="*/ 1083732 h 1093866"/>
                  <a:gd name="connsiteX5" fmla="*/ 434673 w 936323"/>
                  <a:gd name="connsiteY5" fmla="*/ 808567 h 1093866"/>
                  <a:gd name="connsiteX6" fmla="*/ 487590 w 936323"/>
                  <a:gd name="connsiteY6" fmla="*/ 876299 h 1093866"/>
                  <a:gd name="connsiteX7" fmla="*/ 936323 w 936323"/>
                  <a:gd name="connsiteY7" fmla="*/ 764117 h 1093866"/>
                  <a:gd name="connsiteX8" fmla="*/ 629407 w 936323"/>
                  <a:gd name="connsiteY8" fmla="*/ 76200 h 1093866"/>
                  <a:gd name="connsiteX9" fmla="*/ 74840 w 936323"/>
                  <a:gd name="connsiteY9" fmla="*/ 0 h 1093866"/>
                  <a:gd name="connsiteX0" fmla="*/ 125640 w 936323"/>
                  <a:gd name="connsiteY0" fmla="*/ 21167 h 1093866"/>
                  <a:gd name="connsiteX1" fmla="*/ 40972 w 936323"/>
                  <a:gd name="connsiteY1" fmla="*/ 207433 h 1093866"/>
                  <a:gd name="connsiteX2" fmla="*/ 19806 w 936323"/>
                  <a:gd name="connsiteY2" fmla="*/ 469900 h 1093866"/>
                  <a:gd name="connsiteX3" fmla="*/ 11340 w 936323"/>
                  <a:gd name="connsiteY3" fmla="*/ 1022350 h 1093866"/>
                  <a:gd name="connsiteX4" fmla="*/ 328840 w 936323"/>
                  <a:gd name="connsiteY4" fmla="*/ 1083732 h 1093866"/>
                  <a:gd name="connsiteX5" fmla="*/ 434673 w 936323"/>
                  <a:gd name="connsiteY5" fmla="*/ 808567 h 1093866"/>
                  <a:gd name="connsiteX6" fmla="*/ 487590 w 936323"/>
                  <a:gd name="connsiteY6" fmla="*/ 876299 h 1093866"/>
                  <a:gd name="connsiteX7" fmla="*/ 936323 w 936323"/>
                  <a:gd name="connsiteY7" fmla="*/ 764117 h 1093866"/>
                  <a:gd name="connsiteX8" fmla="*/ 629407 w 936323"/>
                  <a:gd name="connsiteY8" fmla="*/ 76200 h 1093866"/>
                  <a:gd name="connsiteX9" fmla="*/ 74840 w 936323"/>
                  <a:gd name="connsiteY9" fmla="*/ 0 h 1093866"/>
                  <a:gd name="connsiteX0" fmla="*/ 125640 w 936323"/>
                  <a:gd name="connsiteY0" fmla="*/ 21167 h 1093866"/>
                  <a:gd name="connsiteX1" fmla="*/ 40972 w 936323"/>
                  <a:gd name="connsiteY1" fmla="*/ 207433 h 1093866"/>
                  <a:gd name="connsiteX2" fmla="*/ 19806 w 936323"/>
                  <a:gd name="connsiteY2" fmla="*/ 469900 h 1093866"/>
                  <a:gd name="connsiteX3" fmla="*/ 11340 w 936323"/>
                  <a:gd name="connsiteY3" fmla="*/ 1022350 h 1093866"/>
                  <a:gd name="connsiteX4" fmla="*/ 328840 w 936323"/>
                  <a:gd name="connsiteY4" fmla="*/ 1083732 h 1093866"/>
                  <a:gd name="connsiteX5" fmla="*/ 434673 w 936323"/>
                  <a:gd name="connsiteY5" fmla="*/ 808567 h 1093866"/>
                  <a:gd name="connsiteX6" fmla="*/ 487590 w 936323"/>
                  <a:gd name="connsiteY6" fmla="*/ 876299 h 1093866"/>
                  <a:gd name="connsiteX7" fmla="*/ 936323 w 936323"/>
                  <a:gd name="connsiteY7" fmla="*/ 764117 h 1093866"/>
                  <a:gd name="connsiteX8" fmla="*/ 629407 w 936323"/>
                  <a:gd name="connsiteY8" fmla="*/ 76200 h 1093866"/>
                  <a:gd name="connsiteX9" fmla="*/ 74840 w 936323"/>
                  <a:gd name="connsiteY9" fmla="*/ 0 h 1093866"/>
                  <a:gd name="connsiteX0" fmla="*/ 125640 w 936323"/>
                  <a:gd name="connsiteY0" fmla="*/ 21167 h 1030741"/>
                  <a:gd name="connsiteX1" fmla="*/ 40972 w 936323"/>
                  <a:gd name="connsiteY1" fmla="*/ 207433 h 1030741"/>
                  <a:gd name="connsiteX2" fmla="*/ 19806 w 936323"/>
                  <a:gd name="connsiteY2" fmla="*/ 469900 h 1030741"/>
                  <a:gd name="connsiteX3" fmla="*/ 11340 w 936323"/>
                  <a:gd name="connsiteY3" fmla="*/ 1022350 h 1030741"/>
                  <a:gd name="connsiteX4" fmla="*/ 434673 w 936323"/>
                  <a:gd name="connsiteY4" fmla="*/ 808567 h 1030741"/>
                  <a:gd name="connsiteX5" fmla="*/ 487590 w 936323"/>
                  <a:gd name="connsiteY5" fmla="*/ 876299 h 1030741"/>
                  <a:gd name="connsiteX6" fmla="*/ 936323 w 936323"/>
                  <a:gd name="connsiteY6" fmla="*/ 764117 h 1030741"/>
                  <a:gd name="connsiteX7" fmla="*/ 629407 w 936323"/>
                  <a:gd name="connsiteY7" fmla="*/ 76200 h 1030741"/>
                  <a:gd name="connsiteX8" fmla="*/ 74840 w 936323"/>
                  <a:gd name="connsiteY8" fmla="*/ 0 h 1030741"/>
                  <a:gd name="connsiteX0" fmla="*/ 105834 w 916517"/>
                  <a:gd name="connsiteY0" fmla="*/ 21167 h 876299"/>
                  <a:gd name="connsiteX1" fmla="*/ 21166 w 916517"/>
                  <a:gd name="connsiteY1" fmla="*/ 207433 h 876299"/>
                  <a:gd name="connsiteX2" fmla="*/ 0 w 916517"/>
                  <a:gd name="connsiteY2" fmla="*/ 469900 h 876299"/>
                  <a:gd name="connsiteX3" fmla="*/ 414867 w 916517"/>
                  <a:gd name="connsiteY3" fmla="*/ 808567 h 876299"/>
                  <a:gd name="connsiteX4" fmla="*/ 467784 w 916517"/>
                  <a:gd name="connsiteY4" fmla="*/ 876299 h 876299"/>
                  <a:gd name="connsiteX5" fmla="*/ 916517 w 916517"/>
                  <a:gd name="connsiteY5" fmla="*/ 764117 h 876299"/>
                  <a:gd name="connsiteX6" fmla="*/ 609601 w 916517"/>
                  <a:gd name="connsiteY6" fmla="*/ 76200 h 876299"/>
                  <a:gd name="connsiteX7" fmla="*/ 55034 w 916517"/>
                  <a:gd name="connsiteY7" fmla="*/ 0 h 876299"/>
                  <a:gd name="connsiteX0" fmla="*/ 102941 w 913624"/>
                  <a:gd name="connsiteY0" fmla="*/ 21167 h 876299"/>
                  <a:gd name="connsiteX1" fmla="*/ 18273 w 913624"/>
                  <a:gd name="connsiteY1" fmla="*/ 207433 h 876299"/>
                  <a:gd name="connsiteX2" fmla="*/ 411974 w 913624"/>
                  <a:gd name="connsiteY2" fmla="*/ 808567 h 876299"/>
                  <a:gd name="connsiteX3" fmla="*/ 464891 w 913624"/>
                  <a:gd name="connsiteY3" fmla="*/ 876299 h 876299"/>
                  <a:gd name="connsiteX4" fmla="*/ 913624 w 913624"/>
                  <a:gd name="connsiteY4" fmla="*/ 764117 h 876299"/>
                  <a:gd name="connsiteX5" fmla="*/ 606708 w 913624"/>
                  <a:gd name="connsiteY5" fmla="*/ 76200 h 876299"/>
                  <a:gd name="connsiteX6" fmla="*/ 52141 w 913624"/>
                  <a:gd name="connsiteY6" fmla="*/ 0 h 876299"/>
                  <a:gd name="connsiteX0" fmla="*/ 50800 w 861483"/>
                  <a:gd name="connsiteY0" fmla="*/ 21167 h 876299"/>
                  <a:gd name="connsiteX1" fmla="*/ 359833 w 861483"/>
                  <a:gd name="connsiteY1" fmla="*/ 808567 h 876299"/>
                  <a:gd name="connsiteX2" fmla="*/ 412750 w 861483"/>
                  <a:gd name="connsiteY2" fmla="*/ 876299 h 876299"/>
                  <a:gd name="connsiteX3" fmla="*/ 861483 w 861483"/>
                  <a:gd name="connsiteY3" fmla="*/ 764117 h 876299"/>
                  <a:gd name="connsiteX4" fmla="*/ 554567 w 861483"/>
                  <a:gd name="connsiteY4" fmla="*/ 76200 h 876299"/>
                  <a:gd name="connsiteX5" fmla="*/ 0 w 861483"/>
                  <a:gd name="connsiteY5" fmla="*/ 0 h 876299"/>
                  <a:gd name="connsiteX0" fmla="*/ 359833 w 861483"/>
                  <a:gd name="connsiteY0" fmla="*/ 808567 h 876299"/>
                  <a:gd name="connsiteX1" fmla="*/ 412750 w 861483"/>
                  <a:gd name="connsiteY1" fmla="*/ 876299 h 876299"/>
                  <a:gd name="connsiteX2" fmla="*/ 861483 w 861483"/>
                  <a:gd name="connsiteY2" fmla="*/ 764117 h 876299"/>
                  <a:gd name="connsiteX3" fmla="*/ 554567 w 861483"/>
                  <a:gd name="connsiteY3" fmla="*/ 76200 h 876299"/>
                  <a:gd name="connsiteX4" fmla="*/ 0 w 861483"/>
                  <a:gd name="connsiteY4" fmla="*/ 0 h 876299"/>
                  <a:gd name="connsiteX0" fmla="*/ 0 w 501650"/>
                  <a:gd name="connsiteY0" fmla="*/ 732367 h 800099"/>
                  <a:gd name="connsiteX1" fmla="*/ 52917 w 501650"/>
                  <a:gd name="connsiteY1" fmla="*/ 800099 h 800099"/>
                  <a:gd name="connsiteX2" fmla="*/ 501650 w 501650"/>
                  <a:gd name="connsiteY2" fmla="*/ 687917 h 800099"/>
                  <a:gd name="connsiteX3" fmla="*/ 194734 w 501650"/>
                  <a:gd name="connsiteY3" fmla="*/ 0 h 800099"/>
                  <a:gd name="connsiteX0" fmla="*/ 0 w 501650"/>
                  <a:gd name="connsiteY0" fmla="*/ 732367 h 800099"/>
                  <a:gd name="connsiteX1" fmla="*/ 52917 w 501650"/>
                  <a:gd name="connsiteY1" fmla="*/ 800099 h 800099"/>
                  <a:gd name="connsiteX2" fmla="*/ 501650 w 501650"/>
                  <a:gd name="connsiteY2" fmla="*/ 687917 h 800099"/>
                  <a:gd name="connsiteX3" fmla="*/ 165101 w 501650"/>
                  <a:gd name="connsiteY3" fmla="*/ 0 h 800099"/>
                  <a:gd name="connsiteX0" fmla="*/ 0 w 501650"/>
                  <a:gd name="connsiteY0" fmla="*/ 651934 h 800099"/>
                  <a:gd name="connsiteX1" fmla="*/ 52917 w 501650"/>
                  <a:gd name="connsiteY1" fmla="*/ 800099 h 800099"/>
                  <a:gd name="connsiteX2" fmla="*/ 501650 w 501650"/>
                  <a:gd name="connsiteY2" fmla="*/ 687917 h 800099"/>
                  <a:gd name="connsiteX3" fmla="*/ 165101 w 501650"/>
                  <a:gd name="connsiteY3" fmla="*/ 0 h 800099"/>
                  <a:gd name="connsiteX0" fmla="*/ 0 w 497417"/>
                  <a:gd name="connsiteY0" fmla="*/ 599017 h 800099"/>
                  <a:gd name="connsiteX1" fmla="*/ 48684 w 497417"/>
                  <a:gd name="connsiteY1" fmla="*/ 800099 h 800099"/>
                  <a:gd name="connsiteX2" fmla="*/ 497417 w 497417"/>
                  <a:gd name="connsiteY2" fmla="*/ 687917 h 800099"/>
                  <a:gd name="connsiteX3" fmla="*/ 160868 w 497417"/>
                  <a:gd name="connsiteY3" fmla="*/ 0 h 800099"/>
                  <a:gd name="connsiteX0" fmla="*/ 0 w 497417"/>
                  <a:gd name="connsiteY0" fmla="*/ 599017 h 800099"/>
                  <a:gd name="connsiteX1" fmla="*/ 48684 w 497417"/>
                  <a:gd name="connsiteY1" fmla="*/ 800099 h 800099"/>
                  <a:gd name="connsiteX2" fmla="*/ 497417 w 497417"/>
                  <a:gd name="connsiteY2" fmla="*/ 687917 h 800099"/>
                  <a:gd name="connsiteX3" fmla="*/ 160868 w 497417"/>
                  <a:gd name="connsiteY3" fmla="*/ 0 h 800099"/>
                  <a:gd name="connsiteX0" fmla="*/ 0 w 484717"/>
                  <a:gd name="connsiteY0" fmla="*/ 594783 h 800099"/>
                  <a:gd name="connsiteX1" fmla="*/ 35984 w 484717"/>
                  <a:gd name="connsiteY1" fmla="*/ 800099 h 800099"/>
                  <a:gd name="connsiteX2" fmla="*/ 484717 w 484717"/>
                  <a:gd name="connsiteY2" fmla="*/ 687917 h 800099"/>
                  <a:gd name="connsiteX3" fmla="*/ 148168 w 484717"/>
                  <a:gd name="connsiteY3" fmla="*/ 0 h 800099"/>
                  <a:gd name="connsiteX0" fmla="*/ 0 w 493184"/>
                  <a:gd name="connsiteY0" fmla="*/ 594783 h 800099"/>
                  <a:gd name="connsiteX1" fmla="*/ 35984 w 493184"/>
                  <a:gd name="connsiteY1" fmla="*/ 800099 h 800099"/>
                  <a:gd name="connsiteX2" fmla="*/ 493184 w 493184"/>
                  <a:gd name="connsiteY2" fmla="*/ 656167 h 800099"/>
                  <a:gd name="connsiteX3" fmla="*/ 148168 w 493184"/>
                  <a:gd name="connsiteY3" fmla="*/ 0 h 800099"/>
                  <a:gd name="connsiteX0" fmla="*/ 0 w 505884"/>
                  <a:gd name="connsiteY0" fmla="*/ 594783 h 800099"/>
                  <a:gd name="connsiteX1" fmla="*/ 35984 w 505884"/>
                  <a:gd name="connsiteY1" fmla="*/ 800099 h 800099"/>
                  <a:gd name="connsiteX2" fmla="*/ 505884 w 505884"/>
                  <a:gd name="connsiteY2" fmla="*/ 690033 h 800099"/>
                  <a:gd name="connsiteX3" fmla="*/ 148168 w 505884"/>
                  <a:gd name="connsiteY3" fmla="*/ 0 h 800099"/>
                  <a:gd name="connsiteX0" fmla="*/ 0 w 532872"/>
                  <a:gd name="connsiteY0" fmla="*/ 594783 h 800099"/>
                  <a:gd name="connsiteX1" fmla="*/ 35984 w 532872"/>
                  <a:gd name="connsiteY1" fmla="*/ 800099 h 800099"/>
                  <a:gd name="connsiteX2" fmla="*/ 532872 w 532872"/>
                  <a:gd name="connsiteY2" fmla="*/ 712258 h 800099"/>
                  <a:gd name="connsiteX3" fmla="*/ 148168 w 532872"/>
                  <a:gd name="connsiteY3" fmla="*/ 0 h 800099"/>
                  <a:gd name="connsiteX0" fmla="*/ 0 w 532872"/>
                  <a:gd name="connsiteY0" fmla="*/ 594783 h 787399"/>
                  <a:gd name="connsiteX1" fmla="*/ 401109 w 532872"/>
                  <a:gd name="connsiteY1" fmla="*/ 787399 h 787399"/>
                  <a:gd name="connsiteX2" fmla="*/ 532872 w 532872"/>
                  <a:gd name="connsiteY2" fmla="*/ 712258 h 787399"/>
                  <a:gd name="connsiteX3" fmla="*/ 148168 w 532872"/>
                  <a:gd name="connsiteY3" fmla="*/ 0 h 787399"/>
                  <a:gd name="connsiteX0" fmla="*/ 0 w 532872"/>
                  <a:gd name="connsiteY0" fmla="*/ 594783 h 787399"/>
                  <a:gd name="connsiteX1" fmla="*/ 401109 w 532872"/>
                  <a:gd name="connsiteY1" fmla="*/ 787399 h 787399"/>
                  <a:gd name="connsiteX2" fmla="*/ 532872 w 532872"/>
                  <a:gd name="connsiteY2" fmla="*/ 712258 h 787399"/>
                  <a:gd name="connsiteX3" fmla="*/ 148168 w 532872"/>
                  <a:gd name="connsiteY3" fmla="*/ 0 h 787399"/>
                  <a:gd name="connsiteX0" fmla="*/ 0 w 532872"/>
                  <a:gd name="connsiteY0" fmla="*/ 594783 h 787399"/>
                  <a:gd name="connsiteX1" fmla="*/ 401109 w 532872"/>
                  <a:gd name="connsiteY1" fmla="*/ 787399 h 787399"/>
                  <a:gd name="connsiteX2" fmla="*/ 532872 w 532872"/>
                  <a:gd name="connsiteY2" fmla="*/ 712258 h 787399"/>
                  <a:gd name="connsiteX3" fmla="*/ 148168 w 532872"/>
                  <a:gd name="connsiteY3" fmla="*/ 0 h 787399"/>
                  <a:gd name="connsiteX0" fmla="*/ 0 w 532872"/>
                  <a:gd name="connsiteY0" fmla="*/ 594783 h 774699"/>
                  <a:gd name="connsiteX1" fmla="*/ 401109 w 532872"/>
                  <a:gd name="connsiteY1" fmla="*/ 774699 h 774699"/>
                  <a:gd name="connsiteX2" fmla="*/ 532872 w 532872"/>
                  <a:gd name="connsiteY2" fmla="*/ 712258 h 774699"/>
                  <a:gd name="connsiteX3" fmla="*/ 148168 w 532872"/>
                  <a:gd name="connsiteY3" fmla="*/ 0 h 774699"/>
                  <a:gd name="connsiteX0" fmla="*/ 31289 w 564161"/>
                  <a:gd name="connsiteY0" fmla="*/ 594783 h 774699"/>
                  <a:gd name="connsiteX1" fmla="*/ 29270 w 564161"/>
                  <a:gd name="connsiteY1" fmla="*/ 596584 h 774699"/>
                  <a:gd name="connsiteX2" fmla="*/ 432398 w 564161"/>
                  <a:gd name="connsiteY2" fmla="*/ 774699 h 774699"/>
                  <a:gd name="connsiteX3" fmla="*/ 564161 w 564161"/>
                  <a:gd name="connsiteY3" fmla="*/ 712258 h 774699"/>
                  <a:gd name="connsiteX4" fmla="*/ 179457 w 564161"/>
                  <a:gd name="connsiteY4" fmla="*/ 0 h 774699"/>
                  <a:gd name="connsiteX0" fmla="*/ 1 w 532873"/>
                  <a:gd name="connsiteY0" fmla="*/ 594783 h 774699"/>
                  <a:gd name="connsiteX1" fmla="*/ 151970 w 532873"/>
                  <a:gd name="connsiteY1" fmla="*/ 714059 h 774699"/>
                  <a:gd name="connsiteX2" fmla="*/ 401110 w 532873"/>
                  <a:gd name="connsiteY2" fmla="*/ 774699 h 774699"/>
                  <a:gd name="connsiteX3" fmla="*/ 532873 w 532873"/>
                  <a:gd name="connsiteY3" fmla="*/ 712258 h 774699"/>
                  <a:gd name="connsiteX4" fmla="*/ 148169 w 532873"/>
                  <a:gd name="connsiteY4" fmla="*/ 0 h 774699"/>
                  <a:gd name="connsiteX0" fmla="*/ 0 w 639234"/>
                  <a:gd name="connsiteY0" fmla="*/ 658283 h 774699"/>
                  <a:gd name="connsiteX1" fmla="*/ 258331 w 639234"/>
                  <a:gd name="connsiteY1" fmla="*/ 714059 h 774699"/>
                  <a:gd name="connsiteX2" fmla="*/ 507471 w 639234"/>
                  <a:gd name="connsiteY2" fmla="*/ 774699 h 774699"/>
                  <a:gd name="connsiteX3" fmla="*/ 639234 w 639234"/>
                  <a:gd name="connsiteY3" fmla="*/ 712258 h 774699"/>
                  <a:gd name="connsiteX4" fmla="*/ 254530 w 639234"/>
                  <a:gd name="connsiteY4" fmla="*/ 0 h 774699"/>
                  <a:gd name="connsiteX0" fmla="*/ 13461 w 652695"/>
                  <a:gd name="connsiteY0" fmla="*/ 658283 h 774699"/>
                  <a:gd name="connsiteX1" fmla="*/ 20967 w 652695"/>
                  <a:gd name="connsiteY1" fmla="*/ 663259 h 774699"/>
                  <a:gd name="connsiteX2" fmla="*/ 271792 w 652695"/>
                  <a:gd name="connsiteY2" fmla="*/ 714059 h 774699"/>
                  <a:gd name="connsiteX3" fmla="*/ 520932 w 652695"/>
                  <a:gd name="connsiteY3" fmla="*/ 774699 h 774699"/>
                  <a:gd name="connsiteX4" fmla="*/ 652695 w 652695"/>
                  <a:gd name="connsiteY4" fmla="*/ 712258 h 774699"/>
                  <a:gd name="connsiteX5" fmla="*/ 267991 w 652695"/>
                  <a:gd name="connsiteY5" fmla="*/ 0 h 774699"/>
                  <a:gd name="connsiteX0" fmla="*/ 0 w 639234"/>
                  <a:gd name="connsiteY0" fmla="*/ 658283 h 774699"/>
                  <a:gd name="connsiteX1" fmla="*/ 47193 w 639234"/>
                  <a:gd name="connsiteY1" fmla="*/ 668022 h 774699"/>
                  <a:gd name="connsiteX2" fmla="*/ 258331 w 639234"/>
                  <a:gd name="connsiteY2" fmla="*/ 714059 h 774699"/>
                  <a:gd name="connsiteX3" fmla="*/ 507471 w 639234"/>
                  <a:gd name="connsiteY3" fmla="*/ 774699 h 774699"/>
                  <a:gd name="connsiteX4" fmla="*/ 639234 w 639234"/>
                  <a:gd name="connsiteY4" fmla="*/ 712258 h 774699"/>
                  <a:gd name="connsiteX5" fmla="*/ 254530 w 639234"/>
                  <a:gd name="connsiteY5" fmla="*/ 0 h 774699"/>
                  <a:gd name="connsiteX0" fmla="*/ 18001 w 657235"/>
                  <a:gd name="connsiteY0" fmla="*/ 658283 h 774699"/>
                  <a:gd name="connsiteX1" fmla="*/ 19157 w 657235"/>
                  <a:gd name="connsiteY1" fmla="*/ 533085 h 774699"/>
                  <a:gd name="connsiteX2" fmla="*/ 276332 w 657235"/>
                  <a:gd name="connsiteY2" fmla="*/ 714059 h 774699"/>
                  <a:gd name="connsiteX3" fmla="*/ 525472 w 657235"/>
                  <a:gd name="connsiteY3" fmla="*/ 774699 h 774699"/>
                  <a:gd name="connsiteX4" fmla="*/ 657235 w 657235"/>
                  <a:gd name="connsiteY4" fmla="*/ 712258 h 774699"/>
                  <a:gd name="connsiteX5" fmla="*/ 272531 w 657235"/>
                  <a:gd name="connsiteY5" fmla="*/ 0 h 774699"/>
                  <a:gd name="connsiteX0" fmla="*/ 0 w 639234"/>
                  <a:gd name="connsiteY0" fmla="*/ 658283 h 774699"/>
                  <a:gd name="connsiteX1" fmla="*/ 110693 w 639234"/>
                  <a:gd name="connsiteY1" fmla="*/ 701360 h 774699"/>
                  <a:gd name="connsiteX2" fmla="*/ 258331 w 639234"/>
                  <a:gd name="connsiteY2" fmla="*/ 714059 h 774699"/>
                  <a:gd name="connsiteX3" fmla="*/ 507471 w 639234"/>
                  <a:gd name="connsiteY3" fmla="*/ 774699 h 774699"/>
                  <a:gd name="connsiteX4" fmla="*/ 639234 w 639234"/>
                  <a:gd name="connsiteY4" fmla="*/ 712258 h 774699"/>
                  <a:gd name="connsiteX5" fmla="*/ 254530 w 639234"/>
                  <a:gd name="connsiteY5" fmla="*/ 0 h 774699"/>
                  <a:gd name="connsiteX0" fmla="*/ 4962 w 644196"/>
                  <a:gd name="connsiteY0" fmla="*/ 658283 h 774699"/>
                  <a:gd name="connsiteX1" fmla="*/ 9293 w 644196"/>
                  <a:gd name="connsiteY1" fmla="*/ 658496 h 774699"/>
                  <a:gd name="connsiteX2" fmla="*/ 115655 w 644196"/>
                  <a:gd name="connsiteY2" fmla="*/ 701360 h 774699"/>
                  <a:gd name="connsiteX3" fmla="*/ 263293 w 644196"/>
                  <a:gd name="connsiteY3" fmla="*/ 714059 h 774699"/>
                  <a:gd name="connsiteX4" fmla="*/ 512433 w 644196"/>
                  <a:gd name="connsiteY4" fmla="*/ 774699 h 774699"/>
                  <a:gd name="connsiteX5" fmla="*/ 644196 w 644196"/>
                  <a:gd name="connsiteY5" fmla="*/ 712258 h 774699"/>
                  <a:gd name="connsiteX6" fmla="*/ 259492 w 644196"/>
                  <a:gd name="connsiteY6" fmla="*/ 0 h 774699"/>
                  <a:gd name="connsiteX0" fmla="*/ 4962 w 644196"/>
                  <a:gd name="connsiteY0" fmla="*/ 658283 h 774699"/>
                  <a:gd name="connsiteX1" fmla="*/ 9293 w 644196"/>
                  <a:gd name="connsiteY1" fmla="*/ 658496 h 774699"/>
                  <a:gd name="connsiteX2" fmla="*/ 41043 w 644196"/>
                  <a:gd name="connsiteY2" fmla="*/ 674371 h 774699"/>
                  <a:gd name="connsiteX3" fmla="*/ 115655 w 644196"/>
                  <a:gd name="connsiteY3" fmla="*/ 701360 h 774699"/>
                  <a:gd name="connsiteX4" fmla="*/ 263293 w 644196"/>
                  <a:gd name="connsiteY4" fmla="*/ 714059 h 774699"/>
                  <a:gd name="connsiteX5" fmla="*/ 512433 w 644196"/>
                  <a:gd name="connsiteY5" fmla="*/ 774699 h 774699"/>
                  <a:gd name="connsiteX6" fmla="*/ 644196 w 644196"/>
                  <a:gd name="connsiteY6" fmla="*/ 712258 h 774699"/>
                  <a:gd name="connsiteX7" fmla="*/ 259492 w 644196"/>
                  <a:gd name="connsiteY7" fmla="*/ 0 h 774699"/>
                  <a:gd name="connsiteX0" fmla="*/ 7185 w 646419"/>
                  <a:gd name="connsiteY0" fmla="*/ 658283 h 774699"/>
                  <a:gd name="connsiteX1" fmla="*/ 8341 w 646419"/>
                  <a:gd name="connsiteY1" fmla="*/ 539433 h 774699"/>
                  <a:gd name="connsiteX2" fmla="*/ 43266 w 646419"/>
                  <a:gd name="connsiteY2" fmla="*/ 674371 h 774699"/>
                  <a:gd name="connsiteX3" fmla="*/ 117878 w 646419"/>
                  <a:gd name="connsiteY3" fmla="*/ 701360 h 774699"/>
                  <a:gd name="connsiteX4" fmla="*/ 265516 w 646419"/>
                  <a:gd name="connsiteY4" fmla="*/ 714059 h 774699"/>
                  <a:gd name="connsiteX5" fmla="*/ 514656 w 646419"/>
                  <a:gd name="connsiteY5" fmla="*/ 774699 h 774699"/>
                  <a:gd name="connsiteX6" fmla="*/ 646419 w 646419"/>
                  <a:gd name="connsiteY6" fmla="*/ 712258 h 774699"/>
                  <a:gd name="connsiteX7" fmla="*/ 261715 w 646419"/>
                  <a:gd name="connsiteY7" fmla="*/ 0 h 774699"/>
                  <a:gd name="connsiteX0" fmla="*/ 61983 w 640892"/>
                  <a:gd name="connsiteY0" fmla="*/ 413808 h 774699"/>
                  <a:gd name="connsiteX1" fmla="*/ 2814 w 640892"/>
                  <a:gd name="connsiteY1" fmla="*/ 539433 h 774699"/>
                  <a:gd name="connsiteX2" fmla="*/ 37739 w 640892"/>
                  <a:gd name="connsiteY2" fmla="*/ 674371 h 774699"/>
                  <a:gd name="connsiteX3" fmla="*/ 112351 w 640892"/>
                  <a:gd name="connsiteY3" fmla="*/ 701360 h 774699"/>
                  <a:gd name="connsiteX4" fmla="*/ 259989 w 640892"/>
                  <a:gd name="connsiteY4" fmla="*/ 714059 h 774699"/>
                  <a:gd name="connsiteX5" fmla="*/ 509129 w 640892"/>
                  <a:gd name="connsiteY5" fmla="*/ 774699 h 774699"/>
                  <a:gd name="connsiteX6" fmla="*/ 640892 w 640892"/>
                  <a:gd name="connsiteY6" fmla="*/ 712258 h 774699"/>
                  <a:gd name="connsiteX7" fmla="*/ 256188 w 640892"/>
                  <a:gd name="connsiteY7" fmla="*/ 0 h 774699"/>
                  <a:gd name="connsiteX0" fmla="*/ 61983 w 640892"/>
                  <a:gd name="connsiteY0" fmla="*/ 413808 h 774699"/>
                  <a:gd name="connsiteX1" fmla="*/ 2814 w 640892"/>
                  <a:gd name="connsiteY1" fmla="*/ 539433 h 774699"/>
                  <a:gd name="connsiteX2" fmla="*/ 10752 w 640892"/>
                  <a:gd name="connsiteY2" fmla="*/ 656909 h 774699"/>
                  <a:gd name="connsiteX3" fmla="*/ 112351 w 640892"/>
                  <a:gd name="connsiteY3" fmla="*/ 701360 h 774699"/>
                  <a:gd name="connsiteX4" fmla="*/ 259989 w 640892"/>
                  <a:gd name="connsiteY4" fmla="*/ 714059 h 774699"/>
                  <a:gd name="connsiteX5" fmla="*/ 509129 w 640892"/>
                  <a:gd name="connsiteY5" fmla="*/ 774699 h 774699"/>
                  <a:gd name="connsiteX6" fmla="*/ 640892 w 640892"/>
                  <a:gd name="connsiteY6" fmla="*/ 712258 h 774699"/>
                  <a:gd name="connsiteX7" fmla="*/ 256188 w 640892"/>
                  <a:gd name="connsiteY7" fmla="*/ 0 h 774699"/>
                  <a:gd name="connsiteX0" fmla="*/ 59956 w 638865"/>
                  <a:gd name="connsiteY0" fmla="*/ 413808 h 774699"/>
                  <a:gd name="connsiteX1" fmla="*/ 787 w 638865"/>
                  <a:gd name="connsiteY1" fmla="*/ 539433 h 774699"/>
                  <a:gd name="connsiteX2" fmla="*/ 8725 w 638865"/>
                  <a:gd name="connsiteY2" fmla="*/ 656909 h 774699"/>
                  <a:gd name="connsiteX3" fmla="*/ 110324 w 638865"/>
                  <a:gd name="connsiteY3" fmla="*/ 701360 h 774699"/>
                  <a:gd name="connsiteX4" fmla="*/ 257962 w 638865"/>
                  <a:gd name="connsiteY4" fmla="*/ 714059 h 774699"/>
                  <a:gd name="connsiteX5" fmla="*/ 507102 w 638865"/>
                  <a:gd name="connsiteY5" fmla="*/ 774699 h 774699"/>
                  <a:gd name="connsiteX6" fmla="*/ 638865 w 638865"/>
                  <a:gd name="connsiteY6" fmla="*/ 712258 h 774699"/>
                  <a:gd name="connsiteX7" fmla="*/ 254161 w 63886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16134 w 644675"/>
                  <a:gd name="connsiteY3" fmla="*/ 701360 h 774699"/>
                  <a:gd name="connsiteX4" fmla="*/ 263772 w 644675"/>
                  <a:gd name="connsiteY4" fmla="*/ 714059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27246 w 644675"/>
                  <a:gd name="connsiteY3" fmla="*/ 688660 h 774699"/>
                  <a:gd name="connsiteX4" fmla="*/ 263772 w 644675"/>
                  <a:gd name="connsiteY4" fmla="*/ 714059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27246 w 644675"/>
                  <a:gd name="connsiteY3" fmla="*/ 688660 h 774699"/>
                  <a:gd name="connsiteX4" fmla="*/ 238372 w 644675"/>
                  <a:gd name="connsiteY4" fmla="*/ 704534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13808 h 774699"/>
                  <a:gd name="connsiteX1" fmla="*/ 6597 w 644675"/>
                  <a:gd name="connsiteY1" fmla="*/ 539433 h 774699"/>
                  <a:gd name="connsiteX2" fmla="*/ 14535 w 644675"/>
                  <a:gd name="connsiteY2" fmla="*/ 656909 h 774699"/>
                  <a:gd name="connsiteX3" fmla="*/ 127246 w 644675"/>
                  <a:gd name="connsiteY3" fmla="*/ 688660 h 774699"/>
                  <a:gd name="connsiteX4" fmla="*/ 238372 w 644675"/>
                  <a:gd name="connsiteY4" fmla="*/ 704534 h 774699"/>
                  <a:gd name="connsiteX5" fmla="*/ 512912 w 644675"/>
                  <a:gd name="connsiteY5" fmla="*/ 774699 h 774699"/>
                  <a:gd name="connsiteX6" fmla="*/ 644675 w 644675"/>
                  <a:gd name="connsiteY6" fmla="*/ 712258 h 774699"/>
                  <a:gd name="connsiteX7" fmla="*/ 259971 w 644675"/>
                  <a:gd name="connsiteY7" fmla="*/ 0 h 774699"/>
                  <a:gd name="connsiteX0" fmla="*/ 65766 w 644675"/>
                  <a:gd name="connsiteY0" fmla="*/ 467580 h 828471"/>
                  <a:gd name="connsiteX1" fmla="*/ 6597 w 644675"/>
                  <a:gd name="connsiteY1" fmla="*/ 593205 h 828471"/>
                  <a:gd name="connsiteX2" fmla="*/ 14535 w 644675"/>
                  <a:gd name="connsiteY2" fmla="*/ 710681 h 828471"/>
                  <a:gd name="connsiteX3" fmla="*/ 127246 w 644675"/>
                  <a:gd name="connsiteY3" fmla="*/ 742432 h 828471"/>
                  <a:gd name="connsiteX4" fmla="*/ 238372 w 644675"/>
                  <a:gd name="connsiteY4" fmla="*/ 758306 h 828471"/>
                  <a:gd name="connsiteX5" fmla="*/ 512912 w 644675"/>
                  <a:gd name="connsiteY5" fmla="*/ 828471 h 828471"/>
                  <a:gd name="connsiteX6" fmla="*/ 644675 w 644675"/>
                  <a:gd name="connsiteY6" fmla="*/ 766030 h 828471"/>
                  <a:gd name="connsiteX7" fmla="*/ 259971 w 644675"/>
                  <a:gd name="connsiteY7" fmla="*/ 53772 h 828471"/>
                  <a:gd name="connsiteX8" fmla="*/ 254247 w 644675"/>
                  <a:gd name="connsiteY8" fmla="*/ 50281 h 828471"/>
                  <a:gd name="connsiteX0" fmla="*/ 65766 w 644675"/>
                  <a:gd name="connsiteY0" fmla="*/ 467580 h 828471"/>
                  <a:gd name="connsiteX1" fmla="*/ 6597 w 644675"/>
                  <a:gd name="connsiteY1" fmla="*/ 593205 h 828471"/>
                  <a:gd name="connsiteX2" fmla="*/ 14535 w 644675"/>
                  <a:gd name="connsiteY2" fmla="*/ 710681 h 828471"/>
                  <a:gd name="connsiteX3" fmla="*/ 127246 w 644675"/>
                  <a:gd name="connsiteY3" fmla="*/ 742432 h 828471"/>
                  <a:gd name="connsiteX4" fmla="*/ 238372 w 644675"/>
                  <a:gd name="connsiteY4" fmla="*/ 758306 h 828471"/>
                  <a:gd name="connsiteX5" fmla="*/ 512912 w 644675"/>
                  <a:gd name="connsiteY5" fmla="*/ 828471 h 828471"/>
                  <a:gd name="connsiteX6" fmla="*/ 644675 w 644675"/>
                  <a:gd name="connsiteY6" fmla="*/ 766030 h 828471"/>
                  <a:gd name="connsiteX7" fmla="*/ 259971 w 644675"/>
                  <a:gd name="connsiteY7" fmla="*/ 53772 h 828471"/>
                  <a:gd name="connsiteX8" fmla="*/ 76447 w 644675"/>
                  <a:gd name="connsiteY8" fmla="*/ 50281 h 828471"/>
                  <a:gd name="connsiteX0" fmla="*/ 65766 w 644675"/>
                  <a:gd name="connsiteY0" fmla="*/ 417299 h 778190"/>
                  <a:gd name="connsiteX1" fmla="*/ 6597 w 644675"/>
                  <a:gd name="connsiteY1" fmla="*/ 542924 h 778190"/>
                  <a:gd name="connsiteX2" fmla="*/ 14535 w 644675"/>
                  <a:gd name="connsiteY2" fmla="*/ 660400 h 778190"/>
                  <a:gd name="connsiteX3" fmla="*/ 127246 w 644675"/>
                  <a:gd name="connsiteY3" fmla="*/ 692151 h 778190"/>
                  <a:gd name="connsiteX4" fmla="*/ 238372 w 644675"/>
                  <a:gd name="connsiteY4" fmla="*/ 708025 h 778190"/>
                  <a:gd name="connsiteX5" fmla="*/ 512912 w 644675"/>
                  <a:gd name="connsiteY5" fmla="*/ 778190 h 778190"/>
                  <a:gd name="connsiteX6" fmla="*/ 644675 w 644675"/>
                  <a:gd name="connsiteY6" fmla="*/ 715749 h 778190"/>
                  <a:gd name="connsiteX7" fmla="*/ 475871 w 644675"/>
                  <a:gd name="connsiteY7" fmla="*/ 603566 h 778190"/>
                  <a:gd name="connsiteX8" fmla="*/ 76447 w 644675"/>
                  <a:gd name="connsiteY8" fmla="*/ 0 h 778190"/>
                  <a:gd name="connsiteX0" fmla="*/ 65766 w 644675"/>
                  <a:gd name="connsiteY0" fmla="*/ 417299 h 778190"/>
                  <a:gd name="connsiteX1" fmla="*/ 6597 w 644675"/>
                  <a:gd name="connsiteY1" fmla="*/ 542924 h 778190"/>
                  <a:gd name="connsiteX2" fmla="*/ 14535 w 644675"/>
                  <a:gd name="connsiteY2" fmla="*/ 660400 h 778190"/>
                  <a:gd name="connsiteX3" fmla="*/ 127246 w 644675"/>
                  <a:gd name="connsiteY3" fmla="*/ 692151 h 778190"/>
                  <a:gd name="connsiteX4" fmla="*/ 238372 w 644675"/>
                  <a:gd name="connsiteY4" fmla="*/ 708025 h 778190"/>
                  <a:gd name="connsiteX5" fmla="*/ 512912 w 644675"/>
                  <a:gd name="connsiteY5" fmla="*/ 778190 h 778190"/>
                  <a:gd name="connsiteX6" fmla="*/ 644675 w 644675"/>
                  <a:gd name="connsiteY6" fmla="*/ 715749 h 778190"/>
                  <a:gd name="connsiteX7" fmla="*/ 475871 w 644675"/>
                  <a:gd name="connsiteY7" fmla="*/ 603566 h 778190"/>
                  <a:gd name="connsiteX8" fmla="*/ 76447 w 644675"/>
                  <a:gd name="connsiteY8" fmla="*/ 0 h 778190"/>
                  <a:gd name="connsiteX0" fmla="*/ 65766 w 644675"/>
                  <a:gd name="connsiteY0" fmla="*/ 0 h 360891"/>
                  <a:gd name="connsiteX1" fmla="*/ 6597 w 644675"/>
                  <a:gd name="connsiteY1" fmla="*/ 125625 h 360891"/>
                  <a:gd name="connsiteX2" fmla="*/ 14535 w 644675"/>
                  <a:gd name="connsiteY2" fmla="*/ 243101 h 360891"/>
                  <a:gd name="connsiteX3" fmla="*/ 127246 w 644675"/>
                  <a:gd name="connsiteY3" fmla="*/ 274852 h 360891"/>
                  <a:gd name="connsiteX4" fmla="*/ 238372 w 644675"/>
                  <a:gd name="connsiteY4" fmla="*/ 290726 h 360891"/>
                  <a:gd name="connsiteX5" fmla="*/ 512912 w 644675"/>
                  <a:gd name="connsiteY5" fmla="*/ 360891 h 360891"/>
                  <a:gd name="connsiteX6" fmla="*/ 644675 w 644675"/>
                  <a:gd name="connsiteY6" fmla="*/ 298450 h 360891"/>
                  <a:gd name="connsiteX7" fmla="*/ 475871 w 644675"/>
                  <a:gd name="connsiteY7" fmla="*/ 186267 h 360891"/>
                  <a:gd name="connsiteX8" fmla="*/ 297109 w 644675"/>
                  <a:gd name="connsiteY8" fmla="*/ 60539 h 360891"/>
                  <a:gd name="connsiteX0" fmla="*/ 65766 w 644675"/>
                  <a:gd name="connsiteY0" fmla="*/ 0 h 360891"/>
                  <a:gd name="connsiteX1" fmla="*/ 6597 w 644675"/>
                  <a:gd name="connsiteY1" fmla="*/ 125625 h 360891"/>
                  <a:gd name="connsiteX2" fmla="*/ 14535 w 644675"/>
                  <a:gd name="connsiteY2" fmla="*/ 243101 h 360891"/>
                  <a:gd name="connsiteX3" fmla="*/ 127246 w 644675"/>
                  <a:gd name="connsiteY3" fmla="*/ 274852 h 360891"/>
                  <a:gd name="connsiteX4" fmla="*/ 238372 w 644675"/>
                  <a:gd name="connsiteY4" fmla="*/ 290726 h 360891"/>
                  <a:gd name="connsiteX5" fmla="*/ 512912 w 644675"/>
                  <a:gd name="connsiteY5" fmla="*/ 360891 h 360891"/>
                  <a:gd name="connsiteX6" fmla="*/ 644675 w 644675"/>
                  <a:gd name="connsiteY6" fmla="*/ 298450 h 360891"/>
                  <a:gd name="connsiteX7" fmla="*/ 433008 w 644675"/>
                  <a:gd name="connsiteY7" fmla="*/ 149754 h 360891"/>
                  <a:gd name="connsiteX8" fmla="*/ 297109 w 644675"/>
                  <a:gd name="connsiteY8" fmla="*/ 60539 h 360891"/>
                  <a:gd name="connsiteX0" fmla="*/ 65766 w 644675"/>
                  <a:gd name="connsiteY0" fmla="*/ 0 h 360891"/>
                  <a:gd name="connsiteX1" fmla="*/ 6597 w 644675"/>
                  <a:gd name="connsiteY1" fmla="*/ 125625 h 360891"/>
                  <a:gd name="connsiteX2" fmla="*/ 14535 w 644675"/>
                  <a:gd name="connsiteY2" fmla="*/ 243101 h 360891"/>
                  <a:gd name="connsiteX3" fmla="*/ 127246 w 644675"/>
                  <a:gd name="connsiteY3" fmla="*/ 274852 h 360891"/>
                  <a:gd name="connsiteX4" fmla="*/ 238372 w 644675"/>
                  <a:gd name="connsiteY4" fmla="*/ 290726 h 360891"/>
                  <a:gd name="connsiteX5" fmla="*/ 512912 w 644675"/>
                  <a:gd name="connsiteY5" fmla="*/ 360891 h 360891"/>
                  <a:gd name="connsiteX6" fmla="*/ 644675 w 644675"/>
                  <a:gd name="connsiteY6" fmla="*/ 298450 h 360891"/>
                  <a:gd name="connsiteX7" fmla="*/ 433008 w 644675"/>
                  <a:gd name="connsiteY7" fmla="*/ 149754 h 360891"/>
                  <a:gd name="connsiteX8" fmla="*/ 297109 w 644675"/>
                  <a:gd name="connsiteY8" fmla="*/ 60539 h 360891"/>
                  <a:gd name="connsiteX0" fmla="*/ 65766 w 647419"/>
                  <a:gd name="connsiteY0" fmla="*/ 0 h 378661"/>
                  <a:gd name="connsiteX1" fmla="*/ 6597 w 647419"/>
                  <a:gd name="connsiteY1" fmla="*/ 125625 h 378661"/>
                  <a:gd name="connsiteX2" fmla="*/ 14535 w 647419"/>
                  <a:gd name="connsiteY2" fmla="*/ 243101 h 378661"/>
                  <a:gd name="connsiteX3" fmla="*/ 127246 w 647419"/>
                  <a:gd name="connsiteY3" fmla="*/ 274852 h 378661"/>
                  <a:gd name="connsiteX4" fmla="*/ 238372 w 647419"/>
                  <a:gd name="connsiteY4" fmla="*/ 290726 h 378661"/>
                  <a:gd name="connsiteX5" fmla="*/ 512912 w 647419"/>
                  <a:gd name="connsiteY5" fmla="*/ 360891 h 378661"/>
                  <a:gd name="connsiteX6" fmla="*/ 644675 w 647419"/>
                  <a:gd name="connsiteY6" fmla="*/ 298450 h 378661"/>
                  <a:gd name="connsiteX7" fmla="*/ 433008 w 647419"/>
                  <a:gd name="connsiteY7" fmla="*/ 149754 h 378661"/>
                  <a:gd name="connsiteX8" fmla="*/ 297109 w 647419"/>
                  <a:gd name="connsiteY8" fmla="*/ 60539 h 378661"/>
                  <a:gd name="connsiteX0" fmla="*/ 65766 w 646575"/>
                  <a:gd name="connsiteY0" fmla="*/ 0 h 360891"/>
                  <a:gd name="connsiteX1" fmla="*/ 6597 w 646575"/>
                  <a:gd name="connsiteY1" fmla="*/ 125625 h 360891"/>
                  <a:gd name="connsiteX2" fmla="*/ 14535 w 646575"/>
                  <a:gd name="connsiteY2" fmla="*/ 243101 h 360891"/>
                  <a:gd name="connsiteX3" fmla="*/ 127246 w 646575"/>
                  <a:gd name="connsiteY3" fmla="*/ 274852 h 360891"/>
                  <a:gd name="connsiteX4" fmla="*/ 238372 w 646575"/>
                  <a:gd name="connsiteY4" fmla="*/ 290726 h 360891"/>
                  <a:gd name="connsiteX5" fmla="*/ 512912 w 646575"/>
                  <a:gd name="connsiteY5" fmla="*/ 360891 h 360891"/>
                  <a:gd name="connsiteX6" fmla="*/ 644675 w 646575"/>
                  <a:gd name="connsiteY6" fmla="*/ 298450 h 360891"/>
                  <a:gd name="connsiteX7" fmla="*/ 433008 w 646575"/>
                  <a:gd name="connsiteY7" fmla="*/ 149754 h 360891"/>
                  <a:gd name="connsiteX8" fmla="*/ 297109 w 646575"/>
                  <a:gd name="connsiteY8" fmla="*/ 60539 h 360891"/>
                  <a:gd name="connsiteX0" fmla="*/ 65766 w 646575"/>
                  <a:gd name="connsiteY0" fmla="*/ 0 h 360891"/>
                  <a:gd name="connsiteX1" fmla="*/ 6597 w 646575"/>
                  <a:gd name="connsiteY1" fmla="*/ 125625 h 360891"/>
                  <a:gd name="connsiteX2" fmla="*/ 14535 w 646575"/>
                  <a:gd name="connsiteY2" fmla="*/ 243101 h 360891"/>
                  <a:gd name="connsiteX3" fmla="*/ 127246 w 646575"/>
                  <a:gd name="connsiteY3" fmla="*/ 274852 h 360891"/>
                  <a:gd name="connsiteX4" fmla="*/ 257422 w 646575"/>
                  <a:gd name="connsiteY4" fmla="*/ 289138 h 360891"/>
                  <a:gd name="connsiteX5" fmla="*/ 512912 w 646575"/>
                  <a:gd name="connsiteY5" fmla="*/ 360891 h 360891"/>
                  <a:gd name="connsiteX6" fmla="*/ 644675 w 646575"/>
                  <a:gd name="connsiteY6" fmla="*/ 298450 h 360891"/>
                  <a:gd name="connsiteX7" fmla="*/ 433008 w 646575"/>
                  <a:gd name="connsiteY7" fmla="*/ 149754 h 360891"/>
                  <a:gd name="connsiteX8" fmla="*/ 297109 w 646575"/>
                  <a:gd name="connsiteY8" fmla="*/ 60539 h 360891"/>
                  <a:gd name="connsiteX0" fmla="*/ 65766 w 646575"/>
                  <a:gd name="connsiteY0" fmla="*/ 0 h 360891"/>
                  <a:gd name="connsiteX1" fmla="*/ 6597 w 646575"/>
                  <a:gd name="connsiteY1" fmla="*/ 125625 h 360891"/>
                  <a:gd name="connsiteX2" fmla="*/ 14535 w 646575"/>
                  <a:gd name="connsiteY2" fmla="*/ 243101 h 360891"/>
                  <a:gd name="connsiteX3" fmla="*/ 127246 w 646575"/>
                  <a:gd name="connsiteY3" fmla="*/ 274852 h 360891"/>
                  <a:gd name="connsiteX4" fmla="*/ 257422 w 646575"/>
                  <a:gd name="connsiteY4" fmla="*/ 289138 h 360891"/>
                  <a:gd name="connsiteX5" fmla="*/ 512912 w 646575"/>
                  <a:gd name="connsiteY5" fmla="*/ 360891 h 360891"/>
                  <a:gd name="connsiteX6" fmla="*/ 644675 w 646575"/>
                  <a:gd name="connsiteY6" fmla="*/ 298450 h 360891"/>
                  <a:gd name="connsiteX7" fmla="*/ 433008 w 646575"/>
                  <a:gd name="connsiteY7" fmla="*/ 149754 h 360891"/>
                  <a:gd name="connsiteX8" fmla="*/ 297109 w 646575"/>
                  <a:gd name="connsiteY8" fmla="*/ 60539 h 360891"/>
                  <a:gd name="connsiteX0" fmla="*/ 65766 w 646575"/>
                  <a:gd name="connsiteY0" fmla="*/ 12944 h 373835"/>
                  <a:gd name="connsiteX1" fmla="*/ 71685 w 646575"/>
                  <a:gd name="connsiteY1" fmla="*/ 8394 h 373835"/>
                  <a:gd name="connsiteX2" fmla="*/ 6597 w 646575"/>
                  <a:gd name="connsiteY2" fmla="*/ 138569 h 373835"/>
                  <a:gd name="connsiteX3" fmla="*/ 14535 w 646575"/>
                  <a:gd name="connsiteY3" fmla="*/ 256045 h 373835"/>
                  <a:gd name="connsiteX4" fmla="*/ 127246 w 646575"/>
                  <a:gd name="connsiteY4" fmla="*/ 287796 h 373835"/>
                  <a:gd name="connsiteX5" fmla="*/ 257422 w 646575"/>
                  <a:gd name="connsiteY5" fmla="*/ 302082 h 373835"/>
                  <a:gd name="connsiteX6" fmla="*/ 512912 w 646575"/>
                  <a:gd name="connsiteY6" fmla="*/ 373835 h 373835"/>
                  <a:gd name="connsiteX7" fmla="*/ 644675 w 646575"/>
                  <a:gd name="connsiteY7" fmla="*/ 311394 h 373835"/>
                  <a:gd name="connsiteX8" fmla="*/ 433008 w 646575"/>
                  <a:gd name="connsiteY8" fmla="*/ 162698 h 373835"/>
                  <a:gd name="connsiteX9" fmla="*/ 297109 w 646575"/>
                  <a:gd name="connsiteY9" fmla="*/ 73483 h 373835"/>
                  <a:gd name="connsiteX0" fmla="*/ 65766 w 646575"/>
                  <a:gd name="connsiteY0" fmla="*/ 60540 h 421431"/>
                  <a:gd name="connsiteX1" fmla="*/ 101848 w 646575"/>
                  <a:gd name="connsiteY1" fmla="*/ 3602 h 421431"/>
                  <a:gd name="connsiteX2" fmla="*/ 6597 w 646575"/>
                  <a:gd name="connsiteY2" fmla="*/ 186165 h 421431"/>
                  <a:gd name="connsiteX3" fmla="*/ 14535 w 646575"/>
                  <a:gd name="connsiteY3" fmla="*/ 303641 h 421431"/>
                  <a:gd name="connsiteX4" fmla="*/ 127246 w 646575"/>
                  <a:gd name="connsiteY4" fmla="*/ 335392 h 421431"/>
                  <a:gd name="connsiteX5" fmla="*/ 257422 w 646575"/>
                  <a:gd name="connsiteY5" fmla="*/ 349678 h 421431"/>
                  <a:gd name="connsiteX6" fmla="*/ 512912 w 646575"/>
                  <a:gd name="connsiteY6" fmla="*/ 421431 h 421431"/>
                  <a:gd name="connsiteX7" fmla="*/ 644675 w 646575"/>
                  <a:gd name="connsiteY7" fmla="*/ 358990 h 421431"/>
                  <a:gd name="connsiteX8" fmla="*/ 433008 w 646575"/>
                  <a:gd name="connsiteY8" fmla="*/ 210294 h 421431"/>
                  <a:gd name="connsiteX9" fmla="*/ 297109 w 646575"/>
                  <a:gd name="connsiteY9" fmla="*/ 121079 h 421431"/>
                  <a:gd name="connsiteX0" fmla="*/ 34016 w 646575"/>
                  <a:gd name="connsiteY0" fmla="*/ 5049 h 429440"/>
                  <a:gd name="connsiteX1" fmla="*/ 101848 w 646575"/>
                  <a:gd name="connsiteY1" fmla="*/ 11611 h 429440"/>
                  <a:gd name="connsiteX2" fmla="*/ 6597 w 646575"/>
                  <a:gd name="connsiteY2" fmla="*/ 194174 h 429440"/>
                  <a:gd name="connsiteX3" fmla="*/ 14535 w 646575"/>
                  <a:gd name="connsiteY3" fmla="*/ 311650 h 429440"/>
                  <a:gd name="connsiteX4" fmla="*/ 127246 w 646575"/>
                  <a:gd name="connsiteY4" fmla="*/ 343401 h 429440"/>
                  <a:gd name="connsiteX5" fmla="*/ 257422 w 646575"/>
                  <a:gd name="connsiteY5" fmla="*/ 357687 h 429440"/>
                  <a:gd name="connsiteX6" fmla="*/ 512912 w 646575"/>
                  <a:gd name="connsiteY6" fmla="*/ 429440 h 429440"/>
                  <a:gd name="connsiteX7" fmla="*/ 644675 w 646575"/>
                  <a:gd name="connsiteY7" fmla="*/ 366999 h 429440"/>
                  <a:gd name="connsiteX8" fmla="*/ 433008 w 646575"/>
                  <a:gd name="connsiteY8" fmla="*/ 218303 h 429440"/>
                  <a:gd name="connsiteX9" fmla="*/ 297109 w 646575"/>
                  <a:gd name="connsiteY9" fmla="*/ 129088 h 429440"/>
                  <a:gd name="connsiteX0" fmla="*/ 34016 w 646575"/>
                  <a:gd name="connsiteY0" fmla="*/ 9 h 424400"/>
                  <a:gd name="connsiteX1" fmla="*/ 62160 w 646575"/>
                  <a:gd name="connsiteY1" fmla="*/ 70071 h 424400"/>
                  <a:gd name="connsiteX2" fmla="*/ 6597 w 646575"/>
                  <a:gd name="connsiteY2" fmla="*/ 189134 h 424400"/>
                  <a:gd name="connsiteX3" fmla="*/ 14535 w 646575"/>
                  <a:gd name="connsiteY3" fmla="*/ 306610 h 424400"/>
                  <a:gd name="connsiteX4" fmla="*/ 127246 w 646575"/>
                  <a:gd name="connsiteY4" fmla="*/ 338361 h 424400"/>
                  <a:gd name="connsiteX5" fmla="*/ 257422 w 646575"/>
                  <a:gd name="connsiteY5" fmla="*/ 352647 h 424400"/>
                  <a:gd name="connsiteX6" fmla="*/ 512912 w 646575"/>
                  <a:gd name="connsiteY6" fmla="*/ 424400 h 424400"/>
                  <a:gd name="connsiteX7" fmla="*/ 644675 w 646575"/>
                  <a:gd name="connsiteY7" fmla="*/ 361959 h 424400"/>
                  <a:gd name="connsiteX8" fmla="*/ 433008 w 646575"/>
                  <a:gd name="connsiteY8" fmla="*/ 213263 h 424400"/>
                  <a:gd name="connsiteX9" fmla="*/ 297109 w 646575"/>
                  <a:gd name="connsiteY9" fmla="*/ 124048 h 424400"/>
                  <a:gd name="connsiteX0" fmla="*/ 62160 w 646575"/>
                  <a:gd name="connsiteY0" fmla="*/ 0 h 354329"/>
                  <a:gd name="connsiteX1" fmla="*/ 6597 w 646575"/>
                  <a:gd name="connsiteY1" fmla="*/ 119063 h 354329"/>
                  <a:gd name="connsiteX2" fmla="*/ 14535 w 646575"/>
                  <a:gd name="connsiteY2" fmla="*/ 236539 h 354329"/>
                  <a:gd name="connsiteX3" fmla="*/ 127246 w 646575"/>
                  <a:gd name="connsiteY3" fmla="*/ 268290 h 354329"/>
                  <a:gd name="connsiteX4" fmla="*/ 257422 w 646575"/>
                  <a:gd name="connsiteY4" fmla="*/ 282576 h 354329"/>
                  <a:gd name="connsiteX5" fmla="*/ 512912 w 646575"/>
                  <a:gd name="connsiteY5" fmla="*/ 354329 h 354329"/>
                  <a:gd name="connsiteX6" fmla="*/ 644675 w 646575"/>
                  <a:gd name="connsiteY6" fmla="*/ 291888 h 354329"/>
                  <a:gd name="connsiteX7" fmla="*/ 433008 w 646575"/>
                  <a:gd name="connsiteY7" fmla="*/ 143192 h 354329"/>
                  <a:gd name="connsiteX8" fmla="*/ 297109 w 646575"/>
                  <a:gd name="connsiteY8" fmla="*/ 53977 h 354329"/>
                  <a:gd name="connsiteX0" fmla="*/ 62160 w 646575"/>
                  <a:gd name="connsiteY0" fmla="*/ 12638 h 366967"/>
                  <a:gd name="connsiteX1" fmla="*/ 62160 w 646575"/>
                  <a:gd name="connsiteY1" fmla="*/ 7876 h 366967"/>
                  <a:gd name="connsiteX2" fmla="*/ 6597 w 646575"/>
                  <a:gd name="connsiteY2" fmla="*/ 131701 h 366967"/>
                  <a:gd name="connsiteX3" fmla="*/ 14535 w 646575"/>
                  <a:gd name="connsiteY3" fmla="*/ 249177 h 366967"/>
                  <a:gd name="connsiteX4" fmla="*/ 127246 w 646575"/>
                  <a:gd name="connsiteY4" fmla="*/ 280928 h 366967"/>
                  <a:gd name="connsiteX5" fmla="*/ 257422 w 646575"/>
                  <a:gd name="connsiteY5" fmla="*/ 295214 h 366967"/>
                  <a:gd name="connsiteX6" fmla="*/ 512912 w 646575"/>
                  <a:gd name="connsiteY6" fmla="*/ 366967 h 366967"/>
                  <a:gd name="connsiteX7" fmla="*/ 644675 w 646575"/>
                  <a:gd name="connsiteY7" fmla="*/ 304526 h 366967"/>
                  <a:gd name="connsiteX8" fmla="*/ 433008 w 646575"/>
                  <a:gd name="connsiteY8" fmla="*/ 155830 h 366967"/>
                  <a:gd name="connsiteX9" fmla="*/ 297109 w 646575"/>
                  <a:gd name="connsiteY9" fmla="*/ 66615 h 366967"/>
                  <a:gd name="connsiteX0" fmla="*/ 62160 w 646575"/>
                  <a:gd name="connsiteY0" fmla="*/ 92890 h 447219"/>
                  <a:gd name="connsiteX1" fmla="*/ 63747 w 646575"/>
                  <a:gd name="connsiteY1" fmla="*/ 2403 h 447219"/>
                  <a:gd name="connsiteX2" fmla="*/ 6597 w 646575"/>
                  <a:gd name="connsiteY2" fmla="*/ 211953 h 447219"/>
                  <a:gd name="connsiteX3" fmla="*/ 14535 w 646575"/>
                  <a:gd name="connsiteY3" fmla="*/ 329429 h 447219"/>
                  <a:gd name="connsiteX4" fmla="*/ 127246 w 646575"/>
                  <a:gd name="connsiteY4" fmla="*/ 361180 h 447219"/>
                  <a:gd name="connsiteX5" fmla="*/ 257422 w 646575"/>
                  <a:gd name="connsiteY5" fmla="*/ 375466 h 447219"/>
                  <a:gd name="connsiteX6" fmla="*/ 512912 w 646575"/>
                  <a:gd name="connsiteY6" fmla="*/ 447219 h 447219"/>
                  <a:gd name="connsiteX7" fmla="*/ 644675 w 646575"/>
                  <a:gd name="connsiteY7" fmla="*/ 384778 h 447219"/>
                  <a:gd name="connsiteX8" fmla="*/ 433008 w 646575"/>
                  <a:gd name="connsiteY8" fmla="*/ 236082 h 447219"/>
                  <a:gd name="connsiteX9" fmla="*/ 297109 w 646575"/>
                  <a:gd name="connsiteY9" fmla="*/ 146867 h 447219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95522 w 646575"/>
                  <a:gd name="connsiteY10" fmla="*/ 150617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11" fmla="*/ 259010 w 646575"/>
                  <a:gd name="connsiteY11" fmla="*/ 88705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11" fmla="*/ 230435 w 646575"/>
                  <a:gd name="connsiteY11" fmla="*/ 37905 h 447796"/>
                  <a:gd name="connsiteX0" fmla="*/ 108198 w 646575"/>
                  <a:gd name="connsiteY0" fmla="*/ 69655 h 447796"/>
                  <a:gd name="connsiteX1" fmla="*/ 63747 w 646575"/>
                  <a:gd name="connsiteY1" fmla="*/ 2980 h 447796"/>
                  <a:gd name="connsiteX2" fmla="*/ 6597 w 646575"/>
                  <a:gd name="connsiteY2" fmla="*/ 212530 h 447796"/>
                  <a:gd name="connsiteX3" fmla="*/ 14535 w 646575"/>
                  <a:gd name="connsiteY3" fmla="*/ 330006 h 447796"/>
                  <a:gd name="connsiteX4" fmla="*/ 127246 w 646575"/>
                  <a:gd name="connsiteY4" fmla="*/ 361757 h 447796"/>
                  <a:gd name="connsiteX5" fmla="*/ 257422 w 646575"/>
                  <a:gd name="connsiteY5" fmla="*/ 376043 h 447796"/>
                  <a:gd name="connsiteX6" fmla="*/ 512912 w 646575"/>
                  <a:gd name="connsiteY6" fmla="*/ 447796 h 447796"/>
                  <a:gd name="connsiteX7" fmla="*/ 644675 w 646575"/>
                  <a:gd name="connsiteY7" fmla="*/ 385355 h 447796"/>
                  <a:gd name="connsiteX8" fmla="*/ 433008 w 646575"/>
                  <a:gd name="connsiteY8" fmla="*/ 236659 h 447796"/>
                  <a:gd name="connsiteX9" fmla="*/ 297109 w 646575"/>
                  <a:gd name="connsiteY9" fmla="*/ 147444 h 447796"/>
                  <a:gd name="connsiteX10" fmla="*/ 257422 w 646575"/>
                  <a:gd name="connsiteY10" fmla="*/ 93467 h 447796"/>
                  <a:gd name="connsiteX11" fmla="*/ 117722 w 646575"/>
                  <a:gd name="connsiteY11" fmla="*/ 117280 h 447796"/>
                  <a:gd name="connsiteX0" fmla="*/ 166935 w 646575"/>
                  <a:gd name="connsiteY0" fmla="*/ 133563 h 446616"/>
                  <a:gd name="connsiteX1" fmla="*/ 63747 w 646575"/>
                  <a:gd name="connsiteY1" fmla="*/ 1800 h 446616"/>
                  <a:gd name="connsiteX2" fmla="*/ 6597 w 646575"/>
                  <a:gd name="connsiteY2" fmla="*/ 211350 h 446616"/>
                  <a:gd name="connsiteX3" fmla="*/ 14535 w 646575"/>
                  <a:gd name="connsiteY3" fmla="*/ 328826 h 446616"/>
                  <a:gd name="connsiteX4" fmla="*/ 127246 w 646575"/>
                  <a:gd name="connsiteY4" fmla="*/ 360577 h 446616"/>
                  <a:gd name="connsiteX5" fmla="*/ 257422 w 646575"/>
                  <a:gd name="connsiteY5" fmla="*/ 374863 h 446616"/>
                  <a:gd name="connsiteX6" fmla="*/ 512912 w 646575"/>
                  <a:gd name="connsiteY6" fmla="*/ 446616 h 446616"/>
                  <a:gd name="connsiteX7" fmla="*/ 644675 w 646575"/>
                  <a:gd name="connsiteY7" fmla="*/ 384175 h 446616"/>
                  <a:gd name="connsiteX8" fmla="*/ 433008 w 646575"/>
                  <a:gd name="connsiteY8" fmla="*/ 235479 h 446616"/>
                  <a:gd name="connsiteX9" fmla="*/ 297109 w 646575"/>
                  <a:gd name="connsiteY9" fmla="*/ 146264 h 446616"/>
                  <a:gd name="connsiteX10" fmla="*/ 257422 w 646575"/>
                  <a:gd name="connsiteY10" fmla="*/ 92287 h 446616"/>
                  <a:gd name="connsiteX11" fmla="*/ 117722 w 646575"/>
                  <a:gd name="connsiteY11" fmla="*/ 116100 h 446616"/>
                  <a:gd name="connsiteX0" fmla="*/ 166935 w 646575"/>
                  <a:gd name="connsiteY0" fmla="*/ 133563 h 446616"/>
                  <a:gd name="connsiteX1" fmla="*/ 63747 w 646575"/>
                  <a:gd name="connsiteY1" fmla="*/ 1800 h 446616"/>
                  <a:gd name="connsiteX2" fmla="*/ 6597 w 646575"/>
                  <a:gd name="connsiteY2" fmla="*/ 211350 h 446616"/>
                  <a:gd name="connsiteX3" fmla="*/ 14535 w 646575"/>
                  <a:gd name="connsiteY3" fmla="*/ 328826 h 446616"/>
                  <a:gd name="connsiteX4" fmla="*/ 127246 w 646575"/>
                  <a:gd name="connsiteY4" fmla="*/ 360577 h 446616"/>
                  <a:gd name="connsiteX5" fmla="*/ 257422 w 646575"/>
                  <a:gd name="connsiteY5" fmla="*/ 374863 h 446616"/>
                  <a:gd name="connsiteX6" fmla="*/ 512912 w 646575"/>
                  <a:gd name="connsiteY6" fmla="*/ 446616 h 446616"/>
                  <a:gd name="connsiteX7" fmla="*/ 644675 w 646575"/>
                  <a:gd name="connsiteY7" fmla="*/ 384175 h 446616"/>
                  <a:gd name="connsiteX8" fmla="*/ 433008 w 646575"/>
                  <a:gd name="connsiteY8" fmla="*/ 235479 h 446616"/>
                  <a:gd name="connsiteX9" fmla="*/ 297109 w 646575"/>
                  <a:gd name="connsiteY9" fmla="*/ 146264 h 446616"/>
                  <a:gd name="connsiteX10" fmla="*/ 257422 w 646575"/>
                  <a:gd name="connsiteY10" fmla="*/ 92287 h 446616"/>
                  <a:gd name="connsiteX11" fmla="*/ 158997 w 646575"/>
                  <a:gd name="connsiteY11" fmla="*/ 114512 h 446616"/>
                  <a:gd name="connsiteX12" fmla="*/ 117722 w 646575"/>
                  <a:gd name="connsiteY12" fmla="*/ 116100 h 446616"/>
                  <a:gd name="connsiteX0" fmla="*/ 155822 w 646575"/>
                  <a:gd name="connsiteY0" fmla="*/ 113183 h 446874"/>
                  <a:gd name="connsiteX1" fmla="*/ 63747 w 646575"/>
                  <a:gd name="connsiteY1" fmla="*/ 2058 h 446874"/>
                  <a:gd name="connsiteX2" fmla="*/ 6597 w 646575"/>
                  <a:gd name="connsiteY2" fmla="*/ 211608 h 446874"/>
                  <a:gd name="connsiteX3" fmla="*/ 14535 w 646575"/>
                  <a:gd name="connsiteY3" fmla="*/ 329084 h 446874"/>
                  <a:gd name="connsiteX4" fmla="*/ 127246 w 646575"/>
                  <a:gd name="connsiteY4" fmla="*/ 360835 h 446874"/>
                  <a:gd name="connsiteX5" fmla="*/ 257422 w 646575"/>
                  <a:gd name="connsiteY5" fmla="*/ 375121 h 446874"/>
                  <a:gd name="connsiteX6" fmla="*/ 512912 w 646575"/>
                  <a:gd name="connsiteY6" fmla="*/ 446874 h 446874"/>
                  <a:gd name="connsiteX7" fmla="*/ 644675 w 646575"/>
                  <a:gd name="connsiteY7" fmla="*/ 384433 h 446874"/>
                  <a:gd name="connsiteX8" fmla="*/ 433008 w 646575"/>
                  <a:gd name="connsiteY8" fmla="*/ 235737 h 446874"/>
                  <a:gd name="connsiteX9" fmla="*/ 297109 w 646575"/>
                  <a:gd name="connsiteY9" fmla="*/ 146522 h 446874"/>
                  <a:gd name="connsiteX10" fmla="*/ 257422 w 646575"/>
                  <a:gd name="connsiteY10" fmla="*/ 92545 h 446874"/>
                  <a:gd name="connsiteX11" fmla="*/ 158997 w 646575"/>
                  <a:gd name="connsiteY11" fmla="*/ 114770 h 446874"/>
                  <a:gd name="connsiteX12" fmla="*/ 117722 w 646575"/>
                  <a:gd name="connsiteY12" fmla="*/ 116358 h 446874"/>
                  <a:gd name="connsiteX0" fmla="*/ 155822 w 646575"/>
                  <a:gd name="connsiteY0" fmla="*/ 113183 h 446874"/>
                  <a:gd name="connsiteX1" fmla="*/ 63747 w 646575"/>
                  <a:gd name="connsiteY1" fmla="*/ 2058 h 446874"/>
                  <a:gd name="connsiteX2" fmla="*/ 6597 w 646575"/>
                  <a:gd name="connsiteY2" fmla="*/ 211608 h 446874"/>
                  <a:gd name="connsiteX3" fmla="*/ 14535 w 646575"/>
                  <a:gd name="connsiteY3" fmla="*/ 329084 h 446874"/>
                  <a:gd name="connsiteX4" fmla="*/ 127246 w 646575"/>
                  <a:gd name="connsiteY4" fmla="*/ 360835 h 446874"/>
                  <a:gd name="connsiteX5" fmla="*/ 257422 w 646575"/>
                  <a:gd name="connsiteY5" fmla="*/ 375121 h 446874"/>
                  <a:gd name="connsiteX6" fmla="*/ 512912 w 646575"/>
                  <a:gd name="connsiteY6" fmla="*/ 446874 h 446874"/>
                  <a:gd name="connsiteX7" fmla="*/ 644675 w 646575"/>
                  <a:gd name="connsiteY7" fmla="*/ 384433 h 446874"/>
                  <a:gd name="connsiteX8" fmla="*/ 433008 w 646575"/>
                  <a:gd name="connsiteY8" fmla="*/ 235737 h 446874"/>
                  <a:gd name="connsiteX9" fmla="*/ 297109 w 646575"/>
                  <a:gd name="connsiteY9" fmla="*/ 146522 h 446874"/>
                  <a:gd name="connsiteX10" fmla="*/ 257422 w 646575"/>
                  <a:gd name="connsiteY10" fmla="*/ 92545 h 446874"/>
                  <a:gd name="connsiteX11" fmla="*/ 158997 w 646575"/>
                  <a:gd name="connsiteY11" fmla="*/ 114770 h 446874"/>
                  <a:gd name="connsiteX12" fmla="*/ 143122 w 646575"/>
                  <a:gd name="connsiteY12" fmla="*/ 113183 h 446874"/>
                  <a:gd name="connsiteX0" fmla="*/ 155822 w 646575"/>
                  <a:gd name="connsiteY0" fmla="*/ 21541 h 355232"/>
                  <a:gd name="connsiteX1" fmla="*/ 28822 w 646575"/>
                  <a:gd name="connsiteY1" fmla="*/ 10428 h 355232"/>
                  <a:gd name="connsiteX2" fmla="*/ 6597 w 646575"/>
                  <a:gd name="connsiteY2" fmla="*/ 119966 h 355232"/>
                  <a:gd name="connsiteX3" fmla="*/ 14535 w 646575"/>
                  <a:gd name="connsiteY3" fmla="*/ 237442 h 355232"/>
                  <a:gd name="connsiteX4" fmla="*/ 127246 w 646575"/>
                  <a:gd name="connsiteY4" fmla="*/ 269193 h 355232"/>
                  <a:gd name="connsiteX5" fmla="*/ 257422 w 646575"/>
                  <a:gd name="connsiteY5" fmla="*/ 283479 h 355232"/>
                  <a:gd name="connsiteX6" fmla="*/ 512912 w 646575"/>
                  <a:gd name="connsiteY6" fmla="*/ 355232 h 355232"/>
                  <a:gd name="connsiteX7" fmla="*/ 644675 w 646575"/>
                  <a:gd name="connsiteY7" fmla="*/ 292791 h 355232"/>
                  <a:gd name="connsiteX8" fmla="*/ 433008 w 646575"/>
                  <a:gd name="connsiteY8" fmla="*/ 144095 h 355232"/>
                  <a:gd name="connsiteX9" fmla="*/ 297109 w 646575"/>
                  <a:gd name="connsiteY9" fmla="*/ 54880 h 355232"/>
                  <a:gd name="connsiteX10" fmla="*/ 257422 w 646575"/>
                  <a:gd name="connsiteY10" fmla="*/ 903 h 355232"/>
                  <a:gd name="connsiteX11" fmla="*/ 158997 w 646575"/>
                  <a:gd name="connsiteY11" fmla="*/ 23128 h 355232"/>
                  <a:gd name="connsiteX12" fmla="*/ 143122 w 646575"/>
                  <a:gd name="connsiteY12" fmla="*/ 21541 h 355232"/>
                  <a:gd name="connsiteX0" fmla="*/ 155822 w 646575"/>
                  <a:gd name="connsiteY0" fmla="*/ 21287 h 354978"/>
                  <a:gd name="connsiteX1" fmla="*/ 28822 w 646575"/>
                  <a:gd name="connsiteY1" fmla="*/ 10174 h 354978"/>
                  <a:gd name="connsiteX2" fmla="*/ 6597 w 646575"/>
                  <a:gd name="connsiteY2" fmla="*/ 119712 h 354978"/>
                  <a:gd name="connsiteX3" fmla="*/ 14535 w 646575"/>
                  <a:gd name="connsiteY3" fmla="*/ 237188 h 354978"/>
                  <a:gd name="connsiteX4" fmla="*/ 127246 w 646575"/>
                  <a:gd name="connsiteY4" fmla="*/ 268939 h 354978"/>
                  <a:gd name="connsiteX5" fmla="*/ 257422 w 646575"/>
                  <a:gd name="connsiteY5" fmla="*/ 283225 h 354978"/>
                  <a:gd name="connsiteX6" fmla="*/ 512912 w 646575"/>
                  <a:gd name="connsiteY6" fmla="*/ 354978 h 354978"/>
                  <a:gd name="connsiteX7" fmla="*/ 644675 w 646575"/>
                  <a:gd name="connsiteY7" fmla="*/ 292537 h 354978"/>
                  <a:gd name="connsiteX8" fmla="*/ 433008 w 646575"/>
                  <a:gd name="connsiteY8" fmla="*/ 143841 h 354978"/>
                  <a:gd name="connsiteX9" fmla="*/ 297109 w 646575"/>
                  <a:gd name="connsiteY9" fmla="*/ 54626 h 354978"/>
                  <a:gd name="connsiteX10" fmla="*/ 257422 w 646575"/>
                  <a:gd name="connsiteY10" fmla="*/ 649 h 354978"/>
                  <a:gd name="connsiteX11" fmla="*/ 157410 w 646575"/>
                  <a:gd name="connsiteY11" fmla="*/ 33987 h 354978"/>
                  <a:gd name="connsiteX12" fmla="*/ 143122 w 646575"/>
                  <a:gd name="connsiteY12" fmla="*/ 21287 h 354978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57422 w 646575"/>
                  <a:gd name="connsiteY10" fmla="*/ 26144 h 380473"/>
                  <a:gd name="connsiteX11" fmla="*/ 157410 w 646575"/>
                  <a:gd name="connsiteY11" fmla="*/ 59482 h 380473"/>
                  <a:gd name="connsiteX12" fmla="*/ 143122 w 646575"/>
                  <a:gd name="connsiteY12" fmla="*/ 46782 h 380473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57422 w 646575"/>
                  <a:gd name="connsiteY10" fmla="*/ 26144 h 380473"/>
                  <a:gd name="connsiteX11" fmla="*/ 157410 w 646575"/>
                  <a:gd name="connsiteY11" fmla="*/ 59482 h 380473"/>
                  <a:gd name="connsiteX12" fmla="*/ 157409 w 646575"/>
                  <a:gd name="connsiteY12" fmla="*/ 43607 h 380473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57422 w 646575"/>
                  <a:gd name="connsiteY10" fmla="*/ 26144 h 380473"/>
                  <a:gd name="connsiteX11" fmla="*/ 154235 w 646575"/>
                  <a:gd name="connsiteY11" fmla="*/ 48369 h 380473"/>
                  <a:gd name="connsiteX12" fmla="*/ 157409 w 646575"/>
                  <a:gd name="connsiteY12" fmla="*/ 43607 h 380473"/>
                  <a:gd name="connsiteX0" fmla="*/ 155822 w 646575"/>
                  <a:gd name="connsiteY0" fmla="*/ 46782 h 380473"/>
                  <a:gd name="connsiteX1" fmla="*/ 39935 w 646575"/>
                  <a:gd name="connsiteY1" fmla="*/ 3919 h 380473"/>
                  <a:gd name="connsiteX2" fmla="*/ 6597 w 646575"/>
                  <a:gd name="connsiteY2" fmla="*/ 145207 h 380473"/>
                  <a:gd name="connsiteX3" fmla="*/ 14535 w 646575"/>
                  <a:gd name="connsiteY3" fmla="*/ 262683 h 380473"/>
                  <a:gd name="connsiteX4" fmla="*/ 127246 w 646575"/>
                  <a:gd name="connsiteY4" fmla="*/ 294434 h 380473"/>
                  <a:gd name="connsiteX5" fmla="*/ 257422 w 646575"/>
                  <a:gd name="connsiteY5" fmla="*/ 308720 h 380473"/>
                  <a:gd name="connsiteX6" fmla="*/ 512912 w 646575"/>
                  <a:gd name="connsiteY6" fmla="*/ 380473 h 380473"/>
                  <a:gd name="connsiteX7" fmla="*/ 644675 w 646575"/>
                  <a:gd name="connsiteY7" fmla="*/ 318032 h 380473"/>
                  <a:gd name="connsiteX8" fmla="*/ 433008 w 646575"/>
                  <a:gd name="connsiteY8" fmla="*/ 169336 h 380473"/>
                  <a:gd name="connsiteX9" fmla="*/ 297109 w 646575"/>
                  <a:gd name="connsiteY9" fmla="*/ 80121 h 380473"/>
                  <a:gd name="connsiteX10" fmla="*/ 295522 w 646575"/>
                  <a:gd name="connsiteY10" fmla="*/ 16619 h 380473"/>
                  <a:gd name="connsiteX11" fmla="*/ 154235 w 646575"/>
                  <a:gd name="connsiteY11" fmla="*/ 48369 h 380473"/>
                  <a:gd name="connsiteX12" fmla="*/ 157409 w 646575"/>
                  <a:gd name="connsiteY12" fmla="*/ 43607 h 380473"/>
                  <a:gd name="connsiteX0" fmla="*/ 155822 w 645988"/>
                  <a:gd name="connsiteY0" fmla="*/ 46782 h 380473"/>
                  <a:gd name="connsiteX1" fmla="*/ 39935 w 645988"/>
                  <a:gd name="connsiteY1" fmla="*/ 3919 h 380473"/>
                  <a:gd name="connsiteX2" fmla="*/ 6597 w 645988"/>
                  <a:gd name="connsiteY2" fmla="*/ 145207 h 380473"/>
                  <a:gd name="connsiteX3" fmla="*/ 14535 w 645988"/>
                  <a:gd name="connsiteY3" fmla="*/ 262683 h 380473"/>
                  <a:gd name="connsiteX4" fmla="*/ 127246 w 645988"/>
                  <a:gd name="connsiteY4" fmla="*/ 294434 h 380473"/>
                  <a:gd name="connsiteX5" fmla="*/ 257422 w 645988"/>
                  <a:gd name="connsiteY5" fmla="*/ 308720 h 380473"/>
                  <a:gd name="connsiteX6" fmla="*/ 512912 w 645988"/>
                  <a:gd name="connsiteY6" fmla="*/ 380473 h 380473"/>
                  <a:gd name="connsiteX7" fmla="*/ 644675 w 645988"/>
                  <a:gd name="connsiteY7" fmla="*/ 318032 h 380473"/>
                  <a:gd name="connsiteX8" fmla="*/ 433008 w 645988"/>
                  <a:gd name="connsiteY8" fmla="*/ 169336 h 380473"/>
                  <a:gd name="connsiteX9" fmla="*/ 314571 w 645988"/>
                  <a:gd name="connsiteY9" fmla="*/ 70596 h 380473"/>
                  <a:gd name="connsiteX10" fmla="*/ 295522 w 645988"/>
                  <a:gd name="connsiteY10" fmla="*/ 16619 h 380473"/>
                  <a:gd name="connsiteX11" fmla="*/ 154235 w 645988"/>
                  <a:gd name="connsiteY11" fmla="*/ 48369 h 380473"/>
                  <a:gd name="connsiteX12" fmla="*/ 157409 w 645988"/>
                  <a:gd name="connsiteY12" fmla="*/ 43607 h 38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5988" h="380473">
                    <a:moveTo>
                      <a:pt x="155822" y="46782"/>
                    </a:moveTo>
                    <a:cubicBezTo>
                      <a:pt x="155822" y="45988"/>
                      <a:pt x="49195" y="-15925"/>
                      <a:pt x="39935" y="3919"/>
                    </a:cubicBezTo>
                    <a:cubicBezTo>
                      <a:pt x="30675" y="23763"/>
                      <a:pt x="14535" y="104990"/>
                      <a:pt x="6597" y="145207"/>
                    </a:cubicBezTo>
                    <a:cubicBezTo>
                      <a:pt x="-3265" y="193926"/>
                      <a:pt x="-3192" y="255539"/>
                      <a:pt x="14535" y="262683"/>
                    </a:cubicBezTo>
                    <a:cubicBezTo>
                      <a:pt x="32262" y="269827"/>
                      <a:pt x="90204" y="287819"/>
                      <a:pt x="127246" y="294434"/>
                    </a:cubicBezTo>
                    <a:lnTo>
                      <a:pt x="257422" y="308720"/>
                    </a:lnTo>
                    <a:cubicBezTo>
                      <a:pt x="377262" y="370156"/>
                      <a:pt x="423764" y="361194"/>
                      <a:pt x="512912" y="380473"/>
                    </a:cubicBezTo>
                    <a:cubicBezTo>
                      <a:pt x="555069" y="366009"/>
                      <a:pt x="626540" y="392982"/>
                      <a:pt x="644675" y="318032"/>
                    </a:cubicBezTo>
                    <a:cubicBezTo>
                      <a:pt x="662810" y="243082"/>
                      <a:pt x="488025" y="210575"/>
                      <a:pt x="433008" y="169336"/>
                    </a:cubicBezTo>
                    <a:cubicBezTo>
                      <a:pt x="377991" y="128097"/>
                      <a:pt x="315763" y="71323"/>
                      <a:pt x="314571" y="70596"/>
                    </a:cubicBezTo>
                    <a:cubicBezTo>
                      <a:pt x="291657" y="56256"/>
                      <a:pt x="295853" y="15958"/>
                      <a:pt x="295522" y="16619"/>
                    </a:cubicBezTo>
                    <a:cubicBezTo>
                      <a:pt x="268270" y="10798"/>
                      <a:pt x="177518" y="44400"/>
                      <a:pt x="154235" y="48369"/>
                    </a:cubicBezTo>
                    <a:cubicBezTo>
                      <a:pt x="130952" y="52338"/>
                      <a:pt x="160055" y="42813"/>
                      <a:pt x="157409" y="43607"/>
                    </a:cubicBezTo>
                  </a:path>
                </a:pathLst>
              </a:custGeom>
              <a:solidFill>
                <a:srgbClr val="F6F5F4"/>
              </a:solidFill>
              <a:ln w="317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06" name="任意多边形: 形状 305">
              <a:extLst>
                <a:ext uri="{FF2B5EF4-FFF2-40B4-BE49-F238E27FC236}">
                  <a16:creationId xmlns:a16="http://schemas.microsoft.com/office/drawing/2014/main" id="{D3583947-CE66-B0E2-9091-3E320E20690D}"/>
                </a:ext>
              </a:extLst>
            </p:cNvPr>
            <p:cNvSpPr/>
            <p:nvPr/>
          </p:nvSpPr>
          <p:spPr>
            <a:xfrm>
              <a:off x="10205264" y="2998079"/>
              <a:ext cx="435913" cy="462847"/>
            </a:xfrm>
            <a:custGeom>
              <a:avLst/>
              <a:gdLst>
                <a:gd name="connsiteX0" fmla="*/ 69850 w 304815"/>
                <a:gd name="connsiteY0" fmla="*/ 0 h 581025"/>
                <a:gd name="connsiteX1" fmla="*/ 69850 w 304815"/>
                <a:gd name="connsiteY1" fmla="*/ 0 h 581025"/>
                <a:gd name="connsiteX2" fmla="*/ 50800 w 304815"/>
                <a:gd name="connsiteY2" fmla="*/ 111125 h 581025"/>
                <a:gd name="connsiteX3" fmla="*/ 15875 w 304815"/>
                <a:gd name="connsiteY3" fmla="*/ 263525 h 581025"/>
                <a:gd name="connsiteX4" fmla="*/ 0 w 304815"/>
                <a:gd name="connsiteY4" fmla="*/ 396875 h 581025"/>
                <a:gd name="connsiteX5" fmla="*/ 85725 w 304815"/>
                <a:gd name="connsiteY5" fmla="*/ 571500 h 581025"/>
                <a:gd name="connsiteX6" fmla="*/ 117475 w 304815"/>
                <a:gd name="connsiteY6" fmla="*/ 581025 h 581025"/>
                <a:gd name="connsiteX7" fmla="*/ 206375 w 304815"/>
                <a:gd name="connsiteY7" fmla="*/ 523875 h 581025"/>
                <a:gd name="connsiteX8" fmla="*/ 250825 w 304815"/>
                <a:gd name="connsiteY8" fmla="*/ 479425 h 581025"/>
                <a:gd name="connsiteX9" fmla="*/ 304800 w 304815"/>
                <a:gd name="connsiteY9" fmla="*/ 330200 h 581025"/>
                <a:gd name="connsiteX10" fmla="*/ 288925 w 304815"/>
                <a:gd name="connsiteY10" fmla="*/ 187325 h 581025"/>
                <a:gd name="connsiteX11" fmla="*/ 257175 w 304815"/>
                <a:gd name="connsiteY11" fmla="*/ 123825 h 581025"/>
                <a:gd name="connsiteX12" fmla="*/ 225425 w 304815"/>
                <a:gd name="connsiteY12" fmla="*/ 76200 h 581025"/>
                <a:gd name="connsiteX13" fmla="*/ 155575 w 304815"/>
                <a:gd name="connsiteY13" fmla="*/ 15875 h 581025"/>
                <a:gd name="connsiteX14" fmla="*/ 139700 w 304815"/>
                <a:gd name="connsiteY14" fmla="*/ 9525 h 581025"/>
                <a:gd name="connsiteX15" fmla="*/ 123825 w 304815"/>
                <a:gd name="connsiteY15" fmla="*/ 0 h 581025"/>
                <a:gd name="connsiteX16" fmla="*/ 111125 w 304815"/>
                <a:gd name="connsiteY16" fmla="*/ 3175 h 581025"/>
                <a:gd name="connsiteX17" fmla="*/ 69850 w 304815"/>
                <a:gd name="connsiteY17" fmla="*/ 0 h 581025"/>
                <a:gd name="connsiteX0" fmla="*/ 69850 w 908599"/>
                <a:gd name="connsiteY0" fmla="*/ 0 h 2095622"/>
                <a:gd name="connsiteX1" fmla="*/ 69850 w 908599"/>
                <a:gd name="connsiteY1" fmla="*/ 0 h 2095622"/>
                <a:gd name="connsiteX2" fmla="*/ 50800 w 908599"/>
                <a:gd name="connsiteY2" fmla="*/ 111125 h 2095622"/>
                <a:gd name="connsiteX3" fmla="*/ 15875 w 908599"/>
                <a:gd name="connsiteY3" fmla="*/ 263525 h 2095622"/>
                <a:gd name="connsiteX4" fmla="*/ 0 w 908599"/>
                <a:gd name="connsiteY4" fmla="*/ 396875 h 2095622"/>
                <a:gd name="connsiteX5" fmla="*/ 85725 w 908599"/>
                <a:gd name="connsiteY5" fmla="*/ 571500 h 2095622"/>
                <a:gd name="connsiteX6" fmla="*/ 117475 w 908599"/>
                <a:gd name="connsiteY6" fmla="*/ 581025 h 2095622"/>
                <a:gd name="connsiteX7" fmla="*/ 206375 w 908599"/>
                <a:gd name="connsiteY7" fmla="*/ 523875 h 2095622"/>
                <a:gd name="connsiteX8" fmla="*/ 908050 w 908599"/>
                <a:gd name="connsiteY8" fmla="*/ 2095500 h 2095622"/>
                <a:gd name="connsiteX9" fmla="*/ 304800 w 908599"/>
                <a:gd name="connsiteY9" fmla="*/ 330200 h 2095622"/>
                <a:gd name="connsiteX10" fmla="*/ 288925 w 908599"/>
                <a:gd name="connsiteY10" fmla="*/ 187325 h 2095622"/>
                <a:gd name="connsiteX11" fmla="*/ 257175 w 908599"/>
                <a:gd name="connsiteY11" fmla="*/ 123825 h 2095622"/>
                <a:gd name="connsiteX12" fmla="*/ 225425 w 908599"/>
                <a:gd name="connsiteY12" fmla="*/ 76200 h 2095622"/>
                <a:gd name="connsiteX13" fmla="*/ 155575 w 908599"/>
                <a:gd name="connsiteY13" fmla="*/ 15875 h 2095622"/>
                <a:gd name="connsiteX14" fmla="*/ 139700 w 908599"/>
                <a:gd name="connsiteY14" fmla="*/ 9525 h 2095622"/>
                <a:gd name="connsiteX15" fmla="*/ 123825 w 908599"/>
                <a:gd name="connsiteY15" fmla="*/ 0 h 2095622"/>
                <a:gd name="connsiteX16" fmla="*/ 111125 w 908599"/>
                <a:gd name="connsiteY16" fmla="*/ 3175 h 2095622"/>
                <a:gd name="connsiteX17" fmla="*/ 69850 w 908599"/>
                <a:gd name="connsiteY17" fmla="*/ 0 h 2095622"/>
                <a:gd name="connsiteX0" fmla="*/ 69850 w 908599"/>
                <a:gd name="connsiteY0" fmla="*/ 0 h 2246968"/>
                <a:gd name="connsiteX1" fmla="*/ 69850 w 908599"/>
                <a:gd name="connsiteY1" fmla="*/ 0 h 2246968"/>
                <a:gd name="connsiteX2" fmla="*/ 50800 w 908599"/>
                <a:gd name="connsiteY2" fmla="*/ 111125 h 2246968"/>
                <a:gd name="connsiteX3" fmla="*/ 15875 w 908599"/>
                <a:gd name="connsiteY3" fmla="*/ 263525 h 2246968"/>
                <a:gd name="connsiteX4" fmla="*/ 0 w 908599"/>
                <a:gd name="connsiteY4" fmla="*/ 396875 h 2246968"/>
                <a:gd name="connsiteX5" fmla="*/ 85725 w 908599"/>
                <a:gd name="connsiteY5" fmla="*/ 571500 h 2246968"/>
                <a:gd name="connsiteX6" fmla="*/ 117475 w 908599"/>
                <a:gd name="connsiteY6" fmla="*/ 581025 h 2246968"/>
                <a:gd name="connsiteX7" fmla="*/ 784225 w 908599"/>
                <a:gd name="connsiteY7" fmla="*/ 2143125 h 2246968"/>
                <a:gd name="connsiteX8" fmla="*/ 908050 w 908599"/>
                <a:gd name="connsiteY8" fmla="*/ 2095500 h 2246968"/>
                <a:gd name="connsiteX9" fmla="*/ 304800 w 908599"/>
                <a:gd name="connsiteY9" fmla="*/ 330200 h 2246968"/>
                <a:gd name="connsiteX10" fmla="*/ 288925 w 908599"/>
                <a:gd name="connsiteY10" fmla="*/ 187325 h 2246968"/>
                <a:gd name="connsiteX11" fmla="*/ 257175 w 908599"/>
                <a:gd name="connsiteY11" fmla="*/ 123825 h 2246968"/>
                <a:gd name="connsiteX12" fmla="*/ 225425 w 908599"/>
                <a:gd name="connsiteY12" fmla="*/ 76200 h 2246968"/>
                <a:gd name="connsiteX13" fmla="*/ 155575 w 908599"/>
                <a:gd name="connsiteY13" fmla="*/ 15875 h 2246968"/>
                <a:gd name="connsiteX14" fmla="*/ 139700 w 908599"/>
                <a:gd name="connsiteY14" fmla="*/ 9525 h 2246968"/>
                <a:gd name="connsiteX15" fmla="*/ 123825 w 908599"/>
                <a:gd name="connsiteY15" fmla="*/ 0 h 2246968"/>
                <a:gd name="connsiteX16" fmla="*/ 111125 w 908599"/>
                <a:gd name="connsiteY16" fmla="*/ 3175 h 2246968"/>
                <a:gd name="connsiteX17" fmla="*/ 69850 w 908599"/>
                <a:gd name="connsiteY17" fmla="*/ 0 h 2246968"/>
                <a:gd name="connsiteX0" fmla="*/ 69850 w 1114427"/>
                <a:gd name="connsiteY0" fmla="*/ 0 h 2246968"/>
                <a:gd name="connsiteX1" fmla="*/ 69850 w 1114427"/>
                <a:gd name="connsiteY1" fmla="*/ 0 h 2246968"/>
                <a:gd name="connsiteX2" fmla="*/ 50800 w 1114427"/>
                <a:gd name="connsiteY2" fmla="*/ 111125 h 2246968"/>
                <a:gd name="connsiteX3" fmla="*/ 15875 w 1114427"/>
                <a:gd name="connsiteY3" fmla="*/ 263525 h 2246968"/>
                <a:gd name="connsiteX4" fmla="*/ 0 w 1114427"/>
                <a:gd name="connsiteY4" fmla="*/ 396875 h 2246968"/>
                <a:gd name="connsiteX5" fmla="*/ 85725 w 1114427"/>
                <a:gd name="connsiteY5" fmla="*/ 571500 h 2246968"/>
                <a:gd name="connsiteX6" fmla="*/ 117475 w 1114427"/>
                <a:gd name="connsiteY6" fmla="*/ 581025 h 2246968"/>
                <a:gd name="connsiteX7" fmla="*/ 784225 w 1114427"/>
                <a:gd name="connsiteY7" fmla="*/ 2143125 h 2246968"/>
                <a:gd name="connsiteX8" fmla="*/ 908050 w 1114427"/>
                <a:gd name="connsiteY8" fmla="*/ 2095500 h 2246968"/>
                <a:gd name="connsiteX9" fmla="*/ 1114425 w 1114427"/>
                <a:gd name="connsiteY9" fmla="*/ 2009775 h 2246968"/>
                <a:gd name="connsiteX10" fmla="*/ 288925 w 1114427"/>
                <a:gd name="connsiteY10" fmla="*/ 187325 h 2246968"/>
                <a:gd name="connsiteX11" fmla="*/ 257175 w 1114427"/>
                <a:gd name="connsiteY11" fmla="*/ 123825 h 2246968"/>
                <a:gd name="connsiteX12" fmla="*/ 225425 w 1114427"/>
                <a:gd name="connsiteY12" fmla="*/ 76200 h 2246968"/>
                <a:gd name="connsiteX13" fmla="*/ 155575 w 1114427"/>
                <a:gd name="connsiteY13" fmla="*/ 15875 h 2246968"/>
                <a:gd name="connsiteX14" fmla="*/ 139700 w 1114427"/>
                <a:gd name="connsiteY14" fmla="*/ 9525 h 2246968"/>
                <a:gd name="connsiteX15" fmla="*/ 123825 w 1114427"/>
                <a:gd name="connsiteY15" fmla="*/ 0 h 2246968"/>
                <a:gd name="connsiteX16" fmla="*/ 111125 w 1114427"/>
                <a:gd name="connsiteY16" fmla="*/ 3175 h 2246968"/>
                <a:gd name="connsiteX17" fmla="*/ 69850 w 1114427"/>
                <a:gd name="connsiteY17" fmla="*/ 0 h 2246968"/>
                <a:gd name="connsiteX0" fmla="*/ 69850 w 1114427"/>
                <a:gd name="connsiteY0" fmla="*/ 0 h 2225485"/>
                <a:gd name="connsiteX1" fmla="*/ 69850 w 1114427"/>
                <a:gd name="connsiteY1" fmla="*/ 0 h 2225485"/>
                <a:gd name="connsiteX2" fmla="*/ 50800 w 1114427"/>
                <a:gd name="connsiteY2" fmla="*/ 111125 h 2225485"/>
                <a:gd name="connsiteX3" fmla="*/ 15875 w 1114427"/>
                <a:gd name="connsiteY3" fmla="*/ 263525 h 2225485"/>
                <a:gd name="connsiteX4" fmla="*/ 0 w 1114427"/>
                <a:gd name="connsiteY4" fmla="*/ 396875 h 2225485"/>
                <a:gd name="connsiteX5" fmla="*/ 85725 w 1114427"/>
                <a:gd name="connsiteY5" fmla="*/ 571500 h 2225485"/>
                <a:gd name="connsiteX6" fmla="*/ 117475 w 1114427"/>
                <a:gd name="connsiteY6" fmla="*/ 581025 h 2225485"/>
                <a:gd name="connsiteX7" fmla="*/ 254000 w 1114427"/>
                <a:gd name="connsiteY7" fmla="*/ 873124 h 2225485"/>
                <a:gd name="connsiteX8" fmla="*/ 784225 w 1114427"/>
                <a:gd name="connsiteY8" fmla="*/ 2143125 h 2225485"/>
                <a:gd name="connsiteX9" fmla="*/ 908050 w 1114427"/>
                <a:gd name="connsiteY9" fmla="*/ 2095500 h 2225485"/>
                <a:gd name="connsiteX10" fmla="*/ 1114425 w 1114427"/>
                <a:gd name="connsiteY10" fmla="*/ 2009775 h 2225485"/>
                <a:gd name="connsiteX11" fmla="*/ 288925 w 1114427"/>
                <a:gd name="connsiteY11" fmla="*/ 187325 h 2225485"/>
                <a:gd name="connsiteX12" fmla="*/ 257175 w 1114427"/>
                <a:gd name="connsiteY12" fmla="*/ 123825 h 2225485"/>
                <a:gd name="connsiteX13" fmla="*/ 225425 w 1114427"/>
                <a:gd name="connsiteY13" fmla="*/ 76200 h 2225485"/>
                <a:gd name="connsiteX14" fmla="*/ 155575 w 1114427"/>
                <a:gd name="connsiteY14" fmla="*/ 15875 h 2225485"/>
                <a:gd name="connsiteX15" fmla="*/ 139700 w 1114427"/>
                <a:gd name="connsiteY15" fmla="*/ 9525 h 2225485"/>
                <a:gd name="connsiteX16" fmla="*/ 123825 w 1114427"/>
                <a:gd name="connsiteY16" fmla="*/ 0 h 2225485"/>
                <a:gd name="connsiteX17" fmla="*/ 111125 w 1114427"/>
                <a:gd name="connsiteY17" fmla="*/ 3175 h 2225485"/>
                <a:gd name="connsiteX18" fmla="*/ 69850 w 1114427"/>
                <a:gd name="connsiteY18" fmla="*/ 0 h 2225485"/>
                <a:gd name="connsiteX0" fmla="*/ 69850 w 1114427"/>
                <a:gd name="connsiteY0" fmla="*/ 0 h 2212910"/>
                <a:gd name="connsiteX1" fmla="*/ 69850 w 1114427"/>
                <a:gd name="connsiteY1" fmla="*/ 0 h 2212910"/>
                <a:gd name="connsiteX2" fmla="*/ 50800 w 1114427"/>
                <a:gd name="connsiteY2" fmla="*/ 111125 h 2212910"/>
                <a:gd name="connsiteX3" fmla="*/ 15875 w 1114427"/>
                <a:gd name="connsiteY3" fmla="*/ 263525 h 2212910"/>
                <a:gd name="connsiteX4" fmla="*/ 0 w 1114427"/>
                <a:gd name="connsiteY4" fmla="*/ 396875 h 2212910"/>
                <a:gd name="connsiteX5" fmla="*/ 85725 w 1114427"/>
                <a:gd name="connsiteY5" fmla="*/ 571500 h 2212910"/>
                <a:gd name="connsiteX6" fmla="*/ 117475 w 1114427"/>
                <a:gd name="connsiteY6" fmla="*/ 581025 h 2212910"/>
                <a:gd name="connsiteX7" fmla="*/ 254000 w 1114427"/>
                <a:gd name="connsiteY7" fmla="*/ 873124 h 2212910"/>
                <a:gd name="connsiteX8" fmla="*/ 327025 w 1114427"/>
                <a:gd name="connsiteY8" fmla="*/ 1044575 h 2212910"/>
                <a:gd name="connsiteX9" fmla="*/ 784225 w 1114427"/>
                <a:gd name="connsiteY9" fmla="*/ 2143125 h 2212910"/>
                <a:gd name="connsiteX10" fmla="*/ 908050 w 1114427"/>
                <a:gd name="connsiteY10" fmla="*/ 2095500 h 2212910"/>
                <a:gd name="connsiteX11" fmla="*/ 1114425 w 1114427"/>
                <a:gd name="connsiteY11" fmla="*/ 2009775 h 2212910"/>
                <a:gd name="connsiteX12" fmla="*/ 288925 w 1114427"/>
                <a:gd name="connsiteY12" fmla="*/ 187325 h 2212910"/>
                <a:gd name="connsiteX13" fmla="*/ 257175 w 1114427"/>
                <a:gd name="connsiteY13" fmla="*/ 123825 h 2212910"/>
                <a:gd name="connsiteX14" fmla="*/ 225425 w 1114427"/>
                <a:gd name="connsiteY14" fmla="*/ 76200 h 2212910"/>
                <a:gd name="connsiteX15" fmla="*/ 155575 w 1114427"/>
                <a:gd name="connsiteY15" fmla="*/ 15875 h 2212910"/>
                <a:gd name="connsiteX16" fmla="*/ 139700 w 1114427"/>
                <a:gd name="connsiteY16" fmla="*/ 9525 h 2212910"/>
                <a:gd name="connsiteX17" fmla="*/ 123825 w 1114427"/>
                <a:gd name="connsiteY17" fmla="*/ 0 h 2212910"/>
                <a:gd name="connsiteX18" fmla="*/ 111125 w 1114427"/>
                <a:gd name="connsiteY18" fmla="*/ 3175 h 2212910"/>
                <a:gd name="connsiteX19" fmla="*/ 69850 w 1114427"/>
                <a:gd name="connsiteY19" fmla="*/ 0 h 2212910"/>
                <a:gd name="connsiteX0" fmla="*/ 69850 w 1114427"/>
                <a:gd name="connsiteY0" fmla="*/ 0 h 2182177"/>
                <a:gd name="connsiteX1" fmla="*/ 69850 w 1114427"/>
                <a:gd name="connsiteY1" fmla="*/ 0 h 2182177"/>
                <a:gd name="connsiteX2" fmla="*/ 50800 w 1114427"/>
                <a:gd name="connsiteY2" fmla="*/ 111125 h 2182177"/>
                <a:gd name="connsiteX3" fmla="*/ 15875 w 1114427"/>
                <a:gd name="connsiteY3" fmla="*/ 263525 h 2182177"/>
                <a:gd name="connsiteX4" fmla="*/ 0 w 1114427"/>
                <a:gd name="connsiteY4" fmla="*/ 396875 h 2182177"/>
                <a:gd name="connsiteX5" fmla="*/ 85725 w 1114427"/>
                <a:gd name="connsiteY5" fmla="*/ 571500 h 2182177"/>
                <a:gd name="connsiteX6" fmla="*/ 117475 w 1114427"/>
                <a:gd name="connsiteY6" fmla="*/ 581025 h 2182177"/>
                <a:gd name="connsiteX7" fmla="*/ 254000 w 1114427"/>
                <a:gd name="connsiteY7" fmla="*/ 873124 h 2182177"/>
                <a:gd name="connsiteX8" fmla="*/ 327025 w 1114427"/>
                <a:gd name="connsiteY8" fmla="*/ 1044575 h 2182177"/>
                <a:gd name="connsiteX9" fmla="*/ 488950 w 1114427"/>
                <a:gd name="connsiteY9" fmla="*/ 1466850 h 2182177"/>
                <a:gd name="connsiteX10" fmla="*/ 784225 w 1114427"/>
                <a:gd name="connsiteY10" fmla="*/ 2143125 h 2182177"/>
                <a:gd name="connsiteX11" fmla="*/ 908050 w 1114427"/>
                <a:gd name="connsiteY11" fmla="*/ 2095500 h 2182177"/>
                <a:gd name="connsiteX12" fmla="*/ 1114425 w 1114427"/>
                <a:gd name="connsiteY12" fmla="*/ 2009775 h 2182177"/>
                <a:gd name="connsiteX13" fmla="*/ 288925 w 1114427"/>
                <a:gd name="connsiteY13" fmla="*/ 187325 h 2182177"/>
                <a:gd name="connsiteX14" fmla="*/ 257175 w 1114427"/>
                <a:gd name="connsiteY14" fmla="*/ 123825 h 2182177"/>
                <a:gd name="connsiteX15" fmla="*/ 225425 w 1114427"/>
                <a:gd name="connsiteY15" fmla="*/ 76200 h 2182177"/>
                <a:gd name="connsiteX16" fmla="*/ 155575 w 1114427"/>
                <a:gd name="connsiteY16" fmla="*/ 15875 h 2182177"/>
                <a:gd name="connsiteX17" fmla="*/ 139700 w 1114427"/>
                <a:gd name="connsiteY17" fmla="*/ 9525 h 2182177"/>
                <a:gd name="connsiteX18" fmla="*/ 123825 w 1114427"/>
                <a:gd name="connsiteY18" fmla="*/ 0 h 2182177"/>
                <a:gd name="connsiteX19" fmla="*/ 111125 w 1114427"/>
                <a:gd name="connsiteY19" fmla="*/ 3175 h 2182177"/>
                <a:gd name="connsiteX20" fmla="*/ 69850 w 1114427"/>
                <a:gd name="connsiteY20" fmla="*/ 0 h 2182177"/>
                <a:gd name="connsiteX0" fmla="*/ 69850 w 1114427"/>
                <a:gd name="connsiteY0" fmla="*/ 0 h 2181033"/>
                <a:gd name="connsiteX1" fmla="*/ 69850 w 1114427"/>
                <a:gd name="connsiteY1" fmla="*/ 0 h 2181033"/>
                <a:gd name="connsiteX2" fmla="*/ 50800 w 1114427"/>
                <a:gd name="connsiteY2" fmla="*/ 111125 h 2181033"/>
                <a:gd name="connsiteX3" fmla="*/ 15875 w 1114427"/>
                <a:gd name="connsiteY3" fmla="*/ 263525 h 2181033"/>
                <a:gd name="connsiteX4" fmla="*/ 0 w 1114427"/>
                <a:gd name="connsiteY4" fmla="*/ 396875 h 2181033"/>
                <a:gd name="connsiteX5" fmla="*/ 85725 w 1114427"/>
                <a:gd name="connsiteY5" fmla="*/ 571500 h 2181033"/>
                <a:gd name="connsiteX6" fmla="*/ 117475 w 1114427"/>
                <a:gd name="connsiteY6" fmla="*/ 581025 h 2181033"/>
                <a:gd name="connsiteX7" fmla="*/ 254000 w 1114427"/>
                <a:gd name="connsiteY7" fmla="*/ 873124 h 2181033"/>
                <a:gd name="connsiteX8" fmla="*/ 327025 w 1114427"/>
                <a:gd name="connsiteY8" fmla="*/ 1044575 h 2181033"/>
                <a:gd name="connsiteX9" fmla="*/ 161925 w 1114427"/>
                <a:gd name="connsiteY9" fmla="*/ 1482725 h 2181033"/>
                <a:gd name="connsiteX10" fmla="*/ 784225 w 1114427"/>
                <a:gd name="connsiteY10" fmla="*/ 2143125 h 2181033"/>
                <a:gd name="connsiteX11" fmla="*/ 908050 w 1114427"/>
                <a:gd name="connsiteY11" fmla="*/ 2095500 h 2181033"/>
                <a:gd name="connsiteX12" fmla="*/ 1114425 w 1114427"/>
                <a:gd name="connsiteY12" fmla="*/ 2009775 h 2181033"/>
                <a:gd name="connsiteX13" fmla="*/ 288925 w 1114427"/>
                <a:gd name="connsiteY13" fmla="*/ 187325 h 2181033"/>
                <a:gd name="connsiteX14" fmla="*/ 257175 w 1114427"/>
                <a:gd name="connsiteY14" fmla="*/ 123825 h 2181033"/>
                <a:gd name="connsiteX15" fmla="*/ 225425 w 1114427"/>
                <a:gd name="connsiteY15" fmla="*/ 76200 h 2181033"/>
                <a:gd name="connsiteX16" fmla="*/ 155575 w 1114427"/>
                <a:gd name="connsiteY16" fmla="*/ 15875 h 2181033"/>
                <a:gd name="connsiteX17" fmla="*/ 139700 w 1114427"/>
                <a:gd name="connsiteY17" fmla="*/ 9525 h 2181033"/>
                <a:gd name="connsiteX18" fmla="*/ 123825 w 1114427"/>
                <a:gd name="connsiteY18" fmla="*/ 0 h 2181033"/>
                <a:gd name="connsiteX19" fmla="*/ 111125 w 1114427"/>
                <a:gd name="connsiteY19" fmla="*/ 3175 h 2181033"/>
                <a:gd name="connsiteX20" fmla="*/ 69850 w 1114427"/>
                <a:gd name="connsiteY20" fmla="*/ 0 h 2181033"/>
                <a:gd name="connsiteX0" fmla="*/ 69850 w 1114427"/>
                <a:gd name="connsiteY0" fmla="*/ 0 h 2095636"/>
                <a:gd name="connsiteX1" fmla="*/ 69850 w 1114427"/>
                <a:gd name="connsiteY1" fmla="*/ 0 h 2095636"/>
                <a:gd name="connsiteX2" fmla="*/ 50800 w 1114427"/>
                <a:gd name="connsiteY2" fmla="*/ 111125 h 2095636"/>
                <a:gd name="connsiteX3" fmla="*/ 15875 w 1114427"/>
                <a:gd name="connsiteY3" fmla="*/ 263525 h 2095636"/>
                <a:gd name="connsiteX4" fmla="*/ 0 w 1114427"/>
                <a:gd name="connsiteY4" fmla="*/ 396875 h 2095636"/>
                <a:gd name="connsiteX5" fmla="*/ 85725 w 1114427"/>
                <a:gd name="connsiteY5" fmla="*/ 571500 h 2095636"/>
                <a:gd name="connsiteX6" fmla="*/ 117475 w 1114427"/>
                <a:gd name="connsiteY6" fmla="*/ 581025 h 2095636"/>
                <a:gd name="connsiteX7" fmla="*/ 254000 w 1114427"/>
                <a:gd name="connsiteY7" fmla="*/ 873124 h 2095636"/>
                <a:gd name="connsiteX8" fmla="*/ 327025 w 1114427"/>
                <a:gd name="connsiteY8" fmla="*/ 1044575 h 2095636"/>
                <a:gd name="connsiteX9" fmla="*/ 161925 w 1114427"/>
                <a:gd name="connsiteY9" fmla="*/ 1482725 h 2095636"/>
                <a:gd name="connsiteX10" fmla="*/ 415925 w 1114427"/>
                <a:gd name="connsiteY10" fmla="*/ 809625 h 2095636"/>
                <a:gd name="connsiteX11" fmla="*/ 908050 w 1114427"/>
                <a:gd name="connsiteY11" fmla="*/ 2095500 h 2095636"/>
                <a:gd name="connsiteX12" fmla="*/ 1114425 w 1114427"/>
                <a:gd name="connsiteY12" fmla="*/ 2009775 h 2095636"/>
                <a:gd name="connsiteX13" fmla="*/ 288925 w 1114427"/>
                <a:gd name="connsiteY13" fmla="*/ 187325 h 2095636"/>
                <a:gd name="connsiteX14" fmla="*/ 257175 w 1114427"/>
                <a:gd name="connsiteY14" fmla="*/ 123825 h 2095636"/>
                <a:gd name="connsiteX15" fmla="*/ 225425 w 1114427"/>
                <a:gd name="connsiteY15" fmla="*/ 76200 h 2095636"/>
                <a:gd name="connsiteX16" fmla="*/ 155575 w 1114427"/>
                <a:gd name="connsiteY16" fmla="*/ 15875 h 2095636"/>
                <a:gd name="connsiteX17" fmla="*/ 139700 w 1114427"/>
                <a:gd name="connsiteY17" fmla="*/ 9525 h 2095636"/>
                <a:gd name="connsiteX18" fmla="*/ 123825 w 1114427"/>
                <a:gd name="connsiteY18" fmla="*/ 0 h 2095636"/>
                <a:gd name="connsiteX19" fmla="*/ 111125 w 1114427"/>
                <a:gd name="connsiteY19" fmla="*/ 3175 h 2095636"/>
                <a:gd name="connsiteX20" fmla="*/ 69850 w 1114427"/>
                <a:gd name="connsiteY20" fmla="*/ 0 h 2095636"/>
                <a:gd name="connsiteX0" fmla="*/ 338614 w 1383191"/>
                <a:gd name="connsiteY0" fmla="*/ 0 h 2095636"/>
                <a:gd name="connsiteX1" fmla="*/ 338614 w 1383191"/>
                <a:gd name="connsiteY1" fmla="*/ 0 h 2095636"/>
                <a:gd name="connsiteX2" fmla="*/ 319564 w 1383191"/>
                <a:gd name="connsiteY2" fmla="*/ 111125 h 2095636"/>
                <a:gd name="connsiteX3" fmla="*/ 284639 w 1383191"/>
                <a:gd name="connsiteY3" fmla="*/ 263525 h 2095636"/>
                <a:gd name="connsiteX4" fmla="*/ 268764 w 1383191"/>
                <a:gd name="connsiteY4" fmla="*/ 396875 h 2095636"/>
                <a:gd name="connsiteX5" fmla="*/ 354489 w 1383191"/>
                <a:gd name="connsiteY5" fmla="*/ 571500 h 2095636"/>
                <a:gd name="connsiteX6" fmla="*/ 386239 w 1383191"/>
                <a:gd name="connsiteY6" fmla="*/ 581025 h 2095636"/>
                <a:gd name="connsiteX7" fmla="*/ 522764 w 1383191"/>
                <a:gd name="connsiteY7" fmla="*/ 873124 h 2095636"/>
                <a:gd name="connsiteX8" fmla="*/ 8414 w 1383191"/>
                <a:gd name="connsiteY8" fmla="*/ 1927225 h 2095636"/>
                <a:gd name="connsiteX9" fmla="*/ 430689 w 1383191"/>
                <a:gd name="connsiteY9" fmla="*/ 1482725 h 2095636"/>
                <a:gd name="connsiteX10" fmla="*/ 684689 w 1383191"/>
                <a:gd name="connsiteY10" fmla="*/ 809625 h 2095636"/>
                <a:gd name="connsiteX11" fmla="*/ 1176814 w 1383191"/>
                <a:gd name="connsiteY11" fmla="*/ 2095500 h 2095636"/>
                <a:gd name="connsiteX12" fmla="*/ 1383189 w 1383191"/>
                <a:gd name="connsiteY12" fmla="*/ 2009775 h 2095636"/>
                <a:gd name="connsiteX13" fmla="*/ 557689 w 1383191"/>
                <a:gd name="connsiteY13" fmla="*/ 187325 h 2095636"/>
                <a:gd name="connsiteX14" fmla="*/ 525939 w 1383191"/>
                <a:gd name="connsiteY14" fmla="*/ 123825 h 2095636"/>
                <a:gd name="connsiteX15" fmla="*/ 494189 w 1383191"/>
                <a:gd name="connsiteY15" fmla="*/ 76200 h 2095636"/>
                <a:gd name="connsiteX16" fmla="*/ 424339 w 1383191"/>
                <a:gd name="connsiteY16" fmla="*/ 15875 h 2095636"/>
                <a:gd name="connsiteX17" fmla="*/ 408464 w 1383191"/>
                <a:gd name="connsiteY17" fmla="*/ 9525 h 2095636"/>
                <a:gd name="connsiteX18" fmla="*/ 392589 w 1383191"/>
                <a:gd name="connsiteY18" fmla="*/ 0 h 2095636"/>
                <a:gd name="connsiteX19" fmla="*/ 379889 w 1383191"/>
                <a:gd name="connsiteY19" fmla="*/ 3175 h 2095636"/>
                <a:gd name="connsiteX20" fmla="*/ 338614 w 1383191"/>
                <a:gd name="connsiteY20" fmla="*/ 0 h 2095636"/>
                <a:gd name="connsiteX0" fmla="*/ 346513 w 1391090"/>
                <a:gd name="connsiteY0" fmla="*/ 0 h 2132487"/>
                <a:gd name="connsiteX1" fmla="*/ 346513 w 1391090"/>
                <a:gd name="connsiteY1" fmla="*/ 0 h 2132487"/>
                <a:gd name="connsiteX2" fmla="*/ 327463 w 1391090"/>
                <a:gd name="connsiteY2" fmla="*/ 111125 h 2132487"/>
                <a:gd name="connsiteX3" fmla="*/ 292538 w 1391090"/>
                <a:gd name="connsiteY3" fmla="*/ 263525 h 2132487"/>
                <a:gd name="connsiteX4" fmla="*/ 276663 w 1391090"/>
                <a:gd name="connsiteY4" fmla="*/ 396875 h 2132487"/>
                <a:gd name="connsiteX5" fmla="*/ 362388 w 1391090"/>
                <a:gd name="connsiteY5" fmla="*/ 571500 h 2132487"/>
                <a:gd name="connsiteX6" fmla="*/ 394138 w 1391090"/>
                <a:gd name="connsiteY6" fmla="*/ 581025 h 2132487"/>
                <a:gd name="connsiteX7" fmla="*/ 194113 w 1391090"/>
                <a:gd name="connsiteY7" fmla="*/ 2124074 h 2132487"/>
                <a:gd name="connsiteX8" fmla="*/ 16313 w 1391090"/>
                <a:gd name="connsiteY8" fmla="*/ 1927225 h 2132487"/>
                <a:gd name="connsiteX9" fmla="*/ 438588 w 1391090"/>
                <a:gd name="connsiteY9" fmla="*/ 1482725 h 2132487"/>
                <a:gd name="connsiteX10" fmla="*/ 692588 w 1391090"/>
                <a:gd name="connsiteY10" fmla="*/ 809625 h 2132487"/>
                <a:gd name="connsiteX11" fmla="*/ 1184713 w 1391090"/>
                <a:gd name="connsiteY11" fmla="*/ 2095500 h 2132487"/>
                <a:gd name="connsiteX12" fmla="*/ 1391088 w 1391090"/>
                <a:gd name="connsiteY12" fmla="*/ 2009775 h 2132487"/>
                <a:gd name="connsiteX13" fmla="*/ 565588 w 1391090"/>
                <a:gd name="connsiteY13" fmla="*/ 187325 h 2132487"/>
                <a:gd name="connsiteX14" fmla="*/ 533838 w 1391090"/>
                <a:gd name="connsiteY14" fmla="*/ 123825 h 2132487"/>
                <a:gd name="connsiteX15" fmla="*/ 502088 w 1391090"/>
                <a:gd name="connsiteY15" fmla="*/ 76200 h 2132487"/>
                <a:gd name="connsiteX16" fmla="*/ 432238 w 1391090"/>
                <a:gd name="connsiteY16" fmla="*/ 15875 h 2132487"/>
                <a:gd name="connsiteX17" fmla="*/ 416363 w 1391090"/>
                <a:gd name="connsiteY17" fmla="*/ 9525 h 2132487"/>
                <a:gd name="connsiteX18" fmla="*/ 400488 w 1391090"/>
                <a:gd name="connsiteY18" fmla="*/ 0 h 2132487"/>
                <a:gd name="connsiteX19" fmla="*/ 387788 w 1391090"/>
                <a:gd name="connsiteY19" fmla="*/ 3175 h 2132487"/>
                <a:gd name="connsiteX20" fmla="*/ 346513 w 1391090"/>
                <a:gd name="connsiteY20" fmla="*/ 0 h 2132487"/>
                <a:gd name="connsiteX0" fmla="*/ 346513 w 1391090"/>
                <a:gd name="connsiteY0" fmla="*/ 0 h 2132487"/>
                <a:gd name="connsiteX1" fmla="*/ 346513 w 1391090"/>
                <a:gd name="connsiteY1" fmla="*/ 0 h 2132487"/>
                <a:gd name="connsiteX2" fmla="*/ 327463 w 1391090"/>
                <a:gd name="connsiteY2" fmla="*/ 111125 h 2132487"/>
                <a:gd name="connsiteX3" fmla="*/ 292538 w 1391090"/>
                <a:gd name="connsiteY3" fmla="*/ 263525 h 2132487"/>
                <a:gd name="connsiteX4" fmla="*/ 276663 w 1391090"/>
                <a:gd name="connsiteY4" fmla="*/ 396875 h 2132487"/>
                <a:gd name="connsiteX5" fmla="*/ 362388 w 1391090"/>
                <a:gd name="connsiteY5" fmla="*/ 571500 h 2132487"/>
                <a:gd name="connsiteX6" fmla="*/ 394138 w 1391090"/>
                <a:gd name="connsiteY6" fmla="*/ 581025 h 2132487"/>
                <a:gd name="connsiteX7" fmla="*/ 194113 w 1391090"/>
                <a:gd name="connsiteY7" fmla="*/ 2124074 h 2132487"/>
                <a:gd name="connsiteX8" fmla="*/ 16313 w 1391090"/>
                <a:gd name="connsiteY8" fmla="*/ 1927225 h 2132487"/>
                <a:gd name="connsiteX9" fmla="*/ 438588 w 1391090"/>
                <a:gd name="connsiteY9" fmla="*/ 1482725 h 2132487"/>
                <a:gd name="connsiteX10" fmla="*/ 622738 w 1391090"/>
                <a:gd name="connsiteY10" fmla="*/ 952500 h 2132487"/>
                <a:gd name="connsiteX11" fmla="*/ 1184713 w 1391090"/>
                <a:gd name="connsiteY11" fmla="*/ 2095500 h 2132487"/>
                <a:gd name="connsiteX12" fmla="*/ 1391088 w 1391090"/>
                <a:gd name="connsiteY12" fmla="*/ 2009775 h 2132487"/>
                <a:gd name="connsiteX13" fmla="*/ 565588 w 1391090"/>
                <a:gd name="connsiteY13" fmla="*/ 187325 h 2132487"/>
                <a:gd name="connsiteX14" fmla="*/ 533838 w 1391090"/>
                <a:gd name="connsiteY14" fmla="*/ 123825 h 2132487"/>
                <a:gd name="connsiteX15" fmla="*/ 502088 w 1391090"/>
                <a:gd name="connsiteY15" fmla="*/ 76200 h 2132487"/>
                <a:gd name="connsiteX16" fmla="*/ 432238 w 1391090"/>
                <a:gd name="connsiteY16" fmla="*/ 15875 h 2132487"/>
                <a:gd name="connsiteX17" fmla="*/ 416363 w 1391090"/>
                <a:gd name="connsiteY17" fmla="*/ 9525 h 2132487"/>
                <a:gd name="connsiteX18" fmla="*/ 400488 w 1391090"/>
                <a:gd name="connsiteY18" fmla="*/ 0 h 2132487"/>
                <a:gd name="connsiteX19" fmla="*/ 387788 w 1391090"/>
                <a:gd name="connsiteY19" fmla="*/ 3175 h 2132487"/>
                <a:gd name="connsiteX20" fmla="*/ 346513 w 1391090"/>
                <a:gd name="connsiteY20" fmla="*/ 0 h 2132487"/>
                <a:gd name="connsiteX0" fmla="*/ 346513 w 1391090"/>
                <a:gd name="connsiteY0" fmla="*/ 0 h 2132487"/>
                <a:gd name="connsiteX1" fmla="*/ 346513 w 1391090"/>
                <a:gd name="connsiteY1" fmla="*/ 0 h 2132487"/>
                <a:gd name="connsiteX2" fmla="*/ 327463 w 1391090"/>
                <a:gd name="connsiteY2" fmla="*/ 111125 h 2132487"/>
                <a:gd name="connsiteX3" fmla="*/ 292538 w 1391090"/>
                <a:gd name="connsiteY3" fmla="*/ 263525 h 2132487"/>
                <a:gd name="connsiteX4" fmla="*/ 276663 w 1391090"/>
                <a:gd name="connsiteY4" fmla="*/ 396875 h 2132487"/>
                <a:gd name="connsiteX5" fmla="*/ 362388 w 1391090"/>
                <a:gd name="connsiteY5" fmla="*/ 571500 h 2132487"/>
                <a:gd name="connsiteX6" fmla="*/ 394138 w 1391090"/>
                <a:gd name="connsiteY6" fmla="*/ 581025 h 2132487"/>
                <a:gd name="connsiteX7" fmla="*/ 194113 w 1391090"/>
                <a:gd name="connsiteY7" fmla="*/ 2124074 h 2132487"/>
                <a:gd name="connsiteX8" fmla="*/ 16313 w 1391090"/>
                <a:gd name="connsiteY8" fmla="*/ 1927225 h 2132487"/>
                <a:gd name="connsiteX9" fmla="*/ 438588 w 1391090"/>
                <a:gd name="connsiteY9" fmla="*/ 1482725 h 2132487"/>
                <a:gd name="connsiteX10" fmla="*/ 622738 w 1391090"/>
                <a:gd name="connsiteY10" fmla="*/ 952500 h 2132487"/>
                <a:gd name="connsiteX11" fmla="*/ 1184713 w 1391090"/>
                <a:gd name="connsiteY11" fmla="*/ 2095500 h 2132487"/>
                <a:gd name="connsiteX12" fmla="*/ 1391088 w 1391090"/>
                <a:gd name="connsiteY12" fmla="*/ 2009775 h 2132487"/>
                <a:gd name="connsiteX13" fmla="*/ 565588 w 1391090"/>
                <a:gd name="connsiteY13" fmla="*/ 187325 h 2132487"/>
                <a:gd name="connsiteX14" fmla="*/ 533838 w 1391090"/>
                <a:gd name="connsiteY14" fmla="*/ 123825 h 2132487"/>
                <a:gd name="connsiteX15" fmla="*/ 502088 w 1391090"/>
                <a:gd name="connsiteY15" fmla="*/ 76200 h 2132487"/>
                <a:gd name="connsiteX16" fmla="*/ 432238 w 1391090"/>
                <a:gd name="connsiteY16" fmla="*/ 15875 h 2132487"/>
                <a:gd name="connsiteX17" fmla="*/ 416363 w 1391090"/>
                <a:gd name="connsiteY17" fmla="*/ 9525 h 2132487"/>
                <a:gd name="connsiteX18" fmla="*/ 400488 w 1391090"/>
                <a:gd name="connsiteY18" fmla="*/ 0 h 2132487"/>
                <a:gd name="connsiteX19" fmla="*/ 387788 w 1391090"/>
                <a:gd name="connsiteY19" fmla="*/ 3175 h 2132487"/>
                <a:gd name="connsiteX20" fmla="*/ 346513 w 1391090"/>
                <a:gd name="connsiteY20" fmla="*/ 0 h 2132487"/>
                <a:gd name="connsiteX0" fmla="*/ 346513 w 1391090"/>
                <a:gd name="connsiteY0" fmla="*/ 0 h 2132487"/>
                <a:gd name="connsiteX1" fmla="*/ 346513 w 1391090"/>
                <a:gd name="connsiteY1" fmla="*/ 0 h 2132487"/>
                <a:gd name="connsiteX2" fmla="*/ 327463 w 1391090"/>
                <a:gd name="connsiteY2" fmla="*/ 111125 h 2132487"/>
                <a:gd name="connsiteX3" fmla="*/ 292538 w 1391090"/>
                <a:gd name="connsiteY3" fmla="*/ 263525 h 2132487"/>
                <a:gd name="connsiteX4" fmla="*/ 276663 w 1391090"/>
                <a:gd name="connsiteY4" fmla="*/ 396875 h 2132487"/>
                <a:gd name="connsiteX5" fmla="*/ 362388 w 1391090"/>
                <a:gd name="connsiteY5" fmla="*/ 571500 h 2132487"/>
                <a:gd name="connsiteX6" fmla="*/ 394138 w 1391090"/>
                <a:gd name="connsiteY6" fmla="*/ 581025 h 2132487"/>
                <a:gd name="connsiteX7" fmla="*/ 194113 w 1391090"/>
                <a:gd name="connsiteY7" fmla="*/ 2124074 h 2132487"/>
                <a:gd name="connsiteX8" fmla="*/ 16313 w 1391090"/>
                <a:gd name="connsiteY8" fmla="*/ 1927225 h 2132487"/>
                <a:gd name="connsiteX9" fmla="*/ 438588 w 1391090"/>
                <a:gd name="connsiteY9" fmla="*/ 1482725 h 2132487"/>
                <a:gd name="connsiteX10" fmla="*/ 622738 w 1391090"/>
                <a:gd name="connsiteY10" fmla="*/ 952500 h 2132487"/>
                <a:gd name="connsiteX11" fmla="*/ 1184713 w 1391090"/>
                <a:gd name="connsiteY11" fmla="*/ 2095500 h 2132487"/>
                <a:gd name="connsiteX12" fmla="*/ 1391088 w 1391090"/>
                <a:gd name="connsiteY12" fmla="*/ 2009775 h 2132487"/>
                <a:gd name="connsiteX13" fmla="*/ 565588 w 1391090"/>
                <a:gd name="connsiteY13" fmla="*/ 187325 h 2132487"/>
                <a:gd name="connsiteX14" fmla="*/ 533838 w 1391090"/>
                <a:gd name="connsiteY14" fmla="*/ 123825 h 2132487"/>
                <a:gd name="connsiteX15" fmla="*/ 502088 w 1391090"/>
                <a:gd name="connsiteY15" fmla="*/ 76200 h 2132487"/>
                <a:gd name="connsiteX16" fmla="*/ 432238 w 1391090"/>
                <a:gd name="connsiteY16" fmla="*/ 15875 h 2132487"/>
                <a:gd name="connsiteX17" fmla="*/ 416363 w 1391090"/>
                <a:gd name="connsiteY17" fmla="*/ 9525 h 2132487"/>
                <a:gd name="connsiteX18" fmla="*/ 400488 w 1391090"/>
                <a:gd name="connsiteY18" fmla="*/ 0 h 2132487"/>
                <a:gd name="connsiteX19" fmla="*/ 387788 w 1391090"/>
                <a:gd name="connsiteY19" fmla="*/ 3175 h 2132487"/>
                <a:gd name="connsiteX20" fmla="*/ 346513 w 1391090"/>
                <a:gd name="connsiteY20" fmla="*/ 0 h 2132487"/>
                <a:gd name="connsiteX0" fmla="*/ 346513 w 1391090"/>
                <a:gd name="connsiteY0" fmla="*/ 0 h 2132487"/>
                <a:gd name="connsiteX1" fmla="*/ 346513 w 1391090"/>
                <a:gd name="connsiteY1" fmla="*/ 0 h 2132487"/>
                <a:gd name="connsiteX2" fmla="*/ 327463 w 1391090"/>
                <a:gd name="connsiteY2" fmla="*/ 111125 h 2132487"/>
                <a:gd name="connsiteX3" fmla="*/ 292538 w 1391090"/>
                <a:gd name="connsiteY3" fmla="*/ 263525 h 2132487"/>
                <a:gd name="connsiteX4" fmla="*/ 276663 w 1391090"/>
                <a:gd name="connsiteY4" fmla="*/ 396875 h 2132487"/>
                <a:gd name="connsiteX5" fmla="*/ 362388 w 1391090"/>
                <a:gd name="connsiteY5" fmla="*/ 571500 h 2132487"/>
                <a:gd name="connsiteX6" fmla="*/ 394138 w 1391090"/>
                <a:gd name="connsiteY6" fmla="*/ 581025 h 2132487"/>
                <a:gd name="connsiteX7" fmla="*/ 194113 w 1391090"/>
                <a:gd name="connsiteY7" fmla="*/ 2124074 h 2132487"/>
                <a:gd name="connsiteX8" fmla="*/ 16313 w 1391090"/>
                <a:gd name="connsiteY8" fmla="*/ 1927225 h 2132487"/>
                <a:gd name="connsiteX9" fmla="*/ 438588 w 1391090"/>
                <a:gd name="connsiteY9" fmla="*/ 1482725 h 2132487"/>
                <a:gd name="connsiteX10" fmla="*/ 622738 w 1391090"/>
                <a:gd name="connsiteY10" fmla="*/ 952500 h 2132487"/>
                <a:gd name="connsiteX11" fmla="*/ 1184713 w 1391090"/>
                <a:gd name="connsiteY11" fmla="*/ 2095500 h 2132487"/>
                <a:gd name="connsiteX12" fmla="*/ 1391088 w 1391090"/>
                <a:gd name="connsiteY12" fmla="*/ 2009775 h 2132487"/>
                <a:gd name="connsiteX13" fmla="*/ 565588 w 1391090"/>
                <a:gd name="connsiteY13" fmla="*/ 187325 h 2132487"/>
                <a:gd name="connsiteX14" fmla="*/ 533838 w 1391090"/>
                <a:gd name="connsiteY14" fmla="*/ 123825 h 2132487"/>
                <a:gd name="connsiteX15" fmla="*/ 502088 w 1391090"/>
                <a:gd name="connsiteY15" fmla="*/ 76200 h 2132487"/>
                <a:gd name="connsiteX16" fmla="*/ 432238 w 1391090"/>
                <a:gd name="connsiteY16" fmla="*/ 15875 h 2132487"/>
                <a:gd name="connsiteX17" fmla="*/ 416363 w 1391090"/>
                <a:gd name="connsiteY17" fmla="*/ 9525 h 2132487"/>
                <a:gd name="connsiteX18" fmla="*/ 400488 w 1391090"/>
                <a:gd name="connsiteY18" fmla="*/ 0 h 2132487"/>
                <a:gd name="connsiteX19" fmla="*/ 387788 w 1391090"/>
                <a:gd name="connsiteY19" fmla="*/ 3175 h 2132487"/>
                <a:gd name="connsiteX20" fmla="*/ 346513 w 1391090"/>
                <a:gd name="connsiteY20" fmla="*/ 0 h 2132487"/>
                <a:gd name="connsiteX0" fmla="*/ 346513 w 1391088"/>
                <a:gd name="connsiteY0" fmla="*/ 0 h 2132487"/>
                <a:gd name="connsiteX1" fmla="*/ 346513 w 1391088"/>
                <a:gd name="connsiteY1" fmla="*/ 0 h 2132487"/>
                <a:gd name="connsiteX2" fmla="*/ 327463 w 1391088"/>
                <a:gd name="connsiteY2" fmla="*/ 111125 h 2132487"/>
                <a:gd name="connsiteX3" fmla="*/ 292538 w 1391088"/>
                <a:gd name="connsiteY3" fmla="*/ 263525 h 2132487"/>
                <a:gd name="connsiteX4" fmla="*/ 276663 w 1391088"/>
                <a:gd name="connsiteY4" fmla="*/ 396875 h 2132487"/>
                <a:gd name="connsiteX5" fmla="*/ 362388 w 1391088"/>
                <a:gd name="connsiteY5" fmla="*/ 571500 h 2132487"/>
                <a:gd name="connsiteX6" fmla="*/ 394138 w 1391088"/>
                <a:gd name="connsiteY6" fmla="*/ 581025 h 2132487"/>
                <a:gd name="connsiteX7" fmla="*/ 194113 w 1391088"/>
                <a:gd name="connsiteY7" fmla="*/ 2124074 h 2132487"/>
                <a:gd name="connsiteX8" fmla="*/ 16313 w 1391088"/>
                <a:gd name="connsiteY8" fmla="*/ 1927225 h 2132487"/>
                <a:gd name="connsiteX9" fmla="*/ 438588 w 1391088"/>
                <a:gd name="connsiteY9" fmla="*/ 1482725 h 2132487"/>
                <a:gd name="connsiteX10" fmla="*/ 622738 w 1391088"/>
                <a:gd name="connsiteY10" fmla="*/ 952500 h 2132487"/>
                <a:gd name="connsiteX11" fmla="*/ 705288 w 1391088"/>
                <a:gd name="connsiteY11" fmla="*/ 654050 h 2132487"/>
                <a:gd name="connsiteX12" fmla="*/ 1391088 w 1391088"/>
                <a:gd name="connsiteY12" fmla="*/ 2009775 h 2132487"/>
                <a:gd name="connsiteX13" fmla="*/ 565588 w 1391088"/>
                <a:gd name="connsiteY13" fmla="*/ 187325 h 2132487"/>
                <a:gd name="connsiteX14" fmla="*/ 533838 w 1391088"/>
                <a:gd name="connsiteY14" fmla="*/ 123825 h 2132487"/>
                <a:gd name="connsiteX15" fmla="*/ 502088 w 1391088"/>
                <a:gd name="connsiteY15" fmla="*/ 76200 h 2132487"/>
                <a:gd name="connsiteX16" fmla="*/ 432238 w 1391088"/>
                <a:gd name="connsiteY16" fmla="*/ 15875 h 2132487"/>
                <a:gd name="connsiteX17" fmla="*/ 416363 w 1391088"/>
                <a:gd name="connsiteY17" fmla="*/ 9525 h 2132487"/>
                <a:gd name="connsiteX18" fmla="*/ 400488 w 1391088"/>
                <a:gd name="connsiteY18" fmla="*/ 0 h 2132487"/>
                <a:gd name="connsiteX19" fmla="*/ 387788 w 1391088"/>
                <a:gd name="connsiteY19" fmla="*/ 3175 h 2132487"/>
                <a:gd name="connsiteX20" fmla="*/ 346513 w 1391088"/>
                <a:gd name="connsiteY20" fmla="*/ 0 h 2132487"/>
                <a:gd name="connsiteX0" fmla="*/ 346513 w 712105"/>
                <a:gd name="connsiteY0" fmla="*/ 0 h 2132487"/>
                <a:gd name="connsiteX1" fmla="*/ 346513 w 712105"/>
                <a:gd name="connsiteY1" fmla="*/ 0 h 2132487"/>
                <a:gd name="connsiteX2" fmla="*/ 327463 w 712105"/>
                <a:gd name="connsiteY2" fmla="*/ 111125 h 2132487"/>
                <a:gd name="connsiteX3" fmla="*/ 292538 w 712105"/>
                <a:gd name="connsiteY3" fmla="*/ 263525 h 2132487"/>
                <a:gd name="connsiteX4" fmla="*/ 276663 w 712105"/>
                <a:gd name="connsiteY4" fmla="*/ 396875 h 2132487"/>
                <a:gd name="connsiteX5" fmla="*/ 362388 w 712105"/>
                <a:gd name="connsiteY5" fmla="*/ 571500 h 2132487"/>
                <a:gd name="connsiteX6" fmla="*/ 394138 w 712105"/>
                <a:gd name="connsiteY6" fmla="*/ 581025 h 2132487"/>
                <a:gd name="connsiteX7" fmla="*/ 194113 w 712105"/>
                <a:gd name="connsiteY7" fmla="*/ 2124074 h 2132487"/>
                <a:gd name="connsiteX8" fmla="*/ 16313 w 712105"/>
                <a:gd name="connsiteY8" fmla="*/ 1927225 h 2132487"/>
                <a:gd name="connsiteX9" fmla="*/ 438588 w 712105"/>
                <a:gd name="connsiteY9" fmla="*/ 1482725 h 2132487"/>
                <a:gd name="connsiteX10" fmla="*/ 622738 w 712105"/>
                <a:gd name="connsiteY10" fmla="*/ 952500 h 2132487"/>
                <a:gd name="connsiteX11" fmla="*/ 705288 w 712105"/>
                <a:gd name="connsiteY11" fmla="*/ 654050 h 2132487"/>
                <a:gd name="connsiteX12" fmla="*/ 689413 w 712105"/>
                <a:gd name="connsiteY12" fmla="*/ 571500 h 2132487"/>
                <a:gd name="connsiteX13" fmla="*/ 565588 w 712105"/>
                <a:gd name="connsiteY13" fmla="*/ 187325 h 2132487"/>
                <a:gd name="connsiteX14" fmla="*/ 533838 w 712105"/>
                <a:gd name="connsiteY14" fmla="*/ 123825 h 2132487"/>
                <a:gd name="connsiteX15" fmla="*/ 502088 w 712105"/>
                <a:gd name="connsiteY15" fmla="*/ 76200 h 2132487"/>
                <a:gd name="connsiteX16" fmla="*/ 432238 w 712105"/>
                <a:gd name="connsiteY16" fmla="*/ 15875 h 2132487"/>
                <a:gd name="connsiteX17" fmla="*/ 416363 w 712105"/>
                <a:gd name="connsiteY17" fmla="*/ 9525 h 2132487"/>
                <a:gd name="connsiteX18" fmla="*/ 400488 w 712105"/>
                <a:gd name="connsiteY18" fmla="*/ 0 h 2132487"/>
                <a:gd name="connsiteX19" fmla="*/ 387788 w 712105"/>
                <a:gd name="connsiteY19" fmla="*/ 3175 h 2132487"/>
                <a:gd name="connsiteX20" fmla="*/ 346513 w 712105"/>
                <a:gd name="connsiteY20" fmla="*/ 0 h 2132487"/>
                <a:gd name="connsiteX0" fmla="*/ 346513 w 712105"/>
                <a:gd name="connsiteY0" fmla="*/ 0 h 2132487"/>
                <a:gd name="connsiteX1" fmla="*/ 346513 w 712105"/>
                <a:gd name="connsiteY1" fmla="*/ 0 h 2132487"/>
                <a:gd name="connsiteX2" fmla="*/ 327463 w 712105"/>
                <a:gd name="connsiteY2" fmla="*/ 111125 h 2132487"/>
                <a:gd name="connsiteX3" fmla="*/ 292538 w 712105"/>
                <a:gd name="connsiteY3" fmla="*/ 263525 h 2132487"/>
                <a:gd name="connsiteX4" fmla="*/ 276663 w 712105"/>
                <a:gd name="connsiteY4" fmla="*/ 396875 h 2132487"/>
                <a:gd name="connsiteX5" fmla="*/ 362388 w 712105"/>
                <a:gd name="connsiteY5" fmla="*/ 571500 h 2132487"/>
                <a:gd name="connsiteX6" fmla="*/ 394138 w 712105"/>
                <a:gd name="connsiteY6" fmla="*/ 581025 h 2132487"/>
                <a:gd name="connsiteX7" fmla="*/ 194113 w 712105"/>
                <a:gd name="connsiteY7" fmla="*/ 2124074 h 2132487"/>
                <a:gd name="connsiteX8" fmla="*/ 16313 w 712105"/>
                <a:gd name="connsiteY8" fmla="*/ 1927225 h 2132487"/>
                <a:gd name="connsiteX9" fmla="*/ 438588 w 712105"/>
                <a:gd name="connsiteY9" fmla="*/ 1482725 h 2132487"/>
                <a:gd name="connsiteX10" fmla="*/ 622738 w 712105"/>
                <a:gd name="connsiteY10" fmla="*/ 952500 h 2132487"/>
                <a:gd name="connsiteX11" fmla="*/ 705288 w 712105"/>
                <a:gd name="connsiteY11" fmla="*/ 654050 h 2132487"/>
                <a:gd name="connsiteX12" fmla="*/ 689413 w 712105"/>
                <a:gd name="connsiteY12" fmla="*/ 571500 h 2132487"/>
                <a:gd name="connsiteX13" fmla="*/ 600513 w 712105"/>
                <a:gd name="connsiteY13" fmla="*/ 520700 h 2132487"/>
                <a:gd name="connsiteX14" fmla="*/ 533838 w 712105"/>
                <a:gd name="connsiteY14" fmla="*/ 123825 h 2132487"/>
                <a:gd name="connsiteX15" fmla="*/ 502088 w 712105"/>
                <a:gd name="connsiteY15" fmla="*/ 76200 h 2132487"/>
                <a:gd name="connsiteX16" fmla="*/ 432238 w 712105"/>
                <a:gd name="connsiteY16" fmla="*/ 15875 h 2132487"/>
                <a:gd name="connsiteX17" fmla="*/ 416363 w 712105"/>
                <a:gd name="connsiteY17" fmla="*/ 9525 h 2132487"/>
                <a:gd name="connsiteX18" fmla="*/ 400488 w 712105"/>
                <a:gd name="connsiteY18" fmla="*/ 0 h 2132487"/>
                <a:gd name="connsiteX19" fmla="*/ 387788 w 712105"/>
                <a:gd name="connsiteY19" fmla="*/ 3175 h 2132487"/>
                <a:gd name="connsiteX20" fmla="*/ 346513 w 712105"/>
                <a:gd name="connsiteY20" fmla="*/ 0 h 2132487"/>
                <a:gd name="connsiteX0" fmla="*/ 346513 w 712105"/>
                <a:gd name="connsiteY0" fmla="*/ 0 h 2132487"/>
                <a:gd name="connsiteX1" fmla="*/ 346513 w 712105"/>
                <a:gd name="connsiteY1" fmla="*/ 0 h 2132487"/>
                <a:gd name="connsiteX2" fmla="*/ 327463 w 712105"/>
                <a:gd name="connsiteY2" fmla="*/ 111125 h 2132487"/>
                <a:gd name="connsiteX3" fmla="*/ 292538 w 712105"/>
                <a:gd name="connsiteY3" fmla="*/ 263525 h 2132487"/>
                <a:gd name="connsiteX4" fmla="*/ 276663 w 712105"/>
                <a:gd name="connsiteY4" fmla="*/ 396875 h 2132487"/>
                <a:gd name="connsiteX5" fmla="*/ 362388 w 712105"/>
                <a:gd name="connsiteY5" fmla="*/ 571500 h 2132487"/>
                <a:gd name="connsiteX6" fmla="*/ 394138 w 712105"/>
                <a:gd name="connsiteY6" fmla="*/ 581025 h 2132487"/>
                <a:gd name="connsiteX7" fmla="*/ 194113 w 712105"/>
                <a:gd name="connsiteY7" fmla="*/ 2124074 h 2132487"/>
                <a:gd name="connsiteX8" fmla="*/ 16313 w 712105"/>
                <a:gd name="connsiteY8" fmla="*/ 1927225 h 2132487"/>
                <a:gd name="connsiteX9" fmla="*/ 438588 w 712105"/>
                <a:gd name="connsiteY9" fmla="*/ 1482725 h 2132487"/>
                <a:gd name="connsiteX10" fmla="*/ 622738 w 712105"/>
                <a:gd name="connsiteY10" fmla="*/ 952500 h 2132487"/>
                <a:gd name="connsiteX11" fmla="*/ 705288 w 712105"/>
                <a:gd name="connsiteY11" fmla="*/ 654050 h 2132487"/>
                <a:gd name="connsiteX12" fmla="*/ 689413 w 712105"/>
                <a:gd name="connsiteY12" fmla="*/ 571500 h 2132487"/>
                <a:gd name="connsiteX13" fmla="*/ 600513 w 712105"/>
                <a:gd name="connsiteY13" fmla="*/ 520700 h 2132487"/>
                <a:gd name="connsiteX14" fmla="*/ 533838 w 712105"/>
                <a:gd name="connsiteY14" fmla="*/ 123825 h 2132487"/>
                <a:gd name="connsiteX15" fmla="*/ 502088 w 712105"/>
                <a:gd name="connsiteY15" fmla="*/ 76200 h 2132487"/>
                <a:gd name="connsiteX16" fmla="*/ 432238 w 712105"/>
                <a:gd name="connsiteY16" fmla="*/ 15875 h 2132487"/>
                <a:gd name="connsiteX17" fmla="*/ 416363 w 712105"/>
                <a:gd name="connsiteY17" fmla="*/ 9525 h 2132487"/>
                <a:gd name="connsiteX18" fmla="*/ 400488 w 712105"/>
                <a:gd name="connsiteY18" fmla="*/ 0 h 2132487"/>
                <a:gd name="connsiteX19" fmla="*/ 387788 w 712105"/>
                <a:gd name="connsiteY19" fmla="*/ 3175 h 2132487"/>
                <a:gd name="connsiteX20" fmla="*/ 346513 w 712105"/>
                <a:gd name="connsiteY20" fmla="*/ 0 h 2132487"/>
                <a:gd name="connsiteX0" fmla="*/ 346513 w 712105"/>
                <a:gd name="connsiteY0" fmla="*/ 0 h 2132487"/>
                <a:gd name="connsiteX1" fmla="*/ 346513 w 712105"/>
                <a:gd name="connsiteY1" fmla="*/ 0 h 2132487"/>
                <a:gd name="connsiteX2" fmla="*/ 327463 w 712105"/>
                <a:gd name="connsiteY2" fmla="*/ 111125 h 2132487"/>
                <a:gd name="connsiteX3" fmla="*/ 292538 w 712105"/>
                <a:gd name="connsiteY3" fmla="*/ 263525 h 2132487"/>
                <a:gd name="connsiteX4" fmla="*/ 276663 w 712105"/>
                <a:gd name="connsiteY4" fmla="*/ 396875 h 2132487"/>
                <a:gd name="connsiteX5" fmla="*/ 362388 w 712105"/>
                <a:gd name="connsiteY5" fmla="*/ 571500 h 2132487"/>
                <a:gd name="connsiteX6" fmla="*/ 394138 w 712105"/>
                <a:gd name="connsiteY6" fmla="*/ 581025 h 2132487"/>
                <a:gd name="connsiteX7" fmla="*/ 194113 w 712105"/>
                <a:gd name="connsiteY7" fmla="*/ 2124074 h 2132487"/>
                <a:gd name="connsiteX8" fmla="*/ 16313 w 712105"/>
                <a:gd name="connsiteY8" fmla="*/ 1927225 h 2132487"/>
                <a:gd name="connsiteX9" fmla="*/ 438588 w 712105"/>
                <a:gd name="connsiteY9" fmla="*/ 1482725 h 2132487"/>
                <a:gd name="connsiteX10" fmla="*/ 622738 w 712105"/>
                <a:gd name="connsiteY10" fmla="*/ 952500 h 2132487"/>
                <a:gd name="connsiteX11" fmla="*/ 705288 w 712105"/>
                <a:gd name="connsiteY11" fmla="*/ 654050 h 2132487"/>
                <a:gd name="connsiteX12" fmla="*/ 689413 w 712105"/>
                <a:gd name="connsiteY12" fmla="*/ 571500 h 2132487"/>
                <a:gd name="connsiteX13" fmla="*/ 552888 w 712105"/>
                <a:gd name="connsiteY13" fmla="*/ 457200 h 2132487"/>
                <a:gd name="connsiteX14" fmla="*/ 533838 w 712105"/>
                <a:gd name="connsiteY14" fmla="*/ 123825 h 2132487"/>
                <a:gd name="connsiteX15" fmla="*/ 502088 w 712105"/>
                <a:gd name="connsiteY15" fmla="*/ 76200 h 2132487"/>
                <a:gd name="connsiteX16" fmla="*/ 432238 w 712105"/>
                <a:gd name="connsiteY16" fmla="*/ 15875 h 2132487"/>
                <a:gd name="connsiteX17" fmla="*/ 416363 w 712105"/>
                <a:gd name="connsiteY17" fmla="*/ 9525 h 2132487"/>
                <a:gd name="connsiteX18" fmla="*/ 400488 w 712105"/>
                <a:gd name="connsiteY18" fmla="*/ 0 h 2132487"/>
                <a:gd name="connsiteX19" fmla="*/ 387788 w 712105"/>
                <a:gd name="connsiteY19" fmla="*/ 3175 h 2132487"/>
                <a:gd name="connsiteX20" fmla="*/ 346513 w 712105"/>
                <a:gd name="connsiteY20" fmla="*/ 0 h 2132487"/>
                <a:gd name="connsiteX0" fmla="*/ 346513 w 712105"/>
                <a:gd name="connsiteY0" fmla="*/ 0 h 2132487"/>
                <a:gd name="connsiteX1" fmla="*/ 346513 w 712105"/>
                <a:gd name="connsiteY1" fmla="*/ 0 h 2132487"/>
                <a:gd name="connsiteX2" fmla="*/ 327463 w 712105"/>
                <a:gd name="connsiteY2" fmla="*/ 111125 h 2132487"/>
                <a:gd name="connsiteX3" fmla="*/ 292538 w 712105"/>
                <a:gd name="connsiteY3" fmla="*/ 263525 h 2132487"/>
                <a:gd name="connsiteX4" fmla="*/ 276663 w 712105"/>
                <a:gd name="connsiteY4" fmla="*/ 396875 h 2132487"/>
                <a:gd name="connsiteX5" fmla="*/ 362388 w 712105"/>
                <a:gd name="connsiteY5" fmla="*/ 571500 h 2132487"/>
                <a:gd name="connsiteX6" fmla="*/ 394138 w 712105"/>
                <a:gd name="connsiteY6" fmla="*/ 581025 h 2132487"/>
                <a:gd name="connsiteX7" fmla="*/ 194113 w 712105"/>
                <a:gd name="connsiteY7" fmla="*/ 2124074 h 2132487"/>
                <a:gd name="connsiteX8" fmla="*/ 16313 w 712105"/>
                <a:gd name="connsiteY8" fmla="*/ 1927225 h 2132487"/>
                <a:gd name="connsiteX9" fmla="*/ 438588 w 712105"/>
                <a:gd name="connsiteY9" fmla="*/ 1482725 h 2132487"/>
                <a:gd name="connsiteX10" fmla="*/ 622738 w 712105"/>
                <a:gd name="connsiteY10" fmla="*/ 952500 h 2132487"/>
                <a:gd name="connsiteX11" fmla="*/ 705288 w 712105"/>
                <a:gd name="connsiteY11" fmla="*/ 654050 h 2132487"/>
                <a:gd name="connsiteX12" fmla="*/ 689413 w 712105"/>
                <a:gd name="connsiteY12" fmla="*/ 571500 h 2132487"/>
                <a:gd name="connsiteX13" fmla="*/ 552888 w 712105"/>
                <a:gd name="connsiteY13" fmla="*/ 457200 h 2132487"/>
                <a:gd name="connsiteX14" fmla="*/ 473513 w 712105"/>
                <a:gd name="connsiteY14" fmla="*/ 241300 h 2132487"/>
                <a:gd name="connsiteX15" fmla="*/ 502088 w 712105"/>
                <a:gd name="connsiteY15" fmla="*/ 76200 h 2132487"/>
                <a:gd name="connsiteX16" fmla="*/ 432238 w 712105"/>
                <a:gd name="connsiteY16" fmla="*/ 15875 h 2132487"/>
                <a:gd name="connsiteX17" fmla="*/ 416363 w 712105"/>
                <a:gd name="connsiteY17" fmla="*/ 9525 h 2132487"/>
                <a:gd name="connsiteX18" fmla="*/ 400488 w 712105"/>
                <a:gd name="connsiteY18" fmla="*/ 0 h 2132487"/>
                <a:gd name="connsiteX19" fmla="*/ 387788 w 712105"/>
                <a:gd name="connsiteY19" fmla="*/ 3175 h 2132487"/>
                <a:gd name="connsiteX20" fmla="*/ 346513 w 712105"/>
                <a:gd name="connsiteY20" fmla="*/ 0 h 2132487"/>
                <a:gd name="connsiteX0" fmla="*/ 346513 w 712105"/>
                <a:gd name="connsiteY0" fmla="*/ 0 h 2132487"/>
                <a:gd name="connsiteX1" fmla="*/ 346513 w 712105"/>
                <a:gd name="connsiteY1" fmla="*/ 0 h 2132487"/>
                <a:gd name="connsiteX2" fmla="*/ 327463 w 712105"/>
                <a:gd name="connsiteY2" fmla="*/ 111125 h 2132487"/>
                <a:gd name="connsiteX3" fmla="*/ 292538 w 712105"/>
                <a:gd name="connsiteY3" fmla="*/ 263525 h 2132487"/>
                <a:gd name="connsiteX4" fmla="*/ 276663 w 712105"/>
                <a:gd name="connsiteY4" fmla="*/ 396875 h 2132487"/>
                <a:gd name="connsiteX5" fmla="*/ 362388 w 712105"/>
                <a:gd name="connsiteY5" fmla="*/ 571500 h 2132487"/>
                <a:gd name="connsiteX6" fmla="*/ 394138 w 712105"/>
                <a:gd name="connsiteY6" fmla="*/ 581025 h 2132487"/>
                <a:gd name="connsiteX7" fmla="*/ 194113 w 712105"/>
                <a:gd name="connsiteY7" fmla="*/ 2124074 h 2132487"/>
                <a:gd name="connsiteX8" fmla="*/ 16313 w 712105"/>
                <a:gd name="connsiteY8" fmla="*/ 1927225 h 2132487"/>
                <a:gd name="connsiteX9" fmla="*/ 438588 w 712105"/>
                <a:gd name="connsiteY9" fmla="*/ 1482725 h 2132487"/>
                <a:gd name="connsiteX10" fmla="*/ 622738 w 712105"/>
                <a:gd name="connsiteY10" fmla="*/ 952500 h 2132487"/>
                <a:gd name="connsiteX11" fmla="*/ 705288 w 712105"/>
                <a:gd name="connsiteY11" fmla="*/ 654050 h 2132487"/>
                <a:gd name="connsiteX12" fmla="*/ 689413 w 712105"/>
                <a:gd name="connsiteY12" fmla="*/ 571500 h 2132487"/>
                <a:gd name="connsiteX13" fmla="*/ 552888 w 712105"/>
                <a:gd name="connsiteY13" fmla="*/ 457200 h 2132487"/>
                <a:gd name="connsiteX14" fmla="*/ 473513 w 712105"/>
                <a:gd name="connsiteY14" fmla="*/ 241300 h 2132487"/>
                <a:gd name="connsiteX15" fmla="*/ 416363 w 712105"/>
                <a:gd name="connsiteY15" fmla="*/ 127000 h 2132487"/>
                <a:gd name="connsiteX16" fmla="*/ 432238 w 712105"/>
                <a:gd name="connsiteY16" fmla="*/ 15875 h 2132487"/>
                <a:gd name="connsiteX17" fmla="*/ 416363 w 712105"/>
                <a:gd name="connsiteY17" fmla="*/ 9525 h 2132487"/>
                <a:gd name="connsiteX18" fmla="*/ 400488 w 712105"/>
                <a:gd name="connsiteY18" fmla="*/ 0 h 2132487"/>
                <a:gd name="connsiteX19" fmla="*/ 387788 w 712105"/>
                <a:gd name="connsiteY19" fmla="*/ 3175 h 2132487"/>
                <a:gd name="connsiteX20" fmla="*/ 346513 w 712105"/>
                <a:gd name="connsiteY20" fmla="*/ 0 h 2132487"/>
                <a:gd name="connsiteX0" fmla="*/ 346513 w 712105"/>
                <a:gd name="connsiteY0" fmla="*/ 0 h 2132487"/>
                <a:gd name="connsiteX1" fmla="*/ 346513 w 712105"/>
                <a:gd name="connsiteY1" fmla="*/ 0 h 2132487"/>
                <a:gd name="connsiteX2" fmla="*/ 327463 w 712105"/>
                <a:gd name="connsiteY2" fmla="*/ 111125 h 2132487"/>
                <a:gd name="connsiteX3" fmla="*/ 292538 w 712105"/>
                <a:gd name="connsiteY3" fmla="*/ 263525 h 2132487"/>
                <a:gd name="connsiteX4" fmla="*/ 276663 w 712105"/>
                <a:gd name="connsiteY4" fmla="*/ 396875 h 2132487"/>
                <a:gd name="connsiteX5" fmla="*/ 362388 w 712105"/>
                <a:gd name="connsiteY5" fmla="*/ 571500 h 2132487"/>
                <a:gd name="connsiteX6" fmla="*/ 394138 w 712105"/>
                <a:gd name="connsiteY6" fmla="*/ 581025 h 2132487"/>
                <a:gd name="connsiteX7" fmla="*/ 194113 w 712105"/>
                <a:gd name="connsiteY7" fmla="*/ 2124074 h 2132487"/>
                <a:gd name="connsiteX8" fmla="*/ 16313 w 712105"/>
                <a:gd name="connsiteY8" fmla="*/ 1927225 h 2132487"/>
                <a:gd name="connsiteX9" fmla="*/ 438588 w 712105"/>
                <a:gd name="connsiteY9" fmla="*/ 1482725 h 2132487"/>
                <a:gd name="connsiteX10" fmla="*/ 622738 w 712105"/>
                <a:gd name="connsiteY10" fmla="*/ 952500 h 2132487"/>
                <a:gd name="connsiteX11" fmla="*/ 705288 w 712105"/>
                <a:gd name="connsiteY11" fmla="*/ 654050 h 2132487"/>
                <a:gd name="connsiteX12" fmla="*/ 689413 w 712105"/>
                <a:gd name="connsiteY12" fmla="*/ 571500 h 2132487"/>
                <a:gd name="connsiteX13" fmla="*/ 552888 w 712105"/>
                <a:gd name="connsiteY13" fmla="*/ 457200 h 2132487"/>
                <a:gd name="connsiteX14" fmla="*/ 473513 w 712105"/>
                <a:gd name="connsiteY14" fmla="*/ 241300 h 2132487"/>
                <a:gd name="connsiteX15" fmla="*/ 416363 w 712105"/>
                <a:gd name="connsiteY15" fmla="*/ 127000 h 2132487"/>
                <a:gd name="connsiteX16" fmla="*/ 432238 w 712105"/>
                <a:gd name="connsiteY16" fmla="*/ 15875 h 2132487"/>
                <a:gd name="connsiteX17" fmla="*/ 416363 w 712105"/>
                <a:gd name="connsiteY17" fmla="*/ 60325 h 2132487"/>
                <a:gd name="connsiteX18" fmla="*/ 400488 w 712105"/>
                <a:gd name="connsiteY18" fmla="*/ 0 h 2132487"/>
                <a:gd name="connsiteX19" fmla="*/ 387788 w 712105"/>
                <a:gd name="connsiteY19" fmla="*/ 3175 h 2132487"/>
                <a:gd name="connsiteX20" fmla="*/ 346513 w 712105"/>
                <a:gd name="connsiteY20" fmla="*/ 0 h 2132487"/>
                <a:gd name="connsiteX0" fmla="*/ 419312 w 784904"/>
                <a:gd name="connsiteY0" fmla="*/ 0 h 2132487"/>
                <a:gd name="connsiteX1" fmla="*/ 419312 w 784904"/>
                <a:gd name="connsiteY1" fmla="*/ 0 h 2132487"/>
                <a:gd name="connsiteX2" fmla="*/ 400262 w 784904"/>
                <a:gd name="connsiteY2" fmla="*/ 111125 h 2132487"/>
                <a:gd name="connsiteX3" fmla="*/ 365337 w 784904"/>
                <a:gd name="connsiteY3" fmla="*/ 263525 h 2132487"/>
                <a:gd name="connsiteX4" fmla="*/ 349462 w 784904"/>
                <a:gd name="connsiteY4" fmla="*/ 396875 h 2132487"/>
                <a:gd name="connsiteX5" fmla="*/ 435187 w 784904"/>
                <a:gd name="connsiteY5" fmla="*/ 571500 h 2132487"/>
                <a:gd name="connsiteX6" fmla="*/ 212 w 784904"/>
                <a:gd name="connsiteY6" fmla="*/ 2066925 h 2132487"/>
                <a:gd name="connsiteX7" fmla="*/ 266912 w 784904"/>
                <a:gd name="connsiteY7" fmla="*/ 2124074 h 2132487"/>
                <a:gd name="connsiteX8" fmla="*/ 89112 w 784904"/>
                <a:gd name="connsiteY8" fmla="*/ 1927225 h 2132487"/>
                <a:gd name="connsiteX9" fmla="*/ 511387 w 784904"/>
                <a:gd name="connsiteY9" fmla="*/ 1482725 h 2132487"/>
                <a:gd name="connsiteX10" fmla="*/ 695537 w 784904"/>
                <a:gd name="connsiteY10" fmla="*/ 952500 h 2132487"/>
                <a:gd name="connsiteX11" fmla="*/ 778087 w 784904"/>
                <a:gd name="connsiteY11" fmla="*/ 654050 h 2132487"/>
                <a:gd name="connsiteX12" fmla="*/ 762212 w 784904"/>
                <a:gd name="connsiteY12" fmla="*/ 571500 h 2132487"/>
                <a:gd name="connsiteX13" fmla="*/ 625687 w 784904"/>
                <a:gd name="connsiteY13" fmla="*/ 457200 h 2132487"/>
                <a:gd name="connsiteX14" fmla="*/ 546312 w 784904"/>
                <a:gd name="connsiteY14" fmla="*/ 241300 h 2132487"/>
                <a:gd name="connsiteX15" fmla="*/ 489162 w 784904"/>
                <a:gd name="connsiteY15" fmla="*/ 127000 h 2132487"/>
                <a:gd name="connsiteX16" fmla="*/ 505037 w 784904"/>
                <a:gd name="connsiteY16" fmla="*/ 15875 h 2132487"/>
                <a:gd name="connsiteX17" fmla="*/ 489162 w 784904"/>
                <a:gd name="connsiteY17" fmla="*/ 60325 h 2132487"/>
                <a:gd name="connsiteX18" fmla="*/ 473287 w 784904"/>
                <a:gd name="connsiteY18" fmla="*/ 0 h 2132487"/>
                <a:gd name="connsiteX19" fmla="*/ 460587 w 784904"/>
                <a:gd name="connsiteY19" fmla="*/ 3175 h 2132487"/>
                <a:gd name="connsiteX20" fmla="*/ 419312 w 784904"/>
                <a:gd name="connsiteY20" fmla="*/ 0 h 2132487"/>
                <a:gd name="connsiteX0" fmla="*/ 531181 w 896773"/>
                <a:gd name="connsiteY0" fmla="*/ 0 h 2132487"/>
                <a:gd name="connsiteX1" fmla="*/ 531181 w 896773"/>
                <a:gd name="connsiteY1" fmla="*/ 0 h 2132487"/>
                <a:gd name="connsiteX2" fmla="*/ 512131 w 896773"/>
                <a:gd name="connsiteY2" fmla="*/ 111125 h 2132487"/>
                <a:gd name="connsiteX3" fmla="*/ 477206 w 896773"/>
                <a:gd name="connsiteY3" fmla="*/ 263525 h 2132487"/>
                <a:gd name="connsiteX4" fmla="*/ 461331 w 896773"/>
                <a:gd name="connsiteY4" fmla="*/ 396875 h 2132487"/>
                <a:gd name="connsiteX5" fmla="*/ 13656 w 896773"/>
                <a:gd name="connsiteY5" fmla="*/ 1971675 h 2132487"/>
                <a:gd name="connsiteX6" fmla="*/ 112081 w 896773"/>
                <a:gd name="connsiteY6" fmla="*/ 2066925 h 2132487"/>
                <a:gd name="connsiteX7" fmla="*/ 378781 w 896773"/>
                <a:gd name="connsiteY7" fmla="*/ 2124074 h 2132487"/>
                <a:gd name="connsiteX8" fmla="*/ 200981 w 896773"/>
                <a:gd name="connsiteY8" fmla="*/ 1927225 h 2132487"/>
                <a:gd name="connsiteX9" fmla="*/ 623256 w 896773"/>
                <a:gd name="connsiteY9" fmla="*/ 1482725 h 2132487"/>
                <a:gd name="connsiteX10" fmla="*/ 807406 w 896773"/>
                <a:gd name="connsiteY10" fmla="*/ 952500 h 2132487"/>
                <a:gd name="connsiteX11" fmla="*/ 889956 w 896773"/>
                <a:gd name="connsiteY11" fmla="*/ 654050 h 2132487"/>
                <a:gd name="connsiteX12" fmla="*/ 874081 w 896773"/>
                <a:gd name="connsiteY12" fmla="*/ 571500 h 2132487"/>
                <a:gd name="connsiteX13" fmla="*/ 737556 w 896773"/>
                <a:gd name="connsiteY13" fmla="*/ 457200 h 2132487"/>
                <a:gd name="connsiteX14" fmla="*/ 658181 w 896773"/>
                <a:gd name="connsiteY14" fmla="*/ 241300 h 2132487"/>
                <a:gd name="connsiteX15" fmla="*/ 601031 w 896773"/>
                <a:gd name="connsiteY15" fmla="*/ 127000 h 2132487"/>
                <a:gd name="connsiteX16" fmla="*/ 616906 w 896773"/>
                <a:gd name="connsiteY16" fmla="*/ 15875 h 2132487"/>
                <a:gd name="connsiteX17" fmla="*/ 601031 w 896773"/>
                <a:gd name="connsiteY17" fmla="*/ 60325 h 2132487"/>
                <a:gd name="connsiteX18" fmla="*/ 585156 w 896773"/>
                <a:gd name="connsiteY18" fmla="*/ 0 h 2132487"/>
                <a:gd name="connsiteX19" fmla="*/ 572456 w 896773"/>
                <a:gd name="connsiteY19" fmla="*/ 3175 h 2132487"/>
                <a:gd name="connsiteX20" fmla="*/ 531181 w 896773"/>
                <a:gd name="connsiteY20" fmla="*/ 0 h 2132487"/>
                <a:gd name="connsiteX0" fmla="*/ 517992 w 883584"/>
                <a:gd name="connsiteY0" fmla="*/ 0 h 2132487"/>
                <a:gd name="connsiteX1" fmla="*/ 517992 w 883584"/>
                <a:gd name="connsiteY1" fmla="*/ 0 h 2132487"/>
                <a:gd name="connsiteX2" fmla="*/ 498942 w 883584"/>
                <a:gd name="connsiteY2" fmla="*/ 111125 h 2132487"/>
                <a:gd name="connsiteX3" fmla="*/ 464017 w 883584"/>
                <a:gd name="connsiteY3" fmla="*/ 263525 h 2132487"/>
                <a:gd name="connsiteX4" fmla="*/ 146517 w 883584"/>
                <a:gd name="connsiteY4" fmla="*/ 1622425 h 2132487"/>
                <a:gd name="connsiteX5" fmla="*/ 467 w 883584"/>
                <a:gd name="connsiteY5" fmla="*/ 1971675 h 2132487"/>
                <a:gd name="connsiteX6" fmla="*/ 98892 w 883584"/>
                <a:gd name="connsiteY6" fmla="*/ 2066925 h 2132487"/>
                <a:gd name="connsiteX7" fmla="*/ 365592 w 883584"/>
                <a:gd name="connsiteY7" fmla="*/ 2124074 h 2132487"/>
                <a:gd name="connsiteX8" fmla="*/ 187792 w 883584"/>
                <a:gd name="connsiteY8" fmla="*/ 1927225 h 2132487"/>
                <a:gd name="connsiteX9" fmla="*/ 610067 w 883584"/>
                <a:gd name="connsiteY9" fmla="*/ 1482725 h 2132487"/>
                <a:gd name="connsiteX10" fmla="*/ 794217 w 883584"/>
                <a:gd name="connsiteY10" fmla="*/ 952500 h 2132487"/>
                <a:gd name="connsiteX11" fmla="*/ 876767 w 883584"/>
                <a:gd name="connsiteY11" fmla="*/ 654050 h 2132487"/>
                <a:gd name="connsiteX12" fmla="*/ 860892 w 883584"/>
                <a:gd name="connsiteY12" fmla="*/ 571500 h 2132487"/>
                <a:gd name="connsiteX13" fmla="*/ 724367 w 883584"/>
                <a:gd name="connsiteY13" fmla="*/ 457200 h 2132487"/>
                <a:gd name="connsiteX14" fmla="*/ 644992 w 883584"/>
                <a:gd name="connsiteY14" fmla="*/ 241300 h 2132487"/>
                <a:gd name="connsiteX15" fmla="*/ 587842 w 883584"/>
                <a:gd name="connsiteY15" fmla="*/ 127000 h 2132487"/>
                <a:gd name="connsiteX16" fmla="*/ 603717 w 883584"/>
                <a:gd name="connsiteY16" fmla="*/ 15875 h 2132487"/>
                <a:gd name="connsiteX17" fmla="*/ 587842 w 883584"/>
                <a:gd name="connsiteY17" fmla="*/ 60325 h 2132487"/>
                <a:gd name="connsiteX18" fmla="*/ 571967 w 883584"/>
                <a:gd name="connsiteY18" fmla="*/ 0 h 2132487"/>
                <a:gd name="connsiteX19" fmla="*/ 559267 w 883584"/>
                <a:gd name="connsiteY19" fmla="*/ 3175 h 2132487"/>
                <a:gd name="connsiteX20" fmla="*/ 517992 w 883584"/>
                <a:gd name="connsiteY20" fmla="*/ 0 h 2132487"/>
                <a:gd name="connsiteX0" fmla="*/ 517992 w 883584"/>
                <a:gd name="connsiteY0" fmla="*/ 15815 h 2148302"/>
                <a:gd name="connsiteX1" fmla="*/ 517992 w 883584"/>
                <a:gd name="connsiteY1" fmla="*/ 15815 h 2148302"/>
                <a:gd name="connsiteX2" fmla="*/ 498942 w 883584"/>
                <a:gd name="connsiteY2" fmla="*/ 126940 h 2148302"/>
                <a:gd name="connsiteX3" fmla="*/ 390992 w 883584"/>
                <a:gd name="connsiteY3" fmla="*/ 1368365 h 2148302"/>
                <a:gd name="connsiteX4" fmla="*/ 146517 w 883584"/>
                <a:gd name="connsiteY4" fmla="*/ 1638240 h 2148302"/>
                <a:gd name="connsiteX5" fmla="*/ 467 w 883584"/>
                <a:gd name="connsiteY5" fmla="*/ 1987490 h 2148302"/>
                <a:gd name="connsiteX6" fmla="*/ 98892 w 883584"/>
                <a:gd name="connsiteY6" fmla="*/ 2082740 h 2148302"/>
                <a:gd name="connsiteX7" fmla="*/ 365592 w 883584"/>
                <a:gd name="connsiteY7" fmla="*/ 2139889 h 2148302"/>
                <a:gd name="connsiteX8" fmla="*/ 187792 w 883584"/>
                <a:gd name="connsiteY8" fmla="*/ 1943040 h 2148302"/>
                <a:gd name="connsiteX9" fmla="*/ 610067 w 883584"/>
                <a:gd name="connsiteY9" fmla="*/ 1498540 h 2148302"/>
                <a:gd name="connsiteX10" fmla="*/ 794217 w 883584"/>
                <a:gd name="connsiteY10" fmla="*/ 968315 h 2148302"/>
                <a:gd name="connsiteX11" fmla="*/ 876767 w 883584"/>
                <a:gd name="connsiteY11" fmla="*/ 669865 h 2148302"/>
                <a:gd name="connsiteX12" fmla="*/ 860892 w 883584"/>
                <a:gd name="connsiteY12" fmla="*/ 587315 h 2148302"/>
                <a:gd name="connsiteX13" fmla="*/ 724367 w 883584"/>
                <a:gd name="connsiteY13" fmla="*/ 473015 h 2148302"/>
                <a:gd name="connsiteX14" fmla="*/ 644992 w 883584"/>
                <a:gd name="connsiteY14" fmla="*/ 257115 h 2148302"/>
                <a:gd name="connsiteX15" fmla="*/ 587842 w 883584"/>
                <a:gd name="connsiteY15" fmla="*/ 142815 h 2148302"/>
                <a:gd name="connsiteX16" fmla="*/ 603717 w 883584"/>
                <a:gd name="connsiteY16" fmla="*/ 31690 h 2148302"/>
                <a:gd name="connsiteX17" fmla="*/ 587842 w 883584"/>
                <a:gd name="connsiteY17" fmla="*/ 76140 h 2148302"/>
                <a:gd name="connsiteX18" fmla="*/ 571967 w 883584"/>
                <a:gd name="connsiteY18" fmla="*/ 15815 h 2148302"/>
                <a:gd name="connsiteX19" fmla="*/ 559267 w 883584"/>
                <a:gd name="connsiteY19" fmla="*/ 18990 h 2148302"/>
                <a:gd name="connsiteX20" fmla="*/ 517992 w 883584"/>
                <a:gd name="connsiteY20" fmla="*/ 15815 h 2148302"/>
                <a:gd name="connsiteX0" fmla="*/ 517992 w 883584"/>
                <a:gd name="connsiteY0" fmla="*/ 0 h 2132487"/>
                <a:gd name="connsiteX1" fmla="*/ 517992 w 883584"/>
                <a:gd name="connsiteY1" fmla="*/ 0 h 2132487"/>
                <a:gd name="connsiteX2" fmla="*/ 479892 w 883584"/>
                <a:gd name="connsiteY2" fmla="*/ 850900 h 2132487"/>
                <a:gd name="connsiteX3" fmla="*/ 390992 w 883584"/>
                <a:gd name="connsiteY3" fmla="*/ 1352550 h 2132487"/>
                <a:gd name="connsiteX4" fmla="*/ 146517 w 883584"/>
                <a:gd name="connsiteY4" fmla="*/ 1622425 h 2132487"/>
                <a:gd name="connsiteX5" fmla="*/ 467 w 883584"/>
                <a:gd name="connsiteY5" fmla="*/ 1971675 h 2132487"/>
                <a:gd name="connsiteX6" fmla="*/ 98892 w 883584"/>
                <a:gd name="connsiteY6" fmla="*/ 2066925 h 2132487"/>
                <a:gd name="connsiteX7" fmla="*/ 365592 w 883584"/>
                <a:gd name="connsiteY7" fmla="*/ 2124074 h 2132487"/>
                <a:gd name="connsiteX8" fmla="*/ 187792 w 883584"/>
                <a:gd name="connsiteY8" fmla="*/ 1927225 h 2132487"/>
                <a:gd name="connsiteX9" fmla="*/ 610067 w 883584"/>
                <a:gd name="connsiteY9" fmla="*/ 1482725 h 2132487"/>
                <a:gd name="connsiteX10" fmla="*/ 794217 w 883584"/>
                <a:gd name="connsiteY10" fmla="*/ 952500 h 2132487"/>
                <a:gd name="connsiteX11" fmla="*/ 876767 w 883584"/>
                <a:gd name="connsiteY11" fmla="*/ 654050 h 2132487"/>
                <a:gd name="connsiteX12" fmla="*/ 860892 w 883584"/>
                <a:gd name="connsiteY12" fmla="*/ 571500 h 2132487"/>
                <a:gd name="connsiteX13" fmla="*/ 724367 w 883584"/>
                <a:gd name="connsiteY13" fmla="*/ 457200 h 2132487"/>
                <a:gd name="connsiteX14" fmla="*/ 644992 w 883584"/>
                <a:gd name="connsiteY14" fmla="*/ 241300 h 2132487"/>
                <a:gd name="connsiteX15" fmla="*/ 587842 w 883584"/>
                <a:gd name="connsiteY15" fmla="*/ 127000 h 2132487"/>
                <a:gd name="connsiteX16" fmla="*/ 603717 w 883584"/>
                <a:gd name="connsiteY16" fmla="*/ 15875 h 2132487"/>
                <a:gd name="connsiteX17" fmla="*/ 587842 w 883584"/>
                <a:gd name="connsiteY17" fmla="*/ 60325 h 2132487"/>
                <a:gd name="connsiteX18" fmla="*/ 571967 w 883584"/>
                <a:gd name="connsiteY18" fmla="*/ 0 h 2132487"/>
                <a:gd name="connsiteX19" fmla="*/ 559267 w 883584"/>
                <a:gd name="connsiteY19" fmla="*/ 3175 h 2132487"/>
                <a:gd name="connsiteX20" fmla="*/ 517992 w 883584"/>
                <a:gd name="connsiteY20" fmla="*/ 0 h 2132487"/>
                <a:gd name="connsiteX0" fmla="*/ 521167 w 883584"/>
                <a:gd name="connsiteY0" fmla="*/ 492125 h 2132487"/>
                <a:gd name="connsiteX1" fmla="*/ 517992 w 883584"/>
                <a:gd name="connsiteY1" fmla="*/ 0 h 2132487"/>
                <a:gd name="connsiteX2" fmla="*/ 479892 w 883584"/>
                <a:gd name="connsiteY2" fmla="*/ 850900 h 2132487"/>
                <a:gd name="connsiteX3" fmla="*/ 390992 w 883584"/>
                <a:gd name="connsiteY3" fmla="*/ 1352550 h 2132487"/>
                <a:gd name="connsiteX4" fmla="*/ 146517 w 883584"/>
                <a:gd name="connsiteY4" fmla="*/ 1622425 h 2132487"/>
                <a:gd name="connsiteX5" fmla="*/ 467 w 883584"/>
                <a:gd name="connsiteY5" fmla="*/ 1971675 h 2132487"/>
                <a:gd name="connsiteX6" fmla="*/ 98892 w 883584"/>
                <a:gd name="connsiteY6" fmla="*/ 2066925 h 2132487"/>
                <a:gd name="connsiteX7" fmla="*/ 365592 w 883584"/>
                <a:gd name="connsiteY7" fmla="*/ 2124074 h 2132487"/>
                <a:gd name="connsiteX8" fmla="*/ 187792 w 883584"/>
                <a:gd name="connsiteY8" fmla="*/ 1927225 h 2132487"/>
                <a:gd name="connsiteX9" fmla="*/ 610067 w 883584"/>
                <a:gd name="connsiteY9" fmla="*/ 1482725 h 2132487"/>
                <a:gd name="connsiteX10" fmla="*/ 794217 w 883584"/>
                <a:gd name="connsiteY10" fmla="*/ 952500 h 2132487"/>
                <a:gd name="connsiteX11" fmla="*/ 876767 w 883584"/>
                <a:gd name="connsiteY11" fmla="*/ 654050 h 2132487"/>
                <a:gd name="connsiteX12" fmla="*/ 860892 w 883584"/>
                <a:gd name="connsiteY12" fmla="*/ 571500 h 2132487"/>
                <a:gd name="connsiteX13" fmla="*/ 724367 w 883584"/>
                <a:gd name="connsiteY13" fmla="*/ 457200 h 2132487"/>
                <a:gd name="connsiteX14" fmla="*/ 644992 w 883584"/>
                <a:gd name="connsiteY14" fmla="*/ 241300 h 2132487"/>
                <a:gd name="connsiteX15" fmla="*/ 587842 w 883584"/>
                <a:gd name="connsiteY15" fmla="*/ 127000 h 2132487"/>
                <a:gd name="connsiteX16" fmla="*/ 603717 w 883584"/>
                <a:gd name="connsiteY16" fmla="*/ 15875 h 2132487"/>
                <a:gd name="connsiteX17" fmla="*/ 587842 w 883584"/>
                <a:gd name="connsiteY17" fmla="*/ 60325 h 2132487"/>
                <a:gd name="connsiteX18" fmla="*/ 571967 w 883584"/>
                <a:gd name="connsiteY18" fmla="*/ 0 h 2132487"/>
                <a:gd name="connsiteX19" fmla="*/ 559267 w 883584"/>
                <a:gd name="connsiteY19" fmla="*/ 3175 h 2132487"/>
                <a:gd name="connsiteX20" fmla="*/ 521167 w 883584"/>
                <a:gd name="connsiteY20" fmla="*/ 492125 h 2132487"/>
                <a:gd name="connsiteX0" fmla="*/ 521167 w 883584"/>
                <a:gd name="connsiteY0" fmla="*/ 492125 h 2132487"/>
                <a:gd name="connsiteX1" fmla="*/ 470367 w 883584"/>
                <a:gd name="connsiteY1" fmla="*/ 565150 h 2132487"/>
                <a:gd name="connsiteX2" fmla="*/ 479892 w 883584"/>
                <a:gd name="connsiteY2" fmla="*/ 850900 h 2132487"/>
                <a:gd name="connsiteX3" fmla="*/ 390992 w 883584"/>
                <a:gd name="connsiteY3" fmla="*/ 1352550 h 2132487"/>
                <a:gd name="connsiteX4" fmla="*/ 146517 w 883584"/>
                <a:gd name="connsiteY4" fmla="*/ 1622425 h 2132487"/>
                <a:gd name="connsiteX5" fmla="*/ 467 w 883584"/>
                <a:gd name="connsiteY5" fmla="*/ 1971675 h 2132487"/>
                <a:gd name="connsiteX6" fmla="*/ 98892 w 883584"/>
                <a:gd name="connsiteY6" fmla="*/ 2066925 h 2132487"/>
                <a:gd name="connsiteX7" fmla="*/ 365592 w 883584"/>
                <a:gd name="connsiteY7" fmla="*/ 2124074 h 2132487"/>
                <a:gd name="connsiteX8" fmla="*/ 187792 w 883584"/>
                <a:gd name="connsiteY8" fmla="*/ 1927225 h 2132487"/>
                <a:gd name="connsiteX9" fmla="*/ 610067 w 883584"/>
                <a:gd name="connsiteY9" fmla="*/ 1482725 h 2132487"/>
                <a:gd name="connsiteX10" fmla="*/ 794217 w 883584"/>
                <a:gd name="connsiteY10" fmla="*/ 952500 h 2132487"/>
                <a:gd name="connsiteX11" fmla="*/ 876767 w 883584"/>
                <a:gd name="connsiteY11" fmla="*/ 654050 h 2132487"/>
                <a:gd name="connsiteX12" fmla="*/ 860892 w 883584"/>
                <a:gd name="connsiteY12" fmla="*/ 571500 h 2132487"/>
                <a:gd name="connsiteX13" fmla="*/ 724367 w 883584"/>
                <a:gd name="connsiteY13" fmla="*/ 457200 h 2132487"/>
                <a:gd name="connsiteX14" fmla="*/ 644992 w 883584"/>
                <a:gd name="connsiteY14" fmla="*/ 241300 h 2132487"/>
                <a:gd name="connsiteX15" fmla="*/ 587842 w 883584"/>
                <a:gd name="connsiteY15" fmla="*/ 127000 h 2132487"/>
                <a:gd name="connsiteX16" fmla="*/ 603717 w 883584"/>
                <a:gd name="connsiteY16" fmla="*/ 15875 h 2132487"/>
                <a:gd name="connsiteX17" fmla="*/ 587842 w 883584"/>
                <a:gd name="connsiteY17" fmla="*/ 60325 h 2132487"/>
                <a:gd name="connsiteX18" fmla="*/ 571967 w 883584"/>
                <a:gd name="connsiteY18" fmla="*/ 0 h 2132487"/>
                <a:gd name="connsiteX19" fmla="*/ 559267 w 883584"/>
                <a:gd name="connsiteY19" fmla="*/ 3175 h 2132487"/>
                <a:gd name="connsiteX20" fmla="*/ 521167 w 883584"/>
                <a:gd name="connsiteY20" fmla="*/ 492125 h 2132487"/>
                <a:gd name="connsiteX0" fmla="*/ 517992 w 883584"/>
                <a:gd name="connsiteY0" fmla="*/ 400050 h 2132487"/>
                <a:gd name="connsiteX1" fmla="*/ 470367 w 883584"/>
                <a:gd name="connsiteY1" fmla="*/ 565150 h 2132487"/>
                <a:gd name="connsiteX2" fmla="*/ 479892 w 883584"/>
                <a:gd name="connsiteY2" fmla="*/ 850900 h 2132487"/>
                <a:gd name="connsiteX3" fmla="*/ 390992 w 883584"/>
                <a:gd name="connsiteY3" fmla="*/ 1352550 h 2132487"/>
                <a:gd name="connsiteX4" fmla="*/ 146517 w 883584"/>
                <a:gd name="connsiteY4" fmla="*/ 1622425 h 2132487"/>
                <a:gd name="connsiteX5" fmla="*/ 467 w 883584"/>
                <a:gd name="connsiteY5" fmla="*/ 1971675 h 2132487"/>
                <a:gd name="connsiteX6" fmla="*/ 98892 w 883584"/>
                <a:gd name="connsiteY6" fmla="*/ 2066925 h 2132487"/>
                <a:gd name="connsiteX7" fmla="*/ 365592 w 883584"/>
                <a:gd name="connsiteY7" fmla="*/ 2124074 h 2132487"/>
                <a:gd name="connsiteX8" fmla="*/ 187792 w 883584"/>
                <a:gd name="connsiteY8" fmla="*/ 1927225 h 2132487"/>
                <a:gd name="connsiteX9" fmla="*/ 610067 w 883584"/>
                <a:gd name="connsiteY9" fmla="*/ 1482725 h 2132487"/>
                <a:gd name="connsiteX10" fmla="*/ 794217 w 883584"/>
                <a:gd name="connsiteY10" fmla="*/ 952500 h 2132487"/>
                <a:gd name="connsiteX11" fmla="*/ 876767 w 883584"/>
                <a:gd name="connsiteY11" fmla="*/ 654050 h 2132487"/>
                <a:gd name="connsiteX12" fmla="*/ 860892 w 883584"/>
                <a:gd name="connsiteY12" fmla="*/ 571500 h 2132487"/>
                <a:gd name="connsiteX13" fmla="*/ 724367 w 883584"/>
                <a:gd name="connsiteY13" fmla="*/ 457200 h 2132487"/>
                <a:gd name="connsiteX14" fmla="*/ 644992 w 883584"/>
                <a:gd name="connsiteY14" fmla="*/ 241300 h 2132487"/>
                <a:gd name="connsiteX15" fmla="*/ 587842 w 883584"/>
                <a:gd name="connsiteY15" fmla="*/ 127000 h 2132487"/>
                <a:gd name="connsiteX16" fmla="*/ 603717 w 883584"/>
                <a:gd name="connsiteY16" fmla="*/ 15875 h 2132487"/>
                <a:gd name="connsiteX17" fmla="*/ 587842 w 883584"/>
                <a:gd name="connsiteY17" fmla="*/ 60325 h 2132487"/>
                <a:gd name="connsiteX18" fmla="*/ 571967 w 883584"/>
                <a:gd name="connsiteY18" fmla="*/ 0 h 2132487"/>
                <a:gd name="connsiteX19" fmla="*/ 559267 w 883584"/>
                <a:gd name="connsiteY19" fmla="*/ 3175 h 2132487"/>
                <a:gd name="connsiteX20" fmla="*/ 517992 w 883584"/>
                <a:gd name="connsiteY20" fmla="*/ 400050 h 2132487"/>
                <a:gd name="connsiteX0" fmla="*/ 517992 w 883584"/>
                <a:gd name="connsiteY0" fmla="*/ 400050 h 2132487"/>
                <a:gd name="connsiteX1" fmla="*/ 470367 w 883584"/>
                <a:gd name="connsiteY1" fmla="*/ 565150 h 2132487"/>
                <a:gd name="connsiteX2" fmla="*/ 479892 w 883584"/>
                <a:gd name="connsiteY2" fmla="*/ 850900 h 2132487"/>
                <a:gd name="connsiteX3" fmla="*/ 390992 w 883584"/>
                <a:gd name="connsiteY3" fmla="*/ 1352550 h 2132487"/>
                <a:gd name="connsiteX4" fmla="*/ 146517 w 883584"/>
                <a:gd name="connsiteY4" fmla="*/ 1622425 h 2132487"/>
                <a:gd name="connsiteX5" fmla="*/ 467 w 883584"/>
                <a:gd name="connsiteY5" fmla="*/ 1971675 h 2132487"/>
                <a:gd name="connsiteX6" fmla="*/ 98892 w 883584"/>
                <a:gd name="connsiteY6" fmla="*/ 2066925 h 2132487"/>
                <a:gd name="connsiteX7" fmla="*/ 365592 w 883584"/>
                <a:gd name="connsiteY7" fmla="*/ 2124074 h 2132487"/>
                <a:gd name="connsiteX8" fmla="*/ 187792 w 883584"/>
                <a:gd name="connsiteY8" fmla="*/ 1927225 h 2132487"/>
                <a:gd name="connsiteX9" fmla="*/ 610067 w 883584"/>
                <a:gd name="connsiteY9" fmla="*/ 1482725 h 2132487"/>
                <a:gd name="connsiteX10" fmla="*/ 794217 w 883584"/>
                <a:gd name="connsiteY10" fmla="*/ 952500 h 2132487"/>
                <a:gd name="connsiteX11" fmla="*/ 876767 w 883584"/>
                <a:gd name="connsiteY11" fmla="*/ 654050 h 2132487"/>
                <a:gd name="connsiteX12" fmla="*/ 860892 w 883584"/>
                <a:gd name="connsiteY12" fmla="*/ 571500 h 2132487"/>
                <a:gd name="connsiteX13" fmla="*/ 724367 w 883584"/>
                <a:gd name="connsiteY13" fmla="*/ 457200 h 2132487"/>
                <a:gd name="connsiteX14" fmla="*/ 644992 w 883584"/>
                <a:gd name="connsiteY14" fmla="*/ 241300 h 2132487"/>
                <a:gd name="connsiteX15" fmla="*/ 587842 w 883584"/>
                <a:gd name="connsiteY15" fmla="*/ 127000 h 2132487"/>
                <a:gd name="connsiteX16" fmla="*/ 603717 w 883584"/>
                <a:gd name="connsiteY16" fmla="*/ 15875 h 2132487"/>
                <a:gd name="connsiteX17" fmla="*/ 587842 w 883584"/>
                <a:gd name="connsiteY17" fmla="*/ 60325 h 2132487"/>
                <a:gd name="connsiteX18" fmla="*/ 571967 w 883584"/>
                <a:gd name="connsiteY18" fmla="*/ 0 h 2132487"/>
                <a:gd name="connsiteX19" fmla="*/ 467192 w 883584"/>
                <a:gd name="connsiteY19" fmla="*/ 98425 h 2132487"/>
                <a:gd name="connsiteX20" fmla="*/ 517992 w 883584"/>
                <a:gd name="connsiteY20" fmla="*/ 400050 h 2132487"/>
                <a:gd name="connsiteX0" fmla="*/ 517992 w 883584"/>
                <a:gd name="connsiteY0" fmla="*/ 479425 h 2211862"/>
                <a:gd name="connsiteX1" fmla="*/ 470367 w 883584"/>
                <a:gd name="connsiteY1" fmla="*/ 644525 h 2211862"/>
                <a:gd name="connsiteX2" fmla="*/ 479892 w 883584"/>
                <a:gd name="connsiteY2" fmla="*/ 930275 h 2211862"/>
                <a:gd name="connsiteX3" fmla="*/ 390992 w 883584"/>
                <a:gd name="connsiteY3" fmla="*/ 1431925 h 2211862"/>
                <a:gd name="connsiteX4" fmla="*/ 146517 w 883584"/>
                <a:gd name="connsiteY4" fmla="*/ 1701800 h 2211862"/>
                <a:gd name="connsiteX5" fmla="*/ 467 w 883584"/>
                <a:gd name="connsiteY5" fmla="*/ 2051050 h 2211862"/>
                <a:gd name="connsiteX6" fmla="*/ 98892 w 883584"/>
                <a:gd name="connsiteY6" fmla="*/ 2146300 h 2211862"/>
                <a:gd name="connsiteX7" fmla="*/ 365592 w 883584"/>
                <a:gd name="connsiteY7" fmla="*/ 2203449 h 2211862"/>
                <a:gd name="connsiteX8" fmla="*/ 187792 w 883584"/>
                <a:gd name="connsiteY8" fmla="*/ 2006600 h 2211862"/>
                <a:gd name="connsiteX9" fmla="*/ 610067 w 883584"/>
                <a:gd name="connsiteY9" fmla="*/ 1562100 h 2211862"/>
                <a:gd name="connsiteX10" fmla="*/ 794217 w 883584"/>
                <a:gd name="connsiteY10" fmla="*/ 1031875 h 2211862"/>
                <a:gd name="connsiteX11" fmla="*/ 876767 w 883584"/>
                <a:gd name="connsiteY11" fmla="*/ 733425 h 2211862"/>
                <a:gd name="connsiteX12" fmla="*/ 860892 w 883584"/>
                <a:gd name="connsiteY12" fmla="*/ 650875 h 2211862"/>
                <a:gd name="connsiteX13" fmla="*/ 724367 w 883584"/>
                <a:gd name="connsiteY13" fmla="*/ 536575 h 2211862"/>
                <a:gd name="connsiteX14" fmla="*/ 644992 w 883584"/>
                <a:gd name="connsiteY14" fmla="*/ 320675 h 2211862"/>
                <a:gd name="connsiteX15" fmla="*/ 587842 w 883584"/>
                <a:gd name="connsiteY15" fmla="*/ 206375 h 2211862"/>
                <a:gd name="connsiteX16" fmla="*/ 603717 w 883584"/>
                <a:gd name="connsiteY16" fmla="*/ 95250 h 2211862"/>
                <a:gd name="connsiteX17" fmla="*/ 587842 w 883584"/>
                <a:gd name="connsiteY17" fmla="*/ 139700 h 2211862"/>
                <a:gd name="connsiteX18" fmla="*/ 511642 w 883584"/>
                <a:gd name="connsiteY18" fmla="*/ 0 h 2211862"/>
                <a:gd name="connsiteX19" fmla="*/ 467192 w 883584"/>
                <a:gd name="connsiteY19" fmla="*/ 177800 h 2211862"/>
                <a:gd name="connsiteX20" fmla="*/ 517992 w 883584"/>
                <a:gd name="connsiteY20" fmla="*/ 479425 h 2211862"/>
                <a:gd name="connsiteX0" fmla="*/ 517992 w 883584"/>
                <a:gd name="connsiteY0" fmla="*/ 622633 h 2355070"/>
                <a:gd name="connsiteX1" fmla="*/ 470367 w 883584"/>
                <a:gd name="connsiteY1" fmla="*/ 787733 h 2355070"/>
                <a:gd name="connsiteX2" fmla="*/ 479892 w 883584"/>
                <a:gd name="connsiteY2" fmla="*/ 1073483 h 2355070"/>
                <a:gd name="connsiteX3" fmla="*/ 390992 w 883584"/>
                <a:gd name="connsiteY3" fmla="*/ 1575133 h 2355070"/>
                <a:gd name="connsiteX4" fmla="*/ 146517 w 883584"/>
                <a:gd name="connsiteY4" fmla="*/ 1845008 h 2355070"/>
                <a:gd name="connsiteX5" fmla="*/ 467 w 883584"/>
                <a:gd name="connsiteY5" fmla="*/ 2194258 h 2355070"/>
                <a:gd name="connsiteX6" fmla="*/ 98892 w 883584"/>
                <a:gd name="connsiteY6" fmla="*/ 2289508 h 2355070"/>
                <a:gd name="connsiteX7" fmla="*/ 365592 w 883584"/>
                <a:gd name="connsiteY7" fmla="*/ 2346657 h 2355070"/>
                <a:gd name="connsiteX8" fmla="*/ 187792 w 883584"/>
                <a:gd name="connsiteY8" fmla="*/ 2149808 h 2355070"/>
                <a:gd name="connsiteX9" fmla="*/ 610067 w 883584"/>
                <a:gd name="connsiteY9" fmla="*/ 1705308 h 2355070"/>
                <a:gd name="connsiteX10" fmla="*/ 794217 w 883584"/>
                <a:gd name="connsiteY10" fmla="*/ 1175083 h 2355070"/>
                <a:gd name="connsiteX11" fmla="*/ 876767 w 883584"/>
                <a:gd name="connsiteY11" fmla="*/ 876633 h 2355070"/>
                <a:gd name="connsiteX12" fmla="*/ 860892 w 883584"/>
                <a:gd name="connsiteY12" fmla="*/ 794083 h 2355070"/>
                <a:gd name="connsiteX13" fmla="*/ 724367 w 883584"/>
                <a:gd name="connsiteY13" fmla="*/ 679783 h 2355070"/>
                <a:gd name="connsiteX14" fmla="*/ 644992 w 883584"/>
                <a:gd name="connsiteY14" fmla="*/ 463883 h 2355070"/>
                <a:gd name="connsiteX15" fmla="*/ 587842 w 883584"/>
                <a:gd name="connsiteY15" fmla="*/ 349583 h 2355070"/>
                <a:gd name="connsiteX16" fmla="*/ 613242 w 883584"/>
                <a:gd name="connsiteY16" fmla="*/ 333 h 2355070"/>
                <a:gd name="connsiteX17" fmla="*/ 587842 w 883584"/>
                <a:gd name="connsiteY17" fmla="*/ 282908 h 2355070"/>
                <a:gd name="connsiteX18" fmla="*/ 511642 w 883584"/>
                <a:gd name="connsiteY18" fmla="*/ 143208 h 2355070"/>
                <a:gd name="connsiteX19" fmla="*/ 467192 w 883584"/>
                <a:gd name="connsiteY19" fmla="*/ 321008 h 2355070"/>
                <a:gd name="connsiteX20" fmla="*/ 517992 w 883584"/>
                <a:gd name="connsiteY20" fmla="*/ 622633 h 2355070"/>
                <a:gd name="connsiteX0" fmla="*/ 517992 w 883584"/>
                <a:gd name="connsiteY0" fmla="*/ 631650 h 2364087"/>
                <a:gd name="connsiteX1" fmla="*/ 470367 w 883584"/>
                <a:gd name="connsiteY1" fmla="*/ 796750 h 2364087"/>
                <a:gd name="connsiteX2" fmla="*/ 479892 w 883584"/>
                <a:gd name="connsiteY2" fmla="*/ 1082500 h 2364087"/>
                <a:gd name="connsiteX3" fmla="*/ 390992 w 883584"/>
                <a:gd name="connsiteY3" fmla="*/ 1584150 h 2364087"/>
                <a:gd name="connsiteX4" fmla="*/ 146517 w 883584"/>
                <a:gd name="connsiteY4" fmla="*/ 1854025 h 2364087"/>
                <a:gd name="connsiteX5" fmla="*/ 467 w 883584"/>
                <a:gd name="connsiteY5" fmla="*/ 2203275 h 2364087"/>
                <a:gd name="connsiteX6" fmla="*/ 98892 w 883584"/>
                <a:gd name="connsiteY6" fmla="*/ 2298525 h 2364087"/>
                <a:gd name="connsiteX7" fmla="*/ 365592 w 883584"/>
                <a:gd name="connsiteY7" fmla="*/ 2355674 h 2364087"/>
                <a:gd name="connsiteX8" fmla="*/ 187792 w 883584"/>
                <a:gd name="connsiteY8" fmla="*/ 2158825 h 2364087"/>
                <a:gd name="connsiteX9" fmla="*/ 610067 w 883584"/>
                <a:gd name="connsiteY9" fmla="*/ 1714325 h 2364087"/>
                <a:gd name="connsiteX10" fmla="*/ 794217 w 883584"/>
                <a:gd name="connsiteY10" fmla="*/ 1184100 h 2364087"/>
                <a:gd name="connsiteX11" fmla="*/ 876767 w 883584"/>
                <a:gd name="connsiteY11" fmla="*/ 885650 h 2364087"/>
                <a:gd name="connsiteX12" fmla="*/ 860892 w 883584"/>
                <a:gd name="connsiteY12" fmla="*/ 803100 h 2364087"/>
                <a:gd name="connsiteX13" fmla="*/ 724367 w 883584"/>
                <a:gd name="connsiteY13" fmla="*/ 688800 h 2364087"/>
                <a:gd name="connsiteX14" fmla="*/ 644992 w 883584"/>
                <a:gd name="connsiteY14" fmla="*/ 472900 h 2364087"/>
                <a:gd name="connsiteX15" fmla="*/ 587842 w 883584"/>
                <a:gd name="connsiteY15" fmla="*/ 358600 h 2364087"/>
                <a:gd name="connsiteX16" fmla="*/ 613242 w 883584"/>
                <a:gd name="connsiteY16" fmla="*/ 9350 h 2364087"/>
                <a:gd name="connsiteX17" fmla="*/ 575142 w 883584"/>
                <a:gd name="connsiteY17" fmla="*/ 104600 h 2364087"/>
                <a:gd name="connsiteX18" fmla="*/ 511642 w 883584"/>
                <a:gd name="connsiteY18" fmla="*/ 152225 h 2364087"/>
                <a:gd name="connsiteX19" fmla="*/ 467192 w 883584"/>
                <a:gd name="connsiteY19" fmla="*/ 330025 h 2364087"/>
                <a:gd name="connsiteX20" fmla="*/ 517992 w 883584"/>
                <a:gd name="connsiteY20" fmla="*/ 631650 h 2364087"/>
                <a:gd name="connsiteX0" fmla="*/ 517992 w 883584"/>
                <a:gd name="connsiteY0" fmla="*/ 842355 h 2574792"/>
                <a:gd name="connsiteX1" fmla="*/ 470367 w 883584"/>
                <a:gd name="connsiteY1" fmla="*/ 1007455 h 2574792"/>
                <a:gd name="connsiteX2" fmla="*/ 479892 w 883584"/>
                <a:gd name="connsiteY2" fmla="*/ 1293205 h 2574792"/>
                <a:gd name="connsiteX3" fmla="*/ 390992 w 883584"/>
                <a:gd name="connsiteY3" fmla="*/ 1794855 h 2574792"/>
                <a:gd name="connsiteX4" fmla="*/ 146517 w 883584"/>
                <a:gd name="connsiteY4" fmla="*/ 2064730 h 2574792"/>
                <a:gd name="connsiteX5" fmla="*/ 467 w 883584"/>
                <a:gd name="connsiteY5" fmla="*/ 2413980 h 2574792"/>
                <a:gd name="connsiteX6" fmla="*/ 98892 w 883584"/>
                <a:gd name="connsiteY6" fmla="*/ 2509230 h 2574792"/>
                <a:gd name="connsiteX7" fmla="*/ 365592 w 883584"/>
                <a:gd name="connsiteY7" fmla="*/ 2566379 h 2574792"/>
                <a:gd name="connsiteX8" fmla="*/ 187792 w 883584"/>
                <a:gd name="connsiteY8" fmla="*/ 2369530 h 2574792"/>
                <a:gd name="connsiteX9" fmla="*/ 610067 w 883584"/>
                <a:gd name="connsiteY9" fmla="*/ 1925030 h 2574792"/>
                <a:gd name="connsiteX10" fmla="*/ 794217 w 883584"/>
                <a:gd name="connsiteY10" fmla="*/ 1394805 h 2574792"/>
                <a:gd name="connsiteX11" fmla="*/ 876767 w 883584"/>
                <a:gd name="connsiteY11" fmla="*/ 1096355 h 2574792"/>
                <a:gd name="connsiteX12" fmla="*/ 860892 w 883584"/>
                <a:gd name="connsiteY12" fmla="*/ 1013805 h 2574792"/>
                <a:gd name="connsiteX13" fmla="*/ 724367 w 883584"/>
                <a:gd name="connsiteY13" fmla="*/ 899505 h 2574792"/>
                <a:gd name="connsiteX14" fmla="*/ 644992 w 883584"/>
                <a:gd name="connsiteY14" fmla="*/ 683605 h 2574792"/>
                <a:gd name="connsiteX15" fmla="*/ 587842 w 883584"/>
                <a:gd name="connsiteY15" fmla="*/ 569305 h 2574792"/>
                <a:gd name="connsiteX16" fmla="*/ 530692 w 883584"/>
                <a:gd name="connsiteY16" fmla="*/ 4155 h 2574792"/>
                <a:gd name="connsiteX17" fmla="*/ 575142 w 883584"/>
                <a:gd name="connsiteY17" fmla="*/ 315305 h 2574792"/>
                <a:gd name="connsiteX18" fmla="*/ 511642 w 883584"/>
                <a:gd name="connsiteY18" fmla="*/ 362930 h 2574792"/>
                <a:gd name="connsiteX19" fmla="*/ 467192 w 883584"/>
                <a:gd name="connsiteY19" fmla="*/ 540730 h 2574792"/>
                <a:gd name="connsiteX20" fmla="*/ 517992 w 883584"/>
                <a:gd name="connsiteY20" fmla="*/ 842355 h 2574792"/>
                <a:gd name="connsiteX0" fmla="*/ 517992 w 883584"/>
                <a:gd name="connsiteY0" fmla="*/ 872664 h 2605101"/>
                <a:gd name="connsiteX1" fmla="*/ 470367 w 883584"/>
                <a:gd name="connsiteY1" fmla="*/ 1037764 h 2605101"/>
                <a:gd name="connsiteX2" fmla="*/ 479892 w 883584"/>
                <a:gd name="connsiteY2" fmla="*/ 1323514 h 2605101"/>
                <a:gd name="connsiteX3" fmla="*/ 390992 w 883584"/>
                <a:gd name="connsiteY3" fmla="*/ 1825164 h 2605101"/>
                <a:gd name="connsiteX4" fmla="*/ 146517 w 883584"/>
                <a:gd name="connsiteY4" fmla="*/ 2095039 h 2605101"/>
                <a:gd name="connsiteX5" fmla="*/ 467 w 883584"/>
                <a:gd name="connsiteY5" fmla="*/ 2444289 h 2605101"/>
                <a:gd name="connsiteX6" fmla="*/ 98892 w 883584"/>
                <a:gd name="connsiteY6" fmla="*/ 2539539 h 2605101"/>
                <a:gd name="connsiteX7" fmla="*/ 365592 w 883584"/>
                <a:gd name="connsiteY7" fmla="*/ 2596688 h 2605101"/>
                <a:gd name="connsiteX8" fmla="*/ 187792 w 883584"/>
                <a:gd name="connsiteY8" fmla="*/ 2399839 h 2605101"/>
                <a:gd name="connsiteX9" fmla="*/ 610067 w 883584"/>
                <a:gd name="connsiteY9" fmla="*/ 1955339 h 2605101"/>
                <a:gd name="connsiteX10" fmla="*/ 794217 w 883584"/>
                <a:gd name="connsiteY10" fmla="*/ 1425114 h 2605101"/>
                <a:gd name="connsiteX11" fmla="*/ 876767 w 883584"/>
                <a:gd name="connsiteY11" fmla="*/ 1126664 h 2605101"/>
                <a:gd name="connsiteX12" fmla="*/ 860892 w 883584"/>
                <a:gd name="connsiteY12" fmla="*/ 1044114 h 2605101"/>
                <a:gd name="connsiteX13" fmla="*/ 724367 w 883584"/>
                <a:gd name="connsiteY13" fmla="*/ 929814 h 2605101"/>
                <a:gd name="connsiteX14" fmla="*/ 644992 w 883584"/>
                <a:gd name="connsiteY14" fmla="*/ 713914 h 2605101"/>
                <a:gd name="connsiteX15" fmla="*/ 587842 w 883584"/>
                <a:gd name="connsiteY15" fmla="*/ 599614 h 2605101"/>
                <a:gd name="connsiteX16" fmla="*/ 530692 w 883584"/>
                <a:gd name="connsiteY16" fmla="*/ 34464 h 2605101"/>
                <a:gd name="connsiteX17" fmla="*/ 829142 w 883584"/>
                <a:gd name="connsiteY17" fmla="*/ 97964 h 2605101"/>
                <a:gd name="connsiteX18" fmla="*/ 511642 w 883584"/>
                <a:gd name="connsiteY18" fmla="*/ 393239 h 2605101"/>
                <a:gd name="connsiteX19" fmla="*/ 467192 w 883584"/>
                <a:gd name="connsiteY19" fmla="*/ 571039 h 2605101"/>
                <a:gd name="connsiteX20" fmla="*/ 517992 w 883584"/>
                <a:gd name="connsiteY20" fmla="*/ 872664 h 2605101"/>
                <a:gd name="connsiteX0" fmla="*/ 517992 w 986848"/>
                <a:gd name="connsiteY0" fmla="*/ 778265 h 2510702"/>
                <a:gd name="connsiteX1" fmla="*/ 470367 w 986848"/>
                <a:gd name="connsiteY1" fmla="*/ 943365 h 2510702"/>
                <a:gd name="connsiteX2" fmla="*/ 479892 w 986848"/>
                <a:gd name="connsiteY2" fmla="*/ 1229115 h 2510702"/>
                <a:gd name="connsiteX3" fmla="*/ 390992 w 986848"/>
                <a:gd name="connsiteY3" fmla="*/ 1730765 h 2510702"/>
                <a:gd name="connsiteX4" fmla="*/ 146517 w 986848"/>
                <a:gd name="connsiteY4" fmla="*/ 2000640 h 2510702"/>
                <a:gd name="connsiteX5" fmla="*/ 467 w 986848"/>
                <a:gd name="connsiteY5" fmla="*/ 2349890 h 2510702"/>
                <a:gd name="connsiteX6" fmla="*/ 98892 w 986848"/>
                <a:gd name="connsiteY6" fmla="*/ 2445140 h 2510702"/>
                <a:gd name="connsiteX7" fmla="*/ 365592 w 986848"/>
                <a:gd name="connsiteY7" fmla="*/ 2502289 h 2510702"/>
                <a:gd name="connsiteX8" fmla="*/ 187792 w 986848"/>
                <a:gd name="connsiteY8" fmla="*/ 2305440 h 2510702"/>
                <a:gd name="connsiteX9" fmla="*/ 610067 w 986848"/>
                <a:gd name="connsiteY9" fmla="*/ 1860940 h 2510702"/>
                <a:gd name="connsiteX10" fmla="*/ 794217 w 986848"/>
                <a:gd name="connsiteY10" fmla="*/ 1330715 h 2510702"/>
                <a:gd name="connsiteX11" fmla="*/ 876767 w 986848"/>
                <a:gd name="connsiteY11" fmla="*/ 1032265 h 2510702"/>
                <a:gd name="connsiteX12" fmla="*/ 860892 w 986848"/>
                <a:gd name="connsiteY12" fmla="*/ 949715 h 2510702"/>
                <a:gd name="connsiteX13" fmla="*/ 724367 w 986848"/>
                <a:gd name="connsiteY13" fmla="*/ 835415 h 2510702"/>
                <a:gd name="connsiteX14" fmla="*/ 644992 w 986848"/>
                <a:gd name="connsiteY14" fmla="*/ 619515 h 2510702"/>
                <a:gd name="connsiteX15" fmla="*/ 587842 w 986848"/>
                <a:gd name="connsiteY15" fmla="*/ 505215 h 2510702"/>
                <a:gd name="connsiteX16" fmla="*/ 978367 w 986848"/>
                <a:gd name="connsiteY16" fmla="*/ 159140 h 2510702"/>
                <a:gd name="connsiteX17" fmla="*/ 829142 w 986848"/>
                <a:gd name="connsiteY17" fmla="*/ 3565 h 2510702"/>
                <a:gd name="connsiteX18" fmla="*/ 511642 w 986848"/>
                <a:gd name="connsiteY18" fmla="*/ 298840 h 2510702"/>
                <a:gd name="connsiteX19" fmla="*/ 467192 w 986848"/>
                <a:gd name="connsiteY19" fmla="*/ 476640 h 2510702"/>
                <a:gd name="connsiteX20" fmla="*/ 517992 w 986848"/>
                <a:gd name="connsiteY20" fmla="*/ 778265 h 2510702"/>
                <a:gd name="connsiteX0" fmla="*/ 517992 w 978373"/>
                <a:gd name="connsiteY0" fmla="*/ 652154 h 2384591"/>
                <a:gd name="connsiteX1" fmla="*/ 470367 w 978373"/>
                <a:gd name="connsiteY1" fmla="*/ 817254 h 2384591"/>
                <a:gd name="connsiteX2" fmla="*/ 479892 w 978373"/>
                <a:gd name="connsiteY2" fmla="*/ 1103004 h 2384591"/>
                <a:gd name="connsiteX3" fmla="*/ 390992 w 978373"/>
                <a:gd name="connsiteY3" fmla="*/ 1604654 h 2384591"/>
                <a:gd name="connsiteX4" fmla="*/ 146517 w 978373"/>
                <a:gd name="connsiteY4" fmla="*/ 1874529 h 2384591"/>
                <a:gd name="connsiteX5" fmla="*/ 467 w 978373"/>
                <a:gd name="connsiteY5" fmla="*/ 2223779 h 2384591"/>
                <a:gd name="connsiteX6" fmla="*/ 98892 w 978373"/>
                <a:gd name="connsiteY6" fmla="*/ 2319029 h 2384591"/>
                <a:gd name="connsiteX7" fmla="*/ 365592 w 978373"/>
                <a:gd name="connsiteY7" fmla="*/ 2376178 h 2384591"/>
                <a:gd name="connsiteX8" fmla="*/ 187792 w 978373"/>
                <a:gd name="connsiteY8" fmla="*/ 2179329 h 2384591"/>
                <a:gd name="connsiteX9" fmla="*/ 610067 w 978373"/>
                <a:gd name="connsiteY9" fmla="*/ 1734829 h 2384591"/>
                <a:gd name="connsiteX10" fmla="*/ 794217 w 978373"/>
                <a:gd name="connsiteY10" fmla="*/ 1204604 h 2384591"/>
                <a:gd name="connsiteX11" fmla="*/ 876767 w 978373"/>
                <a:gd name="connsiteY11" fmla="*/ 906154 h 2384591"/>
                <a:gd name="connsiteX12" fmla="*/ 860892 w 978373"/>
                <a:gd name="connsiteY12" fmla="*/ 823604 h 2384591"/>
                <a:gd name="connsiteX13" fmla="*/ 724367 w 978373"/>
                <a:gd name="connsiteY13" fmla="*/ 709304 h 2384591"/>
                <a:gd name="connsiteX14" fmla="*/ 644992 w 978373"/>
                <a:gd name="connsiteY14" fmla="*/ 493404 h 2384591"/>
                <a:gd name="connsiteX15" fmla="*/ 587842 w 978373"/>
                <a:gd name="connsiteY15" fmla="*/ 379104 h 2384591"/>
                <a:gd name="connsiteX16" fmla="*/ 978367 w 978373"/>
                <a:gd name="connsiteY16" fmla="*/ 33029 h 2384591"/>
                <a:gd name="connsiteX17" fmla="*/ 597367 w 978373"/>
                <a:gd name="connsiteY17" fmla="*/ 29854 h 2384591"/>
                <a:gd name="connsiteX18" fmla="*/ 511642 w 978373"/>
                <a:gd name="connsiteY18" fmla="*/ 172729 h 2384591"/>
                <a:gd name="connsiteX19" fmla="*/ 467192 w 978373"/>
                <a:gd name="connsiteY19" fmla="*/ 350529 h 2384591"/>
                <a:gd name="connsiteX20" fmla="*/ 517992 w 978373"/>
                <a:gd name="connsiteY20" fmla="*/ 652154 h 2384591"/>
                <a:gd name="connsiteX0" fmla="*/ 517992 w 883584"/>
                <a:gd name="connsiteY0" fmla="*/ 950381 h 2682818"/>
                <a:gd name="connsiteX1" fmla="*/ 470367 w 883584"/>
                <a:gd name="connsiteY1" fmla="*/ 1115481 h 2682818"/>
                <a:gd name="connsiteX2" fmla="*/ 479892 w 883584"/>
                <a:gd name="connsiteY2" fmla="*/ 1401231 h 2682818"/>
                <a:gd name="connsiteX3" fmla="*/ 390992 w 883584"/>
                <a:gd name="connsiteY3" fmla="*/ 1902881 h 2682818"/>
                <a:gd name="connsiteX4" fmla="*/ 146517 w 883584"/>
                <a:gd name="connsiteY4" fmla="*/ 2172756 h 2682818"/>
                <a:gd name="connsiteX5" fmla="*/ 467 w 883584"/>
                <a:gd name="connsiteY5" fmla="*/ 2522006 h 2682818"/>
                <a:gd name="connsiteX6" fmla="*/ 98892 w 883584"/>
                <a:gd name="connsiteY6" fmla="*/ 2617256 h 2682818"/>
                <a:gd name="connsiteX7" fmla="*/ 365592 w 883584"/>
                <a:gd name="connsiteY7" fmla="*/ 2674405 h 2682818"/>
                <a:gd name="connsiteX8" fmla="*/ 187792 w 883584"/>
                <a:gd name="connsiteY8" fmla="*/ 2477556 h 2682818"/>
                <a:gd name="connsiteX9" fmla="*/ 610067 w 883584"/>
                <a:gd name="connsiteY9" fmla="*/ 2033056 h 2682818"/>
                <a:gd name="connsiteX10" fmla="*/ 794217 w 883584"/>
                <a:gd name="connsiteY10" fmla="*/ 1502831 h 2682818"/>
                <a:gd name="connsiteX11" fmla="*/ 876767 w 883584"/>
                <a:gd name="connsiteY11" fmla="*/ 1204381 h 2682818"/>
                <a:gd name="connsiteX12" fmla="*/ 860892 w 883584"/>
                <a:gd name="connsiteY12" fmla="*/ 1121831 h 2682818"/>
                <a:gd name="connsiteX13" fmla="*/ 724367 w 883584"/>
                <a:gd name="connsiteY13" fmla="*/ 1007531 h 2682818"/>
                <a:gd name="connsiteX14" fmla="*/ 644992 w 883584"/>
                <a:gd name="connsiteY14" fmla="*/ 791631 h 2682818"/>
                <a:gd name="connsiteX15" fmla="*/ 587842 w 883584"/>
                <a:gd name="connsiteY15" fmla="*/ 677331 h 2682818"/>
                <a:gd name="connsiteX16" fmla="*/ 587842 w 883584"/>
                <a:gd name="connsiteY16" fmla="*/ 7406 h 2682818"/>
                <a:gd name="connsiteX17" fmla="*/ 597367 w 883584"/>
                <a:gd name="connsiteY17" fmla="*/ 328081 h 2682818"/>
                <a:gd name="connsiteX18" fmla="*/ 511642 w 883584"/>
                <a:gd name="connsiteY18" fmla="*/ 470956 h 2682818"/>
                <a:gd name="connsiteX19" fmla="*/ 467192 w 883584"/>
                <a:gd name="connsiteY19" fmla="*/ 648756 h 2682818"/>
                <a:gd name="connsiteX20" fmla="*/ 517992 w 883584"/>
                <a:gd name="connsiteY20" fmla="*/ 950381 h 2682818"/>
                <a:gd name="connsiteX0" fmla="*/ 517992 w 883584"/>
                <a:gd name="connsiteY0" fmla="*/ 949937 h 2682374"/>
                <a:gd name="connsiteX1" fmla="*/ 470367 w 883584"/>
                <a:gd name="connsiteY1" fmla="*/ 1115037 h 2682374"/>
                <a:gd name="connsiteX2" fmla="*/ 479892 w 883584"/>
                <a:gd name="connsiteY2" fmla="*/ 1400787 h 2682374"/>
                <a:gd name="connsiteX3" fmla="*/ 390992 w 883584"/>
                <a:gd name="connsiteY3" fmla="*/ 1902437 h 2682374"/>
                <a:gd name="connsiteX4" fmla="*/ 146517 w 883584"/>
                <a:gd name="connsiteY4" fmla="*/ 2172312 h 2682374"/>
                <a:gd name="connsiteX5" fmla="*/ 467 w 883584"/>
                <a:gd name="connsiteY5" fmla="*/ 2521562 h 2682374"/>
                <a:gd name="connsiteX6" fmla="*/ 98892 w 883584"/>
                <a:gd name="connsiteY6" fmla="*/ 2616812 h 2682374"/>
                <a:gd name="connsiteX7" fmla="*/ 365592 w 883584"/>
                <a:gd name="connsiteY7" fmla="*/ 2673961 h 2682374"/>
                <a:gd name="connsiteX8" fmla="*/ 187792 w 883584"/>
                <a:gd name="connsiteY8" fmla="*/ 2477112 h 2682374"/>
                <a:gd name="connsiteX9" fmla="*/ 610067 w 883584"/>
                <a:gd name="connsiteY9" fmla="*/ 2032612 h 2682374"/>
                <a:gd name="connsiteX10" fmla="*/ 794217 w 883584"/>
                <a:gd name="connsiteY10" fmla="*/ 1502387 h 2682374"/>
                <a:gd name="connsiteX11" fmla="*/ 876767 w 883584"/>
                <a:gd name="connsiteY11" fmla="*/ 1203937 h 2682374"/>
                <a:gd name="connsiteX12" fmla="*/ 860892 w 883584"/>
                <a:gd name="connsiteY12" fmla="*/ 1121387 h 2682374"/>
                <a:gd name="connsiteX13" fmla="*/ 724367 w 883584"/>
                <a:gd name="connsiteY13" fmla="*/ 1007087 h 2682374"/>
                <a:gd name="connsiteX14" fmla="*/ 644992 w 883584"/>
                <a:gd name="connsiteY14" fmla="*/ 791187 h 2682374"/>
                <a:gd name="connsiteX15" fmla="*/ 587842 w 883584"/>
                <a:gd name="connsiteY15" fmla="*/ 676887 h 2682374"/>
                <a:gd name="connsiteX16" fmla="*/ 587842 w 883584"/>
                <a:gd name="connsiteY16" fmla="*/ 6962 h 2682374"/>
                <a:gd name="connsiteX17" fmla="*/ 597367 w 883584"/>
                <a:gd name="connsiteY17" fmla="*/ 327637 h 2682374"/>
                <a:gd name="connsiteX18" fmla="*/ 603719 w 883584"/>
                <a:gd name="connsiteY18" fmla="*/ 333989 h 2682374"/>
                <a:gd name="connsiteX19" fmla="*/ 511642 w 883584"/>
                <a:gd name="connsiteY19" fmla="*/ 470512 h 2682374"/>
                <a:gd name="connsiteX20" fmla="*/ 467192 w 883584"/>
                <a:gd name="connsiteY20" fmla="*/ 648312 h 2682374"/>
                <a:gd name="connsiteX21" fmla="*/ 517992 w 883584"/>
                <a:gd name="connsiteY21" fmla="*/ 949937 h 2682374"/>
                <a:gd name="connsiteX0" fmla="*/ 517992 w 883584"/>
                <a:gd name="connsiteY0" fmla="*/ 949937 h 2682374"/>
                <a:gd name="connsiteX1" fmla="*/ 470367 w 883584"/>
                <a:gd name="connsiteY1" fmla="*/ 1115037 h 2682374"/>
                <a:gd name="connsiteX2" fmla="*/ 479892 w 883584"/>
                <a:gd name="connsiteY2" fmla="*/ 1400787 h 2682374"/>
                <a:gd name="connsiteX3" fmla="*/ 390992 w 883584"/>
                <a:gd name="connsiteY3" fmla="*/ 1902437 h 2682374"/>
                <a:gd name="connsiteX4" fmla="*/ 146517 w 883584"/>
                <a:gd name="connsiteY4" fmla="*/ 2172312 h 2682374"/>
                <a:gd name="connsiteX5" fmla="*/ 467 w 883584"/>
                <a:gd name="connsiteY5" fmla="*/ 2521562 h 2682374"/>
                <a:gd name="connsiteX6" fmla="*/ 98892 w 883584"/>
                <a:gd name="connsiteY6" fmla="*/ 2616812 h 2682374"/>
                <a:gd name="connsiteX7" fmla="*/ 365592 w 883584"/>
                <a:gd name="connsiteY7" fmla="*/ 2673961 h 2682374"/>
                <a:gd name="connsiteX8" fmla="*/ 187792 w 883584"/>
                <a:gd name="connsiteY8" fmla="*/ 2477112 h 2682374"/>
                <a:gd name="connsiteX9" fmla="*/ 610067 w 883584"/>
                <a:gd name="connsiteY9" fmla="*/ 2032612 h 2682374"/>
                <a:gd name="connsiteX10" fmla="*/ 794217 w 883584"/>
                <a:gd name="connsiteY10" fmla="*/ 1502387 h 2682374"/>
                <a:gd name="connsiteX11" fmla="*/ 876767 w 883584"/>
                <a:gd name="connsiteY11" fmla="*/ 1203937 h 2682374"/>
                <a:gd name="connsiteX12" fmla="*/ 860892 w 883584"/>
                <a:gd name="connsiteY12" fmla="*/ 1121387 h 2682374"/>
                <a:gd name="connsiteX13" fmla="*/ 724367 w 883584"/>
                <a:gd name="connsiteY13" fmla="*/ 1007087 h 2682374"/>
                <a:gd name="connsiteX14" fmla="*/ 644992 w 883584"/>
                <a:gd name="connsiteY14" fmla="*/ 791187 h 2682374"/>
                <a:gd name="connsiteX15" fmla="*/ 587842 w 883584"/>
                <a:gd name="connsiteY15" fmla="*/ 676887 h 2682374"/>
                <a:gd name="connsiteX16" fmla="*/ 587842 w 883584"/>
                <a:gd name="connsiteY16" fmla="*/ 6962 h 2682374"/>
                <a:gd name="connsiteX17" fmla="*/ 597367 w 883584"/>
                <a:gd name="connsiteY17" fmla="*/ 327637 h 2682374"/>
                <a:gd name="connsiteX18" fmla="*/ 603719 w 883584"/>
                <a:gd name="connsiteY18" fmla="*/ 333989 h 2682374"/>
                <a:gd name="connsiteX19" fmla="*/ 600544 w 883584"/>
                <a:gd name="connsiteY19" fmla="*/ 340339 h 2682374"/>
                <a:gd name="connsiteX20" fmla="*/ 511642 w 883584"/>
                <a:gd name="connsiteY20" fmla="*/ 470512 h 2682374"/>
                <a:gd name="connsiteX21" fmla="*/ 467192 w 883584"/>
                <a:gd name="connsiteY21" fmla="*/ 648312 h 2682374"/>
                <a:gd name="connsiteX22" fmla="*/ 517992 w 883584"/>
                <a:gd name="connsiteY22" fmla="*/ 949937 h 2682374"/>
                <a:gd name="connsiteX0" fmla="*/ 517992 w 883584"/>
                <a:gd name="connsiteY0" fmla="*/ 963028 h 2695465"/>
                <a:gd name="connsiteX1" fmla="*/ 470367 w 883584"/>
                <a:gd name="connsiteY1" fmla="*/ 1128128 h 2695465"/>
                <a:gd name="connsiteX2" fmla="*/ 479892 w 883584"/>
                <a:gd name="connsiteY2" fmla="*/ 1413878 h 2695465"/>
                <a:gd name="connsiteX3" fmla="*/ 390992 w 883584"/>
                <a:gd name="connsiteY3" fmla="*/ 1915528 h 2695465"/>
                <a:gd name="connsiteX4" fmla="*/ 146517 w 883584"/>
                <a:gd name="connsiteY4" fmla="*/ 2185403 h 2695465"/>
                <a:gd name="connsiteX5" fmla="*/ 467 w 883584"/>
                <a:gd name="connsiteY5" fmla="*/ 2534653 h 2695465"/>
                <a:gd name="connsiteX6" fmla="*/ 98892 w 883584"/>
                <a:gd name="connsiteY6" fmla="*/ 2629903 h 2695465"/>
                <a:gd name="connsiteX7" fmla="*/ 365592 w 883584"/>
                <a:gd name="connsiteY7" fmla="*/ 2687052 h 2695465"/>
                <a:gd name="connsiteX8" fmla="*/ 187792 w 883584"/>
                <a:gd name="connsiteY8" fmla="*/ 2490203 h 2695465"/>
                <a:gd name="connsiteX9" fmla="*/ 610067 w 883584"/>
                <a:gd name="connsiteY9" fmla="*/ 2045703 h 2695465"/>
                <a:gd name="connsiteX10" fmla="*/ 794217 w 883584"/>
                <a:gd name="connsiteY10" fmla="*/ 1515478 h 2695465"/>
                <a:gd name="connsiteX11" fmla="*/ 876767 w 883584"/>
                <a:gd name="connsiteY11" fmla="*/ 1217028 h 2695465"/>
                <a:gd name="connsiteX12" fmla="*/ 860892 w 883584"/>
                <a:gd name="connsiteY12" fmla="*/ 1134478 h 2695465"/>
                <a:gd name="connsiteX13" fmla="*/ 724367 w 883584"/>
                <a:gd name="connsiteY13" fmla="*/ 1020178 h 2695465"/>
                <a:gd name="connsiteX14" fmla="*/ 644992 w 883584"/>
                <a:gd name="connsiteY14" fmla="*/ 804278 h 2695465"/>
                <a:gd name="connsiteX15" fmla="*/ 587842 w 883584"/>
                <a:gd name="connsiteY15" fmla="*/ 689978 h 2695465"/>
                <a:gd name="connsiteX16" fmla="*/ 587842 w 883584"/>
                <a:gd name="connsiteY16" fmla="*/ 20053 h 2695465"/>
                <a:gd name="connsiteX17" fmla="*/ 597367 w 883584"/>
                <a:gd name="connsiteY17" fmla="*/ 340728 h 2695465"/>
                <a:gd name="connsiteX18" fmla="*/ 603719 w 883584"/>
                <a:gd name="connsiteY18" fmla="*/ 347080 h 2695465"/>
                <a:gd name="connsiteX19" fmla="*/ 762469 w 883584"/>
                <a:gd name="connsiteY19" fmla="*/ 1005 h 2695465"/>
                <a:gd name="connsiteX20" fmla="*/ 511642 w 883584"/>
                <a:gd name="connsiteY20" fmla="*/ 483603 h 2695465"/>
                <a:gd name="connsiteX21" fmla="*/ 467192 w 883584"/>
                <a:gd name="connsiteY21" fmla="*/ 661403 h 2695465"/>
                <a:gd name="connsiteX22" fmla="*/ 517992 w 883584"/>
                <a:gd name="connsiteY22" fmla="*/ 963028 h 2695465"/>
                <a:gd name="connsiteX0" fmla="*/ 517992 w 927570"/>
                <a:gd name="connsiteY0" fmla="*/ 962974 h 2695411"/>
                <a:gd name="connsiteX1" fmla="*/ 470367 w 927570"/>
                <a:gd name="connsiteY1" fmla="*/ 1128074 h 2695411"/>
                <a:gd name="connsiteX2" fmla="*/ 479892 w 927570"/>
                <a:gd name="connsiteY2" fmla="*/ 1413824 h 2695411"/>
                <a:gd name="connsiteX3" fmla="*/ 390992 w 927570"/>
                <a:gd name="connsiteY3" fmla="*/ 1915474 h 2695411"/>
                <a:gd name="connsiteX4" fmla="*/ 146517 w 927570"/>
                <a:gd name="connsiteY4" fmla="*/ 2185349 h 2695411"/>
                <a:gd name="connsiteX5" fmla="*/ 467 w 927570"/>
                <a:gd name="connsiteY5" fmla="*/ 2534599 h 2695411"/>
                <a:gd name="connsiteX6" fmla="*/ 98892 w 927570"/>
                <a:gd name="connsiteY6" fmla="*/ 2629849 h 2695411"/>
                <a:gd name="connsiteX7" fmla="*/ 365592 w 927570"/>
                <a:gd name="connsiteY7" fmla="*/ 2686998 h 2695411"/>
                <a:gd name="connsiteX8" fmla="*/ 187792 w 927570"/>
                <a:gd name="connsiteY8" fmla="*/ 2490149 h 2695411"/>
                <a:gd name="connsiteX9" fmla="*/ 610067 w 927570"/>
                <a:gd name="connsiteY9" fmla="*/ 2045649 h 2695411"/>
                <a:gd name="connsiteX10" fmla="*/ 794217 w 927570"/>
                <a:gd name="connsiteY10" fmla="*/ 1515424 h 2695411"/>
                <a:gd name="connsiteX11" fmla="*/ 876767 w 927570"/>
                <a:gd name="connsiteY11" fmla="*/ 1216974 h 2695411"/>
                <a:gd name="connsiteX12" fmla="*/ 860892 w 927570"/>
                <a:gd name="connsiteY12" fmla="*/ 1134424 h 2695411"/>
                <a:gd name="connsiteX13" fmla="*/ 724367 w 927570"/>
                <a:gd name="connsiteY13" fmla="*/ 1020124 h 2695411"/>
                <a:gd name="connsiteX14" fmla="*/ 644992 w 927570"/>
                <a:gd name="connsiteY14" fmla="*/ 804224 h 2695411"/>
                <a:gd name="connsiteX15" fmla="*/ 587842 w 927570"/>
                <a:gd name="connsiteY15" fmla="*/ 689924 h 2695411"/>
                <a:gd name="connsiteX16" fmla="*/ 587842 w 927570"/>
                <a:gd name="connsiteY16" fmla="*/ 19999 h 2695411"/>
                <a:gd name="connsiteX17" fmla="*/ 597367 w 927570"/>
                <a:gd name="connsiteY17" fmla="*/ 340674 h 2695411"/>
                <a:gd name="connsiteX18" fmla="*/ 927569 w 927570"/>
                <a:gd name="connsiteY18" fmla="*/ 369251 h 2695411"/>
                <a:gd name="connsiteX19" fmla="*/ 762469 w 927570"/>
                <a:gd name="connsiteY19" fmla="*/ 951 h 2695411"/>
                <a:gd name="connsiteX20" fmla="*/ 511642 w 927570"/>
                <a:gd name="connsiteY20" fmla="*/ 483549 h 2695411"/>
                <a:gd name="connsiteX21" fmla="*/ 467192 w 927570"/>
                <a:gd name="connsiteY21" fmla="*/ 661349 h 2695411"/>
                <a:gd name="connsiteX22" fmla="*/ 517992 w 927570"/>
                <a:gd name="connsiteY22" fmla="*/ 962974 h 2695411"/>
                <a:gd name="connsiteX0" fmla="*/ 517992 w 927872"/>
                <a:gd name="connsiteY0" fmla="*/ 962974 h 2695411"/>
                <a:gd name="connsiteX1" fmla="*/ 470367 w 927872"/>
                <a:gd name="connsiteY1" fmla="*/ 1128074 h 2695411"/>
                <a:gd name="connsiteX2" fmla="*/ 479892 w 927872"/>
                <a:gd name="connsiteY2" fmla="*/ 1413824 h 2695411"/>
                <a:gd name="connsiteX3" fmla="*/ 390992 w 927872"/>
                <a:gd name="connsiteY3" fmla="*/ 1915474 h 2695411"/>
                <a:gd name="connsiteX4" fmla="*/ 146517 w 927872"/>
                <a:gd name="connsiteY4" fmla="*/ 2185349 h 2695411"/>
                <a:gd name="connsiteX5" fmla="*/ 467 w 927872"/>
                <a:gd name="connsiteY5" fmla="*/ 2534599 h 2695411"/>
                <a:gd name="connsiteX6" fmla="*/ 98892 w 927872"/>
                <a:gd name="connsiteY6" fmla="*/ 2629849 h 2695411"/>
                <a:gd name="connsiteX7" fmla="*/ 365592 w 927872"/>
                <a:gd name="connsiteY7" fmla="*/ 2686998 h 2695411"/>
                <a:gd name="connsiteX8" fmla="*/ 187792 w 927872"/>
                <a:gd name="connsiteY8" fmla="*/ 2490149 h 2695411"/>
                <a:gd name="connsiteX9" fmla="*/ 610067 w 927872"/>
                <a:gd name="connsiteY9" fmla="*/ 2045649 h 2695411"/>
                <a:gd name="connsiteX10" fmla="*/ 794217 w 927872"/>
                <a:gd name="connsiteY10" fmla="*/ 1515424 h 2695411"/>
                <a:gd name="connsiteX11" fmla="*/ 876767 w 927872"/>
                <a:gd name="connsiteY11" fmla="*/ 1216974 h 2695411"/>
                <a:gd name="connsiteX12" fmla="*/ 860892 w 927872"/>
                <a:gd name="connsiteY12" fmla="*/ 1134424 h 2695411"/>
                <a:gd name="connsiteX13" fmla="*/ 724367 w 927872"/>
                <a:gd name="connsiteY13" fmla="*/ 1020124 h 2695411"/>
                <a:gd name="connsiteX14" fmla="*/ 644992 w 927872"/>
                <a:gd name="connsiteY14" fmla="*/ 804224 h 2695411"/>
                <a:gd name="connsiteX15" fmla="*/ 587842 w 927872"/>
                <a:gd name="connsiteY15" fmla="*/ 689924 h 2695411"/>
                <a:gd name="connsiteX16" fmla="*/ 587842 w 927872"/>
                <a:gd name="connsiteY16" fmla="*/ 19999 h 2695411"/>
                <a:gd name="connsiteX17" fmla="*/ 879942 w 927872"/>
                <a:gd name="connsiteY17" fmla="*/ 562924 h 2695411"/>
                <a:gd name="connsiteX18" fmla="*/ 927569 w 927872"/>
                <a:gd name="connsiteY18" fmla="*/ 369251 h 2695411"/>
                <a:gd name="connsiteX19" fmla="*/ 762469 w 927872"/>
                <a:gd name="connsiteY19" fmla="*/ 951 h 2695411"/>
                <a:gd name="connsiteX20" fmla="*/ 511642 w 927872"/>
                <a:gd name="connsiteY20" fmla="*/ 483549 h 2695411"/>
                <a:gd name="connsiteX21" fmla="*/ 467192 w 927872"/>
                <a:gd name="connsiteY21" fmla="*/ 661349 h 2695411"/>
                <a:gd name="connsiteX22" fmla="*/ 517992 w 927872"/>
                <a:gd name="connsiteY22" fmla="*/ 962974 h 2695411"/>
                <a:gd name="connsiteX0" fmla="*/ 517992 w 927570"/>
                <a:gd name="connsiteY0" fmla="*/ 962974 h 2695411"/>
                <a:gd name="connsiteX1" fmla="*/ 470367 w 927570"/>
                <a:gd name="connsiteY1" fmla="*/ 1128074 h 2695411"/>
                <a:gd name="connsiteX2" fmla="*/ 479892 w 927570"/>
                <a:gd name="connsiteY2" fmla="*/ 1413824 h 2695411"/>
                <a:gd name="connsiteX3" fmla="*/ 390992 w 927570"/>
                <a:gd name="connsiteY3" fmla="*/ 1915474 h 2695411"/>
                <a:gd name="connsiteX4" fmla="*/ 146517 w 927570"/>
                <a:gd name="connsiteY4" fmla="*/ 2185349 h 2695411"/>
                <a:gd name="connsiteX5" fmla="*/ 467 w 927570"/>
                <a:gd name="connsiteY5" fmla="*/ 2534599 h 2695411"/>
                <a:gd name="connsiteX6" fmla="*/ 98892 w 927570"/>
                <a:gd name="connsiteY6" fmla="*/ 2629849 h 2695411"/>
                <a:gd name="connsiteX7" fmla="*/ 365592 w 927570"/>
                <a:gd name="connsiteY7" fmla="*/ 2686998 h 2695411"/>
                <a:gd name="connsiteX8" fmla="*/ 187792 w 927570"/>
                <a:gd name="connsiteY8" fmla="*/ 2490149 h 2695411"/>
                <a:gd name="connsiteX9" fmla="*/ 610067 w 927570"/>
                <a:gd name="connsiteY9" fmla="*/ 2045649 h 2695411"/>
                <a:gd name="connsiteX10" fmla="*/ 794217 w 927570"/>
                <a:gd name="connsiteY10" fmla="*/ 1515424 h 2695411"/>
                <a:gd name="connsiteX11" fmla="*/ 876767 w 927570"/>
                <a:gd name="connsiteY11" fmla="*/ 1216974 h 2695411"/>
                <a:gd name="connsiteX12" fmla="*/ 860892 w 927570"/>
                <a:gd name="connsiteY12" fmla="*/ 1134424 h 2695411"/>
                <a:gd name="connsiteX13" fmla="*/ 724367 w 927570"/>
                <a:gd name="connsiteY13" fmla="*/ 1020124 h 2695411"/>
                <a:gd name="connsiteX14" fmla="*/ 644992 w 927570"/>
                <a:gd name="connsiteY14" fmla="*/ 804224 h 2695411"/>
                <a:gd name="connsiteX15" fmla="*/ 587842 w 927570"/>
                <a:gd name="connsiteY15" fmla="*/ 689924 h 2695411"/>
                <a:gd name="connsiteX16" fmla="*/ 898992 w 927570"/>
                <a:gd name="connsiteY16" fmla="*/ 785174 h 2695411"/>
                <a:gd name="connsiteX17" fmla="*/ 879942 w 927570"/>
                <a:gd name="connsiteY17" fmla="*/ 562924 h 2695411"/>
                <a:gd name="connsiteX18" fmla="*/ 927569 w 927570"/>
                <a:gd name="connsiteY18" fmla="*/ 369251 h 2695411"/>
                <a:gd name="connsiteX19" fmla="*/ 762469 w 927570"/>
                <a:gd name="connsiteY19" fmla="*/ 951 h 2695411"/>
                <a:gd name="connsiteX20" fmla="*/ 511642 w 927570"/>
                <a:gd name="connsiteY20" fmla="*/ 483549 h 2695411"/>
                <a:gd name="connsiteX21" fmla="*/ 467192 w 927570"/>
                <a:gd name="connsiteY21" fmla="*/ 661349 h 2695411"/>
                <a:gd name="connsiteX22" fmla="*/ 517992 w 927570"/>
                <a:gd name="connsiteY22" fmla="*/ 962974 h 2695411"/>
                <a:gd name="connsiteX0" fmla="*/ 517992 w 927569"/>
                <a:gd name="connsiteY0" fmla="*/ 622174 h 2354611"/>
                <a:gd name="connsiteX1" fmla="*/ 470367 w 927569"/>
                <a:gd name="connsiteY1" fmla="*/ 787274 h 2354611"/>
                <a:gd name="connsiteX2" fmla="*/ 479892 w 927569"/>
                <a:gd name="connsiteY2" fmla="*/ 1073024 h 2354611"/>
                <a:gd name="connsiteX3" fmla="*/ 390992 w 927569"/>
                <a:gd name="connsiteY3" fmla="*/ 1574674 h 2354611"/>
                <a:gd name="connsiteX4" fmla="*/ 146517 w 927569"/>
                <a:gd name="connsiteY4" fmla="*/ 1844549 h 2354611"/>
                <a:gd name="connsiteX5" fmla="*/ 467 w 927569"/>
                <a:gd name="connsiteY5" fmla="*/ 2193799 h 2354611"/>
                <a:gd name="connsiteX6" fmla="*/ 98892 w 927569"/>
                <a:gd name="connsiteY6" fmla="*/ 2289049 h 2354611"/>
                <a:gd name="connsiteX7" fmla="*/ 365592 w 927569"/>
                <a:gd name="connsiteY7" fmla="*/ 2346198 h 2354611"/>
                <a:gd name="connsiteX8" fmla="*/ 187792 w 927569"/>
                <a:gd name="connsiteY8" fmla="*/ 2149349 h 2354611"/>
                <a:gd name="connsiteX9" fmla="*/ 610067 w 927569"/>
                <a:gd name="connsiteY9" fmla="*/ 1704849 h 2354611"/>
                <a:gd name="connsiteX10" fmla="*/ 794217 w 927569"/>
                <a:gd name="connsiteY10" fmla="*/ 1174624 h 2354611"/>
                <a:gd name="connsiteX11" fmla="*/ 876767 w 927569"/>
                <a:gd name="connsiteY11" fmla="*/ 876174 h 2354611"/>
                <a:gd name="connsiteX12" fmla="*/ 860892 w 927569"/>
                <a:gd name="connsiteY12" fmla="*/ 793624 h 2354611"/>
                <a:gd name="connsiteX13" fmla="*/ 724367 w 927569"/>
                <a:gd name="connsiteY13" fmla="*/ 679324 h 2354611"/>
                <a:gd name="connsiteX14" fmla="*/ 644992 w 927569"/>
                <a:gd name="connsiteY14" fmla="*/ 463424 h 2354611"/>
                <a:gd name="connsiteX15" fmla="*/ 587842 w 927569"/>
                <a:gd name="connsiteY15" fmla="*/ 349124 h 2354611"/>
                <a:gd name="connsiteX16" fmla="*/ 898992 w 927569"/>
                <a:gd name="connsiteY16" fmla="*/ 444374 h 2354611"/>
                <a:gd name="connsiteX17" fmla="*/ 879942 w 927569"/>
                <a:gd name="connsiteY17" fmla="*/ 222124 h 2354611"/>
                <a:gd name="connsiteX18" fmla="*/ 927569 w 927569"/>
                <a:gd name="connsiteY18" fmla="*/ 28451 h 2354611"/>
                <a:gd name="connsiteX19" fmla="*/ 613244 w 927569"/>
                <a:gd name="connsiteY19" fmla="*/ 6226 h 2354611"/>
                <a:gd name="connsiteX20" fmla="*/ 511642 w 927569"/>
                <a:gd name="connsiteY20" fmla="*/ 142749 h 2354611"/>
                <a:gd name="connsiteX21" fmla="*/ 467192 w 927569"/>
                <a:gd name="connsiteY21" fmla="*/ 320549 h 2354611"/>
                <a:gd name="connsiteX22" fmla="*/ 517992 w 927569"/>
                <a:gd name="connsiteY22" fmla="*/ 622174 h 2354611"/>
                <a:gd name="connsiteX0" fmla="*/ 517992 w 931813"/>
                <a:gd name="connsiteY0" fmla="*/ 873132 h 2605569"/>
                <a:gd name="connsiteX1" fmla="*/ 470367 w 931813"/>
                <a:gd name="connsiteY1" fmla="*/ 1038232 h 2605569"/>
                <a:gd name="connsiteX2" fmla="*/ 479892 w 931813"/>
                <a:gd name="connsiteY2" fmla="*/ 1323982 h 2605569"/>
                <a:gd name="connsiteX3" fmla="*/ 390992 w 931813"/>
                <a:gd name="connsiteY3" fmla="*/ 1825632 h 2605569"/>
                <a:gd name="connsiteX4" fmla="*/ 146517 w 931813"/>
                <a:gd name="connsiteY4" fmla="*/ 2095507 h 2605569"/>
                <a:gd name="connsiteX5" fmla="*/ 467 w 931813"/>
                <a:gd name="connsiteY5" fmla="*/ 2444757 h 2605569"/>
                <a:gd name="connsiteX6" fmla="*/ 98892 w 931813"/>
                <a:gd name="connsiteY6" fmla="*/ 2540007 h 2605569"/>
                <a:gd name="connsiteX7" fmla="*/ 365592 w 931813"/>
                <a:gd name="connsiteY7" fmla="*/ 2597156 h 2605569"/>
                <a:gd name="connsiteX8" fmla="*/ 187792 w 931813"/>
                <a:gd name="connsiteY8" fmla="*/ 2400307 h 2605569"/>
                <a:gd name="connsiteX9" fmla="*/ 610067 w 931813"/>
                <a:gd name="connsiteY9" fmla="*/ 1955807 h 2605569"/>
                <a:gd name="connsiteX10" fmla="*/ 794217 w 931813"/>
                <a:gd name="connsiteY10" fmla="*/ 1425582 h 2605569"/>
                <a:gd name="connsiteX11" fmla="*/ 876767 w 931813"/>
                <a:gd name="connsiteY11" fmla="*/ 1127132 h 2605569"/>
                <a:gd name="connsiteX12" fmla="*/ 860892 w 931813"/>
                <a:gd name="connsiteY12" fmla="*/ 1044582 h 2605569"/>
                <a:gd name="connsiteX13" fmla="*/ 724367 w 931813"/>
                <a:gd name="connsiteY13" fmla="*/ 930282 h 2605569"/>
                <a:gd name="connsiteX14" fmla="*/ 644992 w 931813"/>
                <a:gd name="connsiteY14" fmla="*/ 714382 h 2605569"/>
                <a:gd name="connsiteX15" fmla="*/ 587842 w 931813"/>
                <a:gd name="connsiteY15" fmla="*/ 600082 h 2605569"/>
                <a:gd name="connsiteX16" fmla="*/ 898992 w 931813"/>
                <a:gd name="connsiteY16" fmla="*/ 695332 h 2605569"/>
                <a:gd name="connsiteX17" fmla="*/ 879942 w 931813"/>
                <a:gd name="connsiteY17" fmla="*/ 473082 h 2605569"/>
                <a:gd name="connsiteX18" fmla="*/ 521169 w 931813"/>
                <a:gd name="connsiteY18" fmla="*/ 9 h 2605569"/>
                <a:gd name="connsiteX19" fmla="*/ 613244 w 931813"/>
                <a:gd name="connsiteY19" fmla="*/ 257184 h 2605569"/>
                <a:gd name="connsiteX20" fmla="*/ 511642 w 931813"/>
                <a:gd name="connsiteY20" fmla="*/ 393707 h 2605569"/>
                <a:gd name="connsiteX21" fmla="*/ 467192 w 931813"/>
                <a:gd name="connsiteY21" fmla="*/ 571507 h 2605569"/>
                <a:gd name="connsiteX22" fmla="*/ 517992 w 931813"/>
                <a:gd name="connsiteY22" fmla="*/ 873132 h 2605569"/>
                <a:gd name="connsiteX0" fmla="*/ 517992 w 901118"/>
                <a:gd name="connsiteY0" fmla="*/ 1028787 h 2761224"/>
                <a:gd name="connsiteX1" fmla="*/ 470367 w 901118"/>
                <a:gd name="connsiteY1" fmla="*/ 1193887 h 2761224"/>
                <a:gd name="connsiteX2" fmla="*/ 479892 w 901118"/>
                <a:gd name="connsiteY2" fmla="*/ 1479637 h 2761224"/>
                <a:gd name="connsiteX3" fmla="*/ 390992 w 901118"/>
                <a:gd name="connsiteY3" fmla="*/ 1981287 h 2761224"/>
                <a:gd name="connsiteX4" fmla="*/ 146517 w 901118"/>
                <a:gd name="connsiteY4" fmla="*/ 2251162 h 2761224"/>
                <a:gd name="connsiteX5" fmla="*/ 467 w 901118"/>
                <a:gd name="connsiteY5" fmla="*/ 2600412 h 2761224"/>
                <a:gd name="connsiteX6" fmla="*/ 98892 w 901118"/>
                <a:gd name="connsiteY6" fmla="*/ 2695662 h 2761224"/>
                <a:gd name="connsiteX7" fmla="*/ 365592 w 901118"/>
                <a:gd name="connsiteY7" fmla="*/ 2752811 h 2761224"/>
                <a:gd name="connsiteX8" fmla="*/ 187792 w 901118"/>
                <a:gd name="connsiteY8" fmla="*/ 2555962 h 2761224"/>
                <a:gd name="connsiteX9" fmla="*/ 610067 w 901118"/>
                <a:gd name="connsiteY9" fmla="*/ 2111462 h 2761224"/>
                <a:gd name="connsiteX10" fmla="*/ 794217 w 901118"/>
                <a:gd name="connsiteY10" fmla="*/ 1581237 h 2761224"/>
                <a:gd name="connsiteX11" fmla="*/ 876767 w 901118"/>
                <a:gd name="connsiteY11" fmla="*/ 1282787 h 2761224"/>
                <a:gd name="connsiteX12" fmla="*/ 860892 w 901118"/>
                <a:gd name="connsiteY12" fmla="*/ 1200237 h 2761224"/>
                <a:gd name="connsiteX13" fmla="*/ 724367 w 901118"/>
                <a:gd name="connsiteY13" fmla="*/ 1085937 h 2761224"/>
                <a:gd name="connsiteX14" fmla="*/ 644992 w 901118"/>
                <a:gd name="connsiteY14" fmla="*/ 870037 h 2761224"/>
                <a:gd name="connsiteX15" fmla="*/ 587842 w 901118"/>
                <a:gd name="connsiteY15" fmla="*/ 755737 h 2761224"/>
                <a:gd name="connsiteX16" fmla="*/ 898992 w 901118"/>
                <a:gd name="connsiteY16" fmla="*/ 850987 h 2761224"/>
                <a:gd name="connsiteX17" fmla="*/ 714842 w 901118"/>
                <a:gd name="connsiteY17" fmla="*/ 31837 h 2761224"/>
                <a:gd name="connsiteX18" fmla="*/ 521169 w 901118"/>
                <a:gd name="connsiteY18" fmla="*/ 155664 h 2761224"/>
                <a:gd name="connsiteX19" fmla="*/ 613244 w 901118"/>
                <a:gd name="connsiteY19" fmla="*/ 412839 h 2761224"/>
                <a:gd name="connsiteX20" fmla="*/ 511642 w 901118"/>
                <a:gd name="connsiteY20" fmla="*/ 549362 h 2761224"/>
                <a:gd name="connsiteX21" fmla="*/ 467192 w 901118"/>
                <a:gd name="connsiteY21" fmla="*/ 727162 h 2761224"/>
                <a:gd name="connsiteX22" fmla="*/ 517992 w 901118"/>
                <a:gd name="connsiteY22" fmla="*/ 1028787 h 2761224"/>
                <a:gd name="connsiteX0" fmla="*/ 517992 w 913695"/>
                <a:gd name="connsiteY0" fmla="*/ 1008702 h 2741139"/>
                <a:gd name="connsiteX1" fmla="*/ 470367 w 913695"/>
                <a:gd name="connsiteY1" fmla="*/ 1173802 h 2741139"/>
                <a:gd name="connsiteX2" fmla="*/ 479892 w 913695"/>
                <a:gd name="connsiteY2" fmla="*/ 1459552 h 2741139"/>
                <a:gd name="connsiteX3" fmla="*/ 390992 w 913695"/>
                <a:gd name="connsiteY3" fmla="*/ 1961202 h 2741139"/>
                <a:gd name="connsiteX4" fmla="*/ 146517 w 913695"/>
                <a:gd name="connsiteY4" fmla="*/ 2231077 h 2741139"/>
                <a:gd name="connsiteX5" fmla="*/ 467 w 913695"/>
                <a:gd name="connsiteY5" fmla="*/ 2580327 h 2741139"/>
                <a:gd name="connsiteX6" fmla="*/ 98892 w 913695"/>
                <a:gd name="connsiteY6" fmla="*/ 2675577 h 2741139"/>
                <a:gd name="connsiteX7" fmla="*/ 365592 w 913695"/>
                <a:gd name="connsiteY7" fmla="*/ 2732726 h 2741139"/>
                <a:gd name="connsiteX8" fmla="*/ 187792 w 913695"/>
                <a:gd name="connsiteY8" fmla="*/ 2535877 h 2741139"/>
                <a:gd name="connsiteX9" fmla="*/ 610067 w 913695"/>
                <a:gd name="connsiteY9" fmla="*/ 2091377 h 2741139"/>
                <a:gd name="connsiteX10" fmla="*/ 794217 w 913695"/>
                <a:gd name="connsiteY10" fmla="*/ 1561152 h 2741139"/>
                <a:gd name="connsiteX11" fmla="*/ 876767 w 913695"/>
                <a:gd name="connsiteY11" fmla="*/ 1262702 h 2741139"/>
                <a:gd name="connsiteX12" fmla="*/ 860892 w 913695"/>
                <a:gd name="connsiteY12" fmla="*/ 1180152 h 2741139"/>
                <a:gd name="connsiteX13" fmla="*/ 724367 w 913695"/>
                <a:gd name="connsiteY13" fmla="*/ 1065852 h 2741139"/>
                <a:gd name="connsiteX14" fmla="*/ 644992 w 913695"/>
                <a:gd name="connsiteY14" fmla="*/ 849952 h 2741139"/>
                <a:gd name="connsiteX15" fmla="*/ 587842 w 913695"/>
                <a:gd name="connsiteY15" fmla="*/ 735652 h 2741139"/>
                <a:gd name="connsiteX16" fmla="*/ 898992 w 913695"/>
                <a:gd name="connsiteY16" fmla="*/ 830902 h 2741139"/>
                <a:gd name="connsiteX17" fmla="*/ 848195 w 913695"/>
                <a:gd name="connsiteY17" fmla="*/ 488005 h 2741139"/>
                <a:gd name="connsiteX18" fmla="*/ 714842 w 913695"/>
                <a:gd name="connsiteY18" fmla="*/ 11752 h 2741139"/>
                <a:gd name="connsiteX19" fmla="*/ 521169 w 913695"/>
                <a:gd name="connsiteY19" fmla="*/ 135579 h 2741139"/>
                <a:gd name="connsiteX20" fmla="*/ 613244 w 913695"/>
                <a:gd name="connsiteY20" fmla="*/ 392754 h 2741139"/>
                <a:gd name="connsiteX21" fmla="*/ 511642 w 913695"/>
                <a:gd name="connsiteY21" fmla="*/ 529277 h 2741139"/>
                <a:gd name="connsiteX22" fmla="*/ 467192 w 913695"/>
                <a:gd name="connsiteY22" fmla="*/ 707077 h 2741139"/>
                <a:gd name="connsiteX23" fmla="*/ 517992 w 913695"/>
                <a:gd name="connsiteY23" fmla="*/ 1008702 h 2741139"/>
                <a:gd name="connsiteX0" fmla="*/ 517992 w 911783"/>
                <a:gd name="connsiteY0" fmla="*/ 1020165 h 2752602"/>
                <a:gd name="connsiteX1" fmla="*/ 470367 w 911783"/>
                <a:gd name="connsiteY1" fmla="*/ 1185265 h 2752602"/>
                <a:gd name="connsiteX2" fmla="*/ 479892 w 911783"/>
                <a:gd name="connsiteY2" fmla="*/ 1471015 h 2752602"/>
                <a:gd name="connsiteX3" fmla="*/ 390992 w 911783"/>
                <a:gd name="connsiteY3" fmla="*/ 1972665 h 2752602"/>
                <a:gd name="connsiteX4" fmla="*/ 146517 w 911783"/>
                <a:gd name="connsiteY4" fmla="*/ 2242540 h 2752602"/>
                <a:gd name="connsiteX5" fmla="*/ 467 w 911783"/>
                <a:gd name="connsiteY5" fmla="*/ 2591790 h 2752602"/>
                <a:gd name="connsiteX6" fmla="*/ 98892 w 911783"/>
                <a:gd name="connsiteY6" fmla="*/ 2687040 h 2752602"/>
                <a:gd name="connsiteX7" fmla="*/ 365592 w 911783"/>
                <a:gd name="connsiteY7" fmla="*/ 2744189 h 2752602"/>
                <a:gd name="connsiteX8" fmla="*/ 187792 w 911783"/>
                <a:gd name="connsiteY8" fmla="*/ 2547340 h 2752602"/>
                <a:gd name="connsiteX9" fmla="*/ 610067 w 911783"/>
                <a:gd name="connsiteY9" fmla="*/ 2102840 h 2752602"/>
                <a:gd name="connsiteX10" fmla="*/ 794217 w 911783"/>
                <a:gd name="connsiteY10" fmla="*/ 1572615 h 2752602"/>
                <a:gd name="connsiteX11" fmla="*/ 876767 w 911783"/>
                <a:gd name="connsiteY11" fmla="*/ 1274165 h 2752602"/>
                <a:gd name="connsiteX12" fmla="*/ 860892 w 911783"/>
                <a:gd name="connsiteY12" fmla="*/ 1191615 h 2752602"/>
                <a:gd name="connsiteX13" fmla="*/ 724367 w 911783"/>
                <a:gd name="connsiteY13" fmla="*/ 1077315 h 2752602"/>
                <a:gd name="connsiteX14" fmla="*/ 644992 w 911783"/>
                <a:gd name="connsiteY14" fmla="*/ 861415 h 2752602"/>
                <a:gd name="connsiteX15" fmla="*/ 587842 w 911783"/>
                <a:gd name="connsiteY15" fmla="*/ 747115 h 2752602"/>
                <a:gd name="connsiteX16" fmla="*/ 898992 w 911783"/>
                <a:gd name="connsiteY16" fmla="*/ 842365 h 2752602"/>
                <a:gd name="connsiteX17" fmla="*/ 838670 w 911783"/>
                <a:gd name="connsiteY17" fmla="*/ 86718 h 2752602"/>
                <a:gd name="connsiteX18" fmla="*/ 714842 w 911783"/>
                <a:gd name="connsiteY18" fmla="*/ 23215 h 2752602"/>
                <a:gd name="connsiteX19" fmla="*/ 521169 w 911783"/>
                <a:gd name="connsiteY19" fmla="*/ 147042 h 2752602"/>
                <a:gd name="connsiteX20" fmla="*/ 613244 w 911783"/>
                <a:gd name="connsiteY20" fmla="*/ 404217 h 2752602"/>
                <a:gd name="connsiteX21" fmla="*/ 511642 w 911783"/>
                <a:gd name="connsiteY21" fmla="*/ 540740 h 2752602"/>
                <a:gd name="connsiteX22" fmla="*/ 467192 w 911783"/>
                <a:gd name="connsiteY22" fmla="*/ 718540 h 2752602"/>
                <a:gd name="connsiteX23" fmla="*/ 517992 w 911783"/>
                <a:gd name="connsiteY23" fmla="*/ 1020165 h 2752602"/>
                <a:gd name="connsiteX0" fmla="*/ 517992 w 912474"/>
                <a:gd name="connsiteY0" fmla="*/ 998240 h 2730677"/>
                <a:gd name="connsiteX1" fmla="*/ 470367 w 912474"/>
                <a:gd name="connsiteY1" fmla="*/ 1163340 h 2730677"/>
                <a:gd name="connsiteX2" fmla="*/ 479892 w 912474"/>
                <a:gd name="connsiteY2" fmla="*/ 1449090 h 2730677"/>
                <a:gd name="connsiteX3" fmla="*/ 390992 w 912474"/>
                <a:gd name="connsiteY3" fmla="*/ 1950740 h 2730677"/>
                <a:gd name="connsiteX4" fmla="*/ 146517 w 912474"/>
                <a:gd name="connsiteY4" fmla="*/ 2220615 h 2730677"/>
                <a:gd name="connsiteX5" fmla="*/ 467 w 912474"/>
                <a:gd name="connsiteY5" fmla="*/ 2569865 h 2730677"/>
                <a:gd name="connsiteX6" fmla="*/ 98892 w 912474"/>
                <a:gd name="connsiteY6" fmla="*/ 2665115 h 2730677"/>
                <a:gd name="connsiteX7" fmla="*/ 365592 w 912474"/>
                <a:gd name="connsiteY7" fmla="*/ 2722264 h 2730677"/>
                <a:gd name="connsiteX8" fmla="*/ 187792 w 912474"/>
                <a:gd name="connsiteY8" fmla="*/ 2525415 h 2730677"/>
                <a:gd name="connsiteX9" fmla="*/ 610067 w 912474"/>
                <a:gd name="connsiteY9" fmla="*/ 2080915 h 2730677"/>
                <a:gd name="connsiteX10" fmla="*/ 794217 w 912474"/>
                <a:gd name="connsiteY10" fmla="*/ 1550690 h 2730677"/>
                <a:gd name="connsiteX11" fmla="*/ 876767 w 912474"/>
                <a:gd name="connsiteY11" fmla="*/ 1252240 h 2730677"/>
                <a:gd name="connsiteX12" fmla="*/ 860892 w 912474"/>
                <a:gd name="connsiteY12" fmla="*/ 1169690 h 2730677"/>
                <a:gd name="connsiteX13" fmla="*/ 724367 w 912474"/>
                <a:gd name="connsiteY13" fmla="*/ 1055390 h 2730677"/>
                <a:gd name="connsiteX14" fmla="*/ 644992 w 912474"/>
                <a:gd name="connsiteY14" fmla="*/ 839490 h 2730677"/>
                <a:gd name="connsiteX15" fmla="*/ 587842 w 912474"/>
                <a:gd name="connsiteY15" fmla="*/ 725190 h 2730677"/>
                <a:gd name="connsiteX16" fmla="*/ 898992 w 912474"/>
                <a:gd name="connsiteY16" fmla="*/ 820440 h 2730677"/>
                <a:gd name="connsiteX17" fmla="*/ 854545 w 912474"/>
                <a:gd name="connsiteY17" fmla="*/ 134643 h 2730677"/>
                <a:gd name="connsiteX18" fmla="*/ 838670 w 912474"/>
                <a:gd name="connsiteY18" fmla="*/ 64793 h 2730677"/>
                <a:gd name="connsiteX19" fmla="*/ 714842 w 912474"/>
                <a:gd name="connsiteY19" fmla="*/ 1290 h 2730677"/>
                <a:gd name="connsiteX20" fmla="*/ 521169 w 912474"/>
                <a:gd name="connsiteY20" fmla="*/ 125117 h 2730677"/>
                <a:gd name="connsiteX21" fmla="*/ 613244 w 912474"/>
                <a:gd name="connsiteY21" fmla="*/ 382292 h 2730677"/>
                <a:gd name="connsiteX22" fmla="*/ 511642 w 912474"/>
                <a:gd name="connsiteY22" fmla="*/ 518815 h 2730677"/>
                <a:gd name="connsiteX23" fmla="*/ 467192 w 912474"/>
                <a:gd name="connsiteY23" fmla="*/ 696615 h 2730677"/>
                <a:gd name="connsiteX24" fmla="*/ 517992 w 912474"/>
                <a:gd name="connsiteY24" fmla="*/ 998240 h 2730677"/>
                <a:gd name="connsiteX0" fmla="*/ 517992 w 912187"/>
                <a:gd name="connsiteY0" fmla="*/ 998240 h 2730677"/>
                <a:gd name="connsiteX1" fmla="*/ 470367 w 912187"/>
                <a:gd name="connsiteY1" fmla="*/ 1163340 h 2730677"/>
                <a:gd name="connsiteX2" fmla="*/ 479892 w 912187"/>
                <a:gd name="connsiteY2" fmla="*/ 1449090 h 2730677"/>
                <a:gd name="connsiteX3" fmla="*/ 390992 w 912187"/>
                <a:gd name="connsiteY3" fmla="*/ 1950740 h 2730677"/>
                <a:gd name="connsiteX4" fmla="*/ 146517 w 912187"/>
                <a:gd name="connsiteY4" fmla="*/ 2220615 h 2730677"/>
                <a:gd name="connsiteX5" fmla="*/ 467 w 912187"/>
                <a:gd name="connsiteY5" fmla="*/ 2569865 h 2730677"/>
                <a:gd name="connsiteX6" fmla="*/ 98892 w 912187"/>
                <a:gd name="connsiteY6" fmla="*/ 2665115 h 2730677"/>
                <a:gd name="connsiteX7" fmla="*/ 365592 w 912187"/>
                <a:gd name="connsiteY7" fmla="*/ 2722264 h 2730677"/>
                <a:gd name="connsiteX8" fmla="*/ 187792 w 912187"/>
                <a:gd name="connsiteY8" fmla="*/ 2525415 h 2730677"/>
                <a:gd name="connsiteX9" fmla="*/ 610067 w 912187"/>
                <a:gd name="connsiteY9" fmla="*/ 2080915 h 2730677"/>
                <a:gd name="connsiteX10" fmla="*/ 794217 w 912187"/>
                <a:gd name="connsiteY10" fmla="*/ 1550690 h 2730677"/>
                <a:gd name="connsiteX11" fmla="*/ 876767 w 912187"/>
                <a:gd name="connsiteY11" fmla="*/ 1252240 h 2730677"/>
                <a:gd name="connsiteX12" fmla="*/ 860892 w 912187"/>
                <a:gd name="connsiteY12" fmla="*/ 1169690 h 2730677"/>
                <a:gd name="connsiteX13" fmla="*/ 724367 w 912187"/>
                <a:gd name="connsiteY13" fmla="*/ 1055390 h 2730677"/>
                <a:gd name="connsiteX14" fmla="*/ 644992 w 912187"/>
                <a:gd name="connsiteY14" fmla="*/ 839490 h 2730677"/>
                <a:gd name="connsiteX15" fmla="*/ 587842 w 912187"/>
                <a:gd name="connsiteY15" fmla="*/ 725190 h 2730677"/>
                <a:gd name="connsiteX16" fmla="*/ 898992 w 912187"/>
                <a:gd name="connsiteY16" fmla="*/ 820440 h 2730677"/>
                <a:gd name="connsiteX17" fmla="*/ 854545 w 912187"/>
                <a:gd name="connsiteY17" fmla="*/ 134643 h 2730677"/>
                <a:gd name="connsiteX18" fmla="*/ 854544 w 912187"/>
                <a:gd name="connsiteY18" fmla="*/ 134643 h 2730677"/>
                <a:gd name="connsiteX19" fmla="*/ 838670 w 912187"/>
                <a:gd name="connsiteY19" fmla="*/ 64793 h 2730677"/>
                <a:gd name="connsiteX20" fmla="*/ 714842 w 912187"/>
                <a:gd name="connsiteY20" fmla="*/ 1290 h 2730677"/>
                <a:gd name="connsiteX21" fmla="*/ 521169 w 912187"/>
                <a:gd name="connsiteY21" fmla="*/ 125117 h 2730677"/>
                <a:gd name="connsiteX22" fmla="*/ 613244 w 912187"/>
                <a:gd name="connsiteY22" fmla="*/ 382292 h 2730677"/>
                <a:gd name="connsiteX23" fmla="*/ 511642 w 912187"/>
                <a:gd name="connsiteY23" fmla="*/ 518815 h 2730677"/>
                <a:gd name="connsiteX24" fmla="*/ 467192 w 912187"/>
                <a:gd name="connsiteY24" fmla="*/ 696615 h 2730677"/>
                <a:gd name="connsiteX25" fmla="*/ 517992 w 912187"/>
                <a:gd name="connsiteY25" fmla="*/ 998240 h 2730677"/>
                <a:gd name="connsiteX0" fmla="*/ 517992 w 912187"/>
                <a:gd name="connsiteY0" fmla="*/ 998240 h 2730677"/>
                <a:gd name="connsiteX1" fmla="*/ 470367 w 912187"/>
                <a:gd name="connsiteY1" fmla="*/ 1163340 h 2730677"/>
                <a:gd name="connsiteX2" fmla="*/ 479892 w 912187"/>
                <a:gd name="connsiteY2" fmla="*/ 1449090 h 2730677"/>
                <a:gd name="connsiteX3" fmla="*/ 390992 w 912187"/>
                <a:gd name="connsiteY3" fmla="*/ 1950740 h 2730677"/>
                <a:gd name="connsiteX4" fmla="*/ 146517 w 912187"/>
                <a:gd name="connsiteY4" fmla="*/ 2220615 h 2730677"/>
                <a:gd name="connsiteX5" fmla="*/ 467 w 912187"/>
                <a:gd name="connsiteY5" fmla="*/ 2569865 h 2730677"/>
                <a:gd name="connsiteX6" fmla="*/ 98892 w 912187"/>
                <a:gd name="connsiteY6" fmla="*/ 2665115 h 2730677"/>
                <a:gd name="connsiteX7" fmla="*/ 365592 w 912187"/>
                <a:gd name="connsiteY7" fmla="*/ 2722264 h 2730677"/>
                <a:gd name="connsiteX8" fmla="*/ 187792 w 912187"/>
                <a:gd name="connsiteY8" fmla="*/ 2525415 h 2730677"/>
                <a:gd name="connsiteX9" fmla="*/ 610067 w 912187"/>
                <a:gd name="connsiteY9" fmla="*/ 2080915 h 2730677"/>
                <a:gd name="connsiteX10" fmla="*/ 794217 w 912187"/>
                <a:gd name="connsiteY10" fmla="*/ 1550690 h 2730677"/>
                <a:gd name="connsiteX11" fmla="*/ 876767 w 912187"/>
                <a:gd name="connsiteY11" fmla="*/ 1252240 h 2730677"/>
                <a:gd name="connsiteX12" fmla="*/ 860892 w 912187"/>
                <a:gd name="connsiteY12" fmla="*/ 1169690 h 2730677"/>
                <a:gd name="connsiteX13" fmla="*/ 724367 w 912187"/>
                <a:gd name="connsiteY13" fmla="*/ 1055390 h 2730677"/>
                <a:gd name="connsiteX14" fmla="*/ 644992 w 912187"/>
                <a:gd name="connsiteY14" fmla="*/ 839490 h 2730677"/>
                <a:gd name="connsiteX15" fmla="*/ 587842 w 912187"/>
                <a:gd name="connsiteY15" fmla="*/ 725190 h 2730677"/>
                <a:gd name="connsiteX16" fmla="*/ 898992 w 912187"/>
                <a:gd name="connsiteY16" fmla="*/ 820440 h 2730677"/>
                <a:gd name="connsiteX17" fmla="*/ 854545 w 912187"/>
                <a:gd name="connsiteY17" fmla="*/ 134643 h 2730677"/>
                <a:gd name="connsiteX18" fmla="*/ 883119 w 912187"/>
                <a:gd name="connsiteY18" fmla="*/ 239418 h 2730677"/>
                <a:gd name="connsiteX19" fmla="*/ 838670 w 912187"/>
                <a:gd name="connsiteY19" fmla="*/ 64793 h 2730677"/>
                <a:gd name="connsiteX20" fmla="*/ 714842 w 912187"/>
                <a:gd name="connsiteY20" fmla="*/ 1290 h 2730677"/>
                <a:gd name="connsiteX21" fmla="*/ 521169 w 912187"/>
                <a:gd name="connsiteY21" fmla="*/ 125117 h 2730677"/>
                <a:gd name="connsiteX22" fmla="*/ 613244 w 912187"/>
                <a:gd name="connsiteY22" fmla="*/ 382292 h 2730677"/>
                <a:gd name="connsiteX23" fmla="*/ 511642 w 912187"/>
                <a:gd name="connsiteY23" fmla="*/ 518815 h 2730677"/>
                <a:gd name="connsiteX24" fmla="*/ 467192 w 912187"/>
                <a:gd name="connsiteY24" fmla="*/ 696615 h 2730677"/>
                <a:gd name="connsiteX25" fmla="*/ 517992 w 912187"/>
                <a:gd name="connsiteY25" fmla="*/ 998240 h 2730677"/>
                <a:gd name="connsiteX0" fmla="*/ 517992 w 911083"/>
                <a:gd name="connsiteY0" fmla="*/ 998240 h 2730677"/>
                <a:gd name="connsiteX1" fmla="*/ 470367 w 911083"/>
                <a:gd name="connsiteY1" fmla="*/ 1163340 h 2730677"/>
                <a:gd name="connsiteX2" fmla="*/ 479892 w 911083"/>
                <a:gd name="connsiteY2" fmla="*/ 1449090 h 2730677"/>
                <a:gd name="connsiteX3" fmla="*/ 390992 w 911083"/>
                <a:gd name="connsiteY3" fmla="*/ 1950740 h 2730677"/>
                <a:gd name="connsiteX4" fmla="*/ 146517 w 911083"/>
                <a:gd name="connsiteY4" fmla="*/ 2220615 h 2730677"/>
                <a:gd name="connsiteX5" fmla="*/ 467 w 911083"/>
                <a:gd name="connsiteY5" fmla="*/ 2569865 h 2730677"/>
                <a:gd name="connsiteX6" fmla="*/ 98892 w 911083"/>
                <a:gd name="connsiteY6" fmla="*/ 2665115 h 2730677"/>
                <a:gd name="connsiteX7" fmla="*/ 365592 w 911083"/>
                <a:gd name="connsiteY7" fmla="*/ 2722264 h 2730677"/>
                <a:gd name="connsiteX8" fmla="*/ 187792 w 911083"/>
                <a:gd name="connsiteY8" fmla="*/ 2525415 h 2730677"/>
                <a:gd name="connsiteX9" fmla="*/ 610067 w 911083"/>
                <a:gd name="connsiteY9" fmla="*/ 2080915 h 2730677"/>
                <a:gd name="connsiteX10" fmla="*/ 794217 w 911083"/>
                <a:gd name="connsiteY10" fmla="*/ 1550690 h 2730677"/>
                <a:gd name="connsiteX11" fmla="*/ 876767 w 911083"/>
                <a:gd name="connsiteY11" fmla="*/ 1252240 h 2730677"/>
                <a:gd name="connsiteX12" fmla="*/ 860892 w 911083"/>
                <a:gd name="connsiteY12" fmla="*/ 1169690 h 2730677"/>
                <a:gd name="connsiteX13" fmla="*/ 724367 w 911083"/>
                <a:gd name="connsiteY13" fmla="*/ 1055390 h 2730677"/>
                <a:gd name="connsiteX14" fmla="*/ 644992 w 911083"/>
                <a:gd name="connsiteY14" fmla="*/ 839490 h 2730677"/>
                <a:gd name="connsiteX15" fmla="*/ 587842 w 911083"/>
                <a:gd name="connsiteY15" fmla="*/ 725190 h 2730677"/>
                <a:gd name="connsiteX16" fmla="*/ 898992 w 911083"/>
                <a:gd name="connsiteY16" fmla="*/ 820440 h 2730677"/>
                <a:gd name="connsiteX17" fmla="*/ 848195 w 911083"/>
                <a:gd name="connsiteY17" fmla="*/ 356893 h 2730677"/>
                <a:gd name="connsiteX18" fmla="*/ 883119 w 911083"/>
                <a:gd name="connsiteY18" fmla="*/ 239418 h 2730677"/>
                <a:gd name="connsiteX19" fmla="*/ 838670 w 911083"/>
                <a:gd name="connsiteY19" fmla="*/ 64793 h 2730677"/>
                <a:gd name="connsiteX20" fmla="*/ 714842 w 911083"/>
                <a:gd name="connsiteY20" fmla="*/ 1290 h 2730677"/>
                <a:gd name="connsiteX21" fmla="*/ 521169 w 911083"/>
                <a:gd name="connsiteY21" fmla="*/ 125117 h 2730677"/>
                <a:gd name="connsiteX22" fmla="*/ 613244 w 911083"/>
                <a:gd name="connsiteY22" fmla="*/ 382292 h 2730677"/>
                <a:gd name="connsiteX23" fmla="*/ 511642 w 911083"/>
                <a:gd name="connsiteY23" fmla="*/ 518815 h 2730677"/>
                <a:gd name="connsiteX24" fmla="*/ 467192 w 911083"/>
                <a:gd name="connsiteY24" fmla="*/ 696615 h 2730677"/>
                <a:gd name="connsiteX25" fmla="*/ 517992 w 911083"/>
                <a:gd name="connsiteY25" fmla="*/ 998240 h 2730677"/>
                <a:gd name="connsiteX0" fmla="*/ 517992 w 918868"/>
                <a:gd name="connsiteY0" fmla="*/ 998240 h 2730677"/>
                <a:gd name="connsiteX1" fmla="*/ 470367 w 918868"/>
                <a:gd name="connsiteY1" fmla="*/ 1163340 h 2730677"/>
                <a:gd name="connsiteX2" fmla="*/ 479892 w 918868"/>
                <a:gd name="connsiteY2" fmla="*/ 1449090 h 2730677"/>
                <a:gd name="connsiteX3" fmla="*/ 390992 w 918868"/>
                <a:gd name="connsiteY3" fmla="*/ 1950740 h 2730677"/>
                <a:gd name="connsiteX4" fmla="*/ 146517 w 918868"/>
                <a:gd name="connsiteY4" fmla="*/ 2220615 h 2730677"/>
                <a:gd name="connsiteX5" fmla="*/ 467 w 918868"/>
                <a:gd name="connsiteY5" fmla="*/ 2569865 h 2730677"/>
                <a:gd name="connsiteX6" fmla="*/ 98892 w 918868"/>
                <a:gd name="connsiteY6" fmla="*/ 2665115 h 2730677"/>
                <a:gd name="connsiteX7" fmla="*/ 365592 w 918868"/>
                <a:gd name="connsiteY7" fmla="*/ 2722264 h 2730677"/>
                <a:gd name="connsiteX8" fmla="*/ 187792 w 918868"/>
                <a:gd name="connsiteY8" fmla="*/ 2525415 h 2730677"/>
                <a:gd name="connsiteX9" fmla="*/ 610067 w 918868"/>
                <a:gd name="connsiteY9" fmla="*/ 2080915 h 2730677"/>
                <a:gd name="connsiteX10" fmla="*/ 794217 w 918868"/>
                <a:gd name="connsiteY10" fmla="*/ 1550690 h 2730677"/>
                <a:gd name="connsiteX11" fmla="*/ 876767 w 918868"/>
                <a:gd name="connsiteY11" fmla="*/ 1252240 h 2730677"/>
                <a:gd name="connsiteX12" fmla="*/ 860892 w 918868"/>
                <a:gd name="connsiteY12" fmla="*/ 1169690 h 2730677"/>
                <a:gd name="connsiteX13" fmla="*/ 724367 w 918868"/>
                <a:gd name="connsiteY13" fmla="*/ 1055390 h 2730677"/>
                <a:gd name="connsiteX14" fmla="*/ 644992 w 918868"/>
                <a:gd name="connsiteY14" fmla="*/ 839490 h 2730677"/>
                <a:gd name="connsiteX15" fmla="*/ 587842 w 918868"/>
                <a:gd name="connsiteY15" fmla="*/ 725190 h 2730677"/>
                <a:gd name="connsiteX16" fmla="*/ 898992 w 918868"/>
                <a:gd name="connsiteY16" fmla="*/ 820440 h 2730677"/>
                <a:gd name="connsiteX17" fmla="*/ 883120 w 918868"/>
                <a:gd name="connsiteY17" fmla="*/ 541043 h 2730677"/>
                <a:gd name="connsiteX18" fmla="*/ 848195 w 918868"/>
                <a:gd name="connsiteY18" fmla="*/ 356893 h 2730677"/>
                <a:gd name="connsiteX19" fmla="*/ 883119 w 918868"/>
                <a:gd name="connsiteY19" fmla="*/ 239418 h 2730677"/>
                <a:gd name="connsiteX20" fmla="*/ 838670 w 918868"/>
                <a:gd name="connsiteY20" fmla="*/ 64793 h 2730677"/>
                <a:gd name="connsiteX21" fmla="*/ 714842 w 918868"/>
                <a:gd name="connsiteY21" fmla="*/ 1290 h 2730677"/>
                <a:gd name="connsiteX22" fmla="*/ 521169 w 918868"/>
                <a:gd name="connsiteY22" fmla="*/ 125117 h 2730677"/>
                <a:gd name="connsiteX23" fmla="*/ 613244 w 918868"/>
                <a:gd name="connsiteY23" fmla="*/ 382292 h 2730677"/>
                <a:gd name="connsiteX24" fmla="*/ 511642 w 918868"/>
                <a:gd name="connsiteY24" fmla="*/ 518815 h 2730677"/>
                <a:gd name="connsiteX25" fmla="*/ 467192 w 918868"/>
                <a:gd name="connsiteY25" fmla="*/ 696615 h 2730677"/>
                <a:gd name="connsiteX26" fmla="*/ 517992 w 918868"/>
                <a:gd name="connsiteY26" fmla="*/ 998240 h 2730677"/>
                <a:gd name="connsiteX0" fmla="*/ 517992 w 902408"/>
                <a:gd name="connsiteY0" fmla="*/ 998240 h 2730677"/>
                <a:gd name="connsiteX1" fmla="*/ 470367 w 902408"/>
                <a:gd name="connsiteY1" fmla="*/ 1163340 h 2730677"/>
                <a:gd name="connsiteX2" fmla="*/ 479892 w 902408"/>
                <a:gd name="connsiteY2" fmla="*/ 1449090 h 2730677"/>
                <a:gd name="connsiteX3" fmla="*/ 390992 w 902408"/>
                <a:gd name="connsiteY3" fmla="*/ 1950740 h 2730677"/>
                <a:gd name="connsiteX4" fmla="*/ 146517 w 902408"/>
                <a:gd name="connsiteY4" fmla="*/ 2220615 h 2730677"/>
                <a:gd name="connsiteX5" fmla="*/ 467 w 902408"/>
                <a:gd name="connsiteY5" fmla="*/ 2569865 h 2730677"/>
                <a:gd name="connsiteX6" fmla="*/ 98892 w 902408"/>
                <a:gd name="connsiteY6" fmla="*/ 2665115 h 2730677"/>
                <a:gd name="connsiteX7" fmla="*/ 365592 w 902408"/>
                <a:gd name="connsiteY7" fmla="*/ 2722264 h 2730677"/>
                <a:gd name="connsiteX8" fmla="*/ 187792 w 902408"/>
                <a:gd name="connsiteY8" fmla="*/ 2525415 h 2730677"/>
                <a:gd name="connsiteX9" fmla="*/ 610067 w 902408"/>
                <a:gd name="connsiteY9" fmla="*/ 2080915 h 2730677"/>
                <a:gd name="connsiteX10" fmla="*/ 794217 w 902408"/>
                <a:gd name="connsiteY10" fmla="*/ 1550690 h 2730677"/>
                <a:gd name="connsiteX11" fmla="*/ 876767 w 902408"/>
                <a:gd name="connsiteY11" fmla="*/ 1252240 h 2730677"/>
                <a:gd name="connsiteX12" fmla="*/ 860892 w 902408"/>
                <a:gd name="connsiteY12" fmla="*/ 1169690 h 2730677"/>
                <a:gd name="connsiteX13" fmla="*/ 724367 w 902408"/>
                <a:gd name="connsiteY13" fmla="*/ 1055390 h 2730677"/>
                <a:gd name="connsiteX14" fmla="*/ 644992 w 902408"/>
                <a:gd name="connsiteY14" fmla="*/ 839490 h 2730677"/>
                <a:gd name="connsiteX15" fmla="*/ 587842 w 902408"/>
                <a:gd name="connsiteY15" fmla="*/ 725190 h 2730677"/>
                <a:gd name="connsiteX16" fmla="*/ 898992 w 902408"/>
                <a:gd name="connsiteY16" fmla="*/ 820440 h 2730677"/>
                <a:gd name="connsiteX17" fmla="*/ 759295 w 902408"/>
                <a:gd name="connsiteY17" fmla="*/ 423568 h 2730677"/>
                <a:gd name="connsiteX18" fmla="*/ 848195 w 902408"/>
                <a:gd name="connsiteY18" fmla="*/ 356893 h 2730677"/>
                <a:gd name="connsiteX19" fmla="*/ 883119 w 902408"/>
                <a:gd name="connsiteY19" fmla="*/ 239418 h 2730677"/>
                <a:gd name="connsiteX20" fmla="*/ 838670 w 902408"/>
                <a:gd name="connsiteY20" fmla="*/ 64793 h 2730677"/>
                <a:gd name="connsiteX21" fmla="*/ 714842 w 902408"/>
                <a:gd name="connsiteY21" fmla="*/ 1290 h 2730677"/>
                <a:gd name="connsiteX22" fmla="*/ 521169 w 902408"/>
                <a:gd name="connsiteY22" fmla="*/ 125117 h 2730677"/>
                <a:gd name="connsiteX23" fmla="*/ 613244 w 902408"/>
                <a:gd name="connsiteY23" fmla="*/ 382292 h 2730677"/>
                <a:gd name="connsiteX24" fmla="*/ 511642 w 902408"/>
                <a:gd name="connsiteY24" fmla="*/ 518815 h 2730677"/>
                <a:gd name="connsiteX25" fmla="*/ 467192 w 902408"/>
                <a:gd name="connsiteY25" fmla="*/ 696615 h 2730677"/>
                <a:gd name="connsiteX26" fmla="*/ 517992 w 902408"/>
                <a:gd name="connsiteY26" fmla="*/ 998240 h 2730677"/>
                <a:gd name="connsiteX0" fmla="*/ 517992 w 932676"/>
                <a:gd name="connsiteY0" fmla="*/ 998240 h 2730677"/>
                <a:gd name="connsiteX1" fmla="*/ 470367 w 932676"/>
                <a:gd name="connsiteY1" fmla="*/ 1163340 h 2730677"/>
                <a:gd name="connsiteX2" fmla="*/ 479892 w 932676"/>
                <a:gd name="connsiteY2" fmla="*/ 1449090 h 2730677"/>
                <a:gd name="connsiteX3" fmla="*/ 390992 w 932676"/>
                <a:gd name="connsiteY3" fmla="*/ 1950740 h 2730677"/>
                <a:gd name="connsiteX4" fmla="*/ 146517 w 932676"/>
                <a:gd name="connsiteY4" fmla="*/ 2220615 h 2730677"/>
                <a:gd name="connsiteX5" fmla="*/ 467 w 932676"/>
                <a:gd name="connsiteY5" fmla="*/ 2569865 h 2730677"/>
                <a:gd name="connsiteX6" fmla="*/ 98892 w 932676"/>
                <a:gd name="connsiteY6" fmla="*/ 2665115 h 2730677"/>
                <a:gd name="connsiteX7" fmla="*/ 365592 w 932676"/>
                <a:gd name="connsiteY7" fmla="*/ 2722264 h 2730677"/>
                <a:gd name="connsiteX8" fmla="*/ 187792 w 932676"/>
                <a:gd name="connsiteY8" fmla="*/ 2525415 h 2730677"/>
                <a:gd name="connsiteX9" fmla="*/ 610067 w 932676"/>
                <a:gd name="connsiteY9" fmla="*/ 2080915 h 2730677"/>
                <a:gd name="connsiteX10" fmla="*/ 794217 w 932676"/>
                <a:gd name="connsiteY10" fmla="*/ 1550690 h 2730677"/>
                <a:gd name="connsiteX11" fmla="*/ 876767 w 932676"/>
                <a:gd name="connsiteY11" fmla="*/ 1252240 h 2730677"/>
                <a:gd name="connsiteX12" fmla="*/ 860892 w 932676"/>
                <a:gd name="connsiteY12" fmla="*/ 1169690 h 2730677"/>
                <a:gd name="connsiteX13" fmla="*/ 724367 w 932676"/>
                <a:gd name="connsiteY13" fmla="*/ 1055390 h 2730677"/>
                <a:gd name="connsiteX14" fmla="*/ 644992 w 932676"/>
                <a:gd name="connsiteY14" fmla="*/ 839490 h 2730677"/>
                <a:gd name="connsiteX15" fmla="*/ 587842 w 932676"/>
                <a:gd name="connsiteY15" fmla="*/ 725190 h 2730677"/>
                <a:gd name="connsiteX16" fmla="*/ 898992 w 932676"/>
                <a:gd name="connsiteY16" fmla="*/ 820440 h 2730677"/>
                <a:gd name="connsiteX17" fmla="*/ 908519 w 932676"/>
                <a:gd name="connsiteY17" fmla="*/ 814093 h 2730677"/>
                <a:gd name="connsiteX18" fmla="*/ 759295 w 932676"/>
                <a:gd name="connsiteY18" fmla="*/ 423568 h 2730677"/>
                <a:gd name="connsiteX19" fmla="*/ 848195 w 932676"/>
                <a:gd name="connsiteY19" fmla="*/ 356893 h 2730677"/>
                <a:gd name="connsiteX20" fmla="*/ 883119 w 932676"/>
                <a:gd name="connsiteY20" fmla="*/ 239418 h 2730677"/>
                <a:gd name="connsiteX21" fmla="*/ 838670 w 932676"/>
                <a:gd name="connsiteY21" fmla="*/ 64793 h 2730677"/>
                <a:gd name="connsiteX22" fmla="*/ 714842 w 932676"/>
                <a:gd name="connsiteY22" fmla="*/ 1290 h 2730677"/>
                <a:gd name="connsiteX23" fmla="*/ 521169 w 932676"/>
                <a:gd name="connsiteY23" fmla="*/ 125117 h 2730677"/>
                <a:gd name="connsiteX24" fmla="*/ 613244 w 932676"/>
                <a:gd name="connsiteY24" fmla="*/ 382292 h 2730677"/>
                <a:gd name="connsiteX25" fmla="*/ 511642 w 932676"/>
                <a:gd name="connsiteY25" fmla="*/ 518815 h 2730677"/>
                <a:gd name="connsiteX26" fmla="*/ 467192 w 932676"/>
                <a:gd name="connsiteY26" fmla="*/ 696615 h 2730677"/>
                <a:gd name="connsiteX27" fmla="*/ 517992 w 932676"/>
                <a:gd name="connsiteY27" fmla="*/ 998240 h 2730677"/>
                <a:gd name="connsiteX0" fmla="*/ 517992 w 925354"/>
                <a:gd name="connsiteY0" fmla="*/ 998240 h 2730677"/>
                <a:gd name="connsiteX1" fmla="*/ 470367 w 925354"/>
                <a:gd name="connsiteY1" fmla="*/ 1163340 h 2730677"/>
                <a:gd name="connsiteX2" fmla="*/ 479892 w 925354"/>
                <a:gd name="connsiteY2" fmla="*/ 1449090 h 2730677"/>
                <a:gd name="connsiteX3" fmla="*/ 390992 w 925354"/>
                <a:gd name="connsiteY3" fmla="*/ 1950740 h 2730677"/>
                <a:gd name="connsiteX4" fmla="*/ 146517 w 925354"/>
                <a:gd name="connsiteY4" fmla="*/ 2220615 h 2730677"/>
                <a:gd name="connsiteX5" fmla="*/ 467 w 925354"/>
                <a:gd name="connsiteY5" fmla="*/ 2569865 h 2730677"/>
                <a:gd name="connsiteX6" fmla="*/ 98892 w 925354"/>
                <a:gd name="connsiteY6" fmla="*/ 2665115 h 2730677"/>
                <a:gd name="connsiteX7" fmla="*/ 365592 w 925354"/>
                <a:gd name="connsiteY7" fmla="*/ 2722264 h 2730677"/>
                <a:gd name="connsiteX8" fmla="*/ 187792 w 925354"/>
                <a:gd name="connsiteY8" fmla="*/ 2525415 h 2730677"/>
                <a:gd name="connsiteX9" fmla="*/ 610067 w 925354"/>
                <a:gd name="connsiteY9" fmla="*/ 2080915 h 2730677"/>
                <a:gd name="connsiteX10" fmla="*/ 794217 w 925354"/>
                <a:gd name="connsiteY10" fmla="*/ 1550690 h 2730677"/>
                <a:gd name="connsiteX11" fmla="*/ 876767 w 925354"/>
                <a:gd name="connsiteY11" fmla="*/ 1252240 h 2730677"/>
                <a:gd name="connsiteX12" fmla="*/ 860892 w 925354"/>
                <a:gd name="connsiteY12" fmla="*/ 1169690 h 2730677"/>
                <a:gd name="connsiteX13" fmla="*/ 724367 w 925354"/>
                <a:gd name="connsiteY13" fmla="*/ 1055390 h 2730677"/>
                <a:gd name="connsiteX14" fmla="*/ 644992 w 925354"/>
                <a:gd name="connsiteY14" fmla="*/ 839490 h 2730677"/>
                <a:gd name="connsiteX15" fmla="*/ 587842 w 925354"/>
                <a:gd name="connsiteY15" fmla="*/ 725190 h 2730677"/>
                <a:gd name="connsiteX16" fmla="*/ 898992 w 925354"/>
                <a:gd name="connsiteY16" fmla="*/ 820440 h 2730677"/>
                <a:gd name="connsiteX17" fmla="*/ 908519 w 925354"/>
                <a:gd name="connsiteY17" fmla="*/ 814093 h 2730677"/>
                <a:gd name="connsiteX18" fmla="*/ 902169 w 925354"/>
                <a:gd name="connsiteY18" fmla="*/ 817268 h 2730677"/>
                <a:gd name="connsiteX19" fmla="*/ 759295 w 925354"/>
                <a:gd name="connsiteY19" fmla="*/ 423568 h 2730677"/>
                <a:gd name="connsiteX20" fmla="*/ 848195 w 925354"/>
                <a:gd name="connsiteY20" fmla="*/ 356893 h 2730677"/>
                <a:gd name="connsiteX21" fmla="*/ 883119 w 925354"/>
                <a:gd name="connsiteY21" fmla="*/ 239418 h 2730677"/>
                <a:gd name="connsiteX22" fmla="*/ 838670 w 925354"/>
                <a:gd name="connsiteY22" fmla="*/ 64793 h 2730677"/>
                <a:gd name="connsiteX23" fmla="*/ 714842 w 925354"/>
                <a:gd name="connsiteY23" fmla="*/ 1290 h 2730677"/>
                <a:gd name="connsiteX24" fmla="*/ 521169 w 925354"/>
                <a:gd name="connsiteY24" fmla="*/ 125117 h 2730677"/>
                <a:gd name="connsiteX25" fmla="*/ 613244 w 925354"/>
                <a:gd name="connsiteY25" fmla="*/ 382292 h 2730677"/>
                <a:gd name="connsiteX26" fmla="*/ 511642 w 925354"/>
                <a:gd name="connsiteY26" fmla="*/ 518815 h 2730677"/>
                <a:gd name="connsiteX27" fmla="*/ 467192 w 925354"/>
                <a:gd name="connsiteY27" fmla="*/ 696615 h 2730677"/>
                <a:gd name="connsiteX28" fmla="*/ 517992 w 925354"/>
                <a:gd name="connsiteY28" fmla="*/ 998240 h 2730677"/>
                <a:gd name="connsiteX0" fmla="*/ 517992 w 930788"/>
                <a:gd name="connsiteY0" fmla="*/ 998240 h 2730677"/>
                <a:gd name="connsiteX1" fmla="*/ 470367 w 930788"/>
                <a:gd name="connsiteY1" fmla="*/ 1163340 h 2730677"/>
                <a:gd name="connsiteX2" fmla="*/ 479892 w 930788"/>
                <a:gd name="connsiteY2" fmla="*/ 1449090 h 2730677"/>
                <a:gd name="connsiteX3" fmla="*/ 390992 w 930788"/>
                <a:gd name="connsiteY3" fmla="*/ 1950740 h 2730677"/>
                <a:gd name="connsiteX4" fmla="*/ 146517 w 930788"/>
                <a:gd name="connsiteY4" fmla="*/ 2220615 h 2730677"/>
                <a:gd name="connsiteX5" fmla="*/ 467 w 930788"/>
                <a:gd name="connsiteY5" fmla="*/ 2569865 h 2730677"/>
                <a:gd name="connsiteX6" fmla="*/ 98892 w 930788"/>
                <a:gd name="connsiteY6" fmla="*/ 2665115 h 2730677"/>
                <a:gd name="connsiteX7" fmla="*/ 365592 w 930788"/>
                <a:gd name="connsiteY7" fmla="*/ 2722264 h 2730677"/>
                <a:gd name="connsiteX8" fmla="*/ 187792 w 930788"/>
                <a:gd name="connsiteY8" fmla="*/ 2525415 h 2730677"/>
                <a:gd name="connsiteX9" fmla="*/ 610067 w 930788"/>
                <a:gd name="connsiteY9" fmla="*/ 2080915 h 2730677"/>
                <a:gd name="connsiteX10" fmla="*/ 794217 w 930788"/>
                <a:gd name="connsiteY10" fmla="*/ 1550690 h 2730677"/>
                <a:gd name="connsiteX11" fmla="*/ 876767 w 930788"/>
                <a:gd name="connsiteY11" fmla="*/ 1252240 h 2730677"/>
                <a:gd name="connsiteX12" fmla="*/ 860892 w 930788"/>
                <a:gd name="connsiteY12" fmla="*/ 1169690 h 2730677"/>
                <a:gd name="connsiteX13" fmla="*/ 724367 w 930788"/>
                <a:gd name="connsiteY13" fmla="*/ 1055390 h 2730677"/>
                <a:gd name="connsiteX14" fmla="*/ 644992 w 930788"/>
                <a:gd name="connsiteY14" fmla="*/ 839490 h 2730677"/>
                <a:gd name="connsiteX15" fmla="*/ 587842 w 930788"/>
                <a:gd name="connsiteY15" fmla="*/ 725190 h 2730677"/>
                <a:gd name="connsiteX16" fmla="*/ 898992 w 930788"/>
                <a:gd name="connsiteY16" fmla="*/ 820440 h 2730677"/>
                <a:gd name="connsiteX17" fmla="*/ 908519 w 930788"/>
                <a:gd name="connsiteY17" fmla="*/ 814093 h 2730677"/>
                <a:gd name="connsiteX18" fmla="*/ 930744 w 930788"/>
                <a:gd name="connsiteY18" fmla="*/ 826793 h 2730677"/>
                <a:gd name="connsiteX19" fmla="*/ 902169 w 930788"/>
                <a:gd name="connsiteY19" fmla="*/ 817268 h 2730677"/>
                <a:gd name="connsiteX20" fmla="*/ 759295 w 930788"/>
                <a:gd name="connsiteY20" fmla="*/ 423568 h 2730677"/>
                <a:gd name="connsiteX21" fmla="*/ 848195 w 930788"/>
                <a:gd name="connsiteY21" fmla="*/ 356893 h 2730677"/>
                <a:gd name="connsiteX22" fmla="*/ 883119 w 930788"/>
                <a:gd name="connsiteY22" fmla="*/ 239418 h 2730677"/>
                <a:gd name="connsiteX23" fmla="*/ 838670 w 930788"/>
                <a:gd name="connsiteY23" fmla="*/ 64793 h 2730677"/>
                <a:gd name="connsiteX24" fmla="*/ 714842 w 930788"/>
                <a:gd name="connsiteY24" fmla="*/ 1290 h 2730677"/>
                <a:gd name="connsiteX25" fmla="*/ 521169 w 930788"/>
                <a:gd name="connsiteY25" fmla="*/ 125117 h 2730677"/>
                <a:gd name="connsiteX26" fmla="*/ 613244 w 930788"/>
                <a:gd name="connsiteY26" fmla="*/ 382292 h 2730677"/>
                <a:gd name="connsiteX27" fmla="*/ 511642 w 930788"/>
                <a:gd name="connsiteY27" fmla="*/ 518815 h 2730677"/>
                <a:gd name="connsiteX28" fmla="*/ 467192 w 930788"/>
                <a:gd name="connsiteY28" fmla="*/ 696615 h 2730677"/>
                <a:gd name="connsiteX29" fmla="*/ 517992 w 930788"/>
                <a:gd name="connsiteY29" fmla="*/ 998240 h 2730677"/>
                <a:gd name="connsiteX0" fmla="*/ 517992 w 930788"/>
                <a:gd name="connsiteY0" fmla="*/ 998240 h 2730677"/>
                <a:gd name="connsiteX1" fmla="*/ 470367 w 930788"/>
                <a:gd name="connsiteY1" fmla="*/ 1163340 h 2730677"/>
                <a:gd name="connsiteX2" fmla="*/ 479892 w 930788"/>
                <a:gd name="connsiteY2" fmla="*/ 1449090 h 2730677"/>
                <a:gd name="connsiteX3" fmla="*/ 390992 w 930788"/>
                <a:gd name="connsiteY3" fmla="*/ 1950740 h 2730677"/>
                <a:gd name="connsiteX4" fmla="*/ 146517 w 930788"/>
                <a:gd name="connsiteY4" fmla="*/ 2220615 h 2730677"/>
                <a:gd name="connsiteX5" fmla="*/ 467 w 930788"/>
                <a:gd name="connsiteY5" fmla="*/ 2569865 h 2730677"/>
                <a:gd name="connsiteX6" fmla="*/ 98892 w 930788"/>
                <a:gd name="connsiteY6" fmla="*/ 2665115 h 2730677"/>
                <a:gd name="connsiteX7" fmla="*/ 365592 w 930788"/>
                <a:gd name="connsiteY7" fmla="*/ 2722264 h 2730677"/>
                <a:gd name="connsiteX8" fmla="*/ 187792 w 930788"/>
                <a:gd name="connsiteY8" fmla="*/ 2525415 h 2730677"/>
                <a:gd name="connsiteX9" fmla="*/ 610067 w 930788"/>
                <a:gd name="connsiteY9" fmla="*/ 2080915 h 2730677"/>
                <a:gd name="connsiteX10" fmla="*/ 794217 w 930788"/>
                <a:gd name="connsiteY10" fmla="*/ 1550690 h 2730677"/>
                <a:gd name="connsiteX11" fmla="*/ 876767 w 930788"/>
                <a:gd name="connsiteY11" fmla="*/ 1252240 h 2730677"/>
                <a:gd name="connsiteX12" fmla="*/ 860892 w 930788"/>
                <a:gd name="connsiteY12" fmla="*/ 1169690 h 2730677"/>
                <a:gd name="connsiteX13" fmla="*/ 724367 w 930788"/>
                <a:gd name="connsiteY13" fmla="*/ 1055390 h 2730677"/>
                <a:gd name="connsiteX14" fmla="*/ 644992 w 930788"/>
                <a:gd name="connsiteY14" fmla="*/ 839490 h 2730677"/>
                <a:gd name="connsiteX15" fmla="*/ 587842 w 930788"/>
                <a:gd name="connsiteY15" fmla="*/ 725190 h 2730677"/>
                <a:gd name="connsiteX16" fmla="*/ 898992 w 930788"/>
                <a:gd name="connsiteY16" fmla="*/ 820440 h 2730677"/>
                <a:gd name="connsiteX17" fmla="*/ 908519 w 930788"/>
                <a:gd name="connsiteY17" fmla="*/ 814093 h 2730677"/>
                <a:gd name="connsiteX18" fmla="*/ 930744 w 930788"/>
                <a:gd name="connsiteY18" fmla="*/ 826793 h 2730677"/>
                <a:gd name="connsiteX19" fmla="*/ 870419 w 930788"/>
                <a:gd name="connsiteY19" fmla="*/ 877593 h 2730677"/>
                <a:gd name="connsiteX20" fmla="*/ 759295 w 930788"/>
                <a:gd name="connsiteY20" fmla="*/ 423568 h 2730677"/>
                <a:gd name="connsiteX21" fmla="*/ 848195 w 930788"/>
                <a:gd name="connsiteY21" fmla="*/ 356893 h 2730677"/>
                <a:gd name="connsiteX22" fmla="*/ 883119 w 930788"/>
                <a:gd name="connsiteY22" fmla="*/ 239418 h 2730677"/>
                <a:gd name="connsiteX23" fmla="*/ 838670 w 930788"/>
                <a:gd name="connsiteY23" fmla="*/ 64793 h 2730677"/>
                <a:gd name="connsiteX24" fmla="*/ 714842 w 930788"/>
                <a:gd name="connsiteY24" fmla="*/ 1290 h 2730677"/>
                <a:gd name="connsiteX25" fmla="*/ 521169 w 930788"/>
                <a:gd name="connsiteY25" fmla="*/ 125117 h 2730677"/>
                <a:gd name="connsiteX26" fmla="*/ 613244 w 930788"/>
                <a:gd name="connsiteY26" fmla="*/ 382292 h 2730677"/>
                <a:gd name="connsiteX27" fmla="*/ 511642 w 930788"/>
                <a:gd name="connsiteY27" fmla="*/ 518815 h 2730677"/>
                <a:gd name="connsiteX28" fmla="*/ 467192 w 930788"/>
                <a:gd name="connsiteY28" fmla="*/ 696615 h 2730677"/>
                <a:gd name="connsiteX29" fmla="*/ 517992 w 930788"/>
                <a:gd name="connsiteY29" fmla="*/ 998240 h 2730677"/>
                <a:gd name="connsiteX0" fmla="*/ 517992 w 930788"/>
                <a:gd name="connsiteY0" fmla="*/ 998240 h 2730677"/>
                <a:gd name="connsiteX1" fmla="*/ 470367 w 930788"/>
                <a:gd name="connsiteY1" fmla="*/ 1163340 h 2730677"/>
                <a:gd name="connsiteX2" fmla="*/ 479892 w 930788"/>
                <a:gd name="connsiteY2" fmla="*/ 1449090 h 2730677"/>
                <a:gd name="connsiteX3" fmla="*/ 390992 w 930788"/>
                <a:gd name="connsiteY3" fmla="*/ 1950740 h 2730677"/>
                <a:gd name="connsiteX4" fmla="*/ 146517 w 930788"/>
                <a:gd name="connsiteY4" fmla="*/ 2220615 h 2730677"/>
                <a:gd name="connsiteX5" fmla="*/ 467 w 930788"/>
                <a:gd name="connsiteY5" fmla="*/ 2569865 h 2730677"/>
                <a:gd name="connsiteX6" fmla="*/ 98892 w 930788"/>
                <a:gd name="connsiteY6" fmla="*/ 2665115 h 2730677"/>
                <a:gd name="connsiteX7" fmla="*/ 365592 w 930788"/>
                <a:gd name="connsiteY7" fmla="*/ 2722264 h 2730677"/>
                <a:gd name="connsiteX8" fmla="*/ 187792 w 930788"/>
                <a:gd name="connsiteY8" fmla="*/ 2525415 h 2730677"/>
                <a:gd name="connsiteX9" fmla="*/ 610067 w 930788"/>
                <a:gd name="connsiteY9" fmla="*/ 2080915 h 2730677"/>
                <a:gd name="connsiteX10" fmla="*/ 794217 w 930788"/>
                <a:gd name="connsiteY10" fmla="*/ 1550690 h 2730677"/>
                <a:gd name="connsiteX11" fmla="*/ 876767 w 930788"/>
                <a:gd name="connsiteY11" fmla="*/ 1252240 h 2730677"/>
                <a:gd name="connsiteX12" fmla="*/ 860892 w 930788"/>
                <a:gd name="connsiteY12" fmla="*/ 1169690 h 2730677"/>
                <a:gd name="connsiteX13" fmla="*/ 724367 w 930788"/>
                <a:gd name="connsiteY13" fmla="*/ 1055390 h 2730677"/>
                <a:gd name="connsiteX14" fmla="*/ 644992 w 930788"/>
                <a:gd name="connsiteY14" fmla="*/ 839490 h 2730677"/>
                <a:gd name="connsiteX15" fmla="*/ 587842 w 930788"/>
                <a:gd name="connsiteY15" fmla="*/ 725190 h 2730677"/>
                <a:gd name="connsiteX16" fmla="*/ 898992 w 930788"/>
                <a:gd name="connsiteY16" fmla="*/ 820440 h 2730677"/>
                <a:gd name="connsiteX17" fmla="*/ 908519 w 930788"/>
                <a:gd name="connsiteY17" fmla="*/ 814093 h 2730677"/>
                <a:gd name="connsiteX18" fmla="*/ 930744 w 930788"/>
                <a:gd name="connsiteY18" fmla="*/ 826793 h 2730677"/>
                <a:gd name="connsiteX19" fmla="*/ 870419 w 930788"/>
                <a:gd name="connsiteY19" fmla="*/ 877593 h 2730677"/>
                <a:gd name="connsiteX20" fmla="*/ 759295 w 930788"/>
                <a:gd name="connsiteY20" fmla="*/ 423568 h 2730677"/>
                <a:gd name="connsiteX21" fmla="*/ 848195 w 930788"/>
                <a:gd name="connsiteY21" fmla="*/ 356893 h 2730677"/>
                <a:gd name="connsiteX22" fmla="*/ 883119 w 930788"/>
                <a:gd name="connsiteY22" fmla="*/ 239418 h 2730677"/>
                <a:gd name="connsiteX23" fmla="*/ 838670 w 930788"/>
                <a:gd name="connsiteY23" fmla="*/ 64793 h 2730677"/>
                <a:gd name="connsiteX24" fmla="*/ 714842 w 930788"/>
                <a:gd name="connsiteY24" fmla="*/ 1290 h 2730677"/>
                <a:gd name="connsiteX25" fmla="*/ 521169 w 930788"/>
                <a:gd name="connsiteY25" fmla="*/ 125117 h 2730677"/>
                <a:gd name="connsiteX26" fmla="*/ 613244 w 930788"/>
                <a:gd name="connsiteY26" fmla="*/ 382292 h 2730677"/>
                <a:gd name="connsiteX27" fmla="*/ 511642 w 930788"/>
                <a:gd name="connsiteY27" fmla="*/ 518815 h 2730677"/>
                <a:gd name="connsiteX28" fmla="*/ 467192 w 930788"/>
                <a:gd name="connsiteY28" fmla="*/ 696615 h 2730677"/>
                <a:gd name="connsiteX29" fmla="*/ 517992 w 930788"/>
                <a:gd name="connsiteY29" fmla="*/ 998240 h 2730677"/>
                <a:gd name="connsiteX0" fmla="*/ 517992 w 930788"/>
                <a:gd name="connsiteY0" fmla="*/ 998240 h 2730677"/>
                <a:gd name="connsiteX1" fmla="*/ 470367 w 930788"/>
                <a:gd name="connsiteY1" fmla="*/ 1163340 h 2730677"/>
                <a:gd name="connsiteX2" fmla="*/ 479892 w 930788"/>
                <a:gd name="connsiteY2" fmla="*/ 1449090 h 2730677"/>
                <a:gd name="connsiteX3" fmla="*/ 390992 w 930788"/>
                <a:gd name="connsiteY3" fmla="*/ 1950740 h 2730677"/>
                <a:gd name="connsiteX4" fmla="*/ 146517 w 930788"/>
                <a:gd name="connsiteY4" fmla="*/ 2220615 h 2730677"/>
                <a:gd name="connsiteX5" fmla="*/ 467 w 930788"/>
                <a:gd name="connsiteY5" fmla="*/ 2569865 h 2730677"/>
                <a:gd name="connsiteX6" fmla="*/ 98892 w 930788"/>
                <a:gd name="connsiteY6" fmla="*/ 2665115 h 2730677"/>
                <a:gd name="connsiteX7" fmla="*/ 365592 w 930788"/>
                <a:gd name="connsiteY7" fmla="*/ 2722264 h 2730677"/>
                <a:gd name="connsiteX8" fmla="*/ 187792 w 930788"/>
                <a:gd name="connsiteY8" fmla="*/ 2525415 h 2730677"/>
                <a:gd name="connsiteX9" fmla="*/ 610067 w 930788"/>
                <a:gd name="connsiteY9" fmla="*/ 2080915 h 2730677"/>
                <a:gd name="connsiteX10" fmla="*/ 794217 w 930788"/>
                <a:gd name="connsiteY10" fmla="*/ 1550690 h 2730677"/>
                <a:gd name="connsiteX11" fmla="*/ 876767 w 930788"/>
                <a:gd name="connsiteY11" fmla="*/ 1252240 h 2730677"/>
                <a:gd name="connsiteX12" fmla="*/ 860892 w 930788"/>
                <a:gd name="connsiteY12" fmla="*/ 1169690 h 2730677"/>
                <a:gd name="connsiteX13" fmla="*/ 724367 w 930788"/>
                <a:gd name="connsiteY13" fmla="*/ 1055390 h 2730677"/>
                <a:gd name="connsiteX14" fmla="*/ 644992 w 930788"/>
                <a:gd name="connsiteY14" fmla="*/ 839490 h 2730677"/>
                <a:gd name="connsiteX15" fmla="*/ 587842 w 930788"/>
                <a:gd name="connsiteY15" fmla="*/ 725190 h 2730677"/>
                <a:gd name="connsiteX16" fmla="*/ 898992 w 930788"/>
                <a:gd name="connsiteY16" fmla="*/ 820440 h 2730677"/>
                <a:gd name="connsiteX17" fmla="*/ 908519 w 930788"/>
                <a:gd name="connsiteY17" fmla="*/ 814093 h 2730677"/>
                <a:gd name="connsiteX18" fmla="*/ 930744 w 930788"/>
                <a:gd name="connsiteY18" fmla="*/ 826793 h 2730677"/>
                <a:gd name="connsiteX19" fmla="*/ 870419 w 930788"/>
                <a:gd name="connsiteY19" fmla="*/ 877593 h 2730677"/>
                <a:gd name="connsiteX20" fmla="*/ 759295 w 930788"/>
                <a:gd name="connsiteY20" fmla="*/ 423568 h 2730677"/>
                <a:gd name="connsiteX21" fmla="*/ 848195 w 930788"/>
                <a:gd name="connsiteY21" fmla="*/ 356893 h 2730677"/>
                <a:gd name="connsiteX22" fmla="*/ 883119 w 930788"/>
                <a:gd name="connsiteY22" fmla="*/ 239418 h 2730677"/>
                <a:gd name="connsiteX23" fmla="*/ 838670 w 930788"/>
                <a:gd name="connsiteY23" fmla="*/ 64793 h 2730677"/>
                <a:gd name="connsiteX24" fmla="*/ 714842 w 930788"/>
                <a:gd name="connsiteY24" fmla="*/ 1290 h 2730677"/>
                <a:gd name="connsiteX25" fmla="*/ 521169 w 930788"/>
                <a:gd name="connsiteY25" fmla="*/ 125117 h 2730677"/>
                <a:gd name="connsiteX26" fmla="*/ 613244 w 930788"/>
                <a:gd name="connsiteY26" fmla="*/ 382292 h 2730677"/>
                <a:gd name="connsiteX27" fmla="*/ 511642 w 930788"/>
                <a:gd name="connsiteY27" fmla="*/ 518815 h 2730677"/>
                <a:gd name="connsiteX28" fmla="*/ 467192 w 930788"/>
                <a:gd name="connsiteY28" fmla="*/ 696615 h 2730677"/>
                <a:gd name="connsiteX29" fmla="*/ 517992 w 930788"/>
                <a:gd name="connsiteY29" fmla="*/ 998240 h 2730677"/>
                <a:gd name="connsiteX0" fmla="*/ 517992 w 930756"/>
                <a:gd name="connsiteY0" fmla="*/ 998240 h 2730677"/>
                <a:gd name="connsiteX1" fmla="*/ 470367 w 930756"/>
                <a:gd name="connsiteY1" fmla="*/ 1163340 h 2730677"/>
                <a:gd name="connsiteX2" fmla="*/ 479892 w 930756"/>
                <a:gd name="connsiteY2" fmla="*/ 1449090 h 2730677"/>
                <a:gd name="connsiteX3" fmla="*/ 390992 w 930756"/>
                <a:gd name="connsiteY3" fmla="*/ 1950740 h 2730677"/>
                <a:gd name="connsiteX4" fmla="*/ 146517 w 930756"/>
                <a:gd name="connsiteY4" fmla="*/ 2220615 h 2730677"/>
                <a:gd name="connsiteX5" fmla="*/ 467 w 930756"/>
                <a:gd name="connsiteY5" fmla="*/ 2569865 h 2730677"/>
                <a:gd name="connsiteX6" fmla="*/ 98892 w 930756"/>
                <a:gd name="connsiteY6" fmla="*/ 2665115 h 2730677"/>
                <a:gd name="connsiteX7" fmla="*/ 365592 w 930756"/>
                <a:gd name="connsiteY7" fmla="*/ 2722264 h 2730677"/>
                <a:gd name="connsiteX8" fmla="*/ 187792 w 930756"/>
                <a:gd name="connsiteY8" fmla="*/ 2525415 h 2730677"/>
                <a:gd name="connsiteX9" fmla="*/ 610067 w 930756"/>
                <a:gd name="connsiteY9" fmla="*/ 2080915 h 2730677"/>
                <a:gd name="connsiteX10" fmla="*/ 794217 w 930756"/>
                <a:gd name="connsiteY10" fmla="*/ 1550690 h 2730677"/>
                <a:gd name="connsiteX11" fmla="*/ 876767 w 930756"/>
                <a:gd name="connsiteY11" fmla="*/ 1252240 h 2730677"/>
                <a:gd name="connsiteX12" fmla="*/ 860892 w 930756"/>
                <a:gd name="connsiteY12" fmla="*/ 1169690 h 2730677"/>
                <a:gd name="connsiteX13" fmla="*/ 724367 w 930756"/>
                <a:gd name="connsiteY13" fmla="*/ 1055390 h 2730677"/>
                <a:gd name="connsiteX14" fmla="*/ 644992 w 930756"/>
                <a:gd name="connsiteY14" fmla="*/ 839490 h 2730677"/>
                <a:gd name="connsiteX15" fmla="*/ 587842 w 930756"/>
                <a:gd name="connsiteY15" fmla="*/ 725190 h 2730677"/>
                <a:gd name="connsiteX16" fmla="*/ 898992 w 930756"/>
                <a:gd name="connsiteY16" fmla="*/ 820440 h 2730677"/>
                <a:gd name="connsiteX17" fmla="*/ 857719 w 930756"/>
                <a:gd name="connsiteY17" fmla="*/ 902993 h 2730677"/>
                <a:gd name="connsiteX18" fmla="*/ 930744 w 930756"/>
                <a:gd name="connsiteY18" fmla="*/ 826793 h 2730677"/>
                <a:gd name="connsiteX19" fmla="*/ 870419 w 930756"/>
                <a:gd name="connsiteY19" fmla="*/ 877593 h 2730677"/>
                <a:gd name="connsiteX20" fmla="*/ 759295 w 930756"/>
                <a:gd name="connsiteY20" fmla="*/ 423568 h 2730677"/>
                <a:gd name="connsiteX21" fmla="*/ 848195 w 930756"/>
                <a:gd name="connsiteY21" fmla="*/ 356893 h 2730677"/>
                <a:gd name="connsiteX22" fmla="*/ 883119 w 930756"/>
                <a:gd name="connsiteY22" fmla="*/ 239418 h 2730677"/>
                <a:gd name="connsiteX23" fmla="*/ 838670 w 930756"/>
                <a:gd name="connsiteY23" fmla="*/ 64793 h 2730677"/>
                <a:gd name="connsiteX24" fmla="*/ 714842 w 930756"/>
                <a:gd name="connsiteY24" fmla="*/ 1290 h 2730677"/>
                <a:gd name="connsiteX25" fmla="*/ 521169 w 930756"/>
                <a:gd name="connsiteY25" fmla="*/ 125117 h 2730677"/>
                <a:gd name="connsiteX26" fmla="*/ 613244 w 930756"/>
                <a:gd name="connsiteY26" fmla="*/ 382292 h 2730677"/>
                <a:gd name="connsiteX27" fmla="*/ 511642 w 930756"/>
                <a:gd name="connsiteY27" fmla="*/ 518815 h 2730677"/>
                <a:gd name="connsiteX28" fmla="*/ 467192 w 930756"/>
                <a:gd name="connsiteY28" fmla="*/ 696615 h 2730677"/>
                <a:gd name="connsiteX29" fmla="*/ 517992 w 930756"/>
                <a:gd name="connsiteY29" fmla="*/ 998240 h 2730677"/>
                <a:gd name="connsiteX0" fmla="*/ 517992 w 930790"/>
                <a:gd name="connsiteY0" fmla="*/ 998240 h 2730677"/>
                <a:gd name="connsiteX1" fmla="*/ 470367 w 930790"/>
                <a:gd name="connsiteY1" fmla="*/ 1163340 h 2730677"/>
                <a:gd name="connsiteX2" fmla="*/ 479892 w 930790"/>
                <a:gd name="connsiteY2" fmla="*/ 1449090 h 2730677"/>
                <a:gd name="connsiteX3" fmla="*/ 390992 w 930790"/>
                <a:gd name="connsiteY3" fmla="*/ 1950740 h 2730677"/>
                <a:gd name="connsiteX4" fmla="*/ 146517 w 930790"/>
                <a:gd name="connsiteY4" fmla="*/ 2220615 h 2730677"/>
                <a:gd name="connsiteX5" fmla="*/ 467 w 930790"/>
                <a:gd name="connsiteY5" fmla="*/ 2569865 h 2730677"/>
                <a:gd name="connsiteX6" fmla="*/ 98892 w 930790"/>
                <a:gd name="connsiteY6" fmla="*/ 2665115 h 2730677"/>
                <a:gd name="connsiteX7" fmla="*/ 365592 w 930790"/>
                <a:gd name="connsiteY7" fmla="*/ 2722264 h 2730677"/>
                <a:gd name="connsiteX8" fmla="*/ 187792 w 930790"/>
                <a:gd name="connsiteY8" fmla="*/ 2525415 h 2730677"/>
                <a:gd name="connsiteX9" fmla="*/ 610067 w 930790"/>
                <a:gd name="connsiteY9" fmla="*/ 2080915 h 2730677"/>
                <a:gd name="connsiteX10" fmla="*/ 794217 w 930790"/>
                <a:gd name="connsiteY10" fmla="*/ 1550690 h 2730677"/>
                <a:gd name="connsiteX11" fmla="*/ 876767 w 930790"/>
                <a:gd name="connsiteY11" fmla="*/ 1252240 h 2730677"/>
                <a:gd name="connsiteX12" fmla="*/ 860892 w 930790"/>
                <a:gd name="connsiteY12" fmla="*/ 1169690 h 2730677"/>
                <a:gd name="connsiteX13" fmla="*/ 724367 w 930790"/>
                <a:gd name="connsiteY13" fmla="*/ 1055390 h 2730677"/>
                <a:gd name="connsiteX14" fmla="*/ 644992 w 930790"/>
                <a:gd name="connsiteY14" fmla="*/ 839490 h 2730677"/>
                <a:gd name="connsiteX15" fmla="*/ 587842 w 930790"/>
                <a:gd name="connsiteY15" fmla="*/ 725190 h 2730677"/>
                <a:gd name="connsiteX16" fmla="*/ 857719 w 930790"/>
                <a:gd name="connsiteY16" fmla="*/ 902993 h 2730677"/>
                <a:gd name="connsiteX17" fmla="*/ 930744 w 930790"/>
                <a:gd name="connsiteY17" fmla="*/ 826793 h 2730677"/>
                <a:gd name="connsiteX18" fmla="*/ 870419 w 930790"/>
                <a:gd name="connsiteY18" fmla="*/ 877593 h 2730677"/>
                <a:gd name="connsiteX19" fmla="*/ 759295 w 930790"/>
                <a:gd name="connsiteY19" fmla="*/ 423568 h 2730677"/>
                <a:gd name="connsiteX20" fmla="*/ 848195 w 930790"/>
                <a:gd name="connsiteY20" fmla="*/ 356893 h 2730677"/>
                <a:gd name="connsiteX21" fmla="*/ 883119 w 930790"/>
                <a:gd name="connsiteY21" fmla="*/ 239418 h 2730677"/>
                <a:gd name="connsiteX22" fmla="*/ 838670 w 930790"/>
                <a:gd name="connsiteY22" fmla="*/ 64793 h 2730677"/>
                <a:gd name="connsiteX23" fmla="*/ 714842 w 930790"/>
                <a:gd name="connsiteY23" fmla="*/ 1290 h 2730677"/>
                <a:gd name="connsiteX24" fmla="*/ 521169 w 930790"/>
                <a:gd name="connsiteY24" fmla="*/ 125117 h 2730677"/>
                <a:gd name="connsiteX25" fmla="*/ 613244 w 930790"/>
                <a:gd name="connsiteY25" fmla="*/ 382292 h 2730677"/>
                <a:gd name="connsiteX26" fmla="*/ 511642 w 930790"/>
                <a:gd name="connsiteY26" fmla="*/ 518815 h 2730677"/>
                <a:gd name="connsiteX27" fmla="*/ 467192 w 930790"/>
                <a:gd name="connsiteY27" fmla="*/ 696615 h 2730677"/>
                <a:gd name="connsiteX28" fmla="*/ 517992 w 930790"/>
                <a:gd name="connsiteY28" fmla="*/ 998240 h 2730677"/>
                <a:gd name="connsiteX0" fmla="*/ 517992 w 930790"/>
                <a:gd name="connsiteY0" fmla="*/ 998240 h 2730677"/>
                <a:gd name="connsiteX1" fmla="*/ 470367 w 930790"/>
                <a:gd name="connsiteY1" fmla="*/ 1163340 h 2730677"/>
                <a:gd name="connsiteX2" fmla="*/ 479892 w 930790"/>
                <a:gd name="connsiteY2" fmla="*/ 1449090 h 2730677"/>
                <a:gd name="connsiteX3" fmla="*/ 390992 w 930790"/>
                <a:gd name="connsiteY3" fmla="*/ 1950740 h 2730677"/>
                <a:gd name="connsiteX4" fmla="*/ 146517 w 930790"/>
                <a:gd name="connsiteY4" fmla="*/ 2220615 h 2730677"/>
                <a:gd name="connsiteX5" fmla="*/ 467 w 930790"/>
                <a:gd name="connsiteY5" fmla="*/ 2569865 h 2730677"/>
                <a:gd name="connsiteX6" fmla="*/ 98892 w 930790"/>
                <a:gd name="connsiteY6" fmla="*/ 2665115 h 2730677"/>
                <a:gd name="connsiteX7" fmla="*/ 365592 w 930790"/>
                <a:gd name="connsiteY7" fmla="*/ 2722264 h 2730677"/>
                <a:gd name="connsiteX8" fmla="*/ 187792 w 930790"/>
                <a:gd name="connsiteY8" fmla="*/ 2525415 h 2730677"/>
                <a:gd name="connsiteX9" fmla="*/ 610067 w 930790"/>
                <a:gd name="connsiteY9" fmla="*/ 2080915 h 2730677"/>
                <a:gd name="connsiteX10" fmla="*/ 794217 w 930790"/>
                <a:gd name="connsiteY10" fmla="*/ 1550690 h 2730677"/>
                <a:gd name="connsiteX11" fmla="*/ 876767 w 930790"/>
                <a:gd name="connsiteY11" fmla="*/ 1252240 h 2730677"/>
                <a:gd name="connsiteX12" fmla="*/ 860892 w 930790"/>
                <a:gd name="connsiteY12" fmla="*/ 1169690 h 2730677"/>
                <a:gd name="connsiteX13" fmla="*/ 724367 w 930790"/>
                <a:gd name="connsiteY13" fmla="*/ 1055390 h 2730677"/>
                <a:gd name="connsiteX14" fmla="*/ 644992 w 930790"/>
                <a:gd name="connsiteY14" fmla="*/ 839490 h 2730677"/>
                <a:gd name="connsiteX15" fmla="*/ 587842 w 930790"/>
                <a:gd name="connsiteY15" fmla="*/ 725190 h 2730677"/>
                <a:gd name="connsiteX16" fmla="*/ 857719 w 930790"/>
                <a:gd name="connsiteY16" fmla="*/ 902993 h 2730677"/>
                <a:gd name="connsiteX17" fmla="*/ 930744 w 930790"/>
                <a:gd name="connsiteY17" fmla="*/ 826793 h 2730677"/>
                <a:gd name="connsiteX18" fmla="*/ 870419 w 930790"/>
                <a:gd name="connsiteY18" fmla="*/ 877593 h 2730677"/>
                <a:gd name="connsiteX19" fmla="*/ 759295 w 930790"/>
                <a:gd name="connsiteY19" fmla="*/ 423568 h 2730677"/>
                <a:gd name="connsiteX20" fmla="*/ 848195 w 930790"/>
                <a:gd name="connsiteY20" fmla="*/ 356893 h 2730677"/>
                <a:gd name="connsiteX21" fmla="*/ 883119 w 930790"/>
                <a:gd name="connsiteY21" fmla="*/ 239418 h 2730677"/>
                <a:gd name="connsiteX22" fmla="*/ 838670 w 930790"/>
                <a:gd name="connsiteY22" fmla="*/ 64793 h 2730677"/>
                <a:gd name="connsiteX23" fmla="*/ 714842 w 930790"/>
                <a:gd name="connsiteY23" fmla="*/ 1290 h 2730677"/>
                <a:gd name="connsiteX24" fmla="*/ 521169 w 930790"/>
                <a:gd name="connsiteY24" fmla="*/ 125117 h 2730677"/>
                <a:gd name="connsiteX25" fmla="*/ 613244 w 930790"/>
                <a:gd name="connsiteY25" fmla="*/ 382292 h 2730677"/>
                <a:gd name="connsiteX26" fmla="*/ 511642 w 930790"/>
                <a:gd name="connsiteY26" fmla="*/ 518815 h 2730677"/>
                <a:gd name="connsiteX27" fmla="*/ 467192 w 930790"/>
                <a:gd name="connsiteY27" fmla="*/ 696615 h 2730677"/>
                <a:gd name="connsiteX28" fmla="*/ 517992 w 930790"/>
                <a:gd name="connsiteY28" fmla="*/ 998240 h 2730677"/>
                <a:gd name="connsiteX0" fmla="*/ 517992 w 887922"/>
                <a:gd name="connsiteY0" fmla="*/ 998240 h 2730677"/>
                <a:gd name="connsiteX1" fmla="*/ 470367 w 887922"/>
                <a:gd name="connsiteY1" fmla="*/ 1163340 h 2730677"/>
                <a:gd name="connsiteX2" fmla="*/ 479892 w 887922"/>
                <a:gd name="connsiteY2" fmla="*/ 1449090 h 2730677"/>
                <a:gd name="connsiteX3" fmla="*/ 390992 w 887922"/>
                <a:gd name="connsiteY3" fmla="*/ 1950740 h 2730677"/>
                <a:gd name="connsiteX4" fmla="*/ 146517 w 887922"/>
                <a:gd name="connsiteY4" fmla="*/ 2220615 h 2730677"/>
                <a:gd name="connsiteX5" fmla="*/ 467 w 887922"/>
                <a:gd name="connsiteY5" fmla="*/ 2569865 h 2730677"/>
                <a:gd name="connsiteX6" fmla="*/ 98892 w 887922"/>
                <a:gd name="connsiteY6" fmla="*/ 2665115 h 2730677"/>
                <a:gd name="connsiteX7" fmla="*/ 365592 w 887922"/>
                <a:gd name="connsiteY7" fmla="*/ 2722264 h 2730677"/>
                <a:gd name="connsiteX8" fmla="*/ 187792 w 887922"/>
                <a:gd name="connsiteY8" fmla="*/ 2525415 h 2730677"/>
                <a:gd name="connsiteX9" fmla="*/ 610067 w 887922"/>
                <a:gd name="connsiteY9" fmla="*/ 2080915 h 2730677"/>
                <a:gd name="connsiteX10" fmla="*/ 794217 w 887922"/>
                <a:gd name="connsiteY10" fmla="*/ 1550690 h 2730677"/>
                <a:gd name="connsiteX11" fmla="*/ 876767 w 887922"/>
                <a:gd name="connsiteY11" fmla="*/ 1252240 h 2730677"/>
                <a:gd name="connsiteX12" fmla="*/ 860892 w 887922"/>
                <a:gd name="connsiteY12" fmla="*/ 1169690 h 2730677"/>
                <a:gd name="connsiteX13" fmla="*/ 724367 w 887922"/>
                <a:gd name="connsiteY13" fmla="*/ 1055390 h 2730677"/>
                <a:gd name="connsiteX14" fmla="*/ 644992 w 887922"/>
                <a:gd name="connsiteY14" fmla="*/ 839490 h 2730677"/>
                <a:gd name="connsiteX15" fmla="*/ 587842 w 887922"/>
                <a:gd name="connsiteY15" fmla="*/ 725190 h 2730677"/>
                <a:gd name="connsiteX16" fmla="*/ 857719 w 887922"/>
                <a:gd name="connsiteY16" fmla="*/ 902993 h 2730677"/>
                <a:gd name="connsiteX17" fmla="*/ 870419 w 887922"/>
                <a:gd name="connsiteY17" fmla="*/ 877593 h 2730677"/>
                <a:gd name="connsiteX18" fmla="*/ 759295 w 887922"/>
                <a:gd name="connsiteY18" fmla="*/ 423568 h 2730677"/>
                <a:gd name="connsiteX19" fmla="*/ 848195 w 887922"/>
                <a:gd name="connsiteY19" fmla="*/ 356893 h 2730677"/>
                <a:gd name="connsiteX20" fmla="*/ 883119 w 887922"/>
                <a:gd name="connsiteY20" fmla="*/ 239418 h 2730677"/>
                <a:gd name="connsiteX21" fmla="*/ 838670 w 887922"/>
                <a:gd name="connsiteY21" fmla="*/ 64793 h 2730677"/>
                <a:gd name="connsiteX22" fmla="*/ 714842 w 887922"/>
                <a:gd name="connsiteY22" fmla="*/ 1290 h 2730677"/>
                <a:gd name="connsiteX23" fmla="*/ 521169 w 887922"/>
                <a:gd name="connsiteY23" fmla="*/ 125117 h 2730677"/>
                <a:gd name="connsiteX24" fmla="*/ 613244 w 887922"/>
                <a:gd name="connsiteY24" fmla="*/ 382292 h 2730677"/>
                <a:gd name="connsiteX25" fmla="*/ 511642 w 887922"/>
                <a:gd name="connsiteY25" fmla="*/ 518815 h 2730677"/>
                <a:gd name="connsiteX26" fmla="*/ 467192 w 887922"/>
                <a:gd name="connsiteY26" fmla="*/ 696615 h 2730677"/>
                <a:gd name="connsiteX27" fmla="*/ 517992 w 887922"/>
                <a:gd name="connsiteY27" fmla="*/ 998240 h 2730677"/>
                <a:gd name="connsiteX0" fmla="*/ 517992 w 883584"/>
                <a:gd name="connsiteY0" fmla="*/ 998240 h 2730677"/>
                <a:gd name="connsiteX1" fmla="*/ 470367 w 883584"/>
                <a:gd name="connsiteY1" fmla="*/ 1163340 h 2730677"/>
                <a:gd name="connsiteX2" fmla="*/ 479892 w 883584"/>
                <a:gd name="connsiteY2" fmla="*/ 1449090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587842 w 883584"/>
                <a:gd name="connsiteY15" fmla="*/ 725190 h 2730677"/>
                <a:gd name="connsiteX16" fmla="*/ 857719 w 883584"/>
                <a:gd name="connsiteY16" fmla="*/ 902993 h 2730677"/>
                <a:gd name="connsiteX17" fmla="*/ 759295 w 883584"/>
                <a:gd name="connsiteY17" fmla="*/ 423568 h 2730677"/>
                <a:gd name="connsiteX18" fmla="*/ 848195 w 883584"/>
                <a:gd name="connsiteY18" fmla="*/ 356893 h 2730677"/>
                <a:gd name="connsiteX19" fmla="*/ 883119 w 883584"/>
                <a:gd name="connsiteY19" fmla="*/ 239418 h 2730677"/>
                <a:gd name="connsiteX20" fmla="*/ 838670 w 883584"/>
                <a:gd name="connsiteY20" fmla="*/ 64793 h 2730677"/>
                <a:gd name="connsiteX21" fmla="*/ 714842 w 883584"/>
                <a:gd name="connsiteY21" fmla="*/ 1290 h 2730677"/>
                <a:gd name="connsiteX22" fmla="*/ 521169 w 883584"/>
                <a:gd name="connsiteY22" fmla="*/ 125117 h 2730677"/>
                <a:gd name="connsiteX23" fmla="*/ 613244 w 883584"/>
                <a:gd name="connsiteY23" fmla="*/ 382292 h 2730677"/>
                <a:gd name="connsiteX24" fmla="*/ 511642 w 883584"/>
                <a:gd name="connsiteY24" fmla="*/ 518815 h 2730677"/>
                <a:gd name="connsiteX25" fmla="*/ 467192 w 883584"/>
                <a:gd name="connsiteY25" fmla="*/ 696615 h 2730677"/>
                <a:gd name="connsiteX26" fmla="*/ 517992 w 883584"/>
                <a:gd name="connsiteY26" fmla="*/ 998240 h 2730677"/>
                <a:gd name="connsiteX0" fmla="*/ 517992 w 883584"/>
                <a:gd name="connsiteY0" fmla="*/ 998240 h 2730677"/>
                <a:gd name="connsiteX1" fmla="*/ 470367 w 883584"/>
                <a:gd name="connsiteY1" fmla="*/ 1163340 h 2730677"/>
                <a:gd name="connsiteX2" fmla="*/ 479892 w 883584"/>
                <a:gd name="connsiteY2" fmla="*/ 1449090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11642 w 883584"/>
                <a:gd name="connsiteY23" fmla="*/ 518815 h 2730677"/>
                <a:gd name="connsiteX24" fmla="*/ 467192 w 883584"/>
                <a:gd name="connsiteY24" fmla="*/ 696615 h 2730677"/>
                <a:gd name="connsiteX25" fmla="*/ 517992 w 883584"/>
                <a:gd name="connsiteY25" fmla="*/ 998240 h 2730677"/>
                <a:gd name="connsiteX0" fmla="*/ 517992 w 883584"/>
                <a:gd name="connsiteY0" fmla="*/ 998240 h 2730677"/>
                <a:gd name="connsiteX1" fmla="*/ 470367 w 883584"/>
                <a:gd name="connsiteY1" fmla="*/ 1163340 h 2730677"/>
                <a:gd name="connsiteX2" fmla="*/ 479892 w 883584"/>
                <a:gd name="connsiteY2" fmla="*/ 1449090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517992 w 883584"/>
                <a:gd name="connsiteY25" fmla="*/ 998240 h 2730677"/>
                <a:gd name="connsiteX0" fmla="*/ 517992 w 883584"/>
                <a:gd name="connsiteY0" fmla="*/ 998240 h 2730677"/>
                <a:gd name="connsiteX1" fmla="*/ 470367 w 883584"/>
                <a:gd name="connsiteY1" fmla="*/ 1163340 h 2730677"/>
                <a:gd name="connsiteX2" fmla="*/ 479892 w 883584"/>
                <a:gd name="connsiteY2" fmla="*/ 1449090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517992 w 883584"/>
                <a:gd name="connsiteY25" fmla="*/ 998240 h 2730677"/>
                <a:gd name="connsiteX0" fmla="*/ 517992 w 883584"/>
                <a:gd name="connsiteY0" fmla="*/ 998240 h 2730677"/>
                <a:gd name="connsiteX1" fmla="*/ 470367 w 883584"/>
                <a:gd name="connsiteY1" fmla="*/ 1163340 h 2730677"/>
                <a:gd name="connsiteX2" fmla="*/ 479892 w 883584"/>
                <a:gd name="connsiteY2" fmla="*/ 1449090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17992 w 883584"/>
                <a:gd name="connsiteY26" fmla="*/ 998240 h 2730677"/>
                <a:gd name="connsiteX0" fmla="*/ 508467 w 883584"/>
                <a:gd name="connsiteY0" fmla="*/ 1036340 h 2730677"/>
                <a:gd name="connsiteX1" fmla="*/ 470367 w 883584"/>
                <a:gd name="connsiteY1" fmla="*/ 1163340 h 2730677"/>
                <a:gd name="connsiteX2" fmla="*/ 479892 w 883584"/>
                <a:gd name="connsiteY2" fmla="*/ 1449090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36340 h 2730677"/>
                <a:gd name="connsiteX0" fmla="*/ 508467 w 883584"/>
                <a:gd name="connsiteY0" fmla="*/ 1036340 h 2730677"/>
                <a:gd name="connsiteX1" fmla="*/ 429092 w 883584"/>
                <a:gd name="connsiteY1" fmla="*/ 1293515 h 2730677"/>
                <a:gd name="connsiteX2" fmla="*/ 479892 w 883584"/>
                <a:gd name="connsiteY2" fmla="*/ 1449090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36340 h 2730677"/>
                <a:gd name="connsiteX0" fmla="*/ 508467 w 883584"/>
                <a:gd name="connsiteY0" fmla="*/ 1036340 h 2730677"/>
                <a:gd name="connsiteX1" fmla="*/ 429092 w 883584"/>
                <a:gd name="connsiteY1" fmla="*/ 1293515 h 2730677"/>
                <a:gd name="connsiteX2" fmla="*/ 467192 w 883584"/>
                <a:gd name="connsiteY2" fmla="*/ 15665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36340 h 2730677"/>
                <a:gd name="connsiteX0" fmla="*/ 508467 w 883584"/>
                <a:gd name="connsiteY0" fmla="*/ 1036340 h 2730677"/>
                <a:gd name="connsiteX1" fmla="*/ 429092 w 883584"/>
                <a:gd name="connsiteY1" fmla="*/ 1293515 h 2730677"/>
                <a:gd name="connsiteX2" fmla="*/ 467192 w 883584"/>
                <a:gd name="connsiteY2" fmla="*/ 15665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36340 h 2730677"/>
                <a:gd name="connsiteX0" fmla="*/ 508467 w 883584"/>
                <a:gd name="connsiteY0" fmla="*/ 1036340 h 2730677"/>
                <a:gd name="connsiteX1" fmla="*/ 429092 w 883584"/>
                <a:gd name="connsiteY1" fmla="*/ 1293515 h 2730677"/>
                <a:gd name="connsiteX2" fmla="*/ 467192 w 883584"/>
                <a:gd name="connsiteY2" fmla="*/ 15665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36340 h 2730677"/>
                <a:gd name="connsiteX0" fmla="*/ 508467 w 883584"/>
                <a:gd name="connsiteY0" fmla="*/ 1036340 h 2730677"/>
                <a:gd name="connsiteX1" fmla="*/ 429092 w 883584"/>
                <a:gd name="connsiteY1" fmla="*/ 1293515 h 2730677"/>
                <a:gd name="connsiteX2" fmla="*/ 467192 w 883584"/>
                <a:gd name="connsiteY2" fmla="*/ 15792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36340 h 2730677"/>
                <a:gd name="connsiteX0" fmla="*/ 508467 w 883584"/>
                <a:gd name="connsiteY0" fmla="*/ 1036340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36340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08467 w 883584"/>
                <a:gd name="connsiteY0" fmla="*/ 1071265 h 2730677"/>
                <a:gd name="connsiteX1" fmla="*/ 429092 w 883584"/>
                <a:gd name="connsiteY1" fmla="*/ 1293515 h 2730677"/>
                <a:gd name="connsiteX2" fmla="*/ 448142 w 883584"/>
                <a:gd name="connsiteY2" fmla="*/ 1591965 h 2730677"/>
                <a:gd name="connsiteX3" fmla="*/ 390992 w 883584"/>
                <a:gd name="connsiteY3" fmla="*/ 1950740 h 2730677"/>
                <a:gd name="connsiteX4" fmla="*/ 146517 w 883584"/>
                <a:gd name="connsiteY4" fmla="*/ 2220615 h 2730677"/>
                <a:gd name="connsiteX5" fmla="*/ 467 w 883584"/>
                <a:gd name="connsiteY5" fmla="*/ 2569865 h 2730677"/>
                <a:gd name="connsiteX6" fmla="*/ 98892 w 883584"/>
                <a:gd name="connsiteY6" fmla="*/ 2665115 h 2730677"/>
                <a:gd name="connsiteX7" fmla="*/ 365592 w 883584"/>
                <a:gd name="connsiteY7" fmla="*/ 2722264 h 2730677"/>
                <a:gd name="connsiteX8" fmla="*/ 187792 w 883584"/>
                <a:gd name="connsiteY8" fmla="*/ 2525415 h 2730677"/>
                <a:gd name="connsiteX9" fmla="*/ 610067 w 883584"/>
                <a:gd name="connsiteY9" fmla="*/ 2080915 h 2730677"/>
                <a:gd name="connsiteX10" fmla="*/ 794217 w 883584"/>
                <a:gd name="connsiteY10" fmla="*/ 1550690 h 2730677"/>
                <a:gd name="connsiteX11" fmla="*/ 876767 w 883584"/>
                <a:gd name="connsiteY11" fmla="*/ 1252240 h 2730677"/>
                <a:gd name="connsiteX12" fmla="*/ 860892 w 883584"/>
                <a:gd name="connsiteY12" fmla="*/ 1169690 h 2730677"/>
                <a:gd name="connsiteX13" fmla="*/ 724367 w 883584"/>
                <a:gd name="connsiteY13" fmla="*/ 1055390 h 2730677"/>
                <a:gd name="connsiteX14" fmla="*/ 644992 w 883584"/>
                <a:gd name="connsiteY14" fmla="*/ 839490 h 2730677"/>
                <a:gd name="connsiteX15" fmla="*/ 857719 w 883584"/>
                <a:gd name="connsiteY15" fmla="*/ 902993 h 2730677"/>
                <a:gd name="connsiteX16" fmla="*/ 759295 w 883584"/>
                <a:gd name="connsiteY16" fmla="*/ 423568 h 2730677"/>
                <a:gd name="connsiteX17" fmla="*/ 848195 w 883584"/>
                <a:gd name="connsiteY17" fmla="*/ 356893 h 2730677"/>
                <a:gd name="connsiteX18" fmla="*/ 883119 w 883584"/>
                <a:gd name="connsiteY18" fmla="*/ 239418 h 2730677"/>
                <a:gd name="connsiteX19" fmla="*/ 838670 w 883584"/>
                <a:gd name="connsiteY19" fmla="*/ 64793 h 2730677"/>
                <a:gd name="connsiteX20" fmla="*/ 714842 w 883584"/>
                <a:gd name="connsiteY20" fmla="*/ 1290 h 2730677"/>
                <a:gd name="connsiteX21" fmla="*/ 521169 w 883584"/>
                <a:gd name="connsiteY21" fmla="*/ 125117 h 2730677"/>
                <a:gd name="connsiteX22" fmla="*/ 613244 w 883584"/>
                <a:gd name="connsiteY22" fmla="*/ 382292 h 2730677"/>
                <a:gd name="connsiteX23" fmla="*/ 530692 w 883584"/>
                <a:gd name="connsiteY23" fmla="*/ 541040 h 2730677"/>
                <a:gd name="connsiteX24" fmla="*/ 467192 w 883584"/>
                <a:gd name="connsiteY24" fmla="*/ 696615 h 2730677"/>
                <a:gd name="connsiteX25" fmla="*/ 476719 w 883584"/>
                <a:gd name="connsiteY25" fmla="*/ 677568 h 2730677"/>
                <a:gd name="connsiteX26" fmla="*/ 508467 w 883584"/>
                <a:gd name="connsiteY26" fmla="*/ 1071265 h 2730677"/>
                <a:gd name="connsiteX0" fmla="*/ 515430 w 890547"/>
                <a:gd name="connsiteY0" fmla="*/ 1071265 h 2730677"/>
                <a:gd name="connsiteX1" fmla="*/ 436055 w 890547"/>
                <a:gd name="connsiteY1" fmla="*/ 1293515 h 2730677"/>
                <a:gd name="connsiteX2" fmla="*/ 455105 w 890547"/>
                <a:gd name="connsiteY2" fmla="*/ 1591965 h 2730677"/>
                <a:gd name="connsiteX3" fmla="*/ 397955 w 890547"/>
                <a:gd name="connsiteY3" fmla="*/ 1950740 h 2730677"/>
                <a:gd name="connsiteX4" fmla="*/ 153480 w 890547"/>
                <a:gd name="connsiteY4" fmla="*/ 2220615 h 2730677"/>
                <a:gd name="connsiteX5" fmla="*/ 7430 w 890547"/>
                <a:gd name="connsiteY5" fmla="*/ 2569865 h 2730677"/>
                <a:gd name="connsiteX6" fmla="*/ 105855 w 890547"/>
                <a:gd name="connsiteY6" fmla="*/ 2665115 h 2730677"/>
                <a:gd name="connsiteX7" fmla="*/ 372555 w 890547"/>
                <a:gd name="connsiteY7" fmla="*/ 2722264 h 2730677"/>
                <a:gd name="connsiteX8" fmla="*/ 194755 w 890547"/>
                <a:gd name="connsiteY8" fmla="*/ 2525415 h 2730677"/>
                <a:gd name="connsiteX9" fmla="*/ 617030 w 890547"/>
                <a:gd name="connsiteY9" fmla="*/ 2080915 h 2730677"/>
                <a:gd name="connsiteX10" fmla="*/ 801180 w 890547"/>
                <a:gd name="connsiteY10" fmla="*/ 1550690 h 2730677"/>
                <a:gd name="connsiteX11" fmla="*/ 883730 w 890547"/>
                <a:gd name="connsiteY11" fmla="*/ 1252240 h 2730677"/>
                <a:gd name="connsiteX12" fmla="*/ 867855 w 890547"/>
                <a:gd name="connsiteY12" fmla="*/ 1169690 h 2730677"/>
                <a:gd name="connsiteX13" fmla="*/ 731330 w 890547"/>
                <a:gd name="connsiteY13" fmla="*/ 1055390 h 2730677"/>
                <a:gd name="connsiteX14" fmla="*/ 651955 w 890547"/>
                <a:gd name="connsiteY14" fmla="*/ 839490 h 2730677"/>
                <a:gd name="connsiteX15" fmla="*/ 864682 w 890547"/>
                <a:gd name="connsiteY15" fmla="*/ 902993 h 2730677"/>
                <a:gd name="connsiteX16" fmla="*/ 766258 w 890547"/>
                <a:gd name="connsiteY16" fmla="*/ 423568 h 2730677"/>
                <a:gd name="connsiteX17" fmla="*/ 855158 w 890547"/>
                <a:gd name="connsiteY17" fmla="*/ 356893 h 2730677"/>
                <a:gd name="connsiteX18" fmla="*/ 890082 w 890547"/>
                <a:gd name="connsiteY18" fmla="*/ 239418 h 2730677"/>
                <a:gd name="connsiteX19" fmla="*/ 845633 w 890547"/>
                <a:gd name="connsiteY19" fmla="*/ 64793 h 2730677"/>
                <a:gd name="connsiteX20" fmla="*/ 721805 w 890547"/>
                <a:gd name="connsiteY20" fmla="*/ 1290 h 2730677"/>
                <a:gd name="connsiteX21" fmla="*/ 528132 w 890547"/>
                <a:gd name="connsiteY21" fmla="*/ 125117 h 2730677"/>
                <a:gd name="connsiteX22" fmla="*/ 620207 w 890547"/>
                <a:gd name="connsiteY22" fmla="*/ 382292 h 2730677"/>
                <a:gd name="connsiteX23" fmla="*/ 537655 w 890547"/>
                <a:gd name="connsiteY23" fmla="*/ 541040 h 2730677"/>
                <a:gd name="connsiteX24" fmla="*/ 474155 w 890547"/>
                <a:gd name="connsiteY24" fmla="*/ 696615 h 2730677"/>
                <a:gd name="connsiteX25" fmla="*/ 483682 w 890547"/>
                <a:gd name="connsiteY25" fmla="*/ 677568 h 2730677"/>
                <a:gd name="connsiteX26" fmla="*/ 515430 w 890547"/>
                <a:gd name="connsiteY26" fmla="*/ 1071265 h 2730677"/>
                <a:gd name="connsiteX0" fmla="*/ 509256 w 884373"/>
                <a:gd name="connsiteY0" fmla="*/ 1071265 h 2730677"/>
                <a:gd name="connsiteX1" fmla="*/ 429881 w 884373"/>
                <a:gd name="connsiteY1" fmla="*/ 1293515 h 2730677"/>
                <a:gd name="connsiteX2" fmla="*/ 448931 w 884373"/>
                <a:gd name="connsiteY2" fmla="*/ 1591965 h 2730677"/>
                <a:gd name="connsiteX3" fmla="*/ 391781 w 884373"/>
                <a:gd name="connsiteY3" fmla="*/ 1950740 h 2730677"/>
                <a:gd name="connsiteX4" fmla="*/ 147306 w 884373"/>
                <a:gd name="connsiteY4" fmla="*/ 2220615 h 2730677"/>
                <a:gd name="connsiteX5" fmla="*/ 1256 w 884373"/>
                <a:gd name="connsiteY5" fmla="*/ 2569865 h 2730677"/>
                <a:gd name="connsiteX6" fmla="*/ 99681 w 884373"/>
                <a:gd name="connsiteY6" fmla="*/ 2665115 h 2730677"/>
                <a:gd name="connsiteX7" fmla="*/ 366381 w 884373"/>
                <a:gd name="connsiteY7" fmla="*/ 2722264 h 2730677"/>
                <a:gd name="connsiteX8" fmla="*/ 188581 w 884373"/>
                <a:gd name="connsiteY8" fmla="*/ 2525415 h 2730677"/>
                <a:gd name="connsiteX9" fmla="*/ 610856 w 884373"/>
                <a:gd name="connsiteY9" fmla="*/ 2080915 h 2730677"/>
                <a:gd name="connsiteX10" fmla="*/ 795006 w 884373"/>
                <a:gd name="connsiteY10" fmla="*/ 1550690 h 2730677"/>
                <a:gd name="connsiteX11" fmla="*/ 877556 w 884373"/>
                <a:gd name="connsiteY11" fmla="*/ 1252240 h 2730677"/>
                <a:gd name="connsiteX12" fmla="*/ 861681 w 884373"/>
                <a:gd name="connsiteY12" fmla="*/ 1169690 h 2730677"/>
                <a:gd name="connsiteX13" fmla="*/ 725156 w 884373"/>
                <a:gd name="connsiteY13" fmla="*/ 1055390 h 2730677"/>
                <a:gd name="connsiteX14" fmla="*/ 645781 w 884373"/>
                <a:gd name="connsiteY14" fmla="*/ 839490 h 2730677"/>
                <a:gd name="connsiteX15" fmla="*/ 858508 w 884373"/>
                <a:gd name="connsiteY15" fmla="*/ 902993 h 2730677"/>
                <a:gd name="connsiteX16" fmla="*/ 760084 w 884373"/>
                <a:gd name="connsiteY16" fmla="*/ 423568 h 2730677"/>
                <a:gd name="connsiteX17" fmla="*/ 848984 w 884373"/>
                <a:gd name="connsiteY17" fmla="*/ 356893 h 2730677"/>
                <a:gd name="connsiteX18" fmla="*/ 883908 w 884373"/>
                <a:gd name="connsiteY18" fmla="*/ 239418 h 2730677"/>
                <a:gd name="connsiteX19" fmla="*/ 839459 w 884373"/>
                <a:gd name="connsiteY19" fmla="*/ 64793 h 2730677"/>
                <a:gd name="connsiteX20" fmla="*/ 715631 w 884373"/>
                <a:gd name="connsiteY20" fmla="*/ 1290 h 2730677"/>
                <a:gd name="connsiteX21" fmla="*/ 521958 w 884373"/>
                <a:gd name="connsiteY21" fmla="*/ 125117 h 2730677"/>
                <a:gd name="connsiteX22" fmla="*/ 614033 w 884373"/>
                <a:gd name="connsiteY22" fmla="*/ 382292 h 2730677"/>
                <a:gd name="connsiteX23" fmla="*/ 531481 w 884373"/>
                <a:gd name="connsiteY23" fmla="*/ 541040 h 2730677"/>
                <a:gd name="connsiteX24" fmla="*/ 467981 w 884373"/>
                <a:gd name="connsiteY24" fmla="*/ 696615 h 2730677"/>
                <a:gd name="connsiteX25" fmla="*/ 477508 w 884373"/>
                <a:gd name="connsiteY25" fmla="*/ 677568 h 2730677"/>
                <a:gd name="connsiteX26" fmla="*/ 509256 w 884373"/>
                <a:gd name="connsiteY26" fmla="*/ 1071265 h 2730677"/>
                <a:gd name="connsiteX0" fmla="*/ 515259 w 890376"/>
                <a:gd name="connsiteY0" fmla="*/ 1071265 h 2730677"/>
                <a:gd name="connsiteX1" fmla="*/ 435884 w 890376"/>
                <a:gd name="connsiteY1" fmla="*/ 1293515 h 2730677"/>
                <a:gd name="connsiteX2" fmla="*/ 454934 w 890376"/>
                <a:gd name="connsiteY2" fmla="*/ 1591965 h 2730677"/>
                <a:gd name="connsiteX3" fmla="*/ 397784 w 890376"/>
                <a:gd name="connsiteY3" fmla="*/ 1950740 h 2730677"/>
                <a:gd name="connsiteX4" fmla="*/ 153309 w 890376"/>
                <a:gd name="connsiteY4" fmla="*/ 2220615 h 2730677"/>
                <a:gd name="connsiteX5" fmla="*/ 7259 w 890376"/>
                <a:gd name="connsiteY5" fmla="*/ 2569865 h 2730677"/>
                <a:gd name="connsiteX6" fmla="*/ 105684 w 890376"/>
                <a:gd name="connsiteY6" fmla="*/ 2665115 h 2730677"/>
                <a:gd name="connsiteX7" fmla="*/ 372384 w 890376"/>
                <a:gd name="connsiteY7" fmla="*/ 2722264 h 2730677"/>
                <a:gd name="connsiteX8" fmla="*/ 194584 w 890376"/>
                <a:gd name="connsiteY8" fmla="*/ 2525415 h 2730677"/>
                <a:gd name="connsiteX9" fmla="*/ 616859 w 890376"/>
                <a:gd name="connsiteY9" fmla="*/ 2080915 h 2730677"/>
                <a:gd name="connsiteX10" fmla="*/ 801009 w 890376"/>
                <a:gd name="connsiteY10" fmla="*/ 1550690 h 2730677"/>
                <a:gd name="connsiteX11" fmla="*/ 883559 w 890376"/>
                <a:gd name="connsiteY11" fmla="*/ 1252240 h 2730677"/>
                <a:gd name="connsiteX12" fmla="*/ 867684 w 890376"/>
                <a:gd name="connsiteY12" fmla="*/ 1169690 h 2730677"/>
                <a:gd name="connsiteX13" fmla="*/ 731159 w 890376"/>
                <a:gd name="connsiteY13" fmla="*/ 1055390 h 2730677"/>
                <a:gd name="connsiteX14" fmla="*/ 651784 w 890376"/>
                <a:gd name="connsiteY14" fmla="*/ 839490 h 2730677"/>
                <a:gd name="connsiteX15" fmla="*/ 864511 w 890376"/>
                <a:gd name="connsiteY15" fmla="*/ 902993 h 2730677"/>
                <a:gd name="connsiteX16" fmla="*/ 766087 w 890376"/>
                <a:gd name="connsiteY16" fmla="*/ 423568 h 2730677"/>
                <a:gd name="connsiteX17" fmla="*/ 854987 w 890376"/>
                <a:gd name="connsiteY17" fmla="*/ 356893 h 2730677"/>
                <a:gd name="connsiteX18" fmla="*/ 889911 w 890376"/>
                <a:gd name="connsiteY18" fmla="*/ 239418 h 2730677"/>
                <a:gd name="connsiteX19" fmla="*/ 845462 w 890376"/>
                <a:gd name="connsiteY19" fmla="*/ 64793 h 2730677"/>
                <a:gd name="connsiteX20" fmla="*/ 721634 w 890376"/>
                <a:gd name="connsiteY20" fmla="*/ 1290 h 2730677"/>
                <a:gd name="connsiteX21" fmla="*/ 527961 w 890376"/>
                <a:gd name="connsiteY21" fmla="*/ 125117 h 2730677"/>
                <a:gd name="connsiteX22" fmla="*/ 620036 w 890376"/>
                <a:gd name="connsiteY22" fmla="*/ 382292 h 2730677"/>
                <a:gd name="connsiteX23" fmla="*/ 537484 w 890376"/>
                <a:gd name="connsiteY23" fmla="*/ 541040 h 2730677"/>
                <a:gd name="connsiteX24" fmla="*/ 473984 w 890376"/>
                <a:gd name="connsiteY24" fmla="*/ 696615 h 2730677"/>
                <a:gd name="connsiteX25" fmla="*/ 483511 w 890376"/>
                <a:gd name="connsiteY25" fmla="*/ 677568 h 2730677"/>
                <a:gd name="connsiteX26" fmla="*/ 515259 w 890376"/>
                <a:gd name="connsiteY26" fmla="*/ 1071265 h 2730677"/>
                <a:gd name="connsiteX0" fmla="*/ 509862 w 884979"/>
                <a:gd name="connsiteY0" fmla="*/ 1071265 h 2730677"/>
                <a:gd name="connsiteX1" fmla="*/ 430487 w 884979"/>
                <a:gd name="connsiteY1" fmla="*/ 1293515 h 2730677"/>
                <a:gd name="connsiteX2" fmla="*/ 449537 w 884979"/>
                <a:gd name="connsiteY2" fmla="*/ 1591965 h 2730677"/>
                <a:gd name="connsiteX3" fmla="*/ 392387 w 884979"/>
                <a:gd name="connsiteY3" fmla="*/ 1950740 h 2730677"/>
                <a:gd name="connsiteX4" fmla="*/ 147912 w 884979"/>
                <a:gd name="connsiteY4" fmla="*/ 2220615 h 2730677"/>
                <a:gd name="connsiteX5" fmla="*/ 1862 w 884979"/>
                <a:gd name="connsiteY5" fmla="*/ 2569865 h 2730677"/>
                <a:gd name="connsiteX6" fmla="*/ 65362 w 884979"/>
                <a:gd name="connsiteY6" fmla="*/ 2646065 h 2730677"/>
                <a:gd name="connsiteX7" fmla="*/ 366987 w 884979"/>
                <a:gd name="connsiteY7" fmla="*/ 2722264 h 2730677"/>
                <a:gd name="connsiteX8" fmla="*/ 189187 w 884979"/>
                <a:gd name="connsiteY8" fmla="*/ 2525415 h 2730677"/>
                <a:gd name="connsiteX9" fmla="*/ 611462 w 884979"/>
                <a:gd name="connsiteY9" fmla="*/ 2080915 h 2730677"/>
                <a:gd name="connsiteX10" fmla="*/ 795612 w 884979"/>
                <a:gd name="connsiteY10" fmla="*/ 1550690 h 2730677"/>
                <a:gd name="connsiteX11" fmla="*/ 878162 w 884979"/>
                <a:gd name="connsiteY11" fmla="*/ 1252240 h 2730677"/>
                <a:gd name="connsiteX12" fmla="*/ 862287 w 884979"/>
                <a:gd name="connsiteY12" fmla="*/ 1169690 h 2730677"/>
                <a:gd name="connsiteX13" fmla="*/ 725762 w 884979"/>
                <a:gd name="connsiteY13" fmla="*/ 1055390 h 2730677"/>
                <a:gd name="connsiteX14" fmla="*/ 646387 w 884979"/>
                <a:gd name="connsiteY14" fmla="*/ 839490 h 2730677"/>
                <a:gd name="connsiteX15" fmla="*/ 859114 w 884979"/>
                <a:gd name="connsiteY15" fmla="*/ 902993 h 2730677"/>
                <a:gd name="connsiteX16" fmla="*/ 760690 w 884979"/>
                <a:gd name="connsiteY16" fmla="*/ 423568 h 2730677"/>
                <a:gd name="connsiteX17" fmla="*/ 849590 w 884979"/>
                <a:gd name="connsiteY17" fmla="*/ 356893 h 2730677"/>
                <a:gd name="connsiteX18" fmla="*/ 884514 w 884979"/>
                <a:gd name="connsiteY18" fmla="*/ 239418 h 2730677"/>
                <a:gd name="connsiteX19" fmla="*/ 840065 w 884979"/>
                <a:gd name="connsiteY19" fmla="*/ 64793 h 2730677"/>
                <a:gd name="connsiteX20" fmla="*/ 716237 w 884979"/>
                <a:gd name="connsiteY20" fmla="*/ 1290 h 2730677"/>
                <a:gd name="connsiteX21" fmla="*/ 522564 w 884979"/>
                <a:gd name="connsiteY21" fmla="*/ 125117 h 2730677"/>
                <a:gd name="connsiteX22" fmla="*/ 614639 w 884979"/>
                <a:gd name="connsiteY22" fmla="*/ 382292 h 2730677"/>
                <a:gd name="connsiteX23" fmla="*/ 532087 w 884979"/>
                <a:gd name="connsiteY23" fmla="*/ 541040 h 2730677"/>
                <a:gd name="connsiteX24" fmla="*/ 468587 w 884979"/>
                <a:gd name="connsiteY24" fmla="*/ 696615 h 2730677"/>
                <a:gd name="connsiteX25" fmla="*/ 478114 w 884979"/>
                <a:gd name="connsiteY25" fmla="*/ 677568 h 2730677"/>
                <a:gd name="connsiteX26" fmla="*/ 509862 w 884979"/>
                <a:gd name="connsiteY26" fmla="*/ 1071265 h 2730677"/>
                <a:gd name="connsiteX0" fmla="*/ 509862 w 884979"/>
                <a:gd name="connsiteY0" fmla="*/ 1071265 h 2730677"/>
                <a:gd name="connsiteX1" fmla="*/ 430487 w 884979"/>
                <a:gd name="connsiteY1" fmla="*/ 1293515 h 2730677"/>
                <a:gd name="connsiteX2" fmla="*/ 449537 w 884979"/>
                <a:gd name="connsiteY2" fmla="*/ 1591965 h 2730677"/>
                <a:gd name="connsiteX3" fmla="*/ 392387 w 884979"/>
                <a:gd name="connsiteY3" fmla="*/ 1950740 h 2730677"/>
                <a:gd name="connsiteX4" fmla="*/ 147912 w 884979"/>
                <a:gd name="connsiteY4" fmla="*/ 2220615 h 2730677"/>
                <a:gd name="connsiteX5" fmla="*/ 1862 w 884979"/>
                <a:gd name="connsiteY5" fmla="*/ 2569865 h 2730677"/>
                <a:gd name="connsiteX6" fmla="*/ 65362 w 884979"/>
                <a:gd name="connsiteY6" fmla="*/ 2646065 h 2730677"/>
                <a:gd name="connsiteX7" fmla="*/ 366987 w 884979"/>
                <a:gd name="connsiteY7" fmla="*/ 2722264 h 2730677"/>
                <a:gd name="connsiteX8" fmla="*/ 189187 w 884979"/>
                <a:gd name="connsiteY8" fmla="*/ 2525415 h 2730677"/>
                <a:gd name="connsiteX9" fmla="*/ 611462 w 884979"/>
                <a:gd name="connsiteY9" fmla="*/ 2080915 h 2730677"/>
                <a:gd name="connsiteX10" fmla="*/ 795612 w 884979"/>
                <a:gd name="connsiteY10" fmla="*/ 1550690 h 2730677"/>
                <a:gd name="connsiteX11" fmla="*/ 878162 w 884979"/>
                <a:gd name="connsiteY11" fmla="*/ 1252240 h 2730677"/>
                <a:gd name="connsiteX12" fmla="*/ 862287 w 884979"/>
                <a:gd name="connsiteY12" fmla="*/ 1169690 h 2730677"/>
                <a:gd name="connsiteX13" fmla="*/ 725762 w 884979"/>
                <a:gd name="connsiteY13" fmla="*/ 1055390 h 2730677"/>
                <a:gd name="connsiteX14" fmla="*/ 646387 w 884979"/>
                <a:gd name="connsiteY14" fmla="*/ 839490 h 2730677"/>
                <a:gd name="connsiteX15" fmla="*/ 859114 w 884979"/>
                <a:gd name="connsiteY15" fmla="*/ 902993 h 2730677"/>
                <a:gd name="connsiteX16" fmla="*/ 760690 w 884979"/>
                <a:gd name="connsiteY16" fmla="*/ 423568 h 2730677"/>
                <a:gd name="connsiteX17" fmla="*/ 849590 w 884979"/>
                <a:gd name="connsiteY17" fmla="*/ 356893 h 2730677"/>
                <a:gd name="connsiteX18" fmla="*/ 884514 w 884979"/>
                <a:gd name="connsiteY18" fmla="*/ 239418 h 2730677"/>
                <a:gd name="connsiteX19" fmla="*/ 840065 w 884979"/>
                <a:gd name="connsiteY19" fmla="*/ 64793 h 2730677"/>
                <a:gd name="connsiteX20" fmla="*/ 716237 w 884979"/>
                <a:gd name="connsiteY20" fmla="*/ 1290 h 2730677"/>
                <a:gd name="connsiteX21" fmla="*/ 522564 w 884979"/>
                <a:gd name="connsiteY21" fmla="*/ 125117 h 2730677"/>
                <a:gd name="connsiteX22" fmla="*/ 614639 w 884979"/>
                <a:gd name="connsiteY22" fmla="*/ 382292 h 2730677"/>
                <a:gd name="connsiteX23" fmla="*/ 532087 w 884979"/>
                <a:gd name="connsiteY23" fmla="*/ 541040 h 2730677"/>
                <a:gd name="connsiteX24" fmla="*/ 468587 w 884979"/>
                <a:gd name="connsiteY24" fmla="*/ 696615 h 2730677"/>
                <a:gd name="connsiteX25" fmla="*/ 478114 w 884979"/>
                <a:gd name="connsiteY25" fmla="*/ 677568 h 2730677"/>
                <a:gd name="connsiteX26" fmla="*/ 509862 w 884979"/>
                <a:gd name="connsiteY26" fmla="*/ 1071265 h 2730677"/>
                <a:gd name="connsiteX0" fmla="*/ 509192 w 884309"/>
                <a:gd name="connsiteY0" fmla="*/ 1071265 h 2730677"/>
                <a:gd name="connsiteX1" fmla="*/ 429817 w 884309"/>
                <a:gd name="connsiteY1" fmla="*/ 1293515 h 2730677"/>
                <a:gd name="connsiteX2" fmla="*/ 448867 w 884309"/>
                <a:gd name="connsiteY2" fmla="*/ 1591965 h 2730677"/>
                <a:gd name="connsiteX3" fmla="*/ 391717 w 884309"/>
                <a:gd name="connsiteY3" fmla="*/ 1950740 h 2730677"/>
                <a:gd name="connsiteX4" fmla="*/ 147242 w 884309"/>
                <a:gd name="connsiteY4" fmla="*/ 2220615 h 2730677"/>
                <a:gd name="connsiteX5" fmla="*/ 1192 w 884309"/>
                <a:gd name="connsiteY5" fmla="*/ 2569865 h 2730677"/>
                <a:gd name="connsiteX6" fmla="*/ 77392 w 884309"/>
                <a:gd name="connsiteY6" fmla="*/ 2652415 h 2730677"/>
                <a:gd name="connsiteX7" fmla="*/ 366317 w 884309"/>
                <a:gd name="connsiteY7" fmla="*/ 2722264 h 2730677"/>
                <a:gd name="connsiteX8" fmla="*/ 188517 w 884309"/>
                <a:gd name="connsiteY8" fmla="*/ 2525415 h 2730677"/>
                <a:gd name="connsiteX9" fmla="*/ 610792 w 884309"/>
                <a:gd name="connsiteY9" fmla="*/ 2080915 h 2730677"/>
                <a:gd name="connsiteX10" fmla="*/ 794942 w 884309"/>
                <a:gd name="connsiteY10" fmla="*/ 1550690 h 2730677"/>
                <a:gd name="connsiteX11" fmla="*/ 877492 w 884309"/>
                <a:gd name="connsiteY11" fmla="*/ 1252240 h 2730677"/>
                <a:gd name="connsiteX12" fmla="*/ 861617 w 884309"/>
                <a:gd name="connsiteY12" fmla="*/ 1169690 h 2730677"/>
                <a:gd name="connsiteX13" fmla="*/ 725092 w 884309"/>
                <a:gd name="connsiteY13" fmla="*/ 1055390 h 2730677"/>
                <a:gd name="connsiteX14" fmla="*/ 645717 w 884309"/>
                <a:gd name="connsiteY14" fmla="*/ 839490 h 2730677"/>
                <a:gd name="connsiteX15" fmla="*/ 858444 w 884309"/>
                <a:gd name="connsiteY15" fmla="*/ 902993 h 2730677"/>
                <a:gd name="connsiteX16" fmla="*/ 760020 w 884309"/>
                <a:gd name="connsiteY16" fmla="*/ 423568 h 2730677"/>
                <a:gd name="connsiteX17" fmla="*/ 848920 w 884309"/>
                <a:gd name="connsiteY17" fmla="*/ 356893 h 2730677"/>
                <a:gd name="connsiteX18" fmla="*/ 883844 w 884309"/>
                <a:gd name="connsiteY18" fmla="*/ 239418 h 2730677"/>
                <a:gd name="connsiteX19" fmla="*/ 839395 w 884309"/>
                <a:gd name="connsiteY19" fmla="*/ 64793 h 2730677"/>
                <a:gd name="connsiteX20" fmla="*/ 715567 w 884309"/>
                <a:gd name="connsiteY20" fmla="*/ 1290 h 2730677"/>
                <a:gd name="connsiteX21" fmla="*/ 521894 w 884309"/>
                <a:gd name="connsiteY21" fmla="*/ 125117 h 2730677"/>
                <a:gd name="connsiteX22" fmla="*/ 613969 w 884309"/>
                <a:gd name="connsiteY22" fmla="*/ 382292 h 2730677"/>
                <a:gd name="connsiteX23" fmla="*/ 531417 w 884309"/>
                <a:gd name="connsiteY23" fmla="*/ 541040 h 2730677"/>
                <a:gd name="connsiteX24" fmla="*/ 467917 w 884309"/>
                <a:gd name="connsiteY24" fmla="*/ 696615 h 2730677"/>
                <a:gd name="connsiteX25" fmla="*/ 477444 w 884309"/>
                <a:gd name="connsiteY25" fmla="*/ 677568 h 2730677"/>
                <a:gd name="connsiteX26" fmla="*/ 509192 w 884309"/>
                <a:gd name="connsiteY26" fmla="*/ 1071265 h 2730677"/>
                <a:gd name="connsiteX0" fmla="*/ 509192 w 884309"/>
                <a:gd name="connsiteY0" fmla="*/ 1071265 h 2730677"/>
                <a:gd name="connsiteX1" fmla="*/ 429817 w 884309"/>
                <a:gd name="connsiteY1" fmla="*/ 1293515 h 2730677"/>
                <a:gd name="connsiteX2" fmla="*/ 448867 w 884309"/>
                <a:gd name="connsiteY2" fmla="*/ 1591965 h 2730677"/>
                <a:gd name="connsiteX3" fmla="*/ 391717 w 884309"/>
                <a:gd name="connsiteY3" fmla="*/ 1950740 h 2730677"/>
                <a:gd name="connsiteX4" fmla="*/ 147242 w 884309"/>
                <a:gd name="connsiteY4" fmla="*/ 2220615 h 2730677"/>
                <a:gd name="connsiteX5" fmla="*/ 1192 w 884309"/>
                <a:gd name="connsiteY5" fmla="*/ 2569865 h 2730677"/>
                <a:gd name="connsiteX6" fmla="*/ 77392 w 884309"/>
                <a:gd name="connsiteY6" fmla="*/ 2652415 h 2730677"/>
                <a:gd name="connsiteX7" fmla="*/ 366317 w 884309"/>
                <a:gd name="connsiteY7" fmla="*/ 2722264 h 2730677"/>
                <a:gd name="connsiteX8" fmla="*/ 188517 w 884309"/>
                <a:gd name="connsiteY8" fmla="*/ 2525415 h 2730677"/>
                <a:gd name="connsiteX9" fmla="*/ 610792 w 884309"/>
                <a:gd name="connsiteY9" fmla="*/ 2080915 h 2730677"/>
                <a:gd name="connsiteX10" fmla="*/ 794942 w 884309"/>
                <a:gd name="connsiteY10" fmla="*/ 1550690 h 2730677"/>
                <a:gd name="connsiteX11" fmla="*/ 877492 w 884309"/>
                <a:gd name="connsiteY11" fmla="*/ 1252240 h 2730677"/>
                <a:gd name="connsiteX12" fmla="*/ 861617 w 884309"/>
                <a:gd name="connsiteY12" fmla="*/ 1169690 h 2730677"/>
                <a:gd name="connsiteX13" fmla="*/ 725092 w 884309"/>
                <a:gd name="connsiteY13" fmla="*/ 1055390 h 2730677"/>
                <a:gd name="connsiteX14" fmla="*/ 645717 w 884309"/>
                <a:gd name="connsiteY14" fmla="*/ 839490 h 2730677"/>
                <a:gd name="connsiteX15" fmla="*/ 858444 w 884309"/>
                <a:gd name="connsiteY15" fmla="*/ 902993 h 2730677"/>
                <a:gd name="connsiteX16" fmla="*/ 760020 w 884309"/>
                <a:gd name="connsiteY16" fmla="*/ 423568 h 2730677"/>
                <a:gd name="connsiteX17" fmla="*/ 848920 w 884309"/>
                <a:gd name="connsiteY17" fmla="*/ 356893 h 2730677"/>
                <a:gd name="connsiteX18" fmla="*/ 883844 w 884309"/>
                <a:gd name="connsiteY18" fmla="*/ 239418 h 2730677"/>
                <a:gd name="connsiteX19" fmla="*/ 839395 w 884309"/>
                <a:gd name="connsiteY19" fmla="*/ 64793 h 2730677"/>
                <a:gd name="connsiteX20" fmla="*/ 715567 w 884309"/>
                <a:gd name="connsiteY20" fmla="*/ 1290 h 2730677"/>
                <a:gd name="connsiteX21" fmla="*/ 521894 w 884309"/>
                <a:gd name="connsiteY21" fmla="*/ 125117 h 2730677"/>
                <a:gd name="connsiteX22" fmla="*/ 613969 w 884309"/>
                <a:gd name="connsiteY22" fmla="*/ 382292 h 2730677"/>
                <a:gd name="connsiteX23" fmla="*/ 531417 w 884309"/>
                <a:gd name="connsiteY23" fmla="*/ 541040 h 2730677"/>
                <a:gd name="connsiteX24" fmla="*/ 467917 w 884309"/>
                <a:gd name="connsiteY24" fmla="*/ 696615 h 2730677"/>
                <a:gd name="connsiteX25" fmla="*/ 477444 w 884309"/>
                <a:gd name="connsiteY25" fmla="*/ 677568 h 2730677"/>
                <a:gd name="connsiteX26" fmla="*/ 509192 w 884309"/>
                <a:gd name="connsiteY26" fmla="*/ 1071265 h 2730677"/>
                <a:gd name="connsiteX0" fmla="*/ 509192 w 884309"/>
                <a:gd name="connsiteY0" fmla="*/ 1071265 h 2722264"/>
                <a:gd name="connsiteX1" fmla="*/ 429817 w 884309"/>
                <a:gd name="connsiteY1" fmla="*/ 1293515 h 2722264"/>
                <a:gd name="connsiteX2" fmla="*/ 448867 w 884309"/>
                <a:gd name="connsiteY2" fmla="*/ 1591965 h 2722264"/>
                <a:gd name="connsiteX3" fmla="*/ 391717 w 884309"/>
                <a:gd name="connsiteY3" fmla="*/ 1950740 h 2722264"/>
                <a:gd name="connsiteX4" fmla="*/ 147242 w 884309"/>
                <a:gd name="connsiteY4" fmla="*/ 2220615 h 2722264"/>
                <a:gd name="connsiteX5" fmla="*/ 1192 w 884309"/>
                <a:gd name="connsiteY5" fmla="*/ 2569865 h 2722264"/>
                <a:gd name="connsiteX6" fmla="*/ 77392 w 884309"/>
                <a:gd name="connsiteY6" fmla="*/ 2652415 h 2722264"/>
                <a:gd name="connsiteX7" fmla="*/ 366317 w 884309"/>
                <a:gd name="connsiteY7" fmla="*/ 2722264 h 2722264"/>
                <a:gd name="connsiteX8" fmla="*/ 188517 w 884309"/>
                <a:gd name="connsiteY8" fmla="*/ 2525415 h 2722264"/>
                <a:gd name="connsiteX9" fmla="*/ 610792 w 884309"/>
                <a:gd name="connsiteY9" fmla="*/ 2080915 h 2722264"/>
                <a:gd name="connsiteX10" fmla="*/ 794942 w 884309"/>
                <a:gd name="connsiteY10" fmla="*/ 1550690 h 2722264"/>
                <a:gd name="connsiteX11" fmla="*/ 877492 w 884309"/>
                <a:gd name="connsiteY11" fmla="*/ 1252240 h 2722264"/>
                <a:gd name="connsiteX12" fmla="*/ 861617 w 884309"/>
                <a:gd name="connsiteY12" fmla="*/ 1169690 h 2722264"/>
                <a:gd name="connsiteX13" fmla="*/ 725092 w 884309"/>
                <a:gd name="connsiteY13" fmla="*/ 1055390 h 2722264"/>
                <a:gd name="connsiteX14" fmla="*/ 645717 w 884309"/>
                <a:gd name="connsiteY14" fmla="*/ 839490 h 2722264"/>
                <a:gd name="connsiteX15" fmla="*/ 858444 w 884309"/>
                <a:gd name="connsiteY15" fmla="*/ 902993 h 2722264"/>
                <a:gd name="connsiteX16" fmla="*/ 760020 w 884309"/>
                <a:gd name="connsiteY16" fmla="*/ 423568 h 2722264"/>
                <a:gd name="connsiteX17" fmla="*/ 848920 w 884309"/>
                <a:gd name="connsiteY17" fmla="*/ 356893 h 2722264"/>
                <a:gd name="connsiteX18" fmla="*/ 883844 w 884309"/>
                <a:gd name="connsiteY18" fmla="*/ 239418 h 2722264"/>
                <a:gd name="connsiteX19" fmla="*/ 839395 w 884309"/>
                <a:gd name="connsiteY19" fmla="*/ 64793 h 2722264"/>
                <a:gd name="connsiteX20" fmla="*/ 715567 w 884309"/>
                <a:gd name="connsiteY20" fmla="*/ 1290 h 2722264"/>
                <a:gd name="connsiteX21" fmla="*/ 521894 w 884309"/>
                <a:gd name="connsiteY21" fmla="*/ 125117 h 2722264"/>
                <a:gd name="connsiteX22" fmla="*/ 613969 w 884309"/>
                <a:gd name="connsiteY22" fmla="*/ 382292 h 2722264"/>
                <a:gd name="connsiteX23" fmla="*/ 531417 w 884309"/>
                <a:gd name="connsiteY23" fmla="*/ 541040 h 2722264"/>
                <a:gd name="connsiteX24" fmla="*/ 467917 w 884309"/>
                <a:gd name="connsiteY24" fmla="*/ 696615 h 2722264"/>
                <a:gd name="connsiteX25" fmla="*/ 477444 w 884309"/>
                <a:gd name="connsiteY25" fmla="*/ 677568 h 2722264"/>
                <a:gd name="connsiteX26" fmla="*/ 509192 w 884309"/>
                <a:gd name="connsiteY26" fmla="*/ 1071265 h 2722264"/>
                <a:gd name="connsiteX0" fmla="*/ 509192 w 884309"/>
                <a:gd name="connsiteY0" fmla="*/ 1071265 h 2722264"/>
                <a:gd name="connsiteX1" fmla="*/ 429817 w 884309"/>
                <a:gd name="connsiteY1" fmla="*/ 1293515 h 2722264"/>
                <a:gd name="connsiteX2" fmla="*/ 448867 w 884309"/>
                <a:gd name="connsiteY2" fmla="*/ 1591965 h 2722264"/>
                <a:gd name="connsiteX3" fmla="*/ 391717 w 884309"/>
                <a:gd name="connsiteY3" fmla="*/ 1950740 h 2722264"/>
                <a:gd name="connsiteX4" fmla="*/ 147242 w 884309"/>
                <a:gd name="connsiteY4" fmla="*/ 2220615 h 2722264"/>
                <a:gd name="connsiteX5" fmla="*/ 1192 w 884309"/>
                <a:gd name="connsiteY5" fmla="*/ 2569865 h 2722264"/>
                <a:gd name="connsiteX6" fmla="*/ 77392 w 884309"/>
                <a:gd name="connsiteY6" fmla="*/ 2652415 h 2722264"/>
                <a:gd name="connsiteX7" fmla="*/ 366317 w 884309"/>
                <a:gd name="connsiteY7" fmla="*/ 2722264 h 2722264"/>
                <a:gd name="connsiteX8" fmla="*/ 188517 w 884309"/>
                <a:gd name="connsiteY8" fmla="*/ 2525415 h 2722264"/>
                <a:gd name="connsiteX9" fmla="*/ 610792 w 884309"/>
                <a:gd name="connsiteY9" fmla="*/ 2080915 h 2722264"/>
                <a:gd name="connsiteX10" fmla="*/ 794942 w 884309"/>
                <a:gd name="connsiteY10" fmla="*/ 1550690 h 2722264"/>
                <a:gd name="connsiteX11" fmla="*/ 877492 w 884309"/>
                <a:gd name="connsiteY11" fmla="*/ 1252240 h 2722264"/>
                <a:gd name="connsiteX12" fmla="*/ 861617 w 884309"/>
                <a:gd name="connsiteY12" fmla="*/ 1169690 h 2722264"/>
                <a:gd name="connsiteX13" fmla="*/ 725092 w 884309"/>
                <a:gd name="connsiteY13" fmla="*/ 1055390 h 2722264"/>
                <a:gd name="connsiteX14" fmla="*/ 645717 w 884309"/>
                <a:gd name="connsiteY14" fmla="*/ 839490 h 2722264"/>
                <a:gd name="connsiteX15" fmla="*/ 858444 w 884309"/>
                <a:gd name="connsiteY15" fmla="*/ 902993 h 2722264"/>
                <a:gd name="connsiteX16" fmla="*/ 760020 w 884309"/>
                <a:gd name="connsiteY16" fmla="*/ 423568 h 2722264"/>
                <a:gd name="connsiteX17" fmla="*/ 848920 w 884309"/>
                <a:gd name="connsiteY17" fmla="*/ 356893 h 2722264"/>
                <a:gd name="connsiteX18" fmla="*/ 883844 w 884309"/>
                <a:gd name="connsiteY18" fmla="*/ 239418 h 2722264"/>
                <a:gd name="connsiteX19" fmla="*/ 839395 w 884309"/>
                <a:gd name="connsiteY19" fmla="*/ 64793 h 2722264"/>
                <a:gd name="connsiteX20" fmla="*/ 715567 w 884309"/>
                <a:gd name="connsiteY20" fmla="*/ 1290 h 2722264"/>
                <a:gd name="connsiteX21" fmla="*/ 521894 w 884309"/>
                <a:gd name="connsiteY21" fmla="*/ 125117 h 2722264"/>
                <a:gd name="connsiteX22" fmla="*/ 613969 w 884309"/>
                <a:gd name="connsiteY22" fmla="*/ 382292 h 2722264"/>
                <a:gd name="connsiteX23" fmla="*/ 531417 w 884309"/>
                <a:gd name="connsiteY23" fmla="*/ 541040 h 2722264"/>
                <a:gd name="connsiteX24" fmla="*/ 467917 w 884309"/>
                <a:gd name="connsiteY24" fmla="*/ 696615 h 2722264"/>
                <a:gd name="connsiteX25" fmla="*/ 477444 w 884309"/>
                <a:gd name="connsiteY25" fmla="*/ 677568 h 2722264"/>
                <a:gd name="connsiteX26" fmla="*/ 509192 w 884309"/>
                <a:gd name="connsiteY26" fmla="*/ 1071265 h 2722264"/>
                <a:gd name="connsiteX0" fmla="*/ 509192 w 884309"/>
                <a:gd name="connsiteY0" fmla="*/ 1071265 h 2722264"/>
                <a:gd name="connsiteX1" fmla="*/ 429817 w 884309"/>
                <a:gd name="connsiteY1" fmla="*/ 1293515 h 2722264"/>
                <a:gd name="connsiteX2" fmla="*/ 448867 w 884309"/>
                <a:gd name="connsiteY2" fmla="*/ 1591965 h 2722264"/>
                <a:gd name="connsiteX3" fmla="*/ 391717 w 884309"/>
                <a:gd name="connsiteY3" fmla="*/ 1950740 h 2722264"/>
                <a:gd name="connsiteX4" fmla="*/ 147242 w 884309"/>
                <a:gd name="connsiteY4" fmla="*/ 2220615 h 2722264"/>
                <a:gd name="connsiteX5" fmla="*/ 1192 w 884309"/>
                <a:gd name="connsiteY5" fmla="*/ 2569865 h 2722264"/>
                <a:gd name="connsiteX6" fmla="*/ 77392 w 884309"/>
                <a:gd name="connsiteY6" fmla="*/ 2652415 h 2722264"/>
                <a:gd name="connsiteX7" fmla="*/ 366317 w 884309"/>
                <a:gd name="connsiteY7" fmla="*/ 2722264 h 2722264"/>
                <a:gd name="connsiteX8" fmla="*/ 188517 w 884309"/>
                <a:gd name="connsiteY8" fmla="*/ 2525415 h 2722264"/>
                <a:gd name="connsiteX9" fmla="*/ 610792 w 884309"/>
                <a:gd name="connsiteY9" fmla="*/ 2080915 h 2722264"/>
                <a:gd name="connsiteX10" fmla="*/ 794942 w 884309"/>
                <a:gd name="connsiteY10" fmla="*/ 1550690 h 2722264"/>
                <a:gd name="connsiteX11" fmla="*/ 877492 w 884309"/>
                <a:gd name="connsiteY11" fmla="*/ 1252240 h 2722264"/>
                <a:gd name="connsiteX12" fmla="*/ 861617 w 884309"/>
                <a:gd name="connsiteY12" fmla="*/ 1169690 h 2722264"/>
                <a:gd name="connsiteX13" fmla="*/ 725092 w 884309"/>
                <a:gd name="connsiteY13" fmla="*/ 1055390 h 2722264"/>
                <a:gd name="connsiteX14" fmla="*/ 645717 w 884309"/>
                <a:gd name="connsiteY14" fmla="*/ 839490 h 2722264"/>
                <a:gd name="connsiteX15" fmla="*/ 858444 w 884309"/>
                <a:gd name="connsiteY15" fmla="*/ 902993 h 2722264"/>
                <a:gd name="connsiteX16" fmla="*/ 760020 w 884309"/>
                <a:gd name="connsiteY16" fmla="*/ 423568 h 2722264"/>
                <a:gd name="connsiteX17" fmla="*/ 848920 w 884309"/>
                <a:gd name="connsiteY17" fmla="*/ 356893 h 2722264"/>
                <a:gd name="connsiteX18" fmla="*/ 883844 w 884309"/>
                <a:gd name="connsiteY18" fmla="*/ 239418 h 2722264"/>
                <a:gd name="connsiteX19" fmla="*/ 839395 w 884309"/>
                <a:gd name="connsiteY19" fmla="*/ 64793 h 2722264"/>
                <a:gd name="connsiteX20" fmla="*/ 715567 w 884309"/>
                <a:gd name="connsiteY20" fmla="*/ 1290 h 2722264"/>
                <a:gd name="connsiteX21" fmla="*/ 521894 w 884309"/>
                <a:gd name="connsiteY21" fmla="*/ 125117 h 2722264"/>
                <a:gd name="connsiteX22" fmla="*/ 613969 w 884309"/>
                <a:gd name="connsiteY22" fmla="*/ 382292 h 2722264"/>
                <a:gd name="connsiteX23" fmla="*/ 531417 w 884309"/>
                <a:gd name="connsiteY23" fmla="*/ 541040 h 2722264"/>
                <a:gd name="connsiteX24" fmla="*/ 467917 w 884309"/>
                <a:gd name="connsiteY24" fmla="*/ 696615 h 2722264"/>
                <a:gd name="connsiteX25" fmla="*/ 477444 w 884309"/>
                <a:gd name="connsiteY25" fmla="*/ 677568 h 2722264"/>
                <a:gd name="connsiteX26" fmla="*/ 509192 w 884309"/>
                <a:gd name="connsiteY26" fmla="*/ 1071265 h 2722264"/>
                <a:gd name="connsiteX0" fmla="*/ 509192 w 884309"/>
                <a:gd name="connsiteY0" fmla="*/ 1071265 h 2722264"/>
                <a:gd name="connsiteX1" fmla="*/ 429817 w 884309"/>
                <a:gd name="connsiteY1" fmla="*/ 1293515 h 2722264"/>
                <a:gd name="connsiteX2" fmla="*/ 448867 w 884309"/>
                <a:gd name="connsiteY2" fmla="*/ 1591965 h 2722264"/>
                <a:gd name="connsiteX3" fmla="*/ 391717 w 884309"/>
                <a:gd name="connsiteY3" fmla="*/ 1950740 h 2722264"/>
                <a:gd name="connsiteX4" fmla="*/ 147242 w 884309"/>
                <a:gd name="connsiteY4" fmla="*/ 2220615 h 2722264"/>
                <a:gd name="connsiteX5" fmla="*/ 1192 w 884309"/>
                <a:gd name="connsiteY5" fmla="*/ 2569865 h 2722264"/>
                <a:gd name="connsiteX6" fmla="*/ 77392 w 884309"/>
                <a:gd name="connsiteY6" fmla="*/ 2652415 h 2722264"/>
                <a:gd name="connsiteX7" fmla="*/ 366317 w 884309"/>
                <a:gd name="connsiteY7" fmla="*/ 2722264 h 2722264"/>
                <a:gd name="connsiteX8" fmla="*/ 188517 w 884309"/>
                <a:gd name="connsiteY8" fmla="*/ 2525415 h 2722264"/>
                <a:gd name="connsiteX9" fmla="*/ 610792 w 884309"/>
                <a:gd name="connsiteY9" fmla="*/ 2080915 h 2722264"/>
                <a:gd name="connsiteX10" fmla="*/ 794942 w 884309"/>
                <a:gd name="connsiteY10" fmla="*/ 1550690 h 2722264"/>
                <a:gd name="connsiteX11" fmla="*/ 877492 w 884309"/>
                <a:gd name="connsiteY11" fmla="*/ 1252240 h 2722264"/>
                <a:gd name="connsiteX12" fmla="*/ 861617 w 884309"/>
                <a:gd name="connsiteY12" fmla="*/ 1169690 h 2722264"/>
                <a:gd name="connsiteX13" fmla="*/ 725092 w 884309"/>
                <a:gd name="connsiteY13" fmla="*/ 1055390 h 2722264"/>
                <a:gd name="connsiteX14" fmla="*/ 645717 w 884309"/>
                <a:gd name="connsiteY14" fmla="*/ 839490 h 2722264"/>
                <a:gd name="connsiteX15" fmla="*/ 858444 w 884309"/>
                <a:gd name="connsiteY15" fmla="*/ 902993 h 2722264"/>
                <a:gd name="connsiteX16" fmla="*/ 760020 w 884309"/>
                <a:gd name="connsiteY16" fmla="*/ 423568 h 2722264"/>
                <a:gd name="connsiteX17" fmla="*/ 848920 w 884309"/>
                <a:gd name="connsiteY17" fmla="*/ 356893 h 2722264"/>
                <a:gd name="connsiteX18" fmla="*/ 883844 w 884309"/>
                <a:gd name="connsiteY18" fmla="*/ 239418 h 2722264"/>
                <a:gd name="connsiteX19" fmla="*/ 839395 w 884309"/>
                <a:gd name="connsiteY19" fmla="*/ 64793 h 2722264"/>
                <a:gd name="connsiteX20" fmla="*/ 715567 w 884309"/>
                <a:gd name="connsiteY20" fmla="*/ 1290 h 2722264"/>
                <a:gd name="connsiteX21" fmla="*/ 521894 w 884309"/>
                <a:gd name="connsiteY21" fmla="*/ 125117 h 2722264"/>
                <a:gd name="connsiteX22" fmla="*/ 613969 w 884309"/>
                <a:gd name="connsiteY22" fmla="*/ 382292 h 2722264"/>
                <a:gd name="connsiteX23" fmla="*/ 531417 w 884309"/>
                <a:gd name="connsiteY23" fmla="*/ 541040 h 2722264"/>
                <a:gd name="connsiteX24" fmla="*/ 467917 w 884309"/>
                <a:gd name="connsiteY24" fmla="*/ 696615 h 2722264"/>
                <a:gd name="connsiteX25" fmla="*/ 477444 w 884309"/>
                <a:gd name="connsiteY25" fmla="*/ 677568 h 2722264"/>
                <a:gd name="connsiteX26" fmla="*/ 509192 w 884309"/>
                <a:gd name="connsiteY26" fmla="*/ 1071265 h 2722264"/>
                <a:gd name="connsiteX0" fmla="*/ 509192 w 884309"/>
                <a:gd name="connsiteY0" fmla="*/ 1071265 h 2712739"/>
                <a:gd name="connsiteX1" fmla="*/ 429817 w 884309"/>
                <a:gd name="connsiteY1" fmla="*/ 1293515 h 2712739"/>
                <a:gd name="connsiteX2" fmla="*/ 448867 w 884309"/>
                <a:gd name="connsiteY2" fmla="*/ 1591965 h 2712739"/>
                <a:gd name="connsiteX3" fmla="*/ 391717 w 884309"/>
                <a:gd name="connsiteY3" fmla="*/ 1950740 h 2712739"/>
                <a:gd name="connsiteX4" fmla="*/ 147242 w 884309"/>
                <a:gd name="connsiteY4" fmla="*/ 2220615 h 2712739"/>
                <a:gd name="connsiteX5" fmla="*/ 1192 w 884309"/>
                <a:gd name="connsiteY5" fmla="*/ 2569865 h 2712739"/>
                <a:gd name="connsiteX6" fmla="*/ 77392 w 884309"/>
                <a:gd name="connsiteY6" fmla="*/ 2652415 h 2712739"/>
                <a:gd name="connsiteX7" fmla="*/ 366317 w 884309"/>
                <a:gd name="connsiteY7" fmla="*/ 2712739 h 2712739"/>
                <a:gd name="connsiteX8" fmla="*/ 188517 w 884309"/>
                <a:gd name="connsiteY8" fmla="*/ 2525415 h 2712739"/>
                <a:gd name="connsiteX9" fmla="*/ 610792 w 884309"/>
                <a:gd name="connsiteY9" fmla="*/ 2080915 h 2712739"/>
                <a:gd name="connsiteX10" fmla="*/ 794942 w 884309"/>
                <a:gd name="connsiteY10" fmla="*/ 1550690 h 2712739"/>
                <a:gd name="connsiteX11" fmla="*/ 877492 w 884309"/>
                <a:gd name="connsiteY11" fmla="*/ 1252240 h 2712739"/>
                <a:gd name="connsiteX12" fmla="*/ 861617 w 884309"/>
                <a:gd name="connsiteY12" fmla="*/ 1169690 h 2712739"/>
                <a:gd name="connsiteX13" fmla="*/ 725092 w 884309"/>
                <a:gd name="connsiteY13" fmla="*/ 1055390 h 2712739"/>
                <a:gd name="connsiteX14" fmla="*/ 645717 w 884309"/>
                <a:gd name="connsiteY14" fmla="*/ 839490 h 2712739"/>
                <a:gd name="connsiteX15" fmla="*/ 858444 w 884309"/>
                <a:gd name="connsiteY15" fmla="*/ 902993 h 2712739"/>
                <a:gd name="connsiteX16" fmla="*/ 760020 w 884309"/>
                <a:gd name="connsiteY16" fmla="*/ 423568 h 2712739"/>
                <a:gd name="connsiteX17" fmla="*/ 848920 w 884309"/>
                <a:gd name="connsiteY17" fmla="*/ 356893 h 2712739"/>
                <a:gd name="connsiteX18" fmla="*/ 883844 w 884309"/>
                <a:gd name="connsiteY18" fmla="*/ 239418 h 2712739"/>
                <a:gd name="connsiteX19" fmla="*/ 839395 w 884309"/>
                <a:gd name="connsiteY19" fmla="*/ 64793 h 2712739"/>
                <a:gd name="connsiteX20" fmla="*/ 715567 w 884309"/>
                <a:gd name="connsiteY20" fmla="*/ 1290 h 2712739"/>
                <a:gd name="connsiteX21" fmla="*/ 521894 w 884309"/>
                <a:gd name="connsiteY21" fmla="*/ 125117 h 2712739"/>
                <a:gd name="connsiteX22" fmla="*/ 613969 w 884309"/>
                <a:gd name="connsiteY22" fmla="*/ 382292 h 2712739"/>
                <a:gd name="connsiteX23" fmla="*/ 531417 w 884309"/>
                <a:gd name="connsiteY23" fmla="*/ 541040 h 2712739"/>
                <a:gd name="connsiteX24" fmla="*/ 467917 w 884309"/>
                <a:gd name="connsiteY24" fmla="*/ 696615 h 2712739"/>
                <a:gd name="connsiteX25" fmla="*/ 477444 w 884309"/>
                <a:gd name="connsiteY25" fmla="*/ 677568 h 2712739"/>
                <a:gd name="connsiteX26" fmla="*/ 509192 w 884309"/>
                <a:gd name="connsiteY26" fmla="*/ 1071265 h 2712739"/>
                <a:gd name="connsiteX0" fmla="*/ 509192 w 884309"/>
                <a:gd name="connsiteY0" fmla="*/ 1071265 h 2712739"/>
                <a:gd name="connsiteX1" fmla="*/ 429817 w 884309"/>
                <a:gd name="connsiteY1" fmla="*/ 1293515 h 2712739"/>
                <a:gd name="connsiteX2" fmla="*/ 448867 w 884309"/>
                <a:gd name="connsiteY2" fmla="*/ 1591965 h 2712739"/>
                <a:gd name="connsiteX3" fmla="*/ 391717 w 884309"/>
                <a:gd name="connsiteY3" fmla="*/ 1950740 h 2712739"/>
                <a:gd name="connsiteX4" fmla="*/ 147242 w 884309"/>
                <a:gd name="connsiteY4" fmla="*/ 2220615 h 2712739"/>
                <a:gd name="connsiteX5" fmla="*/ 1192 w 884309"/>
                <a:gd name="connsiteY5" fmla="*/ 2569865 h 2712739"/>
                <a:gd name="connsiteX6" fmla="*/ 77392 w 884309"/>
                <a:gd name="connsiteY6" fmla="*/ 2652415 h 2712739"/>
                <a:gd name="connsiteX7" fmla="*/ 366317 w 884309"/>
                <a:gd name="connsiteY7" fmla="*/ 2712739 h 2712739"/>
                <a:gd name="connsiteX8" fmla="*/ 188517 w 884309"/>
                <a:gd name="connsiteY8" fmla="*/ 2525415 h 2712739"/>
                <a:gd name="connsiteX9" fmla="*/ 610792 w 884309"/>
                <a:gd name="connsiteY9" fmla="*/ 2080915 h 2712739"/>
                <a:gd name="connsiteX10" fmla="*/ 794942 w 884309"/>
                <a:gd name="connsiteY10" fmla="*/ 1550690 h 2712739"/>
                <a:gd name="connsiteX11" fmla="*/ 877492 w 884309"/>
                <a:gd name="connsiteY11" fmla="*/ 1252240 h 2712739"/>
                <a:gd name="connsiteX12" fmla="*/ 861617 w 884309"/>
                <a:gd name="connsiteY12" fmla="*/ 1169690 h 2712739"/>
                <a:gd name="connsiteX13" fmla="*/ 725092 w 884309"/>
                <a:gd name="connsiteY13" fmla="*/ 1055390 h 2712739"/>
                <a:gd name="connsiteX14" fmla="*/ 645717 w 884309"/>
                <a:gd name="connsiteY14" fmla="*/ 839490 h 2712739"/>
                <a:gd name="connsiteX15" fmla="*/ 858444 w 884309"/>
                <a:gd name="connsiteY15" fmla="*/ 902993 h 2712739"/>
                <a:gd name="connsiteX16" fmla="*/ 760020 w 884309"/>
                <a:gd name="connsiteY16" fmla="*/ 423568 h 2712739"/>
                <a:gd name="connsiteX17" fmla="*/ 848920 w 884309"/>
                <a:gd name="connsiteY17" fmla="*/ 356893 h 2712739"/>
                <a:gd name="connsiteX18" fmla="*/ 883844 w 884309"/>
                <a:gd name="connsiteY18" fmla="*/ 239418 h 2712739"/>
                <a:gd name="connsiteX19" fmla="*/ 839395 w 884309"/>
                <a:gd name="connsiteY19" fmla="*/ 64793 h 2712739"/>
                <a:gd name="connsiteX20" fmla="*/ 715567 w 884309"/>
                <a:gd name="connsiteY20" fmla="*/ 1290 h 2712739"/>
                <a:gd name="connsiteX21" fmla="*/ 521894 w 884309"/>
                <a:gd name="connsiteY21" fmla="*/ 125117 h 2712739"/>
                <a:gd name="connsiteX22" fmla="*/ 613969 w 884309"/>
                <a:gd name="connsiteY22" fmla="*/ 382292 h 2712739"/>
                <a:gd name="connsiteX23" fmla="*/ 531417 w 884309"/>
                <a:gd name="connsiteY23" fmla="*/ 541040 h 2712739"/>
                <a:gd name="connsiteX24" fmla="*/ 467917 w 884309"/>
                <a:gd name="connsiteY24" fmla="*/ 696615 h 2712739"/>
                <a:gd name="connsiteX25" fmla="*/ 477444 w 884309"/>
                <a:gd name="connsiteY25" fmla="*/ 677568 h 2712739"/>
                <a:gd name="connsiteX26" fmla="*/ 509192 w 884309"/>
                <a:gd name="connsiteY26" fmla="*/ 1071265 h 2712739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610792 w 884309"/>
                <a:gd name="connsiteY9" fmla="*/ 20809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585392 w 884309"/>
                <a:gd name="connsiteY9" fmla="*/ 20682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585392 w 884309"/>
                <a:gd name="connsiteY9" fmla="*/ 20682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585392 w 884309"/>
                <a:gd name="connsiteY9" fmla="*/ 2068215 h 2730417"/>
                <a:gd name="connsiteX10" fmla="*/ 794942 w 884309"/>
                <a:gd name="connsiteY10" fmla="*/ 1550690 h 2730417"/>
                <a:gd name="connsiteX11" fmla="*/ 877492 w 884309"/>
                <a:gd name="connsiteY11" fmla="*/ 1252240 h 2730417"/>
                <a:gd name="connsiteX12" fmla="*/ 861617 w 884309"/>
                <a:gd name="connsiteY12" fmla="*/ 1169690 h 2730417"/>
                <a:gd name="connsiteX13" fmla="*/ 725092 w 884309"/>
                <a:gd name="connsiteY13" fmla="*/ 1055390 h 2730417"/>
                <a:gd name="connsiteX14" fmla="*/ 645717 w 884309"/>
                <a:gd name="connsiteY14" fmla="*/ 839490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28569 h 2730417"/>
                <a:gd name="connsiteX10" fmla="*/ 585392 w 884309"/>
                <a:gd name="connsiteY10" fmla="*/ 206821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725092 w 884309"/>
                <a:gd name="connsiteY14" fmla="*/ 1055390 h 2730417"/>
                <a:gd name="connsiteX15" fmla="*/ 645717 w 884309"/>
                <a:gd name="connsiteY15" fmla="*/ 839490 h 2730417"/>
                <a:gd name="connsiteX16" fmla="*/ 858444 w 884309"/>
                <a:gd name="connsiteY16" fmla="*/ 902993 h 2730417"/>
                <a:gd name="connsiteX17" fmla="*/ 760020 w 884309"/>
                <a:gd name="connsiteY17" fmla="*/ 423568 h 2730417"/>
                <a:gd name="connsiteX18" fmla="*/ 848920 w 884309"/>
                <a:gd name="connsiteY18" fmla="*/ 356893 h 2730417"/>
                <a:gd name="connsiteX19" fmla="*/ 883844 w 884309"/>
                <a:gd name="connsiteY19" fmla="*/ 239418 h 2730417"/>
                <a:gd name="connsiteX20" fmla="*/ 839395 w 884309"/>
                <a:gd name="connsiteY20" fmla="*/ 64793 h 2730417"/>
                <a:gd name="connsiteX21" fmla="*/ 715567 w 884309"/>
                <a:gd name="connsiteY21" fmla="*/ 1290 h 2730417"/>
                <a:gd name="connsiteX22" fmla="*/ 521894 w 884309"/>
                <a:gd name="connsiteY22" fmla="*/ 125117 h 2730417"/>
                <a:gd name="connsiteX23" fmla="*/ 613969 w 884309"/>
                <a:gd name="connsiteY23" fmla="*/ 382292 h 2730417"/>
                <a:gd name="connsiteX24" fmla="*/ 531417 w 884309"/>
                <a:gd name="connsiteY24" fmla="*/ 541040 h 2730417"/>
                <a:gd name="connsiteX25" fmla="*/ 467917 w 884309"/>
                <a:gd name="connsiteY25" fmla="*/ 696615 h 2730417"/>
                <a:gd name="connsiteX26" fmla="*/ 477444 w 884309"/>
                <a:gd name="connsiteY26" fmla="*/ 677568 h 2730417"/>
                <a:gd name="connsiteX27" fmla="*/ 509192 w 884309"/>
                <a:gd name="connsiteY27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03169 h 2730417"/>
                <a:gd name="connsiteX10" fmla="*/ 585392 w 884309"/>
                <a:gd name="connsiteY10" fmla="*/ 206821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725092 w 884309"/>
                <a:gd name="connsiteY14" fmla="*/ 1055390 h 2730417"/>
                <a:gd name="connsiteX15" fmla="*/ 645717 w 884309"/>
                <a:gd name="connsiteY15" fmla="*/ 839490 h 2730417"/>
                <a:gd name="connsiteX16" fmla="*/ 858444 w 884309"/>
                <a:gd name="connsiteY16" fmla="*/ 902993 h 2730417"/>
                <a:gd name="connsiteX17" fmla="*/ 760020 w 884309"/>
                <a:gd name="connsiteY17" fmla="*/ 423568 h 2730417"/>
                <a:gd name="connsiteX18" fmla="*/ 848920 w 884309"/>
                <a:gd name="connsiteY18" fmla="*/ 356893 h 2730417"/>
                <a:gd name="connsiteX19" fmla="*/ 883844 w 884309"/>
                <a:gd name="connsiteY19" fmla="*/ 239418 h 2730417"/>
                <a:gd name="connsiteX20" fmla="*/ 839395 w 884309"/>
                <a:gd name="connsiteY20" fmla="*/ 64793 h 2730417"/>
                <a:gd name="connsiteX21" fmla="*/ 715567 w 884309"/>
                <a:gd name="connsiteY21" fmla="*/ 1290 h 2730417"/>
                <a:gd name="connsiteX22" fmla="*/ 521894 w 884309"/>
                <a:gd name="connsiteY22" fmla="*/ 125117 h 2730417"/>
                <a:gd name="connsiteX23" fmla="*/ 613969 w 884309"/>
                <a:gd name="connsiteY23" fmla="*/ 382292 h 2730417"/>
                <a:gd name="connsiteX24" fmla="*/ 531417 w 884309"/>
                <a:gd name="connsiteY24" fmla="*/ 541040 h 2730417"/>
                <a:gd name="connsiteX25" fmla="*/ 467917 w 884309"/>
                <a:gd name="connsiteY25" fmla="*/ 696615 h 2730417"/>
                <a:gd name="connsiteX26" fmla="*/ 477444 w 884309"/>
                <a:gd name="connsiteY26" fmla="*/ 677568 h 2730417"/>
                <a:gd name="connsiteX27" fmla="*/ 509192 w 884309"/>
                <a:gd name="connsiteY27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03169 h 2730417"/>
                <a:gd name="connsiteX10" fmla="*/ 585392 w 884309"/>
                <a:gd name="connsiteY10" fmla="*/ 206821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725092 w 884309"/>
                <a:gd name="connsiteY14" fmla="*/ 1055390 h 2730417"/>
                <a:gd name="connsiteX15" fmla="*/ 645717 w 884309"/>
                <a:gd name="connsiteY15" fmla="*/ 839490 h 2730417"/>
                <a:gd name="connsiteX16" fmla="*/ 858444 w 884309"/>
                <a:gd name="connsiteY16" fmla="*/ 902993 h 2730417"/>
                <a:gd name="connsiteX17" fmla="*/ 760020 w 884309"/>
                <a:gd name="connsiteY17" fmla="*/ 423568 h 2730417"/>
                <a:gd name="connsiteX18" fmla="*/ 848920 w 884309"/>
                <a:gd name="connsiteY18" fmla="*/ 356893 h 2730417"/>
                <a:gd name="connsiteX19" fmla="*/ 883844 w 884309"/>
                <a:gd name="connsiteY19" fmla="*/ 239418 h 2730417"/>
                <a:gd name="connsiteX20" fmla="*/ 839395 w 884309"/>
                <a:gd name="connsiteY20" fmla="*/ 64793 h 2730417"/>
                <a:gd name="connsiteX21" fmla="*/ 715567 w 884309"/>
                <a:gd name="connsiteY21" fmla="*/ 1290 h 2730417"/>
                <a:gd name="connsiteX22" fmla="*/ 521894 w 884309"/>
                <a:gd name="connsiteY22" fmla="*/ 125117 h 2730417"/>
                <a:gd name="connsiteX23" fmla="*/ 613969 w 884309"/>
                <a:gd name="connsiteY23" fmla="*/ 382292 h 2730417"/>
                <a:gd name="connsiteX24" fmla="*/ 531417 w 884309"/>
                <a:gd name="connsiteY24" fmla="*/ 541040 h 2730417"/>
                <a:gd name="connsiteX25" fmla="*/ 467917 w 884309"/>
                <a:gd name="connsiteY25" fmla="*/ 696615 h 2730417"/>
                <a:gd name="connsiteX26" fmla="*/ 477444 w 884309"/>
                <a:gd name="connsiteY26" fmla="*/ 677568 h 2730417"/>
                <a:gd name="connsiteX27" fmla="*/ 509192 w 884309"/>
                <a:gd name="connsiteY27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03169 h 2730417"/>
                <a:gd name="connsiteX10" fmla="*/ 585392 w 884309"/>
                <a:gd name="connsiteY10" fmla="*/ 206821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725092 w 884309"/>
                <a:gd name="connsiteY14" fmla="*/ 1055390 h 2730417"/>
                <a:gd name="connsiteX15" fmla="*/ 645717 w 884309"/>
                <a:gd name="connsiteY15" fmla="*/ 839490 h 2730417"/>
                <a:gd name="connsiteX16" fmla="*/ 858444 w 884309"/>
                <a:gd name="connsiteY16" fmla="*/ 902993 h 2730417"/>
                <a:gd name="connsiteX17" fmla="*/ 760020 w 884309"/>
                <a:gd name="connsiteY17" fmla="*/ 423568 h 2730417"/>
                <a:gd name="connsiteX18" fmla="*/ 848920 w 884309"/>
                <a:gd name="connsiteY18" fmla="*/ 356893 h 2730417"/>
                <a:gd name="connsiteX19" fmla="*/ 883844 w 884309"/>
                <a:gd name="connsiteY19" fmla="*/ 239418 h 2730417"/>
                <a:gd name="connsiteX20" fmla="*/ 839395 w 884309"/>
                <a:gd name="connsiteY20" fmla="*/ 64793 h 2730417"/>
                <a:gd name="connsiteX21" fmla="*/ 715567 w 884309"/>
                <a:gd name="connsiteY21" fmla="*/ 1290 h 2730417"/>
                <a:gd name="connsiteX22" fmla="*/ 521894 w 884309"/>
                <a:gd name="connsiteY22" fmla="*/ 125117 h 2730417"/>
                <a:gd name="connsiteX23" fmla="*/ 613969 w 884309"/>
                <a:gd name="connsiteY23" fmla="*/ 382292 h 2730417"/>
                <a:gd name="connsiteX24" fmla="*/ 531417 w 884309"/>
                <a:gd name="connsiteY24" fmla="*/ 541040 h 2730417"/>
                <a:gd name="connsiteX25" fmla="*/ 467917 w 884309"/>
                <a:gd name="connsiteY25" fmla="*/ 696615 h 2730417"/>
                <a:gd name="connsiteX26" fmla="*/ 477444 w 884309"/>
                <a:gd name="connsiteY26" fmla="*/ 677568 h 2730417"/>
                <a:gd name="connsiteX27" fmla="*/ 509192 w 884309"/>
                <a:gd name="connsiteY27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03169 h 2730417"/>
                <a:gd name="connsiteX10" fmla="*/ 588567 w 884309"/>
                <a:gd name="connsiteY10" fmla="*/ 206186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725092 w 884309"/>
                <a:gd name="connsiteY14" fmla="*/ 1055390 h 2730417"/>
                <a:gd name="connsiteX15" fmla="*/ 645717 w 884309"/>
                <a:gd name="connsiteY15" fmla="*/ 839490 h 2730417"/>
                <a:gd name="connsiteX16" fmla="*/ 858444 w 884309"/>
                <a:gd name="connsiteY16" fmla="*/ 902993 h 2730417"/>
                <a:gd name="connsiteX17" fmla="*/ 760020 w 884309"/>
                <a:gd name="connsiteY17" fmla="*/ 423568 h 2730417"/>
                <a:gd name="connsiteX18" fmla="*/ 848920 w 884309"/>
                <a:gd name="connsiteY18" fmla="*/ 356893 h 2730417"/>
                <a:gd name="connsiteX19" fmla="*/ 883844 w 884309"/>
                <a:gd name="connsiteY19" fmla="*/ 239418 h 2730417"/>
                <a:gd name="connsiteX20" fmla="*/ 839395 w 884309"/>
                <a:gd name="connsiteY20" fmla="*/ 64793 h 2730417"/>
                <a:gd name="connsiteX21" fmla="*/ 715567 w 884309"/>
                <a:gd name="connsiteY21" fmla="*/ 1290 h 2730417"/>
                <a:gd name="connsiteX22" fmla="*/ 521894 w 884309"/>
                <a:gd name="connsiteY22" fmla="*/ 125117 h 2730417"/>
                <a:gd name="connsiteX23" fmla="*/ 613969 w 884309"/>
                <a:gd name="connsiteY23" fmla="*/ 382292 h 2730417"/>
                <a:gd name="connsiteX24" fmla="*/ 531417 w 884309"/>
                <a:gd name="connsiteY24" fmla="*/ 541040 h 2730417"/>
                <a:gd name="connsiteX25" fmla="*/ 467917 w 884309"/>
                <a:gd name="connsiteY25" fmla="*/ 696615 h 2730417"/>
                <a:gd name="connsiteX26" fmla="*/ 477444 w 884309"/>
                <a:gd name="connsiteY26" fmla="*/ 677568 h 2730417"/>
                <a:gd name="connsiteX27" fmla="*/ 509192 w 884309"/>
                <a:gd name="connsiteY27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03169 h 2730417"/>
                <a:gd name="connsiteX10" fmla="*/ 588567 w 884309"/>
                <a:gd name="connsiteY10" fmla="*/ 206186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725092 w 884309"/>
                <a:gd name="connsiteY14" fmla="*/ 1055390 h 2730417"/>
                <a:gd name="connsiteX15" fmla="*/ 645717 w 884309"/>
                <a:gd name="connsiteY15" fmla="*/ 839490 h 2730417"/>
                <a:gd name="connsiteX16" fmla="*/ 858444 w 884309"/>
                <a:gd name="connsiteY16" fmla="*/ 902993 h 2730417"/>
                <a:gd name="connsiteX17" fmla="*/ 760020 w 884309"/>
                <a:gd name="connsiteY17" fmla="*/ 423568 h 2730417"/>
                <a:gd name="connsiteX18" fmla="*/ 848920 w 884309"/>
                <a:gd name="connsiteY18" fmla="*/ 356893 h 2730417"/>
                <a:gd name="connsiteX19" fmla="*/ 883844 w 884309"/>
                <a:gd name="connsiteY19" fmla="*/ 239418 h 2730417"/>
                <a:gd name="connsiteX20" fmla="*/ 839395 w 884309"/>
                <a:gd name="connsiteY20" fmla="*/ 64793 h 2730417"/>
                <a:gd name="connsiteX21" fmla="*/ 715567 w 884309"/>
                <a:gd name="connsiteY21" fmla="*/ 1290 h 2730417"/>
                <a:gd name="connsiteX22" fmla="*/ 521894 w 884309"/>
                <a:gd name="connsiteY22" fmla="*/ 125117 h 2730417"/>
                <a:gd name="connsiteX23" fmla="*/ 613969 w 884309"/>
                <a:gd name="connsiteY23" fmla="*/ 382292 h 2730417"/>
                <a:gd name="connsiteX24" fmla="*/ 531417 w 884309"/>
                <a:gd name="connsiteY24" fmla="*/ 541040 h 2730417"/>
                <a:gd name="connsiteX25" fmla="*/ 467917 w 884309"/>
                <a:gd name="connsiteY25" fmla="*/ 696615 h 2730417"/>
                <a:gd name="connsiteX26" fmla="*/ 477444 w 884309"/>
                <a:gd name="connsiteY26" fmla="*/ 677568 h 2730417"/>
                <a:gd name="connsiteX27" fmla="*/ 509192 w 884309"/>
                <a:gd name="connsiteY27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03169 h 2730417"/>
                <a:gd name="connsiteX10" fmla="*/ 588567 w 884309"/>
                <a:gd name="connsiteY10" fmla="*/ 206186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826692 w 884309"/>
                <a:gd name="connsiteY14" fmla="*/ 1052215 h 2730417"/>
                <a:gd name="connsiteX15" fmla="*/ 645717 w 884309"/>
                <a:gd name="connsiteY15" fmla="*/ 839490 h 2730417"/>
                <a:gd name="connsiteX16" fmla="*/ 858444 w 884309"/>
                <a:gd name="connsiteY16" fmla="*/ 902993 h 2730417"/>
                <a:gd name="connsiteX17" fmla="*/ 760020 w 884309"/>
                <a:gd name="connsiteY17" fmla="*/ 423568 h 2730417"/>
                <a:gd name="connsiteX18" fmla="*/ 848920 w 884309"/>
                <a:gd name="connsiteY18" fmla="*/ 356893 h 2730417"/>
                <a:gd name="connsiteX19" fmla="*/ 883844 w 884309"/>
                <a:gd name="connsiteY19" fmla="*/ 239418 h 2730417"/>
                <a:gd name="connsiteX20" fmla="*/ 839395 w 884309"/>
                <a:gd name="connsiteY20" fmla="*/ 64793 h 2730417"/>
                <a:gd name="connsiteX21" fmla="*/ 715567 w 884309"/>
                <a:gd name="connsiteY21" fmla="*/ 1290 h 2730417"/>
                <a:gd name="connsiteX22" fmla="*/ 521894 w 884309"/>
                <a:gd name="connsiteY22" fmla="*/ 125117 h 2730417"/>
                <a:gd name="connsiteX23" fmla="*/ 613969 w 884309"/>
                <a:gd name="connsiteY23" fmla="*/ 382292 h 2730417"/>
                <a:gd name="connsiteX24" fmla="*/ 531417 w 884309"/>
                <a:gd name="connsiteY24" fmla="*/ 541040 h 2730417"/>
                <a:gd name="connsiteX25" fmla="*/ 467917 w 884309"/>
                <a:gd name="connsiteY25" fmla="*/ 696615 h 2730417"/>
                <a:gd name="connsiteX26" fmla="*/ 477444 w 884309"/>
                <a:gd name="connsiteY26" fmla="*/ 677568 h 2730417"/>
                <a:gd name="connsiteX27" fmla="*/ 509192 w 884309"/>
                <a:gd name="connsiteY27" fmla="*/ 1071265 h 2730417"/>
                <a:gd name="connsiteX0" fmla="*/ 509192 w 884309"/>
                <a:gd name="connsiteY0" fmla="*/ 1071265 h 2730417"/>
                <a:gd name="connsiteX1" fmla="*/ 429817 w 884309"/>
                <a:gd name="connsiteY1" fmla="*/ 1293515 h 2730417"/>
                <a:gd name="connsiteX2" fmla="*/ 448867 w 884309"/>
                <a:gd name="connsiteY2" fmla="*/ 1591965 h 2730417"/>
                <a:gd name="connsiteX3" fmla="*/ 391717 w 884309"/>
                <a:gd name="connsiteY3" fmla="*/ 1950740 h 2730417"/>
                <a:gd name="connsiteX4" fmla="*/ 147242 w 884309"/>
                <a:gd name="connsiteY4" fmla="*/ 2220615 h 2730417"/>
                <a:gd name="connsiteX5" fmla="*/ 1192 w 884309"/>
                <a:gd name="connsiteY5" fmla="*/ 2569865 h 2730417"/>
                <a:gd name="connsiteX6" fmla="*/ 77392 w 884309"/>
                <a:gd name="connsiteY6" fmla="*/ 2652415 h 2730417"/>
                <a:gd name="connsiteX7" fmla="*/ 366317 w 884309"/>
                <a:gd name="connsiteY7" fmla="*/ 2712739 h 2730417"/>
                <a:gd name="connsiteX8" fmla="*/ 188517 w 884309"/>
                <a:gd name="connsiteY8" fmla="*/ 2525415 h 2730417"/>
                <a:gd name="connsiteX9" fmla="*/ 347270 w 884309"/>
                <a:gd name="connsiteY9" fmla="*/ 2303169 h 2730417"/>
                <a:gd name="connsiteX10" fmla="*/ 588567 w 884309"/>
                <a:gd name="connsiteY10" fmla="*/ 2061865 h 2730417"/>
                <a:gd name="connsiteX11" fmla="*/ 794942 w 884309"/>
                <a:gd name="connsiteY11" fmla="*/ 1550690 h 2730417"/>
                <a:gd name="connsiteX12" fmla="*/ 877492 w 884309"/>
                <a:gd name="connsiteY12" fmla="*/ 1252240 h 2730417"/>
                <a:gd name="connsiteX13" fmla="*/ 861617 w 884309"/>
                <a:gd name="connsiteY13" fmla="*/ 1169690 h 2730417"/>
                <a:gd name="connsiteX14" fmla="*/ 826692 w 884309"/>
                <a:gd name="connsiteY14" fmla="*/ 1052215 h 2730417"/>
                <a:gd name="connsiteX15" fmla="*/ 858444 w 884309"/>
                <a:gd name="connsiteY15" fmla="*/ 902993 h 2730417"/>
                <a:gd name="connsiteX16" fmla="*/ 760020 w 884309"/>
                <a:gd name="connsiteY16" fmla="*/ 423568 h 2730417"/>
                <a:gd name="connsiteX17" fmla="*/ 848920 w 884309"/>
                <a:gd name="connsiteY17" fmla="*/ 356893 h 2730417"/>
                <a:gd name="connsiteX18" fmla="*/ 883844 w 884309"/>
                <a:gd name="connsiteY18" fmla="*/ 239418 h 2730417"/>
                <a:gd name="connsiteX19" fmla="*/ 839395 w 884309"/>
                <a:gd name="connsiteY19" fmla="*/ 64793 h 2730417"/>
                <a:gd name="connsiteX20" fmla="*/ 715567 w 884309"/>
                <a:gd name="connsiteY20" fmla="*/ 1290 h 2730417"/>
                <a:gd name="connsiteX21" fmla="*/ 521894 w 884309"/>
                <a:gd name="connsiteY21" fmla="*/ 125117 h 2730417"/>
                <a:gd name="connsiteX22" fmla="*/ 613969 w 884309"/>
                <a:gd name="connsiteY22" fmla="*/ 382292 h 2730417"/>
                <a:gd name="connsiteX23" fmla="*/ 531417 w 884309"/>
                <a:gd name="connsiteY23" fmla="*/ 541040 h 2730417"/>
                <a:gd name="connsiteX24" fmla="*/ 467917 w 884309"/>
                <a:gd name="connsiteY24" fmla="*/ 696615 h 2730417"/>
                <a:gd name="connsiteX25" fmla="*/ 477444 w 884309"/>
                <a:gd name="connsiteY25" fmla="*/ 677568 h 2730417"/>
                <a:gd name="connsiteX26" fmla="*/ 509192 w 884309"/>
                <a:gd name="connsiteY26" fmla="*/ 1071265 h 2730417"/>
                <a:gd name="connsiteX0" fmla="*/ 509192 w 900803"/>
                <a:gd name="connsiteY0" fmla="*/ 1071265 h 2730417"/>
                <a:gd name="connsiteX1" fmla="*/ 429817 w 900803"/>
                <a:gd name="connsiteY1" fmla="*/ 1293515 h 2730417"/>
                <a:gd name="connsiteX2" fmla="*/ 448867 w 900803"/>
                <a:gd name="connsiteY2" fmla="*/ 1591965 h 2730417"/>
                <a:gd name="connsiteX3" fmla="*/ 391717 w 900803"/>
                <a:gd name="connsiteY3" fmla="*/ 1950740 h 2730417"/>
                <a:gd name="connsiteX4" fmla="*/ 147242 w 900803"/>
                <a:gd name="connsiteY4" fmla="*/ 2220615 h 2730417"/>
                <a:gd name="connsiteX5" fmla="*/ 1192 w 900803"/>
                <a:gd name="connsiteY5" fmla="*/ 2569865 h 2730417"/>
                <a:gd name="connsiteX6" fmla="*/ 77392 w 900803"/>
                <a:gd name="connsiteY6" fmla="*/ 2652415 h 2730417"/>
                <a:gd name="connsiteX7" fmla="*/ 366317 w 900803"/>
                <a:gd name="connsiteY7" fmla="*/ 2712739 h 2730417"/>
                <a:gd name="connsiteX8" fmla="*/ 188517 w 900803"/>
                <a:gd name="connsiteY8" fmla="*/ 2525415 h 2730417"/>
                <a:gd name="connsiteX9" fmla="*/ 347270 w 900803"/>
                <a:gd name="connsiteY9" fmla="*/ 2303169 h 2730417"/>
                <a:gd name="connsiteX10" fmla="*/ 588567 w 900803"/>
                <a:gd name="connsiteY10" fmla="*/ 2061865 h 2730417"/>
                <a:gd name="connsiteX11" fmla="*/ 794942 w 900803"/>
                <a:gd name="connsiteY11" fmla="*/ 1550690 h 2730417"/>
                <a:gd name="connsiteX12" fmla="*/ 877492 w 900803"/>
                <a:gd name="connsiteY12" fmla="*/ 1252240 h 2730417"/>
                <a:gd name="connsiteX13" fmla="*/ 861617 w 900803"/>
                <a:gd name="connsiteY13" fmla="*/ 1169690 h 2730417"/>
                <a:gd name="connsiteX14" fmla="*/ 826692 w 900803"/>
                <a:gd name="connsiteY14" fmla="*/ 1052215 h 2730417"/>
                <a:gd name="connsiteX15" fmla="*/ 899719 w 900803"/>
                <a:gd name="connsiteY15" fmla="*/ 782343 h 2730417"/>
                <a:gd name="connsiteX16" fmla="*/ 760020 w 900803"/>
                <a:gd name="connsiteY16" fmla="*/ 423568 h 2730417"/>
                <a:gd name="connsiteX17" fmla="*/ 848920 w 900803"/>
                <a:gd name="connsiteY17" fmla="*/ 356893 h 2730417"/>
                <a:gd name="connsiteX18" fmla="*/ 883844 w 900803"/>
                <a:gd name="connsiteY18" fmla="*/ 239418 h 2730417"/>
                <a:gd name="connsiteX19" fmla="*/ 839395 w 900803"/>
                <a:gd name="connsiteY19" fmla="*/ 64793 h 2730417"/>
                <a:gd name="connsiteX20" fmla="*/ 715567 w 900803"/>
                <a:gd name="connsiteY20" fmla="*/ 1290 h 2730417"/>
                <a:gd name="connsiteX21" fmla="*/ 521894 w 900803"/>
                <a:gd name="connsiteY21" fmla="*/ 125117 h 2730417"/>
                <a:gd name="connsiteX22" fmla="*/ 613969 w 900803"/>
                <a:gd name="connsiteY22" fmla="*/ 382292 h 2730417"/>
                <a:gd name="connsiteX23" fmla="*/ 531417 w 900803"/>
                <a:gd name="connsiteY23" fmla="*/ 541040 h 2730417"/>
                <a:gd name="connsiteX24" fmla="*/ 467917 w 900803"/>
                <a:gd name="connsiteY24" fmla="*/ 696615 h 2730417"/>
                <a:gd name="connsiteX25" fmla="*/ 477444 w 900803"/>
                <a:gd name="connsiteY25" fmla="*/ 677568 h 2730417"/>
                <a:gd name="connsiteX26" fmla="*/ 509192 w 900803"/>
                <a:gd name="connsiteY26" fmla="*/ 1071265 h 2730417"/>
                <a:gd name="connsiteX0" fmla="*/ 509192 w 899719"/>
                <a:gd name="connsiteY0" fmla="*/ 1071265 h 2730417"/>
                <a:gd name="connsiteX1" fmla="*/ 429817 w 899719"/>
                <a:gd name="connsiteY1" fmla="*/ 1293515 h 2730417"/>
                <a:gd name="connsiteX2" fmla="*/ 448867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29817 w 899719"/>
                <a:gd name="connsiteY1" fmla="*/ 1293515 h 2730417"/>
                <a:gd name="connsiteX2" fmla="*/ 448867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8867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8867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8867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0929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0929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0929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0929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477444 w 899719"/>
                <a:gd name="connsiteY25" fmla="*/ 677568 h 2730417"/>
                <a:gd name="connsiteX26" fmla="*/ 509192 w 899719"/>
                <a:gd name="connsiteY26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0929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509192 w 899719"/>
                <a:gd name="connsiteY25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0929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509192 w 899719"/>
                <a:gd name="connsiteY25" fmla="*/ 1071265 h 2730417"/>
                <a:gd name="connsiteX0" fmla="*/ 509192 w 899719"/>
                <a:gd name="connsiteY0" fmla="*/ 1071265 h 2730417"/>
                <a:gd name="connsiteX1" fmla="*/ 444105 w 899719"/>
                <a:gd name="connsiteY1" fmla="*/ 1293515 h 2730417"/>
                <a:gd name="connsiteX2" fmla="*/ 440929 w 899719"/>
                <a:gd name="connsiteY2" fmla="*/ 1591965 h 2730417"/>
                <a:gd name="connsiteX3" fmla="*/ 391717 w 899719"/>
                <a:gd name="connsiteY3" fmla="*/ 1950740 h 2730417"/>
                <a:gd name="connsiteX4" fmla="*/ 147242 w 899719"/>
                <a:gd name="connsiteY4" fmla="*/ 2220615 h 2730417"/>
                <a:gd name="connsiteX5" fmla="*/ 1192 w 899719"/>
                <a:gd name="connsiteY5" fmla="*/ 2569865 h 2730417"/>
                <a:gd name="connsiteX6" fmla="*/ 77392 w 899719"/>
                <a:gd name="connsiteY6" fmla="*/ 2652415 h 2730417"/>
                <a:gd name="connsiteX7" fmla="*/ 366317 w 899719"/>
                <a:gd name="connsiteY7" fmla="*/ 2712739 h 2730417"/>
                <a:gd name="connsiteX8" fmla="*/ 188517 w 899719"/>
                <a:gd name="connsiteY8" fmla="*/ 2525415 h 2730417"/>
                <a:gd name="connsiteX9" fmla="*/ 347270 w 899719"/>
                <a:gd name="connsiteY9" fmla="*/ 2303169 h 2730417"/>
                <a:gd name="connsiteX10" fmla="*/ 588567 w 899719"/>
                <a:gd name="connsiteY10" fmla="*/ 2061865 h 2730417"/>
                <a:gd name="connsiteX11" fmla="*/ 794942 w 899719"/>
                <a:gd name="connsiteY11" fmla="*/ 1550690 h 2730417"/>
                <a:gd name="connsiteX12" fmla="*/ 877492 w 899719"/>
                <a:gd name="connsiteY12" fmla="*/ 1252240 h 2730417"/>
                <a:gd name="connsiteX13" fmla="*/ 861617 w 899719"/>
                <a:gd name="connsiteY13" fmla="*/ 1169690 h 2730417"/>
                <a:gd name="connsiteX14" fmla="*/ 826692 w 899719"/>
                <a:gd name="connsiteY14" fmla="*/ 1052215 h 2730417"/>
                <a:gd name="connsiteX15" fmla="*/ 899719 w 899719"/>
                <a:gd name="connsiteY15" fmla="*/ 782343 h 2730417"/>
                <a:gd name="connsiteX16" fmla="*/ 760020 w 899719"/>
                <a:gd name="connsiteY16" fmla="*/ 423568 h 2730417"/>
                <a:gd name="connsiteX17" fmla="*/ 848920 w 899719"/>
                <a:gd name="connsiteY17" fmla="*/ 356893 h 2730417"/>
                <a:gd name="connsiteX18" fmla="*/ 883844 w 899719"/>
                <a:gd name="connsiteY18" fmla="*/ 239418 h 2730417"/>
                <a:gd name="connsiteX19" fmla="*/ 839395 w 899719"/>
                <a:gd name="connsiteY19" fmla="*/ 64793 h 2730417"/>
                <a:gd name="connsiteX20" fmla="*/ 715567 w 899719"/>
                <a:gd name="connsiteY20" fmla="*/ 1290 h 2730417"/>
                <a:gd name="connsiteX21" fmla="*/ 521894 w 899719"/>
                <a:gd name="connsiteY21" fmla="*/ 125117 h 2730417"/>
                <a:gd name="connsiteX22" fmla="*/ 613969 w 899719"/>
                <a:gd name="connsiteY22" fmla="*/ 382292 h 2730417"/>
                <a:gd name="connsiteX23" fmla="*/ 531417 w 899719"/>
                <a:gd name="connsiteY23" fmla="*/ 541040 h 2730417"/>
                <a:gd name="connsiteX24" fmla="*/ 467917 w 899719"/>
                <a:gd name="connsiteY24" fmla="*/ 696615 h 2730417"/>
                <a:gd name="connsiteX25" fmla="*/ 509192 w 899719"/>
                <a:gd name="connsiteY25" fmla="*/ 1071265 h 2730417"/>
                <a:gd name="connsiteX0" fmla="*/ 509192 w 899719"/>
                <a:gd name="connsiteY0" fmla="*/ 1070018 h 2729170"/>
                <a:gd name="connsiteX1" fmla="*/ 444105 w 899719"/>
                <a:gd name="connsiteY1" fmla="*/ 1292268 h 2729170"/>
                <a:gd name="connsiteX2" fmla="*/ 440929 w 899719"/>
                <a:gd name="connsiteY2" fmla="*/ 1590718 h 2729170"/>
                <a:gd name="connsiteX3" fmla="*/ 391717 w 899719"/>
                <a:gd name="connsiteY3" fmla="*/ 1949493 h 2729170"/>
                <a:gd name="connsiteX4" fmla="*/ 147242 w 899719"/>
                <a:gd name="connsiteY4" fmla="*/ 2219368 h 2729170"/>
                <a:gd name="connsiteX5" fmla="*/ 1192 w 899719"/>
                <a:gd name="connsiteY5" fmla="*/ 2568618 h 2729170"/>
                <a:gd name="connsiteX6" fmla="*/ 77392 w 899719"/>
                <a:gd name="connsiteY6" fmla="*/ 2651168 h 2729170"/>
                <a:gd name="connsiteX7" fmla="*/ 366317 w 899719"/>
                <a:gd name="connsiteY7" fmla="*/ 2711492 h 2729170"/>
                <a:gd name="connsiteX8" fmla="*/ 188517 w 899719"/>
                <a:gd name="connsiteY8" fmla="*/ 2524168 h 2729170"/>
                <a:gd name="connsiteX9" fmla="*/ 347270 w 899719"/>
                <a:gd name="connsiteY9" fmla="*/ 2301922 h 2729170"/>
                <a:gd name="connsiteX10" fmla="*/ 588567 w 899719"/>
                <a:gd name="connsiteY10" fmla="*/ 2060618 h 2729170"/>
                <a:gd name="connsiteX11" fmla="*/ 794942 w 899719"/>
                <a:gd name="connsiteY11" fmla="*/ 1549443 h 2729170"/>
                <a:gd name="connsiteX12" fmla="*/ 877492 w 899719"/>
                <a:gd name="connsiteY12" fmla="*/ 1250993 h 2729170"/>
                <a:gd name="connsiteX13" fmla="*/ 861617 w 899719"/>
                <a:gd name="connsiteY13" fmla="*/ 1168443 h 2729170"/>
                <a:gd name="connsiteX14" fmla="*/ 826692 w 899719"/>
                <a:gd name="connsiteY14" fmla="*/ 1050968 h 2729170"/>
                <a:gd name="connsiteX15" fmla="*/ 899719 w 899719"/>
                <a:gd name="connsiteY15" fmla="*/ 781096 h 2729170"/>
                <a:gd name="connsiteX16" fmla="*/ 760020 w 899719"/>
                <a:gd name="connsiteY16" fmla="*/ 422321 h 2729170"/>
                <a:gd name="connsiteX17" fmla="*/ 848920 w 899719"/>
                <a:gd name="connsiteY17" fmla="*/ 355646 h 2729170"/>
                <a:gd name="connsiteX18" fmla="*/ 883844 w 899719"/>
                <a:gd name="connsiteY18" fmla="*/ 238171 h 2729170"/>
                <a:gd name="connsiteX19" fmla="*/ 839395 w 899719"/>
                <a:gd name="connsiteY19" fmla="*/ 63546 h 2729170"/>
                <a:gd name="connsiteX20" fmla="*/ 715567 w 899719"/>
                <a:gd name="connsiteY20" fmla="*/ 43 h 2729170"/>
                <a:gd name="connsiteX21" fmla="*/ 525069 w 899719"/>
                <a:gd name="connsiteY21" fmla="*/ 73070 h 2729170"/>
                <a:gd name="connsiteX22" fmla="*/ 613969 w 899719"/>
                <a:gd name="connsiteY22" fmla="*/ 381045 h 2729170"/>
                <a:gd name="connsiteX23" fmla="*/ 531417 w 899719"/>
                <a:gd name="connsiteY23" fmla="*/ 539793 h 2729170"/>
                <a:gd name="connsiteX24" fmla="*/ 467917 w 899719"/>
                <a:gd name="connsiteY24" fmla="*/ 695368 h 2729170"/>
                <a:gd name="connsiteX25" fmla="*/ 509192 w 899719"/>
                <a:gd name="connsiteY25" fmla="*/ 1070018 h 2729170"/>
                <a:gd name="connsiteX0" fmla="*/ 509192 w 899719"/>
                <a:gd name="connsiteY0" fmla="*/ 1070782 h 2729934"/>
                <a:gd name="connsiteX1" fmla="*/ 444105 w 899719"/>
                <a:gd name="connsiteY1" fmla="*/ 1293032 h 2729934"/>
                <a:gd name="connsiteX2" fmla="*/ 440929 w 899719"/>
                <a:gd name="connsiteY2" fmla="*/ 1591482 h 2729934"/>
                <a:gd name="connsiteX3" fmla="*/ 391717 w 899719"/>
                <a:gd name="connsiteY3" fmla="*/ 1950257 h 2729934"/>
                <a:gd name="connsiteX4" fmla="*/ 147242 w 899719"/>
                <a:gd name="connsiteY4" fmla="*/ 2220132 h 2729934"/>
                <a:gd name="connsiteX5" fmla="*/ 1192 w 899719"/>
                <a:gd name="connsiteY5" fmla="*/ 2569382 h 2729934"/>
                <a:gd name="connsiteX6" fmla="*/ 77392 w 899719"/>
                <a:gd name="connsiteY6" fmla="*/ 2651932 h 2729934"/>
                <a:gd name="connsiteX7" fmla="*/ 366317 w 899719"/>
                <a:gd name="connsiteY7" fmla="*/ 2712256 h 2729934"/>
                <a:gd name="connsiteX8" fmla="*/ 188517 w 899719"/>
                <a:gd name="connsiteY8" fmla="*/ 2524932 h 2729934"/>
                <a:gd name="connsiteX9" fmla="*/ 347270 w 899719"/>
                <a:gd name="connsiteY9" fmla="*/ 2302686 h 2729934"/>
                <a:gd name="connsiteX10" fmla="*/ 588567 w 899719"/>
                <a:gd name="connsiteY10" fmla="*/ 2061382 h 2729934"/>
                <a:gd name="connsiteX11" fmla="*/ 794942 w 899719"/>
                <a:gd name="connsiteY11" fmla="*/ 1550207 h 2729934"/>
                <a:gd name="connsiteX12" fmla="*/ 877492 w 899719"/>
                <a:gd name="connsiteY12" fmla="*/ 1251757 h 2729934"/>
                <a:gd name="connsiteX13" fmla="*/ 861617 w 899719"/>
                <a:gd name="connsiteY13" fmla="*/ 1169207 h 2729934"/>
                <a:gd name="connsiteX14" fmla="*/ 826692 w 899719"/>
                <a:gd name="connsiteY14" fmla="*/ 1051732 h 2729934"/>
                <a:gd name="connsiteX15" fmla="*/ 899719 w 899719"/>
                <a:gd name="connsiteY15" fmla="*/ 781860 h 2729934"/>
                <a:gd name="connsiteX16" fmla="*/ 760020 w 899719"/>
                <a:gd name="connsiteY16" fmla="*/ 423085 h 2729934"/>
                <a:gd name="connsiteX17" fmla="*/ 848920 w 899719"/>
                <a:gd name="connsiteY17" fmla="*/ 356410 h 2729934"/>
                <a:gd name="connsiteX18" fmla="*/ 883844 w 899719"/>
                <a:gd name="connsiteY18" fmla="*/ 238935 h 2729934"/>
                <a:gd name="connsiteX19" fmla="*/ 839395 w 899719"/>
                <a:gd name="connsiteY19" fmla="*/ 64310 h 2729934"/>
                <a:gd name="connsiteX20" fmla="*/ 715567 w 899719"/>
                <a:gd name="connsiteY20" fmla="*/ 807 h 2729934"/>
                <a:gd name="connsiteX21" fmla="*/ 523481 w 899719"/>
                <a:gd name="connsiteY21" fmla="*/ 110347 h 2729934"/>
                <a:gd name="connsiteX22" fmla="*/ 613969 w 899719"/>
                <a:gd name="connsiteY22" fmla="*/ 381809 h 2729934"/>
                <a:gd name="connsiteX23" fmla="*/ 531417 w 899719"/>
                <a:gd name="connsiteY23" fmla="*/ 540557 h 2729934"/>
                <a:gd name="connsiteX24" fmla="*/ 467917 w 899719"/>
                <a:gd name="connsiteY24" fmla="*/ 696132 h 2729934"/>
                <a:gd name="connsiteX25" fmla="*/ 509192 w 899719"/>
                <a:gd name="connsiteY25" fmla="*/ 1070782 h 2729934"/>
                <a:gd name="connsiteX0" fmla="*/ 509192 w 899719"/>
                <a:gd name="connsiteY0" fmla="*/ 1070782 h 2729934"/>
                <a:gd name="connsiteX1" fmla="*/ 444105 w 899719"/>
                <a:gd name="connsiteY1" fmla="*/ 1293032 h 2729934"/>
                <a:gd name="connsiteX2" fmla="*/ 440929 w 899719"/>
                <a:gd name="connsiteY2" fmla="*/ 1591482 h 2729934"/>
                <a:gd name="connsiteX3" fmla="*/ 391717 w 899719"/>
                <a:gd name="connsiteY3" fmla="*/ 1950257 h 2729934"/>
                <a:gd name="connsiteX4" fmla="*/ 147242 w 899719"/>
                <a:gd name="connsiteY4" fmla="*/ 2220132 h 2729934"/>
                <a:gd name="connsiteX5" fmla="*/ 1192 w 899719"/>
                <a:gd name="connsiteY5" fmla="*/ 2569382 h 2729934"/>
                <a:gd name="connsiteX6" fmla="*/ 77392 w 899719"/>
                <a:gd name="connsiteY6" fmla="*/ 2651932 h 2729934"/>
                <a:gd name="connsiteX7" fmla="*/ 366317 w 899719"/>
                <a:gd name="connsiteY7" fmla="*/ 2712256 h 2729934"/>
                <a:gd name="connsiteX8" fmla="*/ 188517 w 899719"/>
                <a:gd name="connsiteY8" fmla="*/ 2524932 h 2729934"/>
                <a:gd name="connsiteX9" fmla="*/ 347270 w 899719"/>
                <a:gd name="connsiteY9" fmla="*/ 2302686 h 2729934"/>
                <a:gd name="connsiteX10" fmla="*/ 588567 w 899719"/>
                <a:gd name="connsiteY10" fmla="*/ 2061382 h 2729934"/>
                <a:gd name="connsiteX11" fmla="*/ 794942 w 899719"/>
                <a:gd name="connsiteY11" fmla="*/ 1550207 h 2729934"/>
                <a:gd name="connsiteX12" fmla="*/ 877492 w 899719"/>
                <a:gd name="connsiteY12" fmla="*/ 1251757 h 2729934"/>
                <a:gd name="connsiteX13" fmla="*/ 861617 w 899719"/>
                <a:gd name="connsiteY13" fmla="*/ 1169207 h 2729934"/>
                <a:gd name="connsiteX14" fmla="*/ 826692 w 899719"/>
                <a:gd name="connsiteY14" fmla="*/ 1051732 h 2729934"/>
                <a:gd name="connsiteX15" fmla="*/ 899719 w 899719"/>
                <a:gd name="connsiteY15" fmla="*/ 781860 h 2729934"/>
                <a:gd name="connsiteX16" fmla="*/ 760020 w 899719"/>
                <a:gd name="connsiteY16" fmla="*/ 423085 h 2729934"/>
                <a:gd name="connsiteX17" fmla="*/ 848920 w 899719"/>
                <a:gd name="connsiteY17" fmla="*/ 356410 h 2729934"/>
                <a:gd name="connsiteX18" fmla="*/ 883844 w 899719"/>
                <a:gd name="connsiteY18" fmla="*/ 238935 h 2729934"/>
                <a:gd name="connsiteX19" fmla="*/ 839395 w 899719"/>
                <a:gd name="connsiteY19" fmla="*/ 64310 h 2729934"/>
                <a:gd name="connsiteX20" fmla="*/ 715567 w 899719"/>
                <a:gd name="connsiteY20" fmla="*/ 807 h 2729934"/>
                <a:gd name="connsiteX21" fmla="*/ 523481 w 899719"/>
                <a:gd name="connsiteY21" fmla="*/ 110347 h 2729934"/>
                <a:gd name="connsiteX22" fmla="*/ 613969 w 899719"/>
                <a:gd name="connsiteY22" fmla="*/ 381809 h 2729934"/>
                <a:gd name="connsiteX23" fmla="*/ 531417 w 899719"/>
                <a:gd name="connsiteY23" fmla="*/ 540557 h 2729934"/>
                <a:gd name="connsiteX24" fmla="*/ 467917 w 899719"/>
                <a:gd name="connsiteY24" fmla="*/ 696132 h 2729934"/>
                <a:gd name="connsiteX25" fmla="*/ 509192 w 899719"/>
                <a:gd name="connsiteY25" fmla="*/ 1070782 h 2729934"/>
                <a:gd name="connsiteX0" fmla="*/ 509192 w 899719"/>
                <a:gd name="connsiteY0" fmla="*/ 1088051 h 2747203"/>
                <a:gd name="connsiteX1" fmla="*/ 444105 w 899719"/>
                <a:gd name="connsiteY1" fmla="*/ 1310301 h 2747203"/>
                <a:gd name="connsiteX2" fmla="*/ 440929 w 899719"/>
                <a:gd name="connsiteY2" fmla="*/ 1608751 h 2747203"/>
                <a:gd name="connsiteX3" fmla="*/ 391717 w 899719"/>
                <a:gd name="connsiteY3" fmla="*/ 1967526 h 2747203"/>
                <a:gd name="connsiteX4" fmla="*/ 147242 w 899719"/>
                <a:gd name="connsiteY4" fmla="*/ 2237401 h 2747203"/>
                <a:gd name="connsiteX5" fmla="*/ 1192 w 899719"/>
                <a:gd name="connsiteY5" fmla="*/ 2586651 h 2747203"/>
                <a:gd name="connsiteX6" fmla="*/ 77392 w 899719"/>
                <a:gd name="connsiteY6" fmla="*/ 2669201 h 2747203"/>
                <a:gd name="connsiteX7" fmla="*/ 366317 w 899719"/>
                <a:gd name="connsiteY7" fmla="*/ 2729525 h 2747203"/>
                <a:gd name="connsiteX8" fmla="*/ 188517 w 899719"/>
                <a:gd name="connsiteY8" fmla="*/ 2542201 h 2747203"/>
                <a:gd name="connsiteX9" fmla="*/ 347270 w 899719"/>
                <a:gd name="connsiteY9" fmla="*/ 2319955 h 2747203"/>
                <a:gd name="connsiteX10" fmla="*/ 588567 w 899719"/>
                <a:gd name="connsiteY10" fmla="*/ 2078651 h 2747203"/>
                <a:gd name="connsiteX11" fmla="*/ 794942 w 899719"/>
                <a:gd name="connsiteY11" fmla="*/ 1567476 h 2747203"/>
                <a:gd name="connsiteX12" fmla="*/ 877492 w 899719"/>
                <a:gd name="connsiteY12" fmla="*/ 1269026 h 2747203"/>
                <a:gd name="connsiteX13" fmla="*/ 861617 w 899719"/>
                <a:gd name="connsiteY13" fmla="*/ 1186476 h 2747203"/>
                <a:gd name="connsiteX14" fmla="*/ 826692 w 899719"/>
                <a:gd name="connsiteY14" fmla="*/ 1069001 h 2747203"/>
                <a:gd name="connsiteX15" fmla="*/ 899719 w 899719"/>
                <a:gd name="connsiteY15" fmla="*/ 799129 h 2747203"/>
                <a:gd name="connsiteX16" fmla="*/ 760020 w 899719"/>
                <a:gd name="connsiteY16" fmla="*/ 440354 h 2747203"/>
                <a:gd name="connsiteX17" fmla="*/ 848920 w 899719"/>
                <a:gd name="connsiteY17" fmla="*/ 373679 h 2747203"/>
                <a:gd name="connsiteX18" fmla="*/ 883844 w 899719"/>
                <a:gd name="connsiteY18" fmla="*/ 256204 h 2747203"/>
                <a:gd name="connsiteX19" fmla="*/ 839395 w 899719"/>
                <a:gd name="connsiteY19" fmla="*/ 81579 h 2747203"/>
                <a:gd name="connsiteX20" fmla="*/ 663179 w 899719"/>
                <a:gd name="connsiteY20" fmla="*/ 613 h 2747203"/>
                <a:gd name="connsiteX21" fmla="*/ 523481 w 899719"/>
                <a:gd name="connsiteY21" fmla="*/ 127616 h 2747203"/>
                <a:gd name="connsiteX22" fmla="*/ 613969 w 899719"/>
                <a:gd name="connsiteY22" fmla="*/ 399078 h 2747203"/>
                <a:gd name="connsiteX23" fmla="*/ 531417 w 899719"/>
                <a:gd name="connsiteY23" fmla="*/ 557826 h 2747203"/>
                <a:gd name="connsiteX24" fmla="*/ 467917 w 899719"/>
                <a:gd name="connsiteY24" fmla="*/ 713401 h 2747203"/>
                <a:gd name="connsiteX25" fmla="*/ 509192 w 899719"/>
                <a:gd name="connsiteY25" fmla="*/ 1088051 h 2747203"/>
                <a:gd name="connsiteX0" fmla="*/ 509192 w 899719"/>
                <a:gd name="connsiteY0" fmla="*/ 1089275 h 2748427"/>
                <a:gd name="connsiteX1" fmla="*/ 444105 w 899719"/>
                <a:gd name="connsiteY1" fmla="*/ 1311525 h 2748427"/>
                <a:gd name="connsiteX2" fmla="*/ 440929 w 899719"/>
                <a:gd name="connsiteY2" fmla="*/ 1609975 h 2748427"/>
                <a:gd name="connsiteX3" fmla="*/ 391717 w 899719"/>
                <a:gd name="connsiteY3" fmla="*/ 1968750 h 2748427"/>
                <a:gd name="connsiteX4" fmla="*/ 147242 w 899719"/>
                <a:gd name="connsiteY4" fmla="*/ 2238625 h 2748427"/>
                <a:gd name="connsiteX5" fmla="*/ 1192 w 899719"/>
                <a:gd name="connsiteY5" fmla="*/ 2587875 h 2748427"/>
                <a:gd name="connsiteX6" fmla="*/ 77392 w 899719"/>
                <a:gd name="connsiteY6" fmla="*/ 2670425 h 2748427"/>
                <a:gd name="connsiteX7" fmla="*/ 366317 w 899719"/>
                <a:gd name="connsiteY7" fmla="*/ 2730749 h 2748427"/>
                <a:gd name="connsiteX8" fmla="*/ 188517 w 899719"/>
                <a:gd name="connsiteY8" fmla="*/ 2543425 h 2748427"/>
                <a:gd name="connsiteX9" fmla="*/ 347270 w 899719"/>
                <a:gd name="connsiteY9" fmla="*/ 2321179 h 2748427"/>
                <a:gd name="connsiteX10" fmla="*/ 588567 w 899719"/>
                <a:gd name="connsiteY10" fmla="*/ 2079875 h 2748427"/>
                <a:gd name="connsiteX11" fmla="*/ 794942 w 899719"/>
                <a:gd name="connsiteY11" fmla="*/ 1568700 h 2748427"/>
                <a:gd name="connsiteX12" fmla="*/ 877492 w 899719"/>
                <a:gd name="connsiteY12" fmla="*/ 1270250 h 2748427"/>
                <a:gd name="connsiteX13" fmla="*/ 861617 w 899719"/>
                <a:gd name="connsiteY13" fmla="*/ 1187700 h 2748427"/>
                <a:gd name="connsiteX14" fmla="*/ 826692 w 899719"/>
                <a:gd name="connsiteY14" fmla="*/ 1070225 h 2748427"/>
                <a:gd name="connsiteX15" fmla="*/ 899719 w 899719"/>
                <a:gd name="connsiteY15" fmla="*/ 800353 h 2748427"/>
                <a:gd name="connsiteX16" fmla="*/ 760020 w 899719"/>
                <a:gd name="connsiteY16" fmla="*/ 441578 h 2748427"/>
                <a:gd name="connsiteX17" fmla="*/ 848920 w 899719"/>
                <a:gd name="connsiteY17" fmla="*/ 374903 h 2748427"/>
                <a:gd name="connsiteX18" fmla="*/ 883844 w 899719"/>
                <a:gd name="connsiteY18" fmla="*/ 257428 h 2748427"/>
                <a:gd name="connsiteX19" fmla="*/ 839395 w 899719"/>
                <a:gd name="connsiteY19" fmla="*/ 82803 h 2748427"/>
                <a:gd name="connsiteX20" fmla="*/ 663179 w 899719"/>
                <a:gd name="connsiteY20" fmla="*/ 1837 h 2748427"/>
                <a:gd name="connsiteX21" fmla="*/ 518719 w 899719"/>
                <a:gd name="connsiteY21" fmla="*/ 168528 h 2748427"/>
                <a:gd name="connsiteX22" fmla="*/ 613969 w 899719"/>
                <a:gd name="connsiteY22" fmla="*/ 400302 h 2748427"/>
                <a:gd name="connsiteX23" fmla="*/ 531417 w 899719"/>
                <a:gd name="connsiteY23" fmla="*/ 559050 h 2748427"/>
                <a:gd name="connsiteX24" fmla="*/ 467917 w 899719"/>
                <a:gd name="connsiteY24" fmla="*/ 714625 h 2748427"/>
                <a:gd name="connsiteX25" fmla="*/ 509192 w 899719"/>
                <a:gd name="connsiteY25" fmla="*/ 1089275 h 2748427"/>
                <a:gd name="connsiteX0" fmla="*/ 509192 w 899719"/>
                <a:gd name="connsiteY0" fmla="*/ 1089275 h 2748427"/>
                <a:gd name="connsiteX1" fmla="*/ 444105 w 899719"/>
                <a:gd name="connsiteY1" fmla="*/ 1311525 h 2748427"/>
                <a:gd name="connsiteX2" fmla="*/ 440929 w 899719"/>
                <a:gd name="connsiteY2" fmla="*/ 1609975 h 2748427"/>
                <a:gd name="connsiteX3" fmla="*/ 391717 w 899719"/>
                <a:gd name="connsiteY3" fmla="*/ 1968750 h 2748427"/>
                <a:gd name="connsiteX4" fmla="*/ 147242 w 899719"/>
                <a:gd name="connsiteY4" fmla="*/ 2238625 h 2748427"/>
                <a:gd name="connsiteX5" fmla="*/ 1192 w 899719"/>
                <a:gd name="connsiteY5" fmla="*/ 2587875 h 2748427"/>
                <a:gd name="connsiteX6" fmla="*/ 77392 w 899719"/>
                <a:gd name="connsiteY6" fmla="*/ 2670425 h 2748427"/>
                <a:gd name="connsiteX7" fmla="*/ 366317 w 899719"/>
                <a:gd name="connsiteY7" fmla="*/ 2730749 h 2748427"/>
                <a:gd name="connsiteX8" fmla="*/ 188517 w 899719"/>
                <a:gd name="connsiteY8" fmla="*/ 2543425 h 2748427"/>
                <a:gd name="connsiteX9" fmla="*/ 347270 w 899719"/>
                <a:gd name="connsiteY9" fmla="*/ 2321179 h 2748427"/>
                <a:gd name="connsiteX10" fmla="*/ 588567 w 899719"/>
                <a:gd name="connsiteY10" fmla="*/ 2079875 h 2748427"/>
                <a:gd name="connsiteX11" fmla="*/ 794942 w 899719"/>
                <a:gd name="connsiteY11" fmla="*/ 1568700 h 2748427"/>
                <a:gd name="connsiteX12" fmla="*/ 877492 w 899719"/>
                <a:gd name="connsiteY12" fmla="*/ 1270250 h 2748427"/>
                <a:gd name="connsiteX13" fmla="*/ 861617 w 899719"/>
                <a:gd name="connsiteY13" fmla="*/ 1187700 h 2748427"/>
                <a:gd name="connsiteX14" fmla="*/ 826692 w 899719"/>
                <a:gd name="connsiteY14" fmla="*/ 1070225 h 2748427"/>
                <a:gd name="connsiteX15" fmla="*/ 899719 w 899719"/>
                <a:gd name="connsiteY15" fmla="*/ 800353 h 2748427"/>
                <a:gd name="connsiteX16" fmla="*/ 760020 w 899719"/>
                <a:gd name="connsiteY16" fmla="*/ 441578 h 2748427"/>
                <a:gd name="connsiteX17" fmla="*/ 848920 w 899719"/>
                <a:gd name="connsiteY17" fmla="*/ 374903 h 2748427"/>
                <a:gd name="connsiteX18" fmla="*/ 883844 w 899719"/>
                <a:gd name="connsiteY18" fmla="*/ 257428 h 2748427"/>
                <a:gd name="connsiteX19" fmla="*/ 839395 w 899719"/>
                <a:gd name="connsiteY19" fmla="*/ 82803 h 2748427"/>
                <a:gd name="connsiteX20" fmla="*/ 663179 w 899719"/>
                <a:gd name="connsiteY20" fmla="*/ 1837 h 2748427"/>
                <a:gd name="connsiteX21" fmla="*/ 518719 w 899719"/>
                <a:gd name="connsiteY21" fmla="*/ 168528 h 2748427"/>
                <a:gd name="connsiteX22" fmla="*/ 613969 w 899719"/>
                <a:gd name="connsiteY22" fmla="*/ 400302 h 2748427"/>
                <a:gd name="connsiteX23" fmla="*/ 531417 w 899719"/>
                <a:gd name="connsiteY23" fmla="*/ 559050 h 2748427"/>
                <a:gd name="connsiteX24" fmla="*/ 467917 w 899719"/>
                <a:gd name="connsiteY24" fmla="*/ 714625 h 2748427"/>
                <a:gd name="connsiteX25" fmla="*/ 509192 w 899719"/>
                <a:gd name="connsiteY25" fmla="*/ 1089275 h 2748427"/>
                <a:gd name="connsiteX0" fmla="*/ 509192 w 899719"/>
                <a:gd name="connsiteY0" fmla="*/ 1089275 h 2748427"/>
                <a:gd name="connsiteX1" fmla="*/ 444105 w 899719"/>
                <a:gd name="connsiteY1" fmla="*/ 1311525 h 2748427"/>
                <a:gd name="connsiteX2" fmla="*/ 440929 w 899719"/>
                <a:gd name="connsiteY2" fmla="*/ 1609975 h 2748427"/>
                <a:gd name="connsiteX3" fmla="*/ 391717 w 899719"/>
                <a:gd name="connsiteY3" fmla="*/ 1968750 h 2748427"/>
                <a:gd name="connsiteX4" fmla="*/ 147242 w 899719"/>
                <a:gd name="connsiteY4" fmla="*/ 2238625 h 2748427"/>
                <a:gd name="connsiteX5" fmla="*/ 1192 w 899719"/>
                <a:gd name="connsiteY5" fmla="*/ 2587875 h 2748427"/>
                <a:gd name="connsiteX6" fmla="*/ 77392 w 899719"/>
                <a:gd name="connsiteY6" fmla="*/ 2670425 h 2748427"/>
                <a:gd name="connsiteX7" fmla="*/ 366317 w 899719"/>
                <a:gd name="connsiteY7" fmla="*/ 2730749 h 2748427"/>
                <a:gd name="connsiteX8" fmla="*/ 188517 w 899719"/>
                <a:gd name="connsiteY8" fmla="*/ 2543425 h 2748427"/>
                <a:gd name="connsiteX9" fmla="*/ 347270 w 899719"/>
                <a:gd name="connsiteY9" fmla="*/ 2321179 h 2748427"/>
                <a:gd name="connsiteX10" fmla="*/ 588567 w 899719"/>
                <a:gd name="connsiteY10" fmla="*/ 2079875 h 2748427"/>
                <a:gd name="connsiteX11" fmla="*/ 794942 w 899719"/>
                <a:gd name="connsiteY11" fmla="*/ 1568700 h 2748427"/>
                <a:gd name="connsiteX12" fmla="*/ 877492 w 899719"/>
                <a:gd name="connsiteY12" fmla="*/ 1270250 h 2748427"/>
                <a:gd name="connsiteX13" fmla="*/ 861617 w 899719"/>
                <a:gd name="connsiteY13" fmla="*/ 1187700 h 2748427"/>
                <a:gd name="connsiteX14" fmla="*/ 826692 w 899719"/>
                <a:gd name="connsiteY14" fmla="*/ 1070225 h 2748427"/>
                <a:gd name="connsiteX15" fmla="*/ 899719 w 899719"/>
                <a:gd name="connsiteY15" fmla="*/ 800353 h 2748427"/>
                <a:gd name="connsiteX16" fmla="*/ 760020 w 899719"/>
                <a:gd name="connsiteY16" fmla="*/ 441578 h 2748427"/>
                <a:gd name="connsiteX17" fmla="*/ 848920 w 899719"/>
                <a:gd name="connsiteY17" fmla="*/ 374903 h 2748427"/>
                <a:gd name="connsiteX18" fmla="*/ 883844 w 899719"/>
                <a:gd name="connsiteY18" fmla="*/ 257428 h 2748427"/>
                <a:gd name="connsiteX19" fmla="*/ 839395 w 899719"/>
                <a:gd name="connsiteY19" fmla="*/ 82803 h 2748427"/>
                <a:gd name="connsiteX20" fmla="*/ 663179 w 899719"/>
                <a:gd name="connsiteY20" fmla="*/ 1837 h 2748427"/>
                <a:gd name="connsiteX21" fmla="*/ 518719 w 899719"/>
                <a:gd name="connsiteY21" fmla="*/ 168528 h 2748427"/>
                <a:gd name="connsiteX22" fmla="*/ 613969 w 899719"/>
                <a:gd name="connsiteY22" fmla="*/ 400302 h 2748427"/>
                <a:gd name="connsiteX23" fmla="*/ 531417 w 899719"/>
                <a:gd name="connsiteY23" fmla="*/ 559050 h 2748427"/>
                <a:gd name="connsiteX24" fmla="*/ 467917 w 899719"/>
                <a:gd name="connsiteY24" fmla="*/ 714625 h 2748427"/>
                <a:gd name="connsiteX25" fmla="*/ 509192 w 899719"/>
                <a:gd name="connsiteY25" fmla="*/ 1089275 h 2748427"/>
                <a:gd name="connsiteX0" fmla="*/ 509192 w 899719"/>
                <a:gd name="connsiteY0" fmla="*/ 1089275 h 2748427"/>
                <a:gd name="connsiteX1" fmla="*/ 444105 w 899719"/>
                <a:gd name="connsiteY1" fmla="*/ 1311525 h 2748427"/>
                <a:gd name="connsiteX2" fmla="*/ 440929 w 899719"/>
                <a:gd name="connsiteY2" fmla="*/ 1609975 h 2748427"/>
                <a:gd name="connsiteX3" fmla="*/ 391717 w 899719"/>
                <a:gd name="connsiteY3" fmla="*/ 1968750 h 2748427"/>
                <a:gd name="connsiteX4" fmla="*/ 147242 w 899719"/>
                <a:gd name="connsiteY4" fmla="*/ 2238625 h 2748427"/>
                <a:gd name="connsiteX5" fmla="*/ 1192 w 899719"/>
                <a:gd name="connsiteY5" fmla="*/ 2587875 h 2748427"/>
                <a:gd name="connsiteX6" fmla="*/ 77392 w 899719"/>
                <a:gd name="connsiteY6" fmla="*/ 2670425 h 2748427"/>
                <a:gd name="connsiteX7" fmla="*/ 366317 w 899719"/>
                <a:gd name="connsiteY7" fmla="*/ 2730749 h 2748427"/>
                <a:gd name="connsiteX8" fmla="*/ 188517 w 899719"/>
                <a:gd name="connsiteY8" fmla="*/ 2543425 h 2748427"/>
                <a:gd name="connsiteX9" fmla="*/ 347270 w 899719"/>
                <a:gd name="connsiteY9" fmla="*/ 2321179 h 2748427"/>
                <a:gd name="connsiteX10" fmla="*/ 588567 w 899719"/>
                <a:gd name="connsiteY10" fmla="*/ 2079875 h 2748427"/>
                <a:gd name="connsiteX11" fmla="*/ 794942 w 899719"/>
                <a:gd name="connsiteY11" fmla="*/ 1568700 h 2748427"/>
                <a:gd name="connsiteX12" fmla="*/ 877492 w 899719"/>
                <a:gd name="connsiteY12" fmla="*/ 1270250 h 2748427"/>
                <a:gd name="connsiteX13" fmla="*/ 861617 w 899719"/>
                <a:gd name="connsiteY13" fmla="*/ 1187700 h 2748427"/>
                <a:gd name="connsiteX14" fmla="*/ 826692 w 899719"/>
                <a:gd name="connsiteY14" fmla="*/ 1070225 h 2748427"/>
                <a:gd name="connsiteX15" fmla="*/ 899719 w 899719"/>
                <a:gd name="connsiteY15" fmla="*/ 800353 h 2748427"/>
                <a:gd name="connsiteX16" fmla="*/ 760020 w 899719"/>
                <a:gd name="connsiteY16" fmla="*/ 441578 h 2748427"/>
                <a:gd name="connsiteX17" fmla="*/ 848920 w 899719"/>
                <a:gd name="connsiteY17" fmla="*/ 374903 h 2748427"/>
                <a:gd name="connsiteX18" fmla="*/ 883844 w 899719"/>
                <a:gd name="connsiteY18" fmla="*/ 257428 h 2748427"/>
                <a:gd name="connsiteX19" fmla="*/ 839395 w 899719"/>
                <a:gd name="connsiteY19" fmla="*/ 82803 h 2748427"/>
                <a:gd name="connsiteX20" fmla="*/ 663179 w 899719"/>
                <a:gd name="connsiteY20" fmla="*/ 1837 h 2748427"/>
                <a:gd name="connsiteX21" fmla="*/ 518719 w 899719"/>
                <a:gd name="connsiteY21" fmla="*/ 168528 h 2748427"/>
                <a:gd name="connsiteX22" fmla="*/ 613969 w 899719"/>
                <a:gd name="connsiteY22" fmla="*/ 400302 h 2748427"/>
                <a:gd name="connsiteX23" fmla="*/ 531417 w 899719"/>
                <a:gd name="connsiteY23" fmla="*/ 559050 h 2748427"/>
                <a:gd name="connsiteX24" fmla="*/ 467917 w 899719"/>
                <a:gd name="connsiteY24" fmla="*/ 714625 h 2748427"/>
                <a:gd name="connsiteX25" fmla="*/ 509192 w 899719"/>
                <a:gd name="connsiteY25" fmla="*/ 1089275 h 2748427"/>
                <a:gd name="connsiteX0" fmla="*/ 509192 w 899719"/>
                <a:gd name="connsiteY0" fmla="*/ 1089275 h 2748427"/>
                <a:gd name="connsiteX1" fmla="*/ 444105 w 899719"/>
                <a:gd name="connsiteY1" fmla="*/ 1311525 h 2748427"/>
                <a:gd name="connsiteX2" fmla="*/ 440929 w 899719"/>
                <a:gd name="connsiteY2" fmla="*/ 1609975 h 2748427"/>
                <a:gd name="connsiteX3" fmla="*/ 391717 w 899719"/>
                <a:gd name="connsiteY3" fmla="*/ 1968750 h 2748427"/>
                <a:gd name="connsiteX4" fmla="*/ 147242 w 899719"/>
                <a:gd name="connsiteY4" fmla="*/ 2238625 h 2748427"/>
                <a:gd name="connsiteX5" fmla="*/ 1192 w 899719"/>
                <a:gd name="connsiteY5" fmla="*/ 2587875 h 2748427"/>
                <a:gd name="connsiteX6" fmla="*/ 77392 w 899719"/>
                <a:gd name="connsiteY6" fmla="*/ 2670425 h 2748427"/>
                <a:gd name="connsiteX7" fmla="*/ 366317 w 899719"/>
                <a:gd name="connsiteY7" fmla="*/ 2730749 h 2748427"/>
                <a:gd name="connsiteX8" fmla="*/ 188517 w 899719"/>
                <a:gd name="connsiteY8" fmla="*/ 2543425 h 2748427"/>
                <a:gd name="connsiteX9" fmla="*/ 347270 w 899719"/>
                <a:gd name="connsiteY9" fmla="*/ 2321179 h 2748427"/>
                <a:gd name="connsiteX10" fmla="*/ 588567 w 899719"/>
                <a:gd name="connsiteY10" fmla="*/ 2079875 h 2748427"/>
                <a:gd name="connsiteX11" fmla="*/ 794942 w 899719"/>
                <a:gd name="connsiteY11" fmla="*/ 1568700 h 2748427"/>
                <a:gd name="connsiteX12" fmla="*/ 877492 w 899719"/>
                <a:gd name="connsiteY12" fmla="*/ 1270250 h 2748427"/>
                <a:gd name="connsiteX13" fmla="*/ 861617 w 899719"/>
                <a:gd name="connsiteY13" fmla="*/ 1187700 h 2748427"/>
                <a:gd name="connsiteX14" fmla="*/ 826692 w 899719"/>
                <a:gd name="connsiteY14" fmla="*/ 1070225 h 2748427"/>
                <a:gd name="connsiteX15" fmla="*/ 899719 w 899719"/>
                <a:gd name="connsiteY15" fmla="*/ 800353 h 2748427"/>
                <a:gd name="connsiteX16" fmla="*/ 760020 w 899719"/>
                <a:gd name="connsiteY16" fmla="*/ 441578 h 2748427"/>
                <a:gd name="connsiteX17" fmla="*/ 848920 w 899719"/>
                <a:gd name="connsiteY17" fmla="*/ 374903 h 2748427"/>
                <a:gd name="connsiteX18" fmla="*/ 883844 w 899719"/>
                <a:gd name="connsiteY18" fmla="*/ 257428 h 2748427"/>
                <a:gd name="connsiteX19" fmla="*/ 839395 w 899719"/>
                <a:gd name="connsiteY19" fmla="*/ 82803 h 2748427"/>
                <a:gd name="connsiteX20" fmla="*/ 663179 w 899719"/>
                <a:gd name="connsiteY20" fmla="*/ 1837 h 2748427"/>
                <a:gd name="connsiteX21" fmla="*/ 518719 w 899719"/>
                <a:gd name="connsiteY21" fmla="*/ 168528 h 2748427"/>
                <a:gd name="connsiteX22" fmla="*/ 613969 w 899719"/>
                <a:gd name="connsiteY22" fmla="*/ 400302 h 2748427"/>
                <a:gd name="connsiteX23" fmla="*/ 531417 w 899719"/>
                <a:gd name="connsiteY23" fmla="*/ 559050 h 2748427"/>
                <a:gd name="connsiteX24" fmla="*/ 467917 w 899719"/>
                <a:gd name="connsiteY24" fmla="*/ 714625 h 2748427"/>
                <a:gd name="connsiteX25" fmla="*/ 509192 w 899719"/>
                <a:gd name="connsiteY25" fmla="*/ 1089275 h 2748427"/>
                <a:gd name="connsiteX0" fmla="*/ 509192 w 899719"/>
                <a:gd name="connsiteY0" fmla="*/ 1089275 h 2748427"/>
                <a:gd name="connsiteX1" fmla="*/ 444105 w 899719"/>
                <a:gd name="connsiteY1" fmla="*/ 1311525 h 2748427"/>
                <a:gd name="connsiteX2" fmla="*/ 440929 w 899719"/>
                <a:gd name="connsiteY2" fmla="*/ 1609975 h 2748427"/>
                <a:gd name="connsiteX3" fmla="*/ 391717 w 899719"/>
                <a:gd name="connsiteY3" fmla="*/ 1968750 h 2748427"/>
                <a:gd name="connsiteX4" fmla="*/ 147242 w 899719"/>
                <a:gd name="connsiteY4" fmla="*/ 2238625 h 2748427"/>
                <a:gd name="connsiteX5" fmla="*/ 1192 w 899719"/>
                <a:gd name="connsiteY5" fmla="*/ 2587875 h 2748427"/>
                <a:gd name="connsiteX6" fmla="*/ 77392 w 899719"/>
                <a:gd name="connsiteY6" fmla="*/ 2670425 h 2748427"/>
                <a:gd name="connsiteX7" fmla="*/ 366317 w 899719"/>
                <a:gd name="connsiteY7" fmla="*/ 2730749 h 2748427"/>
                <a:gd name="connsiteX8" fmla="*/ 188517 w 899719"/>
                <a:gd name="connsiteY8" fmla="*/ 2543425 h 2748427"/>
                <a:gd name="connsiteX9" fmla="*/ 347270 w 899719"/>
                <a:gd name="connsiteY9" fmla="*/ 2321179 h 2748427"/>
                <a:gd name="connsiteX10" fmla="*/ 588567 w 899719"/>
                <a:gd name="connsiteY10" fmla="*/ 2079875 h 2748427"/>
                <a:gd name="connsiteX11" fmla="*/ 794942 w 899719"/>
                <a:gd name="connsiteY11" fmla="*/ 1568700 h 2748427"/>
                <a:gd name="connsiteX12" fmla="*/ 877492 w 899719"/>
                <a:gd name="connsiteY12" fmla="*/ 1270250 h 2748427"/>
                <a:gd name="connsiteX13" fmla="*/ 861617 w 899719"/>
                <a:gd name="connsiteY13" fmla="*/ 1187700 h 2748427"/>
                <a:gd name="connsiteX14" fmla="*/ 826692 w 899719"/>
                <a:gd name="connsiteY14" fmla="*/ 1070225 h 2748427"/>
                <a:gd name="connsiteX15" fmla="*/ 899719 w 899719"/>
                <a:gd name="connsiteY15" fmla="*/ 800353 h 2748427"/>
                <a:gd name="connsiteX16" fmla="*/ 760020 w 899719"/>
                <a:gd name="connsiteY16" fmla="*/ 441578 h 2748427"/>
                <a:gd name="connsiteX17" fmla="*/ 848920 w 899719"/>
                <a:gd name="connsiteY17" fmla="*/ 374903 h 2748427"/>
                <a:gd name="connsiteX18" fmla="*/ 883844 w 899719"/>
                <a:gd name="connsiteY18" fmla="*/ 257428 h 2748427"/>
                <a:gd name="connsiteX19" fmla="*/ 839395 w 899719"/>
                <a:gd name="connsiteY19" fmla="*/ 82803 h 2748427"/>
                <a:gd name="connsiteX20" fmla="*/ 663179 w 899719"/>
                <a:gd name="connsiteY20" fmla="*/ 1837 h 2748427"/>
                <a:gd name="connsiteX21" fmla="*/ 518719 w 899719"/>
                <a:gd name="connsiteY21" fmla="*/ 168528 h 2748427"/>
                <a:gd name="connsiteX22" fmla="*/ 613969 w 899719"/>
                <a:gd name="connsiteY22" fmla="*/ 400302 h 2748427"/>
                <a:gd name="connsiteX23" fmla="*/ 531417 w 899719"/>
                <a:gd name="connsiteY23" fmla="*/ 559050 h 2748427"/>
                <a:gd name="connsiteX24" fmla="*/ 467917 w 899719"/>
                <a:gd name="connsiteY24" fmla="*/ 714625 h 2748427"/>
                <a:gd name="connsiteX25" fmla="*/ 509192 w 899719"/>
                <a:gd name="connsiteY25" fmla="*/ 1089275 h 2748427"/>
                <a:gd name="connsiteX0" fmla="*/ 509192 w 899719"/>
                <a:gd name="connsiteY0" fmla="*/ 1089731 h 2748883"/>
                <a:gd name="connsiteX1" fmla="*/ 444105 w 899719"/>
                <a:gd name="connsiteY1" fmla="*/ 1311981 h 2748883"/>
                <a:gd name="connsiteX2" fmla="*/ 440929 w 899719"/>
                <a:gd name="connsiteY2" fmla="*/ 1610431 h 2748883"/>
                <a:gd name="connsiteX3" fmla="*/ 391717 w 899719"/>
                <a:gd name="connsiteY3" fmla="*/ 1969206 h 2748883"/>
                <a:gd name="connsiteX4" fmla="*/ 147242 w 899719"/>
                <a:gd name="connsiteY4" fmla="*/ 2239081 h 2748883"/>
                <a:gd name="connsiteX5" fmla="*/ 1192 w 899719"/>
                <a:gd name="connsiteY5" fmla="*/ 2588331 h 2748883"/>
                <a:gd name="connsiteX6" fmla="*/ 77392 w 899719"/>
                <a:gd name="connsiteY6" fmla="*/ 2670881 h 2748883"/>
                <a:gd name="connsiteX7" fmla="*/ 366317 w 899719"/>
                <a:gd name="connsiteY7" fmla="*/ 2731205 h 2748883"/>
                <a:gd name="connsiteX8" fmla="*/ 188517 w 899719"/>
                <a:gd name="connsiteY8" fmla="*/ 2543881 h 2748883"/>
                <a:gd name="connsiteX9" fmla="*/ 347270 w 899719"/>
                <a:gd name="connsiteY9" fmla="*/ 2321635 h 2748883"/>
                <a:gd name="connsiteX10" fmla="*/ 588567 w 899719"/>
                <a:gd name="connsiteY10" fmla="*/ 2080331 h 2748883"/>
                <a:gd name="connsiteX11" fmla="*/ 794942 w 899719"/>
                <a:gd name="connsiteY11" fmla="*/ 1569156 h 2748883"/>
                <a:gd name="connsiteX12" fmla="*/ 877492 w 899719"/>
                <a:gd name="connsiteY12" fmla="*/ 1270706 h 2748883"/>
                <a:gd name="connsiteX13" fmla="*/ 861617 w 899719"/>
                <a:gd name="connsiteY13" fmla="*/ 1188156 h 2748883"/>
                <a:gd name="connsiteX14" fmla="*/ 826692 w 899719"/>
                <a:gd name="connsiteY14" fmla="*/ 1070681 h 2748883"/>
                <a:gd name="connsiteX15" fmla="*/ 899719 w 899719"/>
                <a:gd name="connsiteY15" fmla="*/ 800809 h 2748883"/>
                <a:gd name="connsiteX16" fmla="*/ 760020 w 899719"/>
                <a:gd name="connsiteY16" fmla="*/ 442034 h 2748883"/>
                <a:gd name="connsiteX17" fmla="*/ 848920 w 899719"/>
                <a:gd name="connsiteY17" fmla="*/ 375359 h 2748883"/>
                <a:gd name="connsiteX18" fmla="*/ 883844 w 899719"/>
                <a:gd name="connsiteY18" fmla="*/ 257884 h 2748883"/>
                <a:gd name="connsiteX19" fmla="*/ 839395 w 899719"/>
                <a:gd name="connsiteY19" fmla="*/ 83259 h 2748883"/>
                <a:gd name="connsiteX20" fmla="*/ 663179 w 899719"/>
                <a:gd name="connsiteY20" fmla="*/ 2293 h 2748883"/>
                <a:gd name="connsiteX21" fmla="*/ 518719 w 899719"/>
                <a:gd name="connsiteY21" fmla="*/ 168984 h 2748883"/>
                <a:gd name="connsiteX22" fmla="*/ 613969 w 899719"/>
                <a:gd name="connsiteY22" fmla="*/ 400758 h 2748883"/>
                <a:gd name="connsiteX23" fmla="*/ 531417 w 899719"/>
                <a:gd name="connsiteY23" fmla="*/ 559506 h 2748883"/>
                <a:gd name="connsiteX24" fmla="*/ 467917 w 899719"/>
                <a:gd name="connsiteY24" fmla="*/ 715081 h 2748883"/>
                <a:gd name="connsiteX25" fmla="*/ 509192 w 899719"/>
                <a:gd name="connsiteY25" fmla="*/ 1089731 h 2748883"/>
                <a:gd name="connsiteX0" fmla="*/ 509192 w 899719"/>
                <a:gd name="connsiteY0" fmla="*/ 1089731 h 2748883"/>
                <a:gd name="connsiteX1" fmla="*/ 444105 w 899719"/>
                <a:gd name="connsiteY1" fmla="*/ 1311981 h 2748883"/>
                <a:gd name="connsiteX2" fmla="*/ 440929 w 899719"/>
                <a:gd name="connsiteY2" fmla="*/ 1610431 h 2748883"/>
                <a:gd name="connsiteX3" fmla="*/ 391717 w 899719"/>
                <a:gd name="connsiteY3" fmla="*/ 1969206 h 2748883"/>
                <a:gd name="connsiteX4" fmla="*/ 147242 w 899719"/>
                <a:gd name="connsiteY4" fmla="*/ 2239081 h 2748883"/>
                <a:gd name="connsiteX5" fmla="*/ 1192 w 899719"/>
                <a:gd name="connsiteY5" fmla="*/ 2588331 h 2748883"/>
                <a:gd name="connsiteX6" fmla="*/ 77392 w 899719"/>
                <a:gd name="connsiteY6" fmla="*/ 2670881 h 2748883"/>
                <a:gd name="connsiteX7" fmla="*/ 366317 w 899719"/>
                <a:gd name="connsiteY7" fmla="*/ 2731205 h 2748883"/>
                <a:gd name="connsiteX8" fmla="*/ 188517 w 899719"/>
                <a:gd name="connsiteY8" fmla="*/ 2543881 h 2748883"/>
                <a:gd name="connsiteX9" fmla="*/ 347270 w 899719"/>
                <a:gd name="connsiteY9" fmla="*/ 2321635 h 2748883"/>
                <a:gd name="connsiteX10" fmla="*/ 588567 w 899719"/>
                <a:gd name="connsiteY10" fmla="*/ 2080331 h 2748883"/>
                <a:gd name="connsiteX11" fmla="*/ 794942 w 899719"/>
                <a:gd name="connsiteY11" fmla="*/ 1569156 h 2748883"/>
                <a:gd name="connsiteX12" fmla="*/ 877492 w 899719"/>
                <a:gd name="connsiteY12" fmla="*/ 1270706 h 2748883"/>
                <a:gd name="connsiteX13" fmla="*/ 861617 w 899719"/>
                <a:gd name="connsiteY13" fmla="*/ 1188156 h 2748883"/>
                <a:gd name="connsiteX14" fmla="*/ 826692 w 899719"/>
                <a:gd name="connsiteY14" fmla="*/ 1070681 h 2748883"/>
                <a:gd name="connsiteX15" fmla="*/ 899719 w 899719"/>
                <a:gd name="connsiteY15" fmla="*/ 800809 h 2748883"/>
                <a:gd name="connsiteX16" fmla="*/ 760020 w 899719"/>
                <a:gd name="connsiteY16" fmla="*/ 442034 h 2748883"/>
                <a:gd name="connsiteX17" fmla="*/ 848920 w 899719"/>
                <a:gd name="connsiteY17" fmla="*/ 375359 h 2748883"/>
                <a:gd name="connsiteX18" fmla="*/ 883844 w 899719"/>
                <a:gd name="connsiteY18" fmla="*/ 257884 h 2748883"/>
                <a:gd name="connsiteX19" fmla="*/ 839395 w 899719"/>
                <a:gd name="connsiteY19" fmla="*/ 83259 h 2748883"/>
                <a:gd name="connsiteX20" fmla="*/ 663179 w 899719"/>
                <a:gd name="connsiteY20" fmla="*/ 2293 h 2748883"/>
                <a:gd name="connsiteX21" fmla="*/ 518719 w 899719"/>
                <a:gd name="connsiteY21" fmla="*/ 168984 h 2748883"/>
                <a:gd name="connsiteX22" fmla="*/ 613969 w 899719"/>
                <a:gd name="connsiteY22" fmla="*/ 400758 h 2748883"/>
                <a:gd name="connsiteX23" fmla="*/ 531417 w 899719"/>
                <a:gd name="connsiteY23" fmla="*/ 559506 h 2748883"/>
                <a:gd name="connsiteX24" fmla="*/ 467917 w 899719"/>
                <a:gd name="connsiteY24" fmla="*/ 715081 h 2748883"/>
                <a:gd name="connsiteX25" fmla="*/ 509192 w 899719"/>
                <a:gd name="connsiteY25" fmla="*/ 1089731 h 2748883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61617 w 899719"/>
                <a:gd name="connsiteY13" fmla="*/ 1187029 h 2747756"/>
                <a:gd name="connsiteX14" fmla="*/ 826692 w 899719"/>
                <a:gd name="connsiteY14" fmla="*/ 1069554 h 2747756"/>
                <a:gd name="connsiteX15" fmla="*/ 899719 w 899719"/>
                <a:gd name="connsiteY15" fmla="*/ 799682 h 2747756"/>
                <a:gd name="connsiteX16" fmla="*/ 760020 w 899719"/>
                <a:gd name="connsiteY16" fmla="*/ 440907 h 2747756"/>
                <a:gd name="connsiteX17" fmla="*/ 848920 w 899719"/>
                <a:gd name="connsiteY17" fmla="*/ 374232 h 2747756"/>
                <a:gd name="connsiteX18" fmla="*/ 883844 w 899719"/>
                <a:gd name="connsiteY18" fmla="*/ 256757 h 2747756"/>
                <a:gd name="connsiteX19" fmla="*/ 839395 w 899719"/>
                <a:gd name="connsiteY19" fmla="*/ 82132 h 2747756"/>
                <a:gd name="connsiteX20" fmla="*/ 663179 w 899719"/>
                <a:gd name="connsiteY20" fmla="*/ 1166 h 2747756"/>
                <a:gd name="connsiteX21" fmla="*/ 518719 w 899719"/>
                <a:gd name="connsiteY21" fmla="*/ 167857 h 2747756"/>
                <a:gd name="connsiteX22" fmla="*/ 613969 w 899719"/>
                <a:gd name="connsiteY22" fmla="*/ 399631 h 2747756"/>
                <a:gd name="connsiteX23" fmla="*/ 531417 w 899719"/>
                <a:gd name="connsiteY23" fmla="*/ 558379 h 2747756"/>
                <a:gd name="connsiteX24" fmla="*/ 467917 w 899719"/>
                <a:gd name="connsiteY24" fmla="*/ 713954 h 2747756"/>
                <a:gd name="connsiteX25" fmla="*/ 509192 w 899719"/>
                <a:gd name="connsiteY25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67917 w 899719"/>
                <a:gd name="connsiteY23" fmla="*/ 713954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67917 w 899719"/>
                <a:gd name="connsiteY23" fmla="*/ 713954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67917 w 899719"/>
                <a:gd name="connsiteY23" fmla="*/ 713954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67917 w 899719"/>
                <a:gd name="connsiteY23" fmla="*/ 713954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67917 w 899719"/>
                <a:gd name="connsiteY23" fmla="*/ 713954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0617 w 899719"/>
                <a:gd name="connsiteY23" fmla="*/ 696491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0617 w 899719"/>
                <a:gd name="connsiteY23" fmla="*/ 696491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0617 w 899719"/>
                <a:gd name="connsiteY23" fmla="*/ 696491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0617 w 899719"/>
                <a:gd name="connsiteY23" fmla="*/ 696491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9192 w 899719"/>
                <a:gd name="connsiteY0" fmla="*/ 1088604 h 2747756"/>
                <a:gd name="connsiteX1" fmla="*/ 444105 w 899719"/>
                <a:gd name="connsiteY1" fmla="*/ 1310854 h 2747756"/>
                <a:gd name="connsiteX2" fmla="*/ 440929 w 899719"/>
                <a:gd name="connsiteY2" fmla="*/ 1609304 h 2747756"/>
                <a:gd name="connsiteX3" fmla="*/ 391717 w 899719"/>
                <a:gd name="connsiteY3" fmla="*/ 1968079 h 2747756"/>
                <a:gd name="connsiteX4" fmla="*/ 147242 w 899719"/>
                <a:gd name="connsiteY4" fmla="*/ 2237954 h 2747756"/>
                <a:gd name="connsiteX5" fmla="*/ 1192 w 899719"/>
                <a:gd name="connsiteY5" fmla="*/ 2587204 h 2747756"/>
                <a:gd name="connsiteX6" fmla="*/ 77392 w 899719"/>
                <a:gd name="connsiteY6" fmla="*/ 2669754 h 2747756"/>
                <a:gd name="connsiteX7" fmla="*/ 366317 w 899719"/>
                <a:gd name="connsiteY7" fmla="*/ 2730078 h 2747756"/>
                <a:gd name="connsiteX8" fmla="*/ 188517 w 899719"/>
                <a:gd name="connsiteY8" fmla="*/ 2542754 h 2747756"/>
                <a:gd name="connsiteX9" fmla="*/ 347270 w 899719"/>
                <a:gd name="connsiteY9" fmla="*/ 2320508 h 2747756"/>
                <a:gd name="connsiteX10" fmla="*/ 588567 w 899719"/>
                <a:gd name="connsiteY10" fmla="*/ 2079204 h 2747756"/>
                <a:gd name="connsiteX11" fmla="*/ 794942 w 899719"/>
                <a:gd name="connsiteY11" fmla="*/ 1568029 h 2747756"/>
                <a:gd name="connsiteX12" fmla="*/ 877492 w 899719"/>
                <a:gd name="connsiteY12" fmla="*/ 1269579 h 2747756"/>
                <a:gd name="connsiteX13" fmla="*/ 826692 w 899719"/>
                <a:gd name="connsiteY13" fmla="*/ 1069554 h 2747756"/>
                <a:gd name="connsiteX14" fmla="*/ 899719 w 899719"/>
                <a:gd name="connsiteY14" fmla="*/ 799682 h 2747756"/>
                <a:gd name="connsiteX15" fmla="*/ 760020 w 899719"/>
                <a:gd name="connsiteY15" fmla="*/ 440907 h 2747756"/>
                <a:gd name="connsiteX16" fmla="*/ 848920 w 899719"/>
                <a:gd name="connsiteY16" fmla="*/ 374232 h 2747756"/>
                <a:gd name="connsiteX17" fmla="*/ 883844 w 899719"/>
                <a:gd name="connsiteY17" fmla="*/ 256757 h 2747756"/>
                <a:gd name="connsiteX18" fmla="*/ 839395 w 899719"/>
                <a:gd name="connsiteY18" fmla="*/ 82132 h 2747756"/>
                <a:gd name="connsiteX19" fmla="*/ 663179 w 899719"/>
                <a:gd name="connsiteY19" fmla="*/ 1166 h 2747756"/>
                <a:gd name="connsiteX20" fmla="*/ 518719 w 899719"/>
                <a:gd name="connsiteY20" fmla="*/ 167857 h 2747756"/>
                <a:gd name="connsiteX21" fmla="*/ 613969 w 899719"/>
                <a:gd name="connsiteY21" fmla="*/ 399631 h 2747756"/>
                <a:gd name="connsiteX22" fmla="*/ 531417 w 899719"/>
                <a:gd name="connsiteY22" fmla="*/ 558379 h 2747756"/>
                <a:gd name="connsiteX23" fmla="*/ 486967 w 899719"/>
                <a:gd name="connsiteY23" fmla="*/ 672678 h 2747756"/>
                <a:gd name="connsiteX24" fmla="*/ 509192 w 899719"/>
                <a:gd name="connsiteY24" fmla="*/ 1088604 h 2747756"/>
                <a:gd name="connsiteX0" fmla="*/ 508284 w 898811"/>
                <a:gd name="connsiteY0" fmla="*/ 1088604 h 2747756"/>
                <a:gd name="connsiteX1" fmla="*/ 443197 w 898811"/>
                <a:gd name="connsiteY1" fmla="*/ 1310854 h 2747756"/>
                <a:gd name="connsiteX2" fmla="*/ 440021 w 898811"/>
                <a:gd name="connsiteY2" fmla="*/ 1609304 h 2747756"/>
                <a:gd name="connsiteX3" fmla="*/ 390809 w 898811"/>
                <a:gd name="connsiteY3" fmla="*/ 1968079 h 2747756"/>
                <a:gd name="connsiteX4" fmla="*/ 146334 w 898811"/>
                <a:gd name="connsiteY4" fmla="*/ 2237954 h 2747756"/>
                <a:gd name="connsiteX5" fmla="*/ 54262 w 898811"/>
                <a:gd name="connsiteY5" fmla="*/ 2444332 h 2747756"/>
                <a:gd name="connsiteX6" fmla="*/ 284 w 898811"/>
                <a:gd name="connsiteY6" fmla="*/ 2587204 h 2747756"/>
                <a:gd name="connsiteX7" fmla="*/ 76484 w 898811"/>
                <a:gd name="connsiteY7" fmla="*/ 2669754 h 2747756"/>
                <a:gd name="connsiteX8" fmla="*/ 365409 w 898811"/>
                <a:gd name="connsiteY8" fmla="*/ 2730078 h 2747756"/>
                <a:gd name="connsiteX9" fmla="*/ 187609 w 898811"/>
                <a:gd name="connsiteY9" fmla="*/ 2542754 h 2747756"/>
                <a:gd name="connsiteX10" fmla="*/ 346362 w 898811"/>
                <a:gd name="connsiteY10" fmla="*/ 2320508 h 2747756"/>
                <a:gd name="connsiteX11" fmla="*/ 587659 w 898811"/>
                <a:gd name="connsiteY11" fmla="*/ 2079204 h 2747756"/>
                <a:gd name="connsiteX12" fmla="*/ 794034 w 898811"/>
                <a:gd name="connsiteY12" fmla="*/ 1568029 h 2747756"/>
                <a:gd name="connsiteX13" fmla="*/ 876584 w 898811"/>
                <a:gd name="connsiteY13" fmla="*/ 1269579 h 2747756"/>
                <a:gd name="connsiteX14" fmla="*/ 825784 w 898811"/>
                <a:gd name="connsiteY14" fmla="*/ 1069554 h 2747756"/>
                <a:gd name="connsiteX15" fmla="*/ 898811 w 898811"/>
                <a:gd name="connsiteY15" fmla="*/ 799682 h 2747756"/>
                <a:gd name="connsiteX16" fmla="*/ 759112 w 898811"/>
                <a:gd name="connsiteY16" fmla="*/ 440907 h 2747756"/>
                <a:gd name="connsiteX17" fmla="*/ 848012 w 898811"/>
                <a:gd name="connsiteY17" fmla="*/ 374232 h 2747756"/>
                <a:gd name="connsiteX18" fmla="*/ 882936 w 898811"/>
                <a:gd name="connsiteY18" fmla="*/ 256757 h 2747756"/>
                <a:gd name="connsiteX19" fmla="*/ 838487 w 898811"/>
                <a:gd name="connsiteY19" fmla="*/ 82132 h 2747756"/>
                <a:gd name="connsiteX20" fmla="*/ 662271 w 898811"/>
                <a:gd name="connsiteY20" fmla="*/ 1166 h 2747756"/>
                <a:gd name="connsiteX21" fmla="*/ 517811 w 898811"/>
                <a:gd name="connsiteY21" fmla="*/ 167857 h 2747756"/>
                <a:gd name="connsiteX22" fmla="*/ 613061 w 898811"/>
                <a:gd name="connsiteY22" fmla="*/ 399631 h 2747756"/>
                <a:gd name="connsiteX23" fmla="*/ 530509 w 898811"/>
                <a:gd name="connsiteY23" fmla="*/ 558379 h 2747756"/>
                <a:gd name="connsiteX24" fmla="*/ 486059 w 898811"/>
                <a:gd name="connsiteY24" fmla="*/ 672678 h 2747756"/>
                <a:gd name="connsiteX25" fmla="*/ 508284 w 898811"/>
                <a:gd name="connsiteY25" fmla="*/ 1088604 h 2747756"/>
                <a:gd name="connsiteX0" fmla="*/ 508028 w 898555"/>
                <a:gd name="connsiteY0" fmla="*/ 1088604 h 2747756"/>
                <a:gd name="connsiteX1" fmla="*/ 442941 w 898555"/>
                <a:gd name="connsiteY1" fmla="*/ 1310854 h 2747756"/>
                <a:gd name="connsiteX2" fmla="*/ 439765 w 898555"/>
                <a:gd name="connsiteY2" fmla="*/ 1609304 h 2747756"/>
                <a:gd name="connsiteX3" fmla="*/ 390553 w 898555"/>
                <a:gd name="connsiteY3" fmla="*/ 1968079 h 2747756"/>
                <a:gd name="connsiteX4" fmla="*/ 146078 w 898555"/>
                <a:gd name="connsiteY4" fmla="*/ 2237954 h 2747756"/>
                <a:gd name="connsiteX5" fmla="*/ 85756 w 898555"/>
                <a:gd name="connsiteY5" fmla="*/ 2466557 h 2747756"/>
                <a:gd name="connsiteX6" fmla="*/ 28 w 898555"/>
                <a:gd name="connsiteY6" fmla="*/ 2587204 h 2747756"/>
                <a:gd name="connsiteX7" fmla="*/ 76228 w 898555"/>
                <a:gd name="connsiteY7" fmla="*/ 2669754 h 2747756"/>
                <a:gd name="connsiteX8" fmla="*/ 365153 w 898555"/>
                <a:gd name="connsiteY8" fmla="*/ 2730078 h 2747756"/>
                <a:gd name="connsiteX9" fmla="*/ 187353 w 898555"/>
                <a:gd name="connsiteY9" fmla="*/ 2542754 h 2747756"/>
                <a:gd name="connsiteX10" fmla="*/ 346106 w 898555"/>
                <a:gd name="connsiteY10" fmla="*/ 2320508 h 2747756"/>
                <a:gd name="connsiteX11" fmla="*/ 587403 w 898555"/>
                <a:gd name="connsiteY11" fmla="*/ 2079204 h 2747756"/>
                <a:gd name="connsiteX12" fmla="*/ 793778 w 898555"/>
                <a:gd name="connsiteY12" fmla="*/ 1568029 h 2747756"/>
                <a:gd name="connsiteX13" fmla="*/ 876328 w 898555"/>
                <a:gd name="connsiteY13" fmla="*/ 1269579 h 2747756"/>
                <a:gd name="connsiteX14" fmla="*/ 825528 w 898555"/>
                <a:gd name="connsiteY14" fmla="*/ 1069554 h 2747756"/>
                <a:gd name="connsiteX15" fmla="*/ 898555 w 898555"/>
                <a:gd name="connsiteY15" fmla="*/ 799682 h 2747756"/>
                <a:gd name="connsiteX16" fmla="*/ 758856 w 898555"/>
                <a:gd name="connsiteY16" fmla="*/ 440907 h 2747756"/>
                <a:gd name="connsiteX17" fmla="*/ 847756 w 898555"/>
                <a:gd name="connsiteY17" fmla="*/ 374232 h 2747756"/>
                <a:gd name="connsiteX18" fmla="*/ 882680 w 898555"/>
                <a:gd name="connsiteY18" fmla="*/ 256757 h 2747756"/>
                <a:gd name="connsiteX19" fmla="*/ 838231 w 898555"/>
                <a:gd name="connsiteY19" fmla="*/ 82132 h 2747756"/>
                <a:gd name="connsiteX20" fmla="*/ 662015 w 898555"/>
                <a:gd name="connsiteY20" fmla="*/ 1166 h 2747756"/>
                <a:gd name="connsiteX21" fmla="*/ 517555 w 898555"/>
                <a:gd name="connsiteY21" fmla="*/ 167857 h 2747756"/>
                <a:gd name="connsiteX22" fmla="*/ 612805 w 898555"/>
                <a:gd name="connsiteY22" fmla="*/ 399631 h 2747756"/>
                <a:gd name="connsiteX23" fmla="*/ 530253 w 898555"/>
                <a:gd name="connsiteY23" fmla="*/ 558379 h 2747756"/>
                <a:gd name="connsiteX24" fmla="*/ 485803 w 898555"/>
                <a:gd name="connsiteY24" fmla="*/ 672678 h 2747756"/>
                <a:gd name="connsiteX25" fmla="*/ 508028 w 898555"/>
                <a:gd name="connsiteY25" fmla="*/ 1088604 h 2747756"/>
                <a:gd name="connsiteX0" fmla="*/ 508028 w 898555"/>
                <a:gd name="connsiteY0" fmla="*/ 1088604 h 2747756"/>
                <a:gd name="connsiteX1" fmla="*/ 442941 w 898555"/>
                <a:gd name="connsiteY1" fmla="*/ 1310854 h 2747756"/>
                <a:gd name="connsiteX2" fmla="*/ 439765 w 898555"/>
                <a:gd name="connsiteY2" fmla="*/ 1609304 h 2747756"/>
                <a:gd name="connsiteX3" fmla="*/ 390553 w 898555"/>
                <a:gd name="connsiteY3" fmla="*/ 1968079 h 2747756"/>
                <a:gd name="connsiteX4" fmla="*/ 150840 w 898555"/>
                <a:gd name="connsiteY4" fmla="*/ 2226841 h 2747756"/>
                <a:gd name="connsiteX5" fmla="*/ 85756 w 898555"/>
                <a:gd name="connsiteY5" fmla="*/ 2466557 h 2747756"/>
                <a:gd name="connsiteX6" fmla="*/ 28 w 898555"/>
                <a:gd name="connsiteY6" fmla="*/ 2587204 h 2747756"/>
                <a:gd name="connsiteX7" fmla="*/ 76228 w 898555"/>
                <a:gd name="connsiteY7" fmla="*/ 2669754 h 2747756"/>
                <a:gd name="connsiteX8" fmla="*/ 365153 w 898555"/>
                <a:gd name="connsiteY8" fmla="*/ 2730078 h 2747756"/>
                <a:gd name="connsiteX9" fmla="*/ 187353 w 898555"/>
                <a:gd name="connsiteY9" fmla="*/ 2542754 h 2747756"/>
                <a:gd name="connsiteX10" fmla="*/ 346106 w 898555"/>
                <a:gd name="connsiteY10" fmla="*/ 2320508 h 2747756"/>
                <a:gd name="connsiteX11" fmla="*/ 587403 w 898555"/>
                <a:gd name="connsiteY11" fmla="*/ 2079204 h 2747756"/>
                <a:gd name="connsiteX12" fmla="*/ 793778 w 898555"/>
                <a:gd name="connsiteY12" fmla="*/ 1568029 h 2747756"/>
                <a:gd name="connsiteX13" fmla="*/ 876328 w 898555"/>
                <a:gd name="connsiteY13" fmla="*/ 1269579 h 2747756"/>
                <a:gd name="connsiteX14" fmla="*/ 825528 w 898555"/>
                <a:gd name="connsiteY14" fmla="*/ 1069554 h 2747756"/>
                <a:gd name="connsiteX15" fmla="*/ 898555 w 898555"/>
                <a:gd name="connsiteY15" fmla="*/ 799682 h 2747756"/>
                <a:gd name="connsiteX16" fmla="*/ 758856 w 898555"/>
                <a:gd name="connsiteY16" fmla="*/ 440907 h 2747756"/>
                <a:gd name="connsiteX17" fmla="*/ 847756 w 898555"/>
                <a:gd name="connsiteY17" fmla="*/ 374232 h 2747756"/>
                <a:gd name="connsiteX18" fmla="*/ 882680 w 898555"/>
                <a:gd name="connsiteY18" fmla="*/ 256757 h 2747756"/>
                <a:gd name="connsiteX19" fmla="*/ 838231 w 898555"/>
                <a:gd name="connsiteY19" fmla="*/ 82132 h 2747756"/>
                <a:gd name="connsiteX20" fmla="*/ 662015 w 898555"/>
                <a:gd name="connsiteY20" fmla="*/ 1166 h 2747756"/>
                <a:gd name="connsiteX21" fmla="*/ 517555 w 898555"/>
                <a:gd name="connsiteY21" fmla="*/ 167857 h 2747756"/>
                <a:gd name="connsiteX22" fmla="*/ 612805 w 898555"/>
                <a:gd name="connsiteY22" fmla="*/ 399631 h 2747756"/>
                <a:gd name="connsiteX23" fmla="*/ 530253 w 898555"/>
                <a:gd name="connsiteY23" fmla="*/ 558379 h 2747756"/>
                <a:gd name="connsiteX24" fmla="*/ 485803 w 898555"/>
                <a:gd name="connsiteY24" fmla="*/ 672678 h 2747756"/>
                <a:gd name="connsiteX25" fmla="*/ 508028 w 898555"/>
                <a:gd name="connsiteY25" fmla="*/ 1088604 h 2747756"/>
                <a:gd name="connsiteX0" fmla="*/ 508028 w 898555"/>
                <a:gd name="connsiteY0" fmla="*/ 1088604 h 2747756"/>
                <a:gd name="connsiteX1" fmla="*/ 442941 w 898555"/>
                <a:gd name="connsiteY1" fmla="*/ 1310854 h 2747756"/>
                <a:gd name="connsiteX2" fmla="*/ 439765 w 898555"/>
                <a:gd name="connsiteY2" fmla="*/ 1609304 h 2747756"/>
                <a:gd name="connsiteX3" fmla="*/ 390553 w 898555"/>
                <a:gd name="connsiteY3" fmla="*/ 1968079 h 2747756"/>
                <a:gd name="connsiteX4" fmla="*/ 150840 w 898555"/>
                <a:gd name="connsiteY4" fmla="*/ 2226841 h 2747756"/>
                <a:gd name="connsiteX5" fmla="*/ 85756 w 898555"/>
                <a:gd name="connsiteY5" fmla="*/ 2466557 h 2747756"/>
                <a:gd name="connsiteX6" fmla="*/ 28 w 898555"/>
                <a:gd name="connsiteY6" fmla="*/ 2587204 h 2747756"/>
                <a:gd name="connsiteX7" fmla="*/ 76228 w 898555"/>
                <a:gd name="connsiteY7" fmla="*/ 2669754 h 2747756"/>
                <a:gd name="connsiteX8" fmla="*/ 365153 w 898555"/>
                <a:gd name="connsiteY8" fmla="*/ 2730078 h 2747756"/>
                <a:gd name="connsiteX9" fmla="*/ 187353 w 898555"/>
                <a:gd name="connsiteY9" fmla="*/ 2542754 h 2747756"/>
                <a:gd name="connsiteX10" fmla="*/ 346106 w 898555"/>
                <a:gd name="connsiteY10" fmla="*/ 2320508 h 2747756"/>
                <a:gd name="connsiteX11" fmla="*/ 587403 w 898555"/>
                <a:gd name="connsiteY11" fmla="*/ 2079204 h 2747756"/>
                <a:gd name="connsiteX12" fmla="*/ 793778 w 898555"/>
                <a:gd name="connsiteY12" fmla="*/ 1568029 h 2747756"/>
                <a:gd name="connsiteX13" fmla="*/ 876328 w 898555"/>
                <a:gd name="connsiteY13" fmla="*/ 1269579 h 2747756"/>
                <a:gd name="connsiteX14" fmla="*/ 825528 w 898555"/>
                <a:gd name="connsiteY14" fmla="*/ 1069554 h 2747756"/>
                <a:gd name="connsiteX15" fmla="*/ 898555 w 898555"/>
                <a:gd name="connsiteY15" fmla="*/ 799682 h 2747756"/>
                <a:gd name="connsiteX16" fmla="*/ 758856 w 898555"/>
                <a:gd name="connsiteY16" fmla="*/ 440907 h 2747756"/>
                <a:gd name="connsiteX17" fmla="*/ 847756 w 898555"/>
                <a:gd name="connsiteY17" fmla="*/ 374232 h 2747756"/>
                <a:gd name="connsiteX18" fmla="*/ 882680 w 898555"/>
                <a:gd name="connsiteY18" fmla="*/ 256757 h 2747756"/>
                <a:gd name="connsiteX19" fmla="*/ 838231 w 898555"/>
                <a:gd name="connsiteY19" fmla="*/ 82132 h 2747756"/>
                <a:gd name="connsiteX20" fmla="*/ 662015 w 898555"/>
                <a:gd name="connsiteY20" fmla="*/ 1166 h 2747756"/>
                <a:gd name="connsiteX21" fmla="*/ 517555 w 898555"/>
                <a:gd name="connsiteY21" fmla="*/ 167857 h 2747756"/>
                <a:gd name="connsiteX22" fmla="*/ 612805 w 898555"/>
                <a:gd name="connsiteY22" fmla="*/ 399631 h 2747756"/>
                <a:gd name="connsiteX23" fmla="*/ 530253 w 898555"/>
                <a:gd name="connsiteY23" fmla="*/ 558379 h 2747756"/>
                <a:gd name="connsiteX24" fmla="*/ 485803 w 898555"/>
                <a:gd name="connsiteY24" fmla="*/ 672678 h 2747756"/>
                <a:gd name="connsiteX25" fmla="*/ 508028 w 898555"/>
                <a:gd name="connsiteY25" fmla="*/ 1088604 h 2747756"/>
                <a:gd name="connsiteX0" fmla="*/ 508326 w 898853"/>
                <a:gd name="connsiteY0" fmla="*/ 1088604 h 2751668"/>
                <a:gd name="connsiteX1" fmla="*/ 443239 w 898853"/>
                <a:gd name="connsiteY1" fmla="*/ 1310854 h 2751668"/>
                <a:gd name="connsiteX2" fmla="*/ 440063 w 898853"/>
                <a:gd name="connsiteY2" fmla="*/ 1609304 h 2751668"/>
                <a:gd name="connsiteX3" fmla="*/ 390851 w 898853"/>
                <a:gd name="connsiteY3" fmla="*/ 1968079 h 2751668"/>
                <a:gd name="connsiteX4" fmla="*/ 151138 w 898853"/>
                <a:gd name="connsiteY4" fmla="*/ 2226841 h 2751668"/>
                <a:gd name="connsiteX5" fmla="*/ 86054 w 898853"/>
                <a:gd name="connsiteY5" fmla="*/ 2466557 h 2751668"/>
                <a:gd name="connsiteX6" fmla="*/ 326 w 898853"/>
                <a:gd name="connsiteY6" fmla="*/ 2587204 h 2751668"/>
                <a:gd name="connsiteX7" fmla="*/ 119388 w 898853"/>
                <a:gd name="connsiteY7" fmla="*/ 2685629 h 2751668"/>
                <a:gd name="connsiteX8" fmla="*/ 365451 w 898853"/>
                <a:gd name="connsiteY8" fmla="*/ 2730078 h 2751668"/>
                <a:gd name="connsiteX9" fmla="*/ 187651 w 898853"/>
                <a:gd name="connsiteY9" fmla="*/ 2542754 h 2751668"/>
                <a:gd name="connsiteX10" fmla="*/ 346404 w 898853"/>
                <a:gd name="connsiteY10" fmla="*/ 2320508 h 2751668"/>
                <a:gd name="connsiteX11" fmla="*/ 587701 w 898853"/>
                <a:gd name="connsiteY11" fmla="*/ 2079204 h 2751668"/>
                <a:gd name="connsiteX12" fmla="*/ 794076 w 898853"/>
                <a:gd name="connsiteY12" fmla="*/ 1568029 h 2751668"/>
                <a:gd name="connsiteX13" fmla="*/ 876626 w 898853"/>
                <a:gd name="connsiteY13" fmla="*/ 1269579 h 2751668"/>
                <a:gd name="connsiteX14" fmla="*/ 825826 w 898853"/>
                <a:gd name="connsiteY14" fmla="*/ 1069554 h 2751668"/>
                <a:gd name="connsiteX15" fmla="*/ 898853 w 898853"/>
                <a:gd name="connsiteY15" fmla="*/ 799682 h 2751668"/>
                <a:gd name="connsiteX16" fmla="*/ 759154 w 898853"/>
                <a:gd name="connsiteY16" fmla="*/ 440907 h 2751668"/>
                <a:gd name="connsiteX17" fmla="*/ 848054 w 898853"/>
                <a:gd name="connsiteY17" fmla="*/ 374232 h 2751668"/>
                <a:gd name="connsiteX18" fmla="*/ 882978 w 898853"/>
                <a:gd name="connsiteY18" fmla="*/ 256757 h 2751668"/>
                <a:gd name="connsiteX19" fmla="*/ 838529 w 898853"/>
                <a:gd name="connsiteY19" fmla="*/ 82132 h 2751668"/>
                <a:gd name="connsiteX20" fmla="*/ 662313 w 898853"/>
                <a:gd name="connsiteY20" fmla="*/ 1166 h 2751668"/>
                <a:gd name="connsiteX21" fmla="*/ 517853 w 898853"/>
                <a:gd name="connsiteY21" fmla="*/ 167857 h 2751668"/>
                <a:gd name="connsiteX22" fmla="*/ 613103 w 898853"/>
                <a:gd name="connsiteY22" fmla="*/ 399631 h 2751668"/>
                <a:gd name="connsiteX23" fmla="*/ 530551 w 898853"/>
                <a:gd name="connsiteY23" fmla="*/ 558379 h 2751668"/>
                <a:gd name="connsiteX24" fmla="*/ 486101 w 898853"/>
                <a:gd name="connsiteY24" fmla="*/ 672678 h 2751668"/>
                <a:gd name="connsiteX25" fmla="*/ 508326 w 898853"/>
                <a:gd name="connsiteY25" fmla="*/ 1088604 h 2751668"/>
                <a:gd name="connsiteX0" fmla="*/ 508326 w 898853"/>
                <a:gd name="connsiteY0" fmla="*/ 1088604 h 2746721"/>
                <a:gd name="connsiteX1" fmla="*/ 443239 w 898853"/>
                <a:gd name="connsiteY1" fmla="*/ 1310854 h 2746721"/>
                <a:gd name="connsiteX2" fmla="*/ 440063 w 898853"/>
                <a:gd name="connsiteY2" fmla="*/ 1609304 h 2746721"/>
                <a:gd name="connsiteX3" fmla="*/ 390851 w 898853"/>
                <a:gd name="connsiteY3" fmla="*/ 1968079 h 2746721"/>
                <a:gd name="connsiteX4" fmla="*/ 151138 w 898853"/>
                <a:gd name="connsiteY4" fmla="*/ 2226841 h 2746721"/>
                <a:gd name="connsiteX5" fmla="*/ 86054 w 898853"/>
                <a:gd name="connsiteY5" fmla="*/ 2466557 h 2746721"/>
                <a:gd name="connsiteX6" fmla="*/ 326 w 898853"/>
                <a:gd name="connsiteY6" fmla="*/ 2587204 h 2746721"/>
                <a:gd name="connsiteX7" fmla="*/ 119388 w 898853"/>
                <a:gd name="connsiteY7" fmla="*/ 2685629 h 2746721"/>
                <a:gd name="connsiteX8" fmla="*/ 365451 w 898853"/>
                <a:gd name="connsiteY8" fmla="*/ 2730078 h 2746721"/>
                <a:gd name="connsiteX9" fmla="*/ 187651 w 898853"/>
                <a:gd name="connsiteY9" fmla="*/ 2542754 h 2746721"/>
                <a:gd name="connsiteX10" fmla="*/ 346404 w 898853"/>
                <a:gd name="connsiteY10" fmla="*/ 2320508 h 2746721"/>
                <a:gd name="connsiteX11" fmla="*/ 587701 w 898853"/>
                <a:gd name="connsiteY11" fmla="*/ 2079204 h 2746721"/>
                <a:gd name="connsiteX12" fmla="*/ 794076 w 898853"/>
                <a:gd name="connsiteY12" fmla="*/ 1568029 h 2746721"/>
                <a:gd name="connsiteX13" fmla="*/ 876626 w 898853"/>
                <a:gd name="connsiteY13" fmla="*/ 1269579 h 2746721"/>
                <a:gd name="connsiteX14" fmla="*/ 825826 w 898853"/>
                <a:gd name="connsiteY14" fmla="*/ 1069554 h 2746721"/>
                <a:gd name="connsiteX15" fmla="*/ 898853 w 898853"/>
                <a:gd name="connsiteY15" fmla="*/ 799682 h 2746721"/>
                <a:gd name="connsiteX16" fmla="*/ 759154 w 898853"/>
                <a:gd name="connsiteY16" fmla="*/ 440907 h 2746721"/>
                <a:gd name="connsiteX17" fmla="*/ 848054 w 898853"/>
                <a:gd name="connsiteY17" fmla="*/ 374232 h 2746721"/>
                <a:gd name="connsiteX18" fmla="*/ 882978 w 898853"/>
                <a:gd name="connsiteY18" fmla="*/ 256757 h 2746721"/>
                <a:gd name="connsiteX19" fmla="*/ 838529 w 898853"/>
                <a:gd name="connsiteY19" fmla="*/ 82132 h 2746721"/>
                <a:gd name="connsiteX20" fmla="*/ 662313 w 898853"/>
                <a:gd name="connsiteY20" fmla="*/ 1166 h 2746721"/>
                <a:gd name="connsiteX21" fmla="*/ 517853 w 898853"/>
                <a:gd name="connsiteY21" fmla="*/ 167857 h 2746721"/>
                <a:gd name="connsiteX22" fmla="*/ 613103 w 898853"/>
                <a:gd name="connsiteY22" fmla="*/ 399631 h 2746721"/>
                <a:gd name="connsiteX23" fmla="*/ 530551 w 898853"/>
                <a:gd name="connsiteY23" fmla="*/ 558379 h 2746721"/>
                <a:gd name="connsiteX24" fmla="*/ 486101 w 898853"/>
                <a:gd name="connsiteY24" fmla="*/ 672678 h 2746721"/>
                <a:gd name="connsiteX25" fmla="*/ 508326 w 898853"/>
                <a:gd name="connsiteY25" fmla="*/ 1088604 h 2746721"/>
                <a:gd name="connsiteX0" fmla="*/ 508326 w 898853"/>
                <a:gd name="connsiteY0" fmla="*/ 1088604 h 2752057"/>
                <a:gd name="connsiteX1" fmla="*/ 443239 w 898853"/>
                <a:gd name="connsiteY1" fmla="*/ 1310854 h 2752057"/>
                <a:gd name="connsiteX2" fmla="*/ 440063 w 898853"/>
                <a:gd name="connsiteY2" fmla="*/ 1609304 h 2752057"/>
                <a:gd name="connsiteX3" fmla="*/ 390851 w 898853"/>
                <a:gd name="connsiteY3" fmla="*/ 1968079 h 2752057"/>
                <a:gd name="connsiteX4" fmla="*/ 151138 w 898853"/>
                <a:gd name="connsiteY4" fmla="*/ 2226841 h 2752057"/>
                <a:gd name="connsiteX5" fmla="*/ 86054 w 898853"/>
                <a:gd name="connsiteY5" fmla="*/ 2466557 h 2752057"/>
                <a:gd name="connsiteX6" fmla="*/ 326 w 898853"/>
                <a:gd name="connsiteY6" fmla="*/ 2587204 h 2752057"/>
                <a:gd name="connsiteX7" fmla="*/ 119388 w 898853"/>
                <a:gd name="connsiteY7" fmla="*/ 2685629 h 2752057"/>
                <a:gd name="connsiteX8" fmla="*/ 365451 w 898853"/>
                <a:gd name="connsiteY8" fmla="*/ 2730078 h 2752057"/>
                <a:gd name="connsiteX9" fmla="*/ 187651 w 898853"/>
                <a:gd name="connsiteY9" fmla="*/ 2542754 h 2752057"/>
                <a:gd name="connsiteX10" fmla="*/ 346404 w 898853"/>
                <a:gd name="connsiteY10" fmla="*/ 2320508 h 2752057"/>
                <a:gd name="connsiteX11" fmla="*/ 587701 w 898853"/>
                <a:gd name="connsiteY11" fmla="*/ 2079204 h 2752057"/>
                <a:gd name="connsiteX12" fmla="*/ 794076 w 898853"/>
                <a:gd name="connsiteY12" fmla="*/ 1568029 h 2752057"/>
                <a:gd name="connsiteX13" fmla="*/ 876626 w 898853"/>
                <a:gd name="connsiteY13" fmla="*/ 1269579 h 2752057"/>
                <a:gd name="connsiteX14" fmla="*/ 825826 w 898853"/>
                <a:gd name="connsiteY14" fmla="*/ 1069554 h 2752057"/>
                <a:gd name="connsiteX15" fmla="*/ 898853 w 898853"/>
                <a:gd name="connsiteY15" fmla="*/ 799682 h 2752057"/>
                <a:gd name="connsiteX16" fmla="*/ 759154 w 898853"/>
                <a:gd name="connsiteY16" fmla="*/ 440907 h 2752057"/>
                <a:gd name="connsiteX17" fmla="*/ 848054 w 898853"/>
                <a:gd name="connsiteY17" fmla="*/ 374232 h 2752057"/>
                <a:gd name="connsiteX18" fmla="*/ 882978 w 898853"/>
                <a:gd name="connsiteY18" fmla="*/ 256757 h 2752057"/>
                <a:gd name="connsiteX19" fmla="*/ 838529 w 898853"/>
                <a:gd name="connsiteY19" fmla="*/ 82132 h 2752057"/>
                <a:gd name="connsiteX20" fmla="*/ 662313 w 898853"/>
                <a:gd name="connsiteY20" fmla="*/ 1166 h 2752057"/>
                <a:gd name="connsiteX21" fmla="*/ 517853 w 898853"/>
                <a:gd name="connsiteY21" fmla="*/ 167857 h 2752057"/>
                <a:gd name="connsiteX22" fmla="*/ 613103 w 898853"/>
                <a:gd name="connsiteY22" fmla="*/ 399631 h 2752057"/>
                <a:gd name="connsiteX23" fmla="*/ 530551 w 898853"/>
                <a:gd name="connsiteY23" fmla="*/ 558379 h 2752057"/>
                <a:gd name="connsiteX24" fmla="*/ 486101 w 898853"/>
                <a:gd name="connsiteY24" fmla="*/ 672678 h 2752057"/>
                <a:gd name="connsiteX25" fmla="*/ 508326 w 898853"/>
                <a:gd name="connsiteY25" fmla="*/ 1088604 h 2752057"/>
                <a:gd name="connsiteX0" fmla="*/ 508326 w 898853"/>
                <a:gd name="connsiteY0" fmla="*/ 1088604 h 2752057"/>
                <a:gd name="connsiteX1" fmla="*/ 443239 w 898853"/>
                <a:gd name="connsiteY1" fmla="*/ 1310854 h 2752057"/>
                <a:gd name="connsiteX2" fmla="*/ 440063 w 898853"/>
                <a:gd name="connsiteY2" fmla="*/ 1609304 h 2752057"/>
                <a:gd name="connsiteX3" fmla="*/ 390851 w 898853"/>
                <a:gd name="connsiteY3" fmla="*/ 1968079 h 2752057"/>
                <a:gd name="connsiteX4" fmla="*/ 162250 w 898853"/>
                <a:gd name="connsiteY4" fmla="*/ 2223666 h 2752057"/>
                <a:gd name="connsiteX5" fmla="*/ 86054 w 898853"/>
                <a:gd name="connsiteY5" fmla="*/ 2466557 h 2752057"/>
                <a:gd name="connsiteX6" fmla="*/ 326 w 898853"/>
                <a:gd name="connsiteY6" fmla="*/ 2587204 h 2752057"/>
                <a:gd name="connsiteX7" fmla="*/ 119388 w 898853"/>
                <a:gd name="connsiteY7" fmla="*/ 2685629 h 2752057"/>
                <a:gd name="connsiteX8" fmla="*/ 365451 w 898853"/>
                <a:gd name="connsiteY8" fmla="*/ 2730078 h 2752057"/>
                <a:gd name="connsiteX9" fmla="*/ 187651 w 898853"/>
                <a:gd name="connsiteY9" fmla="*/ 2542754 h 2752057"/>
                <a:gd name="connsiteX10" fmla="*/ 346404 w 898853"/>
                <a:gd name="connsiteY10" fmla="*/ 2320508 h 2752057"/>
                <a:gd name="connsiteX11" fmla="*/ 587701 w 898853"/>
                <a:gd name="connsiteY11" fmla="*/ 2079204 h 2752057"/>
                <a:gd name="connsiteX12" fmla="*/ 794076 w 898853"/>
                <a:gd name="connsiteY12" fmla="*/ 1568029 h 2752057"/>
                <a:gd name="connsiteX13" fmla="*/ 876626 w 898853"/>
                <a:gd name="connsiteY13" fmla="*/ 1269579 h 2752057"/>
                <a:gd name="connsiteX14" fmla="*/ 825826 w 898853"/>
                <a:gd name="connsiteY14" fmla="*/ 1069554 h 2752057"/>
                <a:gd name="connsiteX15" fmla="*/ 898853 w 898853"/>
                <a:gd name="connsiteY15" fmla="*/ 799682 h 2752057"/>
                <a:gd name="connsiteX16" fmla="*/ 759154 w 898853"/>
                <a:gd name="connsiteY16" fmla="*/ 440907 h 2752057"/>
                <a:gd name="connsiteX17" fmla="*/ 848054 w 898853"/>
                <a:gd name="connsiteY17" fmla="*/ 374232 h 2752057"/>
                <a:gd name="connsiteX18" fmla="*/ 882978 w 898853"/>
                <a:gd name="connsiteY18" fmla="*/ 256757 h 2752057"/>
                <a:gd name="connsiteX19" fmla="*/ 838529 w 898853"/>
                <a:gd name="connsiteY19" fmla="*/ 82132 h 2752057"/>
                <a:gd name="connsiteX20" fmla="*/ 662313 w 898853"/>
                <a:gd name="connsiteY20" fmla="*/ 1166 h 2752057"/>
                <a:gd name="connsiteX21" fmla="*/ 517853 w 898853"/>
                <a:gd name="connsiteY21" fmla="*/ 167857 h 2752057"/>
                <a:gd name="connsiteX22" fmla="*/ 613103 w 898853"/>
                <a:gd name="connsiteY22" fmla="*/ 399631 h 2752057"/>
                <a:gd name="connsiteX23" fmla="*/ 530551 w 898853"/>
                <a:gd name="connsiteY23" fmla="*/ 558379 h 2752057"/>
                <a:gd name="connsiteX24" fmla="*/ 486101 w 898853"/>
                <a:gd name="connsiteY24" fmla="*/ 672678 h 2752057"/>
                <a:gd name="connsiteX25" fmla="*/ 508326 w 898853"/>
                <a:gd name="connsiteY25" fmla="*/ 1088604 h 2752057"/>
                <a:gd name="connsiteX0" fmla="*/ 508326 w 898853"/>
                <a:gd name="connsiteY0" fmla="*/ 1088604 h 2752057"/>
                <a:gd name="connsiteX1" fmla="*/ 443239 w 898853"/>
                <a:gd name="connsiteY1" fmla="*/ 1310854 h 2752057"/>
                <a:gd name="connsiteX2" fmla="*/ 440063 w 898853"/>
                <a:gd name="connsiteY2" fmla="*/ 1609304 h 2752057"/>
                <a:gd name="connsiteX3" fmla="*/ 390851 w 898853"/>
                <a:gd name="connsiteY3" fmla="*/ 1968079 h 2752057"/>
                <a:gd name="connsiteX4" fmla="*/ 162250 w 898853"/>
                <a:gd name="connsiteY4" fmla="*/ 2223666 h 2752057"/>
                <a:gd name="connsiteX5" fmla="*/ 86054 w 898853"/>
                <a:gd name="connsiteY5" fmla="*/ 2466557 h 2752057"/>
                <a:gd name="connsiteX6" fmla="*/ 326 w 898853"/>
                <a:gd name="connsiteY6" fmla="*/ 2587204 h 2752057"/>
                <a:gd name="connsiteX7" fmla="*/ 119388 w 898853"/>
                <a:gd name="connsiteY7" fmla="*/ 2685629 h 2752057"/>
                <a:gd name="connsiteX8" fmla="*/ 365451 w 898853"/>
                <a:gd name="connsiteY8" fmla="*/ 2730078 h 2752057"/>
                <a:gd name="connsiteX9" fmla="*/ 187651 w 898853"/>
                <a:gd name="connsiteY9" fmla="*/ 2542754 h 2752057"/>
                <a:gd name="connsiteX10" fmla="*/ 346404 w 898853"/>
                <a:gd name="connsiteY10" fmla="*/ 2320508 h 2752057"/>
                <a:gd name="connsiteX11" fmla="*/ 587701 w 898853"/>
                <a:gd name="connsiteY11" fmla="*/ 2079204 h 2752057"/>
                <a:gd name="connsiteX12" fmla="*/ 794076 w 898853"/>
                <a:gd name="connsiteY12" fmla="*/ 1568029 h 2752057"/>
                <a:gd name="connsiteX13" fmla="*/ 876626 w 898853"/>
                <a:gd name="connsiteY13" fmla="*/ 1269579 h 2752057"/>
                <a:gd name="connsiteX14" fmla="*/ 825826 w 898853"/>
                <a:gd name="connsiteY14" fmla="*/ 1069554 h 2752057"/>
                <a:gd name="connsiteX15" fmla="*/ 898853 w 898853"/>
                <a:gd name="connsiteY15" fmla="*/ 799682 h 2752057"/>
                <a:gd name="connsiteX16" fmla="*/ 759154 w 898853"/>
                <a:gd name="connsiteY16" fmla="*/ 440907 h 2752057"/>
                <a:gd name="connsiteX17" fmla="*/ 848054 w 898853"/>
                <a:gd name="connsiteY17" fmla="*/ 374232 h 2752057"/>
                <a:gd name="connsiteX18" fmla="*/ 882978 w 898853"/>
                <a:gd name="connsiteY18" fmla="*/ 256757 h 2752057"/>
                <a:gd name="connsiteX19" fmla="*/ 838529 w 898853"/>
                <a:gd name="connsiteY19" fmla="*/ 82132 h 2752057"/>
                <a:gd name="connsiteX20" fmla="*/ 662313 w 898853"/>
                <a:gd name="connsiteY20" fmla="*/ 1166 h 2752057"/>
                <a:gd name="connsiteX21" fmla="*/ 517853 w 898853"/>
                <a:gd name="connsiteY21" fmla="*/ 167857 h 2752057"/>
                <a:gd name="connsiteX22" fmla="*/ 613103 w 898853"/>
                <a:gd name="connsiteY22" fmla="*/ 399631 h 2752057"/>
                <a:gd name="connsiteX23" fmla="*/ 486101 w 898853"/>
                <a:gd name="connsiteY23" fmla="*/ 672678 h 2752057"/>
                <a:gd name="connsiteX24" fmla="*/ 508326 w 898853"/>
                <a:gd name="connsiteY24" fmla="*/ 1088604 h 2752057"/>
                <a:gd name="connsiteX0" fmla="*/ 508326 w 898853"/>
                <a:gd name="connsiteY0" fmla="*/ 1088604 h 2752057"/>
                <a:gd name="connsiteX1" fmla="*/ 443239 w 898853"/>
                <a:gd name="connsiteY1" fmla="*/ 1310854 h 2752057"/>
                <a:gd name="connsiteX2" fmla="*/ 440063 w 898853"/>
                <a:gd name="connsiteY2" fmla="*/ 1609304 h 2752057"/>
                <a:gd name="connsiteX3" fmla="*/ 390851 w 898853"/>
                <a:gd name="connsiteY3" fmla="*/ 1968079 h 2752057"/>
                <a:gd name="connsiteX4" fmla="*/ 162250 w 898853"/>
                <a:gd name="connsiteY4" fmla="*/ 2223666 h 2752057"/>
                <a:gd name="connsiteX5" fmla="*/ 86054 w 898853"/>
                <a:gd name="connsiteY5" fmla="*/ 2466557 h 2752057"/>
                <a:gd name="connsiteX6" fmla="*/ 326 w 898853"/>
                <a:gd name="connsiteY6" fmla="*/ 2587204 h 2752057"/>
                <a:gd name="connsiteX7" fmla="*/ 119388 w 898853"/>
                <a:gd name="connsiteY7" fmla="*/ 2685629 h 2752057"/>
                <a:gd name="connsiteX8" fmla="*/ 365451 w 898853"/>
                <a:gd name="connsiteY8" fmla="*/ 2730078 h 2752057"/>
                <a:gd name="connsiteX9" fmla="*/ 187651 w 898853"/>
                <a:gd name="connsiteY9" fmla="*/ 2542754 h 2752057"/>
                <a:gd name="connsiteX10" fmla="*/ 346404 w 898853"/>
                <a:gd name="connsiteY10" fmla="*/ 2320508 h 2752057"/>
                <a:gd name="connsiteX11" fmla="*/ 587701 w 898853"/>
                <a:gd name="connsiteY11" fmla="*/ 2079204 h 2752057"/>
                <a:gd name="connsiteX12" fmla="*/ 794076 w 898853"/>
                <a:gd name="connsiteY12" fmla="*/ 1568029 h 2752057"/>
                <a:gd name="connsiteX13" fmla="*/ 876626 w 898853"/>
                <a:gd name="connsiteY13" fmla="*/ 1269579 h 2752057"/>
                <a:gd name="connsiteX14" fmla="*/ 825826 w 898853"/>
                <a:gd name="connsiteY14" fmla="*/ 1069554 h 2752057"/>
                <a:gd name="connsiteX15" fmla="*/ 898853 w 898853"/>
                <a:gd name="connsiteY15" fmla="*/ 799682 h 2752057"/>
                <a:gd name="connsiteX16" fmla="*/ 759154 w 898853"/>
                <a:gd name="connsiteY16" fmla="*/ 440907 h 2752057"/>
                <a:gd name="connsiteX17" fmla="*/ 848054 w 898853"/>
                <a:gd name="connsiteY17" fmla="*/ 374232 h 2752057"/>
                <a:gd name="connsiteX18" fmla="*/ 882978 w 898853"/>
                <a:gd name="connsiteY18" fmla="*/ 256757 h 2752057"/>
                <a:gd name="connsiteX19" fmla="*/ 838529 w 898853"/>
                <a:gd name="connsiteY19" fmla="*/ 82132 h 2752057"/>
                <a:gd name="connsiteX20" fmla="*/ 662313 w 898853"/>
                <a:gd name="connsiteY20" fmla="*/ 1166 h 2752057"/>
                <a:gd name="connsiteX21" fmla="*/ 517853 w 898853"/>
                <a:gd name="connsiteY21" fmla="*/ 167857 h 2752057"/>
                <a:gd name="connsiteX22" fmla="*/ 613103 w 898853"/>
                <a:gd name="connsiteY22" fmla="*/ 399631 h 2752057"/>
                <a:gd name="connsiteX23" fmla="*/ 508326 w 898853"/>
                <a:gd name="connsiteY23" fmla="*/ 1088604 h 2752057"/>
                <a:gd name="connsiteX0" fmla="*/ 508326 w 898853"/>
                <a:gd name="connsiteY0" fmla="*/ 1088604 h 2752057"/>
                <a:gd name="connsiteX1" fmla="*/ 440063 w 898853"/>
                <a:gd name="connsiteY1" fmla="*/ 1609304 h 2752057"/>
                <a:gd name="connsiteX2" fmla="*/ 390851 w 898853"/>
                <a:gd name="connsiteY2" fmla="*/ 1968079 h 2752057"/>
                <a:gd name="connsiteX3" fmla="*/ 162250 w 898853"/>
                <a:gd name="connsiteY3" fmla="*/ 2223666 h 2752057"/>
                <a:gd name="connsiteX4" fmla="*/ 86054 w 898853"/>
                <a:gd name="connsiteY4" fmla="*/ 2466557 h 2752057"/>
                <a:gd name="connsiteX5" fmla="*/ 326 w 898853"/>
                <a:gd name="connsiteY5" fmla="*/ 2587204 h 2752057"/>
                <a:gd name="connsiteX6" fmla="*/ 119388 w 898853"/>
                <a:gd name="connsiteY6" fmla="*/ 2685629 h 2752057"/>
                <a:gd name="connsiteX7" fmla="*/ 365451 w 898853"/>
                <a:gd name="connsiteY7" fmla="*/ 2730078 h 2752057"/>
                <a:gd name="connsiteX8" fmla="*/ 187651 w 898853"/>
                <a:gd name="connsiteY8" fmla="*/ 2542754 h 2752057"/>
                <a:gd name="connsiteX9" fmla="*/ 346404 w 898853"/>
                <a:gd name="connsiteY9" fmla="*/ 2320508 h 2752057"/>
                <a:gd name="connsiteX10" fmla="*/ 587701 w 898853"/>
                <a:gd name="connsiteY10" fmla="*/ 2079204 h 2752057"/>
                <a:gd name="connsiteX11" fmla="*/ 794076 w 898853"/>
                <a:gd name="connsiteY11" fmla="*/ 1568029 h 2752057"/>
                <a:gd name="connsiteX12" fmla="*/ 876626 w 898853"/>
                <a:gd name="connsiteY12" fmla="*/ 1269579 h 2752057"/>
                <a:gd name="connsiteX13" fmla="*/ 825826 w 898853"/>
                <a:gd name="connsiteY13" fmla="*/ 1069554 h 2752057"/>
                <a:gd name="connsiteX14" fmla="*/ 898853 w 898853"/>
                <a:gd name="connsiteY14" fmla="*/ 799682 h 2752057"/>
                <a:gd name="connsiteX15" fmla="*/ 759154 w 898853"/>
                <a:gd name="connsiteY15" fmla="*/ 440907 h 2752057"/>
                <a:gd name="connsiteX16" fmla="*/ 848054 w 898853"/>
                <a:gd name="connsiteY16" fmla="*/ 374232 h 2752057"/>
                <a:gd name="connsiteX17" fmla="*/ 882978 w 898853"/>
                <a:gd name="connsiteY17" fmla="*/ 256757 h 2752057"/>
                <a:gd name="connsiteX18" fmla="*/ 838529 w 898853"/>
                <a:gd name="connsiteY18" fmla="*/ 82132 h 2752057"/>
                <a:gd name="connsiteX19" fmla="*/ 662313 w 898853"/>
                <a:gd name="connsiteY19" fmla="*/ 1166 h 2752057"/>
                <a:gd name="connsiteX20" fmla="*/ 517853 w 898853"/>
                <a:gd name="connsiteY20" fmla="*/ 167857 h 2752057"/>
                <a:gd name="connsiteX21" fmla="*/ 613103 w 898853"/>
                <a:gd name="connsiteY21" fmla="*/ 399631 h 2752057"/>
                <a:gd name="connsiteX22" fmla="*/ 508326 w 898853"/>
                <a:gd name="connsiteY22" fmla="*/ 1088604 h 2752057"/>
                <a:gd name="connsiteX0" fmla="*/ 613103 w 898853"/>
                <a:gd name="connsiteY0" fmla="*/ 399631 h 2752057"/>
                <a:gd name="connsiteX1" fmla="*/ 440063 w 898853"/>
                <a:gd name="connsiteY1" fmla="*/ 1609304 h 2752057"/>
                <a:gd name="connsiteX2" fmla="*/ 390851 w 898853"/>
                <a:gd name="connsiteY2" fmla="*/ 1968079 h 2752057"/>
                <a:gd name="connsiteX3" fmla="*/ 162250 w 898853"/>
                <a:gd name="connsiteY3" fmla="*/ 2223666 h 2752057"/>
                <a:gd name="connsiteX4" fmla="*/ 86054 w 898853"/>
                <a:gd name="connsiteY4" fmla="*/ 2466557 h 2752057"/>
                <a:gd name="connsiteX5" fmla="*/ 326 w 898853"/>
                <a:gd name="connsiteY5" fmla="*/ 2587204 h 2752057"/>
                <a:gd name="connsiteX6" fmla="*/ 119388 w 898853"/>
                <a:gd name="connsiteY6" fmla="*/ 2685629 h 2752057"/>
                <a:gd name="connsiteX7" fmla="*/ 365451 w 898853"/>
                <a:gd name="connsiteY7" fmla="*/ 2730078 h 2752057"/>
                <a:gd name="connsiteX8" fmla="*/ 187651 w 898853"/>
                <a:gd name="connsiteY8" fmla="*/ 2542754 h 2752057"/>
                <a:gd name="connsiteX9" fmla="*/ 346404 w 898853"/>
                <a:gd name="connsiteY9" fmla="*/ 2320508 h 2752057"/>
                <a:gd name="connsiteX10" fmla="*/ 587701 w 898853"/>
                <a:gd name="connsiteY10" fmla="*/ 2079204 h 2752057"/>
                <a:gd name="connsiteX11" fmla="*/ 794076 w 898853"/>
                <a:gd name="connsiteY11" fmla="*/ 1568029 h 2752057"/>
                <a:gd name="connsiteX12" fmla="*/ 876626 w 898853"/>
                <a:gd name="connsiteY12" fmla="*/ 1269579 h 2752057"/>
                <a:gd name="connsiteX13" fmla="*/ 825826 w 898853"/>
                <a:gd name="connsiteY13" fmla="*/ 1069554 h 2752057"/>
                <a:gd name="connsiteX14" fmla="*/ 898853 w 898853"/>
                <a:gd name="connsiteY14" fmla="*/ 799682 h 2752057"/>
                <a:gd name="connsiteX15" fmla="*/ 759154 w 898853"/>
                <a:gd name="connsiteY15" fmla="*/ 440907 h 2752057"/>
                <a:gd name="connsiteX16" fmla="*/ 848054 w 898853"/>
                <a:gd name="connsiteY16" fmla="*/ 374232 h 2752057"/>
                <a:gd name="connsiteX17" fmla="*/ 882978 w 898853"/>
                <a:gd name="connsiteY17" fmla="*/ 256757 h 2752057"/>
                <a:gd name="connsiteX18" fmla="*/ 838529 w 898853"/>
                <a:gd name="connsiteY18" fmla="*/ 82132 h 2752057"/>
                <a:gd name="connsiteX19" fmla="*/ 662313 w 898853"/>
                <a:gd name="connsiteY19" fmla="*/ 1166 h 2752057"/>
                <a:gd name="connsiteX20" fmla="*/ 517853 w 898853"/>
                <a:gd name="connsiteY20" fmla="*/ 167857 h 2752057"/>
                <a:gd name="connsiteX21" fmla="*/ 613103 w 898853"/>
                <a:gd name="connsiteY21" fmla="*/ 399631 h 2752057"/>
                <a:gd name="connsiteX0" fmla="*/ 613103 w 898853"/>
                <a:gd name="connsiteY0" fmla="*/ 399631 h 2752057"/>
                <a:gd name="connsiteX1" fmla="*/ 390851 w 898853"/>
                <a:gd name="connsiteY1" fmla="*/ 1968079 h 2752057"/>
                <a:gd name="connsiteX2" fmla="*/ 162250 w 898853"/>
                <a:gd name="connsiteY2" fmla="*/ 2223666 h 2752057"/>
                <a:gd name="connsiteX3" fmla="*/ 86054 w 898853"/>
                <a:gd name="connsiteY3" fmla="*/ 2466557 h 2752057"/>
                <a:gd name="connsiteX4" fmla="*/ 326 w 898853"/>
                <a:gd name="connsiteY4" fmla="*/ 2587204 h 2752057"/>
                <a:gd name="connsiteX5" fmla="*/ 119388 w 898853"/>
                <a:gd name="connsiteY5" fmla="*/ 2685629 h 2752057"/>
                <a:gd name="connsiteX6" fmla="*/ 365451 w 898853"/>
                <a:gd name="connsiteY6" fmla="*/ 2730078 h 2752057"/>
                <a:gd name="connsiteX7" fmla="*/ 187651 w 898853"/>
                <a:gd name="connsiteY7" fmla="*/ 2542754 h 2752057"/>
                <a:gd name="connsiteX8" fmla="*/ 346404 w 898853"/>
                <a:gd name="connsiteY8" fmla="*/ 2320508 h 2752057"/>
                <a:gd name="connsiteX9" fmla="*/ 587701 w 898853"/>
                <a:gd name="connsiteY9" fmla="*/ 2079204 h 2752057"/>
                <a:gd name="connsiteX10" fmla="*/ 794076 w 898853"/>
                <a:gd name="connsiteY10" fmla="*/ 1568029 h 2752057"/>
                <a:gd name="connsiteX11" fmla="*/ 876626 w 898853"/>
                <a:gd name="connsiteY11" fmla="*/ 1269579 h 2752057"/>
                <a:gd name="connsiteX12" fmla="*/ 825826 w 898853"/>
                <a:gd name="connsiteY12" fmla="*/ 1069554 h 2752057"/>
                <a:gd name="connsiteX13" fmla="*/ 898853 w 898853"/>
                <a:gd name="connsiteY13" fmla="*/ 799682 h 2752057"/>
                <a:gd name="connsiteX14" fmla="*/ 759154 w 898853"/>
                <a:gd name="connsiteY14" fmla="*/ 440907 h 2752057"/>
                <a:gd name="connsiteX15" fmla="*/ 848054 w 898853"/>
                <a:gd name="connsiteY15" fmla="*/ 374232 h 2752057"/>
                <a:gd name="connsiteX16" fmla="*/ 882978 w 898853"/>
                <a:gd name="connsiteY16" fmla="*/ 256757 h 2752057"/>
                <a:gd name="connsiteX17" fmla="*/ 838529 w 898853"/>
                <a:gd name="connsiteY17" fmla="*/ 82132 h 2752057"/>
                <a:gd name="connsiteX18" fmla="*/ 662313 w 898853"/>
                <a:gd name="connsiteY18" fmla="*/ 1166 h 2752057"/>
                <a:gd name="connsiteX19" fmla="*/ 517853 w 898853"/>
                <a:gd name="connsiteY19" fmla="*/ 167857 h 2752057"/>
                <a:gd name="connsiteX20" fmla="*/ 613103 w 898853"/>
                <a:gd name="connsiteY20" fmla="*/ 399631 h 2752057"/>
                <a:gd name="connsiteX0" fmla="*/ 613103 w 898853"/>
                <a:gd name="connsiteY0" fmla="*/ 399631 h 2752057"/>
                <a:gd name="connsiteX1" fmla="*/ 162250 w 898853"/>
                <a:gd name="connsiteY1" fmla="*/ 2223666 h 2752057"/>
                <a:gd name="connsiteX2" fmla="*/ 86054 w 898853"/>
                <a:gd name="connsiteY2" fmla="*/ 2466557 h 2752057"/>
                <a:gd name="connsiteX3" fmla="*/ 326 w 898853"/>
                <a:gd name="connsiteY3" fmla="*/ 2587204 h 2752057"/>
                <a:gd name="connsiteX4" fmla="*/ 119388 w 898853"/>
                <a:gd name="connsiteY4" fmla="*/ 2685629 h 2752057"/>
                <a:gd name="connsiteX5" fmla="*/ 365451 w 898853"/>
                <a:gd name="connsiteY5" fmla="*/ 2730078 h 2752057"/>
                <a:gd name="connsiteX6" fmla="*/ 187651 w 898853"/>
                <a:gd name="connsiteY6" fmla="*/ 2542754 h 2752057"/>
                <a:gd name="connsiteX7" fmla="*/ 346404 w 898853"/>
                <a:gd name="connsiteY7" fmla="*/ 2320508 h 2752057"/>
                <a:gd name="connsiteX8" fmla="*/ 587701 w 898853"/>
                <a:gd name="connsiteY8" fmla="*/ 2079204 h 2752057"/>
                <a:gd name="connsiteX9" fmla="*/ 794076 w 898853"/>
                <a:gd name="connsiteY9" fmla="*/ 1568029 h 2752057"/>
                <a:gd name="connsiteX10" fmla="*/ 876626 w 898853"/>
                <a:gd name="connsiteY10" fmla="*/ 1269579 h 2752057"/>
                <a:gd name="connsiteX11" fmla="*/ 825826 w 898853"/>
                <a:gd name="connsiteY11" fmla="*/ 1069554 h 2752057"/>
                <a:gd name="connsiteX12" fmla="*/ 898853 w 898853"/>
                <a:gd name="connsiteY12" fmla="*/ 799682 h 2752057"/>
                <a:gd name="connsiteX13" fmla="*/ 759154 w 898853"/>
                <a:gd name="connsiteY13" fmla="*/ 440907 h 2752057"/>
                <a:gd name="connsiteX14" fmla="*/ 848054 w 898853"/>
                <a:gd name="connsiteY14" fmla="*/ 374232 h 2752057"/>
                <a:gd name="connsiteX15" fmla="*/ 882978 w 898853"/>
                <a:gd name="connsiteY15" fmla="*/ 256757 h 2752057"/>
                <a:gd name="connsiteX16" fmla="*/ 838529 w 898853"/>
                <a:gd name="connsiteY16" fmla="*/ 82132 h 2752057"/>
                <a:gd name="connsiteX17" fmla="*/ 662313 w 898853"/>
                <a:gd name="connsiteY17" fmla="*/ 1166 h 2752057"/>
                <a:gd name="connsiteX18" fmla="*/ 517853 w 898853"/>
                <a:gd name="connsiteY18" fmla="*/ 167857 h 2752057"/>
                <a:gd name="connsiteX19" fmla="*/ 613103 w 898853"/>
                <a:gd name="connsiteY19" fmla="*/ 399631 h 2752057"/>
                <a:gd name="connsiteX0" fmla="*/ 616107 w 901857"/>
                <a:gd name="connsiteY0" fmla="*/ 399631 h 2752057"/>
                <a:gd name="connsiteX1" fmla="*/ 89058 w 901857"/>
                <a:gd name="connsiteY1" fmla="*/ 2466557 h 2752057"/>
                <a:gd name="connsiteX2" fmla="*/ 3330 w 901857"/>
                <a:gd name="connsiteY2" fmla="*/ 2587204 h 2752057"/>
                <a:gd name="connsiteX3" fmla="*/ 122392 w 901857"/>
                <a:gd name="connsiteY3" fmla="*/ 2685629 h 2752057"/>
                <a:gd name="connsiteX4" fmla="*/ 368455 w 901857"/>
                <a:gd name="connsiteY4" fmla="*/ 2730078 h 2752057"/>
                <a:gd name="connsiteX5" fmla="*/ 190655 w 901857"/>
                <a:gd name="connsiteY5" fmla="*/ 2542754 h 2752057"/>
                <a:gd name="connsiteX6" fmla="*/ 349408 w 901857"/>
                <a:gd name="connsiteY6" fmla="*/ 2320508 h 2752057"/>
                <a:gd name="connsiteX7" fmla="*/ 590705 w 901857"/>
                <a:gd name="connsiteY7" fmla="*/ 2079204 h 2752057"/>
                <a:gd name="connsiteX8" fmla="*/ 797080 w 901857"/>
                <a:gd name="connsiteY8" fmla="*/ 1568029 h 2752057"/>
                <a:gd name="connsiteX9" fmla="*/ 879630 w 901857"/>
                <a:gd name="connsiteY9" fmla="*/ 1269579 h 2752057"/>
                <a:gd name="connsiteX10" fmla="*/ 828830 w 901857"/>
                <a:gd name="connsiteY10" fmla="*/ 1069554 h 2752057"/>
                <a:gd name="connsiteX11" fmla="*/ 901857 w 901857"/>
                <a:gd name="connsiteY11" fmla="*/ 799682 h 2752057"/>
                <a:gd name="connsiteX12" fmla="*/ 762158 w 901857"/>
                <a:gd name="connsiteY12" fmla="*/ 440907 h 2752057"/>
                <a:gd name="connsiteX13" fmla="*/ 851058 w 901857"/>
                <a:gd name="connsiteY13" fmla="*/ 374232 h 2752057"/>
                <a:gd name="connsiteX14" fmla="*/ 885982 w 901857"/>
                <a:gd name="connsiteY14" fmla="*/ 256757 h 2752057"/>
                <a:gd name="connsiteX15" fmla="*/ 841533 w 901857"/>
                <a:gd name="connsiteY15" fmla="*/ 82132 h 2752057"/>
                <a:gd name="connsiteX16" fmla="*/ 665317 w 901857"/>
                <a:gd name="connsiteY16" fmla="*/ 1166 h 2752057"/>
                <a:gd name="connsiteX17" fmla="*/ 520857 w 901857"/>
                <a:gd name="connsiteY17" fmla="*/ 167857 h 2752057"/>
                <a:gd name="connsiteX18" fmla="*/ 616107 w 901857"/>
                <a:gd name="connsiteY18" fmla="*/ 399631 h 2752057"/>
                <a:gd name="connsiteX0" fmla="*/ 612777 w 898527"/>
                <a:gd name="connsiteY0" fmla="*/ 399631 h 2752057"/>
                <a:gd name="connsiteX1" fmla="*/ 0 w 898527"/>
                <a:gd name="connsiteY1" fmla="*/ 2587204 h 2752057"/>
                <a:gd name="connsiteX2" fmla="*/ 119062 w 898527"/>
                <a:gd name="connsiteY2" fmla="*/ 2685629 h 2752057"/>
                <a:gd name="connsiteX3" fmla="*/ 365125 w 898527"/>
                <a:gd name="connsiteY3" fmla="*/ 2730078 h 2752057"/>
                <a:gd name="connsiteX4" fmla="*/ 187325 w 898527"/>
                <a:gd name="connsiteY4" fmla="*/ 2542754 h 2752057"/>
                <a:gd name="connsiteX5" fmla="*/ 346078 w 898527"/>
                <a:gd name="connsiteY5" fmla="*/ 2320508 h 2752057"/>
                <a:gd name="connsiteX6" fmla="*/ 587375 w 898527"/>
                <a:gd name="connsiteY6" fmla="*/ 2079204 h 2752057"/>
                <a:gd name="connsiteX7" fmla="*/ 793750 w 898527"/>
                <a:gd name="connsiteY7" fmla="*/ 1568029 h 2752057"/>
                <a:gd name="connsiteX8" fmla="*/ 876300 w 898527"/>
                <a:gd name="connsiteY8" fmla="*/ 1269579 h 2752057"/>
                <a:gd name="connsiteX9" fmla="*/ 825500 w 898527"/>
                <a:gd name="connsiteY9" fmla="*/ 1069554 h 2752057"/>
                <a:gd name="connsiteX10" fmla="*/ 898527 w 898527"/>
                <a:gd name="connsiteY10" fmla="*/ 799682 h 2752057"/>
                <a:gd name="connsiteX11" fmla="*/ 758828 w 898527"/>
                <a:gd name="connsiteY11" fmla="*/ 440907 h 2752057"/>
                <a:gd name="connsiteX12" fmla="*/ 847728 w 898527"/>
                <a:gd name="connsiteY12" fmla="*/ 374232 h 2752057"/>
                <a:gd name="connsiteX13" fmla="*/ 882652 w 898527"/>
                <a:gd name="connsiteY13" fmla="*/ 256757 h 2752057"/>
                <a:gd name="connsiteX14" fmla="*/ 838203 w 898527"/>
                <a:gd name="connsiteY14" fmla="*/ 82132 h 2752057"/>
                <a:gd name="connsiteX15" fmla="*/ 661987 w 898527"/>
                <a:gd name="connsiteY15" fmla="*/ 1166 h 2752057"/>
                <a:gd name="connsiteX16" fmla="*/ 517527 w 898527"/>
                <a:gd name="connsiteY16" fmla="*/ 167857 h 2752057"/>
                <a:gd name="connsiteX17" fmla="*/ 612777 w 898527"/>
                <a:gd name="connsiteY17" fmla="*/ 399631 h 2752057"/>
                <a:gd name="connsiteX0" fmla="*/ 493715 w 779465"/>
                <a:gd name="connsiteY0" fmla="*/ 399631 h 2752057"/>
                <a:gd name="connsiteX1" fmla="*/ 0 w 779465"/>
                <a:gd name="connsiteY1" fmla="*/ 2685629 h 2752057"/>
                <a:gd name="connsiteX2" fmla="*/ 246063 w 779465"/>
                <a:gd name="connsiteY2" fmla="*/ 2730078 h 2752057"/>
                <a:gd name="connsiteX3" fmla="*/ 68263 w 779465"/>
                <a:gd name="connsiteY3" fmla="*/ 2542754 h 2752057"/>
                <a:gd name="connsiteX4" fmla="*/ 227016 w 779465"/>
                <a:gd name="connsiteY4" fmla="*/ 2320508 h 2752057"/>
                <a:gd name="connsiteX5" fmla="*/ 468313 w 779465"/>
                <a:gd name="connsiteY5" fmla="*/ 2079204 h 2752057"/>
                <a:gd name="connsiteX6" fmla="*/ 674688 w 779465"/>
                <a:gd name="connsiteY6" fmla="*/ 1568029 h 2752057"/>
                <a:gd name="connsiteX7" fmla="*/ 757238 w 779465"/>
                <a:gd name="connsiteY7" fmla="*/ 1269579 h 2752057"/>
                <a:gd name="connsiteX8" fmla="*/ 706438 w 779465"/>
                <a:gd name="connsiteY8" fmla="*/ 1069554 h 2752057"/>
                <a:gd name="connsiteX9" fmla="*/ 779465 w 779465"/>
                <a:gd name="connsiteY9" fmla="*/ 799682 h 2752057"/>
                <a:gd name="connsiteX10" fmla="*/ 639766 w 779465"/>
                <a:gd name="connsiteY10" fmla="*/ 440907 h 2752057"/>
                <a:gd name="connsiteX11" fmla="*/ 728666 w 779465"/>
                <a:gd name="connsiteY11" fmla="*/ 374232 h 2752057"/>
                <a:gd name="connsiteX12" fmla="*/ 763590 w 779465"/>
                <a:gd name="connsiteY12" fmla="*/ 256757 h 2752057"/>
                <a:gd name="connsiteX13" fmla="*/ 719141 w 779465"/>
                <a:gd name="connsiteY13" fmla="*/ 82132 h 2752057"/>
                <a:gd name="connsiteX14" fmla="*/ 542925 w 779465"/>
                <a:gd name="connsiteY14" fmla="*/ 1166 h 2752057"/>
                <a:gd name="connsiteX15" fmla="*/ 398465 w 779465"/>
                <a:gd name="connsiteY15" fmla="*/ 167857 h 2752057"/>
                <a:gd name="connsiteX16" fmla="*/ 493715 w 779465"/>
                <a:gd name="connsiteY16" fmla="*/ 399631 h 2752057"/>
                <a:gd name="connsiteX0" fmla="*/ 425529 w 711279"/>
                <a:gd name="connsiteY0" fmla="*/ 399631 h 2730078"/>
                <a:gd name="connsiteX1" fmla="*/ 177877 w 711279"/>
                <a:gd name="connsiteY1" fmla="*/ 2730078 h 2730078"/>
                <a:gd name="connsiteX2" fmla="*/ 77 w 711279"/>
                <a:gd name="connsiteY2" fmla="*/ 2542754 h 2730078"/>
                <a:gd name="connsiteX3" fmla="*/ 158830 w 711279"/>
                <a:gd name="connsiteY3" fmla="*/ 2320508 h 2730078"/>
                <a:gd name="connsiteX4" fmla="*/ 400127 w 711279"/>
                <a:gd name="connsiteY4" fmla="*/ 2079204 h 2730078"/>
                <a:gd name="connsiteX5" fmla="*/ 606502 w 711279"/>
                <a:gd name="connsiteY5" fmla="*/ 1568029 h 2730078"/>
                <a:gd name="connsiteX6" fmla="*/ 689052 w 711279"/>
                <a:gd name="connsiteY6" fmla="*/ 1269579 h 2730078"/>
                <a:gd name="connsiteX7" fmla="*/ 638252 w 711279"/>
                <a:gd name="connsiteY7" fmla="*/ 1069554 h 2730078"/>
                <a:gd name="connsiteX8" fmla="*/ 711279 w 711279"/>
                <a:gd name="connsiteY8" fmla="*/ 799682 h 2730078"/>
                <a:gd name="connsiteX9" fmla="*/ 571580 w 711279"/>
                <a:gd name="connsiteY9" fmla="*/ 440907 h 2730078"/>
                <a:gd name="connsiteX10" fmla="*/ 660480 w 711279"/>
                <a:gd name="connsiteY10" fmla="*/ 374232 h 2730078"/>
                <a:gd name="connsiteX11" fmla="*/ 695404 w 711279"/>
                <a:gd name="connsiteY11" fmla="*/ 256757 h 2730078"/>
                <a:gd name="connsiteX12" fmla="*/ 650955 w 711279"/>
                <a:gd name="connsiteY12" fmla="*/ 82132 h 2730078"/>
                <a:gd name="connsiteX13" fmla="*/ 474739 w 711279"/>
                <a:gd name="connsiteY13" fmla="*/ 1166 h 2730078"/>
                <a:gd name="connsiteX14" fmla="*/ 330279 w 711279"/>
                <a:gd name="connsiteY14" fmla="*/ 167857 h 2730078"/>
                <a:gd name="connsiteX15" fmla="*/ 425529 w 711279"/>
                <a:gd name="connsiteY15" fmla="*/ 399631 h 2730078"/>
                <a:gd name="connsiteX0" fmla="*/ 288806 w 574556"/>
                <a:gd name="connsiteY0" fmla="*/ 399631 h 2820836"/>
                <a:gd name="connsiteX1" fmla="*/ 41154 w 574556"/>
                <a:gd name="connsiteY1" fmla="*/ 2730078 h 2820836"/>
                <a:gd name="connsiteX2" fmla="*/ 22107 w 574556"/>
                <a:gd name="connsiteY2" fmla="*/ 2320508 h 2820836"/>
                <a:gd name="connsiteX3" fmla="*/ 263404 w 574556"/>
                <a:gd name="connsiteY3" fmla="*/ 2079204 h 2820836"/>
                <a:gd name="connsiteX4" fmla="*/ 469779 w 574556"/>
                <a:gd name="connsiteY4" fmla="*/ 1568029 h 2820836"/>
                <a:gd name="connsiteX5" fmla="*/ 552329 w 574556"/>
                <a:gd name="connsiteY5" fmla="*/ 1269579 h 2820836"/>
                <a:gd name="connsiteX6" fmla="*/ 501529 w 574556"/>
                <a:gd name="connsiteY6" fmla="*/ 1069554 h 2820836"/>
                <a:gd name="connsiteX7" fmla="*/ 574556 w 574556"/>
                <a:gd name="connsiteY7" fmla="*/ 799682 h 2820836"/>
                <a:gd name="connsiteX8" fmla="*/ 434857 w 574556"/>
                <a:gd name="connsiteY8" fmla="*/ 440907 h 2820836"/>
                <a:gd name="connsiteX9" fmla="*/ 523757 w 574556"/>
                <a:gd name="connsiteY9" fmla="*/ 374232 h 2820836"/>
                <a:gd name="connsiteX10" fmla="*/ 558681 w 574556"/>
                <a:gd name="connsiteY10" fmla="*/ 256757 h 2820836"/>
                <a:gd name="connsiteX11" fmla="*/ 514232 w 574556"/>
                <a:gd name="connsiteY11" fmla="*/ 82132 h 2820836"/>
                <a:gd name="connsiteX12" fmla="*/ 338016 w 574556"/>
                <a:gd name="connsiteY12" fmla="*/ 1166 h 2820836"/>
                <a:gd name="connsiteX13" fmla="*/ 193556 w 574556"/>
                <a:gd name="connsiteY13" fmla="*/ 167857 h 2820836"/>
                <a:gd name="connsiteX14" fmla="*/ 288806 w 574556"/>
                <a:gd name="connsiteY14" fmla="*/ 399631 h 2820836"/>
                <a:gd name="connsiteX0" fmla="*/ 247737 w 533487"/>
                <a:gd name="connsiteY0" fmla="*/ 399631 h 2792756"/>
                <a:gd name="connsiteX1" fmla="*/ 85 w 533487"/>
                <a:gd name="connsiteY1" fmla="*/ 2730078 h 2792756"/>
                <a:gd name="connsiteX2" fmla="*/ 222335 w 533487"/>
                <a:gd name="connsiteY2" fmla="*/ 2079204 h 2792756"/>
                <a:gd name="connsiteX3" fmla="*/ 428710 w 533487"/>
                <a:gd name="connsiteY3" fmla="*/ 1568029 h 2792756"/>
                <a:gd name="connsiteX4" fmla="*/ 511260 w 533487"/>
                <a:gd name="connsiteY4" fmla="*/ 1269579 h 2792756"/>
                <a:gd name="connsiteX5" fmla="*/ 460460 w 533487"/>
                <a:gd name="connsiteY5" fmla="*/ 1069554 h 2792756"/>
                <a:gd name="connsiteX6" fmla="*/ 533487 w 533487"/>
                <a:gd name="connsiteY6" fmla="*/ 799682 h 2792756"/>
                <a:gd name="connsiteX7" fmla="*/ 393788 w 533487"/>
                <a:gd name="connsiteY7" fmla="*/ 440907 h 2792756"/>
                <a:gd name="connsiteX8" fmla="*/ 482688 w 533487"/>
                <a:gd name="connsiteY8" fmla="*/ 374232 h 2792756"/>
                <a:gd name="connsiteX9" fmla="*/ 517612 w 533487"/>
                <a:gd name="connsiteY9" fmla="*/ 256757 h 2792756"/>
                <a:gd name="connsiteX10" fmla="*/ 473163 w 533487"/>
                <a:gd name="connsiteY10" fmla="*/ 82132 h 2792756"/>
                <a:gd name="connsiteX11" fmla="*/ 296947 w 533487"/>
                <a:gd name="connsiteY11" fmla="*/ 1166 h 2792756"/>
                <a:gd name="connsiteX12" fmla="*/ 152487 w 533487"/>
                <a:gd name="connsiteY12" fmla="*/ 167857 h 2792756"/>
                <a:gd name="connsiteX13" fmla="*/ 247737 w 533487"/>
                <a:gd name="connsiteY13" fmla="*/ 399631 h 2792756"/>
                <a:gd name="connsiteX0" fmla="*/ 96524 w 382274"/>
                <a:gd name="connsiteY0" fmla="*/ 399631 h 2079204"/>
                <a:gd name="connsiteX1" fmla="*/ 71122 w 382274"/>
                <a:gd name="connsiteY1" fmla="*/ 2079204 h 2079204"/>
                <a:gd name="connsiteX2" fmla="*/ 277497 w 382274"/>
                <a:gd name="connsiteY2" fmla="*/ 1568029 h 2079204"/>
                <a:gd name="connsiteX3" fmla="*/ 360047 w 382274"/>
                <a:gd name="connsiteY3" fmla="*/ 1269579 h 2079204"/>
                <a:gd name="connsiteX4" fmla="*/ 309247 w 382274"/>
                <a:gd name="connsiteY4" fmla="*/ 1069554 h 2079204"/>
                <a:gd name="connsiteX5" fmla="*/ 382274 w 382274"/>
                <a:gd name="connsiteY5" fmla="*/ 799682 h 2079204"/>
                <a:gd name="connsiteX6" fmla="*/ 242575 w 382274"/>
                <a:gd name="connsiteY6" fmla="*/ 440907 h 2079204"/>
                <a:gd name="connsiteX7" fmla="*/ 331475 w 382274"/>
                <a:gd name="connsiteY7" fmla="*/ 374232 h 2079204"/>
                <a:gd name="connsiteX8" fmla="*/ 366399 w 382274"/>
                <a:gd name="connsiteY8" fmla="*/ 256757 h 2079204"/>
                <a:gd name="connsiteX9" fmla="*/ 321950 w 382274"/>
                <a:gd name="connsiteY9" fmla="*/ 82132 h 2079204"/>
                <a:gd name="connsiteX10" fmla="*/ 145734 w 382274"/>
                <a:gd name="connsiteY10" fmla="*/ 1166 h 2079204"/>
                <a:gd name="connsiteX11" fmla="*/ 1274 w 382274"/>
                <a:gd name="connsiteY11" fmla="*/ 167857 h 2079204"/>
                <a:gd name="connsiteX12" fmla="*/ 96524 w 382274"/>
                <a:gd name="connsiteY12" fmla="*/ 399631 h 2079204"/>
                <a:gd name="connsiteX0" fmla="*/ 96524 w 382274"/>
                <a:gd name="connsiteY0" fmla="*/ 399631 h 1597930"/>
                <a:gd name="connsiteX1" fmla="*/ 277497 w 382274"/>
                <a:gd name="connsiteY1" fmla="*/ 1568029 h 1597930"/>
                <a:gd name="connsiteX2" fmla="*/ 360047 w 382274"/>
                <a:gd name="connsiteY2" fmla="*/ 1269579 h 1597930"/>
                <a:gd name="connsiteX3" fmla="*/ 309247 w 382274"/>
                <a:gd name="connsiteY3" fmla="*/ 1069554 h 1597930"/>
                <a:gd name="connsiteX4" fmla="*/ 382274 w 382274"/>
                <a:gd name="connsiteY4" fmla="*/ 799682 h 1597930"/>
                <a:gd name="connsiteX5" fmla="*/ 242575 w 382274"/>
                <a:gd name="connsiteY5" fmla="*/ 440907 h 1597930"/>
                <a:gd name="connsiteX6" fmla="*/ 331475 w 382274"/>
                <a:gd name="connsiteY6" fmla="*/ 374232 h 1597930"/>
                <a:gd name="connsiteX7" fmla="*/ 366399 w 382274"/>
                <a:gd name="connsiteY7" fmla="*/ 256757 h 1597930"/>
                <a:gd name="connsiteX8" fmla="*/ 321950 w 382274"/>
                <a:gd name="connsiteY8" fmla="*/ 82132 h 1597930"/>
                <a:gd name="connsiteX9" fmla="*/ 145734 w 382274"/>
                <a:gd name="connsiteY9" fmla="*/ 1166 h 1597930"/>
                <a:gd name="connsiteX10" fmla="*/ 1274 w 382274"/>
                <a:gd name="connsiteY10" fmla="*/ 167857 h 1597930"/>
                <a:gd name="connsiteX11" fmla="*/ 96524 w 382274"/>
                <a:gd name="connsiteY11" fmla="*/ 399631 h 1597930"/>
                <a:gd name="connsiteX0" fmla="*/ 96524 w 382274"/>
                <a:gd name="connsiteY0" fmla="*/ 399631 h 1299292"/>
                <a:gd name="connsiteX1" fmla="*/ 360047 w 382274"/>
                <a:gd name="connsiteY1" fmla="*/ 1269579 h 1299292"/>
                <a:gd name="connsiteX2" fmla="*/ 309247 w 382274"/>
                <a:gd name="connsiteY2" fmla="*/ 1069554 h 1299292"/>
                <a:gd name="connsiteX3" fmla="*/ 382274 w 382274"/>
                <a:gd name="connsiteY3" fmla="*/ 799682 h 1299292"/>
                <a:gd name="connsiteX4" fmla="*/ 242575 w 382274"/>
                <a:gd name="connsiteY4" fmla="*/ 440907 h 1299292"/>
                <a:gd name="connsiteX5" fmla="*/ 331475 w 382274"/>
                <a:gd name="connsiteY5" fmla="*/ 374232 h 1299292"/>
                <a:gd name="connsiteX6" fmla="*/ 366399 w 382274"/>
                <a:gd name="connsiteY6" fmla="*/ 256757 h 1299292"/>
                <a:gd name="connsiteX7" fmla="*/ 321950 w 382274"/>
                <a:gd name="connsiteY7" fmla="*/ 82132 h 1299292"/>
                <a:gd name="connsiteX8" fmla="*/ 145734 w 382274"/>
                <a:gd name="connsiteY8" fmla="*/ 1166 h 1299292"/>
                <a:gd name="connsiteX9" fmla="*/ 1274 w 382274"/>
                <a:gd name="connsiteY9" fmla="*/ 167857 h 1299292"/>
                <a:gd name="connsiteX10" fmla="*/ 96524 w 382274"/>
                <a:gd name="connsiteY10" fmla="*/ 399631 h 1299292"/>
                <a:gd name="connsiteX0" fmla="*/ 96524 w 382274"/>
                <a:gd name="connsiteY0" fmla="*/ 399631 h 1069554"/>
                <a:gd name="connsiteX1" fmla="*/ 309247 w 382274"/>
                <a:gd name="connsiteY1" fmla="*/ 1069554 h 1069554"/>
                <a:gd name="connsiteX2" fmla="*/ 382274 w 382274"/>
                <a:gd name="connsiteY2" fmla="*/ 799682 h 1069554"/>
                <a:gd name="connsiteX3" fmla="*/ 242575 w 382274"/>
                <a:gd name="connsiteY3" fmla="*/ 440907 h 1069554"/>
                <a:gd name="connsiteX4" fmla="*/ 331475 w 382274"/>
                <a:gd name="connsiteY4" fmla="*/ 374232 h 1069554"/>
                <a:gd name="connsiteX5" fmla="*/ 366399 w 382274"/>
                <a:gd name="connsiteY5" fmla="*/ 256757 h 1069554"/>
                <a:gd name="connsiteX6" fmla="*/ 321950 w 382274"/>
                <a:gd name="connsiteY6" fmla="*/ 82132 h 1069554"/>
                <a:gd name="connsiteX7" fmla="*/ 145734 w 382274"/>
                <a:gd name="connsiteY7" fmla="*/ 1166 h 1069554"/>
                <a:gd name="connsiteX8" fmla="*/ 1274 w 382274"/>
                <a:gd name="connsiteY8" fmla="*/ 167857 h 1069554"/>
                <a:gd name="connsiteX9" fmla="*/ 96524 w 382274"/>
                <a:gd name="connsiteY9" fmla="*/ 399631 h 1069554"/>
                <a:gd name="connsiteX0" fmla="*/ 96524 w 384759"/>
                <a:gd name="connsiteY0" fmla="*/ 399631 h 799808"/>
                <a:gd name="connsiteX1" fmla="*/ 382274 w 384759"/>
                <a:gd name="connsiteY1" fmla="*/ 799682 h 799808"/>
                <a:gd name="connsiteX2" fmla="*/ 242575 w 384759"/>
                <a:gd name="connsiteY2" fmla="*/ 440907 h 799808"/>
                <a:gd name="connsiteX3" fmla="*/ 331475 w 384759"/>
                <a:gd name="connsiteY3" fmla="*/ 374232 h 799808"/>
                <a:gd name="connsiteX4" fmla="*/ 366399 w 384759"/>
                <a:gd name="connsiteY4" fmla="*/ 256757 h 799808"/>
                <a:gd name="connsiteX5" fmla="*/ 321950 w 384759"/>
                <a:gd name="connsiteY5" fmla="*/ 82132 h 799808"/>
                <a:gd name="connsiteX6" fmla="*/ 145734 w 384759"/>
                <a:gd name="connsiteY6" fmla="*/ 1166 h 799808"/>
                <a:gd name="connsiteX7" fmla="*/ 1274 w 384759"/>
                <a:gd name="connsiteY7" fmla="*/ 167857 h 799808"/>
                <a:gd name="connsiteX8" fmla="*/ 96524 w 384759"/>
                <a:gd name="connsiteY8" fmla="*/ 399631 h 799808"/>
                <a:gd name="connsiteX0" fmla="*/ 96524 w 366399"/>
                <a:gd name="connsiteY0" fmla="*/ 399631 h 442654"/>
                <a:gd name="connsiteX1" fmla="*/ 242575 w 366399"/>
                <a:gd name="connsiteY1" fmla="*/ 440907 h 442654"/>
                <a:gd name="connsiteX2" fmla="*/ 331475 w 366399"/>
                <a:gd name="connsiteY2" fmla="*/ 374232 h 442654"/>
                <a:gd name="connsiteX3" fmla="*/ 366399 w 366399"/>
                <a:gd name="connsiteY3" fmla="*/ 256757 h 442654"/>
                <a:gd name="connsiteX4" fmla="*/ 321950 w 366399"/>
                <a:gd name="connsiteY4" fmla="*/ 82132 h 442654"/>
                <a:gd name="connsiteX5" fmla="*/ 145734 w 366399"/>
                <a:gd name="connsiteY5" fmla="*/ 1166 h 442654"/>
                <a:gd name="connsiteX6" fmla="*/ 1274 w 366399"/>
                <a:gd name="connsiteY6" fmla="*/ 167857 h 442654"/>
                <a:gd name="connsiteX7" fmla="*/ 96524 w 366399"/>
                <a:gd name="connsiteY7" fmla="*/ 399631 h 442654"/>
                <a:gd name="connsiteX0" fmla="*/ 96524 w 366399"/>
                <a:gd name="connsiteY0" fmla="*/ 399631 h 442654"/>
                <a:gd name="connsiteX1" fmla="*/ 242575 w 366399"/>
                <a:gd name="connsiteY1" fmla="*/ 440907 h 442654"/>
                <a:gd name="connsiteX2" fmla="*/ 230693 w 366399"/>
                <a:gd name="connsiteY2" fmla="*/ 428486 h 442654"/>
                <a:gd name="connsiteX3" fmla="*/ 331475 w 366399"/>
                <a:gd name="connsiteY3" fmla="*/ 374232 h 442654"/>
                <a:gd name="connsiteX4" fmla="*/ 366399 w 366399"/>
                <a:gd name="connsiteY4" fmla="*/ 256757 h 442654"/>
                <a:gd name="connsiteX5" fmla="*/ 321950 w 366399"/>
                <a:gd name="connsiteY5" fmla="*/ 82132 h 442654"/>
                <a:gd name="connsiteX6" fmla="*/ 145734 w 366399"/>
                <a:gd name="connsiteY6" fmla="*/ 1166 h 442654"/>
                <a:gd name="connsiteX7" fmla="*/ 1274 w 366399"/>
                <a:gd name="connsiteY7" fmla="*/ 167857 h 442654"/>
                <a:gd name="connsiteX8" fmla="*/ 96524 w 366399"/>
                <a:gd name="connsiteY8" fmla="*/ 399631 h 442654"/>
                <a:gd name="connsiteX0" fmla="*/ 96524 w 366399"/>
                <a:gd name="connsiteY0" fmla="*/ 399631 h 489013"/>
                <a:gd name="connsiteX1" fmla="*/ 242575 w 366399"/>
                <a:gd name="connsiteY1" fmla="*/ 440907 h 489013"/>
                <a:gd name="connsiteX2" fmla="*/ 287456 w 366399"/>
                <a:gd name="connsiteY2" fmla="*/ 487193 h 489013"/>
                <a:gd name="connsiteX3" fmla="*/ 331475 w 366399"/>
                <a:gd name="connsiteY3" fmla="*/ 374232 h 489013"/>
                <a:gd name="connsiteX4" fmla="*/ 366399 w 366399"/>
                <a:gd name="connsiteY4" fmla="*/ 256757 h 489013"/>
                <a:gd name="connsiteX5" fmla="*/ 321950 w 366399"/>
                <a:gd name="connsiteY5" fmla="*/ 82132 h 489013"/>
                <a:gd name="connsiteX6" fmla="*/ 145734 w 366399"/>
                <a:gd name="connsiteY6" fmla="*/ 1166 h 489013"/>
                <a:gd name="connsiteX7" fmla="*/ 1274 w 366399"/>
                <a:gd name="connsiteY7" fmla="*/ 167857 h 489013"/>
                <a:gd name="connsiteX8" fmla="*/ 96524 w 366399"/>
                <a:gd name="connsiteY8" fmla="*/ 399631 h 489013"/>
                <a:gd name="connsiteX0" fmla="*/ 97001 w 366876"/>
                <a:gd name="connsiteY0" fmla="*/ 399631 h 500810"/>
                <a:gd name="connsiteX1" fmla="*/ 180313 w 366876"/>
                <a:gd name="connsiteY1" fmla="*/ 493434 h 500810"/>
                <a:gd name="connsiteX2" fmla="*/ 287933 w 366876"/>
                <a:gd name="connsiteY2" fmla="*/ 487193 h 500810"/>
                <a:gd name="connsiteX3" fmla="*/ 331952 w 366876"/>
                <a:gd name="connsiteY3" fmla="*/ 374232 h 500810"/>
                <a:gd name="connsiteX4" fmla="*/ 366876 w 366876"/>
                <a:gd name="connsiteY4" fmla="*/ 256757 h 500810"/>
                <a:gd name="connsiteX5" fmla="*/ 322427 w 366876"/>
                <a:gd name="connsiteY5" fmla="*/ 82132 h 500810"/>
                <a:gd name="connsiteX6" fmla="*/ 146211 w 366876"/>
                <a:gd name="connsiteY6" fmla="*/ 1166 h 500810"/>
                <a:gd name="connsiteX7" fmla="*/ 1751 w 366876"/>
                <a:gd name="connsiteY7" fmla="*/ 167857 h 500810"/>
                <a:gd name="connsiteX8" fmla="*/ 97001 w 366876"/>
                <a:gd name="connsiteY8" fmla="*/ 399631 h 500810"/>
                <a:gd name="connsiteX0" fmla="*/ 97001 w 366876"/>
                <a:gd name="connsiteY0" fmla="*/ 399631 h 499121"/>
                <a:gd name="connsiteX1" fmla="*/ 180313 w 366876"/>
                <a:gd name="connsiteY1" fmla="*/ 493434 h 499121"/>
                <a:gd name="connsiteX2" fmla="*/ 287933 w 366876"/>
                <a:gd name="connsiteY2" fmla="*/ 487193 h 499121"/>
                <a:gd name="connsiteX3" fmla="*/ 281959 w 366876"/>
                <a:gd name="connsiteY3" fmla="*/ 474833 h 499121"/>
                <a:gd name="connsiteX4" fmla="*/ 331952 w 366876"/>
                <a:gd name="connsiteY4" fmla="*/ 374232 h 499121"/>
                <a:gd name="connsiteX5" fmla="*/ 366876 w 366876"/>
                <a:gd name="connsiteY5" fmla="*/ 256757 h 499121"/>
                <a:gd name="connsiteX6" fmla="*/ 322427 w 366876"/>
                <a:gd name="connsiteY6" fmla="*/ 82132 h 499121"/>
                <a:gd name="connsiteX7" fmla="*/ 146211 w 366876"/>
                <a:gd name="connsiteY7" fmla="*/ 1166 h 499121"/>
                <a:gd name="connsiteX8" fmla="*/ 1751 w 366876"/>
                <a:gd name="connsiteY8" fmla="*/ 167857 h 499121"/>
                <a:gd name="connsiteX9" fmla="*/ 97001 w 366876"/>
                <a:gd name="connsiteY9" fmla="*/ 399631 h 499121"/>
                <a:gd name="connsiteX0" fmla="*/ 97001 w 366876"/>
                <a:gd name="connsiteY0" fmla="*/ 399631 h 499121"/>
                <a:gd name="connsiteX1" fmla="*/ 180313 w 366876"/>
                <a:gd name="connsiteY1" fmla="*/ 493434 h 499121"/>
                <a:gd name="connsiteX2" fmla="*/ 287933 w 366876"/>
                <a:gd name="connsiteY2" fmla="*/ 487193 h 499121"/>
                <a:gd name="connsiteX3" fmla="*/ 311835 w 366876"/>
                <a:gd name="connsiteY3" fmla="*/ 474833 h 499121"/>
                <a:gd name="connsiteX4" fmla="*/ 331952 w 366876"/>
                <a:gd name="connsiteY4" fmla="*/ 374232 h 499121"/>
                <a:gd name="connsiteX5" fmla="*/ 366876 w 366876"/>
                <a:gd name="connsiteY5" fmla="*/ 256757 h 499121"/>
                <a:gd name="connsiteX6" fmla="*/ 322427 w 366876"/>
                <a:gd name="connsiteY6" fmla="*/ 82132 h 499121"/>
                <a:gd name="connsiteX7" fmla="*/ 146211 w 366876"/>
                <a:gd name="connsiteY7" fmla="*/ 1166 h 499121"/>
                <a:gd name="connsiteX8" fmla="*/ 1751 w 366876"/>
                <a:gd name="connsiteY8" fmla="*/ 167857 h 499121"/>
                <a:gd name="connsiteX9" fmla="*/ 97001 w 366876"/>
                <a:gd name="connsiteY9" fmla="*/ 399631 h 499121"/>
                <a:gd name="connsiteX0" fmla="*/ 97001 w 366876"/>
                <a:gd name="connsiteY0" fmla="*/ 399631 h 500027"/>
                <a:gd name="connsiteX1" fmla="*/ 180313 w 366876"/>
                <a:gd name="connsiteY1" fmla="*/ 493434 h 500027"/>
                <a:gd name="connsiteX2" fmla="*/ 275983 w 366876"/>
                <a:gd name="connsiteY2" fmla="*/ 490283 h 500027"/>
                <a:gd name="connsiteX3" fmla="*/ 311835 w 366876"/>
                <a:gd name="connsiteY3" fmla="*/ 474833 h 500027"/>
                <a:gd name="connsiteX4" fmla="*/ 331952 w 366876"/>
                <a:gd name="connsiteY4" fmla="*/ 374232 h 500027"/>
                <a:gd name="connsiteX5" fmla="*/ 366876 w 366876"/>
                <a:gd name="connsiteY5" fmla="*/ 256757 h 500027"/>
                <a:gd name="connsiteX6" fmla="*/ 322427 w 366876"/>
                <a:gd name="connsiteY6" fmla="*/ 82132 h 500027"/>
                <a:gd name="connsiteX7" fmla="*/ 146211 w 366876"/>
                <a:gd name="connsiteY7" fmla="*/ 1166 h 500027"/>
                <a:gd name="connsiteX8" fmla="*/ 1751 w 366876"/>
                <a:gd name="connsiteY8" fmla="*/ 167857 h 500027"/>
                <a:gd name="connsiteX9" fmla="*/ 97001 w 366876"/>
                <a:gd name="connsiteY9" fmla="*/ 399631 h 500027"/>
                <a:gd name="connsiteX0" fmla="*/ 97001 w 366876"/>
                <a:gd name="connsiteY0" fmla="*/ 399631 h 500027"/>
                <a:gd name="connsiteX1" fmla="*/ 180313 w 366876"/>
                <a:gd name="connsiteY1" fmla="*/ 493434 h 500027"/>
                <a:gd name="connsiteX2" fmla="*/ 275983 w 366876"/>
                <a:gd name="connsiteY2" fmla="*/ 490283 h 500027"/>
                <a:gd name="connsiteX3" fmla="*/ 290922 w 366876"/>
                <a:gd name="connsiteY3" fmla="*/ 474833 h 500027"/>
                <a:gd name="connsiteX4" fmla="*/ 331952 w 366876"/>
                <a:gd name="connsiteY4" fmla="*/ 374232 h 500027"/>
                <a:gd name="connsiteX5" fmla="*/ 366876 w 366876"/>
                <a:gd name="connsiteY5" fmla="*/ 256757 h 500027"/>
                <a:gd name="connsiteX6" fmla="*/ 322427 w 366876"/>
                <a:gd name="connsiteY6" fmla="*/ 82132 h 500027"/>
                <a:gd name="connsiteX7" fmla="*/ 146211 w 366876"/>
                <a:gd name="connsiteY7" fmla="*/ 1166 h 500027"/>
                <a:gd name="connsiteX8" fmla="*/ 1751 w 366876"/>
                <a:gd name="connsiteY8" fmla="*/ 167857 h 500027"/>
                <a:gd name="connsiteX9" fmla="*/ 97001 w 366876"/>
                <a:gd name="connsiteY9" fmla="*/ 399631 h 500027"/>
                <a:gd name="connsiteX0" fmla="*/ 97001 w 366876"/>
                <a:gd name="connsiteY0" fmla="*/ 399631 h 500027"/>
                <a:gd name="connsiteX1" fmla="*/ 180313 w 366876"/>
                <a:gd name="connsiteY1" fmla="*/ 493434 h 500027"/>
                <a:gd name="connsiteX2" fmla="*/ 275983 w 366876"/>
                <a:gd name="connsiteY2" fmla="*/ 490283 h 500027"/>
                <a:gd name="connsiteX3" fmla="*/ 290922 w 366876"/>
                <a:gd name="connsiteY3" fmla="*/ 443934 h 500027"/>
                <a:gd name="connsiteX4" fmla="*/ 331952 w 366876"/>
                <a:gd name="connsiteY4" fmla="*/ 374232 h 500027"/>
                <a:gd name="connsiteX5" fmla="*/ 366876 w 366876"/>
                <a:gd name="connsiteY5" fmla="*/ 256757 h 500027"/>
                <a:gd name="connsiteX6" fmla="*/ 322427 w 366876"/>
                <a:gd name="connsiteY6" fmla="*/ 82132 h 500027"/>
                <a:gd name="connsiteX7" fmla="*/ 146211 w 366876"/>
                <a:gd name="connsiteY7" fmla="*/ 1166 h 500027"/>
                <a:gd name="connsiteX8" fmla="*/ 1751 w 366876"/>
                <a:gd name="connsiteY8" fmla="*/ 167857 h 500027"/>
                <a:gd name="connsiteX9" fmla="*/ 97001 w 366876"/>
                <a:gd name="connsiteY9" fmla="*/ 399631 h 500027"/>
                <a:gd name="connsiteX0" fmla="*/ 97001 w 366876"/>
                <a:gd name="connsiteY0" fmla="*/ 399631 h 552265"/>
                <a:gd name="connsiteX1" fmla="*/ 180313 w 366876"/>
                <a:gd name="connsiteY1" fmla="*/ 493434 h 552265"/>
                <a:gd name="connsiteX2" fmla="*/ 240132 w 366876"/>
                <a:gd name="connsiteY2" fmla="*/ 552080 h 552265"/>
                <a:gd name="connsiteX3" fmla="*/ 290922 w 366876"/>
                <a:gd name="connsiteY3" fmla="*/ 443934 h 552265"/>
                <a:gd name="connsiteX4" fmla="*/ 331952 w 366876"/>
                <a:gd name="connsiteY4" fmla="*/ 374232 h 552265"/>
                <a:gd name="connsiteX5" fmla="*/ 366876 w 366876"/>
                <a:gd name="connsiteY5" fmla="*/ 256757 h 552265"/>
                <a:gd name="connsiteX6" fmla="*/ 322427 w 366876"/>
                <a:gd name="connsiteY6" fmla="*/ 82132 h 552265"/>
                <a:gd name="connsiteX7" fmla="*/ 146211 w 366876"/>
                <a:gd name="connsiteY7" fmla="*/ 1166 h 552265"/>
                <a:gd name="connsiteX8" fmla="*/ 1751 w 366876"/>
                <a:gd name="connsiteY8" fmla="*/ 167857 h 552265"/>
                <a:gd name="connsiteX9" fmla="*/ 97001 w 366876"/>
                <a:gd name="connsiteY9" fmla="*/ 399631 h 552265"/>
                <a:gd name="connsiteX0" fmla="*/ 96827 w 366702"/>
                <a:gd name="connsiteY0" fmla="*/ 399631 h 552430"/>
                <a:gd name="connsiteX1" fmla="*/ 117400 w 366702"/>
                <a:gd name="connsiteY1" fmla="*/ 511973 h 552430"/>
                <a:gd name="connsiteX2" fmla="*/ 239958 w 366702"/>
                <a:gd name="connsiteY2" fmla="*/ 552080 h 552430"/>
                <a:gd name="connsiteX3" fmla="*/ 290748 w 366702"/>
                <a:gd name="connsiteY3" fmla="*/ 443934 h 552430"/>
                <a:gd name="connsiteX4" fmla="*/ 331778 w 366702"/>
                <a:gd name="connsiteY4" fmla="*/ 374232 h 552430"/>
                <a:gd name="connsiteX5" fmla="*/ 366702 w 366702"/>
                <a:gd name="connsiteY5" fmla="*/ 256757 h 552430"/>
                <a:gd name="connsiteX6" fmla="*/ 322253 w 366702"/>
                <a:gd name="connsiteY6" fmla="*/ 82132 h 552430"/>
                <a:gd name="connsiteX7" fmla="*/ 146037 w 366702"/>
                <a:gd name="connsiteY7" fmla="*/ 1166 h 552430"/>
                <a:gd name="connsiteX8" fmla="*/ 1577 w 366702"/>
                <a:gd name="connsiteY8" fmla="*/ 167857 h 552430"/>
                <a:gd name="connsiteX9" fmla="*/ 96827 w 366702"/>
                <a:gd name="connsiteY9" fmla="*/ 399631 h 552430"/>
                <a:gd name="connsiteX0" fmla="*/ 96827 w 366702"/>
                <a:gd name="connsiteY0" fmla="*/ 399631 h 552430"/>
                <a:gd name="connsiteX1" fmla="*/ 117400 w 366702"/>
                <a:gd name="connsiteY1" fmla="*/ 511973 h 552430"/>
                <a:gd name="connsiteX2" fmla="*/ 239958 w 366702"/>
                <a:gd name="connsiteY2" fmla="*/ 552080 h 552430"/>
                <a:gd name="connsiteX3" fmla="*/ 290748 w 366702"/>
                <a:gd name="connsiteY3" fmla="*/ 443934 h 552430"/>
                <a:gd name="connsiteX4" fmla="*/ 335699 w 366702"/>
                <a:gd name="connsiteY4" fmla="*/ 383695 h 552430"/>
                <a:gd name="connsiteX5" fmla="*/ 366702 w 366702"/>
                <a:gd name="connsiteY5" fmla="*/ 256757 h 552430"/>
                <a:gd name="connsiteX6" fmla="*/ 322253 w 366702"/>
                <a:gd name="connsiteY6" fmla="*/ 82132 h 552430"/>
                <a:gd name="connsiteX7" fmla="*/ 146037 w 366702"/>
                <a:gd name="connsiteY7" fmla="*/ 1166 h 552430"/>
                <a:gd name="connsiteX8" fmla="*/ 1577 w 366702"/>
                <a:gd name="connsiteY8" fmla="*/ 167857 h 552430"/>
                <a:gd name="connsiteX9" fmla="*/ 96827 w 366702"/>
                <a:gd name="connsiteY9" fmla="*/ 399631 h 552430"/>
                <a:gd name="connsiteX0" fmla="*/ 96827 w 366702"/>
                <a:gd name="connsiteY0" fmla="*/ 399631 h 554475"/>
                <a:gd name="connsiteX1" fmla="*/ 117400 w 366702"/>
                <a:gd name="connsiteY1" fmla="*/ 511973 h 554475"/>
                <a:gd name="connsiteX2" fmla="*/ 239958 w 366702"/>
                <a:gd name="connsiteY2" fmla="*/ 552080 h 554475"/>
                <a:gd name="connsiteX3" fmla="*/ 278517 w 366702"/>
                <a:gd name="connsiteY3" fmla="*/ 408595 h 554475"/>
                <a:gd name="connsiteX4" fmla="*/ 290748 w 366702"/>
                <a:gd name="connsiteY4" fmla="*/ 443934 h 554475"/>
                <a:gd name="connsiteX5" fmla="*/ 335699 w 366702"/>
                <a:gd name="connsiteY5" fmla="*/ 383695 h 554475"/>
                <a:gd name="connsiteX6" fmla="*/ 366702 w 366702"/>
                <a:gd name="connsiteY6" fmla="*/ 256757 h 554475"/>
                <a:gd name="connsiteX7" fmla="*/ 322253 w 366702"/>
                <a:gd name="connsiteY7" fmla="*/ 82132 h 554475"/>
                <a:gd name="connsiteX8" fmla="*/ 146037 w 366702"/>
                <a:gd name="connsiteY8" fmla="*/ 1166 h 554475"/>
                <a:gd name="connsiteX9" fmla="*/ 1577 w 366702"/>
                <a:gd name="connsiteY9" fmla="*/ 167857 h 554475"/>
                <a:gd name="connsiteX10" fmla="*/ 96827 w 366702"/>
                <a:gd name="connsiteY10" fmla="*/ 399631 h 554475"/>
                <a:gd name="connsiteX0" fmla="*/ 96827 w 366702"/>
                <a:gd name="connsiteY0" fmla="*/ 399631 h 554475"/>
                <a:gd name="connsiteX1" fmla="*/ 117400 w 366702"/>
                <a:gd name="connsiteY1" fmla="*/ 511973 h 554475"/>
                <a:gd name="connsiteX2" fmla="*/ 239958 w 366702"/>
                <a:gd name="connsiteY2" fmla="*/ 552080 h 554475"/>
                <a:gd name="connsiteX3" fmla="*/ 278517 w 366702"/>
                <a:gd name="connsiteY3" fmla="*/ 408595 h 554475"/>
                <a:gd name="connsiteX4" fmla="*/ 306433 w 366702"/>
                <a:gd name="connsiteY4" fmla="*/ 433120 h 554475"/>
                <a:gd name="connsiteX5" fmla="*/ 335699 w 366702"/>
                <a:gd name="connsiteY5" fmla="*/ 383695 h 554475"/>
                <a:gd name="connsiteX6" fmla="*/ 366702 w 366702"/>
                <a:gd name="connsiteY6" fmla="*/ 256757 h 554475"/>
                <a:gd name="connsiteX7" fmla="*/ 322253 w 366702"/>
                <a:gd name="connsiteY7" fmla="*/ 82132 h 554475"/>
                <a:gd name="connsiteX8" fmla="*/ 146037 w 366702"/>
                <a:gd name="connsiteY8" fmla="*/ 1166 h 554475"/>
                <a:gd name="connsiteX9" fmla="*/ 1577 w 366702"/>
                <a:gd name="connsiteY9" fmla="*/ 167857 h 554475"/>
                <a:gd name="connsiteX10" fmla="*/ 96827 w 366702"/>
                <a:gd name="connsiteY10" fmla="*/ 399631 h 554475"/>
                <a:gd name="connsiteX0" fmla="*/ 96827 w 366702"/>
                <a:gd name="connsiteY0" fmla="*/ 399631 h 554475"/>
                <a:gd name="connsiteX1" fmla="*/ 117400 w 366702"/>
                <a:gd name="connsiteY1" fmla="*/ 511973 h 554475"/>
                <a:gd name="connsiteX2" fmla="*/ 239958 w 366702"/>
                <a:gd name="connsiteY2" fmla="*/ 552080 h 554475"/>
                <a:gd name="connsiteX3" fmla="*/ 260218 w 366702"/>
                <a:gd name="connsiteY3" fmla="*/ 417382 h 554475"/>
                <a:gd name="connsiteX4" fmla="*/ 306433 w 366702"/>
                <a:gd name="connsiteY4" fmla="*/ 433120 h 554475"/>
                <a:gd name="connsiteX5" fmla="*/ 335699 w 366702"/>
                <a:gd name="connsiteY5" fmla="*/ 383695 h 554475"/>
                <a:gd name="connsiteX6" fmla="*/ 366702 w 366702"/>
                <a:gd name="connsiteY6" fmla="*/ 256757 h 554475"/>
                <a:gd name="connsiteX7" fmla="*/ 322253 w 366702"/>
                <a:gd name="connsiteY7" fmla="*/ 82132 h 554475"/>
                <a:gd name="connsiteX8" fmla="*/ 146037 w 366702"/>
                <a:gd name="connsiteY8" fmla="*/ 1166 h 554475"/>
                <a:gd name="connsiteX9" fmla="*/ 1577 w 366702"/>
                <a:gd name="connsiteY9" fmla="*/ 167857 h 554475"/>
                <a:gd name="connsiteX10" fmla="*/ 96827 w 366702"/>
                <a:gd name="connsiteY10" fmla="*/ 399631 h 554475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35699 w 366702"/>
                <a:gd name="connsiteY5" fmla="*/ 383695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35699 w 366702"/>
                <a:gd name="connsiteY5" fmla="*/ 383695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35699 w 366702"/>
                <a:gd name="connsiteY5" fmla="*/ 383695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35699 w 366702"/>
                <a:gd name="connsiteY5" fmla="*/ 383695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42234 w 366702"/>
                <a:gd name="connsiteY5" fmla="*/ 350576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42234 w 366702"/>
                <a:gd name="connsiteY5" fmla="*/ 350576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42234 w 366702"/>
                <a:gd name="connsiteY5" fmla="*/ 350576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06433 w 366702"/>
                <a:gd name="connsiteY4" fmla="*/ 433120 h 523527"/>
                <a:gd name="connsiteX5" fmla="*/ 342234 w 366702"/>
                <a:gd name="connsiteY5" fmla="*/ 350576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0218 w 366702"/>
                <a:gd name="connsiteY3" fmla="*/ 417382 h 523527"/>
                <a:gd name="connsiteX4" fmla="*/ 316236 w 366702"/>
                <a:gd name="connsiteY4" fmla="*/ 430416 h 523527"/>
                <a:gd name="connsiteX5" fmla="*/ 342234 w 366702"/>
                <a:gd name="connsiteY5" fmla="*/ 350576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6100 w 366702"/>
                <a:gd name="connsiteY3" fmla="*/ 426845 h 523527"/>
                <a:gd name="connsiteX4" fmla="*/ 316236 w 366702"/>
                <a:gd name="connsiteY4" fmla="*/ 430416 h 523527"/>
                <a:gd name="connsiteX5" fmla="*/ 342234 w 366702"/>
                <a:gd name="connsiteY5" fmla="*/ 350576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6100 w 366702"/>
                <a:gd name="connsiteY3" fmla="*/ 426845 h 523527"/>
                <a:gd name="connsiteX4" fmla="*/ 316236 w 366702"/>
                <a:gd name="connsiteY4" fmla="*/ 430416 h 523527"/>
                <a:gd name="connsiteX5" fmla="*/ 342234 w 366702"/>
                <a:gd name="connsiteY5" fmla="*/ 333002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9205 w 366702"/>
                <a:gd name="connsiteY3" fmla="*/ 504982 h 523527"/>
                <a:gd name="connsiteX4" fmla="*/ 316236 w 366702"/>
                <a:gd name="connsiteY4" fmla="*/ 430416 h 523527"/>
                <a:gd name="connsiteX5" fmla="*/ 342234 w 366702"/>
                <a:gd name="connsiteY5" fmla="*/ 333002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9205 w 366702"/>
                <a:gd name="connsiteY3" fmla="*/ 504982 h 523527"/>
                <a:gd name="connsiteX4" fmla="*/ 333830 w 366702"/>
                <a:gd name="connsiteY4" fmla="*/ 481794 h 523527"/>
                <a:gd name="connsiteX5" fmla="*/ 342234 w 366702"/>
                <a:gd name="connsiteY5" fmla="*/ 333002 h 523527"/>
                <a:gd name="connsiteX6" fmla="*/ 366702 w 366702"/>
                <a:gd name="connsiteY6" fmla="*/ 256757 h 523527"/>
                <a:gd name="connsiteX7" fmla="*/ 322253 w 366702"/>
                <a:gd name="connsiteY7" fmla="*/ 82132 h 523527"/>
                <a:gd name="connsiteX8" fmla="*/ 146037 w 366702"/>
                <a:gd name="connsiteY8" fmla="*/ 1166 h 523527"/>
                <a:gd name="connsiteX9" fmla="*/ 1577 w 366702"/>
                <a:gd name="connsiteY9" fmla="*/ 167857 h 523527"/>
                <a:gd name="connsiteX10" fmla="*/ 96827 w 366702"/>
                <a:gd name="connsiteY10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9205 w 366702"/>
                <a:gd name="connsiteY3" fmla="*/ 504982 h 523527"/>
                <a:gd name="connsiteX4" fmla="*/ 333830 w 366702"/>
                <a:gd name="connsiteY4" fmla="*/ 481794 h 523527"/>
                <a:gd name="connsiteX5" fmla="*/ 345990 w 366702"/>
                <a:gd name="connsiteY5" fmla="*/ 375275 h 523527"/>
                <a:gd name="connsiteX6" fmla="*/ 342234 w 366702"/>
                <a:gd name="connsiteY6" fmla="*/ 333002 h 523527"/>
                <a:gd name="connsiteX7" fmla="*/ 366702 w 366702"/>
                <a:gd name="connsiteY7" fmla="*/ 256757 h 523527"/>
                <a:gd name="connsiteX8" fmla="*/ 322253 w 366702"/>
                <a:gd name="connsiteY8" fmla="*/ 82132 h 523527"/>
                <a:gd name="connsiteX9" fmla="*/ 146037 w 366702"/>
                <a:gd name="connsiteY9" fmla="*/ 1166 h 523527"/>
                <a:gd name="connsiteX10" fmla="*/ 1577 w 366702"/>
                <a:gd name="connsiteY10" fmla="*/ 167857 h 523527"/>
                <a:gd name="connsiteX11" fmla="*/ 96827 w 366702"/>
                <a:gd name="connsiteY11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9205 w 366702"/>
                <a:gd name="connsiteY3" fmla="*/ 504982 h 523527"/>
                <a:gd name="connsiteX4" fmla="*/ 333830 w 366702"/>
                <a:gd name="connsiteY4" fmla="*/ 481794 h 523527"/>
                <a:gd name="connsiteX5" fmla="*/ 337711 w 366702"/>
                <a:gd name="connsiteY5" fmla="*/ 425583 h 523527"/>
                <a:gd name="connsiteX6" fmla="*/ 342234 w 366702"/>
                <a:gd name="connsiteY6" fmla="*/ 333002 h 523527"/>
                <a:gd name="connsiteX7" fmla="*/ 366702 w 366702"/>
                <a:gd name="connsiteY7" fmla="*/ 256757 h 523527"/>
                <a:gd name="connsiteX8" fmla="*/ 322253 w 366702"/>
                <a:gd name="connsiteY8" fmla="*/ 82132 h 523527"/>
                <a:gd name="connsiteX9" fmla="*/ 146037 w 366702"/>
                <a:gd name="connsiteY9" fmla="*/ 1166 h 523527"/>
                <a:gd name="connsiteX10" fmla="*/ 1577 w 366702"/>
                <a:gd name="connsiteY10" fmla="*/ 167857 h 523527"/>
                <a:gd name="connsiteX11" fmla="*/ 96827 w 366702"/>
                <a:gd name="connsiteY11" fmla="*/ 399631 h 523527"/>
                <a:gd name="connsiteX0" fmla="*/ 96827 w 366702"/>
                <a:gd name="connsiteY0" fmla="*/ 399631 h 523527"/>
                <a:gd name="connsiteX1" fmla="*/ 117400 w 366702"/>
                <a:gd name="connsiteY1" fmla="*/ 511973 h 523527"/>
                <a:gd name="connsiteX2" fmla="*/ 246493 w 366702"/>
                <a:gd name="connsiteY2" fmla="*/ 512878 h 523527"/>
                <a:gd name="connsiteX3" fmla="*/ 269205 w 366702"/>
                <a:gd name="connsiteY3" fmla="*/ 504982 h 523527"/>
                <a:gd name="connsiteX4" fmla="*/ 333830 w 366702"/>
                <a:gd name="connsiteY4" fmla="*/ 481794 h 523527"/>
                <a:gd name="connsiteX5" fmla="*/ 337711 w 366702"/>
                <a:gd name="connsiteY5" fmla="*/ 425583 h 523527"/>
                <a:gd name="connsiteX6" fmla="*/ 349479 w 366702"/>
                <a:gd name="connsiteY6" fmla="*/ 396153 h 523527"/>
                <a:gd name="connsiteX7" fmla="*/ 366702 w 366702"/>
                <a:gd name="connsiteY7" fmla="*/ 256757 h 523527"/>
                <a:gd name="connsiteX8" fmla="*/ 322253 w 366702"/>
                <a:gd name="connsiteY8" fmla="*/ 82132 h 523527"/>
                <a:gd name="connsiteX9" fmla="*/ 146037 w 366702"/>
                <a:gd name="connsiteY9" fmla="*/ 1166 h 523527"/>
                <a:gd name="connsiteX10" fmla="*/ 1577 w 366702"/>
                <a:gd name="connsiteY10" fmla="*/ 167857 h 523527"/>
                <a:gd name="connsiteX11" fmla="*/ 96827 w 366702"/>
                <a:gd name="connsiteY11" fmla="*/ 399631 h 523527"/>
                <a:gd name="connsiteX0" fmla="*/ 96827 w 367303"/>
                <a:gd name="connsiteY0" fmla="*/ 399631 h 523527"/>
                <a:gd name="connsiteX1" fmla="*/ 117400 w 367303"/>
                <a:gd name="connsiteY1" fmla="*/ 511973 h 523527"/>
                <a:gd name="connsiteX2" fmla="*/ 246493 w 367303"/>
                <a:gd name="connsiteY2" fmla="*/ 512878 h 523527"/>
                <a:gd name="connsiteX3" fmla="*/ 269205 w 367303"/>
                <a:gd name="connsiteY3" fmla="*/ 504982 h 523527"/>
                <a:gd name="connsiteX4" fmla="*/ 333830 w 367303"/>
                <a:gd name="connsiteY4" fmla="*/ 481794 h 523527"/>
                <a:gd name="connsiteX5" fmla="*/ 337711 w 367303"/>
                <a:gd name="connsiteY5" fmla="*/ 425583 h 523527"/>
                <a:gd name="connsiteX6" fmla="*/ 349479 w 367303"/>
                <a:gd name="connsiteY6" fmla="*/ 396153 h 523527"/>
                <a:gd name="connsiteX7" fmla="*/ 348060 w 367303"/>
                <a:gd name="connsiteY7" fmla="*/ 400964 h 523527"/>
                <a:gd name="connsiteX8" fmla="*/ 366702 w 367303"/>
                <a:gd name="connsiteY8" fmla="*/ 256757 h 523527"/>
                <a:gd name="connsiteX9" fmla="*/ 322253 w 367303"/>
                <a:gd name="connsiteY9" fmla="*/ 82132 h 523527"/>
                <a:gd name="connsiteX10" fmla="*/ 146037 w 367303"/>
                <a:gd name="connsiteY10" fmla="*/ 1166 h 523527"/>
                <a:gd name="connsiteX11" fmla="*/ 1577 w 367303"/>
                <a:gd name="connsiteY11" fmla="*/ 167857 h 523527"/>
                <a:gd name="connsiteX12" fmla="*/ 96827 w 367303"/>
                <a:gd name="connsiteY12" fmla="*/ 399631 h 523527"/>
                <a:gd name="connsiteX0" fmla="*/ 96827 w 367193"/>
                <a:gd name="connsiteY0" fmla="*/ 399631 h 523527"/>
                <a:gd name="connsiteX1" fmla="*/ 117400 w 367193"/>
                <a:gd name="connsiteY1" fmla="*/ 511973 h 523527"/>
                <a:gd name="connsiteX2" fmla="*/ 246493 w 367193"/>
                <a:gd name="connsiteY2" fmla="*/ 512878 h 523527"/>
                <a:gd name="connsiteX3" fmla="*/ 269205 w 367193"/>
                <a:gd name="connsiteY3" fmla="*/ 504982 h 523527"/>
                <a:gd name="connsiteX4" fmla="*/ 333830 w 367193"/>
                <a:gd name="connsiteY4" fmla="*/ 481794 h 523527"/>
                <a:gd name="connsiteX5" fmla="*/ 337711 w 367193"/>
                <a:gd name="connsiteY5" fmla="*/ 425583 h 523527"/>
                <a:gd name="connsiteX6" fmla="*/ 349479 w 367193"/>
                <a:gd name="connsiteY6" fmla="*/ 396153 h 523527"/>
                <a:gd name="connsiteX7" fmla="*/ 342885 w 367193"/>
                <a:gd name="connsiteY7" fmla="*/ 400964 h 523527"/>
                <a:gd name="connsiteX8" fmla="*/ 366702 w 367193"/>
                <a:gd name="connsiteY8" fmla="*/ 256757 h 523527"/>
                <a:gd name="connsiteX9" fmla="*/ 322253 w 367193"/>
                <a:gd name="connsiteY9" fmla="*/ 82132 h 523527"/>
                <a:gd name="connsiteX10" fmla="*/ 146037 w 367193"/>
                <a:gd name="connsiteY10" fmla="*/ 1166 h 523527"/>
                <a:gd name="connsiteX11" fmla="*/ 1577 w 367193"/>
                <a:gd name="connsiteY11" fmla="*/ 167857 h 523527"/>
                <a:gd name="connsiteX12" fmla="*/ 96827 w 367193"/>
                <a:gd name="connsiteY12" fmla="*/ 399631 h 523527"/>
                <a:gd name="connsiteX0" fmla="*/ 96827 w 367193"/>
                <a:gd name="connsiteY0" fmla="*/ 399631 h 523527"/>
                <a:gd name="connsiteX1" fmla="*/ 117400 w 367193"/>
                <a:gd name="connsiteY1" fmla="*/ 511973 h 523527"/>
                <a:gd name="connsiteX2" fmla="*/ 246493 w 367193"/>
                <a:gd name="connsiteY2" fmla="*/ 512878 h 523527"/>
                <a:gd name="connsiteX3" fmla="*/ 269205 w 367193"/>
                <a:gd name="connsiteY3" fmla="*/ 504982 h 523527"/>
                <a:gd name="connsiteX4" fmla="*/ 333830 w 367193"/>
                <a:gd name="connsiteY4" fmla="*/ 481794 h 523527"/>
                <a:gd name="connsiteX5" fmla="*/ 337711 w 367193"/>
                <a:gd name="connsiteY5" fmla="*/ 425583 h 523527"/>
                <a:gd name="connsiteX6" fmla="*/ 349479 w 367193"/>
                <a:gd name="connsiteY6" fmla="*/ 365112 h 523527"/>
                <a:gd name="connsiteX7" fmla="*/ 342885 w 367193"/>
                <a:gd name="connsiteY7" fmla="*/ 400964 h 523527"/>
                <a:gd name="connsiteX8" fmla="*/ 366702 w 367193"/>
                <a:gd name="connsiteY8" fmla="*/ 256757 h 523527"/>
                <a:gd name="connsiteX9" fmla="*/ 322253 w 367193"/>
                <a:gd name="connsiteY9" fmla="*/ 82132 h 523527"/>
                <a:gd name="connsiteX10" fmla="*/ 146037 w 367193"/>
                <a:gd name="connsiteY10" fmla="*/ 1166 h 523527"/>
                <a:gd name="connsiteX11" fmla="*/ 1577 w 367193"/>
                <a:gd name="connsiteY11" fmla="*/ 167857 h 523527"/>
                <a:gd name="connsiteX12" fmla="*/ 96827 w 367193"/>
                <a:gd name="connsiteY12" fmla="*/ 399631 h 523527"/>
                <a:gd name="connsiteX0" fmla="*/ 96827 w 367254"/>
                <a:gd name="connsiteY0" fmla="*/ 399631 h 523527"/>
                <a:gd name="connsiteX1" fmla="*/ 117400 w 367254"/>
                <a:gd name="connsiteY1" fmla="*/ 511973 h 523527"/>
                <a:gd name="connsiteX2" fmla="*/ 246493 w 367254"/>
                <a:gd name="connsiteY2" fmla="*/ 512878 h 523527"/>
                <a:gd name="connsiteX3" fmla="*/ 269205 w 367254"/>
                <a:gd name="connsiteY3" fmla="*/ 504982 h 523527"/>
                <a:gd name="connsiteX4" fmla="*/ 333830 w 367254"/>
                <a:gd name="connsiteY4" fmla="*/ 481794 h 523527"/>
                <a:gd name="connsiteX5" fmla="*/ 337711 w 367254"/>
                <a:gd name="connsiteY5" fmla="*/ 425583 h 523527"/>
                <a:gd name="connsiteX6" fmla="*/ 349479 w 367254"/>
                <a:gd name="connsiteY6" fmla="*/ 365112 h 523527"/>
                <a:gd name="connsiteX7" fmla="*/ 345990 w 367254"/>
                <a:gd name="connsiteY7" fmla="*/ 400964 h 523527"/>
                <a:gd name="connsiteX8" fmla="*/ 366702 w 367254"/>
                <a:gd name="connsiteY8" fmla="*/ 256757 h 523527"/>
                <a:gd name="connsiteX9" fmla="*/ 322253 w 367254"/>
                <a:gd name="connsiteY9" fmla="*/ 82132 h 523527"/>
                <a:gd name="connsiteX10" fmla="*/ 146037 w 367254"/>
                <a:gd name="connsiteY10" fmla="*/ 1166 h 523527"/>
                <a:gd name="connsiteX11" fmla="*/ 1577 w 367254"/>
                <a:gd name="connsiteY11" fmla="*/ 167857 h 523527"/>
                <a:gd name="connsiteX12" fmla="*/ 96827 w 367254"/>
                <a:gd name="connsiteY12" fmla="*/ 399631 h 523527"/>
                <a:gd name="connsiteX0" fmla="*/ 96827 w 367254"/>
                <a:gd name="connsiteY0" fmla="*/ 399631 h 523527"/>
                <a:gd name="connsiteX1" fmla="*/ 117400 w 367254"/>
                <a:gd name="connsiteY1" fmla="*/ 511973 h 523527"/>
                <a:gd name="connsiteX2" fmla="*/ 246493 w 367254"/>
                <a:gd name="connsiteY2" fmla="*/ 512878 h 523527"/>
                <a:gd name="connsiteX3" fmla="*/ 269205 w 367254"/>
                <a:gd name="connsiteY3" fmla="*/ 504982 h 523527"/>
                <a:gd name="connsiteX4" fmla="*/ 333830 w 367254"/>
                <a:gd name="connsiteY4" fmla="*/ 481794 h 523527"/>
                <a:gd name="connsiteX5" fmla="*/ 337711 w 367254"/>
                <a:gd name="connsiteY5" fmla="*/ 425583 h 523527"/>
                <a:gd name="connsiteX6" fmla="*/ 349479 w 367254"/>
                <a:gd name="connsiteY6" fmla="*/ 365112 h 523527"/>
                <a:gd name="connsiteX7" fmla="*/ 345990 w 367254"/>
                <a:gd name="connsiteY7" fmla="*/ 400964 h 523527"/>
                <a:gd name="connsiteX8" fmla="*/ 366702 w 367254"/>
                <a:gd name="connsiteY8" fmla="*/ 256757 h 523527"/>
                <a:gd name="connsiteX9" fmla="*/ 322253 w 367254"/>
                <a:gd name="connsiteY9" fmla="*/ 82132 h 523527"/>
                <a:gd name="connsiteX10" fmla="*/ 146037 w 367254"/>
                <a:gd name="connsiteY10" fmla="*/ 1166 h 523527"/>
                <a:gd name="connsiteX11" fmla="*/ 1577 w 367254"/>
                <a:gd name="connsiteY11" fmla="*/ 167857 h 523527"/>
                <a:gd name="connsiteX12" fmla="*/ 96827 w 367254"/>
                <a:gd name="connsiteY12" fmla="*/ 399631 h 523527"/>
                <a:gd name="connsiteX0" fmla="*/ 96827 w 367254"/>
                <a:gd name="connsiteY0" fmla="*/ 399631 h 523527"/>
                <a:gd name="connsiteX1" fmla="*/ 117400 w 367254"/>
                <a:gd name="connsiteY1" fmla="*/ 511973 h 523527"/>
                <a:gd name="connsiteX2" fmla="*/ 246493 w 367254"/>
                <a:gd name="connsiteY2" fmla="*/ 512878 h 523527"/>
                <a:gd name="connsiteX3" fmla="*/ 269205 w 367254"/>
                <a:gd name="connsiteY3" fmla="*/ 504982 h 523527"/>
                <a:gd name="connsiteX4" fmla="*/ 333830 w 367254"/>
                <a:gd name="connsiteY4" fmla="*/ 481794 h 523527"/>
                <a:gd name="connsiteX5" fmla="*/ 337711 w 367254"/>
                <a:gd name="connsiteY5" fmla="*/ 425583 h 523527"/>
                <a:gd name="connsiteX6" fmla="*/ 349479 w 367254"/>
                <a:gd name="connsiteY6" fmla="*/ 365112 h 523527"/>
                <a:gd name="connsiteX7" fmla="*/ 345990 w 367254"/>
                <a:gd name="connsiteY7" fmla="*/ 400964 h 523527"/>
                <a:gd name="connsiteX8" fmla="*/ 366702 w 367254"/>
                <a:gd name="connsiteY8" fmla="*/ 256757 h 523527"/>
                <a:gd name="connsiteX9" fmla="*/ 322253 w 367254"/>
                <a:gd name="connsiteY9" fmla="*/ 82132 h 523527"/>
                <a:gd name="connsiteX10" fmla="*/ 146037 w 367254"/>
                <a:gd name="connsiteY10" fmla="*/ 1166 h 523527"/>
                <a:gd name="connsiteX11" fmla="*/ 1577 w 367254"/>
                <a:gd name="connsiteY11" fmla="*/ 167857 h 523527"/>
                <a:gd name="connsiteX12" fmla="*/ 96827 w 367254"/>
                <a:gd name="connsiteY12" fmla="*/ 399631 h 523527"/>
                <a:gd name="connsiteX0" fmla="*/ 96827 w 367254"/>
                <a:gd name="connsiteY0" fmla="*/ 399631 h 556881"/>
                <a:gd name="connsiteX1" fmla="*/ 117400 w 367254"/>
                <a:gd name="connsiteY1" fmla="*/ 511973 h 556881"/>
                <a:gd name="connsiteX2" fmla="*/ 223724 w 367254"/>
                <a:gd name="connsiteY2" fmla="*/ 554623 h 556881"/>
                <a:gd name="connsiteX3" fmla="*/ 269205 w 367254"/>
                <a:gd name="connsiteY3" fmla="*/ 504982 h 556881"/>
                <a:gd name="connsiteX4" fmla="*/ 333830 w 367254"/>
                <a:gd name="connsiteY4" fmla="*/ 481794 h 556881"/>
                <a:gd name="connsiteX5" fmla="*/ 337711 w 367254"/>
                <a:gd name="connsiteY5" fmla="*/ 425583 h 556881"/>
                <a:gd name="connsiteX6" fmla="*/ 349479 w 367254"/>
                <a:gd name="connsiteY6" fmla="*/ 365112 h 556881"/>
                <a:gd name="connsiteX7" fmla="*/ 345990 w 367254"/>
                <a:gd name="connsiteY7" fmla="*/ 400964 h 556881"/>
                <a:gd name="connsiteX8" fmla="*/ 366702 w 367254"/>
                <a:gd name="connsiteY8" fmla="*/ 256757 h 556881"/>
                <a:gd name="connsiteX9" fmla="*/ 322253 w 367254"/>
                <a:gd name="connsiteY9" fmla="*/ 82132 h 556881"/>
                <a:gd name="connsiteX10" fmla="*/ 146037 w 367254"/>
                <a:gd name="connsiteY10" fmla="*/ 1166 h 556881"/>
                <a:gd name="connsiteX11" fmla="*/ 1577 w 367254"/>
                <a:gd name="connsiteY11" fmla="*/ 167857 h 556881"/>
                <a:gd name="connsiteX12" fmla="*/ 96827 w 367254"/>
                <a:gd name="connsiteY12" fmla="*/ 399631 h 556881"/>
                <a:gd name="connsiteX0" fmla="*/ 96827 w 367254"/>
                <a:gd name="connsiteY0" fmla="*/ 399631 h 556881"/>
                <a:gd name="connsiteX1" fmla="*/ 117400 w 367254"/>
                <a:gd name="connsiteY1" fmla="*/ 511973 h 556881"/>
                <a:gd name="connsiteX2" fmla="*/ 223724 w 367254"/>
                <a:gd name="connsiteY2" fmla="*/ 554623 h 556881"/>
                <a:gd name="connsiteX3" fmla="*/ 269205 w 367254"/>
                <a:gd name="connsiteY3" fmla="*/ 504982 h 556881"/>
                <a:gd name="connsiteX4" fmla="*/ 333830 w 367254"/>
                <a:gd name="connsiteY4" fmla="*/ 481794 h 556881"/>
                <a:gd name="connsiteX5" fmla="*/ 337711 w 367254"/>
                <a:gd name="connsiteY5" fmla="*/ 425583 h 556881"/>
                <a:gd name="connsiteX6" fmla="*/ 349479 w 367254"/>
                <a:gd name="connsiteY6" fmla="*/ 365112 h 556881"/>
                <a:gd name="connsiteX7" fmla="*/ 345990 w 367254"/>
                <a:gd name="connsiteY7" fmla="*/ 400964 h 556881"/>
                <a:gd name="connsiteX8" fmla="*/ 366702 w 367254"/>
                <a:gd name="connsiteY8" fmla="*/ 256757 h 556881"/>
                <a:gd name="connsiteX9" fmla="*/ 322253 w 367254"/>
                <a:gd name="connsiteY9" fmla="*/ 82132 h 556881"/>
                <a:gd name="connsiteX10" fmla="*/ 146037 w 367254"/>
                <a:gd name="connsiteY10" fmla="*/ 1166 h 556881"/>
                <a:gd name="connsiteX11" fmla="*/ 1577 w 367254"/>
                <a:gd name="connsiteY11" fmla="*/ 167857 h 556881"/>
                <a:gd name="connsiteX12" fmla="*/ 96827 w 367254"/>
                <a:gd name="connsiteY12" fmla="*/ 399631 h 556881"/>
                <a:gd name="connsiteX0" fmla="*/ 96827 w 367254"/>
                <a:gd name="connsiteY0" fmla="*/ 399631 h 556881"/>
                <a:gd name="connsiteX1" fmla="*/ 117400 w 367254"/>
                <a:gd name="connsiteY1" fmla="*/ 511973 h 556881"/>
                <a:gd name="connsiteX2" fmla="*/ 223724 w 367254"/>
                <a:gd name="connsiteY2" fmla="*/ 554623 h 556881"/>
                <a:gd name="connsiteX3" fmla="*/ 269205 w 367254"/>
                <a:gd name="connsiteY3" fmla="*/ 504982 h 556881"/>
                <a:gd name="connsiteX4" fmla="*/ 333830 w 367254"/>
                <a:gd name="connsiteY4" fmla="*/ 481794 h 556881"/>
                <a:gd name="connsiteX5" fmla="*/ 337711 w 367254"/>
                <a:gd name="connsiteY5" fmla="*/ 425583 h 556881"/>
                <a:gd name="connsiteX6" fmla="*/ 349479 w 367254"/>
                <a:gd name="connsiteY6" fmla="*/ 365112 h 556881"/>
                <a:gd name="connsiteX7" fmla="*/ 345990 w 367254"/>
                <a:gd name="connsiteY7" fmla="*/ 400964 h 556881"/>
                <a:gd name="connsiteX8" fmla="*/ 366702 w 367254"/>
                <a:gd name="connsiteY8" fmla="*/ 256757 h 556881"/>
                <a:gd name="connsiteX9" fmla="*/ 322253 w 367254"/>
                <a:gd name="connsiteY9" fmla="*/ 82132 h 556881"/>
                <a:gd name="connsiteX10" fmla="*/ 146037 w 367254"/>
                <a:gd name="connsiteY10" fmla="*/ 1166 h 556881"/>
                <a:gd name="connsiteX11" fmla="*/ 1577 w 367254"/>
                <a:gd name="connsiteY11" fmla="*/ 167857 h 556881"/>
                <a:gd name="connsiteX12" fmla="*/ 96827 w 367254"/>
                <a:gd name="connsiteY12" fmla="*/ 399631 h 556881"/>
                <a:gd name="connsiteX0" fmla="*/ 96827 w 367254"/>
                <a:gd name="connsiteY0" fmla="*/ 399631 h 554623"/>
                <a:gd name="connsiteX1" fmla="*/ 117400 w 367254"/>
                <a:gd name="connsiteY1" fmla="*/ 511973 h 554623"/>
                <a:gd name="connsiteX2" fmla="*/ 223724 w 367254"/>
                <a:gd name="connsiteY2" fmla="*/ 554623 h 554623"/>
                <a:gd name="connsiteX3" fmla="*/ 269205 w 367254"/>
                <a:gd name="connsiteY3" fmla="*/ 504982 h 554623"/>
                <a:gd name="connsiteX4" fmla="*/ 333830 w 367254"/>
                <a:gd name="connsiteY4" fmla="*/ 481794 h 554623"/>
                <a:gd name="connsiteX5" fmla="*/ 337711 w 367254"/>
                <a:gd name="connsiteY5" fmla="*/ 425583 h 554623"/>
                <a:gd name="connsiteX6" fmla="*/ 349479 w 367254"/>
                <a:gd name="connsiteY6" fmla="*/ 365112 h 554623"/>
                <a:gd name="connsiteX7" fmla="*/ 345990 w 367254"/>
                <a:gd name="connsiteY7" fmla="*/ 400964 h 554623"/>
                <a:gd name="connsiteX8" fmla="*/ 366702 w 367254"/>
                <a:gd name="connsiteY8" fmla="*/ 256757 h 554623"/>
                <a:gd name="connsiteX9" fmla="*/ 322253 w 367254"/>
                <a:gd name="connsiteY9" fmla="*/ 82132 h 554623"/>
                <a:gd name="connsiteX10" fmla="*/ 146037 w 367254"/>
                <a:gd name="connsiteY10" fmla="*/ 1166 h 554623"/>
                <a:gd name="connsiteX11" fmla="*/ 1577 w 367254"/>
                <a:gd name="connsiteY11" fmla="*/ 167857 h 554623"/>
                <a:gd name="connsiteX12" fmla="*/ 96827 w 367254"/>
                <a:gd name="connsiteY12" fmla="*/ 399631 h 554623"/>
                <a:gd name="connsiteX0" fmla="*/ 96619 w 367046"/>
                <a:gd name="connsiteY0" fmla="*/ 399631 h 554623"/>
                <a:gd name="connsiteX1" fmla="*/ 23013 w 367046"/>
                <a:gd name="connsiteY1" fmla="*/ 472369 h 554623"/>
                <a:gd name="connsiteX2" fmla="*/ 223516 w 367046"/>
                <a:gd name="connsiteY2" fmla="*/ 554623 h 554623"/>
                <a:gd name="connsiteX3" fmla="*/ 268997 w 367046"/>
                <a:gd name="connsiteY3" fmla="*/ 504982 h 554623"/>
                <a:gd name="connsiteX4" fmla="*/ 333622 w 367046"/>
                <a:gd name="connsiteY4" fmla="*/ 481794 h 554623"/>
                <a:gd name="connsiteX5" fmla="*/ 337503 w 367046"/>
                <a:gd name="connsiteY5" fmla="*/ 425583 h 554623"/>
                <a:gd name="connsiteX6" fmla="*/ 349271 w 367046"/>
                <a:gd name="connsiteY6" fmla="*/ 365112 h 554623"/>
                <a:gd name="connsiteX7" fmla="*/ 345782 w 367046"/>
                <a:gd name="connsiteY7" fmla="*/ 400964 h 554623"/>
                <a:gd name="connsiteX8" fmla="*/ 366494 w 367046"/>
                <a:gd name="connsiteY8" fmla="*/ 256757 h 554623"/>
                <a:gd name="connsiteX9" fmla="*/ 322045 w 367046"/>
                <a:gd name="connsiteY9" fmla="*/ 82132 h 554623"/>
                <a:gd name="connsiteX10" fmla="*/ 145829 w 367046"/>
                <a:gd name="connsiteY10" fmla="*/ 1166 h 554623"/>
                <a:gd name="connsiteX11" fmla="*/ 1369 w 367046"/>
                <a:gd name="connsiteY11" fmla="*/ 167857 h 554623"/>
                <a:gd name="connsiteX12" fmla="*/ 96619 w 367046"/>
                <a:gd name="connsiteY12" fmla="*/ 399631 h 554623"/>
                <a:gd name="connsiteX0" fmla="*/ 46614 w 368788"/>
                <a:gd name="connsiteY0" fmla="*/ 449938 h 554623"/>
                <a:gd name="connsiteX1" fmla="*/ 24755 w 368788"/>
                <a:gd name="connsiteY1" fmla="*/ 472369 h 554623"/>
                <a:gd name="connsiteX2" fmla="*/ 225258 w 368788"/>
                <a:gd name="connsiteY2" fmla="*/ 554623 h 554623"/>
                <a:gd name="connsiteX3" fmla="*/ 270739 w 368788"/>
                <a:gd name="connsiteY3" fmla="*/ 504982 h 554623"/>
                <a:gd name="connsiteX4" fmla="*/ 335364 w 368788"/>
                <a:gd name="connsiteY4" fmla="*/ 481794 h 554623"/>
                <a:gd name="connsiteX5" fmla="*/ 339245 w 368788"/>
                <a:gd name="connsiteY5" fmla="*/ 425583 h 554623"/>
                <a:gd name="connsiteX6" fmla="*/ 351013 w 368788"/>
                <a:gd name="connsiteY6" fmla="*/ 365112 h 554623"/>
                <a:gd name="connsiteX7" fmla="*/ 347524 w 368788"/>
                <a:gd name="connsiteY7" fmla="*/ 400964 h 554623"/>
                <a:gd name="connsiteX8" fmla="*/ 368236 w 368788"/>
                <a:gd name="connsiteY8" fmla="*/ 256757 h 554623"/>
                <a:gd name="connsiteX9" fmla="*/ 323787 w 368788"/>
                <a:gd name="connsiteY9" fmla="*/ 82132 h 554623"/>
                <a:gd name="connsiteX10" fmla="*/ 147571 w 368788"/>
                <a:gd name="connsiteY10" fmla="*/ 1166 h 554623"/>
                <a:gd name="connsiteX11" fmla="*/ 3111 w 368788"/>
                <a:gd name="connsiteY11" fmla="*/ 167857 h 554623"/>
                <a:gd name="connsiteX12" fmla="*/ 46614 w 368788"/>
                <a:gd name="connsiteY12" fmla="*/ 449938 h 554623"/>
                <a:gd name="connsiteX0" fmla="*/ 46292 w 368466"/>
                <a:gd name="connsiteY0" fmla="*/ 449938 h 554623"/>
                <a:gd name="connsiteX1" fmla="*/ 24433 w 368466"/>
                <a:gd name="connsiteY1" fmla="*/ 472369 h 554623"/>
                <a:gd name="connsiteX2" fmla="*/ 224936 w 368466"/>
                <a:gd name="connsiteY2" fmla="*/ 554623 h 554623"/>
                <a:gd name="connsiteX3" fmla="*/ 270417 w 368466"/>
                <a:gd name="connsiteY3" fmla="*/ 504982 h 554623"/>
                <a:gd name="connsiteX4" fmla="*/ 335042 w 368466"/>
                <a:gd name="connsiteY4" fmla="*/ 481794 h 554623"/>
                <a:gd name="connsiteX5" fmla="*/ 338923 w 368466"/>
                <a:gd name="connsiteY5" fmla="*/ 425583 h 554623"/>
                <a:gd name="connsiteX6" fmla="*/ 350691 w 368466"/>
                <a:gd name="connsiteY6" fmla="*/ 365112 h 554623"/>
                <a:gd name="connsiteX7" fmla="*/ 347202 w 368466"/>
                <a:gd name="connsiteY7" fmla="*/ 400964 h 554623"/>
                <a:gd name="connsiteX8" fmla="*/ 367914 w 368466"/>
                <a:gd name="connsiteY8" fmla="*/ 256757 h 554623"/>
                <a:gd name="connsiteX9" fmla="*/ 323465 w 368466"/>
                <a:gd name="connsiteY9" fmla="*/ 82132 h 554623"/>
                <a:gd name="connsiteX10" fmla="*/ 147249 w 368466"/>
                <a:gd name="connsiteY10" fmla="*/ 1166 h 554623"/>
                <a:gd name="connsiteX11" fmla="*/ 2789 w 368466"/>
                <a:gd name="connsiteY11" fmla="*/ 167857 h 554623"/>
                <a:gd name="connsiteX12" fmla="*/ 46292 w 368466"/>
                <a:gd name="connsiteY12" fmla="*/ 449938 h 554623"/>
                <a:gd name="connsiteX0" fmla="*/ 46292 w 368466"/>
                <a:gd name="connsiteY0" fmla="*/ 449938 h 554623"/>
                <a:gd name="connsiteX1" fmla="*/ 24433 w 368466"/>
                <a:gd name="connsiteY1" fmla="*/ 472369 h 554623"/>
                <a:gd name="connsiteX2" fmla="*/ 224936 w 368466"/>
                <a:gd name="connsiteY2" fmla="*/ 554623 h 554623"/>
                <a:gd name="connsiteX3" fmla="*/ 270417 w 368466"/>
                <a:gd name="connsiteY3" fmla="*/ 504982 h 554623"/>
                <a:gd name="connsiteX4" fmla="*/ 335042 w 368466"/>
                <a:gd name="connsiteY4" fmla="*/ 481794 h 554623"/>
                <a:gd name="connsiteX5" fmla="*/ 338923 w 368466"/>
                <a:gd name="connsiteY5" fmla="*/ 425583 h 554623"/>
                <a:gd name="connsiteX6" fmla="*/ 350691 w 368466"/>
                <a:gd name="connsiteY6" fmla="*/ 365112 h 554623"/>
                <a:gd name="connsiteX7" fmla="*/ 347202 w 368466"/>
                <a:gd name="connsiteY7" fmla="*/ 400964 h 554623"/>
                <a:gd name="connsiteX8" fmla="*/ 367914 w 368466"/>
                <a:gd name="connsiteY8" fmla="*/ 256757 h 554623"/>
                <a:gd name="connsiteX9" fmla="*/ 323465 w 368466"/>
                <a:gd name="connsiteY9" fmla="*/ 82132 h 554623"/>
                <a:gd name="connsiteX10" fmla="*/ 147249 w 368466"/>
                <a:gd name="connsiteY10" fmla="*/ 1166 h 554623"/>
                <a:gd name="connsiteX11" fmla="*/ 2789 w 368466"/>
                <a:gd name="connsiteY11" fmla="*/ 167857 h 554623"/>
                <a:gd name="connsiteX12" fmla="*/ 46292 w 368466"/>
                <a:gd name="connsiteY12" fmla="*/ 449938 h 554623"/>
                <a:gd name="connsiteX0" fmla="*/ 46292 w 368466"/>
                <a:gd name="connsiteY0" fmla="*/ 449938 h 554623"/>
                <a:gd name="connsiteX1" fmla="*/ 24433 w 368466"/>
                <a:gd name="connsiteY1" fmla="*/ 472369 h 554623"/>
                <a:gd name="connsiteX2" fmla="*/ 224936 w 368466"/>
                <a:gd name="connsiteY2" fmla="*/ 554623 h 554623"/>
                <a:gd name="connsiteX3" fmla="*/ 270417 w 368466"/>
                <a:gd name="connsiteY3" fmla="*/ 504982 h 554623"/>
                <a:gd name="connsiteX4" fmla="*/ 335042 w 368466"/>
                <a:gd name="connsiteY4" fmla="*/ 481794 h 554623"/>
                <a:gd name="connsiteX5" fmla="*/ 338923 w 368466"/>
                <a:gd name="connsiteY5" fmla="*/ 425583 h 554623"/>
                <a:gd name="connsiteX6" fmla="*/ 350691 w 368466"/>
                <a:gd name="connsiteY6" fmla="*/ 365112 h 554623"/>
                <a:gd name="connsiteX7" fmla="*/ 347202 w 368466"/>
                <a:gd name="connsiteY7" fmla="*/ 400964 h 554623"/>
                <a:gd name="connsiteX8" fmla="*/ 367914 w 368466"/>
                <a:gd name="connsiteY8" fmla="*/ 256757 h 554623"/>
                <a:gd name="connsiteX9" fmla="*/ 323465 w 368466"/>
                <a:gd name="connsiteY9" fmla="*/ 82132 h 554623"/>
                <a:gd name="connsiteX10" fmla="*/ 147249 w 368466"/>
                <a:gd name="connsiteY10" fmla="*/ 1166 h 554623"/>
                <a:gd name="connsiteX11" fmla="*/ 2789 w 368466"/>
                <a:gd name="connsiteY11" fmla="*/ 167857 h 554623"/>
                <a:gd name="connsiteX12" fmla="*/ 46292 w 368466"/>
                <a:gd name="connsiteY12" fmla="*/ 449938 h 554623"/>
                <a:gd name="connsiteX0" fmla="*/ 94096 w 416270"/>
                <a:gd name="connsiteY0" fmla="*/ 461568 h 566253"/>
                <a:gd name="connsiteX1" fmla="*/ 72237 w 416270"/>
                <a:gd name="connsiteY1" fmla="*/ 483999 h 566253"/>
                <a:gd name="connsiteX2" fmla="*/ 272740 w 416270"/>
                <a:gd name="connsiteY2" fmla="*/ 566253 h 566253"/>
                <a:gd name="connsiteX3" fmla="*/ 318221 w 416270"/>
                <a:gd name="connsiteY3" fmla="*/ 516612 h 566253"/>
                <a:gd name="connsiteX4" fmla="*/ 382846 w 416270"/>
                <a:gd name="connsiteY4" fmla="*/ 493424 h 566253"/>
                <a:gd name="connsiteX5" fmla="*/ 386727 w 416270"/>
                <a:gd name="connsiteY5" fmla="*/ 437213 h 566253"/>
                <a:gd name="connsiteX6" fmla="*/ 398495 w 416270"/>
                <a:gd name="connsiteY6" fmla="*/ 376742 h 566253"/>
                <a:gd name="connsiteX7" fmla="*/ 395006 w 416270"/>
                <a:gd name="connsiteY7" fmla="*/ 412594 h 566253"/>
                <a:gd name="connsiteX8" fmla="*/ 415718 w 416270"/>
                <a:gd name="connsiteY8" fmla="*/ 268387 h 566253"/>
                <a:gd name="connsiteX9" fmla="*/ 371269 w 416270"/>
                <a:gd name="connsiteY9" fmla="*/ 93762 h 566253"/>
                <a:gd name="connsiteX10" fmla="*/ 195053 w 416270"/>
                <a:gd name="connsiteY10" fmla="*/ 12796 h 566253"/>
                <a:gd name="connsiteX11" fmla="*/ 1950 w 416270"/>
                <a:gd name="connsiteY11" fmla="*/ 365731 h 566253"/>
                <a:gd name="connsiteX12" fmla="*/ 94096 w 416270"/>
                <a:gd name="connsiteY12" fmla="*/ 461568 h 566253"/>
                <a:gd name="connsiteX0" fmla="*/ 93854 w 416028"/>
                <a:gd name="connsiteY0" fmla="*/ 461568 h 566253"/>
                <a:gd name="connsiteX1" fmla="*/ 71995 w 416028"/>
                <a:gd name="connsiteY1" fmla="*/ 483999 h 566253"/>
                <a:gd name="connsiteX2" fmla="*/ 272498 w 416028"/>
                <a:gd name="connsiteY2" fmla="*/ 566253 h 566253"/>
                <a:gd name="connsiteX3" fmla="*/ 317979 w 416028"/>
                <a:gd name="connsiteY3" fmla="*/ 516612 h 566253"/>
                <a:gd name="connsiteX4" fmla="*/ 382604 w 416028"/>
                <a:gd name="connsiteY4" fmla="*/ 493424 h 566253"/>
                <a:gd name="connsiteX5" fmla="*/ 386485 w 416028"/>
                <a:gd name="connsiteY5" fmla="*/ 437213 h 566253"/>
                <a:gd name="connsiteX6" fmla="*/ 398253 w 416028"/>
                <a:gd name="connsiteY6" fmla="*/ 376742 h 566253"/>
                <a:gd name="connsiteX7" fmla="*/ 394764 w 416028"/>
                <a:gd name="connsiteY7" fmla="*/ 412594 h 566253"/>
                <a:gd name="connsiteX8" fmla="*/ 415476 w 416028"/>
                <a:gd name="connsiteY8" fmla="*/ 268387 h 566253"/>
                <a:gd name="connsiteX9" fmla="*/ 371027 w 416028"/>
                <a:gd name="connsiteY9" fmla="*/ 93762 h 566253"/>
                <a:gd name="connsiteX10" fmla="*/ 194811 w 416028"/>
                <a:gd name="connsiteY10" fmla="*/ 12796 h 566253"/>
                <a:gd name="connsiteX11" fmla="*/ 1708 w 416028"/>
                <a:gd name="connsiteY11" fmla="*/ 365731 h 566253"/>
                <a:gd name="connsiteX12" fmla="*/ 93854 w 416028"/>
                <a:gd name="connsiteY12" fmla="*/ 461568 h 566253"/>
                <a:gd name="connsiteX0" fmla="*/ 120590 w 442764"/>
                <a:gd name="connsiteY0" fmla="*/ 367888 h 472573"/>
                <a:gd name="connsiteX1" fmla="*/ 98731 w 442764"/>
                <a:gd name="connsiteY1" fmla="*/ 390319 h 472573"/>
                <a:gd name="connsiteX2" fmla="*/ 299234 w 442764"/>
                <a:gd name="connsiteY2" fmla="*/ 472573 h 472573"/>
                <a:gd name="connsiteX3" fmla="*/ 344715 w 442764"/>
                <a:gd name="connsiteY3" fmla="*/ 422932 h 472573"/>
                <a:gd name="connsiteX4" fmla="*/ 409340 w 442764"/>
                <a:gd name="connsiteY4" fmla="*/ 399744 h 472573"/>
                <a:gd name="connsiteX5" fmla="*/ 413221 w 442764"/>
                <a:gd name="connsiteY5" fmla="*/ 343533 h 472573"/>
                <a:gd name="connsiteX6" fmla="*/ 424989 w 442764"/>
                <a:gd name="connsiteY6" fmla="*/ 283062 h 472573"/>
                <a:gd name="connsiteX7" fmla="*/ 421500 w 442764"/>
                <a:gd name="connsiteY7" fmla="*/ 318914 h 472573"/>
                <a:gd name="connsiteX8" fmla="*/ 442212 w 442764"/>
                <a:gd name="connsiteY8" fmla="*/ 174707 h 472573"/>
                <a:gd name="connsiteX9" fmla="*/ 397763 w 442764"/>
                <a:gd name="connsiteY9" fmla="*/ 82 h 472573"/>
                <a:gd name="connsiteX10" fmla="*/ 32153 w 442764"/>
                <a:gd name="connsiteY10" fmla="*/ 153527 h 472573"/>
                <a:gd name="connsiteX11" fmla="*/ 28444 w 442764"/>
                <a:gd name="connsiteY11" fmla="*/ 272051 h 472573"/>
                <a:gd name="connsiteX12" fmla="*/ 120590 w 442764"/>
                <a:gd name="connsiteY12" fmla="*/ 367888 h 472573"/>
                <a:gd name="connsiteX0" fmla="*/ 99496 w 421670"/>
                <a:gd name="connsiteY0" fmla="*/ 367922 h 472607"/>
                <a:gd name="connsiteX1" fmla="*/ 77637 w 421670"/>
                <a:gd name="connsiteY1" fmla="*/ 390353 h 472607"/>
                <a:gd name="connsiteX2" fmla="*/ 278140 w 421670"/>
                <a:gd name="connsiteY2" fmla="*/ 472607 h 472607"/>
                <a:gd name="connsiteX3" fmla="*/ 323621 w 421670"/>
                <a:gd name="connsiteY3" fmla="*/ 422966 h 472607"/>
                <a:gd name="connsiteX4" fmla="*/ 388246 w 421670"/>
                <a:gd name="connsiteY4" fmla="*/ 399778 h 472607"/>
                <a:gd name="connsiteX5" fmla="*/ 392127 w 421670"/>
                <a:gd name="connsiteY5" fmla="*/ 343567 h 472607"/>
                <a:gd name="connsiteX6" fmla="*/ 403895 w 421670"/>
                <a:gd name="connsiteY6" fmla="*/ 283096 h 472607"/>
                <a:gd name="connsiteX7" fmla="*/ 400406 w 421670"/>
                <a:gd name="connsiteY7" fmla="*/ 318948 h 472607"/>
                <a:gd name="connsiteX8" fmla="*/ 421118 w 421670"/>
                <a:gd name="connsiteY8" fmla="*/ 174741 h 472607"/>
                <a:gd name="connsiteX9" fmla="*/ 376669 w 421670"/>
                <a:gd name="connsiteY9" fmla="*/ 116 h 472607"/>
                <a:gd name="connsiteX10" fmla="*/ 11059 w 421670"/>
                <a:gd name="connsiteY10" fmla="*/ 153561 h 472607"/>
                <a:gd name="connsiteX11" fmla="*/ 7350 w 421670"/>
                <a:gd name="connsiteY11" fmla="*/ 272085 h 472607"/>
                <a:gd name="connsiteX12" fmla="*/ 99496 w 421670"/>
                <a:gd name="connsiteY12" fmla="*/ 367922 h 472607"/>
                <a:gd name="connsiteX0" fmla="*/ 98998 w 421172"/>
                <a:gd name="connsiteY0" fmla="*/ 367898 h 472583"/>
                <a:gd name="connsiteX1" fmla="*/ 77139 w 421172"/>
                <a:gd name="connsiteY1" fmla="*/ 390329 h 472583"/>
                <a:gd name="connsiteX2" fmla="*/ 277642 w 421172"/>
                <a:gd name="connsiteY2" fmla="*/ 472583 h 472583"/>
                <a:gd name="connsiteX3" fmla="*/ 323123 w 421172"/>
                <a:gd name="connsiteY3" fmla="*/ 422942 h 472583"/>
                <a:gd name="connsiteX4" fmla="*/ 387748 w 421172"/>
                <a:gd name="connsiteY4" fmla="*/ 399754 h 472583"/>
                <a:gd name="connsiteX5" fmla="*/ 391629 w 421172"/>
                <a:gd name="connsiteY5" fmla="*/ 343543 h 472583"/>
                <a:gd name="connsiteX6" fmla="*/ 403397 w 421172"/>
                <a:gd name="connsiteY6" fmla="*/ 283072 h 472583"/>
                <a:gd name="connsiteX7" fmla="*/ 399908 w 421172"/>
                <a:gd name="connsiteY7" fmla="*/ 318924 h 472583"/>
                <a:gd name="connsiteX8" fmla="*/ 420620 w 421172"/>
                <a:gd name="connsiteY8" fmla="*/ 174717 h 472583"/>
                <a:gd name="connsiteX9" fmla="*/ 376171 w 421172"/>
                <a:gd name="connsiteY9" fmla="*/ 92 h 472583"/>
                <a:gd name="connsiteX10" fmla="*/ 10561 w 421172"/>
                <a:gd name="connsiteY10" fmla="*/ 153537 h 472583"/>
                <a:gd name="connsiteX11" fmla="*/ 6852 w 421172"/>
                <a:gd name="connsiteY11" fmla="*/ 272061 h 472583"/>
                <a:gd name="connsiteX12" fmla="*/ 98998 w 421172"/>
                <a:gd name="connsiteY12" fmla="*/ 367898 h 472583"/>
                <a:gd name="connsiteX0" fmla="*/ 110165 w 432339"/>
                <a:gd name="connsiteY0" fmla="*/ 377225 h 481910"/>
                <a:gd name="connsiteX1" fmla="*/ 88306 w 432339"/>
                <a:gd name="connsiteY1" fmla="*/ 399656 h 481910"/>
                <a:gd name="connsiteX2" fmla="*/ 288809 w 432339"/>
                <a:gd name="connsiteY2" fmla="*/ 481910 h 481910"/>
                <a:gd name="connsiteX3" fmla="*/ 334290 w 432339"/>
                <a:gd name="connsiteY3" fmla="*/ 432269 h 481910"/>
                <a:gd name="connsiteX4" fmla="*/ 398915 w 432339"/>
                <a:gd name="connsiteY4" fmla="*/ 409081 h 481910"/>
                <a:gd name="connsiteX5" fmla="*/ 402796 w 432339"/>
                <a:gd name="connsiteY5" fmla="*/ 352870 h 481910"/>
                <a:gd name="connsiteX6" fmla="*/ 414564 w 432339"/>
                <a:gd name="connsiteY6" fmla="*/ 292399 h 481910"/>
                <a:gd name="connsiteX7" fmla="*/ 411075 w 432339"/>
                <a:gd name="connsiteY7" fmla="*/ 328251 h 481910"/>
                <a:gd name="connsiteX8" fmla="*/ 431787 w 432339"/>
                <a:gd name="connsiteY8" fmla="*/ 184044 h 481910"/>
                <a:gd name="connsiteX9" fmla="*/ 387338 w 432339"/>
                <a:gd name="connsiteY9" fmla="*/ 9419 h 481910"/>
                <a:gd name="connsiteX10" fmla="*/ 241344 w 432339"/>
                <a:gd name="connsiteY10" fmla="*/ 38182 h 481910"/>
                <a:gd name="connsiteX11" fmla="*/ 21728 w 432339"/>
                <a:gd name="connsiteY11" fmla="*/ 162864 h 481910"/>
                <a:gd name="connsiteX12" fmla="*/ 18019 w 432339"/>
                <a:gd name="connsiteY12" fmla="*/ 281388 h 481910"/>
                <a:gd name="connsiteX13" fmla="*/ 110165 w 432339"/>
                <a:gd name="connsiteY13" fmla="*/ 377225 h 481910"/>
                <a:gd name="connsiteX0" fmla="*/ 102766 w 424940"/>
                <a:gd name="connsiteY0" fmla="*/ 377225 h 481910"/>
                <a:gd name="connsiteX1" fmla="*/ 80907 w 424940"/>
                <a:gd name="connsiteY1" fmla="*/ 399656 h 481910"/>
                <a:gd name="connsiteX2" fmla="*/ 281410 w 424940"/>
                <a:gd name="connsiteY2" fmla="*/ 481910 h 481910"/>
                <a:gd name="connsiteX3" fmla="*/ 326891 w 424940"/>
                <a:gd name="connsiteY3" fmla="*/ 432269 h 481910"/>
                <a:gd name="connsiteX4" fmla="*/ 391516 w 424940"/>
                <a:gd name="connsiteY4" fmla="*/ 409081 h 481910"/>
                <a:gd name="connsiteX5" fmla="*/ 395397 w 424940"/>
                <a:gd name="connsiteY5" fmla="*/ 352870 h 481910"/>
                <a:gd name="connsiteX6" fmla="*/ 407165 w 424940"/>
                <a:gd name="connsiteY6" fmla="*/ 292399 h 481910"/>
                <a:gd name="connsiteX7" fmla="*/ 403676 w 424940"/>
                <a:gd name="connsiteY7" fmla="*/ 328251 h 481910"/>
                <a:gd name="connsiteX8" fmla="*/ 424388 w 424940"/>
                <a:gd name="connsiteY8" fmla="*/ 184044 h 481910"/>
                <a:gd name="connsiteX9" fmla="*/ 379939 w 424940"/>
                <a:gd name="connsiteY9" fmla="*/ 9419 h 481910"/>
                <a:gd name="connsiteX10" fmla="*/ 233945 w 424940"/>
                <a:gd name="connsiteY10" fmla="*/ 38182 h 481910"/>
                <a:gd name="connsiteX11" fmla="*/ 121137 w 424940"/>
                <a:gd name="connsiteY11" fmla="*/ 89560 h 481910"/>
                <a:gd name="connsiteX12" fmla="*/ 14329 w 424940"/>
                <a:gd name="connsiteY12" fmla="*/ 162864 h 481910"/>
                <a:gd name="connsiteX13" fmla="*/ 10620 w 424940"/>
                <a:gd name="connsiteY13" fmla="*/ 281388 h 481910"/>
                <a:gd name="connsiteX14" fmla="*/ 102766 w 424940"/>
                <a:gd name="connsiteY14" fmla="*/ 377225 h 481910"/>
                <a:gd name="connsiteX0" fmla="*/ 102766 w 424940"/>
                <a:gd name="connsiteY0" fmla="*/ 377225 h 481910"/>
                <a:gd name="connsiteX1" fmla="*/ 80907 w 424940"/>
                <a:gd name="connsiteY1" fmla="*/ 399656 h 481910"/>
                <a:gd name="connsiteX2" fmla="*/ 281410 w 424940"/>
                <a:gd name="connsiteY2" fmla="*/ 481910 h 481910"/>
                <a:gd name="connsiteX3" fmla="*/ 326891 w 424940"/>
                <a:gd name="connsiteY3" fmla="*/ 432269 h 481910"/>
                <a:gd name="connsiteX4" fmla="*/ 391516 w 424940"/>
                <a:gd name="connsiteY4" fmla="*/ 409081 h 481910"/>
                <a:gd name="connsiteX5" fmla="*/ 395397 w 424940"/>
                <a:gd name="connsiteY5" fmla="*/ 352870 h 481910"/>
                <a:gd name="connsiteX6" fmla="*/ 407165 w 424940"/>
                <a:gd name="connsiteY6" fmla="*/ 292399 h 481910"/>
                <a:gd name="connsiteX7" fmla="*/ 403676 w 424940"/>
                <a:gd name="connsiteY7" fmla="*/ 328251 h 481910"/>
                <a:gd name="connsiteX8" fmla="*/ 424388 w 424940"/>
                <a:gd name="connsiteY8" fmla="*/ 184044 h 481910"/>
                <a:gd name="connsiteX9" fmla="*/ 379939 w 424940"/>
                <a:gd name="connsiteY9" fmla="*/ 9419 h 481910"/>
                <a:gd name="connsiteX10" fmla="*/ 233945 w 424940"/>
                <a:gd name="connsiteY10" fmla="*/ 38182 h 481910"/>
                <a:gd name="connsiteX11" fmla="*/ 182198 w 424940"/>
                <a:gd name="connsiteY11" fmla="*/ 57449 h 481910"/>
                <a:gd name="connsiteX12" fmla="*/ 121137 w 424940"/>
                <a:gd name="connsiteY12" fmla="*/ 89560 h 481910"/>
                <a:gd name="connsiteX13" fmla="*/ 14329 w 424940"/>
                <a:gd name="connsiteY13" fmla="*/ 162864 h 481910"/>
                <a:gd name="connsiteX14" fmla="*/ 10620 w 424940"/>
                <a:gd name="connsiteY14" fmla="*/ 281388 h 481910"/>
                <a:gd name="connsiteX15" fmla="*/ 102766 w 424940"/>
                <a:gd name="connsiteY15" fmla="*/ 377225 h 481910"/>
                <a:gd name="connsiteX0" fmla="*/ 99116 w 421290"/>
                <a:gd name="connsiteY0" fmla="*/ 377225 h 481910"/>
                <a:gd name="connsiteX1" fmla="*/ 77257 w 421290"/>
                <a:gd name="connsiteY1" fmla="*/ 399656 h 481910"/>
                <a:gd name="connsiteX2" fmla="*/ 277760 w 421290"/>
                <a:gd name="connsiteY2" fmla="*/ 481910 h 481910"/>
                <a:gd name="connsiteX3" fmla="*/ 323241 w 421290"/>
                <a:gd name="connsiteY3" fmla="*/ 432269 h 481910"/>
                <a:gd name="connsiteX4" fmla="*/ 387866 w 421290"/>
                <a:gd name="connsiteY4" fmla="*/ 409081 h 481910"/>
                <a:gd name="connsiteX5" fmla="*/ 391747 w 421290"/>
                <a:gd name="connsiteY5" fmla="*/ 352870 h 481910"/>
                <a:gd name="connsiteX6" fmla="*/ 403515 w 421290"/>
                <a:gd name="connsiteY6" fmla="*/ 292399 h 481910"/>
                <a:gd name="connsiteX7" fmla="*/ 400026 w 421290"/>
                <a:gd name="connsiteY7" fmla="*/ 328251 h 481910"/>
                <a:gd name="connsiteX8" fmla="*/ 420738 w 421290"/>
                <a:gd name="connsiteY8" fmla="*/ 184044 h 481910"/>
                <a:gd name="connsiteX9" fmla="*/ 376289 w 421290"/>
                <a:gd name="connsiteY9" fmla="*/ 9419 h 481910"/>
                <a:gd name="connsiteX10" fmla="*/ 230295 w 421290"/>
                <a:gd name="connsiteY10" fmla="*/ 38182 h 481910"/>
                <a:gd name="connsiteX11" fmla="*/ 178548 w 421290"/>
                <a:gd name="connsiteY11" fmla="*/ 57449 h 481910"/>
                <a:gd name="connsiteX12" fmla="*/ 44006 w 421290"/>
                <a:gd name="connsiteY12" fmla="*/ 70293 h 481910"/>
                <a:gd name="connsiteX13" fmla="*/ 10679 w 421290"/>
                <a:gd name="connsiteY13" fmla="*/ 162864 h 481910"/>
                <a:gd name="connsiteX14" fmla="*/ 6970 w 421290"/>
                <a:gd name="connsiteY14" fmla="*/ 281388 h 481910"/>
                <a:gd name="connsiteX15" fmla="*/ 99116 w 421290"/>
                <a:gd name="connsiteY15" fmla="*/ 377225 h 481910"/>
                <a:gd name="connsiteX0" fmla="*/ 99116 w 421290"/>
                <a:gd name="connsiteY0" fmla="*/ 377225 h 481910"/>
                <a:gd name="connsiteX1" fmla="*/ 77257 w 421290"/>
                <a:gd name="connsiteY1" fmla="*/ 399656 h 481910"/>
                <a:gd name="connsiteX2" fmla="*/ 277760 w 421290"/>
                <a:gd name="connsiteY2" fmla="*/ 481910 h 481910"/>
                <a:gd name="connsiteX3" fmla="*/ 323241 w 421290"/>
                <a:gd name="connsiteY3" fmla="*/ 432269 h 481910"/>
                <a:gd name="connsiteX4" fmla="*/ 387866 w 421290"/>
                <a:gd name="connsiteY4" fmla="*/ 409081 h 481910"/>
                <a:gd name="connsiteX5" fmla="*/ 391747 w 421290"/>
                <a:gd name="connsiteY5" fmla="*/ 352870 h 481910"/>
                <a:gd name="connsiteX6" fmla="*/ 403515 w 421290"/>
                <a:gd name="connsiteY6" fmla="*/ 292399 h 481910"/>
                <a:gd name="connsiteX7" fmla="*/ 400026 w 421290"/>
                <a:gd name="connsiteY7" fmla="*/ 328251 h 481910"/>
                <a:gd name="connsiteX8" fmla="*/ 420738 w 421290"/>
                <a:gd name="connsiteY8" fmla="*/ 184044 h 481910"/>
                <a:gd name="connsiteX9" fmla="*/ 376289 w 421290"/>
                <a:gd name="connsiteY9" fmla="*/ 9419 h 481910"/>
                <a:gd name="connsiteX10" fmla="*/ 230295 w 421290"/>
                <a:gd name="connsiteY10" fmla="*/ 38182 h 481910"/>
                <a:gd name="connsiteX11" fmla="*/ 142325 w 421290"/>
                <a:gd name="connsiteY11" fmla="*/ 5001 h 481910"/>
                <a:gd name="connsiteX12" fmla="*/ 44006 w 421290"/>
                <a:gd name="connsiteY12" fmla="*/ 70293 h 481910"/>
                <a:gd name="connsiteX13" fmla="*/ 10679 w 421290"/>
                <a:gd name="connsiteY13" fmla="*/ 162864 h 481910"/>
                <a:gd name="connsiteX14" fmla="*/ 6970 w 421290"/>
                <a:gd name="connsiteY14" fmla="*/ 281388 h 481910"/>
                <a:gd name="connsiteX15" fmla="*/ 99116 w 421290"/>
                <a:gd name="connsiteY15" fmla="*/ 377225 h 481910"/>
                <a:gd name="connsiteX0" fmla="*/ 99116 w 421290"/>
                <a:gd name="connsiteY0" fmla="*/ 392785 h 497470"/>
                <a:gd name="connsiteX1" fmla="*/ 77257 w 421290"/>
                <a:gd name="connsiteY1" fmla="*/ 415216 h 497470"/>
                <a:gd name="connsiteX2" fmla="*/ 277760 w 421290"/>
                <a:gd name="connsiteY2" fmla="*/ 497470 h 497470"/>
                <a:gd name="connsiteX3" fmla="*/ 323241 w 421290"/>
                <a:gd name="connsiteY3" fmla="*/ 447829 h 497470"/>
                <a:gd name="connsiteX4" fmla="*/ 387866 w 421290"/>
                <a:gd name="connsiteY4" fmla="*/ 424641 h 497470"/>
                <a:gd name="connsiteX5" fmla="*/ 391747 w 421290"/>
                <a:gd name="connsiteY5" fmla="*/ 368430 h 497470"/>
                <a:gd name="connsiteX6" fmla="*/ 403515 w 421290"/>
                <a:gd name="connsiteY6" fmla="*/ 307959 h 497470"/>
                <a:gd name="connsiteX7" fmla="*/ 400026 w 421290"/>
                <a:gd name="connsiteY7" fmla="*/ 343811 h 497470"/>
                <a:gd name="connsiteX8" fmla="*/ 420738 w 421290"/>
                <a:gd name="connsiteY8" fmla="*/ 199604 h 497470"/>
                <a:gd name="connsiteX9" fmla="*/ 376289 w 421290"/>
                <a:gd name="connsiteY9" fmla="*/ 24979 h 497470"/>
                <a:gd name="connsiteX10" fmla="*/ 228225 w 421290"/>
                <a:gd name="connsiteY10" fmla="*/ 17349 h 497470"/>
                <a:gd name="connsiteX11" fmla="*/ 142325 w 421290"/>
                <a:gd name="connsiteY11" fmla="*/ 20561 h 497470"/>
                <a:gd name="connsiteX12" fmla="*/ 44006 w 421290"/>
                <a:gd name="connsiteY12" fmla="*/ 85853 h 497470"/>
                <a:gd name="connsiteX13" fmla="*/ 10679 w 421290"/>
                <a:gd name="connsiteY13" fmla="*/ 178424 h 497470"/>
                <a:gd name="connsiteX14" fmla="*/ 6970 w 421290"/>
                <a:gd name="connsiteY14" fmla="*/ 296948 h 497470"/>
                <a:gd name="connsiteX15" fmla="*/ 99116 w 421290"/>
                <a:gd name="connsiteY15" fmla="*/ 392785 h 497470"/>
                <a:gd name="connsiteX0" fmla="*/ 99116 w 421290"/>
                <a:gd name="connsiteY0" fmla="*/ 380211 h 484896"/>
                <a:gd name="connsiteX1" fmla="*/ 77257 w 421290"/>
                <a:gd name="connsiteY1" fmla="*/ 402642 h 484896"/>
                <a:gd name="connsiteX2" fmla="*/ 277760 w 421290"/>
                <a:gd name="connsiteY2" fmla="*/ 484896 h 484896"/>
                <a:gd name="connsiteX3" fmla="*/ 323241 w 421290"/>
                <a:gd name="connsiteY3" fmla="*/ 435255 h 484896"/>
                <a:gd name="connsiteX4" fmla="*/ 387866 w 421290"/>
                <a:gd name="connsiteY4" fmla="*/ 412067 h 484896"/>
                <a:gd name="connsiteX5" fmla="*/ 391747 w 421290"/>
                <a:gd name="connsiteY5" fmla="*/ 355856 h 484896"/>
                <a:gd name="connsiteX6" fmla="*/ 403515 w 421290"/>
                <a:gd name="connsiteY6" fmla="*/ 295385 h 484896"/>
                <a:gd name="connsiteX7" fmla="*/ 400026 w 421290"/>
                <a:gd name="connsiteY7" fmla="*/ 331237 h 484896"/>
                <a:gd name="connsiteX8" fmla="*/ 420738 w 421290"/>
                <a:gd name="connsiteY8" fmla="*/ 187030 h 484896"/>
                <a:gd name="connsiteX9" fmla="*/ 376289 w 421290"/>
                <a:gd name="connsiteY9" fmla="*/ 12405 h 484896"/>
                <a:gd name="connsiteX10" fmla="*/ 228225 w 421290"/>
                <a:gd name="connsiteY10" fmla="*/ 4775 h 484896"/>
                <a:gd name="connsiteX11" fmla="*/ 142325 w 421290"/>
                <a:gd name="connsiteY11" fmla="*/ 7987 h 484896"/>
                <a:gd name="connsiteX12" fmla="*/ 44006 w 421290"/>
                <a:gd name="connsiteY12" fmla="*/ 73279 h 484896"/>
                <a:gd name="connsiteX13" fmla="*/ 10679 w 421290"/>
                <a:gd name="connsiteY13" fmla="*/ 165850 h 484896"/>
                <a:gd name="connsiteX14" fmla="*/ 6970 w 421290"/>
                <a:gd name="connsiteY14" fmla="*/ 284374 h 484896"/>
                <a:gd name="connsiteX15" fmla="*/ 99116 w 421290"/>
                <a:gd name="connsiteY15" fmla="*/ 380211 h 484896"/>
                <a:gd name="connsiteX0" fmla="*/ 99116 w 421290"/>
                <a:gd name="connsiteY0" fmla="*/ 375436 h 480121"/>
                <a:gd name="connsiteX1" fmla="*/ 77257 w 421290"/>
                <a:gd name="connsiteY1" fmla="*/ 397867 h 480121"/>
                <a:gd name="connsiteX2" fmla="*/ 277760 w 421290"/>
                <a:gd name="connsiteY2" fmla="*/ 480121 h 480121"/>
                <a:gd name="connsiteX3" fmla="*/ 323241 w 421290"/>
                <a:gd name="connsiteY3" fmla="*/ 430480 h 480121"/>
                <a:gd name="connsiteX4" fmla="*/ 387866 w 421290"/>
                <a:gd name="connsiteY4" fmla="*/ 407292 h 480121"/>
                <a:gd name="connsiteX5" fmla="*/ 391747 w 421290"/>
                <a:gd name="connsiteY5" fmla="*/ 351081 h 480121"/>
                <a:gd name="connsiteX6" fmla="*/ 403515 w 421290"/>
                <a:gd name="connsiteY6" fmla="*/ 290610 h 480121"/>
                <a:gd name="connsiteX7" fmla="*/ 400026 w 421290"/>
                <a:gd name="connsiteY7" fmla="*/ 326462 h 480121"/>
                <a:gd name="connsiteX8" fmla="*/ 420738 w 421290"/>
                <a:gd name="connsiteY8" fmla="*/ 182255 h 480121"/>
                <a:gd name="connsiteX9" fmla="*/ 340066 w 421290"/>
                <a:gd name="connsiteY9" fmla="*/ 41882 h 480121"/>
                <a:gd name="connsiteX10" fmla="*/ 228225 w 421290"/>
                <a:gd name="connsiteY10" fmla="*/ 0 h 480121"/>
                <a:gd name="connsiteX11" fmla="*/ 142325 w 421290"/>
                <a:gd name="connsiteY11" fmla="*/ 3212 h 480121"/>
                <a:gd name="connsiteX12" fmla="*/ 44006 w 421290"/>
                <a:gd name="connsiteY12" fmla="*/ 68504 h 480121"/>
                <a:gd name="connsiteX13" fmla="*/ 10679 w 421290"/>
                <a:gd name="connsiteY13" fmla="*/ 161075 h 480121"/>
                <a:gd name="connsiteX14" fmla="*/ 6970 w 421290"/>
                <a:gd name="connsiteY14" fmla="*/ 279599 h 480121"/>
                <a:gd name="connsiteX15" fmla="*/ 99116 w 421290"/>
                <a:gd name="connsiteY15" fmla="*/ 375436 h 480121"/>
                <a:gd name="connsiteX0" fmla="*/ 99116 w 403681"/>
                <a:gd name="connsiteY0" fmla="*/ 375436 h 480121"/>
                <a:gd name="connsiteX1" fmla="*/ 77257 w 403681"/>
                <a:gd name="connsiteY1" fmla="*/ 397867 h 480121"/>
                <a:gd name="connsiteX2" fmla="*/ 277760 w 403681"/>
                <a:gd name="connsiteY2" fmla="*/ 480121 h 480121"/>
                <a:gd name="connsiteX3" fmla="*/ 323241 w 403681"/>
                <a:gd name="connsiteY3" fmla="*/ 430480 h 480121"/>
                <a:gd name="connsiteX4" fmla="*/ 387866 w 403681"/>
                <a:gd name="connsiteY4" fmla="*/ 407292 h 480121"/>
                <a:gd name="connsiteX5" fmla="*/ 391747 w 403681"/>
                <a:gd name="connsiteY5" fmla="*/ 351081 h 480121"/>
                <a:gd name="connsiteX6" fmla="*/ 403515 w 403681"/>
                <a:gd name="connsiteY6" fmla="*/ 290610 h 480121"/>
                <a:gd name="connsiteX7" fmla="*/ 400026 w 403681"/>
                <a:gd name="connsiteY7" fmla="*/ 326462 h 480121"/>
                <a:gd name="connsiteX8" fmla="*/ 400039 w 403681"/>
                <a:gd name="connsiteY8" fmla="*/ 166200 h 480121"/>
                <a:gd name="connsiteX9" fmla="*/ 340066 w 403681"/>
                <a:gd name="connsiteY9" fmla="*/ 41882 h 480121"/>
                <a:gd name="connsiteX10" fmla="*/ 228225 w 403681"/>
                <a:gd name="connsiteY10" fmla="*/ 0 h 480121"/>
                <a:gd name="connsiteX11" fmla="*/ 142325 w 403681"/>
                <a:gd name="connsiteY11" fmla="*/ 3212 h 480121"/>
                <a:gd name="connsiteX12" fmla="*/ 44006 w 403681"/>
                <a:gd name="connsiteY12" fmla="*/ 68504 h 480121"/>
                <a:gd name="connsiteX13" fmla="*/ 10679 w 403681"/>
                <a:gd name="connsiteY13" fmla="*/ 161075 h 480121"/>
                <a:gd name="connsiteX14" fmla="*/ 6970 w 403681"/>
                <a:gd name="connsiteY14" fmla="*/ 279599 h 480121"/>
                <a:gd name="connsiteX15" fmla="*/ 99116 w 403681"/>
                <a:gd name="connsiteY15" fmla="*/ 375436 h 480121"/>
                <a:gd name="connsiteX0" fmla="*/ 99116 w 403681"/>
                <a:gd name="connsiteY0" fmla="*/ 375436 h 480121"/>
                <a:gd name="connsiteX1" fmla="*/ 77257 w 403681"/>
                <a:gd name="connsiteY1" fmla="*/ 397867 h 480121"/>
                <a:gd name="connsiteX2" fmla="*/ 277760 w 403681"/>
                <a:gd name="connsiteY2" fmla="*/ 480121 h 480121"/>
                <a:gd name="connsiteX3" fmla="*/ 323241 w 403681"/>
                <a:gd name="connsiteY3" fmla="*/ 430480 h 480121"/>
                <a:gd name="connsiteX4" fmla="*/ 387866 w 403681"/>
                <a:gd name="connsiteY4" fmla="*/ 407292 h 480121"/>
                <a:gd name="connsiteX5" fmla="*/ 391747 w 403681"/>
                <a:gd name="connsiteY5" fmla="*/ 351081 h 480121"/>
                <a:gd name="connsiteX6" fmla="*/ 403515 w 403681"/>
                <a:gd name="connsiteY6" fmla="*/ 290610 h 480121"/>
                <a:gd name="connsiteX7" fmla="*/ 400026 w 403681"/>
                <a:gd name="connsiteY7" fmla="*/ 326462 h 480121"/>
                <a:gd name="connsiteX8" fmla="*/ 400039 w 403681"/>
                <a:gd name="connsiteY8" fmla="*/ 166200 h 480121"/>
                <a:gd name="connsiteX9" fmla="*/ 340066 w 403681"/>
                <a:gd name="connsiteY9" fmla="*/ 41882 h 480121"/>
                <a:gd name="connsiteX10" fmla="*/ 228225 w 403681"/>
                <a:gd name="connsiteY10" fmla="*/ 0 h 480121"/>
                <a:gd name="connsiteX11" fmla="*/ 142325 w 403681"/>
                <a:gd name="connsiteY11" fmla="*/ 3212 h 480121"/>
                <a:gd name="connsiteX12" fmla="*/ 44006 w 403681"/>
                <a:gd name="connsiteY12" fmla="*/ 68504 h 480121"/>
                <a:gd name="connsiteX13" fmla="*/ 10679 w 403681"/>
                <a:gd name="connsiteY13" fmla="*/ 161075 h 480121"/>
                <a:gd name="connsiteX14" fmla="*/ 6970 w 403681"/>
                <a:gd name="connsiteY14" fmla="*/ 279599 h 480121"/>
                <a:gd name="connsiteX15" fmla="*/ 99116 w 403681"/>
                <a:gd name="connsiteY15" fmla="*/ 375436 h 480121"/>
                <a:gd name="connsiteX0" fmla="*/ 99116 w 406320"/>
                <a:gd name="connsiteY0" fmla="*/ 375436 h 480121"/>
                <a:gd name="connsiteX1" fmla="*/ 77257 w 406320"/>
                <a:gd name="connsiteY1" fmla="*/ 397867 h 480121"/>
                <a:gd name="connsiteX2" fmla="*/ 277760 w 406320"/>
                <a:gd name="connsiteY2" fmla="*/ 480121 h 480121"/>
                <a:gd name="connsiteX3" fmla="*/ 323241 w 406320"/>
                <a:gd name="connsiteY3" fmla="*/ 430480 h 480121"/>
                <a:gd name="connsiteX4" fmla="*/ 387866 w 406320"/>
                <a:gd name="connsiteY4" fmla="*/ 407292 h 480121"/>
                <a:gd name="connsiteX5" fmla="*/ 391747 w 406320"/>
                <a:gd name="connsiteY5" fmla="*/ 351081 h 480121"/>
                <a:gd name="connsiteX6" fmla="*/ 403515 w 406320"/>
                <a:gd name="connsiteY6" fmla="*/ 290610 h 480121"/>
                <a:gd name="connsiteX7" fmla="*/ 400026 w 406320"/>
                <a:gd name="connsiteY7" fmla="*/ 326462 h 480121"/>
                <a:gd name="connsiteX8" fmla="*/ 400039 w 406320"/>
                <a:gd name="connsiteY8" fmla="*/ 166200 h 480121"/>
                <a:gd name="connsiteX9" fmla="*/ 340066 w 406320"/>
                <a:gd name="connsiteY9" fmla="*/ 41882 h 480121"/>
                <a:gd name="connsiteX10" fmla="*/ 228225 w 406320"/>
                <a:gd name="connsiteY10" fmla="*/ 0 h 480121"/>
                <a:gd name="connsiteX11" fmla="*/ 142325 w 406320"/>
                <a:gd name="connsiteY11" fmla="*/ 3212 h 480121"/>
                <a:gd name="connsiteX12" fmla="*/ 44006 w 406320"/>
                <a:gd name="connsiteY12" fmla="*/ 68504 h 480121"/>
                <a:gd name="connsiteX13" fmla="*/ 10679 w 406320"/>
                <a:gd name="connsiteY13" fmla="*/ 161075 h 480121"/>
                <a:gd name="connsiteX14" fmla="*/ 6970 w 406320"/>
                <a:gd name="connsiteY14" fmla="*/ 279599 h 480121"/>
                <a:gd name="connsiteX15" fmla="*/ 99116 w 406320"/>
                <a:gd name="connsiteY15" fmla="*/ 375436 h 480121"/>
                <a:gd name="connsiteX0" fmla="*/ 99116 w 435633"/>
                <a:gd name="connsiteY0" fmla="*/ 375436 h 480121"/>
                <a:gd name="connsiteX1" fmla="*/ 77257 w 435633"/>
                <a:gd name="connsiteY1" fmla="*/ 397867 h 480121"/>
                <a:gd name="connsiteX2" fmla="*/ 277760 w 435633"/>
                <a:gd name="connsiteY2" fmla="*/ 480121 h 480121"/>
                <a:gd name="connsiteX3" fmla="*/ 323241 w 435633"/>
                <a:gd name="connsiteY3" fmla="*/ 430480 h 480121"/>
                <a:gd name="connsiteX4" fmla="*/ 387866 w 435633"/>
                <a:gd name="connsiteY4" fmla="*/ 407292 h 480121"/>
                <a:gd name="connsiteX5" fmla="*/ 391747 w 435633"/>
                <a:gd name="connsiteY5" fmla="*/ 351081 h 480121"/>
                <a:gd name="connsiteX6" fmla="*/ 435598 w 435633"/>
                <a:gd name="connsiteY6" fmla="*/ 262780 h 480121"/>
                <a:gd name="connsiteX7" fmla="*/ 400026 w 435633"/>
                <a:gd name="connsiteY7" fmla="*/ 326462 h 480121"/>
                <a:gd name="connsiteX8" fmla="*/ 400039 w 435633"/>
                <a:gd name="connsiteY8" fmla="*/ 166200 h 480121"/>
                <a:gd name="connsiteX9" fmla="*/ 340066 w 435633"/>
                <a:gd name="connsiteY9" fmla="*/ 41882 h 480121"/>
                <a:gd name="connsiteX10" fmla="*/ 228225 w 435633"/>
                <a:gd name="connsiteY10" fmla="*/ 0 h 480121"/>
                <a:gd name="connsiteX11" fmla="*/ 142325 w 435633"/>
                <a:gd name="connsiteY11" fmla="*/ 3212 h 480121"/>
                <a:gd name="connsiteX12" fmla="*/ 44006 w 435633"/>
                <a:gd name="connsiteY12" fmla="*/ 68504 h 480121"/>
                <a:gd name="connsiteX13" fmla="*/ 10679 w 435633"/>
                <a:gd name="connsiteY13" fmla="*/ 161075 h 480121"/>
                <a:gd name="connsiteX14" fmla="*/ 6970 w 435633"/>
                <a:gd name="connsiteY14" fmla="*/ 279599 h 480121"/>
                <a:gd name="connsiteX15" fmla="*/ 99116 w 435633"/>
                <a:gd name="connsiteY15" fmla="*/ 375436 h 480121"/>
                <a:gd name="connsiteX0" fmla="*/ 99116 w 436349"/>
                <a:gd name="connsiteY0" fmla="*/ 375436 h 480121"/>
                <a:gd name="connsiteX1" fmla="*/ 77257 w 436349"/>
                <a:gd name="connsiteY1" fmla="*/ 397867 h 480121"/>
                <a:gd name="connsiteX2" fmla="*/ 277760 w 436349"/>
                <a:gd name="connsiteY2" fmla="*/ 480121 h 480121"/>
                <a:gd name="connsiteX3" fmla="*/ 323241 w 436349"/>
                <a:gd name="connsiteY3" fmla="*/ 430480 h 480121"/>
                <a:gd name="connsiteX4" fmla="*/ 387866 w 436349"/>
                <a:gd name="connsiteY4" fmla="*/ 407292 h 480121"/>
                <a:gd name="connsiteX5" fmla="*/ 391747 w 436349"/>
                <a:gd name="connsiteY5" fmla="*/ 351081 h 480121"/>
                <a:gd name="connsiteX6" fmla="*/ 435598 w 436349"/>
                <a:gd name="connsiteY6" fmla="*/ 262780 h 480121"/>
                <a:gd name="connsiteX7" fmla="*/ 421760 w 436349"/>
                <a:gd name="connsiteY7" fmla="*/ 230128 h 480121"/>
                <a:gd name="connsiteX8" fmla="*/ 400039 w 436349"/>
                <a:gd name="connsiteY8" fmla="*/ 166200 h 480121"/>
                <a:gd name="connsiteX9" fmla="*/ 340066 w 436349"/>
                <a:gd name="connsiteY9" fmla="*/ 41882 h 480121"/>
                <a:gd name="connsiteX10" fmla="*/ 228225 w 436349"/>
                <a:gd name="connsiteY10" fmla="*/ 0 h 480121"/>
                <a:gd name="connsiteX11" fmla="*/ 142325 w 436349"/>
                <a:gd name="connsiteY11" fmla="*/ 3212 h 480121"/>
                <a:gd name="connsiteX12" fmla="*/ 44006 w 436349"/>
                <a:gd name="connsiteY12" fmla="*/ 68504 h 480121"/>
                <a:gd name="connsiteX13" fmla="*/ 10679 w 436349"/>
                <a:gd name="connsiteY13" fmla="*/ 161075 h 480121"/>
                <a:gd name="connsiteX14" fmla="*/ 6970 w 436349"/>
                <a:gd name="connsiteY14" fmla="*/ 279599 h 480121"/>
                <a:gd name="connsiteX15" fmla="*/ 99116 w 436349"/>
                <a:gd name="connsiteY15" fmla="*/ 375436 h 480121"/>
                <a:gd name="connsiteX0" fmla="*/ 99116 w 422189"/>
                <a:gd name="connsiteY0" fmla="*/ 375436 h 480121"/>
                <a:gd name="connsiteX1" fmla="*/ 77257 w 422189"/>
                <a:gd name="connsiteY1" fmla="*/ 397867 h 480121"/>
                <a:gd name="connsiteX2" fmla="*/ 277760 w 422189"/>
                <a:gd name="connsiteY2" fmla="*/ 480121 h 480121"/>
                <a:gd name="connsiteX3" fmla="*/ 323241 w 422189"/>
                <a:gd name="connsiteY3" fmla="*/ 430480 h 480121"/>
                <a:gd name="connsiteX4" fmla="*/ 387866 w 422189"/>
                <a:gd name="connsiteY4" fmla="*/ 407292 h 480121"/>
                <a:gd name="connsiteX5" fmla="*/ 391747 w 422189"/>
                <a:gd name="connsiteY5" fmla="*/ 351081 h 480121"/>
                <a:gd name="connsiteX6" fmla="*/ 409725 w 422189"/>
                <a:gd name="connsiteY6" fmla="*/ 285257 h 480121"/>
                <a:gd name="connsiteX7" fmla="*/ 421760 w 422189"/>
                <a:gd name="connsiteY7" fmla="*/ 230128 h 480121"/>
                <a:gd name="connsiteX8" fmla="*/ 400039 w 422189"/>
                <a:gd name="connsiteY8" fmla="*/ 166200 h 480121"/>
                <a:gd name="connsiteX9" fmla="*/ 340066 w 422189"/>
                <a:gd name="connsiteY9" fmla="*/ 41882 h 480121"/>
                <a:gd name="connsiteX10" fmla="*/ 228225 w 422189"/>
                <a:gd name="connsiteY10" fmla="*/ 0 h 480121"/>
                <a:gd name="connsiteX11" fmla="*/ 142325 w 422189"/>
                <a:gd name="connsiteY11" fmla="*/ 3212 h 480121"/>
                <a:gd name="connsiteX12" fmla="*/ 44006 w 422189"/>
                <a:gd name="connsiteY12" fmla="*/ 68504 h 480121"/>
                <a:gd name="connsiteX13" fmla="*/ 10679 w 422189"/>
                <a:gd name="connsiteY13" fmla="*/ 161075 h 480121"/>
                <a:gd name="connsiteX14" fmla="*/ 6970 w 422189"/>
                <a:gd name="connsiteY14" fmla="*/ 279599 h 480121"/>
                <a:gd name="connsiteX15" fmla="*/ 99116 w 422189"/>
                <a:gd name="connsiteY15" fmla="*/ 375436 h 480121"/>
                <a:gd name="connsiteX0" fmla="*/ 99116 w 439548"/>
                <a:gd name="connsiteY0" fmla="*/ 375436 h 480121"/>
                <a:gd name="connsiteX1" fmla="*/ 77257 w 439548"/>
                <a:gd name="connsiteY1" fmla="*/ 397867 h 480121"/>
                <a:gd name="connsiteX2" fmla="*/ 277760 w 439548"/>
                <a:gd name="connsiteY2" fmla="*/ 480121 h 480121"/>
                <a:gd name="connsiteX3" fmla="*/ 323241 w 439548"/>
                <a:gd name="connsiteY3" fmla="*/ 430480 h 480121"/>
                <a:gd name="connsiteX4" fmla="*/ 387866 w 439548"/>
                <a:gd name="connsiteY4" fmla="*/ 407292 h 480121"/>
                <a:gd name="connsiteX5" fmla="*/ 391747 w 439548"/>
                <a:gd name="connsiteY5" fmla="*/ 351081 h 480121"/>
                <a:gd name="connsiteX6" fmla="*/ 409725 w 439548"/>
                <a:gd name="connsiteY6" fmla="*/ 285257 h 480121"/>
                <a:gd name="connsiteX7" fmla="*/ 439354 w 439548"/>
                <a:gd name="connsiteY7" fmla="*/ 263310 h 480121"/>
                <a:gd name="connsiteX8" fmla="*/ 400039 w 439548"/>
                <a:gd name="connsiteY8" fmla="*/ 166200 h 480121"/>
                <a:gd name="connsiteX9" fmla="*/ 340066 w 439548"/>
                <a:gd name="connsiteY9" fmla="*/ 41882 h 480121"/>
                <a:gd name="connsiteX10" fmla="*/ 228225 w 439548"/>
                <a:gd name="connsiteY10" fmla="*/ 0 h 480121"/>
                <a:gd name="connsiteX11" fmla="*/ 142325 w 439548"/>
                <a:gd name="connsiteY11" fmla="*/ 3212 h 480121"/>
                <a:gd name="connsiteX12" fmla="*/ 44006 w 439548"/>
                <a:gd name="connsiteY12" fmla="*/ 68504 h 480121"/>
                <a:gd name="connsiteX13" fmla="*/ 10679 w 439548"/>
                <a:gd name="connsiteY13" fmla="*/ 161075 h 480121"/>
                <a:gd name="connsiteX14" fmla="*/ 6970 w 439548"/>
                <a:gd name="connsiteY14" fmla="*/ 279599 h 480121"/>
                <a:gd name="connsiteX15" fmla="*/ 99116 w 439548"/>
                <a:gd name="connsiteY15" fmla="*/ 375436 h 480121"/>
                <a:gd name="connsiteX0" fmla="*/ 99116 w 439548"/>
                <a:gd name="connsiteY0" fmla="*/ 375436 h 480121"/>
                <a:gd name="connsiteX1" fmla="*/ 77257 w 439548"/>
                <a:gd name="connsiteY1" fmla="*/ 397867 h 480121"/>
                <a:gd name="connsiteX2" fmla="*/ 277760 w 439548"/>
                <a:gd name="connsiteY2" fmla="*/ 480121 h 480121"/>
                <a:gd name="connsiteX3" fmla="*/ 323241 w 439548"/>
                <a:gd name="connsiteY3" fmla="*/ 430480 h 480121"/>
                <a:gd name="connsiteX4" fmla="*/ 387866 w 439548"/>
                <a:gd name="connsiteY4" fmla="*/ 407292 h 480121"/>
                <a:gd name="connsiteX5" fmla="*/ 391747 w 439548"/>
                <a:gd name="connsiteY5" fmla="*/ 351081 h 480121"/>
                <a:gd name="connsiteX6" fmla="*/ 398341 w 439548"/>
                <a:gd name="connsiteY6" fmla="*/ 285257 h 480121"/>
                <a:gd name="connsiteX7" fmla="*/ 439354 w 439548"/>
                <a:gd name="connsiteY7" fmla="*/ 263310 h 480121"/>
                <a:gd name="connsiteX8" fmla="*/ 400039 w 439548"/>
                <a:gd name="connsiteY8" fmla="*/ 166200 h 480121"/>
                <a:gd name="connsiteX9" fmla="*/ 340066 w 439548"/>
                <a:gd name="connsiteY9" fmla="*/ 41882 h 480121"/>
                <a:gd name="connsiteX10" fmla="*/ 228225 w 439548"/>
                <a:gd name="connsiteY10" fmla="*/ 0 h 480121"/>
                <a:gd name="connsiteX11" fmla="*/ 142325 w 439548"/>
                <a:gd name="connsiteY11" fmla="*/ 3212 h 480121"/>
                <a:gd name="connsiteX12" fmla="*/ 44006 w 439548"/>
                <a:gd name="connsiteY12" fmla="*/ 68504 h 480121"/>
                <a:gd name="connsiteX13" fmla="*/ 10679 w 439548"/>
                <a:gd name="connsiteY13" fmla="*/ 161075 h 480121"/>
                <a:gd name="connsiteX14" fmla="*/ 6970 w 439548"/>
                <a:gd name="connsiteY14" fmla="*/ 279599 h 480121"/>
                <a:gd name="connsiteX15" fmla="*/ 99116 w 439548"/>
                <a:gd name="connsiteY15" fmla="*/ 375436 h 480121"/>
                <a:gd name="connsiteX0" fmla="*/ 99116 w 439548"/>
                <a:gd name="connsiteY0" fmla="*/ 375436 h 480121"/>
                <a:gd name="connsiteX1" fmla="*/ 77257 w 439548"/>
                <a:gd name="connsiteY1" fmla="*/ 397867 h 480121"/>
                <a:gd name="connsiteX2" fmla="*/ 277760 w 439548"/>
                <a:gd name="connsiteY2" fmla="*/ 480121 h 480121"/>
                <a:gd name="connsiteX3" fmla="*/ 323241 w 439548"/>
                <a:gd name="connsiteY3" fmla="*/ 430480 h 480121"/>
                <a:gd name="connsiteX4" fmla="*/ 387866 w 439548"/>
                <a:gd name="connsiteY4" fmla="*/ 407292 h 480121"/>
                <a:gd name="connsiteX5" fmla="*/ 395887 w 439548"/>
                <a:gd name="connsiteY5" fmla="*/ 351081 h 480121"/>
                <a:gd name="connsiteX6" fmla="*/ 398341 w 439548"/>
                <a:gd name="connsiteY6" fmla="*/ 285257 h 480121"/>
                <a:gd name="connsiteX7" fmla="*/ 439354 w 439548"/>
                <a:gd name="connsiteY7" fmla="*/ 263310 h 480121"/>
                <a:gd name="connsiteX8" fmla="*/ 400039 w 439548"/>
                <a:gd name="connsiteY8" fmla="*/ 166200 h 480121"/>
                <a:gd name="connsiteX9" fmla="*/ 340066 w 439548"/>
                <a:gd name="connsiteY9" fmla="*/ 41882 h 480121"/>
                <a:gd name="connsiteX10" fmla="*/ 228225 w 439548"/>
                <a:gd name="connsiteY10" fmla="*/ 0 h 480121"/>
                <a:gd name="connsiteX11" fmla="*/ 142325 w 439548"/>
                <a:gd name="connsiteY11" fmla="*/ 3212 h 480121"/>
                <a:gd name="connsiteX12" fmla="*/ 44006 w 439548"/>
                <a:gd name="connsiteY12" fmla="*/ 68504 h 480121"/>
                <a:gd name="connsiteX13" fmla="*/ 10679 w 439548"/>
                <a:gd name="connsiteY13" fmla="*/ 161075 h 480121"/>
                <a:gd name="connsiteX14" fmla="*/ 6970 w 439548"/>
                <a:gd name="connsiteY14" fmla="*/ 279599 h 480121"/>
                <a:gd name="connsiteX15" fmla="*/ 99116 w 439548"/>
                <a:gd name="connsiteY15" fmla="*/ 375436 h 480121"/>
                <a:gd name="connsiteX0" fmla="*/ 99116 w 439548"/>
                <a:gd name="connsiteY0" fmla="*/ 375436 h 480121"/>
                <a:gd name="connsiteX1" fmla="*/ 77257 w 439548"/>
                <a:gd name="connsiteY1" fmla="*/ 397867 h 480121"/>
                <a:gd name="connsiteX2" fmla="*/ 277760 w 439548"/>
                <a:gd name="connsiteY2" fmla="*/ 480121 h 480121"/>
                <a:gd name="connsiteX3" fmla="*/ 323241 w 439548"/>
                <a:gd name="connsiteY3" fmla="*/ 430480 h 480121"/>
                <a:gd name="connsiteX4" fmla="*/ 387866 w 439548"/>
                <a:gd name="connsiteY4" fmla="*/ 407292 h 480121"/>
                <a:gd name="connsiteX5" fmla="*/ 395887 w 439548"/>
                <a:gd name="connsiteY5" fmla="*/ 351081 h 480121"/>
                <a:gd name="connsiteX6" fmla="*/ 398341 w 439548"/>
                <a:gd name="connsiteY6" fmla="*/ 285257 h 480121"/>
                <a:gd name="connsiteX7" fmla="*/ 439354 w 439548"/>
                <a:gd name="connsiteY7" fmla="*/ 263310 h 480121"/>
                <a:gd name="connsiteX8" fmla="*/ 400039 w 439548"/>
                <a:gd name="connsiteY8" fmla="*/ 189748 h 480121"/>
                <a:gd name="connsiteX9" fmla="*/ 340066 w 439548"/>
                <a:gd name="connsiteY9" fmla="*/ 41882 h 480121"/>
                <a:gd name="connsiteX10" fmla="*/ 228225 w 439548"/>
                <a:gd name="connsiteY10" fmla="*/ 0 h 480121"/>
                <a:gd name="connsiteX11" fmla="*/ 142325 w 439548"/>
                <a:gd name="connsiteY11" fmla="*/ 3212 h 480121"/>
                <a:gd name="connsiteX12" fmla="*/ 44006 w 439548"/>
                <a:gd name="connsiteY12" fmla="*/ 68504 h 480121"/>
                <a:gd name="connsiteX13" fmla="*/ 10679 w 439548"/>
                <a:gd name="connsiteY13" fmla="*/ 161075 h 480121"/>
                <a:gd name="connsiteX14" fmla="*/ 6970 w 439548"/>
                <a:gd name="connsiteY14" fmla="*/ 279599 h 480121"/>
                <a:gd name="connsiteX15" fmla="*/ 99116 w 439548"/>
                <a:gd name="connsiteY15" fmla="*/ 375436 h 480121"/>
                <a:gd name="connsiteX0" fmla="*/ 99116 w 439569"/>
                <a:gd name="connsiteY0" fmla="*/ 375436 h 480121"/>
                <a:gd name="connsiteX1" fmla="*/ 77257 w 439569"/>
                <a:gd name="connsiteY1" fmla="*/ 397867 h 480121"/>
                <a:gd name="connsiteX2" fmla="*/ 277760 w 439569"/>
                <a:gd name="connsiteY2" fmla="*/ 480121 h 480121"/>
                <a:gd name="connsiteX3" fmla="*/ 323241 w 439569"/>
                <a:gd name="connsiteY3" fmla="*/ 430480 h 480121"/>
                <a:gd name="connsiteX4" fmla="*/ 387866 w 439569"/>
                <a:gd name="connsiteY4" fmla="*/ 407292 h 480121"/>
                <a:gd name="connsiteX5" fmla="*/ 395887 w 439569"/>
                <a:gd name="connsiteY5" fmla="*/ 351081 h 480121"/>
                <a:gd name="connsiteX6" fmla="*/ 398341 w 439569"/>
                <a:gd name="connsiteY6" fmla="*/ 285257 h 480121"/>
                <a:gd name="connsiteX7" fmla="*/ 439354 w 439569"/>
                <a:gd name="connsiteY7" fmla="*/ 263310 h 480121"/>
                <a:gd name="connsiteX8" fmla="*/ 400039 w 439569"/>
                <a:gd name="connsiteY8" fmla="*/ 189748 h 480121"/>
                <a:gd name="connsiteX9" fmla="*/ 340066 w 439569"/>
                <a:gd name="connsiteY9" fmla="*/ 41882 h 480121"/>
                <a:gd name="connsiteX10" fmla="*/ 228225 w 439569"/>
                <a:gd name="connsiteY10" fmla="*/ 0 h 480121"/>
                <a:gd name="connsiteX11" fmla="*/ 142325 w 439569"/>
                <a:gd name="connsiteY11" fmla="*/ 3212 h 480121"/>
                <a:gd name="connsiteX12" fmla="*/ 44006 w 439569"/>
                <a:gd name="connsiteY12" fmla="*/ 68504 h 480121"/>
                <a:gd name="connsiteX13" fmla="*/ 10679 w 439569"/>
                <a:gd name="connsiteY13" fmla="*/ 161075 h 480121"/>
                <a:gd name="connsiteX14" fmla="*/ 6970 w 439569"/>
                <a:gd name="connsiteY14" fmla="*/ 279599 h 480121"/>
                <a:gd name="connsiteX15" fmla="*/ 99116 w 439569"/>
                <a:gd name="connsiteY15" fmla="*/ 375436 h 480121"/>
                <a:gd name="connsiteX0" fmla="*/ 99116 w 439569"/>
                <a:gd name="connsiteY0" fmla="*/ 375436 h 480121"/>
                <a:gd name="connsiteX1" fmla="*/ 77257 w 439569"/>
                <a:gd name="connsiteY1" fmla="*/ 397867 h 480121"/>
                <a:gd name="connsiteX2" fmla="*/ 277760 w 439569"/>
                <a:gd name="connsiteY2" fmla="*/ 480121 h 480121"/>
                <a:gd name="connsiteX3" fmla="*/ 323241 w 439569"/>
                <a:gd name="connsiteY3" fmla="*/ 430480 h 480121"/>
                <a:gd name="connsiteX4" fmla="*/ 387866 w 439569"/>
                <a:gd name="connsiteY4" fmla="*/ 407292 h 480121"/>
                <a:gd name="connsiteX5" fmla="*/ 395887 w 439569"/>
                <a:gd name="connsiteY5" fmla="*/ 351081 h 480121"/>
                <a:gd name="connsiteX6" fmla="*/ 398341 w 439569"/>
                <a:gd name="connsiteY6" fmla="*/ 285257 h 480121"/>
                <a:gd name="connsiteX7" fmla="*/ 439354 w 439569"/>
                <a:gd name="connsiteY7" fmla="*/ 263310 h 480121"/>
                <a:gd name="connsiteX8" fmla="*/ 400039 w 439569"/>
                <a:gd name="connsiteY8" fmla="*/ 189748 h 480121"/>
                <a:gd name="connsiteX9" fmla="*/ 362835 w 439569"/>
                <a:gd name="connsiteY9" fmla="*/ 57937 h 480121"/>
                <a:gd name="connsiteX10" fmla="*/ 228225 w 439569"/>
                <a:gd name="connsiteY10" fmla="*/ 0 h 480121"/>
                <a:gd name="connsiteX11" fmla="*/ 142325 w 439569"/>
                <a:gd name="connsiteY11" fmla="*/ 3212 h 480121"/>
                <a:gd name="connsiteX12" fmla="*/ 44006 w 439569"/>
                <a:gd name="connsiteY12" fmla="*/ 68504 h 480121"/>
                <a:gd name="connsiteX13" fmla="*/ 10679 w 439569"/>
                <a:gd name="connsiteY13" fmla="*/ 161075 h 480121"/>
                <a:gd name="connsiteX14" fmla="*/ 6970 w 439569"/>
                <a:gd name="connsiteY14" fmla="*/ 279599 h 480121"/>
                <a:gd name="connsiteX15" fmla="*/ 99116 w 439569"/>
                <a:gd name="connsiteY15" fmla="*/ 375436 h 480121"/>
                <a:gd name="connsiteX0" fmla="*/ 99116 w 439569"/>
                <a:gd name="connsiteY0" fmla="*/ 375436 h 480121"/>
                <a:gd name="connsiteX1" fmla="*/ 77257 w 439569"/>
                <a:gd name="connsiteY1" fmla="*/ 397867 h 480121"/>
                <a:gd name="connsiteX2" fmla="*/ 277760 w 439569"/>
                <a:gd name="connsiteY2" fmla="*/ 480121 h 480121"/>
                <a:gd name="connsiteX3" fmla="*/ 323241 w 439569"/>
                <a:gd name="connsiteY3" fmla="*/ 430480 h 480121"/>
                <a:gd name="connsiteX4" fmla="*/ 387866 w 439569"/>
                <a:gd name="connsiteY4" fmla="*/ 407292 h 480121"/>
                <a:gd name="connsiteX5" fmla="*/ 395887 w 439569"/>
                <a:gd name="connsiteY5" fmla="*/ 351081 h 480121"/>
                <a:gd name="connsiteX6" fmla="*/ 398341 w 439569"/>
                <a:gd name="connsiteY6" fmla="*/ 285257 h 480121"/>
                <a:gd name="connsiteX7" fmla="*/ 439354 w 439569"/>
                <a:gd name="connsiteY7" fmla="*/ 263310 h 480121"/>
                <a:gd name="connsiteX8" fmla="*/ 400039 w 439569"/>
                <a:gd name="connsiteY8" fmla="*/ 189748 h 480121"/>
                <a:gd name="connsiteX9" fmla="*/ 362835 w 439569"/>
                <a:gd name="connsiteY9" fmla="*/ 57937 h 480121"/>
                <a:gd name="connsiteX10" fmla="*/ 228225 w 439569"/>
                <a:gd name="connsiteY10" fmla="*/ 0 h 480121"/>
                <a:gd name="connsiteX11" fmla="*/ 142325 w 439569"/>
                <a:gd name="connsiteY11" fmla="*/ 3212 h 480121"/>
                <a:gd name="connsiteX12" fmla="*/ 44006 w 439569"/>
                <a:gd name="connsiteY12" fmla="*/ 68504 h 480121"/>
                <a:gd name="connsiteX13" fmla="*/ 10679 w 439569"/>
                <a:gd name="connsiteY13" fmla="*/ 161075 h 480121"/>
                <a:gd name="connsiteX14" fmla="*/ 6970 w 439569"/>
                <a:gd name="connsiteY14" fmla="*/ 279599 h 480121"/>
                <a:gd name="connsiteX15" fmla="*/ 99116 w 439569"/>
                <a:gd name="connsiteY15" fmla="*/ 375436 h 480121"/>
                <a:gd name="connsiteX0" fmla="*/ 99116 w 439569"/>
                <a:gd name="connsiteY0" fmla="*/ 375436 h 480121"/>
                <a:gd name="connsiteX1" fmla="*/ 77257 w 439569"/>
                <a:gd name="connsiteY1" fmla="*/ 397867 h 480121"/>
                <a:gd name="connsiteX2" fmla="*/ 277760 w 439569"/>
                <a:gd name="connsiteY2" fmla="*/ 480121 h 480121"/>
                <a:gd name="connsiteX3" fmla="*/ 323241 w 439569"/>
                <a:gd name="connsiteY3" fmla="*/ 430480 h 480121"/>
                <a:gd name="connsiteX4" fmla="*/ 387866 w 439569"/>
                <a:gd name="connsiteY4" fmla="*/ 407292 h 480121"/>
                <a:gd name="connsiteX5" fmla="*/ 395887 w 439569"/>
                <a:gd name="connsiteY5" fmla="*/ 351081 h 480121"/>
                <a:gd name="connsiteX6" fmla="*/ 398341 w 439569"/>
                <a:gd name="connsiteY6" fmla="*/ 285257 h 480121"/>
                <a:gd name="connsiteX7" fmla="*/ 439354 w 439569"/>
                <a:gd name="connsiteY7" fmla="*/ 263310 h 480121"/>
                <a:gd name="connsiteX8" fmla="*/ 400039 w 439569"/>
                <a:gd name="connsiteY8" fmla="*/ 189748 h 480121"/>
                <a:gd name="connsiteX9" fmla="*/ 362835 w 439569"/>
                <a:gd name="connsiteY9" fmla="*/ 57937 h 480121"/>
                <a:gd name="connsiteX10" fmla="*/ 228225 w 439569"/>
                <a:gd name="connsiteY10" fmla="*/ 0 h 480121"/>
                <a:gd name="connsiteX11" fmla="*/ 142325 w 439569"/>
                <a:gd name="connsiteY11" fmla="*/ 3212 h 480121"/>
                <a:gd name="connsiteX12" fmla="*/ 44006 w 439569"/>
                <a:gd name="connsiteY12" fmla="*/ 68504 h 480121"/>
                <a:gd name="connsiteX13" fmla="*/ 10679 w 439569"/>
                <a:gd name="connsiteY13" fmla="*/ 161075 h 480121"/>
                <a:gd name="connsiteX14" fmla="*/ 6970 w 439569"/>
                <a:gd name="connsiteY14" fmla="*/ 279599 h 480121"/>
                <a:gd name="connsiteX15" fmla="*/ 99116 w 439569"/>
                <a:gd name="connsiteY15" fmla="*/ 375436 h 480121"/>
                <a:gd name="connsiteX0" fmla="*/ 99116 w 439569"/>
                <a:gd name="connsiteY0" fmla="*/ 376598 h 481283"/>
                <a:gd name="connsiteX1" fmla="*/ 77257 w 439569"/>
                <a:gd name="connsiteY1" fmla="*/ 399029 h 481283"/>
                <a:gd name="connsiteX2" fmla="*/ 277760 w 439569"/>
                <a:gd name="connsiteY2" fmla="*/ 481283 h 481283"/>
                <a:gd name="connsiteX3" fmla="*/ 323241 w 439569"/>
                <a:gd name="connsiteY3" fmla="*/ 431642 h 481283"/>
                <a:gd name="connsiteX4" fmla="*/ 387866 w 439569"/>
                <a:gd name="connsiteY4" fmla="*/ 408454 h 481283"/>
                <a:gd name="connsiteX5" fmla="*/ 395887 w 439569"/>
                <a:gd name="connsiteY5" fmla="*/ 352243 h 481283"/>
                <a:gd name="connsiteX6" fmla="*/ 398341 w 439569"/>
                <a:gd name="connsiteY6" fmla="*/ 286419 h 481283"/>
                <a:gd name="connsiteX7" fmla="*/ 439354 w 439569"/>
                <a:gd name="connsiteY7" fmla="*/ 264472 h 481283"/>
                <a:gd name="connsiteX8" fmla="*/ 400039 w 439569"/>
                <a:gd name="connsiteY8" fmla="*/ 190910 h 481283"/>
                <a:gd name="connsiteX9" fmla="*/ 362835 w 439569"/>
                <a:gd name="connsiteY9" fmla="*/ 59099 h 481283"/>
                <a:gd name="connsiteX10" fmla="*/ 228225 w 439569"/>
                <a:gd name="connsiteY10" fmla="*/ 1162 h 481283"/>
                <a:gd name="connsiteX11" fmla="*/ 142325 w 439569"/>
                <a:gd name="connsiteY11" fmla="*/ 4374 h 481283"/>
                <a:gd name="connsiteX12" fmla="*/ 44006 w 439569"/>
                <a:gd name="connsiteY12" fmla="*/ 69666 h 481283"/>
                <a:gd name="connsiteX13" fmla="*/ 10679 w 439569"/>
                <a:gd name="connsiteY13" fmla="*/ 162237 h 481283"/>
                <a:gd name="connsiteX14" fmla="*/ 6970 w 439569"/>
                <a:gd name="connsiteY14" fmla="*/ 280761 h 481283"/>
                <a:gd name="connsiteX15" fmla="*/ 99116 w 439569"/>
                <a:gd name="connsiteY15" fmla="*/ 376598 h 481283"/>
                <a:gd name="connsiteX0" fmla="*/ 99116 w 439569"/>
                <a:gd name="connsiteY0" fmla="*/ 376598 h 481283"/>
                <a:gd name="connsiteX1" fmla="*/ 77257 w 439569"/>
                <a:gd name="connsiteY1" fmla="*/ 399029 h 481283"/>
                <a:gd name="connsiteX2" fmla="*/ 277760 w 439569"/>
                <a:gd name="connsiteY2" fmla="*/ 481283 h 481283"/>
                <a:gd name="connsiteX3" fmla="*/ 323241 w 439569"/>
                <a:gd name="connsiteY3" fmla="*/ 431642 h 481283"/>
                <a:gd name="connsiteX4" fmla="*/ 387866 w 439569"/>
                <a:gd name="connsiteY4" fmla="*/ 408454 h 481283"/>
                <a:gd name="connsiteX5" fmla="*/ 395887 w 439569"/>
                <a:gd name="connsiteY5" fmla="*/ 352243 h 481283"/>
                <a:gd name="connsiteX6" fmla="*/ 398341 w 439569"/>
                <a:gd name="connsiteY6" fmla="*/ 286419 h 481283"/>
                <a:gd name="connsiteX7" fmla="*/ 439354 w 439569"/>
                <a:gd name="connsiteY7" fmla="*/ 264472 h 481283"/>
                <a:gd name="connsiteX8" fmla="*/ 400039 w 439569"/>
                <a:gd name="connsiteY8" fmla="*/ 190910 h 481283"/>
                <a:gd name="connsiteX9" fmla="*/ 362835 w 439569"/>
                <a:gd name="connsiteY9" fmla="*/ 59099 h 481283"/>
                <a:gd name="connsiteX10" fmla="*/ 228225 w 439569"/>
                <a:gd name="connsiteY10" fmla="*/ 1162 h 481283"/>
                <a:gd name="connsiteX11" fmla="*/ 142325 w 439569"/>
                <a:gd name="connsiteY11" fmla="*/ 4374 h 481283"/>
                <a:gd name="connsiteX12" fmla="*/ 44006 w 439569"/>
                <a:gd name="connsiteY12" fmla="*/ 69666 h 481283"/>
                <a:gd name="connsiteX13" fmla="*/ 10679 w 439569"/>
                <a:gd name="connsiteY13" fmla="*/ 162237 h 481283"/>
                <a:gd name="connsiteX14" fmla="*/ 6970 w 439569"/>
                <a:gd name="connsiteY14" fmla="*/ 280761 h 481283"/>
                <a:gd name="connsiteX15" fmla="*/ 99116 w 439569"/>
                <a:gd name="connsiteY15" fmla="*/ 376598 h 481283"/>
                <a:gd name="connsiteX0" fmla="*/ 99116 w 439569"/>
                <a:gd name="connsiteY0" fmla="*/ 375702 h 480387"/>
                <a:gd name="connsiteX1" fmla="*/ 77257 w 439569"/>
                <a:gd name="connsiteY1" fmla="*/ 398133 h 480387"/>
                <a:gd name="connsiteX2" fmla="*/ 277760 w 439569"/>
                <a:gd name="connsiteY2" fmla="*/ 480387 h 480387"/>
                <a:gd name="connsiteX3" fmla="*/ 323241 w 439569"/>
                <a:gd name="connsiteY3" fmla="*/ 430746 h 480387"/>
                <a:gd name="connsiteX4" fmla="*/ 387866 w 439569"/>
                <a:gd name="connsiteY4" fmla="*/ 407558 h 480387"/>
                <a:gd name="connsiteX5" fmla="*/ 395887 w 439569"/>
                <a:gd name="connsiteY5" fmla="*/ 351347 h 480387"/>
                <a:gd name="connsiteX6" fmla="*/ 398341 w 439569"/>
                <a:gd name="connsiteY6" fmla="*/ 285523 h 480387"/>
                <a:gd name="connsiteX7" fmla="*/ 439354 w 439569"/>
                <a:gd name="connsiteY7" fmla="*/ 263576 h 480387"/>
                <a:gd name="connsiteX8" fmla="*/ 400039 w 439569"/>
                <a:gd name="connsiteY8" fmla="*/ 190014 h 480387"/>
                <a:gd name="connsiteX9" fmla="*/ 362835 w 439569"/>
                <a:gd name="connsiteY9" fmla="*/ 58203 h 480387"/>
                <a:gd name="connsiteX10" fmla="*/ 241679 w 439569"/>
                <a:gd name="connsiteY10" fmla="*/ 3477 h 480387"/>
                <a:gd name="connsiteX11" fmla="*/ 142325 w 439569"/>
                <a:gd name="connsiteY11" fmla="*/ 3478 h 480387"/>
                <a:gd name="connsiteX12" fmla="*/ 44006 w 439569"/>
                <a:gd name="connsiteY12" fmla="*/ 68770 h 480387"/>
                <a:gd name="connsiteX13" fmla="*/ 10679 w 439569"/>
                <a:gd name="connsiteY13" fmla="*/ 161341 h 480387"/>
                <a:gd name="connsiteX14" fmla="*/ 6970 w 439569"/>
                <a:gd name="connsiteY14" fmla="*/ 279865 h 480387"/>
                <a:gd name="connsiteX15" fmla="*/ 99116 w 439569"/>
                <a:gd name="connsiteY15" fmla="*/ 375702 h 480387"/>
                <a:gd name="connsiteX0" fmla="*/ 99116 w 439569"/>
                <a:gd name="connsiteY0" fmla="*/ 379271 h 483956"/>
                <a:gd name="connsiteX1" fmla="*/ 77257 w 439569"/>
                <a:gd name="connsiteY1" fmla="*/ 401702 h 483956"/>
                <a:gd name="connsiteX2" fmla="*/ 277760 w 439569"/>
                <a:gd name="connsiteY2" fmla="*/ 483956 h 483956"/>
                <a:gd name="connsiteX3" fmla="*/ 323241 w 439569"/>
                <a:gd name="connsiteY3" fmla="*/ 434315 h 483956"/>
                <a:gd name="connsiteX4" fmla="*/ 387866 w 439569"/>
                <a:gd name="connsiteY4" fmla="*/ 411127 h 483956"/>
                <a:gd name="connsiteX5" fmla="*/ 395887 w 439569"/>
                <a:gd name="connsiteY5" fmla="*/ 354916 h 483956"/>
                <a:gd name="connsiteX6" fmla="*/ 398341 w 439569"/>
                <a:gd name="connsiteY6" fmla="*/ 289092 h 483956"/>
                <a:gd name="connsiteX7" fmla="*/ 439354 w 439569"/>
                <a:gd name="connsiteY7" fmla="*/ 267145 h 483956"/>
                <a:gd name="connsiteX8" fmla="*/ 400039 w 439569"/>
                <a:gd name="connsiteY8" fmla="*/ 193583 h 483956"/>
                <a:gd name="connsiteX9" fmla="*/ 362835 w 439569"/>
                <a:gd name="connsiteY9" fmla="*/ 61772 h 483956"/>
                <a:gd name="connsiteX10" fmla="*/ 241679 w 439569"/>
                <a:gd name="connsiteY10" fmla="*/ 7046 h 483956"/>
                <a:gd name="connsiteX11" fmla="*/ 142325 w 439569"/>
                <a:gd name="connsiteY11" fmla="*/ 7047 h 483956"/>
                <a:gd name="connsiteX12" fmla="*/ 44006 w 439569"/>
                <a:gd name="connsiteY12" fmla="*/ 72339 h 483956"/>
                <a:gd name="connsiteX13" fmla="*/ 10679 w 439569"/>
                <a:gd name="connsiteY13" fmla="*/ 164910 h 483956"/>
                <a:gd name="connsiteX14" fmla="*/ 6970 w 439569"/>
                <a:gd name="connsiteY14" fmla="*/ 283434 h 483956"/>
                <a:gd name="connsiteX15" fmla="*/ 99116 w 439569"/>
                <a:gd name="connsiteY15" fmla="*/ 379271 h 483956"/>
                <a:gd name="connsiteX0" fmla="*/ 99116 w 439569"/>
                <a:gd name="connsiteY0" fmla="*/ 379271 h 483956"/>
                <a:gd name="connsiteX1" fmla="*/ 77257 w 439569"/>
                <a:gd name="connsiteY1" fmla="*/ 401702 h 483956"/>
                <a:gd name="connsiteX2" fmla="*/ 277760 w 439569"/>
                <a:gd name="connsiteY2" fmla="*/ 483956 h 483956"/>
                <a:gd name="connsiteX3" fmla="*/ 323241 w 439569"/>
                <a:gd name="connsiteY3" fmla="*/ 434315 h 483956"/>
                <a:gd name="connsiteX4" fmla="*/ 387866 w 439569"/>
                <a:gd name="connsiteY4" fmla="*/ 411127 h 483956"/>
                <a:gd name="connsiteX5" fmla="*/ 395887 w 439569"/>
                <a:gd name="connsiteY5" fmla="*/ 354916 h 483956"/>
                <a:gd name="connsiteX6" fmla="*/ 398341 w 439569"/>
                <a:gd name="connsiteY6" fmla="*/ 289092 h 483956"/>
                <a:gd name="connsiteX7" fmla="*/ 439354 w 439569"/>
                <a:gd name="connsiteY7" fmla="*/ 267145 h 483956"/>
                <a:gd name="connsiteX8" fmla="*/ 400039 w 439569"/>
                <a:gd name="connsiteY8" fmla="*/ 193583 h 483956"/>
                <a:gd name="connsiteX9" fmla="*/ 362835 w 439569"/>
                <a:gd name="connsiteY9" fmla="*/ 61772 h 483956"/>
                <a:gd name="connsiteX10" fmla="*/ 241679 w 439569"/>
                <a:gd name="connsiteY10" fmla="*/ 7046 h 483956"/>
                <a:gd name="connsiteX11" fmla="*/ 142325 w 439569"/>
                <a:gd name="connsiteY11" fmla="*/ 7047 h 483956"/>
                <a:gd name="connsiteX12" fmla="*/ 44006 w 439569"/>
                <a:gd name="connsiteY12" fmla="*/ 72339 h 483956"/>
                <a:gd name="connsiteX13" fmla="*/ 10679 w 439569"/>
                <a:gd name="connsiteY13" fmla="*/ 164910 h 483956"/>
                <a:gd name="connsiteX14" fmla="*/ 6970 w 439569"/>
                <a:gd name="connsiteY14" fmla="*/ 283434 h 483956"/>
                <a:gd name="connsiteX15" fmla="*/ 99116 w 439569"/>
                <a:gd name="connsiteY15" fmla="*/ 379271 h 483956"/>
                <a:gd name="connsiteX0" fmla="*/ 99669 w 440122"/>
                <a:gd name="connsiteY0" fmla="*/ 379271 h 483956"/>
                <a:gd name="connsiteX1" fmla="*/ 77810 w 440122"/>
                <a:gd name="connsiteY1" fmla="*/ 401702 h 483956"/>
                <a:gd name="connsiteX2" fmla="*/ 278313 w 440122"/>
                <a:gd name="connsiteY2" fmla="*/ 483956 h 483956"/>
                <a:gd name="connsiteX3" fmla="*/ 323794 w 440122"/>
                <a:gd name="connsiteY3" fmla="*/ 434315 h 483956"/>
                <a:gd name="connsiteX4" fmla="*/ 388419 w 440122"/>
                <a:gd name="connsiteY4" fmla="*/ 411127 h 483956"/>
                <a:gd name="connsiteX5" fmla="*/ 396440 w 440122"/>
                <a:gd name="connsiteY5" fmla="*/ 354916 h 483956"/>
                <a:gd name="connsiteX6" fmla="*/ 398894 w 440122"/>
                <a:gd name="connsiteY6" fmla="*/ 289092 h 483956"/>
                <a:gd name="connsiteX7" fmla="*/ 439907 w 440122"/>
                <a:gd name="connsiteY7" fmla="*/ 267145 h 483956"/>
                <a:gd name="connsiteX8" fmla="*/ 400592 w 440122"/>
                <a:gd name="connsiteY8" fmla="*/ 193583 h 483956"/>
                <a:gd name="connsiteX9" fmla="*/ 363388 w 440122"/>
                <a:gd name="connsiteY9" fmla="*/ 61772 h 483956"/>
                <a:gd name="connsiteX10" fmla="*/ 242232 w 440122"/>
                <a:gd name="connsiteY10" fmla="*/ 7046 h 483956"/>
                <a:gd name="connsiteX11" fmla="*/ 142878 w 440122"/>
                <a:gd name="connsiteY11" fmla="*/ 7047 h 483956"/>
                <a:gd name="connsiteX12" fmla="*/ 58014 w 440122"/>
                <a:gd name="connsiteY12" fmla="*/ 71269 h 483956"/>
                <a:gd name="connsiteX13" fmla="*/ 11232 w 440122"/>
                <a:gd name="connsiteY13" fmla="*/ 164910 h 483956"/>
                <a:gd name="connsiteX14" fmla="*/ 7523 w 440122"/>
                <a:gd name="connsiteY14" fmla="*/ 283434 h 483956"/>
                <a:gd name="connsiteX15" fmla="*/ 99669 w 440122"/>
                <a:gd name="connsiteY15" fmla="*/ 379271 h 483956"/>
                <a:gd name="connsiteX0" fmla="*/ 99669 w 440122"/>
                <a:gd name="connsiteY0" fmla="*/ 379271 h 483956"/>
                <a:gd name="connsiteX1" fmla="*/ 77810 w 440122"/>
                <a:gd name="connsiteY1" fmla="*/ 401702 h 483956"/>
                <a:gd name="connsiteX2" fmla="*/ 278313 w 440122"/>
                <a:gd name="connsiteY2" fmla="*/ 483956 h 483956"/>
                <a:gd name="connsiteX3" fmla="*/ 323794 w 440122"/>
                <a:gd name="connsiteY3" fmla="*/ 434315 h 483956"/>
                <a:gd name="connsiteX4" fmla="*/ 388419 w 440122"/>
                <a:gd name="connsiteY4" fmla="*/ 411127 h 483956"/>
                <a:gd name="connsiteX5" fmla="*/ 396440 w 440122"/>
                <a:gd name="connsiteY5" fmla="*/ 354916 h 483956"/>
                <a:gd name="connsiteX6" fmla="*/ 398894 w 440122"/>
                <a:gd name="connsiteY6" fmla="*/ 289092 h 483956"/>
                <a:gd name="connsiteX7" fmla="*/ 439907 w 440122"/>
                <a:gd name="connsiteY7" fmla="*/ 267145 h 483956"/>
                <a:gd name="connsiteX8" fmla="*/ 400592 w 440122"/>
                <a:gd name="connsiteY8" fmla="*/ 193583 h 483956"/>
                <a:gd name="connsiteX9" fmla="*/ 363388 w 440122"/>
                <a:gd name="connsiteY9" fmla="*/ 61772 h 483956"/>
                <a:gd name="connsiteX10" fmla="*/ 242232 w 440122"/>
                <a:gd name="connsiteY10" fmla="*/ 7046 h 483956"/>
                <a:gd name="connsiteX11" fmla="*/ 142878 w 440122"/>
                <a:gd name="connsiteY11" fmla="*/ 7047 h 483956"/>
                <a:gd name="connsiteX12" fmla="*/ 58014 w 440122"/>
                <a:gd name="connsiteY12" fmla="*/ 71269 h 483956"/>
                <a:gd name="connsiteX13" fmla="*/ 11232 w 440122"/>
                <a:gd name="connsiteY13" fmla="*/ 164910 h 483956"/>
                <a:gd name="connsiteX14" fmla="*/ 7523 w 440122"/>
                <a:gd name="connsiteY14" fmla="*/ 283434 h 483956"/>
                <a:gd name="connsiteX15" fmla="*/ 99669 w 440122"/>
                <a:gd name="connsiteY15" fmla="*/ 379271 h 483956"/>
                <a:gd name="connsiteX0" fmla="*/ 99669 w 440122"/>
                <a:gd name="connsiteY0" fmla="*/ 379271 h 483956"/>
                <a:gd name="connsiteX1" fmla="*/ 77810 w 440122"/>
                <a:gd name="connsiteY1" fmla="*/ 401702 h 483956"/>
                <a:gd name="connsiteX2" fmla="*/ 278313 w 440122"/>
                <a:gd name="connsiteY2" fmla="*/ 483956 h 483956"/>
                <a:gd name="connsiteX3" fmla="*/ 323794 w 440122"/>
                <a:gd name="connsiteY3" fmla="*/ 434315 h 483956"/>
                <a:gd name="connsiteX4" fmla="*/ 388419 w 440122"/>
                <a:gd name="connsiteY4" fmla="*/ 411127 h 483956"/>
                <a:gd name="connsiteX5" fmla="*/ 396440 w 440122"/>
                <a:gd name="connsiteY5" fmla="*/ 354916 h 483956"/>
                <a:gd name="connsiteX6" fmla="*/ 398894 w 440122"/>
                <a:gd name="connsiteY6" fmla="*/ 289092 h 483956"/>
                <a:gd name="connsiteX7" fmla="*/ 439907 w 440122"/>
                <a:gd name="connsiteY7" fmla="*/ 267145 h 483956"/>
                <a:gd name="connsiteX8" fmla="*/ 400592 w 440122"/>
                <a:gd name="connsiteY8" fmla="*/ 193583 h 483956"/>
                <a:gd name="connsiteX9" fmla="*/ 363388 w 440122"/>
                <a:gd name="connsiteY9" fmla="*/ 61772 h 483956"/>
                <a:gd name="connsiteX10" fmla="*/ 242232 w 440122"/>
                <a:gd name="connsiteY10" fmla="*/ 7046 h 483956"/>
                <a:gd name="connsiteX11" fmla="*/ 142878 w 440122"/>
                <a:gd name="connsiteY11" fmla="*/ 7047 h 483956"/>
                <a:gd name="connsiteX12" fmla="*/ 58014 w 440122"/>
                <a:gd name="connsiteY12" fmla="*/ 71269 h 483956"/>
                <a:gd name="connsiteX13" fmla="*/ 11232 w 440122"/>
                <a:gd name="connsiteY13" fmla="*/ 164910 h 483956"/>
                <a:gd name="connsiteX14" fmla="*/ 7523 w 440122"/>
                <a:gd name="connsiteY14" fmla="*/ 283434 h 483956"/>
                <a:gd name="connsiteX15" fmla="*/ 99669 w 440122"/>
                <a:gd name="connsiteY15" fmla="*/ 379271 h 483956"/>
                <a:gd name="connsiteX0" fmla="*/ 94327 w 434780"/>
                <a:gd name="connsiteY0" fmla="*/ 379271 h 483956"/>
                <a:gd name="connsiteX1" fmla="*/ 72468 w 434780"/>
                <a:gd name="connsiteY1" fmla="*/ 401702 h 483956"/>
                <a:gd name="connsiteX2" fmla="*/ 272971 w 434780"/>
                <a:gd name="connsiteY2" fmla="*/ 483956 h 483956"/>
                <a:gd name="connsiteX3" fmla="*/ 318452 w 434780"/>
                <a:gd name="connsiteY3" fmla="*/ 434315 h 483956"/>
                <a:gd name="connsiteX4" fmla="*/ 383077 w 434780"/>
                <a:gd name="connsiteY4" fmla="*/ 411127 h 483956"/>
                <a:gd name="connsiteX5" fmla="*/ 391098 w 434780"/>
                <a:gd name="connsiteY5" fmla="*/ 354916 h 483956"/>
                <a:gd name="connsiteX6" fmla="*/ 393552 w 434780"/>
                <a:gd name="connsiteY6" fmla="*/ 289092 h 483956"/>
                <a:gd name="connsiteX7" fmla="*/ 434565 w 434780"/>
                <a:gd name="connsiteY7" fmla="*/ 267145 h 483956"/>
                <a:gd name="connsiteX8" fmla="*/ 395250 w 434780"/>
                <a:gd name="connsiteY8" fmla="*/ 193583 h 483956"/>
                <a:gd name="connsiteX9" fmla="*/ 358046 w 434780"/>
                <a:gd name="connsiteY9" fmla="*/ 61772 h 483956"/>
                <a:gd name="connsiteX10" fmla="*/ 236890 w 434780"/>
                <a:gd name="connsiteY10" fmla="*/ 7046 h 483956"/>
                <a:gd name="connsiteX11" fmla="*/ 137536 w 434780"/>
                <a:gd name="connsiteY11" fmla="*/ 7047 h 483956"/>
                <a:gd name="connsiteX12" fmla="*/ 52672 w 434780"/>
                <a:gd name="connsiteY12" fmla="*/ 71269 h 483956"/>
                <a:gd name="connsiteX13" fmla="*/ 5890 w 434780"/>
                <a:gd name="connsiteY13" fmla="*/ 164910 h 483956"/>
                <a:gd name="connsiteX14" fmla="*/ 10461 w 434780"/>
                <a:gd name="connsiteY14" fmla="*/ 284505 h 483956"/>
                <a:gd name="connsiteX15" fmla="*/ 94327 w 434780"/>
                <a:gd name="connsiteY15" fmla="*/ 379271 h 483956"/>
                <a:gd name="connsiteX0" fmla="*/ 94327 w 434780"/>
                <a:gd name="connsiteY0" fmla="*/ 379271 h 483956"/>
                <a:gd name="connsiteX1" fmla="*/ 78678 w 434780"/>
                <a:gd name="connsiteY1" fmla="*/ 419898 h 483956"/>
                <a:gd name="connsiteX2" fmla="*/ 272971 w 434780"/>
                <a:gd name="connsiteY2" fmla="*/ 483956 h 483956"/>
                <a:gd name="connsiteX3" fmla="*/ 318452 w 434780"/>
                <a:gd name="connsiteY3" fmla="*/ 434315 h 483956"/>
                <a:gd name="connsiteX4" fmla="*/ 383077 w 434780"/>
                <a:gd name="connsiteY4" fmla="*/ 411127 h 483956"/>
                <a:gd name="connsiteX5" fmla="*/ 391098 w 434780"/>
                <a:gd name="connsiteY5" fmla="*/ 354916 h 483956"/>
                <a:gd name="connsiteX6" fmla="*/ 393552 w 434780"/>
                <a:gd name="connsiteY6" fmla="*/ 289092 h 483956"/>
                <a:gd name="connsiteX7" fmla="*/ 434565 w 434780"/>
                <a:gd name="connsiteY7" fmla="*/ 267145 h 483956"/>
                <a:gd name="connsiteX8" fmla="*/ 395250 w 434780"/>
                <a:gd name="connsiteY8" fmla="*/ 193583 h 483956"/>
                <a:gd name="connsiteX9" fmla="*/ 358046 w 434780"/>
                <a:gd name="connsiteY9" fmla="*/ 61772 h 483956"/>
                <a:gd name="connsiteX10" fmla="*/ 236890 w 434780"/>
                <a:gd name="connsiteY10" fmla="*/ 7046 h 483956"/>
                <a:gd name="connsiteX11" fmla="*/ 137536 w 434780"/>
                <a:gd name="connsiteY11" fmla="*/ 7047 h 483956"/>
                <a:gd name="connsiteX12" fmla="*/ 52672 w 434780"/>
                <a:gd name="connsiteY12" fmla="*/ 71269 h 483956"/>
                <a:gd name="connsiteX13" fmla="*/ 5890 w 434780"/>
                <a:gd name="connsiteY13" fmla="*/ 164910 h 483956"/>
                <a:gd name="connsiteX14" fmla="*/ 10461 w 434780"/>
                <a:gd name="connsiteY14" fmla="*/ 284505 h 483956"/>
                <a:gd name="connsiteX15" fmla="*/ 94327 w 434780"/>
                <a:gd name="connsiteY15" fmla="*/ 379271 h 483956"/>
                <a:gd name="connsiteX0" fmla="*/ 94327 w 434780"/>
                <a:gd name="connsiteY0" fmla="*/ 379271 h 502152"/>
                <a:gd name="connsiteX1" fmla="*/ 78678 w 434780"/>
                <a:gd name="connsiteY1" fmla="*/ 419898 h 502152"/>
                <a:gd name="connsiteX2" fmla="*/ 271936 w 434780"/>
                <a:gd name="connsiteY2" fmla="*/ 502152 h 502152"/>
                <a:gd name="connsiteX3" fmla="*/ 318452 w 434780"/>
                <a:gd name="connsiteY3" fmla="*/ 434315 h 502152"/>
                <a:gd name="connsiteX4" fmla="*/ 383077 w 434780"/>
                <a:gd name="connsiteY4" fmla="*/ 411127 h 502152"/>
                <a:gd name="connsiteX5" fmla="*/ 391098 w 434780"/>
                <a:gd name="connsiteY5" fmla="*/ 354916 h 502152"/>
                <a:gd name="connsiteX6" fmla="*/ 393552 w 434780"/>
                <a:gd name="connsiteY6" fmla="*/ 289092 h 502152"/>
                <a:gd name="connsiteX7" fmla="*/ 434565 w 434780"/>
                <a:gd name="connsiteY7" fmla="*/ 267145 h 502152"/>
                <a:gd name="connsiteX8" fmla="*/ 395250 w 434780"/>
                <a:gd name="connsiteY8" fmla="*/ 193583 h 502152"/>
                <a:gd name="connsiteX9" fmla="*/ 358046 w 434780"/>
                <a:gd name="connsiteY9" fmla="*/ 61772 h 502152"/>
                <a:gd name="connsiteX10" fmla="*/ 236890 w 434780"/>
                <a:gd name="connsiteY10" fmla="*/ 7046 h 502152"/>
                <a:gd name="connsiteX11" fmla="*/ 137536 w 434780"/>
                <a:gd name="connsiteY11" fmla="*/ 7047 h 502152"/>
                <a:gd name="connsiteX12" fmla="*/ 52672 w 434780"/>
                <a:gd name="connsiteY12" fmla="*/ 71269 h 502152"/>
                <a:gd name="connsiteX13" fmla="*/ 5890 w 434780"/>
                <a:gd name="connsiteY13" fmla="*/ 164910 h 502152"/>
                <a:gd name="connsiteX14" fmla="*/ 10461 w 434780"/>
                <a:gd name="connsiteY14" fmla="*/ 284505 h 502152"/>
                <a:gd name="connsiteX15" fmla="*/ 94327 w 434780"/>
                <a:gd name="connsiteY15" fmla="*/ 379271 h 502152"/>
                <a:gd name="connsiteX0" fmla="*/ 94327 w 434780"/>
                <a:gd name="connsiteY0" fmla="*/ 379271 h 502152"/>
                <a:gd name="connsiteX1" fmla="*/ 78678 w 434780"/>
                <a:gd name="connsiteY1" fmla="*/ 431672 h 502152"/>
                <a:gd name="connsiteX2" fmla="*/ 271936 w 434780"/>
                <a:gd name="connsiteY2" fmla="*/ 502152 h 502152"/>
                <a:gd name="connsiteX3" fmla="*/ 318452 w 434780"/>
                <a:gd name="connsiteY3" fmla="*/ 434315 h 502152"/>
                <a:gd name="connsiteX4" fmla="*/ 383077 w 434780"/>
                <a:gd name="connsiteY4" fmla="*/ 411127 h 502152"/>
                <a:gd name="connsiteX5" fmla="*/ 391098 w 434780"/>
                <a:gd name="connsiteY5" fmla="*/ 354916 h 502152"/>
                <a:gd name="connsiteX6" fmla="*/ 393552 w 434780"/>
                <a:gd name="connsiteY6" fmla="*/ 289092 h 502152"/>
                <a:gd name="connsiteX7" fmla="*/ 434565 w 434780"/>
                <a:gd name="connsiteY7" fmla="*/ 267145 h 502152"/>
                <a:gd name="connsiteX8" fmla="*/ 395250 w 434780"/>
                <a:gd name="connsiteY8" fmla="*/ 193583 h 502152"/>
                <a:gd name="connsiteX9" fmla="*/ 358046 w 434780"/>
                <a:gd name="connsiteY9" fmla="*/ 61772 h 502152"/>
                <a:gd name="connsiteX10" fmla="*/ 236890 w 434780"/>
                <a:gd name="connsiteY10" fmla="*/ 7046 h 502152"/>
                <a:gd name="connsiteX11" fmla="*/ 137536 w 434780"/>
                <a:gd name="connsiteY11" fmla="*/ 7047 h 502152"/>
                <a:gd name="connsiteX12" fmla="*/ 52672 w 434780"/>
                <a:gd name="connsiteY12" fmla="*/ 71269 h 502152"/>
                <a:gd name="connsiteX13" fmla="*/ 5890 w 434780"/>
                <a:gd name="connsiteY13" fmla="*/ 164910 h 502152"/>
                <a:gd name="connsiteX14" fmla="*/ 10461 w 434780"/>
                <a:gd name="connsiteY14" fmla="*/ 284505 h 502152"/>
                <a:gd name="connsiteX15" fmla="*/ 94327 w 434780"/>
                <a:gd name="connsiteY15" fmla="*/ 379271 h 502152"/>
                <a:gd name="connsiteX0" fmla="*/ 94327 w 434780"/>
                <a:gd name="connsiteY0" fmla="*/ 379271 h 502152"/>
                <a:gd name="connsiteX1" fmla="*/ 78678 w 434780"/>
                <a:gd name="connsiteY1" fmla="*/ 431672 h 502152"/>
                <a:gd name="connsiteX2" fmla="*/ 271936 w 434780"/>
                <a:gd name="connsiteY2" fmla="*/ 502152 h 502152"/>
                <a:gd name="connsiteX3" fmla="*/ 318452 w 434780"/>
                <a:gd name="connsiteY3" fmla="*/ 434315 h 502152"/>
                <a:gd name="connsiteX4" fmla="*/ 383077 w 434780"/>
                <a:gd name="connsiteY4" fmla="*/ 411127 h 502152"/>
                <a:gd name="connsiteX5" fmla="*/ 391098 w 434780"/>
                <a:gd name="connsiteY5" fmla="*/ 354916 h 502152"/>
                <a:gd name="connsiteX6" fmla="*/ 393552 w 434780"/>
                <a:gd name="connsiteY6" fmla="*/ 289092 h 502152"/>
                <a:gd name="connsiteX7" fmla="*/ 434565 w 434780"/>
                <a:gd name="connsiteY7" fmla="*/ 267145 h 502152"/>
                <a:gd name="connsiteX8" fmla="*/ 395250 w 434780"/>
                <a:gd name="connsiteY8" fmla="*/ 193583 h 502152"/>
                <a:gd name="connsiteX9" fmla="*/ 358046 w 434780"/>
                <a:gd name="connsiteY9" fmla="*/ 61772 h 502152"/>
                <a:gd name="connsiteX10" fmla="*/ 236890 w 434780"/>
                <a:gd name="connsiteY10" fmla="*/ 7046 h 502152"/>
                <a:gd name="connsiteX11" fmla="*/ 137536 w 434780"/>
                <a:gd name="connsiteY11" fmla="*/ 7047 h 502152"/>
                <a:gd name="connsiteX12" fmla="*/ 52672 w 434780"/>
                <a:gd name="connsiteY12" fmla="*/ 71269 h 502152"/>
                <a:gd name="connsiteX13" fmla="*/ 5890 w 434780"/>
                <a:gd name="connsiteY13" fmla="*/ 164910 h 502152"/>
                <a:gd name="connsiteX14" fmla="*/ 10461 w 434780"/>
                <a:gd name="connsiteY14" fmla="*/ 284505 h 502152"/>
                <a:gd name="connsiteX15" fmla="*/ 94327 w 434780"/>
                <a:gd name="connsiteY15" fmla="*/ 379271 h 502152"/>
                <a:gd name="connsiteX0" fmla="*/ 94327 w 434780"/>
                <a:gd name="connsiteY0" fmla="*/ 379271 h 502152"/>
                <a:gd name="connsiteX1" fmla="*/ 78678 w 434780"/>
                <a:gd name="connsiteY1" fmla="*/ 431672 h 502152"/>
                <a:gd name="connsiteX2" fmla="*/ 271936 w 434780"/>
                <a:gd name="connsiteY2" fmla="*/ 502152 h 502152"/>
                <a:gd name="connsiteX3" fmla="*/ 318452 w 434780"/>
                <a:gd name="connsiteY3" fmla="*/ 434315 h 502152"/>
                <a:gd name="connsiteX4" fmla="*/ 383077 w 434780"/>
                <a:gd name="connsiteY4" fmla="*/ 411127 h 502152"/>
                <a:gd name="connsiteX5" fmla="*/ 391098 w 434780"/>
                <a:gd name="connsiteY5" fmla="*/ 354916 h 502152"/>
                <a:gd name="connsiteX6" fmla="*/ 393552 w 434780"/>
                <a:gd name="connsiteY6" fmla="*/ 289092 h 502152"/>
                <a:gd name="connsiteX7" fmla="*/ 434565 w 434780"/>
                <a:gd name="connsiteY7" fmla="*/ 267145 h 502152"/>
                <a:gd name="connsiteX8" fmla="*/ 395250 w 434780"/>
                <a:gd name="connsiteY8" fmla="*/ 193583 h 502152"/>
                <a:gd name="connsiteX9" fmla="*/ 358046 w 434780"/>
                <a:gd name="connsiteY9" fmla="*/ 61772 h 502152"/>
                <a:gd name="connsiteX10" fmla="*/ 236890 w 434780"/>
                <a:gd name="connsiteY10" fmla="*/ 7046 h 502152"/>
                <a:gd name="connsiteX11" fmla="*/ 137536 w 434780"/>
                <a:gd name="connsiteY11" fmla="*/ 7047 h 502152"/>
                <a:gd name="connsiteX12" fmla="*/ 52672 w 434780"/>
                <a:gd name="connsiteY12" fmla="*/ 71269 h 502152"/>
                <a:gd name="connsiteX13" fmla="*/ 5890 w 434780"/>
                <a:gd name="connsiteY13" fmla="*/ 164910 h 502152"/>
                <a:gd name="connsiteX14" fmla="*/ 10461 w 434780"/>
                <a:gd name="connsiteY14" fmla="*/ 284505 h 502152"/>
                <a:gd name="connsiteX15" fmla="*/ 94327 w 434780"/>
                <a:gd name="connsiteY15" fmla="*/ 379271 h 502152"/>
                <a:gd name="connsiteX0" fmla="*/ 94327 w 434780"/>
                <a:gd name="connsiteY0" fmla="*/ 379271 h 514996"/>
                <a:gd name="connsiteX1" fmla="*/ 78678 w 434780"/>
                <a:gd name="connsiteY1" fmla="*/ 431672 h 514996"/>
                <a:gd name="connsiteX2" fmla="*/ 262622 w 434780"/>
                <a:gd name="connsiteY2" fmla="*/ 514996 h 514996"/>
                <a:gd name="connsiteX3" fmla="*/ 318452 w 434780"/>
                <a:gd name="connsiteY3" fmla="*/ 434315 h 514996"/>
                <a:gd name="connsiteX4" fmla="*/ 383077 w 434780"/>
                <a:gd name="connsiteY4" fmla="*/ 411127 h 514996"/>
                <a:gd name="connsiteX5" fmla="*/ 391098 w 434780"/>
                <a:gd name="connsiteY5" fmla="*/ 354916 h 514996"/>
                <a:gd name="connsiteX6" fmla="*/ 393552 w 434780"/>
                <a:gd name="connsiteY6" fmla="*/ 289092 h 514996"/>
                <a:gd name="connsiteX7" fmla="*/ 434565 w 434780"/>
                <a:gd name="connsiteY7" fmla="*/ 267145 h 514996"/>
                <a:gd name="connsiteX8" fmla="*/ 395250 w 434780"/>
                <a:gd name="connsiteY8" fmla="*/ 193583 h 514996"/>
                <a:gd name="connsiteX9" fmla="*/ 358046 w 434780"/>
                <a:gd name="connsiteY9" fmla="*/ 61772 h 514996"/>
                <a:gd name="connsiteX10" fmla="*/ 236890 w 434780"/>
                <a:gd name="connsiteY10" fmla="*/ 7046 h 514996"/>
                <a:gd name="connsiteX11" fmla="*/ 137536 w 434780"/>
                <a:gd name="connsiteY11" fmla="*/ 7047 h 514996"/>
                <a:gd name="connsiteX12" fmla="*/ 52672 w 434780"/>
                <a:gd name="connsiteY12" fmla="*/ 71269 h 514996"/>
                <a:gd name="connsiteX13" fmla="*/ 5890 w 434780"/>
                <a:gd name="connsiteY13" fmla="*/ 164910 h 514996"/>
                <a:gd name="connsiteX14" fmla="*/ 10461 w 434780"/>
                <a:gd name="connsiteY14" fmla="*/ 284505 h 514996"/>
                <a:gd name="connsiteX15" fmla="*/ 94327 w 434780"/>
                <a:gd name="connsiteY15" fmla="*/ 379271 h 514996"/>
                <a:gd name="connsiteX0" fmla="*/ 94327 w 434780"/>
                <a:gd name="connsiteY0" fmla="*/ 379271 h 514996"/>
                <a:gd name="connsiteX1" fmla="*/ 84888 w 434780"/>
                <a:gd name="connsiteY1" fmla="*/ 444516 h 514996"/>
                <a:gd name="connsiteX2" fmla="*/ 262622 w 434780"/>
                <a:gd name="connsiteY2" fmla="*/ 514996 h 514996"/>
                <a:gd name="connsiteX3" fmla="*/ 318452 w 434780"/>
                <a:gd name="connsiteY3" fmla="*/ 434315 h 514996"/>
                <a:gd name="connsiteX4" fmla="*/ 383077 w 434780"/>
                <a:gd name="connsiteY4" fmla="*/ 411127 h 514996"/>
                <a:gd name="connsiteX5" fmla="*/ 391098 w 434780"/>
                <a:gd name="connsiteY5" fmla="*/ 354916 h 514996"/>
                <a:gd name="connsiteX6" fmla="*/ 393552 w 434780"/>
                <a:gd name="connsiteY6" fmla="*/ 289092 h 514996"/>
                <a:gd name="connsiteX7" fmla="*/ 434565 w 434780"/>
                <a:gd name="connsiteY7" fmla="*/ 267145 h 514996"/>
                <a:gd name="connsiteX8" fmla="*/ 395250 w 434780"/>
                <a:gd name="connsiteY8" fmla="*/ 193583 h 514996"/>
                <a:gd name="connsiteX9" fmla="*/ 358046 w 434780"/>
                <a:gd name="connsiteY9" fmla="*/ 61772 h 514996"/>
                <a:gd name="connsiteX10" fmla="*/ 236890 w 434780"/>
                <a:gd name="connsiteY10" fmla="*/ 7046 h 514996"/>
                <a:gd name="connsiteX11" fmla="*/ 137536 w 434780"/>
                <a:gd name="connsiteY11" fmla="*/ 7047 h 514996"/>
                <a:gd name="connsiteX12" fmla="*/ 52672 w 434780"/>
                <a:gd name="connsiteY12" fmla="*/ 71269 h 514996"/>
                <a:gd name="connsiteX13" fmla="*/ 5890 w 434780"/>
                <a:gd name="connsiteY13" fmla="*/ 164910 h 514996"/>
                <a:gd name="connsiteX14" fmla="*/ 10461 w 434780"/>
                <a:gd name="connsiteY14" fmla="*/ 284505 h 514996"/>
                <a:gd name="connsiteX15" fmla="*/ 94327 w 434780"/>
                <a:gd name="connsiteY15" fmla="*/ 379271 h 51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4780" h="514996">
                  <a:moveTo>
                    <a:pt x="94327" y="379271"/>
                  </a:moveTo>
                  <a:cubicBezTo>
                    <a:pt x="106732" y="405940"/>
                    <a:pt x="56839" y="421895"/>
                    <a:pt x="84888" y="444516"/>
                  </a:cubicBezTo>
                  <a:cubicBezTo>
                    <a:pt x="112937" y="467137"/>
                    <a:pt x="199056" y="502876"/>
                    <a:pt x="262622" y="514996"/>
                  </a:cubicBezTo>
                  <a:cubicBezTo>
                    <a:pt x="253742" y="456472"/>
                    <a:pt x="309987" y="452339"/>
                    <a:pt x="318452" y="434315"/>
                  </a:cubicBezTo>
                  <a:cubicBezTo>
                    <a:pt x="326917" y="416291"/>
                    <a:pt x="370280" y="432745"/>
                    <a:pt x="383077" y="411127"/>
                  </a:cubicBezTo>
                  <a:cubicBezTo>
                    <a:pt x="395875" y="389509"/>
                    <a:pt x="389697" y="379715"/>
                    <a:pt x="391098" y="354916"/>
                  </a:cubicBezTo>
                  <a:cubicBezTo>
                    <a:pt x="392499" y="330117"/>
                    <a:pt x="386308" y="303720"/>
                    <a:pt x="393552" y="289092"/>
                  </a:cubicBezTo>
                  <a:cubicBezTo>
                    <a:pt x="400796" y="274464"/>
                    <a:pt x="431695" y="290378"/>
                    <a:pt x="434565" y="267145"/>
                  </a:cubicBezTo>
                  <a:cubicBezTo>
                    <a:pt x="437436" y="243912"/>
                    <a:pt x="410935" y="242441"/>
                    <a:pt x="395250" y="193583"/>
                  </a:cubicBezTo>
                  <a:cubicBezTo>
                    <a:pt x="376518" y="142182"/>
                    <a:pt x="384439" y="92861"/>
                    <a:pt x="358046" y="61772"/>
                  </a:cubicBezTo>
                  <a:cubicBezTo>
                    <a:pt x="331653" y="30683"/>
                    <a:pt x="304035" y="21075"/>
                    <a:pt x="236890" y="7046"/>
                  </a:cubicBezTo>
                  <a:cubicBezTo>
                    <a:pt x="198759" y="-3147"/>
                    <a:pt x="156337" y="-1516"/>
                    <a:pt x="137536" y="7047"/>
                  </a:cubicBezTo>
                  <a:cubicBezTo>
                    <a:pt x="118735" y="15610"/>
                    <a:pt x="100314" y="31222"/>
                    <a:pt x="52672" y="71269"/>
                  </a:cubicBezTo>
                  <a:cubicBezTo>
                    <a:pt x="24694" y="88838"/>
                    <a:pt x="12925" y="129371"/>
                    <a:pt x="5890" y="164910"/>
                  </a:cubicBezTo>
                  <a:cubicBezTo>
                    <a:pt x="-1145" y="200449"/>
                    <a:pt x="-4279" y="248778"/>
                    <a:pt x="10461" y="284505"/>
                  </a:cubicBezTo>
                  <a:cubicBezTo>
                    <a:pt x="25201" y="320232"/>
                    <a:pt x="81923" y="352603"/>
                    <a:pt x="94327" y="379271"/>
                  </a:cubicBezTo>
                  <a:close/>
                </a:path>
              </a:pathLst>
            </a:custGeom>
            <a:solidFill>
              <a:srgbClr val="CEB09B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07" name="任意多边形: 形状 306">
              <a:extLst>
                <a:ext uri="{FF2B5EF4-FFF2-40B4-BE49-F238E27FC236}">
                  <a16:creationId xmlns:a16="http://schemas.microsoft.com/office/drawing/2014/main" id="{DE4E722A-E2B1-D7D3-604A-FFCBCCD352C8}"/>
                </a:ext>
              </a:extLst>
            </p:cNvPr>
            <p:cNvSpPr/>
            <p:nvPr/>
          </p:nvSpPr>
          <p:spPr>
            <a:xfrm>
              <a:off x="10492092" y="4192946"/>
              <a:ext cx="330662" cy="504081"/>
            </a:xfrm>
            <a:custGeom>
              <a:avLst/>
              <a:gdLst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347694 w 838761"/>
                <a:gd name="connsiteY13" fmla="*/ 65616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616511 w 838761"/>
                <a:gd name="connsiteY12" fmla="*/ 357717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696945 w 838761"/>
                <a:gd name="connsiteY10" fmla="*/ 514350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759247"/>
                <a:gd name="connsiteY0" fmla="*/ 19050 h 1185333"/>
                <a:gd name="connsiteX1" fmla="*/ 68294 w 759247"/>
                <a:gd name="connsiteY1" fmla="*/ 80433 h 1185333"/>
                <a:gd name="connsiteX2" fmla="*/ 21728 w 759247"/>
                <a:gd name="connsiteY2" fmla="*/ 160866 h 1185333"/>
                <a:gd name="connsiteX3" fmla="*/ 561 w 759247"/>
                <a:gd name="connsiteY3" fmla="*/ 323850 h 1185333"/>
                <a:gd name="connsiteX4" fmla="*/ 148728 w 759247"/>
                <a:gd name="connsiteY4" fmla="*/ 903816 h 1185333"/>
                <a:gd name="connsiteX5" fmla="*/ 269378 w 759247"/>
                <a:gd name="connsiteY5" fmla="*/ 1056216 h 1185333"/>
                <a:gd name="connsiteX6" fmla="*/ 440828 w 759247"/>
                <a:gd name="connsiteY6" fmla="*/ 1166283 h 1185333"/>
                <a:gd name="connsiteX7" fmla="*/ 652494 w 759247"/>
                <a:gd name="connsiteY7" fmla="*/ 1185333 h 1185333"/>
                <a:gd name="connsiteX8" fmla="*/ 758328 w 759247"/>
                <a:gd name="connsiteY8" fmla="*/ 1104900 h 1185333"/>
                <a:gd name="connsiteX9" fmla="*/ 709644 w 759247"/>
                <a:gd name="connsiteY9" fmla="*/ 687916 h 1185333"/>
                <a:gd name="connsiteX10" fmla="*/ 696945 w 759247"/>
                <a:gd name="connsiteY10" fmla="*/ 514350 h 1185333"/>
                <a:gd name="connsiteX11" fmla="*/ 616511 w 759247"/>
                <a:gd name="connsiteY11" fmla="*/ 357717 h 1185333"/>
                <a:gd name="connsiteX12" fmla="*/ 491628 w 759247"/>
                <a:gd name="connsiteY12" fmla="*/ 86783 h 1185333"/>
                <a:gd name="connsiteX13" fmla="*/ 186828 w 759247"/>
                <a:gd name="connsiteY13" fmla="*/ 0 h 1185333"/>
                <a:gd name="connsiteX14" fmla="*/ 180478 w 759247"/>
                <a:gd name="connsiteY14" fmla="*/ 10583 h 1185333"/>
                <a:gd name="connsiteX0" fmla="*/ 241861 w 759154"/>
                <a:gd name="connsiteY0" fmla="*/ 19050 h 1185333"/>
                <a:gd name="connsiteX1" fmla="*/ 68294 w 759154"/>
                <a:gd name="connsiteY1" fmla="*/ 80433 h 1185333"/>
                <a:gd name="connsiteX2" fmla="*/ 21728 w 759154"/>
                <a:gd name="connsiteY2" fmla="*/ 160866 h 1185333"/>
                <a:gd name="connsiteX3" fmla="*/ 561 w 759154"/>
                <a:gd name="connsiteY3" fmla="*/ 323850 h 1185333"/>
                <a:gd name="connsiteX4" fmla="*/ 148728 w 759154"/>
                <a:gd name="connsiteY4" fmla="*/ 903816 h 1185333"/>
                <a:gd name="connsiteX5" fmla="*/ 269378 w 759154"/>
                <a:gd name="connsiteY5" fmla="*/ 1056216 h 1185333"/>
                <a:gd name="connsiteX6" fmla="*/ 440828 w 759154"/>
                <a:gd name="connsiteY6" fmla="*/ 1166283 h 1185333"/>
                <a:gd name="connsiteX7" fmla="*/ 652494 w 759154"/>
                <a:gd name="connsiteY7" fmla="*/ 1185333 h 1185333"/>
                <a:gd name="connsiteX8" fmla="*/ 758328 w 759154"/>
                <a:gd name="connsiteY8" fmla="*/ 1104900 h 1185333"/>
                <a:gd name="connsiteX9" fmla="*/ 709644 w 759154"/>
                <a:gd name="connsiteY9" fmla="*/ 687916 h 1185333"/>
                <a:gd name="connsiteX10" fmla="*/ 696945 w 759154"/>
                <a:gd name="connsiteY10" fmla="*/ 514350 h 1185333"/>
                <a:gd name="connsiteX11" fmla="*/ 616511 w 759154"/>
                <a:gd name="connsiteY11" fmla="*/ 357717 h 1185333"/>
                <a:gd name="connsiteX12" fmla="*/ 491628 w 759154"/>
                <a:gd name="connsiteY12" fmla="*/ 86783 h 1185333"/>
                <a:gd name="connsiteX13" fmla="*/ 186828 w 759154"/>
                <a:gd name="connsiteY13" fmla="*/ 0 h 1185333"/>
                <a:gd name="connsiteX14" fmla="*/ 180478 w 759154"/>
                <a:gd name="connsiteY14" fmla="*/ 10583 h 1185333"/>
                <a:gd name="connsiteX0" fmla="*/ 241861 w 711707"/>
                <a:gd name="connsiteY0" fmla="*/ 19050 h 1185333"/>
                <a:gd name="connsiteX1" fmla="*/ 68294 w 711707"/>
                <a:gd name="connsiteY1" fmla="*/ 80433 h 1185333"/>
                <a:gd name="connsiteX2" fmla="*/ 21728 w 711707"/>
                <a:gd name="connsiteY2" fmla="*/ 160866 h 1185333"/>
                <a:gd name="connsiteX3" fmla="*/ 561 w 711707"/>
                <a:gd name="connsiteY3" fmla="*/ 323850 h 1185333"/>
                <a:gd name="connsiteX4" fmla="*/ 148728 w 711707"/>
                <a:gd name="connsiteY4" fmla="*/ 903816 h 1185333"/>
                <a:gd name="connsiteX5" fmla="*/ 269378 w 711707"/>
                <a:gd name="connsiteY5" fmla="*/ 1056216 h 1185333"/>
                <a:gd name="connsiteX6" fmla="*/ 440828 w 711707"/>
                <a:gd name="connsiteY6" fmla="*/ 1166283 h 1185333"/>
                <a:gd name="connsiteX7" fmla="*/ 652494 w 711707"/>
                <a:gd name="connsiteY7" fmla="*/ 1185333 h 1185333"/>
                <a:gd name="connsiteX8" fmla="*/ 709645 w 711707"/>
                <a:gd name="connsiteY8" fmla="*/ 1075267 h 1185333"/>
                <a:gd name="connsiteX9" fmla="*/ 709644 w 711707"/>
                <a:gd name="connsiteY9" fmla="*/ 687916 h 1185333"/>
                <a:gd name="connsiteX10" fmla="*/ 696945 w 711707"/>
                <a:gd name="connsiteY10" fmla="*/ 514350 h 1185333"/>
                <a:gd name="connsiteX11" fmla="*/ 616511 w 711707"/>
                <a:gd name="connsiteY11" fmla="*/ 357717 h 1185333"/>
                <a:gd name="connsiteX12" fmla="*/ 491628 w 711707"/>
                <a:gd name="connsiteY12" fmla="*/ 86783 h 1185333"/>
                <a:gd name="connsiteX13" fmla="*/ 186828 w 711707"/>
                <a:gd name="connsiteY13" fmla="*/ 0 h 1185333"/>
                <a:gd name="connsiteX14" fmla="*/ 180478 w 711707"/>
                <a:gd name="connsiteY14" fmla="*/ 10583 h 1185333"/>
                <a:gd name="connsiteX0" fmla="*/ 241861 w 712688"/>
                <a:gd name="connsiteY0" fmla="*/ 19050 h 1168601"/>
                <a:gd name="connsiteX1" fmla="*/ 68294 w 712688"/>
                <a:gd name="connsiteY1" fmla="*/ 80433 h 1168601"/>
                <a:gd name="connsiteX2" fmla="*/ 21728 w 712688"/>
                <a:gd name="connsiteY2" fmla="*/ 160866 h 1168601"/>
                <a:gd name="connsiteX3" fmla="*/ 561 w 712688"/>
                <a:gd name="connsiteY3" fmla="*/ 323850 h 1168601"/>
                <a:gd name="connsiteX4" fmla="*/ 148728 w 712688"/>
                <a:gd name="connsiteY4" fmla="*/ 903816 h 1168601"/>
                <a:gd name="connsiteX5" fmla="*/ 269378 w 712688"/>
                <a:gd name="connsiteY5" fmla="*/ 1056216 h 1168601"/>
                <a:gd name="connsiteX6" fmla="*/ 440828 w 712688"/>
                <a:gd name="connsiteY6" fmla="*/ 1166283 h 1168601"/>
                <a:gd name="connsiteX7" fmla="*/ 635561 w 712688"/>
                <a:gd name="connsiteY7" fmla="*/ 1136650 h 1168601"/>
                <a:gd name="connsiteX8" fmla="*/ 709645 w 712688"/>
                <a:gd name="connsiteY8" fmla="*/ 1075267 h 1168601"/>
                <a:gd name="connsiteX9" fmla="*/ 709644 w 712688"/>
                <a:gd name="connsiteY9" fmla="*/ 687916 h 1168601"/>
                <a:gd name="connsiteX10" fmla="*/ 696945 w 712688"/>
                <a:gd name="connsiteY10" fmla="*/ 514350 h 1168601"/>
                <a:gd name="connsiteX11" fmla="*/ 616511 w 712688"/>
                <a:gd name="connsiteY11" fmla="*/ 357717 h 1168601"/>
                <a:gd name="connsiteX12" fmla="*/ 491628 w 712688"/>
                <a:gd name="connsiteY12" fmla="*/ 86783 h 1168601"/>
                <a:gd name="connsiteX13" fmla="*/ 186828 w 712688"/>
                <a:gd name="connsiteY13" fmla="*/ 0 h 1168601"/>
                <a:gd name="connsiteX14" fmla="*/ 180478 w 712688"/>
                <a:gd name="connsiteY14" fmla="*/ 10583 h 116860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7013"/>
                <a:gd name="connsiteX1" fmla="*/ 68294 w 712688"/>
                <a:gd name="connsiteY1" fmla="*/ 80433 h 1167013"/>
                <a:gd name="connsiteX2" fmla="*/ 21728 w 712688"/>
                <a:gd name="connsiteY2" fmla="*/ 160866 h 1167013"/>
                <a:gd name="connsiteX3" fmla="*/ 561 w 712688"/>
                <a:gd name="connsiteY3" fmla="*/ 323850 h 1167013"/>
                <a:gd name="connsiteX4" fmla="*/ 148728 w 712688"/>
                <a:gd name="connsiteY4" fmla="*/ 903816 h 1167013"/>
                <a:gd name="connsiteX5" fmla="*/ 269378 w 712688"/>
                <a:gd name="connsiteY5" fmla="*/ 1056216 h 1167013"/>
                <a:gd name="connsiteX6" fmla="*/ 576295 w 712688"/>
                <a:gd name="connsiteY6" fmla="*/ 1162050 h 1167013"/>
                <a:gd name="connsiteX7" fmla="*/ 635561 w 712688"/>
                <a:gd name="connsiteY7" fmla="*/ 1136650 h 1167013"/>
                <a:gd name="connsiteX8" fmla="*/ 709645 w 712688"/>
                <a:gd name="connsiteY8" fmla="*/ 1075267 h 1167013"/>
                <a:gd name="connsiteX9" fmla="*/ 709644 w 712688"/>
                <a:gd name="connsiteY9" fmla="*/ 687916 h 1167013"/>
                <a:gd name="connsiteX10" fmla="*/ 696945 w 712688"/>
                <a:gd name="connsiteY10" fmla="*/ 514350 h 1167013"/>
                <a:gd name="connsiteX11" fmla="*/ 616511 w 712688"/>
                <a:gd name="connsiteY11" fmla="*/ 357717 h 1167013"/>
                <a:gd name="connsiteX12" fmla="*/ 491628 w 712688"/>
                <a:gd name="connsiteY12" fmla="*/ 86783 h 1167013"/>
                <a:gd name="connsiteX13" fmla="*/ 186828 w 712688"/>
                <a:gd name="connsiteY13" fmla="*/ 0 h 1167013"/>
                <a:gd name="connsiteX14" fmla="*/ 180478 w 712688"/>
                <a:gd name="connsiteY14" fmla="*/ 10583 h 1167013"/>
                <a:gd name="connsiteX0" fmla="*/ 241861 w 720548"/>
                <a:gd name="connsiteY0" fmla="*/ 19050 h 1167013"/>
                <a:gd name="connsiteX1" fmla="*/ 68294 w 720548"/>
                <a:gd name="connsiteY1" fmla="*/ 80433 h 1167013"/>
                <a:gd name="connsiteX2" fmla="*/ 21728 w 720548"/>
                <a:gd name="connsiteY2" fmla="*/ 160866 h 1167013"/>
                <a:gd name="connsiteX3" fmla="*/ 561 w 720548"/>
                <a:gd name="connsiteY3" fmla="*/ 323850 h 1167013"/>
                <a:gd name="connsiteX4" fmla="*/ 148728 w 720548"/>
                <a:gd name="connsiteY4" fmla="*/ 903816 h 1167013"/>
                <a:gd name="connsiteX5" fmla="*/ 269378 w 720548"/>
                <a:gd name="connsiteY5" fmla="*/ 1056216 h 1167013"/>
                <a:gd name="connsiteX6" fmla="*/ 576295 w 720548"/>
                <a:gd name="connsiteY6" fmla="*/ 1162050 h 1167013"/>
                <a:gd name="connsiteX7" fmla="*/ 635561 w 720548"/>
                <a:gd name="connsiteY7" fmla="*/ 1136650 h 1167013"/>
                <a:gd name="connsiteX8" fmla="*/ 709645 w 720548"/>
                <a:gd name="connsiteY8" fmla="*/ 1075267 h 1167013"/>
                <a:gd name="connsiteX9" fmla="*/ 709644 w 720548"/>
                <a:gd name="connsiteY9" fmla="*/ 687916 h 1167013"/>
                <a:gd name="connsiteX10" fmla="*/ 696945 w 720548"/>
                <a:gd name="connsiteY10" fmla="*/ 514350 h 1167013"/>
                <a:gd name="connsiteX11" fmla="*/ 616511 w 720548"/>
                <a:gd name="connsiteY11" fmla="*/ 357717 h 1167013"/>
                <a:gd name="connsiteX12" fmla="*/ 491628 w 720548"/>
                <a:gd name="connsiteY12" fmla="*/ 86783 h 1167013"/>
                <a:gd name="connsiteX13" fmla="*/ 186828 w 720548"/>
                <a:gd name="connsiteY13" fmla="*/ 0 h 1167013"/>
                <a:gd name="connsiteX14" fmla="*/ 180478 w 720548"/>
                <a:gd name="connsiteY14" fmla="*/ 10583 h 1167013"/>
                <a:gd name="connsiteX0" fmla="*/ 241861 w 720548"/>
                <a:gd name="connsiteY0" fmla="*/ 19050 h 1164946"/>
                <a:gd name="connsiteX1" fmla="*/ 68294 w 720548"/>
                <a:gd name="connsiteY1" fmla="*/ 80433 h 1164946"/>
                <a:gd name="connsiteX2" fmla="*/ 21728 w 720548"/>
                <a:gd name="connsiteY2" fmla="*/ 160866 h 1164946"/>
                <a:gd name="connsiteX3" fmla="*/ 561 w 720548"/>
                <a:gd name="connsiteY3" fmla="*/ 323850 h 1164946"/>
                <a:gd name="connsiteX4" fmla="*/ 148728 w 720548"/>
                <a:gd name="connsiteY4" fmla="*/ 903816 h 1164946"/>
                <a:gd name="connsiteX5" fmla="*/ 368861 w 720548"/>
                <a:gd name="connsiteY5" fmla="*/ 1085849 h 1164946"/>
                <a:gd name="connsiteX6" fmla="*/ 576295 w 720548"/>
                <a:gd name="connsiteY6" fmla="*/ 1162050 h 1164946"/>
                <a:gd name="connsiteX7" fmla="*/ 635561 w 720548"/>
                <a:gd name="connsiteY7" fmla="*/ 1136650 h 1164946"/>
                <a:gd name="connsiteX8" fmla="*/ 709645 w 720548"/>
                <a:gd name="connsiteY8" fmla="*/ 1075267 h 1164946"/>
                <a:gd name="connsiteX9" fmla="*/ 709644 w 720548"/>
                <a:gd name="connsiteY9" fmla="*/ 687916 h 1164946"/>
                <a:gd name="connsiteX10" fmla="*/ 696945 w 720548"/>
                <a:gd name="connsiteY10" fmla="*/ 514350 h 1164946"/>
                <a:gd name="connsiteX11" fmla="*/ 616511 w 720548"/>
                <a:gd name="connsiteY11" fmla="*/ 357717 h 1164946"/>
                <a:gd name="connsiteX12" fmla="*/ 491628 w 720548"/>
                <a:gd name="connsiteY12" fmla="*/ 86783 h 1164946"/>
                <a:gd name="connsiteX13" fmla="*/ 186828 w 720548"/>
                <a:gd name="connsiteY13" fmla="*/ 0 h 1164946"/>
                <a:gd name="connsiteX14" fmla="*/ 180478 w 720548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77599 w 756286"/>
                <a:gd name="connsiteY0" fmla="*/ 19050 h 1164946"/>
                <a:gd name="connsiteX1" fmla="*/ 104032 w 756286"/>
                <a:gd name="connsiteY1" fmla="*/ 80433 h 1164946"/>
                <a:gd name="connsiteX2" fmla="*/ 57466 w 756286"/>
                <a:gd name="connsiteY2" fmla="*/ 160866 h 1164946"/>
                <a:gd name="connsiteX3" fmla="*/ 4549 w 756286"/>
                <a:gd name="connsiteY3" fmla="*/ 1043517 h 1164946"/>
                <a:gd name="connsiteX4" fmla="*/ 192933 w 756286"/>
                <a:gd name="connsiteY4" fmla="*/ 1075266 h 1164946"/>
                <a:gd name="connsiteX5" fmla="*/ 404599 w 756286"/>
                <a:gd name="connsiteY5" fmla="*/ 1085849 h 1164946"/>
                <a:gd name="connsiteX6" fmla="*/ 612033 w 756286"/>
                <a:gd name="connsiteY6" fmla="*/ 1162050 h 1164946"/>
                <a:gd name="connsiteX7" fmla="*/ 671299 w 756286"/>
                <a:gd name="connsiteY7" fmla="*/ 1136650 h 1164946"/>
                <a:gd name="connsiteX8" fmla="*/ 745383 w 756286"/>
                <a:gd name="connsiteY8" fmla="*/ 1075267 h 1164946"/>
                <a:gd name="connsiteX9" fmla="*/ 745382 w 756286"/>
                <a:gd name="connsiteY9" fmla="*/ 687916 h 1164946"/>
                <a:gd name="connsiteX10" fmla="*/ 732683 w 756286"/>
                <a:gd name="connsiteY10" fmla="*/ 514350 h 1164946"/>
                <a:gd name="connsiteX11" fmla="*/ 652249 w 756286"/>
                <a:gd name="connsiteY11" fmla="*/ 357717 h 1164946"/>
                <a:gd name="connsiteX12" fmla="*/ 527366 w 756286"/>
                <a:gd name="connsiteY12" fmla="*/ 86783 h 1164946"/>
                <a:gd name="connsiteX13" fmla="*/ 222566 w 756286"/>
                <a:gd name="connsiteY13" fmla="*/ 0 h 1164946"/>
                <a:gd name="connsiteX14" fmla="*/ 216216 w 756286"/>
                <a:gd name="connsiteY14" fmla="*/ 10583 h 1164946"/>
                <a:gd name="connsiteX0" fmla="*/ 283512 w 762199"/>
                <a:gd name="connsiteY0" fmla="*/ 19050 h 1164946"/>
                <a:gd name="connsiteX1" fmla="*/ 109945 w 762199"/>
                <a:gd name="connsiteY1" fmla="*/ 80433 h 1164946"/>
                <a:gd name="connsiteX2" fmla="*/ 63379 w 762199"/>
                <a:gd name="connsiteY2" fmla="*/ 160866 h 1164946"/>
                <a:gd name="connsiteX3" fmla="*/ 10462 w 762199"/>
                <a:gd name="connsiteY3" fmla="*/ 1043517 h 1164946"/>
                <a:gd name="connsiteX4" fmla="*/ 198846 w 762199"/>
                <a:gd name="connsiteY4" fmla="*/ 1075266 h 1164946"/>
                <a:gd name="connsiteX5" fmla="*/ 410512 w 762199"/>
                <a:gd name="connsiteY5" fmla="*/ 1085849 h 1164946"/>
                <a:gd name="connsiteX6" fmla="*/ 617946 w 762199"/>
                <a:gd name="connsiteY6" fmla="*/ 1162050 h 1164946"/>
                <a:gd name="connsiteX7" fmla="*/ 677212 w 762199"/>
                <a:gd name="connsiteY7" fmla="*/ 1136650 h 1164946"/>
                <a:gd name="connsiteX8" fmla="*/ 751296 w 762199"/>
                <a:gd name="connsiteY8" fmla="*/ 1075267 h 1164946"/>
                <a:gd name="connsiteX9" fmla="*/ 751295 w 762199"/>
                <a:gd name="connsiteY9" fmla="*/ 687916 h 1164946"/>
                <a:gd name="connsiteX10" fmla="*/ 738596 w 762199"/>
                <a:gd name="connsiteY10" fmla="*/ 514350 h 1164946"/>
                <a:gd name="connsiteX11" fmla="*/ 658162 w 762199"/>
                <a:gd name="connsiteY11" fmla="*/ 357717 h 1164946"/>
                <a:gd name="connsiteX12" fmla="*/ 533279 w 762199"/>
                <a:gd name="connsiteY12" fmla="*/ 86783 h 1164946"/>
                <a:gd name="connsiteX13" fmla="*/ 228479 w 762199"/>
                <a:gd name="connsiteY13" fmla="*/ 0 h 1164946"/>
                <a:gd name="connsiteX14" fmla="*/ 222129 w 762199"/>
                <a:gd name="connsiteY14" fmla="*/ 10583 h 1164946"/>
                <a:gd name="connsiteX0" fmla="*/ 288708 w 767395"/>
                <a:gd name="connsiteY0" fmla="*/ 19050 h 1164946"/>
                <a:gd name="connsiteX1" fmla="*/ 115141 w 767395"/>
                <a:gd name="connsiteY1" fmla="*/ 80433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88708 w 767395"/>
                <a:gd name="connsiteY0" fmla="*/ 19050 h 1164946"/>
                <a:gd name="connsiteX1" fmla="*/ 106674 w 767395"/>
                <a:gd name="connsiteY1" fmla="*/ 158750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27325 w 767395"/>
                <a:gd name="connsiteY14" fmla="*/ 2963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46375 w 767395"/>
                <a:gd name="connsiteY14" fmla="*/ 1058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0" fmla="*/ 250608 w 767395"/>
                <a:gd name="connsiteY0" fmla="*/ 12700 h 1196696"/>
                <a:gd name="connsiteX1" fmla="*/ 106674 w 767395"/>
                <a:gd name="connsiteY1" fmla="*/ 190500 h 1196696"/>
                <a:gd name="connsiteX2" fmla="*/ 15658 w 767395"/>
                <a:gd name="connsiteY2" fmla="*/ 635000 h 1196696"/>
                <a:gd name="connsiteX3" fmla="*/ 15658 w 767395"/>
                <a:gd name="connsiteY3" fmla="*/ 1075267 h 1196696"/>
                <a:gd name="connsiteX4" fmla="*/ 204042 w 767395"/>
                <a:gd name="connsiteY4" fmla="*/ 1107016 h 1196696"/>
                <a:gd name="connsiteX5" fmla="*/ 415708 w 767395"/>
                <a:gd name="connsiteY5" fmla="*/ 1117599 h 1196696"/>
                <a:gd name="connsiteX6" fmla="*/ 623142 w 767395"/>
                <a:gd name="connsiteY6" fmla="*/ 1193800 h 1196696"/>
                <a:gd name="connsiteX7" fmla="*/ 682408 w 767395"/>
                <a:gd name="connsiteY7" fmla="*/ 1168400 h 1196696"/>
                <a:gd name="connsiteX8" fmla="*/ 756492 w 767395"/>
                <a:gd name="connsiteY8" fmla="*/ 1107017 h 1196696"/>
                <a:gd name="connsiteX9" fmla="*/ 756491 w 767395"/>
                <a:gd name="connsiteY9" fmla="*/ 719666 h 1196696"/>
                <a:gd name="connsiteX10" fmla="*/ 743792 w 767395"/>
                <a:gd name="connsiteY10" fmla="*/ 546100 h 1196696"/>
                <a:gd name="connsiteX11" fmla="*/ 663358 w 767395"/>
                <a:gd name="connsiteY11" fmla="*/ 389467 h 1196696"/>
                <a:gd name="connsiteX12" fmla="*/ 538475 w 767395"/>
                <a:gd name="connsiteY12" fmla="*/ 118533 h 1196696"/>
                <a:gd name="connsiteX13" fmla="*/ 252725 w 767395"/>
                <a:gd name="connsiteY13" fmla="*/ 0 h 119669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375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652775 w 767395"/>
                <a:gd name="connsiteY12" fmla="*/ 243416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31608 w 767395"/>
                <a:gd name="connsiteY11" fmla="*/ 613833 h 1190346"/>
                <a:gd name="connsiteX12" fmla="*/ 652775 w 767395"/>
                <a:gd name="connsiteY12" fmla="*/ 243416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631608 w 767395"/>
                <a:gd name="connsiteY10" fmla="*/ 613833 h 1190346"/>
                <a:gd name="connsiteX11" fmla="*/ 652775 w 767395"/>
                <a:gd name="connsiteY11" fmla="*/ 243416 h 1190346"/>
                <a:gd name="connsiteX12" fmla="*/ 244258 w 767395"/>
                <a:gd name="connsiteY12" fmla="*/ 0 h 1190346"/>
                <a:gd name="connsiteX0" fmla="*/ 250608 w 759415"/>
                <a:gd name="connsiteY0" fmla="*/ 6350 h 1190346"/>
                <a:gd name="connsiteX1" fmla="*/ 106674 w 759415"/>
                <a:gd name="connsiteY1" fmla="*/ 184150 h 1190346"/>
                <a:gd name="connsiteX2" fmla="*/ 15658 w 759415"/>
                <a:gd name="connsiteY2" fmla="*/ 628650 h 1190346"/>
                <a:gd name="connsiteX3" fmla="*/ 15658 w 759415"/>
                <a:gd name="connsiteY3" fmla="*/ 1068917 h 1190346"/>
                <a:gd name="connsiteX4" fmla="*/ 204042 w 759415"/>
                <a:gd name="connsiteY4" fmla="*/ 1100666 h 1190346"/>
                <a:gd name="connsiteX5" fmla="*/ 415708 w 759415"/>
                <a:gd name="connsiteY5" fmla="*/ 1111249 h 1190346"/>
                <a:gd name="connsiteX6" fmla="*/ 623142 w 759415"/>
                <a:gd name="connsiteY6" fmla="*/ 1187450 h 1190346"/>
                <a:gd name="connsiteX7" fmla="*/ 682408 w 759415"/>
                <a:gd name="connsiteY7" fmla="*/ 1162050 h 1190346"/>
                <a:gd name="connsiteX8" fmla="*/ 756492 w 759415"/>
                <a:gd name="connsiteY8" fmla="*/ 1100667 h 1190346"/>
                <a:gd name="connsiteX9" fmla="*/ 585041 w 759415"/>
                <a:gd name="connsiteY9" fmla="*/ 899582 h 1190346"/>
                <a:gd name="connsiteX10" fmla="*/ 631608 w 759415"/>
                <a:gd name="connsiteY10" fmla="*/ 613833 h 1190346"/>
                <a:gd name="connsiteX11" fmla="*/ 652775 w 759415"/>
                <a:gd name="connsiteY11" fmla="*/ 243416 h 1190346"/>
                <a:gd name="connsiteX12" fmla="*/ 244258 w 759415"/>
                <a:gd name="connsiteY12" fmla="*/ 0 h 1190346"/>
                <a:gd name="connsiteX0" fmla="*/ 250608 w 756836"/>
                <a:gd name="connsiteY0" fmla="*/ 6350 h 1187486"/>
                <a:gd name="connsiteX1" fmla="*/ 106674 w 756836"/>
                <a:gd name="connsiteY1" fmla="*/ 184150 h 1187486"/>
                <a:gd name="connsiteX2" fmla="*/ 15658 w 756836"/>
                <a:gd name="connsiteY2" fmla="*/ 628650 h 1187486"/>
                <a:gd name="connsiteX3" fmla="*/ 15658 w 756836"/>
                <a:gd name="connsiteY3" fmla="*/ 1068917 h 1187486"/>
                <a:gd name="connsiteX4" fmla="*/ 204042 w 756836"/>
                <a:gd name="connsiteY4" fmla="*/ 1100666 h 1187486"/>
                <a:gd name="connsiteX5" fmla="*/ 415708 w 756836"/>
                <a:gd name="connsiteY5" fmla="*/ 1111249 h 1187486"/>
                <a:gd name="connsiteX6" fmla="*/ 623142 w 756836"/>
                <a:gd name="connsiteY6" fmla="*/ 1187450 h 1187486"/>
                <a:gd name="connsiteX7" fmla="*/ 756492 w 756836"/>
                <a:gd name="connsiteY7" fmla="*/ 1100667 h 1187486"/>
                <a:gd name="connsiteX8" fmla="*/ 585041 w 756836"/>
                <a:gd name="connsiteY8" fmla="*/ 899582 h 1187486"/>
                <a:gd name="connsiteX9" fmla="*/ 631608 w 756836"/>
                <a:gd name="connsiteY9" fmla="*/ 613833 h 1187486"/>
                <a:gd name="connsiteX10" fmla="*/ 652775 w 756836"/>
                <a:gd name="connsiteY10" fmla="*/ 243416 h 1187486"/>
                <a:gd name="connsiteX11" fmla="*/ 244258 w 756836"/>
                <a:gd name="connsiteY11" fmla="*/ 0 h 1187486"/>
                <a:gd name="connsiteX0" fmla="*/ 250608 w 678810"/>
                <a:gd name="connsiteY0" fmla="*/ 6350 h 1191091"/>
                <a:gd name="connsiteX1" fmla="*/ 106674 w 678810"/>
                <a:gd name="connsiteY1" fmla="*/ 184150 h 1191091"/>
                <a:gd name="connsiteX2" fmla="*/ 15658 w 678810"/>
                <a:gd name="connsiteY2" fmla="*/ 628650 h 1191091"/>
                <a:gd name="connsiteX3" fmla="*/ 15658 w 678810"/>
                <a:gd name="connsiteY3" fmla="*/ 1068917 h 1191091"/>
                <a:gd name="connsiteX4" fmla="*/ 204042 w 678810"/>
                <a:gd name="connsiteY4" fmla="*/ 1100666 h 1191091"/>
                <a:gd name="connsiteX5" fmla="*/ 415708 w 678810"/>
                <a:gd name="connsiteY5" fmla="*/ 1111249 h 1191091"/>
                <a:gd name="connsiteX6" fmla="*/ 623142 w 678810"/>
                <a:gd name="connsiteY6" fmla="*/ 1187450 h 1191091"/>
                <a:gd name="connsiteX7" fmla="*/ 527892 w 678810"/>
                <a:gd name="connsiteY7" fmla="*/ 1149350 h 1191091"/>
                <a:gd name="connsiteX8" fmla="*/ 585041 w 678810"/>
                <a:gd name="connsiteY8" fmla="*/ 899582 h 1191091"/>
                <a:gd name="connsiteX9" fmla="*/ 631608 w 678810"/>
                <a:gd name="connsiteY9" fmla="*/ 613833 h 1191091"/>
                <a:gd name="connsiteX10" fmla="*/ 652775 w 678810"/>
                <a:gd name="connsiteY10" fmla="*/ 243416 h 1191091"/>
                <a:gd name="connsiteX11" fmla="*/ 244258 w 678810"/>
                <a:gd name="connsiteY11" fmla="*/ 0 h 1191091"/>
                <a:gd name="connsiteX0" fmla="*/ 250608 w 678810"/>
                <a:gd name="connsiteY0" fmla="*/ 6350 h 1340085"/>
                <a:gd name="connsiteX1" fmla="*/ 106674 w 678810"/>
                <a:gd name="connsiteY1" fmla="*/ 184150 h 1340085"/>
                <a:gd name="connsiteX2" fmla="*/ 15658 w 678810"/>
                <a:gd name="connsiteY2" fmla="*/ 628650 h 1340085"/>
                <a:gd name="connsiteX3" fmla="*/ 15658 w 678810"/>
                <a:gd name="connsiteY3" fmla="*/ 1068917 h 1340085"/>
                <a:gd name="connsiteX4" fmla="*/ 204042 w 678810"/>
                <a:gd name="connsiteY4" fmla="*/ 1100666 h 1340085"/>
                <a:gd name="connsiteX5" fmla="*/ 415708 w 678810"/>
                <a:gd name="connsiteY5" fmla="*/ 1111249 h 1340085"/>
                <a:gd name="connsiteX6" fmla="*/ 483442 w 678810"/>
                <a:gd name="connsiteY6" fmla="*/ 1339850 h 1340085"/>
                <a:gd name="connsiteX7" fmla="*/ 527892 w 678810"/>
                <a:gd name="connsiteY7" fmla="*/ 1149350 h 1340085"/>
                <a:gd name="connsiteX8" fmla="*/ 585041 w 678810"/>
                <a:gd name="connsiteY8" fmla="*/ 899582 h 1340085"/>
                <a:gd name="connsiteX9" fmla="*/ 631608 w 678810"/>
                <a:gd name="connsiteY9" fmla="*/ 613833 h 1340085"/>
                <a:gd name="connsiteX10" fmla="*/ 652775 w 678810"/>
                <a:gd name="connsiteY10" fmla="*/ 243416 h 1340085"/>
                <a:gd name="connsiteX11" fmla="*/ 244258 w 678810"/>
                <a:gd name="connsiteY11" fmla="*/ 0 h 1340085"/>
                <a:gd name="connsiteX0" fmla="*/ 250608 w 678810"/>
                <a:gd name="connsiteY0" fmla="*/ 6350 h 1349816"/>
                <a:gd name="connsiteX1" fmla="*/ 106674 w 678810"/>
                <a:gd name="connsiteY1" fmla="*/ 184150 h 1349816"/>
                <a:gd name="connsiteX2" fmla="*/ 15658 w 678810"/>
                <a:gd name="connsiteY2" fmla="*/ 628650 h 1349816"/>
                <a:gd name="connsiteX3" fmla="*/ 15658 w 678810"/>
                <a:gd name="connsiteY3" fmla="*/ 1068917 h 1349816"/>
                <a:gd name="connsiteX4" fmla="*/ 204042 w 678810"/>
                <a:gd name="connsiteY4" fmla="*/ 1100666 h 1349816"/>
                <a:gd name="connsiteX5" fmla="*/ 271775 w 678810"/>
                <a:gd name="connsiteY5" fmla="*/ 1299632 h 1349816"/>
                <a:gd name="connsiteX6" fmla="*/ 483442 w 678810"/>
                <a:gd name="connsiteY6" fmla="*/ 1339850 h 1349816"/>
                <a:gd name="connsiteX7" fmla="*/ 527892 w 678810"/>
                <a:gd name="connsiteY7" fmla="*/ 1149350 h 1349816"/>
                <a:gd name="connsiteX8" fmla="*/ 585041 w 678810"/>
                <a:gd name="connsiteY8" fmla="*/ 899582 h 1349816"/>
                <a:gd name="connsiteX9" fmla="*/ 631608 w 678810"/>
                <a:gd name="connsiteY9" fmla="*/ 613833 h 1349816"/>
                <a:gd name="connsiteX10" fmla="*/ 652775 w 678810"/>
                <a:gd name="connsiteY10" fmla="*/ 243416 h 1349816"/>
                <a:gd name="connsiteX11" fmla="*/ 244258 w 678810"/>
                <a:gd name="connsiteY11" fmla="*/ 0 h 1349816"/>
                <a:gd name="connsiteX0" fmla="*/ 243697 w 671899"/>
                <a:gd name="connsiteY0" fmla="*/ 6350 h 1346437"/>
                <a:gd name="connsiteX1" fmla="*/ 99763 w 671899"/>
                <a:gd name="connsiteY1" fmla="*/ 184150 h 1346437"/>
                <a:gd name="connsiteX2" fmla="*/ 8747 w 671899"/>
                <a:gd name="connsiteY2" fmla="*/ 628650 h 1346437"/>
                <a:gd name="connsiteX3" fmla="*/ 8747 w 671899"/>
                <a:gd name="connsiteY3" fmla="*/ 1068917 h 1346437"/>
                <a:gd name="connsiteX4" fmla="*/ 101881 w 671899"/>
                <a:gd name="connsiteY4" fmla="*/ 1269999 h 1346437"/>
                <a:gd name="connsiteX5" fmla="*/ 264864 w 671899"/>
                <a:gd name="connsiteY5" fmla="*/ 1299632 h 1346437"/>
                <a:gd name="connsiteX6" fmla="*/ 476531 w 671899"/>
                <a:gd name="connsiteY6" fmla="*/ 1339850 h 1346437"/>
                <a:gd name="connsiteX7" fmla="*/ 520981 w 671899"/>
                <a:gd name="connsiteY7" fmla="*/ 1149350 h 1346437"/>
                <a:gd name="connsiteX8" fmla="*/ 578130 w 671899"/>
                <a:gd name="connsiteY8" fmla="*/ 899582 h 1346437"/>
                <a:gd name="connsiteX9" fmla="*/ 624697 w 671899"/>
                <a:gd name="connsiteY9" fmla="*/ 613833 h 1346437"/>
                <a:gd name="connsiteX10" fmla="*/ 645864 w 671899"/>
                <a:gd name="connsiteY10" fmla="*/ 243416 h 1346437"/>
                <a:gd name="connsiteX11" fmla="*/ 237347 w 671899"/>
                <a:gd name="connsiteY11" fmla="*/ 0 h 1346437"/>
                <a:gd name="connsiteX0" fmla="*/ 298576 w 726778"/>
                <a:gd name="connsiteY0" fmla="*/ 6350 h 1346437"/>
                <a:gd name="connsiteX1" fmla="*/ 154642 w 726778"/>
                <a:gd name="connsiteY1" fmla="*/ 184150 h 1346437"/>
                <a:gd name="connsiteX2" fmla="*/ 63626 w 726778"/>
                <a:gd name="connsiteY2" fmla="*/ 628650 h 1346437"/>
                <a:gd name="connsiteX3" fmla="*/ 2243 w 726778"/>
                <a:gd name="connsiteY3" fmla="*/ 1238250 h 1346437"/>
                <a:gd name="connsiteX4" fmla="*/ 156760 w 726778"/>
                <a:gd name="connsiteY4" fmla="*/ 1269999 h 1346437"/>
                <a:gd name="connsiteX5" fmla="*/ 319743 w 726778"/>
                <a:gd name="connsiteY5" fmla="*/ 1299632 h 1346437"/>
                <a:gd name="connsiteX6" fmla="*/ 531410 w 726778"/>
                <a:gd name="connsiteY6" fmla="*/ 1339850 h 1346437"/>
                <a:gd name="connsiteX7" fmla="*/ 575860 w 726778"/>
                <a:gd name="connsiteY7" fmla="*/ 1149350 h 1346437"/>
                <a:gd name="connsiteX8" fmla="*/ 633009 w 726778"/>
                <a:gd name="connsiteY8" fmla="*/ 899582 h 1346437"/>
                <a:gd name="connsiteX9" fmla="*/ 679576 w 726778"/>
                <a:gd name="connsiteY9" fmla="*/ 613833 h 1346437"/>
                <a:gd name="connsiteX10" fmla="*/ 700743 w 726778"/>
                <a:gd name="connsiteY10" fmla="*/ 243416 h 1346437"/>
                <a:gd name="connsiteX11" fmla="*/ 292226 w 726778"/>
                <a:gd name="connsiteY11" fmla="*/ 0 h 1346437"/>
                <a:gd name="connsiteX0" fmla="*/ 307144 w 735346"/>
                <a:gd name="connsiteY0" fmla="*/ 6350 h 1346911"/>
                <a:gd name="connsiteX1" fmla="*/ 163210 w 735346"/>
                <a:gd name="connsiteY1" fmla="*/ 184150 h 1346911"/>
                <a:gd name="connsiteX2" fmla="*/ 72194 w 735346"/>
                <a:gd name="connsiteY2" fmla="*/ 628650 h 1346911"/>
                <a:gd name="connsiteX3" fmla="*/ 10811 w 735346"/>
                <a:gd name="connsiteY3" fmla="*/ 1238250 h 1346911"/>
                <a:gd name="connsiteX4" fmla="*/ 328311 w 735346"/>
                <a:gd name="connsiteY4" fmla="*/ 1299632 h 1346911"/>
                <a:gd name="connsiteX5" fmla="*/ 539978 w 735346"/>
                <a:gd name="connsiteY5" fmla="*/ 1339850 h 1346911"/>
                <a:gd name="connsiteX6" fmla="*/ 584428 w 735346"/>
                <a:gd name="connsiteY6" fmla="*/ 1149350 h 1346911"/>
                <a:gd name="connsiteX7" fmla="*/ 641577 w 735346"/>
                <a:gd name="connsiteY7" fmla="*/ 899582 h 1346911"/>
                <a:gd name="connsiteX8" fmla="*/ 688144 w 735346"/>
                <a:gd name="connsiteY8" fmla="*/ 613833 h 1346911"/>
                <a:gd name="connsiteX9" fmla="*/ 709311 w 735346"/>
                <a:gd name="connsiteY9" fmla="*/ 243416 h 1346911"/>
                <a:gd name="connsiteX10" fmla="*/ 300794 w 735346"/>
                <a:gd name="connsiteY10" fmla="*/ 0 h 1346911"/>
                <a:gd name="connsiteX0" fmla="*/ 334765 w 762967"/>
                <a:gd name="connsiteY0" fmla="*/ 6350 h 1346911"/>
                <a:gd name="connsiteX1" fmla="*/ 190831 w 762967"/>
                <a:gd name="connsiteY1" fmla="*/ 184150 h 1346911"/>
                <a:gd name="connsiteX2" fmla="*/ 99815 w 762967"/>
                <a:gd name="connsiteY2" fmla="*/ 628650 h 1346911"/>
                <a:gd name="connsiteX3" fmla="*/ 38432 w 762967"/>
                <a:gd name="connsiteY3" fmla="*/ 1238250 h 1346911"/>
                <a:gd name="connsiteX4" fmla="*/ 355932 w 762967"/>
                <a:gd name="connsiteY4" fmla="*/ 1299632 h 1346911"/>
                <a:gd name="connsiteX5" fmla="*/ 567599 w 762967"/>
                <a:gd name="connsiteY5" fmla="*/ 1339850 h 1346911"/>
                <a:gd name="connsiteX6" fmla="*/ 612049 w 762967"/>
                <a:gd name="connsiteY6" fmla="*/ 1149350 h 1346911"/>
                <a:gd name="connsiteX7" fmla="*/ 669198 w 762967"/>
                <a:gd name="connsiteY7" fmla="*/ 899582 h 1346911"/>
                <a:gd name="connsiteX8" fmla="*/ 715765 w 762967"/>
                <a:gd name="connsiteY8" fmla="*/ 613833 h 1346911"/>
                <a:gd name="connsiteX9" fmla="*/ 736932 w 762967"/>
                <a:gd name="connsiteY9" fmla="*/ 243416 h 1346911"/>
                <a:gd name="connsiteX10" fmla="*/ 328415 w 762967"/>
                <a:gd name="connsiteY10" fmla="*/ 0 h 1346911"/>
                <a:gd name="connsiteX0" fmla="*/ 333873 w 762075"/>
                <a:gd name="connsiteY0" fmla="*/ 6350 h 1346911"/>
                <a:gd name="connsiteX1" fmla="*/ 189939 w 762075"/>
                <a:gd name="connsiteY1" fmla="*/ 184150 h 1346911"/>
                <a:gd name="connsiteX2" fmla="*/ 98923 w 762075"/>
                <a:gd name="connsiteY2" fmla="*/ 628650 h 1346911"/>
                <a:gd name="connsiteX3" fmla="*/ 37540 w 762075"/>
                <a:gd name="connsiteY3" fmla="*/ 1238250 h 1346911"/>
                <a:gd name="connsiteX4" fmla="*/ 355040 w 762075"/>
                <a:gd name="connsiteY4" fmla="*/ 1299632 h 1346911"/>
                <a:gd name="connsiteX5" fmla="*/ 566707 w 762075"/>
                <a:gd name="connsiteY5" fmla="*/ 1339850 h 1346911"/>
                <a:gd name="connsiteX6" fmla="*/ 611157 w 762075"/>
                <a:gd name="connsiteY6" fmla="*/ 1149350 h 1346911"/>
                <a:gd name="connsiteX7" fmla="*/ 668306 w 762075"/>
                <a:gd name="connsiteY7" fmla="*/ 899582 h 1346911"/>
                <a:gd name="connsiteX8" fmla="*/ 714873 w 762075"/>
                <a:gd name="connsiteY8" fmla="*/ 613833 h 1346911"/>
                <a:gd name="connsiteX9" fmla="*/ 736040 w 762075"/>
                <a:gd name="connsiteY9" fmla="*/ 243416 h 1346911"/>
                <a:gd name="connsiteX10" fmla="*/ 327523 w 762075"/>
                <a:gd name="connsiteY10" fmla="*/ 0 h 1346911"/>
                <a:gd name="connsiteX0" fmla="*/ 333873 w 762075"/>
                <a:gd name="connsiteY0" fmla="*/ 6350 h 1346911"/>
                <a:gd name="connsiteX1" fmla="*/ 189939 w 762075"/>
                <a:gd name="connsiteY1" fmla="*/ 184150 h 1346911"/>
                <a:gd name="connsiteX2" fmla="*/ 98923 w 762075"/>
                <a:gd name="connsiteY2" fmla="*/ 628650 h 1346911"/>
                <a:gd name="connsiteX3" fmla="*/ 37540 w 762075"/>
                <a:gd name="connsiteY3" fmla="*/ 1238250 h 1346911"/>
                <a:gd name="connsiteX4" fmla="*/ 355040 w 762075"/>
                <a:gd name="connsiteY4" fmla="*/ 1299632 h 1346911"/>
                <a:gd name="connsiteX5" fmla="*/ 566707 w 762075"/>
                <a:gd name="connsiteY5" fmla="*/ 1339850 h 1346911"/>
                <a:gd name="connsiteX6" fmla="*/ 611157 w 762075"/>
                <a:gd name="connsiteY6" fmla="*/ 1149350 h 1346911"/>
                <a:gd name="connsiteX7" fmla="*/ 668306 w 762075"/>
                <a:gd name="connsiteY7" fmla="*/ 899582 h 1346911"/>
                <a:gd name="connsiteX8" fmla="*/ 714873 w 762075"/>
                <a:gd name="connsiteY8" fmla="*/ 613833 h 1346911"/>
                <a:gd name="connsiteX9" fmla="*/ 736040 w 762075"/>
                <a:gd name="connsiteY9" fmla="*/ 243416 h 1346911"/>
                <a:gd name="connsiteX10" fmla="*/ 327523 w 762075"/>
                <a:gd name="connsiteY10" fmla="*/ 0 h 1346911"/>
                <a:gd name="connsiteX0" fmla="*/ 333873 w 762075"/>
                <a:gd name="connsiteY0" fmla="*/ 6350 h 1346911"/>
                <a:gd name="connsiteX1" fmla="*/ 189939 w 762075"/>
                <a:gd name="connsiteY1" fmla="*/ 184150 h 1346911"/>
                <a:gd name="connsiteX2" fmla="*/ 98923 w 762075"/>
                <a:gd name="connsiteY2" fmla="*/ 628650 h 1346911"/>
                <a:gd name="connsiteX3" fmla="*/ 37540 w 762075"/>
                <a:gd name="connsiteY3" fmla="*/ 1238250 h 1346911"/>
                <a:gd name="connsiteX4" fmla="*/ 355040 w 762075"/>
                <a:gd name="connsiteY4" fmla="*/ 1299632 h 1346911"/>
                <a:gd name="connsiteX5" fmla="*/ 566707 w 762075"/>
                <a:gd name="connsiteY5" fmla="*/ 1339850 h 1346911"/>
                <a:gd name="connsiteX6" fmla="*/ 611157 w 762075"/>
                <a:gd name="connsiteY6" fmla="*/ 1149350 h 1346911"/>
                <a:gd name="connsiteX7" fmla="*/ 668306 w 762075"/>
                <a:gd name="connsiteY7" fmla="*/ 899582 h 1346911"/>
                <a:gd name="connsiteX8" fmla="*/ 714873 w 762075"/>
                <a:gd name="connsiteY8" fmla="*/ 613833 h 1346911"/>
                <a:gd name="connsiteX9" fmla="*/ 736040 w 762075"/>
                <a:gd name="connsiteY9" fmla="*/ 243416 h 1346911"/>
                <a:gd name="connsiteX10" fmla="*/ 327523 w 762075"/>
                <a:gd name="connsiteY10" fmla="*/ 0 h 1346911"/>
                <a:gd name="connsiteX0" fmla="*/ 304530 w 732732"/>
                <a:gd name="connsiteY0" fmla="*/ 6350 h 1346911"/>
                <a:gd name="connsiteX1" fmla="*/ 160596 w 732732"/>
                <a:gd name="connsiteY1" fmla="*/ 184150 h 1346911"/>
                <a:gd name="connsiteX2" fmla="*/ 69580 w 732732"/>
                <a:gd name="connsiteY2" fmla="*/ 628650 h 1346911"/>
                <a:gd name="connsiteX3" fmla="*/ 8197 w 732732"/>
                <a:gd name="connsiteY3" fmla="*/ 1238250 h 1346911"/>
                <a:gd name="connsiteX4" fmla="*/ 325697 w 732732"/>
                <a:gd name="connsiteY4" fmla="*/ 1299632 h 1346911"/>
                <a:gd name="connsiteX5" fmla="*/ 537364 w 732732"/>
                <a:gd name="connsiteY5" fmla="*/ 1339850 h 1346911"/>
                <a:gd name="connsiteX6" fmla="*/ 581814 w 732732"/>
                <a:gd name="connsiteY6" fmla="*/ 1149350 h 1346911"/>
                <a:gd name="connsiteX7" fmla="*/ 638963 w 732732"/>
                <a:gd name="connsiteY7" fmla="*/ 899582 h 1346911"/>
                <a:gd name="connsiteX8" fmla="*/ 685530 w 732732"/>
                <a:gd name="connsiteY8" fmla="*/ 613833 h 1346911"/>
                <a:gd name="connsiteX9" fmla="*/ 706697 w 732732"/>
                <a:gd name="connsiteY9" fmla="*/ 243416 h 1346911"/>
                <a:gd name="connsiteX10" fmla="*/ 298180 w 732732"/>
                <a:gd name="connsiteY10" fmla="*/ 0 h 1346911"/>
                <a:gd name="connsiteX0" fmla="*/ 311425 w 739627"/>
                <a:gd name="connsiteY0" fmla="*/ 6350 h 1346911"/>
                <a:gd name="connsiteX1" fmla="*/ 167491 w 739627"/>
                <a:gd name="connsiteY1" fmla="*/ 184150 h 1346911"/>
                <a:gd name="connsiteX2" fmla="*/ 23558 w 739627"/>
                <a:gd name="connsiteY2" fmla="*/ 685800 h 1346911"/>
                <a:gd name="connsiteX3" fmla="*/ 15092 w 739627"/>
                <a:gd name="connsiteY3" fmla="*/ 1238250 h 1346911"/>
                <a:gd name="connsiteX4" fmla="*/ 332592 w 739627"/>
                <a:gd name="connsiteY4" fmla="*/ 1299632 h 1346911"/>
                <a:gd name="connsiteX5" fmla="*/ 544259 w 739627"/>
                <a:gd name="connsiteY5" fmla="*/ 1339850 h 1346911"/>
                <a:gd name="connsiteX6" fmla="*/ 588709 w 739627"/>
                <a:gd name="connsiteY6" fmla="*/ 1149350 h 1346911"/>
                <a:gd name="connsiteX7" fmla="*/ 645858 w 739627"/>
                <a:gd name="connsiteY7" fmla="*/ 899582 h 1346911"/>
                <a:gd name="connsiteX8" fmla="*/ 692425 w 739627"/>
                <a:gd name="connsiteY8" fmla="*/ 613833 h 1346911"/>
                <a:gd name="connsiteX9" fmla="*/ 713592 w 739627"/>
                <a:gd name="connsiteY9" fmla="*/ 243416 h 1346911"/>
                <a:gd name="connsiteX10" fmla="*/ 305075 w 739627"/>
                <a:gd name="connsiteY10" fmla="*/ 0 h 1346911"/>
                <a:gd name="connsiteX0" fmla="*/ 311425 w 739627"/>
                <a:gd name="connsiteY0" fmla="*/ 6350 h 1346911"/>
                <a:gd name="connsiteX1" fmla="*/ 44724 w 739627"/>
                <a:gd name="connsiteY1" fmla="*/ 423333 h 1346911"/>
                <a:gd name="connsiteX2" fmla="*/ 23558 w 739627"/>
                <a:gd name="connsiteY2" fmla="*/ 685800 h 1346911"/>
                <a:gd name="connsiteX3" fmla="*/ 15092 w 739627"/>
                <a:gd name="connsiteY3" fmla="*/ 1238250 h 1346911"/>
                <a:gd name="connsiteX4" fmla="*/ 332592 w 739627"/>
                <a:gd name="connsiteY4" fmla="*/ 1299632 h 1346911"/>
                <a:gd name="connsiteX5" fmla="*/ 544259 w 739627"/>
                <a:gd name="connsiteY5" fmla="*/ 1339850 h 1346911"/>
                <a:gd name="connsiteX6" fmla="*/ 588709 w 739627"/>
                <a:gd name="connsiteY6" fmla="*/ 1149350 h 1346911"/>
                <a:gd name="connsiteX7" fmla="*/ 645858 w 739627"/>
                <a:gd name="connsiteY7" fmla="*/ 899582 h 1346911"/>
                <a:gd name="connsiteX8" fmla="*/ 692425 w 739627"/>
                <a:gd name="connsiteY8" fmla="*/ 613833 h 1346911"/>
                <a:gd name="connsiteX9" fmla="*/ 713592 w 739627"/>
                <a:gd name="connsiteY9" fmla="*/ 243416 h 1346911"/>
                <a:gd name="connsiteX10" fmla="*/ 305075 w 739627"/>
                <a:gd name="connsiteY10" fmla="*/ 0 h 1346911"/>
                <a:gd name="connsiteX0" fmla="*/ 311425 w 756295"/>
                <a:gd name="connsiteY0" fmla="*/ 0 h 1340561"/>
                <a:gd name="connsiteX1" fmla="*/ 44724 w 756295"/>
                <a:gd name="connsiteY1" fmla="*/ 416983 h 1340561"/>
                <a:gd name="connsiteX2" fmla="*/ 23558 w 756295"/>
                <a:gd name="connsiteY2" fmla="*/ 679450 h 1340561"/>
                <a:gd name="connsiteX3" fmla="*/ 15092 w 756295"/>
                <a:gd name="connsiteY3" fmla="*/ 1231900 h 1340561"/>
                <a:gd name="connsiteX4" fmla="*/ 332592 w 756295"/>
                <a:gd name="connsiteY4" fmla="*/ 1293282 h 1340561"/>
                <a:gd name="connsiteX5" fmla="*/ 544259 w 756295"/>
                <a:gd name="connsiteY5" fmla="*/ 1333500 h 1340561"/>
                <a:gd name="connsiteX6" fmla="*/ 588709 w 756295"/>
                <a:gd name="connsiteY6" fmla="*/ 1143000 h 1340561"/>
                <a:gd name="connsiteX7" fmla="*/ 645858 w 756295"/>
                <a:gd name="connsiteY7" fmla="*/ 893232 h 1340561"/>
                <a:gd name="connsiteX8" fmla="*/ 692425 w 756295"/>
                <a:gd name="connsiteY8" fmla="*/ 607483 h 1340561"/>
                <a:gd name="connsiteX9" fmla="*/ 713592 w 756295"/>
                <a:gd name="connsiteY9" fmla="*/ 237066 h 1340561"/>
                <a:gd name="connsiteX10" fmla="*/ 78592 w 756295"/>
                <a:gd name="connsiteY10" fmla="*/ 209550 h 1340561"/>
                <a:gd name="connsiteX0" fmla="*/ 103992 w 756295"/>
                <a:gd name="connsiteY0" fmla="*/ 10154 h 1132698"/>
                <a:gd name="connsiteX1" fmla="*/ 44724 w 756295"/>
                <a:gd name="connsiteY1" fmla="*/ 209120 h 1132698"/>
                <a:gd name="connsiteX2" fmla="*/ 23558 w 756295"/>
                <a:gd name="connsiteY2" fmla="*/ 471587 h 1132698"/>
                <a:gd name="connsiteX3" fmla="*/ 15092 w 756295"/>
                <a:gd name="connsiteY3" fmla="*/ 1024037 h 1132698"/>
                <a:gd name="connsiteX4" fmla="*/ 332592 w 756295"/>
                <a:gd name="connsiteY4" fmla="*/ 1085419 h 1132698"/>
                <a:gd name="connsiteX5" fmla="*/ 544259 w 756295"/>
                <a:gd name="connsiteY5" fmla="*/ 1125637 h 1132698"/>
                <a:gd name="connsiteX6" fmla="*/ 588709 w 756295"/>
                <a:gd name="connsiteY6" fmla="*/ 935137 h 1132698"/>
                <a:gd name="connsiteX7" fmla="*/ 645858 w 756295"/>
                <a:gd name="connsiteY7" fmla="*/ 685369 h 1132698"/>
                <a:gd name="connsiteX8" fmla="*/ 692425 w 756295"/>
                <a:gd name="connsiteY8" fmla="*/ 399620 h 1132698"/>
                <a:gd name="connsiteX9" fmla="*/ 713592 w 756295"/>
                <a:gd name="connsiteY9" fmla="*/ 29203 h 1132698"/>
                <a:gd name="connsiteX10" fmla="*/ 78592 w 756295"/>
                <a:gd name="connsiteY10" fmla="*/ 1687 h 1132698"/>
                <a:gd name="connsiteX0" fmla="*/ 103992 w 757240"/>
                <a:gd name="connsiteY0" fmla="*/ 10154 h 1132698"/>
                <a:gd name="connsiteX1" fmla="*/ 44724 w 757240"/>
                <a:gd name="connsiteY1" fmla="*/ 209120 h 1132698"/>
                <a:gd name="connsiteX2" fmla="*/ 23558 w 757240"/>
                <a:gd name="connsiteY2" fmla="*/ 471587 h 1132698"/>
                <a:gd name="connsiteX3" fmla="*/ 15092 w 757240"/>
                <a:gd name="connsiteY3" fmla="*/ 1024037 h 1132698"/>
                <a:gd name="connsiteX4" fmla="*/ 332592 w 757240"/>
                <a:gd name="connsiteY4" fmla="*/ 1085419 h 1132698"/>
                <a:gd name="connsiteX5" fmla="*/ 544259 w 757240"/>
                <a:gd name="connsiteY5" fmla="*/ 1125637 h 1132698"/>
                <a:gd name="connsiteX6" fmla="*/ 588709 w 757240"/>
                <a:gd name="connsiteY6" fmla="*/ 935137 h 1132698"/>
                <a:gd name="connsiteX7" fmla="*/ 645858 w 757240"/>
                <a:gd name="connsiteY7" fmla="*/ 685369 h 1132698"/>
                <a:gd name="connsiteX8" fmla="*/ 692425 w 757240"/>
                <a:gd name="connsiteY8" fmla="*/ 399620 h 1132698"/>
                <a:gd name="connsiteX9" fmla="*/ 713592 w 757240"/>
                <a:gd name="connsiteY9" fmla="*/ 29203 h 1132698"/>
                <a:gd name="connsiteX10" fmla="*/ 78592 w 757240"/>
                <a:gd name="connsiteY10" fmla="*/ 1687 h 1132698"/>
                <a:gd name="connsiteX0" fmla="*/ 103992 w 757240"/>
                <a:gd name="connsiteY0" fmla="*/ 10154 h 1132698"/>
                <a:gd name="connsiteX1" fmla="*/ 44724 w 757240"/>
                <a:gd name="connsiteY1" fmla="*/ 209120 h 1132698"/>
                <a:gd name="connsiteX2" fmla="*/ 23558 w 757240"/>
                <a:gd name="connsiteY2" fmla="*/ 471587 h 1132698"/>
                <a:gd name="connsiteX3" fmla="*/ 15092 w 757240"/>
                <a:gd name="connsiteY3" fmla="*/ 1024037 h 1132698"/>
                <a:gd name="connsiteX4" fmla="*/ 332592 w 757240"/>
                <a:gd name="connsiteY4" fmla="*/ 1085419 h 1132698"/>
                <a:gd name="connsiteX5" fmla="*/ 544259 w 757240"/>
                <a:gd name="connsiteY5" fmla="*/ 1125637 h 1132698"/>
                <a:gd name="connsiteX6" fmla="*/ 588709 w 757240"/>
                <a:gd name="connsiteY6" fmla="*/ 935137 h 1132698"/>
                <a:gd name="connsiteX7" fmla="*/ 645858 w 757240"/>
                <a:gd name="connsiteY7" fmla="*/ 685369 h 1132698"/>
                <a:gd name="connsiteX8" fmla="*/ 692425 w 757240"/>
                <a:gd name="connsiteY8" fmla="*/ 399620 h 1132698"/>
                <a:gd name="connsiteX9" fmla="*/ 713592 w 757240"/>
                <a:gd name="connsiteY9" fmla="*/ 29203 h 1132698"/>
                <a:gd name="connsiteX10" fmla="*/ 78592 w 757240"/>
                <a:gd name="connsiteY10" fmla="*/ 1687 h 1132698"/>
                <a:gd name="connsiteX0" fmla="*/ 103992 w 757240"/>
                <a:gd name="connsiteY0" fmla="*/ 10154 h 1132698"/>
                <a:gd name="connsiteX1" fmla="*/ 44724 w 757240"/>
                <a:gd name="connsiteY1" fmla="*/ 209120 h 1132698"/>
                <a:gd name="connsiteX2" fmla="*/ 23558 w 757240"/>
                <a:gd name="connsiteY2" fmla="*/ 471587 h 1132698"/>
                <a:gd name="connsiteX3" fmla="*/ 15092 w 757240"/>
                <a:gd name="connsiteY3" fmla="*/ 1024037 h 1132698"/>
                <a:gd name="connsiteX4" fmla="*/ 332592 w 757240"/>
                <a:gd name="connsiteY4" fmla="*/ 1085419 h 1132698"/>
                <a:gd name="connsiteX5" fmla="*/ 544259 w 757240"/>
                <a:gd name="connsiteY5" fmla="*/ 1125637 h 1132698"/>
                <a:gd name="connsiteX6" fmla="*/ 588709 w 757240"/>
                <a:gd name="connsiteY6" fmla="*/ 935137 h 1132698"/>
                <a:gd name="connsiteX7" fmla="*/ 645858 w 757240"/>
                <a:gd name="connsiteY7" fmla="*/ 685369 h 1132698"/>
                <a:gd name="connsiteX8" fmla="*/ 692425 w 757240"/>
                <a:gd name="connsiteY8" fmla="*/ 399620 h 1132698"/>
                <a:gd name="connsiteX9" fmla="*/ 713592 w 757240"/>
                <a:gd name="connsiteY9" fmla="*/ 29203 h 1132698"/>
                <a:gd name="connsiteX10" fmla="*/ 78592 w 757240"/>
                <a:gd name="connsiteY10" fmla="*/ 1687 h 1132698"/>
                <a:gd name="connsiteX0" fmla="*/ 103992 w 757240"/>
                <a:gd name="connsiteY0" fmla="*/ 10154 h 1149918"/>
                <a:gd name="connsiteX1" fmla="*/ 44724 w 757240"/>
                <a:gd name="connsiteY1" fmla="*/ 209120 h 1149918"/>
                <a:gd name="connsiteX2" fmla="*/ 23558 w 757240"/>
                <a:gd name="connsiteY2" fmla="*/ 471587 h 1149918"/>
                <a:gd name="connsiteX3" fmla="*/ 15092 w 757240"/>
                <a:gd name="connsiteY3" fmla="*/ 1024037 h 1149918"/>
                <a:gd name="connsiteX4" fmla="*/ 332592 w 757240"/>
                <a:gd name="connsiteY4" fmla="*/ 1085419 h 1149918"/>
                <a:gd name="connsiteX5" fmla="*/ 544259 w 757240"/>
                <a:gd name="connsiteY5" fmla="*/ 1125637 h 1149918"/>
                <a:gd name="connsiteX6" fmla="*/ 645858 w 757240"/>
                <a:gd name="connsiteY6" fmla="*/ 685369 h 1149918"/>
                <a:gd name="connsiteX7" fmla="*/ 692425 w 757240"/>
                <a:gd name="connsiteY7" fmla="*/ 399620 h 1149918"/>
                <a:gd name="connsiteX8" fmla="*/ 713592 w 757240"/>
                <a:gd name="connsiteY8" fmla="*/ 29203 h 1149918"/>
                <a:gd name="connsiteX9" fmla="*/ 78592 w 757240"/>
                <a:gd name="connsiteY9" fmla="*/ 1687 h 1149918"/>
                <a:gd name="connsiteX0" fmla="*/ 103992 w 757240"/>
                <a:gd name="connsiteY0" fmla="*/ 10154 h 1149918"/>
                <a:gd name="connsiteX1" fmla="*/ 44724 w 757240"/>
                <a:gd name="connsiteY1" fmla="*/ 209120 h 1149918"/>
                <a:gd name="connsiteX2" fmla="*/ 23558 w 757240"/>
                <a:gd name="connsiteY2" fmla="*/ 471587 h 1149918"/>
                <a:gd name="connsiteX3" fmla="*/ 15092 w 757240"/>
                <a:gd name="connsiteY3" fmla="*/ 1024037 h 1149918"/>
                <a:gd name="connsiteX4" fmla="*/ 332592 w 757240"/>
                <a:gd name="connsiteY4" fmla="*/ 1085419 h 1149918"/>
                <a:gd name="connsiteX5" fmla="*/ 544259 w 757240"/>
                <a:gd name="connsiteY5" fmla="*/ 1125637 h 1149918"/>
                <a:gd name="connsiteX6" fmla="*/ 645858 w 757240"/>
                <a:gd name="connsiteY6" fmla="*/ 685369 h 1149918"/>
                <a:gd name="connsiteX7" fmla="*/ 692425 w 757240"/>
                <a:gd name="connsiteY7" fmla="*/ 399620 h 1149918"/>
                <a:gd name="connsiteX8" fmla="*/ 713592 w 757240"/>
                <a:gd name="connsiteY8" fmla="*/ 29203 h 1149918"/>
                <a:gd name="connsiteX9" fmla="*/ 78592 w 757240"/>
                <a:gd name="connsiteY9" fmla="*/ 1687 h 1149918"/>
                <a:gd name="connsiteX0" fmla="*/ 103992 w 757240"/>
                <a:gd name="connsiteY0" fmla="*/ 10154 h 1127338"/>
                <a:gd name="connsiteX1" fmla="*/ 44724 w 757240"/>
                <a:gd name="connsiteY1" fmla="*/ 209120 h 1127338"/>
                <a:gd name="connsiteX2" fmla="*/ 23558 w 757240"/>
                <a:gd name="connsiteY2" fmla="*/ 471587 h 1127338"/>
                <a:gd name="connsiteX3" fmla="*/ 15092 w 757240"/>
                <a:gd name="connsiteY3" fmla="*/ 1024037 h 1127338"/>
                <a:gd name="connsiteX4" fmla="*/ 332592 w 757240"/>
                <a:gd name="connsiteY4" fmla="*/ 1085419 h 1127338"/>
                <a:gd name="connsiteX5" fmla="*/ 544259 w 757240"/>
                <a:gd name="connsiteY5" fmla="*/ 1125637 h 1127338"/>
                <a:gd name="connsiteX6" fmla="*/ 645858 w 757240"/>
                <a:gd name="connsiteY6" fmla="*/ 685369 h 1127338"/>
                <a:gd name="connsiteX7" fmla="*/ 692425 w 757240"/>
                <a:gd name="connsiteY7" fmla="*/ 399620 h 1127338"/>
                <a:gd name="connsiteX8" fmla="*/ 713592 w 757240"/>
                <a:gd name="connsiteY8" fmla="*/ 29203 h 1127338"/>
                <a:gd name="connsiteX9" fmla="*/ 78592 w 757240"/>
                <a:gd name="connsiteY9" fmla="*/ 1687 h 1127338"/>
                <a:gd name="connsiteX0" fmla="*/ 103992 w 757240"/>
                <a:gd name="connsiteY0" fmla="*/ 10154 h 1127338"/>
                <a:gd name="connsiteX1" fmla="*/ 44724 w 757240"/>
                <a:gd name="connsiteY1" fmla="*/ 209120 h 1127338"/>
                <a:gd name="connsiteX2" fmla="*/ 23558 w 757240"/>
                <a:gd name="connsiteY2" fmla="*/ 471587 h 1127338"/>
                <a:gd name="connsiteX3" fmla="*/ 15092 w 757240"/>
                <a:gd name="connsiteY3" fmla="*/ 1024037 h 1127338"/>
                <a:gd name="connsiteX4" fmla="*/ 332592 w 757240"/>
                <a:gd name="connsiteY4" fmla="*/ 1085419 h 1127338"/>
                <a:gd name="connsiteX5" fmla="*/ 544259 w 757240"/>
                <a:gd name="connsiteY5" fmla="*/ 1125637 h 1127338"/>
                <a:gd name="connsiteX6" fmla="*/ 645858 w 757240"/>
                <a:gd name="connsiteY6" fmla="*/ 685369 h 1127338"/>
                <a:gd name="connsiteX7" fmla="*/ 692425 w 757240"/>
                <a:gd name="connsiteY7" fmla="*/ 399620 h 1127338"/>
                <a:gd name="connsiteX8" fmla="*/ 713592 w 757240"/>
                <a:gd name="connsiteY8" fmla="*/ 29203 h 1127338"/>
                <a:gd name="connsiteX9" fmla="*/ 78592 w 757240"/>
                <a:gd name="connsiteY9" fmla="*/ 1687 h 1127338"/>
                <a:gd name="connsiteX0" fmla="*/ 100240 w 753488"/>
                <a:gd name="connsiteY0" fmla="*/ 10154 h 1127338"/>
                <a:gd name="connsiteX1" fmla="*/ 40972 w 753488"/>
                <a:gd name="connsiteY1" fmla="*/ 209120 h 1127338"/>
                <a:gd name="connsiteX2" fmla="*/ 19806 w 753488"/>
                <a:gd name="connsiteY2" fmla="*/ 471587 h 1127338"/>
                <a:gd name="connsiteX3" fmla="*/ 11340 w 753488"/>
                <a:gd name="connsiteY3" fmla="*/ 1024037 h 1127338"/>
                <a:gd name="connsiteX4" fmla="*/ 328840 w 753488"/>
                <a:gd name="connsiteY4" fmla="*/ 1085419 h 1127338"/>
                <a:gd name="connsiteX5" fmla="*/ 540507 w 753488"/>
                <a:gd name="connsiteY5" fmla="*/ 1125637 h 1127338"/>
                <a:gd name="connsiteX6" fmla="*/ 642106 w 753488"/>
                <a:gd name="connsiteY6" fmla="*/ 685369 h 1127338"/>
                <a:gd name="connsiteX7" fmla="*/ 688673 w 753488"/>
                <a:gd name="connsiteY7" fmla="*/ 399620 h 1127338"/>
                <a:gd name="connsiteX8" fmla="*/ 709840 w 753488"/>
                <a:gd name="connsiteY8" fmla="*/ 29203 h 1127338"/>
                <a:gd name="connsiteX9" fmla="*/ 74840 w 753488"/>
                <a:gd name="connsiteY9" fmla="*/ 1687 h 1127338"/>
                <a:gd name="connsiteX0" fmla="*/ 100240 w 753488"/>
                <a:gd name="connsiteY0" fmla="*/ 10154 h 1127338"/>
                <a:gd name="connsiteX1" fmla="*/ 40972 w 753488"/>
                <a:gd name="connsiteY1" fmla="*/ 209120 h 1127338"/>
                <a:gd name="connsiteX2" fmla="*/ 19806 w 753488"/>
                <a:gd name="connsiteY2" fmla="*/ 471587 h 1127338"/>
                <a:gd name="connsiteX3" fmla="*/ 11340 w 753488"/>
                <a:gd name="connsiteY3" fmla="*/ 1024037 h 1127338"/>
                <a:gd name="connsiteX4" fmla="*/ 328840 w 753488"/>
                <a:gd name="connsiteY4" fmla="*/ 1085419 h 1127338"/>
                <a:gd name="connsiteX5" fmla="*/ 540507 w 753488"/>
                <a:gd name="connsiteY5" fmla="*/ 1125637 h 1127338"/>
                <a:gd name="connsiteX6" fmla="*/ 642106 w 753488"/>
                <a:gd name="connsiteY6" fmla="*/ 685369 h 1127338"/>
                <a:gd name="connsiteX7" fmla="*/ 688673 w 753488"/>
                <a:gd name="connsiteY7" fmla="*/ 399620 h 1127338"/>
                <a:gd name="connsiteX8" fmla="*/ 709840 w 753488"/>
                <a:gd name="connsiteY8" fmla="*/ 29203 h 1127338"/>
                <a:gd name="connsiteX9" fmla="*/ 74840 w 753488"/>
                <a:gd name="connsiteY9" fmla="*/ 1687 h 1127338"/>
                <a:gd name="connsiteX0" fmla="*/ 125640 w 753488"/>
                <a:gd name="connsiteY0" fmla="*/ 22854 h 1127338"/>
                <a:gd name="connsiteX1" fmla="*/ 40972 w 753488"/>
                <a:gd name="connsiteY1" fmla="*/ 209120 h 1127338"/>
                <a:gd name="connsiteX2" fmla="*/ 19806 w 753488"/>
                <a:gd name="connsiteY2" fmla="*/ 471587 h 1127338"/>
                <a:gd name="connsiteX3" fmla="*/ 11340 w 753488"/>
                <a:gd name="connsiteY3" fmla="*/ 1024037 h 1127338"/>
                <a:gd name="connsiteX4" fmla="*/ 328840 w 753488"/>
                <a:gd name="connsiteY4" fmla="*/ 1085419 h 1127338"/>
                <a:gd name="connsiteX5" fmla="*/ 540507 w 753488"/>
                <a:gd name="connsiteY5" fmla="*/ 1125637 h 1127338"/>
                <a:gd name="connsiteX6" fmla="*/ 642106 w 753488"/>
                <a:gd name="connsiteY6" fmla="*/ 685369 h 1127338"/>
                <a:gd name="connsiteX7" fmla="*/ 688673 w 753488"/>
                <a:gd name="connsiteY7" fmla="*/ 399620 h 1127338"/>
                <a:gd name="connsiteX8" fmla="*/ 709840 w 753488"/>
                <a:gd name="connsiteY8" fmla="*/ 29203 h 1127338"/>
                <a:gd name="connsiteX9" fmla="*/ 74840 w 753488"/>
                <a:gd name="connsiteY9" fmla="*/ 1687 h 1127338"/>
                <a:gd name="connsiteX0" fmla="*/ 125640 w 771746"/>
                <a:gd name="connsiteY0" fmla="*/ 42729 h 1147213"/>
                <a:gd name="connsiteX1" fmla="*/ 40972 w 771746"/>
                <a:gd name="connsiteY1" fmla="*/ 228995 h 1147213"/>
                <a:gd name="connsiteX2" fmla="*/ 19806 w 771746"/>
                <a:gd name="connsiteY2" fmla="*/ 491462 h 1147213"/>
                <a:gd name="connsiteX3" fmla="*/ 11340 w 771746"/>
                <a:gd name="connsiteY3" fmla="*/ 1043912 h 1147213"/>
                <a:gd name="connsiteX4" fmla="*/ 328840 w 771746"/>
                <a:gd name="connsiteY4" fmla="*/ 1105294 h 1147213"/>
                <a:gd name="connsiteX5" fmla="*/ 540507 w 771746"/>
                <a:gd name="connsiteY5" fmla="*/ 1145512 h 1147213"/>
                <a:gd name="connsiteX6" fmla="*/ 642106 w 771746"/>
                <a:gd name="connsiteY6" fmla="*/ 705244 h 1147213"/>
                <a:gd name="connsiteX7" fmla="*/ 688673 w 771746"/>
                <a:gd name="connsiteY7" fmla="*/ 419495 h 1147213"/>
                <a:gd name="connsiteX8" fmla="*/ 733123 w 771746"/>
                <a:gd name="connsiteY8" fmla="*/ 23678 h 1147213"/>
                <a:gd name="connsiteX9" fmla="*/ 74840 w 771746"/>
                <a:gd name="connsiteY9" fmla="*/ 21562 h 1147213"/>
                <a:gd name="connsiteX0" fmla="*/ 125640 w 696807"/>
                <a:gd name="connsiteY0" fmla="*/ 21167 h 1125651"/>
                <a:gd name="connsiteX1" fmla="*/ 40972 w 696807"/>
                <a:gd name="connsiteY1" fmla="*/ 207433 h 1125651"/>
                <a:gd name="connsiteX2" fmla="*/ 19806 w 696807"/>
                <a:gd name="connsiteY2" fmla="*/ 469900 h 1125651"/>
                <a:gd name="connsiteX3" fmla="*/ 11340 w 696807"/>
                <a:gd name="connsiteY3" fmla="*/ 1022350 h 1125651"/>
                <a:gd name="connsiteX4" fmla="*/ 328840 w 696807"/>
                <a:gd name="connsiteY4" fmla="*/ 1083732 h 1125651"/>
                <a:gd name="connsiteX5" fmla="*/ 540507 w 696807"/>
                <a:gd name="connsiteY5" fmla="*/ 1123950 h 1125651"/>
                <a:gd name="connsiteX6" fmla="*/ 642106 w 696807"/>
                <a:gd name="connsiteY6" fmla="*/ 683682 h 1125651"/>
                <a:gd name="connsiteX7" fmla="*/ 688673 w 696807"/>
                <a:gd name="connsiteY7" fmla="*/ 397933 h 1125651"/>
                <a:gd name="connsiteX8" fmla="*/ 629407 w 696807"/>
                <a:gd name="connsiteY8" fmla="*/ 76200 h 1125651"/>
                <a:gd name="connsiteX9" fmla="*/ 74840 w 696807"/>
                <a:gd name="connsiteY9" fmla="*/ 0 h 1125651"/>
                <a:gd name="connsiteX0" fmla="*/ 125640 w 936334"/>
                <a:gd name="connsiteY0" fmla="*/ 21167 h 1125651"/>
                <a:gd name="connsiteX1" fmla="*/ 40972 w 936334"/>
                <a:gd name="connsiteY1" fmla="*/ 207433 h 1125651"/>
                <a:gd name="connsiteX2" fmla="*/ 19806 w 936334"/>
                <a:gd name="connsiteY2" fmla="*/ 469900 h 1125651"/>
                <a:gd name="connsiteX3" fmla="*/ 11340 w 936334"/>
                <a:gd name="connsiteY3" fmla="*/ 1022350 h 1125651"/>
                <a:gd name="connsiteX4" fmla="*/ 328840 w 936334"/>
                <a:gd name="connsiteY4" fmla="*/ 1083732 h 1125651"/>
                <a:gd name="connsiteX5" fmla="*/ 540507 w 936334"/>
                <a:gd name="connsiteY5" fmla="*/ 1123950 h 1125651"/>
                <a:gd name="connsiteX6" fmla="*/ 642106 w 936334"/>
                <a:gd name="connsiteY6" fmla="*/ 683682 h 1125651"/>
                <a:gd name="connsiteX7" fmla="*/ 936323 w 936334"/>
                <a:gd name="connsiteY7" fmla="*/ 764117 h 1125651"/>
                <a:gd name="connsiteX8" fmla="*/ 629407 w 936334"/>
                <a:gd name="connsiteY8" fmla="*/ 76200 h 1125651"/>
                <a:gd name="connsiteX9" fmla="*/ 74840 w 936334"/>
                <a:gd name="connsiteY9" fmla="*/ 0 h 1125651"/>
                <a:gd name="connsiteX0" fmla="*/ 125640 w 938359"/>
                <a:gd name="connsiteY0" fmla="*/ 21167 h 1125651"/>
                <a:gd name="connsiteX1" fmla="*/ 40972 w 938359"/>
                <a:gd name="connsiteY1" fmla="*/ 207433 h 1125651"/>
                <a:gd name="connsiteX2" fmla="*/ 19806 w 938359"/>
                <a:gd name="connsiteY2" fmla="*/ 469900 h 1125651"/>
                <a:gd name="connsiteX3" fmla="*/ 11340 w 938359"/>
                <a:gd name="connsiteY3" fmla="*/ 1022350 h 1125651"/>
                <a:gd name="connsiteX4" fmla="*/ 328840 w 938359"/>
                <a:gd name="connsiteY4" fmla="*/ 1083732 h 1125651"/>
                <a:gd name="connsiteX5" fmla="*/ 540507 w 938359"/>
                <a:gd name="connsiteY5" fmla="*/ 1123950 h 1125651"/>
                <a:gd name="connsiteX6" fmla="*/ 487590 w 938359"/>
                <a:gd name="connsiteY6" fmla="*/ 876299 h 1125651"/>
                <a:gd name="connsiteX7" fmla="*/ 936323 w 938359"/>
                <a:gd name="connsiteY7" fmla="*/ 764117 h 1125651"/>
                <a:gd name="connsiteX8" fmla="*/ 629407 w 938359"/>
                <a:gd name="connsiteY8" fmla="*/ 76200 h 1125651"/>
                <a:gd name="connsiteX9" fmla="*/ 74840 w 938359"/>
                <a:gd name="connsiteY9" fmla="*/ 0 h 1125651"/>
                <a:gd name="connsiteX0" fmla="*/ 125640 w 938359"/>
                <a:gd name="connsiteY0" fmla="*/ 21167 h 1093866"/>
                <a:gd name="connsiteX1" fmla="*/ 40972 w 938359"/>
                <a:gd name="connsiteY1" fmla="*/ 207433 h 1093866"/>
                <a:gd name="connsiteX2" fmla="*/ 19806 w 938359"/>
                <a:gd name="connsiteY2" fmla="*/ 469900 h 1093866"/>
                <a:gd name="connsiteX3" fmla="*/ 11340 w 938359"/>
                <a:gd name="connsiteY3" fmla="*/ 1022350 h 1093866"/>
                <a:gd name="connsiteX4" fmla="*/ 328840 w 938359"/>
                <a:gd name="connsiteY4" fmla="*/ 1083732 h 1093866"/>
                <a:gd name="connsiteX5" fmla="*/ 434673 w 938359"/>
                <a:gd name="connsiteY5" fmla="*/ 808567 h 1093866"/>
                <a:gd name="connsiteX6" fmla="*/ 487590 w 938359"/>
                <a:gd name="connsiteY6" fmla="*/ 876299 h 1093866"/>
                <a:gd name="connsiteX7" fmla="*/ 936323 w 938359"/>
                <a:gd name="connsiteY7" fmla="*/ 764117 h 1093866"/>
                <a:gd name="connsiteX8" fmla="*/ 629407 w 938359"/>
                <a:gd name="connsiteY8" fmla="*/ 76200 h 1093866"/>
                <a:gd name="connsiteX9" fmla="*/ 74840 w 938359"/>
                <a:gd name="connsiteY9" fmla="*/ 0 h 1093866"/>
                <a:gd name="connsiteX0" fmla="*/ 125640 w 938359"/>
                <a:gd name="connsiteY0" fmla="*/ 21167 h 1093866"/>
                <a:gd name="connsiteX1" fmla="*/ 40972 w 938359"/>
                <a:gd name="connsiteY1" fmla="*/ 207433 h 1093866"/>
                <a:gd name="connsiteX2" fmla="*/ 19806 w 938359"/>
                <a:gd name="connsiteY2" fmla="*/ 469900 h 1093866"/>
                <a:gd name="connsiteX3" fmla="*/ 11340 w 938359"/>
                <a:gd name="connsiteY3" fmla="*/ 1022350 h 1093866"/>
                <a:gd name="connsiteX4" fmla="*/ 328840 w 938359"/>
                <a:gd name="connsiteY4" fmla="*/ 1083732 h 1093866"/>
                <a:gd name="connsiteX5" fmla="*/ 434673 w 938359"/>
                <a:gd name="connsiteY5" fmla="*/ 808567 h 1093866"/>
                <a:gd name="connsiteX6" fmla="*/ 487590 w 938359"/>
                <a:gd name="connsiteY6" fmla="*/ 876299 h 1093866"/>
                <a:gd name="connsiteX7" fmla="*/ 936323 w 938359"/>
                <a:gd name="connsiteY7" fmla="*/ 764117 h 1093866"/>
                <a:gd name="connsiteX8" fmla="*/ 629407 w 938359"/>
                <a:gd name="connsiteY8" fmla="*/ 76200 h 1093866"/>
                <a:gd name="connsiteX9" fmla="*/ 74840 w 938359"/>
                <a:gd name="connsiteY9" fmla="*/ 0 h 1093866"/>
                <a:gd name="connsiteX0" fmla="*/ 125640 w 938359"/>
                <a:gd name="connsiteY0" fmla="*/ 21167 h 1093866"/>
                <a:gd name="connsiteX1" fmla="*/ 40972 w 938359"/>
                <a:gd name="connsiteY1" fmla="*/ 207433 h 1093866"/>
                <a:gd name="connsiteX2" fmla="*/ 19806 w 938359"/>
                <a:gd name="connsiteY2" fmla="*/ 469900 h 1093866"/>
                <a:gd name="connsiteX3" fmla="*/ 11340 w 938359"/>
                <a:gd name="connsiteY3" fmla="*/ 1022350 h 1093866"/>
                <a:gd name="connsiteX4" fmla="*/ 328840 w 938359"/>
                <a:gd name="connsiteY4" fmla="*/ 1083732 h 1093866"/>
                <a:gd name="connsiteX5" fmla="*/ 434673 w 938359"/>
                <a:gd name="connsiteY5" fmla="*/ 808567 h 1093866"/>
                <a:gd name="connsiteX6" fmla="*/ 487590 w 938359"/>
                <a:gd name="connsiteY6" fmla="*/ 876299 h 1093866"/>
                <a:gd name="connsiteX7" fmla="*/ 936323 w 938359"/>
                <a:gd name="connsiteY7" fmla="*/ 764117 h 1093866"/>
                <a:gd name="connsiteX8" fmla="*/ 629407 w 938359"/>
                <a:gd name="connsiteY8" fmla="*/ 76200 h 1093866"/>
                <a:gd name="connsiteX9" fmla="*/ 74840 w 938359"/>
                <a:gd name="connsiteY9" fmla="*/ 0 h 1093866"/>
                <a:gd name="connsiteX0" fmla="*/ 125640 w 938359"/>
                <a:gd name="connsiteY0" fmla="*/ 21167 h 1093866"/>
                <a:gd name="connsiteX1" fmla="*/ 40972 w 938359"/>
                <a:gd name="connsiteY1" fmla="*/ 207433 h 1093866"/>
                <a:gd name="connsiteX2" fmla="*/ 19806 w 938359"/>
                <a:gd name="connsiteY2" fmla="*/ 469900 h 1093866"/>
                <a:gd name="connsiteX3" fmla="*/ 11340 w 938359"/>
                <a:gd name="connsiteY3" fmla="*/ 1022350 h 1093866"/>
                <a:gd name="connsiteX4" fmla="*/ 328840 w 938359"/>
                <a:gd name="connsiteY4" fmla="*/ 1083732 h 1093866"/>
                <a:gd name="connsiteX5" fmla="*/ 434673 w 938359"/>
                <a:gd name="connsiteY5" fmla="*/ 808567 h 1093866"/>
                <a:gd name="connsiteX6" fmla="*/ 487590 w 938359"/>
                <a:gd name="connsiteY6" fmla="*/ 876299 h 1093866"/>
                <a:gd name="connsiteX7" fmla="*/ 936323 w 938359"/>
                <a:gd name="connsiteY7" fmla="*/ 764117 h 1093866"/>
                <a:gd name="connsiteX8" fmla="*/ 629407 w 938359"/>
                <a:gd name="connsiteY8" fmla="*/ 76200 h 1093866"/>
                <a:gd name="connsiteX9" fmla="*/ 74840 w 938359"/>
                <a:gd name="connsiteY9" fmla="*/ 0 h 1093866"/>
                <a:gd name="connsiteX0" fmla="*/ 125640 w 957446"/>
                <a:gd name="connsiteY0" fmla="*/ 21167 h 1093866"/>
                <a:gd name="connsiteX1" fmla="*/ 40972 w 957446"/>
                <a:gd name="connsiteY1" fmla="*/ 207433 h 1093866"/>
                <a:gd name="connsiteX2" fmla="*/ 19806 w 957446"/>
                <a:gd name="connsiteY2" fmla="*/ 469900 h 1093866"/>
                <a:gd name="connsiteX3" fmla="*/ 11340 w 957446"/>
                <a:gd name="connsiteY3" fmla="*/ 1022350 h 1093866"/>
                <a:gd name="connsiteX4" fmla="*/ 328840 w 957446"/>
                <a:gd name="connsiteY4" fmla="*/ 1083732 h 1093866"/>
                <a:gd name="connsiteX5" fmla="*/ 434673 w 957446"/>
                <a:gd name="connsiteY5" fmla="*/ 808567 h 1093866"/>
                <a:gd name="connsiteX6" fmla="*/ 487590 w 957446"/>
                <a:gd name="connsiteY6" fmla="*/ 876299 h 1093866"/>
                <a:gd name="connsiteX7" fmla="*/ 936323 w 957446"/>
                <a:gd name="connsiteY7" fmla="*/ 764117 h 1093866"/>
                <a:gd name="connsiteX8" fmla="*/ 629407 w 957446"/>
                <a:gd name="connsiteY8" fmla="*/ 76200 h 1093866"/>
                <a:gd name="connsiteX9" fmla="*/ 74840 w 957446"/>
                <a:gd name="connsiteY9" fmla="*/ 0 h 1093866"/>
                <a:gd name="connsiteX0" fmla="*/ 125640 w 957446"/>
                <a:gd name="connsiteY0" fmla="*/ 21167 h 1093866"/>
                <a:gd name="connsiteX1" fmla="*/ 40972 w 957446"/>
                <a:gd name="connsiteY1" fmla="*/ 207433 h 1093866"/>
                <a:gd name="connsiteX2" fmla="*/ 19806 w 957446"/>
                <a:gd name="connsiteY2" fmla="*/ 469900 h 1093866"/>
                <a:gd name="connsiteX3" fmla="*/ 11340 w 957446"/>
                <a:gd name="connsiteY3" fmla="*/ 1022350 h 1093866"/>
                <a:gd name="connsiteX4" fmla="*/ 328840 w 957446"/>
                <a:gd name="connsiteY4" fmla="*/ 1083732 h 1093866"/>
                <a:gd name="connsiteX5" fmla="*/ 434673 w 957446"/>
                <a:gd name="connsiteY5" fmla="*/ 808567 h 1093866"/>
                <a:gd name="connsiteX6" fmla="*/ 487590 w 957446"/>
                <a:gd name="connsiteY6" fmla="*/ 876299 h 1093866"/>
                <a:gd name="connsiteX7" fmla="*/ 936323 w 957446"/>
                <a:gd name="connsiteY7" fmla="*/ 764117 h 1093866"/>
                <a:gd name="connsiteX8" fmla="*/ 629407 w 957446"/>
                <a:gd name="connsiteY8" fmla="*/ 76200 h 1093866"/>
                <a:gd name="connsiteX9" fmla="*/ 74840 w 957446"/>
                <a:gd name="connsiteY9" fmla="*/ 0 h 1093866"/>
                <a:gd name="connsiteX0" fmla="*/ 125640 w 936323"/>
                <a:gd name="connsiteY0" fmla="*/ 21167 h 1093866"/>
                <a:gd name="connsiteX1" fmla="*/ 40972 w 936323"/>
                <a:gd name="connsiteY1" fmla="*/ 207433 h 1093866"/>
                <a:gd name="connsiteX2" fmla="*/ 19806 w 936323"/>
                <a:gd name="connsiteY2" fmla="*/ 469900 h 1093866"/>
                <a:gd name="connsiteX3" fmla="*/ 11340 w 936323"/>
                <a:gd name="connsiteY3" fmla="*/ 1022350 h 1093866"/>
                <a:gd name="connsiteX4" fmla="*/ 328840 w 936323"/>
                <a:gd name="connsiteY4" fmla="*/ 1083732 h 1093866"/>
                <a:gd name="connsiteX5" fmla="*/ 434673 w 936323"/>
                <a:gd name="connsiteY5" fmla="*/ 808567 h 1093866"/>
                <a:gd name="connsiteX6" fmla="*/ 487590 w 936323"/>
                <a:gd name="connsiteY6" fmla="*/ 876299 h 1093866"/>
                <a:gd name="connsiteX7" fmla="*/ 936323 w 936323"/>
                <a:gd name="connsiteY7" fmla="*/ 764117 h 1093866"/>
                <a:gd name="connsiteX8" fmla="*/ 629407 w 936323"/>
                <a:gd name="connsiteY8" fmla="*/ 76200 h 1093866"/>
                <a:gd name="connsiteX9" fmla="*/ 74840 w 936323"/>
                <a:gd name="connsiteY9" fmla="*/ 0 h 1093866"/>
                <a:gd name="connsiteX0" fmla="*/ 125640 w 936323"/>
                <a:gd name="connsiteY0" fmla="*/ 21167 h 1093866"/>
                <a:gd name="connsiteX1" fmla="*/ 40972 w 936323"/>
                <a:gd name="connsiteY1" fmla="*/ 207433 h 1093866"/>
                <a:gd name="connsiteX2" fmla="*/ 19806 w 936323"/>
                <a:gd name="connsiteY2" fmla="*/ 469900 h 1093866"/>
                <a:gd name="connsiteX3" fmla="*/ 11340 w 936323"/>
                <a:gd name="connsiteY3" fmla="*/ 1022350 h 1093866"/>
                <a:gd name="connsiteX4" fmla="*/ 328840 w 936323"/>
                <a:gd name="connsiteY4" fmla="*/ 1083732 h 1093866"/>
                <a:gd name="connsiteX5" fmla="*/ 434673 w 936323"/>
                <a:gd name="connsiteY5" fmla="*/ 808567 h 1093866"/>
                <a:gd name="connsiteX6" fmla="*/ 487590 w 936323"/>
                <a:gd name="connsiteY6" fmla="*/ 876299 h 1093866"/>
                <a:gd name="connsiteX7" fmla="*/ 936323 w 936323"/>
                <a:gd name="connsiteY7" fmla="*/ 764117 h 1093866"/>
                <a:gd name="connsiteX8" fmla="*/ 629407 w 936323"/>
                <a:gd name="connsiteY8" fmla="*/ 76200 h 1093866"/>
                <a:gd name="connsiteX9" fmla="*/ 74840 w 936323"/>
                <a:gd name="connsiteY9" fmla="*/ 0 h 1093866"/>
                <a:gd name="connsiteX0" fmla="*/ 125640 w 936323"/>
                <a:gd name="connsiteY0" fmla="*/ 21167 h 1093866"/>
                <a:gd name="connsiteX1" fmla="*/ 40972 w 936323"/>
                <a:gd name="connsiteY1" fmla="*/ 207433 h 1093866"/>
                <a:gd name="connsiteX2" fmla="*/ 19806 w 936323"/>
                <a:gd name="connsiteY2" fmla="*/ 469900 h 1093866"/>
                <a:gd name="connsiteX3" fmla="*/ 11340 w 936323"/>
                <a:gd name="connsiteY3" fmla="*/ 1022350 h 1093866"/>
                <a:gd name="connsiteX4" fmla="*/ 328840 w 936323"/>
                <a:gd name="connsiteY4" fmla="*/ 1083732 h 1093866"/>
                <a:gd name="connsiteX5" fmla="*/ 434673 w 936323"/>
                <a:gd name="connsiteY5" fmla="*/ 808567 h 1093866"/>
                <a:gd name="connsiteX6" fmla="*/ 487590 w 936323"/>
                <a:gd name="connsiteY6" fmla="*/ 876299 h 1093866"/>
                <a:gd name="connsiteX7" fmla="*/ 936323 w 936323"/>
                <a:gd name="connsiteY7" fmla="*/ 764117 h 1093866"/>
                <a:gd name="connsiteX8" fmla="*/ 629407 w 936323"/>
                <a:gd name="connsiteY8" fmla="*/ 76200 h 1093866"/>
                <a:gd name="connsiteX9" fmla="*/ 74840 w 936323"/>
                <a:gd name="connsiteY9" fmla="*/ 0 h 1093866"/>
                <a:gd name="connsiteX0" fmla="*/ 125640 w 936323"/>
                <a:gd name="connsiteY0" fmla="*/ 21167 h 1030741"/>
                <a:gd name="connsiteX1" fmla="*/ 40972 w 936323"/>
                <a:gd name="connsiteY1" fmla="*/ 207433 h 1030741"/>
                <a:gd name="connsiteX2" fmla="*/ 19806 w 936323"/>
                <a:gd name="connsiteY2" fmla="*/ 469900 h 1030741"/>
                <a:gd name="connsiteX3" fmla="*/ 11340 w 936323"/>
                <a:gd name="connsiteY3" fmla="*/ 1022350 h 1030741"/>
                <a:gd name="connsiteX4" fmla="*/ 434673 w 936323"/>
                <a:gd name="connsiteY4" fmla="*/ 808567 h 1030741"/>
                <a:gd name="connsiteX5" fmla="*/ 487590 w 936323"/>
                <a:gd name="connsiteY5" fmla="*/ 876299 h 1030741"/>
                <a:gd name="connsiteX6" fmla="*/ 936323 w 936323"/>
                <a:gd name="connsiteY6" fmla="*/ 764117 h 1030741"/>
                <a:gd name="connsiteX7" fmla="*/ 629407 w 936323"/>
                <a:gd name="connsiteY7" fmla="*/ 76200 h 1030741"/>
                <a:gd name="connsiteX8" fmla="*/ 74840 w 936323"/>
                <a:gd name="connsiteY8" fmla="*/ 0 h 1030741"/>
                <a:gd name="connsiteX0" fmla="*/ 105834 w 916517"/>
                <a:gd name="connsiteY0" fmla="*/ 21167 h 876299"/>
                <a:gd name="connsiteX1" fmla="*/ 21166 w 916517"/>
                <a:gd name="connsiteY1" fmla="*/ 207433 h 876299"/>
                <a:gd name="connsiteX2" fmla="*/ 0 w 916517"/>
                <a:gd name="connsiteY2" fmla="*/ 469900 h 876299"/>
                <a:gd name="connsiteX3" fmla="*/ 414867 w 916517"/>
                <a:gd name="connsiteY3" fmla="*/ 808567 h 876299"/>
                <a:gd name="connsiteX4" fmla="*/ 467784 w 916517"/>
                <a:gd name="connsiteY4" fmla="*/ 876299 h 876299"/>
                <a:gd name="connsiteX5" fmla="*/ 916517 w 916517"/>
                <a:gd name="connsiteY5" fmla="*/ 764117 h 876299"/>
                <a:gd name="connsiteX6" fmla="*/ 609601 w 916517"/>
                <a:gd name="connsiteY6" fmla="*/ 76200 h 876299"/>
                <a:gd name="connsiteX7" fmla="*/ 55034 w 916517"/>
                <a:gd name="connsiteY7" fmla="*/ 0 h 876299"/>
                <a:gd name="connsiteX0" fmla="*/ 102941 w 913624"/>
                <a:gd name="connsiteY0" fmla="*/ 21167 h 876299"/>
                <a:gd name="connsiteX1" fmla="*/ 18273 w 913624"/>
                <a:gd name="connsiteY1" fmla="*/ 207433 h 876299"/>
                <a:gd name="connsiteX2" fmla="*/ 411974 w 913624"/>
                <a:gd name="connsiteY2" fmla="*/ 808567 h 876299"/>
                <a:gd name="connsiteX3" fmla="*/ 464891 w 913624"/>
                <a:gd name="connsiteY3" fmla="*/ 876299 h 876299"/>
                <a:gd name="connsiteX4" fmla="*/ 913624 w 913624"/>
                <a:gd name="connsiteY4" fmla="*/ 764117 h 876299"/>
                <a:gd name="connsiteX5" fmla="*/ 606708 w 913624"/>
                <a:gd name="connsiteY5" fmla="*/ 76200 h 876299"/>
                <a:gd name="connsiteX6" fmla="*/ 52141 w 913624"/>
                <a:gd name="connsiteY6" fmla="*/ 0 h 876299"/>
                <a:gd name="connsiteX0" fmla="*/ 50800 w 861483"/>
                <a:gd name="connsiteY0" fmla="*/ 21167 h 876299"/>
                <a:gd name="connsiteX1" fmla="*/ 359833 w 861483"/>
                <a:gd name="connsiteY1" fmla="*/ 808567 h 876299"/>
                <a:gd name="connsiteX2" fmla="*/ 412750 w 861483"/>
                <a:gd name="connsiteY2" fmla="*/ 876299 h 876299"/>
                <a:gd name="connsiteX3" fmla="*/ 861483 w 861483"/>
                <a:gd name="connsiteY3" fmla="*/ 764117 h 876299"/>
                <a:gd name="connsiteX4" fmla="*/ 554567 w 861483"/>
                <a:gd name="connsiteY4" fmla="*/ 76200 h 876299"/>
                <a:gd name="connsiteX5" fmla="*/ 0 w 861483"/>
                <a:gd name="connsiteY5" fmla="*/ 0 h 876299"/>
                <a:gd name="connsiteX0" fmla="*/ 359833 w 861483"/>
                <a:gd name="connsiteY0" fmla="*/ 808567 h 876299"/>
                <a:gd name="connsiteX1" fmla="*/ 412750 w 861483"/>
                <a:gd name="connsiteY1" fmla="*/ 876299 h 876299"/>
                <a:gd name="connsiteX2" fmla="*/ 861483 w 861483"/>
                <a:gd name="connsiteY2" fmla="*/ 764117 h 876299"/>
                <a:gd name="connsiteX3" fmla="*/ 554567 w 861483"/>
                <a:gd name="connsiteY3" fmla="*/ 76200 h 876299"/>
                <a:gd name="connsiteX4" fmla="*/ 0 w 861483"/>
                <a:gd name="connsiteY4" fmla="*/ 0 h 876299"/>
                <a:gd name="connsiteX0" fmla="*/ 0 w 501650"/>
                <a:gd name="connsiteY0" fmla="*/ 732367 h 800099"/>
                <a:gd name="connsiteX1" fmla="*/ 52917 w 501650"/>
                <a:gd name="connsiteY1" fmla="*/ 800099 h 800099"/>
                <a:gd name="connsiteX2" fmla="*/ 501650 w 501650"/>
                <a:gd name="connsiteY2" fmla="*/ 687917 h 800099"/>
                <a:gd name="connsiteX3" fmla="*/ 194734 w 501650"/>
                <a:gd name="connsiteY3" fmla="*/ 0 h 800099"/>
                <a:gd name="connsiteX0" fmla="*/ 0 w 501650"/>
                <a:gd name="connsiteY0" fmla="*/ 732367 h 800099"/>
                <a:gd name="connsiteX1" fmla="*/ 52917 w 501650"/>
                <a:gd name="connsiteY1" fmla="*/ 800099 h 800099"/>
                <a:gd name="connsiteX2" fmla="*/ 501650 w 501650"/>
                <a:gd name="connsiteY2" fmla="*/ 687917 h 800099"/>
                <a:gd name="connsiteX3" fmla="*/ 165101 w 501650"/>
                <a:gd name="connsiteY3" fmla="*/ 0 h 800099"/>
                <a:gd name="connsiteX0" fmla="*/ 0 w 501650"/>
                <a:gd name="connsiteY0" fmla="*/ 651934 h 800099"/>
                <a:gd name="connsiteX1" fmla="*/ 52917 w 501650"/>
                <a:gd name="connsiteY1" fmla="*/ 800099 h 800099"/>
                <a:gd name="connsiteX2" fmla="*/ 501650 w 501650"/>
                <a:gd name="connsiteY2" fmla="*/ 687917 h 800099"/>
                <a:gd name="connsiteX3" fmla="*/ 165101 w 501650"/>
                <a:gd name="connsiteY3" fmla="*/ 0 h 800099"/>
                <a:gd name="connsiteX0" fmla="*/ 0 w 497417"/>
                <a:gd name="connsiteY0" fmla="*/ 599017 h 800099"/>
                <a:gd name="connsiteX1" fmla="*/ 48684 w 497417"/>
                <a:gd name="connsiteY1" fmla="*/ 800099 h 800099"/>
                <a:gd name="connsiteX2" fmla="*/ 497417 w 497417"/>
                <a:gd name="connsiteY2" fmla="*/ 687917 h 800099"/>
                <a:gd name="connsiteX3" fmla="*/ 160868 w 497417"/>
                <a:gd name="connsiteY3" fmla="*/ 0 h 800099"/>
                <a:gd name="connsiteX0" fmla="*/ 0 w 497417"/>
                <a:gd name="connsiteY0" fmla="*/ 599017 h 800099"/>
                <a:gd name="connsiteX1" fmla="*/ 48684 w 497417"/>
                <a:gd name="connsiteY1" fmla="*/ 800099 h 800099"/>
                <a:gd name="connsiteX2" fmla="*/ 497417 w 497417"/>
                <a:gd name="connsiteY2" fmla="*/ 687917 h 800099"/>
                <a:gd name="connsiteX3" fmla="*/ 160868 w 497417"/>
                <a:gd name="connsiteY3" fmla="*/ 0 h 800099"/>
                <a:gd name="connsiteX0" fmla="*/ 0 w 484717"/>
                <a:gd name="connsiteY0" fmla="*/ 594783 h 800099"/>
                <a:gd name="connsiteX1" fmla="*/ 35984 w 484717"/>
                <a:gd name="connsiteY1" fmla="*/ 800099 h 800099"/>
                <a:gd name="connsiteX2" fmla="*/ 484717 w 484717"/>
                <a:gd name="connsiteY2" fmla="*/ 687917 h 800099"/>
                <a:gd name="connsiteX3" fmla="*/ 148168 w 484717"/>
                <a:gd name="connsiteY3" fmla="*/ 0 h 800099"/>
                <a:gd name="connsiteX0" fmla="*/ 0 w 493184"/>
                <a:gd name="connsiteY0" fmla="*/ 594783 h 800099"/>
                <a:gd name="connsiteX1" fmla="*/ 35984 w 493184"/>
                <a:gd name="connsiteY1" fmla="*/ 800099 h 800099"/>
                <a:gd name="connsiteX2" fmla="*/ 493184 w 493184"/>
                <a:gd name="connsiteY2" fmla="*/ 656167 h 800099"/>
                <a:gd name="connsiteX3" fmla="*/ 148168 w 493184"/>
                <a:gd name="connsiteY3" fmla="*/ 0 h 800099"/>
                <a:gd name="connsiteX0" fmla="*/ 0 w 505884"/>
                <a:gd name="connsiteY0" fmla="*/ 594783 h 800099"/>
                <a:gd name="connsiteX1" fmla="*/ 35984 w 505884"/>
                <a:gd name="connsiteY1" fmla="*/ 800099 h 800099"/>
                <a:gd name="connsiteX2" fmla="*/ 505884 w 505884"/>
                <a:gd name="connsiteY2" fmla="*/ 690033 h 800099"/>
                <a:gd name="connsiteX3" fmla="*/ 148168 w 505884"/>
                <a:gd name="connsiteY3" fmla="*/ 0 h 800099"/>
                <a:gd name="connsiteX0" fmla="*/ 0 w 505884"/>
                <a:gd name="connsiteY0" fmla="*/ 626533 h 831849"/>
                <a:gd name="connsiteX1" fmla="*/ 35984 w 505884"/>
                <a:gd name="connsiteY1" fmla="*/ 831849 h 831849"/>
                <a:gd name="connsiteX2" fmla="*/ 505884 w 505884"/>
                <a:gd name="connsiteY2" fmla="*/ 721783 h 831849"/>
                <a:gd name="connsiteX3" fmla="*/ 116418 w 505884"/>
                <a:gd name="connsiteY3" fmla="*/ 0 h 831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884" h="831849">
                  <a:moveTo>
                    <a:pt x="0" y="626533"/>
                  </a:moveTo>
                  <a:cubicBezTo>
                    <a:pt x="16228" y="727075"/>
                    <a:pt x="-11993" y="830085"/>
                    <a:pt x="35984" y="831849"/>
                  </a:cubicBezTo>
                  <a:cubicBezTo>
                    <a:pt x="146404" y="776110"/>
                    <a:pt x="365831" y="768350"/>
                    <a:pt x="505884" y="721783"/>
                  </a:cubicBezTo>
                  <a:cubicBezTo>
                    <a:pt x="484331" y="578571"/>
                    <a:pt x="259998" y="127353"/>
                    <a:pt x="116418" y="0"/>
                  </a:cubicBezTo>
                </a:path>
              </a:pathLst>
            </a:custGeom>
            <a:solidFill>
              <a:srgbClr val="B4B9BD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任意多边形: 形状 307">
              <a:extLst>
                <a:ext uri="{FF2B5EF4-FFF2-40B4-BE49-F238E27FC236}">
                  <a16:creationId xmlns:a16="http://schemas.microsoft.com/office/drawing/2014/main" id="{D07DDE59-A5B6-9038-D9A1-60731DC57A13}"/>
                </a:ext>
              </a:extLst>
            </p:cNvPr>
            <p:cNvSpPr/>
            <p:nvPr/>
          </p:nvSpPr>
          <p:spPr>
            <a:xfrm>
              <a:off x="10096384" y="4060594"/>
              <a:ext cx="505346" cy="695184"/>
            </a:xfrm>
            <a:custGeom>
              <a:avLst/>
              <a:gdLst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347694 w 838761"/>
                <a:gd name="connsiteY13" fmla="*/ 65616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616511 w 838761"/>
                <a:gd name="connsiteY12" fmla="*/ 357717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696945 w 838761"/>
                <a:gd name="connsiteY10" fmla="*/ 514350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759247"/>
                <a:gd name="connsiteY0" fmla="*/ 19050 h 1185333"/>
                <a:gd name="connsiteX1" fmla="*/ 68294 w 759247"/>
                <a:gd name="connsiteY1" fmla="*/ 80433 h 1185333"/>
                <a:gd name="connsiteX2" fmla="*/ 21728 w 759247"/>
                <a:gd name="connsiteY2" fmla="*/ 160866 h 1185333"/>
                <a:gd name="connsiteX3" fmla="*/ 561 w 759247"/>
                <a:gd name="connsiteY3" fmla="*/ 323850 h 1185333"/>
                <a:gd name="connsiteX4" fmla="*/ 148728 w 759247"/>
                <a:gd name="connsiteY4" fmla="*/ 903816 h 1185333"/>
                <a:gd name="connsiteX5" fmla="*/ 269378 w 759247"/>
                <a:gd name="connsiteY5" fmla="*/ 1056216 h 1185333"/>
                <a:gd name="connsiteX6" fmla="*/ 440828 w 759247"/>
                <a:gd name="connsiteY6" fmla="*/ 1166283 h 1185333"/>
                <a:gd name="connsiteX7" fmla="*/ 652494 w 759247"/>
                <a:gd name="connsiteY7" fmla="*/ 1185333 h 1185333"/>
                <a:gd name="connsiteX8" fmla="*/ 758328 w 759247"/>
                <a:gd name="connsiteY8" fmla="*/ 1104900 h 1185333"/>
                <a:gd name="connsiteX9" fmla="*/ 709644 w 759247"/>
                <a:gd name="connsiteY9" fmla="*/ 687916 h 1185333"/>
                <a:gd name="connsiteX10" fmla="*/ 696945 w 759247"/>
                <a:gd name="connsiteY10" fmla="*/ 514350 h 1185333"/>
                <a:gd name="connsiteX11" fmla="*/ 616511 w 759247"/>
                <a:gd name="connsiteY11" fmla="*/ 357717 h 1185333"/>
                <a:gd name="connsiteX12" fmla="*/ 491628 w 759247"/>
                <a:gd name="connsiteY12" fmla="*/ 86783 h 1185333"/>
                <a:gd name="connsiteX13" fmla="*/ 186828 w 759247"/>
                <a:gd name="connsiteY13" fmla="*/ 0 h 1185333"/>
                <a:gd name="connsiteX14" fmla="*/ 180478 w 759247"/>
                <a:gd name="connsiteY14" fmla="*/ 10583 h 1185333"/>
                <a:gd name="connsiteX0" fmla="*/ 241861 w 759154"/>
                <a:gd name="connsiteY0" fmla="*/ 19050 h 1185333"/>
                <a:gd name="connsiteX1" fmla="*/ 68294 w 759154"/>
                <a:gd name="connsiteY1" fmla="*/ 80433 h 1185333"/>
                <a:gd name="connsiteX2" fmla="*/ 21728 w 759154"/>
                <a:gd name="connsiteY2" fmla="*/ 160866 h 1185333"/>
                <a:gd name="connsiteX3" fmla="*/ 561 w 759154"/>
                <a:gd name="connsiteY3" fmla="*/ 323850 h 1185333"/>
                <a:gd name="connsiteX4" fmla="*/ 148728 w 759154"/>
                <a:gd name="connsiteY4" fmla="*/ 903816 h 1185333"/>
                <a:gd name="connsiteX5" fmla="*/ 269378 w 759154"/>
                <a:gd name="connsiteY5" fmla="*/ 1056216 h 1185333"/>
                <a:gd name="connsiteX6" fmla="*/ 440828 w 759154"/>
                <a:gd name="connsiteY6" fmla="*/ 1166283 h 1185333"/>
                <a:gd name="connsiteX7" fmla="*/ 652494 w 759154"/>
                <a:gd name="connsiteY7" fmla="*/ 1185333 h 1185333"/>
                <a:gd name="connsiteX8" fmla="*/ 758328 w 759154"/>
                <a:gd name="connsiteY8" fmla="*/ 1104900 h 1185333"/>
                <a:gd name="connsiteX9" fmla="*/ 709644 w 759154"/>
                <a:gd name="connsiteY9" fmla="*/ 687916 h 1185333"/>
                <a:gd name="connsiteX10" fmla="*/ 696945 w 759154"/>
                <a:gd name="connsiteY10" fmla="*/ 514350 h 1185333"/>
                <a:gd name="connsiteX11" fmla="*/ 616511 w 759154"/>
                <a:gd name="connsiteY11" fmla="*/ 357717 h 1185333"/>
                <a:gd name="connsiteX12" fmla="*/ 491628 w 759154"/>
                <a:gd name="connsiteY12" fmla="*/ 86783 h 1185333"/>
                <a:gd name="connsiteX13" fmla="*/ 186828 w 759154"/>
                <a:gd name="connsiteY13" fmla="*/ 0 h 1185333"/>
                <a:gd name="connsiteX14" fmla="*/ 180478 w 759154"/>
                <a:gd name="connsiteY14" fmla="*/ 10583 h 1185333"/>
                <a:gd name="connsiteX0" fmla="*/ 241861 w 711707"/>
                <a:gd name="connsiteY0" fmla="*/ 19050 h 1185333"/>
                <a:gd name="connsiteX1" fmla="*/ 68294 w 711707"/>
                <a:gd name="connsiteY1" fmla="*/ 80433 h 1185333"/>
                <a:gd name="connsiteX2" fmla="*/ 21728 w 711707"/>
                <a:gd name="connsiteY2" fmla="*/ 160866 h 1185333"/>
                <a:gd name="connsiteX3" fmla="*/ 561 w 711707"/>
                <a:gd name="connsiteY3" fmla="*/ 323850 h 1185333"/>
                <a:gd name="connsiteX4" fmla="*/ 148728 w 711707"/>
                <a:gd name="connsiteY4" fmla="*/ 903816 h 1185333"/>
                <a:gd name="connsiteX5" fmla="*/ 269378 w 711707"/>
                <a:gd name="connsiteY5" fmla="*/ 1056216 h 1185333"/>
                <a:gd name="connsiteX6" fmla="*/ 440828 w 711707"/>
                <a:gd name="connsiteY6" fmla="*/ 1166283 h 1185333"/>
                <a:gd name="connsiteX7" fmla="*/ 652494 w 711707"/>
                <a:gd name="connsiteY7" fmla="*/ 1185333 h 1185333"/>
                <a:gd name="connsiteX8" fmla="*/ 709645 w 711707"/>
                <a:gd name="connsiteY8" fmla="*/ 1075267 h 1185333"/>
                <a:gd name="connsiteX9" fmla="*/ 709644 w 711707"/>
                <a:gd name="connsiteY9" fmla="*/ 687916 h 1185333"/>
                <a:gd name="connsiteX10" fmla="*/ 696945 w 711707"/>
                <a:gd name="connsiteY10" fmla="*/ 514350 h 1185333"/>
                <a:gd name="connsiteX11" fmla="*/ 616511 w 711707"/>
                <a:gd name="connsiteY11" fmla="*/ 357717 h 1185333"/>
                <a:gd name="connsiteX12" fmla="*/ 491628 w 711707"/>
                <a:gd name="connsiteY12" fmla="*/ 86783 h 1185333"/>
                <a:gd name="connsiteX13" fmla="*/ 186828 w 711707"/>
                <a:gd name="connsiteY13" fmla="*/ 0 h 1185333"/>
                <a:gd name="connsiteX14" fmla="*/ 180478 w 711707"/>
                <a:gd name="connsiteY14" fmla="*/ 10583 h 1185333"/>
                <a:gd name="connsiteX0" fmla="*/ 241861 w 712688"/>
                <a:gd name="connsiteY0" fmla="*/ 19050 h 1168601"/>
                <a:gd name="connsiteX1" fmla="*/ 68294 w 712688"/>
                <a:gd name="connsiteY1" fmla="*/ 80433 h 1168601"/>
                <a:gd name="connsiteX2" fmla="*/ 21728 w 712688"/>
                <a:gd name="connsiteY2" fmla="*/ 160866 h 1168601"/>
                <a:gd name="connsiteX3" fmla="*/ 561 w 712688"/>
                <a:gd name="connsiteY3" fmla="*/ 323850 h 1168601"/>
                <a:gd name="connsiteX4" fmla="*/ 148728 w 712688"/>
                <a:gd name="connsiteY4" fmla="*/ 903816 h 1168601"/>
                <a:gd name="connsiteX5" fmla="*/ 269378 w 712688"/>
                <a:gd name="connsiteY5" fmla="*/ 1056216 h 1168601"/>
                <a:gd name="connsiteX6" fmla="*/ 440828 w 712688"/>
                <a:gd name="connsiteY6" fmla="*/ 1166283 h 1168601"/>
                <a:gd name="connsiteX7" fmla="*/ 635561 w 712688"/>
                <a:gd name="connsiteY7" fmla="*/ 1136650 h 1168601"/>
                <a:gd name="connsiteX8" fmla="*/ 709645 w 712688"/>
                <a:gd name="connsiteY8" fmla="*/ 1075267 h 1168601"/>
                <a:gd name="connsiteX9" fmla="*/ 709644 w 712688"/>
                <a:gd name="connsiteY9" fmla="*/ 687916 h 1168601"/>
                <a:gd name="connsiteX10" fmla="*/ 696945 w 712688"/>
                <a:gd name="connsiteY10" fmla="*/ 514350 h 1168601"/>
                <a:gd name="connsiteX11" fmla="*/ 616511 w 712688"/>
                <a:gd name="connsiteY11" fmla="*/ 357717 h 1168601"/>
                <a:gd name="connsiteX12" fmla="*/ 491628 w 712688"/>
                <a:gd name="connsiteY12" fmla="*/ 86783 h 1168601"/>
                <a:gd name="connsiteX13" fmla="*/ 186828 w 712688"/>
                <a:gd name="connsiteY13" fmla="*/ 0 h 1168601"/>
                <a:gd name="connsiteX14" fmla="*/ 180478 w 712688"/>
                <a:gd name="connsiteY14" fmla="*/ 10583 h 116860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7013"/>
                <a:gd name="connsiteX1" fmla="*/ 68294 w 712688"/>
                <a:gd name="connsiteY1" fmla="*/ 80433 h 1167013"/>
                <a:gd name="connsiteX2" fmla="*/ 21728 w 712688"/>
                <a:gd name="connsiteY2" fmla="*/ 160866 h 1167013"/>
                <a:gd name="connsiteX3" fmla="*/ 561 w 712688"/>
                <a:gd name="connsiteY3" fmla="*/ 323850 h 1167013"/>
                <a:gd name="connsiteX4" fmla="*/ 148728 w 712688"/>
                <a:gd name="connsiteY4" fmla="*/ 903816 h 1167013"/>
                <a:gd name="connsiteX5" fmla="*/ 269378 w 712688"/>
                <a:gd name="connsiteY5" fmla="*/ 1056216 h 1167013"/>
                <a:gd name="connsiteX6" fmla="*/ 576295 w 712688"/>
                <a:gd name="connsiteY6" fmla="*/ 1162050 h 1167013"/>
                <a:gd name="connsiteX7" fmla="*/ 635561 w 712688"/>
                <a:gd name="connsiteY7" fmla="*/ 1136650 h 1167013"/>
                <a:gd name="connsiteX8" fmla="*/ 709645 w 712688"/>
                <a:gd name="connsiteY8" fmla="*/ 1075267 h 1167013"/>
                <a:gd name="connsiteX9" fmla="*/ 709644 w 712688"/>
                <a:gd name="connsiteY9" fmla="*/ 687916 h 1167013"/>
                <a:gd name="connsiteX10" fmla="*/ 696945 w 712688"/>
                <a:gd name="connsiteY10" fmla="*/ 514350 h 1167013"/>
                <a:gd name="connsiteX11" fmla="*/ 616511 w 712688"/>
                <a:gd name="connsiteY11" fmla="*/ 357717 h 1167013"/>
                <a:gd name="connsiteX12" fmla="*/ 491628 w 712688"/>
                <a:gd name="connsiteY12" fmla="*/ 86783 h 1167013"/>
                <a:gd name="connsiteX13" fmla="*/ 186828 w 712688"/>
                <a:gd name="connsiteY13" fmla="*/ 0 h 1167013"/>
                <a:gd name="connsiteX14" fmla="*/ 180478 w 712688"/>
                <a:gd name="connsiteY14" fmla="*/ 10583 h 1167013"/>
                <a:gd name="connsiteX0" fmla="*/ 241861 w 720548"/>
                <a:gd name="connsiteY0" fmla="*/ 19050 h 1167013"/>
                <a:gd name="connsiteX1" fmla="*/ 68294 w 720548"/>
                <a:gd name="connsiteY1" fmla="*/ 80433 h 1167013"/>
                <a:gd name="connsiteX2" fmla="*/ 21728 w 720548"/>
                <a:gd name="connsiteY2" fmla="*/ 160866 h 1167013"/>
                <a:gd name="connsiteX3" fmla="*/ 561 w 720548"/>
                <a:gd name="connsiteY3" fmla="*/ 323850 h 1167013"/>
                <a:gd name="connsiteX4" fmla="*/ 148728 w 720548"/>
                <a:gd name="connsiteY4" fmla="*/ 903816 h 1167013"/>
                <a:gd name="connsiteX5" fmla="*/ 269378 w 720548"/>
                <a:gd name="connsiteY5" fmla="*/ 1056216 h 1167013"/>
                <a:gd name="connsiteX6" fmla="*/ 576295 w 720548"/>
                <a:gd name="connsiteY6" fmla="*/ 1162050 h 1167013"/>
                <a:gd name="connsiteX7" fmla="*/ 635561 w 720548"/>
                <a:gd name="connsiteY7" fmla="*/ 1136650 h 1167013"/>
                <a:gd name="connsiteX8" fmla="*/ 709645 w 720548"/>
                <a:gd name="connsiteY8" fmla="*/ 1075267 h 1167013"/>
                <a:gd name="connsiteX9" fmla="*/ 709644 w 720548"/>
                <a:gd name="connsiteY9" fmla="*/ 687916 h 1167013"/>
                <a:gd name="connsiteX10" fmla="*/ 696945 w 720548"/>
                <a:gd name="connsiteY10" fmla="*/ 514350 h 1167013"/>
                <a:gd name="connsiteX11" fmla="*/ 616511 w 720548"/>
                <a:gd name="connsiteY11" fmla="*/ 357717 h 1167013"/>
                <a:gd name="connsiteX12" fmla="*/ 491628 w 720548"/>
                <a:gd name="connsiteY12" fmla="*/ 86783 h 1167013"/>
                <a:gd name="connsiteX13" fmla="*/ 186828 w 720548"/>
                <a:gd name="connsiteY13" fmla="*/ 0 h 1167013"/>
                <a:gd name="connsiteX14" fmla="*/ 180478 w 720548"/>
                <a:gd name="connsiteY14" fmla="*/ 10583 h 1167013"/>
                <a:gd name="connsiteX0" fmla="*/ 241861 w 720548"/>
                <a:gd name="connsiteY0" fmla="*/ 19050 h 1164946"/>
                <a:gd name="connsiteX1" fmla="*/ 68294 w 720548"/>
                <a:gd name="connsiteY1" fmla="*/ 80433 h 1164946"/>
                <a:gd name="connsiteX2" fmla="*/ 21728 w 720548"/>
                <a:gd name="connsiteY2" fmla="*/ 160866 h 1164946"/>
                <a:gd name="connsiteX3" fmla="*/ 561 w 720548"/>
                <a:gd name="connsiteY3" fmla="*/ 323850 h 1164946"/>
                <a:gd name="connsiteX4" fmla="*/ 148728 w 720548"/>
                <a:gd name="connsiteY4" fmla="*/ 903816 h 1164946"/>
                <a:gd name="connsiteX5" fmla="*/ 368861 w 720548"/>
                <a:gd name="connsiteY5" fmla="*/ 1085849 h 1164946"/>
                <a:gd name="connsiteX6" fmla="*/ 576295 w 720548"/>
                <a:gd name="connsiteY6" fmla="*/ 1162050 h 1164946"/>
                <a:gd name="connsiteX7" fmla="*/ 635561 w 720548"/>
                <a:gd name="connsiteY7" fmla="*/ 1136650 h 1164946"/>
                <a:gd name="connsiteX8" fmla="*/ 709645 w 720548"/>
                <a:gd name="connsiteY8" fmla="*/ 1075267 h 1164946"/>
                <a:gd name="connsiteX9" fmla="*/ 709644 w 720548"/>
                <a:gd name="connsiteY9" fmla="*/ 687916 h 1164946"/>
                <a:gd name="connsiteX10" fmla="*/ 696945 w 720548"/>
                <a:gd name="connsiteY10" fmla="*/ 514350 h 1164946"/>
                <a:gd name="connsiteX11" fmla="*/ 616511 w 720548"/>
                <a:gd name="connsiteY11" fmla="*/ 357717 h 1164946"/>
                <a:gd name="connsiteX12" fmla="*/ 491628 w 720548"/>
                <a:gd name="connsiteY12" fmla="*/ 86783 h 1164946"/>
                <a:gd name="connsiteX13" fmla="*/ 186828 w 720548"/>
                <a:gd name="connsiteY13" fmla="*/ 0 h 1164946"/>
                <a:gd name="connsiteX14" fmla="*/ 180478 w 720548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77599 w 756286"/>
                <a:gd name="connsiteY0" fmla="*/ 19050 h 1164946"/>
                <a:gd name="connsiteX1" fmla="*/ 104032 w 756286"/>
                <a:gd name="connsiteY1" fmla="*/ 80433 h 1164946"/>
                <a:gd name="connsiteX2" fmla="*/ 57466 w 756286"/>
                <a:gd name="connsiteY2" fmla="*/ 160866 h 1164946"/>
                <a:gd name="connsiteX3" fmla="*/ 4549 w 756286"/>
                <a:gd name="connsiteY3" fmla="*/ 1043517 h 1164946"/>
                <a:gd name="connsiteX4" fmla="*/ 192933 w 756286"/>
                <a:gd name="connsiteY4" fmla="*/ 1075266 h 1164946"/>
                <a:gd name="connsiteX5" fmla="*/ 404599 w 756286"/>
                <a:gd name="connsiteY5" fmla="*/ 1085849 h 1164946"/>
                <a:gd name="connsiteX6" fmla="*/ 612033 w 756286"/>
                <a:gd name="connsiteY6" fmla="*/ 1162050 h 1164946"/>
                <a:gd name="connsiteX7" fmla="*/ 671299 w 756286"/>
                <a:gd name="connsiteY7" fmla="*/ 1136650 h 1164946"/>
                <a:gd name="connsiteX8" fmla="*/ 745383 w 756286"/>
                <a:gd name="connsiteY8" fmla="*/ 1075267 h 1164946"/>
                <a:gd name="connsiteX9" fmla="*/ 745382 w 756286"/>
                <a:gd name="connsiteY9" fmla="*/ 687916 h 1164946"/>
                <a:gd name="connsiteX10" fmla="*/ 732683 w 756286"/>
                <a:gd name="connsiteY10" fmla="*/ 514350 h 1164946"/>
                <a:gd name="connsiteX11" fmla="*/ 652249 w 756286"/>
                <a:gd name="connsiteY11" fmla="*/ 357717 h 1164946"/>
                <a:gd name="connsiteX12" fmla="*/ 527366 w 756286"/>
                <a:gd name="connsiteY12" fmla="*/ 86783 h 1164946"/>
                <a:gd name="connsiteX13" fmla="*/ 222566 w 756286"/>
                <a:gd name="connsiteY13" fmla="*/ 0 h 1164946"/>
                <a:gd name="connsiteX14" fmla="*/ 216216 w 756286"/>
                <a:gd name="connsiteY14" fmla="*/ 10583 h 1164946"/>
                <a:gd name="connsiteX0" fmla="*/ 283512 w 762199"/>
                <a:gd name="connsiteY0" fmla="*/ 19050 h 1164946"/>
                <a:gd name="connsiteX1" fmla="*/ 109945 w 762199"/>
                <a:gd name="connsiteY1" fmla="*/ 80433 h 1164946"/>
                <a:gd name="connsiteX2" fmla="*/ 63379 w 762199"/>
                <a:gd name="connsiteY2" fmla="*/ 160866 h 1164946"/>
                <a:gd name="connsiteX3" fmla="*/ 10462 w 762199"/>
                <a:gd name="connsiteY3" fmla="*/ 1043517 h 1164946"/>
                <a:gd name="connsiteX4" fmla="*/ 198846 w 762199"/>
                <a:gd name="connsiteY4" fmla="*/ 1075266 h 1164946"/>
                <a:gd name="connsiteX5" fmla="*/ 410512 w 762199"/>
                <a:gd name="connsiteY5" fmla="*/ 1085849 h 1164946"/>
                <a:gd name="connsiteX6" fmla="*/ 617946 w 762199"/>
                <a:gd name="connsiteY6" fmla="*/ 1162050 h 1164946"/>
                <a:gd name="connsiteX7" fmla="*/ 677212 w 762199"/>
                <a:gd name="connsiteY7" fmla="*/ 1136650 h 1164946"/>
                <a:gd name="connsiteX8" fmla="*/ 751296 w 762199"/>
                <a:gd name="connsiteY8" fmla="*/ 1075267 h 1164946"/>
                <a:gd name="connsiteX9" fmla="*/ 751295 w 762199"/>
                <a:gd name="connsiteY9" fmla="*/ 687916 h 1164946"/>
                <a:gd name="connsiteX10" fmla="*/ 738596 w 762199"/>
                <a:gd name="connsiteY10" fmla="*/ 514350 h 1164946"/>
                <a:gd name="connsiteX11" fmla="*/ 658162 w 762199"/>
                <a:gd name="connsiteY11" fmla="*/ 357717 h 1164946"/>
                <a:gd name="connsiteX12" fmla="*/ 533279 w 762199"/>
                <a:gd name="connsiteY12" fmla="*/ 86783 h 1164946"/>
                <a:gd name="connsiteX13" fmla="*/ 228479 w 762199"/>
                <a:gd name="connsiteY13" fmla="*/ 0 h 1164946"/>
                <a:gd name="connsiteX14" fmla="*/ 222129 w 762199"/>
                <a:gd name="connsiteY14" fmla="*/ 10583 h 1164946"/>
                <a:gd name="connsiteX0" fmla="*/ 288708 w 767395"/>
                <a:gd name="connsiteY0" fmla="*/ 19050 h 1164946"/>
                <a:gd name="connsiteX1" fmla="*/ 115141 w 767395"/>
                <a:gd name="connsiteY1" fmla="*/ 80433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88708 w 767395"/>
                <a:gd name="connsiteY0" fmla="*/ 19050 h 1164946"/>
                <a:gd name="connsiteX1" fmla="*/ 106674 w 767395"/>
                <a:gd name="connsiteY1" fmla="*/ 158750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27325 w 767395"/>
                <a:gd name="connsiteY14" fmla="*/ 2963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46375 w 767395"/>
                <a:gd name="connsiteY14" fmla="*/ 1058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0" fmla="*/ 250608 w 767395"/>
                <a:gd name="connsiteY0" fmla="*/ 12700 h 1196696"/>
                <a:gd name="connsiteX1" fmla="*/ 106674 w 767395"/>
                <a:gd name="connsiteY1" fmla="*/ 190500 h 1196696"/>
                <a:gd name="connsiteX2" fmla="*/ 15658 w 767395"/>
                <a:gd name="connsiteY2" fmla="*/ 635000 h 1196696"/>
                <a:gd name="connsiteX3" fmla="*/ 15658 w 767395"/>
                <a:gd name="connsiteY3" fmla="*/ 1075267 h 1196696"/>
                <a:gd name="connsiteX4" fmla="*/ 204042 w 767395"/>
                <a:gd name="connsiteY4" fmla="*/ 1107016 h 1196696"/>
                <a:gd name="connsiteX5" fmla="*/ 415708 w 767395"/>
                <a:gd name="connsiteY5" fmla="*/ 1117599 h 1196696"/>
                <a:gd name="connsiteX6" fmla="*/ 623142 w 767395"/>
                <a:gd name="connsiteY6" fmla="*/ 1193800 h 1196696"/>
                <a:gd name="connsiteX7" fmla="*/ 682408 w 767395"/>
                <a:gd name="connsiteY7" fmla="*/ 1168400 h 1196696"/>
                <a:gd name="connsiteX8" fmla="*/ 756492 w 767395"/>
                <a:gd name="connsiteY8" fmla="*/ 1107017 h 1196696"/>
                <a:gd name="connsiteX9" fmla="*/ 756491 w 767395"/>
                <a:gd name="connsiteY9" fmla="*/ 719666 h 1196696"/>
                <a:gd name="connsiteX10" fmla="*/ 743792 w 767395"/>
                <a:gd name="connsiteY10" fmla="*/ 546100 h 1196696"/>
                <a:gd name="connsiteX11" fmla="*/ 663358 w 767395"/>
                <a:gd name="connsiteY11" fmla="*/ 389467 h 1196696"/>
                <a:gd name="connsiteX12" fmla="*/ 538475 w 767395"/>
                <a:gd name="connsiteY12" fmla="*/ 118533 h 1196696"/>
                <a:gd name="connsiteX13" fmla="*/ 252725 w 767395"/>
                <a:gd name="connsiteY13" fmla="*/ 0 h 119669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375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652775 w 767395"/>
                <a:gd name="connsiteY12" fmla="*/ 243416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31608 w 767395"/>
                <a:gd name="connsiteY11" fmla="*/ 613833 h 1190346"/>
                <a:gd name="connsiteX12" fmla="*/ 652775 w 767395"/>
                <a:gd name="connsiteY12" fmla="*/ 243416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631608 w 767395"/>
                <a:gd name="connsiteY10" fmla="*/ 613833 h 1190346"/>
                <a:gd name="connsiteX11" fmla="*/ 652775 w 767395"/>
                <a:gd name="connsiteY11" fmla="*/ 243416 h 1190346"/>
                <a:gd name="connsiteX12" fmla="*/ 244258 w 767395"/>
                <a:gd name="connsiteY12" fmla="*/ 0 h 1190346"/>
                <a:gd name="connsiteX0" fmla="*/ 250608 w 759415"/>
                <a:gd name="connsiteY0" fmla="*/ 6350 h 1190346"/>
                <a:gd name="connsiteX1" fmla="*/ 106674 w 759415"/>
                <a:gd name="connsiteY1" fmla="*/ 184150 h 1190346"/>
                <a:gd name="connsiteX2" fmla="*/ 15658 w 759415"/>
                <a:gd name="connsiteY2" fmla="*/ 628650 h 1190346"/>
                <a:gd name="connsiteX3" fmla="*/ 15658 w 759415"/>
                <a:gd name="connsiteY3" fmla="*/ 1068917 h 1190346"/>
                <a:gd name="connsiteX4" fmla="*/ 204042 w 759415"/>
                <a:gd name="connsiteY4" fmla="*/ 1100666 h 1190346"/>
                <a:gd name="connsiteX5" fmla="*/ 415708 w 759415"/>
                <a:gd name="connsiteY5" fmla="*/ 1111249 h 1190346"/>
                <a:gd name="connsiteX6" fmla="*/ 623142 w 759415"/>
                <a:gd name="connsiteY6" fmla="*/ 1187450 h 1190346"/>
                <a:gd name="connsiteX7" fmla="*/ 682408 w 759415"/>
                <a:gd name="connsiteY7" fmla="*/ 1162050 h 1190346"/>
                <a:gd name="connsiteX8" fmla="*/ 756492 w 759415"/>
                <a:gd name="connsiteY8" fmla="*/ 1100667 h 1190346"/>
                <a:gd name="connsiteX9" fmla="*/ 585041 w 759415"/>
                <a:gd name="connsiteY9" fmla="*/ 899582 h 1190346"/>
                <a:gd name="connsiteX10" fmla="*/ 631608 w 759415"/>
                <a:gd name="connsiteY10" fmla="*/ 613833 h 1190346"/>
                <a:gd name="connsiteX11" fmla="*/ 652775 w 759415"/>
                <a:gd name="connsiteY11" fmla="*/ 243416 h 1190346"/>
                <a:gd name="connsiteX12" fmla="*/ 244258 w 759415"/>
                <a:gd name="connsiteY12" fmla="*/ 0 h 1190346"/>
                <a:gd name="connsiteX0" fmla="*/ 250608 w 756836"/>
                <a:gd name="connsiteY0" fmla="*/ 6350 h 1187486"/>
                <a:gd name="connsiteX1" fmla="*/ 106674 w 756836"/>
                <a:gd name="connsiteY1" fmla="*/ 184150 h 1187486"/>
                <a:gd name="connsiteX2" fmla="*/ 15658 w 756836"/>
                <a:gd name="connsiteY2" fmla="*/ 628650 h 1187486"/>
                <a:gd name="connsiteX3" fmla="*/ 15658 w 756836"/>
                <a:gd name="connsiteY3" fmla="*/ 1068917 h 1187486"/>
                <a:gd name="connsiteX4" fmla="*/ 204042 w 756836"/>
                <a:gd name="connsiteY4" fmla="*/ 1100666 h 1187486"/>
                <a:gd name="connsiteX5" fmla="*/ 415708 w 756836"/>
                <a:gd name="connsiteY5" fmla="*/ 1111249 h 1187486"/>
                <a:gd name="connsiteX6" fmla="*/ 623142 w 756836"/>
                <a:gd name="connsiteY6" fmla="*/ 1187450 h 1187486"/>
                <a:gd name="connsiteX7" fmla="*/ 756492 w 756836"/>
                <a:gd name="connsiteY7" fmla="*/ 1100667 h 1187486"/>
                <a:gd name="connsiteX8" fmla="*/ 585041 w 756836"/>
                <a:gd name="connsiteY8" fmla="*/ 899582 h 1187486"/>
                <a:gd name="connsiteX9" fmla="*/ 631608 w 756836"/>
                <a:gd name="connsiteY9" fmla="*/ 613833 h 1187486"/>
                <a:gd name="connsiteX10" fmla="*/ 652775 w 756836"/>
                <a:gd name="connsiteY10" fmla="*/ 243416 h 1187486"/>
                <a:gd name="connsiteX11" fmla="*/ 244258 w 756836"/>
                <a:gd name="connsiteY11" fmla="*/ 0 h 1187486"/>
                <a:gd name="connsiteX0" fmla="*/ 250608 w 678810"/>
                <a:gd name="connsiteY0" fmla="*/ 6350 h 1191091"/>
                <a:gd name="connsiteX1" fmla="*/ 106674 w 678810"/>
                <a:gd name="connsiteY1" fmla="*/ 184150 h 1191091"/>
                <a:gd name="connsiteX2" fmla="*/ 15658 w 678810"/>
                <a:gd name="connsiteY2" fmla="*/ 628650 h 1191091"/>
                <a:gd name="connsiteX3" fmla="*/ 15658 w 678810"/>
                <a:gd name="connsiteY3" fmla="*/ 1068917 h 1191091"/>
                <a:gd name="connsiteX4" fmla="*/ 204042 w 678810"/>
                <a:gd name="connsiteY4" fmla="*/ 1100666 h 1191091"/>
                <a:gd name="connsiteX5" fmla="*/ 415708 w 678810"/>
                <a:gd name="connsiteY5" fmla="*/ 1111249 h 1191091"/>
                <a:gd name="connsiteX6" fmla="*/ 623142 w 678810"/>
                <a:gd name="connsiteY6" fmla="*/ 1187450 h 1191091"/>
                <a:gd name="connsiteX7" fmla="*/ 527892 w 678810"/>
                <a:gd name="connsiteY7" fmla="*/ 1149350 h 1191091"/>
                <a:gd name="connsiteX8" fmla="*/ 585041 w 678810"/>
                <a:gd name="connsiteY8" fmla="*/ 899582 h 1191091"/>
                <a:gd name="connsiteX9" fmla="*/ 631608 w 678810"/>
                <a:gd name="connsiteY9" fmla="*/ 613833 h 1191091"/>
                <a:gd name="connsiteX10" fmla="*/ 652775 w 678810"/>
                <a:gd name="connsiteY10" fmla="*/ 243416 h 1191091"/>
                <a:gd name="connsiteX11" fmla="*/ 244258 w 678810"/>
                <a:gd name="connsiteY11" fmla="*/ 0 h 1191091"/>
                <a:gd name="connsiteX0" fmla="*/ 250608 w 678810"/>
                <a:gd name="connsiteY0" fmla="*/ 6350 h 1340085"/>
                <a:gd name="connsiteX1" fmla="*/ 106674 w 678810"/>
                <a:gd name="connsiteY1" fmla="*/ 184150 h 1340085"/>
                <a:gd name="connsiteX2" fmla="*/ 15658 w 678810"/>
                <a:gd name="connsiteY2" fmla="*/ 628650 h 1340085"/>
                <a:gd name="connsiteX3" fmla="*/ 15658 w 678810"/>
                <a:gd name="connsiteY3" fmla="*/ 1068917 h 1340085"/>
                <a:gd name="connsiteX4" fmla="*/ 204042 w 678810"/>
                <a:gd name="connsiteY4" fmla="*/ 1100666 h 1340085"/>
                <a:gd name="connsiteX5" fmla="*/ 415708 w 678810"/>
                <a:gd name="connsiteY5" fmla="*/ 1111249 h 1340085"/>
                <a:gd name="connsiteX6" fmla="*/ 483442 w 678810"/>
                <a:gd name="connsiteY6" fmla="*/ 1339850 h 1340085"/>
                <a:gd name="connsiteX7" fmla="*/ 527892 w 678810"/>
                <a:gd name="connsiteY7" fmla="*/ 1149350 h 1340085"/>
                <a:gd name="connsiteX8" fmla="*/ 585041 w 678810"/>
                <a:gd name="connsiteY8" fmla="*/ 899582 h 1340085"/>
                <a:gd name="connsiteX9" fmla="*/ 631608 w 678810"/>
                <a:gd name="connsiteY9" fmla="*/ 613833 h 1340085"/>
                <a:gd name="connsiteX10" fmla="*/ 652775 w 678810"/>
                <a:gd name="connsiteY10" fmla="*/ 243416 h 1340085"/>
                <a:gd name="connsiteX11" fmla="*/ 244258 w 678810"/>
                <a:gd name="connsiteY11" fmla="*/ 0 h 1340085"/>
                <a:gd name="connsiteX0" fmla="*/ 250608 w 678810"/>
                <a:gd name="connsiteY0" fmla="*/ 6350 h 1349816"/>
                <a:gd name="connsiteX1" fmla="*/ 106674 w 678810"/>
                <a:gd name="connsiteY1" fmla="*/ 184150 h 1349816"/>
                <a:gd name="connsiteX2" fmla="*/ 15658 w 678810"/>
                <a:gd name="connsiteY2" fmla="*/ 628650 h 1349816"/>
                <a:gd name="connsiteX3" fmla="*/ 15658 w 678810"/>
                <a:gd name="connsiteY3" fmla="*/ 1068917 h 1349816"/>
                <a:gd name="connsiteX4" fmla="*/ 204042 w 678810"/>
                <a:gd name="connsiteY4" fmla="*/ 1100666 h 1349816"/>
                <a:gd name="connsiteX5" fmla="*/ 271775 w 678810"/>
                <a:gd name="connsiteY5" fmla="*/ 1299632 h 1349816"/>
                <a:gd name="connsiteX6" fmla="*/ 483442 w 678810"/>
                <a:gd name="connsiteY6" fmla="*/ 1339850 h 1349816"/>
                <a:gd name="connsiteX7" fmla="*/ 527892 w 678810"/>
                <a:gd name="connsiteY7" fmla="*/ 1149350 h 1349816"/>
                <a:gd name="connsiteX8" fmla="*/ 585041 w 678810"/>
                <a:gd name="connsiteY8" fmla="*/ 899582 h 1349816"/>
                <a:gd name="connsiteX9" fmla="*/ 631608 w 678810"/>
                <a:gd name="connsiteY9" fmla="*/ 613833 h 1349816"/>
                <a:gd name="connsiteX10" fmla="*/ 652775 w 678810"/>
                <a:gd name="connsiteY10" fmla="*/ 243416 h 1349816"/>
                <a:gd name="connsiteX11" fmla="*/ 244258 w 678810"/>
                <a:gd name="connsiteY11" fmla="*/ 0 h 1349816"/>
                <a:gd name="connsiteX0" fmla="*/ 243697 w 671899"/>
                <a:gd name="connsiteY0" fmla="*/ 6350 h 1346437"/>
                <a:gd name="connsiteX1" fmla="*/ 99763 w 671899"/>
                <a:gd name="connsiteY1" fmla="*/ 184150 h 1346437"/>
                <a:gd name="connsiteX2" fmla="*/ 8747 w 671899"/>
                <a:gd name="connsiteY2" fmla="*/ 628650 h 1346437"/>
                <a:gd name="connsiteX3" fmla="*/ 8747 w 671899"/>
                <a:gd name="connsiteY3" fmla="*/ 1068917 h 1346437"/>
                <a:gd name="connsiteX4" fmla="*/ 101881 w 671899"/>
                <a:gd name="connsiteY4" fmla="*/ 1269999 h 1346437"/>
                <a:gd name="connsiteX5" fmla="*/ 264864 w 671899"/>
                <a:gd name="connsiteY5" fmla="*/ 1299632 h 1346437"/>
                <a:gd name="connsiteX6" fmla="*/ 476531 w 671899"/>
                <a:gd name="connsiteY6" fmla="*/ 1339850 h 1346437"/>
                <a:gd name="connsiteX7" fmla="*/ 520981 w 671899"/>
                <a:gd name="connsiteY7" fmla="*/ 1149350 h 1346437"/>
                <a:gd name="connsiteX8" fmla="*/ 578130 w 671899"/>
                <a:gd name="connsiteY8" fmla="*/ 899582 h 1346437"/>
                <a:gd name="connsiteX9" fmla="*/ 624697 w 671899"/>
                <a:gd name="connsiteY9" fmla="*/ 613833 h 1346437"/>
                <a:gd name="connsiteX10" fmla="*/ 645864 w 671899"/>
                <a:gd name="connsiteY10" fmla="*/ 243416 h 1346437"/>
                <a:gd name="connsiteX11" fmla="*/ 237347 w 671899"/>
                <a:gd name="connsiteY11" fmla="*/ 0 h 1346437"/>
                <a:gd name="connsiteX0" fmla="*/ 298576 w 726778"/>
                <a:gd name="connsiteY0" fmla="*/ 6350 h 1346437"/>
                <a:gd name="connsiteX1" fmla="*/ 154642 w 726778"/>
                <a:gd name="connsiteY1" fmla="*/ 184150 h 1346437"/>
                <a:gd name="connsiteX2" fmla="*/ 63626 w 726778"/>
                <a:gd name="connsiteY2" fmla="*/ 628650 h 1346437"/>
                <a:gd name="connsiteX3" fmla="*/ 2243 w 726778"/>
                <a:gd name="connsiteY3" fmla="*/ 1238250 h 1346437"/>
                <a:gd name="connsiteX4" fmla="*/ 156760 w 726778"/>
                <a:gd name="connsiteY4" fmla="*/ 1269999 h 1346437"/>
                <a:gd name="connsiteX5" fmla="*/ 319743 w 726778"/>
                <a:gd name="connsiteY5" fmla="*/ 1299632 h 1346437"/>
                <a:gd name="connsiteX6" fmla="*/ 531410 w 726778"/>
                <a:gd name="connsiteY6" fmla="*/ 1339850 h 1346437"/>
                <a:gd name="connsiteX7" fmla="*/ 575860 w 726778"/>
                <a:gd name="connsiteY7" fmla="*/ 1149350 h 1346437"/>
                <a:gd name="connsiteX8" fmla="*/ 633009 w 726778"/>
                <a:gd name="connsiteY8" fmla="*/ 899582 h 1346437"/>
                <a:gd name="connsiteX9" fmla="*/ 679576 w 726778"/>
                <a:gd name="connsiteY9" fmla="*/ 613833 h 1346437"/>
                <a:gd name="connsiteX10" fmla="*/ 700743 w 726778"/>
                <a:gd name="connsiteY10" fmla="*/ 243416 h 1346437"/>
                <a:gd name="connsiteX11" fmla="*/ 292226 w 726778"/>
                <a:gd name="connsiteY11" fmla="*/ 0 h 1346437"/>
                <a:gd name="connsiteX0" fmla="*/ 307144 w 735346"/>
                <a:gd name="connsiteY0" fmla="*/ 6350 h 1346911"/>
                <a:gd name="connsiteX1" fmla="*/ 163210 w 735346"/>
                <a:gd name="connsiteY1" fmla="*/ 184150 h 1346911"/>
                <a:gd name="connsiteX2" fmla="*/ 72194 w 735346"/>
                <a:gd name="connsiteY2" fmla="*/ 628650 h 1346911"/>
                <a:gd name="connsiteX3" fmla="*/ 10811 w 735346"/>
                <a:gd name="connsiteY3" fmla="*/ 1238250 h 1346911"/>
                <a:gd name="connsiteX4" fmla="*/ 328311 w 735346"/>
                <a:gd name="connsiteY4" fmla="*/ 1299632 h 1346911"/>
                <a:gd name="connsiteX5" fmla="*/ 539978 w 735346"/>
                <a:gd name="connsiteY5" fmla="*/ 1339850 h 1346911"/>
                <a:gd name="connsiteX6" fmla="*/ 584428 w 735346"/>
                <a:gd name="connsiteY6" fmla="*/ 1149350 h 1346911"/>
                <a:gd name="connsiteX7" fmla="*/ 641577 w 735346"/>
                <a:gd name="connsiteY7" fmla="*/ 899582 h 1346911"/>
                <a:gd name="connsiteX8" fmla="*/ 688144 w 735346"/>
                <a:gd name="connsiteY8" fmla="*/ 613833 h 1346911"/>
                <a:gd name="connsiteX9" fmla="*/ 709311 w 735346"/>
                <a:gd name="connsiteY9" fmla="*/ 243416 h 1346911"/>
                <a:gd name="connsiteX10" fmla="*/ 300794 w 735346"/>
                <a:gd name="connsiteY10" fmla="*/ 0 h 1346911"/>
                <a:gd name="connsiteX0" fmla="*/ 334765 w 762967"/>
                <a:gd name="connsiteY0" fmla="*/ 6350 h 1346911"/>
                <a:gd name="connsiteX1" fmla="*/ 190831 w 762967"/>
                <a:gd name="connsiteY1" fmla="*/ 184150 h 1346911"/>
                <a:gd name="connsiteX2" fmla="*/ 99815 w 762967"/>
                <a:gd name="connsiteY2" fmla="*/ 628650 h 1346911"/>
                <a:gd name="connsiteX3" fmla="*/ 38432 w 762967"/>
                <a:gd name="connsiteY3" fmla="*/ 1238250 h 1346911"/>
                <a:gd name="connsiteX4" fmla="*/ 355932 w 762967"/>
                <a:gd name="connsiteY4" fmla="*/ 1299632 h 1346911"/>
                <a:gd name="connsiteX5" fmla="*/ 567599 w 762967"/>
                <a:gd name="connsiteY5" fmla="*/ 1339850 h 1346911"/>
                <a:gd name="connsiteX6" fmla="*/ 612049 w 762967"/>
                <a:gd name="connsiteY6" fmla="*/ 1149350 h 1346911"/>
                <a:gd name="connsiteX7" fmla="*/ 669198 w 762967"/>
                <a:gd name="connsiteY7" fmla="*/ 899582 h 1346911"/>
                <a:gd name="connsiteX8" fmla="*/ 715765 w 762967"/>
                <a:gd name="connsiteY8" fmla="*/ 613833 h 1346911"/>
                <a:gd name="connsiteX9" fmla="*/ 736932 w 762967"/>
                <a:gd name="connsiteY9" fmla="*/ 243416 h 1346911"/>
                <a:gd name="connsiteX10" fmla="*/ 328415 w 762967"/>
                <a:gd name="connsiteY10" fmla="*/ 0 h 1346911"/>
                <a:gd name="connsiteX0" fmla="*/ 333873 w 762075"/>
                <a:gd name="connsiteY0" fmla="*/ 6350 h 1346911"/>
                <a:gd name="connsiteX1" fmla="*/ 189939 w 762075"/>
                <a:gd name="connsiteY1" fmla="*/ 184150 h 1346911"/>
                <a:gd name="connsiteX2" fmla="*/ 98923 w 762075"/>
                <a:gd name="connsiteY2" fmla="*/ 628650 h 1346911"/>
                <a:gd name="connsiteX3" fmla="*/ 37540 w 762075"/>
                <a:gd name="connsiteY3" fmla="*/ 1238250 h 1346911"/>
                <a:gd name="connsiteX4" fmla="*/ 355040 w 762075"/>
                <a:gd name="connsiteY4" fmla="*/ 1299632 h 1346911"/>
                <a:gd name="connsiteX5" fmla="*/ 566707 w 762075"/>
                <a:gd name="connsiteY5" fmla="*/ 1339850 h 1346911"/>
                <a:gd name="connsiteX6" fmla="*/ 611157 w 762075"/>
                <a:gd name="connsiteY6" fmla="*/ 1149350 h 1346911"/>
                <a:gd name="connsiteX7" fmla="*/ 668306 w 762075"/>
                <a:gd name="connsiteY7" fmla="*/ 899582 h 1346911"/>
                <a:gd name="connsiteX8" fmla="*/ 714873 w 762075"/>
                <a:gd name="connsiteY8" fmla="*/ 613833 h 1346911"/>
                <a:gd name="connsiteX9" fmla="*/ 736040 w 762075"/>
                <a:gd name="connsiteY9" fmla="*/ 243416 h 1346911"/>
                <a:gd name="connsiteX10" fmla="*/ 327523 w 762075"/>
                <a:gd name="connsiteY10" fmla="*/ 0 h 1346911"/>
                <a:gd name="connsiteX0" fmla="*/ 333873 w 762075"/>
                <a:gd name="connsiteY0" fmla="*/ 6350 h 1346911"/>
                <a:gd name="connsiteX1" fmla="*/ 189939 w 762075"/>
                <a:gd name="connsiteY1" fmla="*/ 184150 h 1346911"/>
                <a:gd name="connsiteX2" fmla="*/ 98923 w 762075"/>
                <a:gd name="connsiteY2" fmla="*/ 628650 h 1346911"/>
                <a:gd name="connsiteX3" fmla="*/ 37540 w 762075"/>
                <a:gd name="connsiteY3" fmla="*/ 1238250 h 1346911"/>
                <a:gd name="connsiteX4" fmla="*/ 355040 w 762075"/>
                <a:gd name="connsiteY4" fmla="*/ 1299632 h 1346911"/>
                <a:gd name="connsiteX5" fmla="*/ 566707 w 762075"/>
                <a:gd name="connsiteY5" fmla="*/ 1339850 h 1346911"/>
                <a:gd name="connsiteX6" fmla="*/ 611157 w 762075"/>
                <a:gd name="connsiteY6" fmla="*/ 1149350 h 1346911"/>
                <a:gd name="connsiteX7" fmla="*/ 668306 w 762075"/>
                <a:gd name="connsiteY7" fmla="*/ 899582 h 1346911"/>
                <a:gd name="connsiteX8" fmla="*/ 714873 w 762075"/>
                <a:gd name="connsiteY8" fmla="*/ 613833 h 1346911"/>
                <a:gd name="connsiteX9" fmla="*/ 736040 w 762075"/>
                <a:gd name="connsiteY9" fmla="*/ 243416 h 1346911"/>
                <a:gd name="connsiteX10" fmla="*/ 327523 w 762075"/>
                <a:gd name="connsiteY10" fmla="*/ 0 h 1346911"/>
                <a:gd name="connsiteX0" fmla="*/ 333873 w 762075"/>
                <a:gd name="connsiteY0" fmla="*/ 6350 h 1346911"/>
                <a:gd name="connsiteX1" fmla="*/ 189939 w 762075"/>
                <a:gd name="connsiteY1" fmla="*/ 184150 h 1346911"/>
                <a:gd name="connsiteX2" fmla="*/ 98923 w 762075"/>
                <a:gd name="connsiteY2" fmla="*/ 628650 h 1346911"/>
                <a:gd name="connsiteX3" fmla="*/ 37540 w 762075"/>
                <a:gd name="connsiteY3" fmla="*/ 1238250 h 1346911"/>
                <a:gd name="connsiteX4" fmla="*/ 355040 w 762075"/>
                <a:gd name="connsiteY4" fmla="*/ 1299632 h 1346911"/>
                <a:gd name="connsiteX5" fmla="*/ 566707 w 762075"/>
                <a:gd name="connsiteY5" fmla="*/ 1339850 h 1346911"/>
                <a:gd name="connsiteX6" fmla="*/ 611157 w 762075"/>
                <a:gd name="connsiteY6" fmla="*/ 1149350 h 1346911"/>
                <a:gd name="connsiteX7" fmla="*/ 668306 w 762075"/>
                <a:gd name="connsiteY7" fmla="*/ 899582 h 1346911"/>
                <a:gd name="connsiteX8" fmla="*/ 714873 w 762075"/>
                <a:gd name="connsiteY8" fmla="*/ 613833 h 1346911"/>
                <a:gd name="connsiteX9" fmla="*/ 736040 w 762075"/>
                <a:gd name="connsiteY9" fmla="*/ 243416 h 1346911"/>
                <a:gd name="connsiteX10" fmla="*/ 327523 w 762075"/>
                <a:gd name="connsiteY10" fmla="*/ 0 h 1346911"/>
                <a:gd name="connsiteX0" fmla="*/ 304530 w 732732"/>
                <a:gd name="connsiteY0" fmla="*/ 6350 h 1346911"/>
                <a:gd name="connsiteX1" fmla="*/ 160596 w 732732"/>
                <a:gd name="connsiteY1" fmla="*/ 184150 h 1346911"/>
                <a:gd name="connsiteX2" fmla="*/ 69580 w 732732"/>
                <a:gd name="connsiteY2" fmla="*/ 628650 h 1346911"/>
                <a:gd name="connsiteX3" fmla="*/ 8197 w 732732"/>
                <a:gd name="connsiteY3" fmla="*/ 1238250 h 1346911"/>
                <a:gd name="connsiteX4" fmla="*/ 325697 w 732732"/>
                <a:gd name="connsiteY4" fmla="*/ 1299632 h 1346911"/>
                <a:gd name="connsiteX5" fmla="*/ 537364 w 732732"/>
                <a:gd name="connsiteY5" fmla="*/ 1339850 h 1346911"/>
                <a:gd name="connsiteX6" fmla="*/ 581814 w 732732"/>
                <a:gd name="connsiteY6" fmla="*/ 1149350 h 1346911"/>
                <a:gd name="connsiteX7" fmla="*/ 638963 w 732732"/>
                <a:gd name="connsiteY7" fmla="*/ 899582 h 1346911"/>
                <a:gd name="connsiteX8" fmla="*/ 685530 w 732732"/>
                <a:gd name="connsiteY8" fmla="*/ 613833 h 1346911"/>
                <a:gd name="connsiteX9" fmla="*/ 706697 w 732732"/>
                <a:gd name="connsiteY9" fmla="*/ 243416 h 1346911"/>
                <a:gd name="connsiteX10" fmla="*/ 298180 w 732732"/>
                <a:gd name="connsiteY10" fmla="*/ 0 h 1346911"/>
                <a:gd name="connsiteX0" fmla="*/ 311425 w 739627"/>
                <a:gd name="connsiteY0" fmla="*/ 6350 h 1346911"/>
                <a:gd name="connsiteX1" fmla="*/ 167491 w 739627"/>
                <a:gd name="connsiteY1" fmla="*/ 184150 h 1346911"/>
                <a:gd name="connsiteX2" fmla="*/ 23558 w 739627"/>
                <a:gd name="connsiteY2" fmla="*/ 685800 h 1346911"/>
                <a:gd name="connsiteX3" fmla="*/ 15092 w 739627"/>
                <a:gd name="connsiteY3" fmla="*/ 1238250 h 1346911"/>
                <a:gd name="connsiteX4" fmla="*/ 332592 w 739627"/>
                <a:gd name="connsiteY4" fmla="*/ 1299632 h 1346911"/>
                <a:gd name="connsiteX5" fmla="*/ 544259 w 739627"/>
                <a:gd name="connsiteY5" fmla="*/ 1339850 h 1346911"/>
                <a:gd name="connsiteX6" fmla="*/ 588709 w 739627"/>
                <a:gd name="connsiteY6" fmla="*/ 1149350 h 1346911"/>
                <a:gd name="connsiteX7" fmla="*/ 645858 w 739627"/>
                <a:gd name="connsiteY7" fmla="*/ 899582 h 1346911"/>
                <a:gd name="connsiteX8" fmla="*/ 692425 w 739627"/>
                <a:gd name="connsiteY8" fmla="*/ 613833 h 1346911"/>
                <a:gd name="connsiteX9" fmla="*/ 713592 w 739627"/>
                <a:gd name="connsiteY9" fmla="*/ 243416 h 1346911"/>
                <a:gd name="connsiteX10" fmla="*/ 305075 w 739627"/>
                <a:gd name="connsiteY10" fmla="*/ 0 h 1346911"/>
                <a:gd name="connsiteX0" fmla="*/ 311425 w 739627"/>
                <a:gd name="connsiteY0" fmla="*/ 6350 h 1346911"/>
                <a:gd name="connsiteX1" fmla="*/ 44724 w 739627"/>
                <a:gd name="connsiteY1" fmla="*/ 423333 h 1346911"/>
                <a:gd name="connsiteX2" fmla="*/ 23558 w 739627"/>
                <a:gd name="connsiteY2" fmla="*/ 685800 h 1346911"/>
                <a:gd name="connsiteX3" fmla="*/ 15092 w 739627"/>
                <a:gd name="connsiteY3" fmla="*/ 1238250 h 1346911"/>
                <a:gd name="connsiteX4" fmla="*/ 332592 w 739627"/>
                <a:gd name="connsiteY4" fmla="*/ 1299632 h 1346911"/>
                <a:gd name="connsiteX5" fmla="*/ 544259 w 739627"/>
                <a:gd name="connsiteY5" fmla="*/ 1339850 h 1346911"/>
                <a:gd name="connsiteX6" fmla="*/ 588709 w 739627"/>
                <a:gd name="connsiteY6" fmla="*/ 1149350 h 1346911"/>
                <a:gd name="connsiteX7" fmla="*/ 645858 w 739627"/>
                <a:gd name="connsiteY7" fmla="*/ 899582 h 1346911"/>
                <a:gd name="connsiteX8" fmla="*/ 692425 w 739627"/>
                <a:gd name="connsiteY8" fmla="*/ 613833 h 1346911"/>
                <a:gd name="connsiteX9" fmla="*/ 713592 w 739627"/>
                <a:gd name="connsiteY9" fmla="*/ 243416 h 1346911"/>
                <a:gd name="connsiteX10" fmla="*/ 305075 w 739627"/>
                <a:gd name="connsiteY10" fmla="*/ 0 h 1346911"/>
                <a:gd name="connsiteX0" fmla="*/ 311425 w 756295"/>
                <a:gd name="connsiteY0" fmla="*/ 0 h 1340561"/>
                <a:gd name="connsiteX1" fmla="*/ 44724 w 756295"/>
                <a:gd name="connsiteY1" fmla="*/ 416983 h 1340561"/>
                <a:gd name="connsiteX2" fmla="*/ 23558 w 756295"/>
                <a:gd name="connsiteY2" fmla="*/ 679450 h 1340561"/>
                <a:gd name="connsiteX3" fmla="*/ 15092 w 756295"/>
                <a:gd name="connsiteY3" fmla="*/ 1231900 h 1340561"/>
                <a:gd name="connsiteX4" fmla="*/ 332592 w 756295"/>
                <a:gd name="connsiteY4" fmla="*/ 1293282 h 1340561"/>
                <a:gd name="connsiteX5" fmla="*/ 544259 w 756295"/>
                <a:gd name="connsiteY5" fmla="*/ 1333500 h 1340561"/>
                <a:gd name="connsiteX6" fmla="*/ 588709 w 756295"/>
                <a:gd name="connsiteY6" fmla="*/ 1143000 h 1340561"/>
                <a:gd name="connsiteX7" fmla="*/ 645858 w 756295"/>
                <a:gd name="connsiteY7" fmla="*/ 893232 h 1340561"/>
                <a:gd name="connsiteX8" fmla="*/ 692425 w 756295"/>
                <a:gd name="connsiteY8" fmla="*/ 607483 h 1340561"/>
                <a:gd name="connsiteX9" fmla="*/ 713592 w 756295"/>
                <a:gd name="connsiteY9" fmla="*/ 237066 h 1340561"/>
                <a:gd name="connsiteX10" fmla="*/ 78592 w 756295"/>
                <a:gd name="connsiteY10" fmla="*/ 209550 h 1340561"/>
                <a:gd name="connsiteX0" fmla="*/ 103992 w 756295"/>
                <a:gd name="connsiteY0" fmla="*/ 10154 h 1132698"/>
                <a:gd name="connsiteX1" fmla="*/ 44724 w 756295"/>
                <a:gd name="connsiteY1" fmla="*/ 209120 h 1132698"/>
                <a:gd name="connsiteX2" fmla="*/ 23558 w 756295"/>
                <a:gd name="connsiteY2" fmla="*/ 471587 h 1132698"/>
                <a:gd name="connsiteX3" fmla="*/ 15092 w 756295"/>
                <a:gd name="connsiteY3" fmla="*/ 1024037 h 1132698"/>
                <a:gd name="connsiteX4" fmla="*/ 332592 w 756295"/>
                <a:gd name="connsiteY4" fmla="*/ 1085419 h 1132698"/>
                <a:gd name="connsiteX5" fmla="*/ 544259 w 756295"/>
                <a:gd name="connsiteY5" fmla="*/ 1125637 h 1132698"/>
                <a:gd name="connsiteX6" fmla="*/ 588709 w 756295"/>
                <a:gd name="connsiteY6" fmla="*/ 935137 h 1132698"/>
                <a:gd name="connsiteX7" fmla="*/ 645858 w 756295"/>
                <a:gd name="connsiteY7" fmla="*/ 685369 h 1132698"/>
                <a:gd name="connsiteX8" fmla="*/ 692425 w 756295"/>
                <a:gd name="connsiteY8" fmla="*/ 399620 h 1132698"/>
                <a:gd name="connsiteX9" fmla="*/ 713592 w 756295"/>
                <a:gd name="connsiteY9" fmla="*/ 29203 h 1132698"/>
                <a:gd name="connsiteX10" fmla="*/ 78592 w 756295"/>
                <a:gd name="connsiteY10" fmla="*/ 1687 h 1132698"/>
                <a:gd name="connsiteX0" fmla="*/ 103992 w 757240"/>
                <a:gd name="connsiteY0" fmla="*/ 10154 h 1132698"/>
                <a:gd name="connsiteX1" fmla="*/ 44724 w 757240"/>
                <a:gd name="connsiteY1" fmla="*/ 209120 h 1132698"/>
                <a:gd name="connsiteX2" fmla="*/ 23558 w 757240"/>
                <a:gd name="connsiteY2" fmla="*/ 471587 h 1132698"/>
                <a:gd name="connsiteX3" fmla="*/ 15092 w 757240"/>
                <a:gd name="connsiteY3" fmla="*/ 1024037 h 1132698"/>
                <a:gd name="connsiteX4" fmla="*/ 332592 w 757240"/>
                <a:gd name="connsiteY4" fmla="*/ 1085419 h 1132698"/>
                <a:gd name="connsiteX5" fmla="*/ 544259 w 757240"/>
                <a:gd name="connsiteY5" fmla="*/ 1125637 h 1132698"/>
                <a:gd name="connsiteX6" fmla="*/ 588709 w 757240"/>
                <a:gd name="connsiteY6" fmla="*/ 935137 h 1132698"/>
                <a:gd name="connsiteX7" fmla="*/ 645858 w 757240"/>
                <a:gd name="connsiteY7" fmla="*/ 685369 h 1132698"/>
                <a:gd name="connsiteX8" fmla="*/ 692425 w 757240"/>
                <a:gd name="connsiteY8" fmla="*/ 399620 h 1132698"/>
                <a:gd name="connsiteX9" fmla="*/ 713592 w 757240"/>
                <a:gd name="connsiteY9" fmla="*/ 29203 h 1132698"/>
                <a:gd name="connsiteX10" fmla="*/ 78592 w 757240"/>
                <a:gd name="connsiteY10" fmla="*/ 1687 h 1132698"/>
                <a:gd name="connsiteX0" fmla="*/ 103992 w 757240"/>
                <a:gd name="connsiteY0" fmla="*/ 10154 h 1132698"/>
                <a:gd name="connsiteX1" fmla="*/ 44724 w 757240"/>
                <a:gd name="connsiteY1" fmla="*/ 209120 h 1132698"/>
                <a:gd name="connsiteX2" fmla="*/ 23558 w 757240"/>
                <a:gd name="connsiteY2" fmla="*/ 471587 h 1132698"/>
                <a:gd name="connsiteX3" fmla="*/ 15092 w 757240"/>
                <a:gd name="connsiteY3" fmla="*/ 1024037 h 1132698"/>
                <a:gd name="connsiteX4" fmla="*/ 332592 w 757240"/>
                <a:gd name="connsiteY4" fmla="*/ 1085419 h 1132698"/>
                <a:gd name="connsiteX5" fmla="*/ 544259 w 757240"/>
                <a:gd name="connsiteY5" fmla="*/ 1125637 h 1132698"/>
                <a:gd name="connsiteX6" fmla="*/ 588709 w 757240"/>
                <a:gd name="connsiteY6" fmla="*/ 935137 h 1132698"/>
                <a:gd name="connsiteX7" fmla="*/ 645858 w 757240"/>
                <a:gd name="connsiteY7" fmla="*/ 685369 h 1132698"/>
                <a:gd name="connsiteX8" fmla="*/ 692425 w 757240"/>
                <a:gd name="connsiteY8" fmla="*/ 399620 h 1132698"/>
                <a:gd name="connsiteX9" fmla="*/ 713592 w 757240"/>
                <a:gd name="connsiteY9" fmla="*/ 29203 h 1132698"/>
                <a:gd name="connsiteX10" fmla="*/ 78592 w 757240"/>
                <a:gd name="connsiteY10" fmla="*/ 1687 h 1132698"/>
                <a:gd name="connsiteX0" fmla="*/ 103992 w 757240"/>
                <a:gd name="connsiteY0" fmla="*/ 10154 h 1132698"/>
                <a:gd name="connsiteX1" fmla="*/ 44724 w 757240"/>
                <a:gd name="connsiteY1" fmla="*/ 209120 h 1132698"/>
                <a:gd name="connsiteX2" fmla="*/ 23558 w 757240"/>
                <a:gd name="connsiteY2" fmla="*/ 471587 h 1132698"/>
                <a:gd name="connsiteX3" fmla="*/ 15092 w 757240"/>
                <a:gd name="connsiteY3" fmla="*/ 1024037 h 1132698"/>
                <a:gd name="connsiteX4" fmla="*/ 332592 w 757240"/>
                <a:gd name="connsiteY4" fmla="*/ 1085419 h 1132698"/>
                <a:gd name="connsiteX5" fmla="*/ 544259 w 757240"/>
                <a:gd name="connsiteY5" fmla="*/ 1125637 h 1132698"/>
                <a:gd name="connsiteX6" fmla="*/ 588709 w 757240"/>
                <a:gd name="connsiteY6" fmla="*/ 935137 h 1132698"/>
                <a:gd name="connsiteX7" fmla="*/ 645858 w 757240"/>
                <a:gd name="connsiteY7" fmla="*/ 685369 h 1132698"/>
                <a:gd name="connsiteX8" fmla="*/ 692425 w 757240"/>
                <a:gd name="connsiteY8" fmla="*/ 399620 h 1132698"/>
                <a:gd name="connsiteX9" fmla="*/ 713592 w 757240"/>
                <a:gd name="connsiteY9" fmla="*/ 29203 h 1132698"/>
                <a:gd name="connsiteX10" fmla="*/ 78592 w 757240"/>
                <a:gd name="connsiteY10" fmla="*/ 1687 h 1132698"/>
                <a:gd name="connsiteX0" fmla="*/ 103992 w 757240"/>
                <a:gd name="connsiteY0" fmla="*/ 10154 h 1149918"/>
                <a:gd name="connsiteX1" fmla="*/ 44724 w 757240"/>
                <a:gd name="connsiteY1" fmla="*/ 209120 h 1149918"/>
                <a:gd name="connsiteX2" fmla="*/ 23558 w 757240"/>
                <a:gd name="connsiteY2" fmla="*/ 471587 h 1149918"/>
                <a:gd name="connsiteX3" fmla="*/ 15092 w 757240"/>
                <a:gd name="connsiteY3" fmla="*/ 1024037 h 1149918"/>
                <a:gd name="connsiteX4" fmla="*/ 332592 w 757240"/>
                <a:gd name="connsiteY4" fmla="*/ 1085419 h 1149918"/>
                <a:gd name="connsiteX5" fmla="*/ 544259 w 757240"/>
                <a:gd name="connsiteY5" fmla="*/ 1125637 h 1149918"/>
                <a:gd name="connsiteX6" fmla="*/ 645858 w 757240"/>
                <a:gd name="connsiteY6" fmla="*/ 685369 h 1149918"/>
                <a:gd name="connsiteX7" fmla="*/ 692425 w 757240"/>
                <a:gd name="connsiteY7" fmla="*/ 399620 h 1149918"/>
                <a:gd name="connsiteX8" fmla="*/ 713592 w 757240"/>
                <a:gd name="connsiteY8" fmla="*/ 29203 h 1149918"/>
                <a:gd name="connsiteX9" fmla="*/ 78592 w 757240"/>
                <a:gd name="connsiteY9" fmla="*/ 1687 h 1149918"/>
                <a:gd name="connsiteX0" fmla="*/ 103992 w 757240"/>
                <a:gd name="connsiteY0" fmla="*/ 10154 h 1149918"/>
                <a:gd name="connsiteX1" fmla="*/ 44724 w 757240"/>
                <a:gd name="connsiteY1" fmla="*/ 209120 h 1149918"/>
                <a:gd name="connsiteX2" fmla="*/ 23558 w 757240"/>
                <a:gd name="connsiteY2" fmla="*/ 471587 h 1149918"/>
                <a:gd name="connsiteX3" fmla="*/ 15092 w 757240"/>
                <a:gd name="connsiteY3" fmla="*/ 1024037 h 1149918"/>
                <a:gd name="connsiteX4" fmla="*/ 332592 w 757240"/>
                <a:gd name="connsiteY4" fmla="*/ 1085419 h 1149918"/>
                <a:gd name="connsiteX5" fmla="*/ 544259 w 757240"/>
                <a:gd name="connsiteY5" fmla="*/ 1125637 h 1149918"/>
                <a:gd name="connsiteX6" fmla="*/ 645858 w 757240"/>
                <a:gd name="connsiteY6" fmla="*/ 685369 h 1149918"/>
                <a:gd name="connsiteX7" fmla="*/ 692425 w 757240"/>
                <a:gd name="connsiteY7" fmla="*/ 399620 h 1149918"/>
                <a:gd name="connsiteX8" fmla="*/ 713592 w 757240"/>
                <a:gd name="connsiteY8" fmla="*/ 29203 h 1149918"/>
                <a:gd name="connsiteX9" fmla="*/ 78592 w 757240"/>
                <a:gd name="connsiteY9" fmla="*/ 1687 h 1149918"/>
                <a:gd name="connsiteX0" fmla="*/ 103992 w 757240"/>
                <a:gd name="connsiteY0" fmla="*/ 10154 h 1127338"/>
                <a:gd name="connsiteX1" fmla="*/ 44724 w 757240"/>
                <a:gd name="connsiteY1" fmla="*/ 209120 h 1127338"/>
                <a:gd name="connsiteX2" fmla="*/ 23558 w 757240"/>
                <a:gd name="connsiteY2" fmla="*/ 471587 h 1127338"/>
                <a:gd name="connsiteX3" fmla="*/ 15092 w 757240"/>
                <a:gd name="connsiteY3" fmla="*/ 1024037 h 1127338"/>
                <a:gd name="connsiteX4" fmla="*/ 332592 w 757240"/>
                <a:gd name="connsiteY4" fmla="*/ 1085419 h 1127338"/>
                <a:gd name="connsiteX5" fmla="*/ 544259 w 757240"/>
                <a:gd name="connsiteY5" fmla="*/ 1125637 h 1127338"/>
                <a:gd name="connsiteX6" fmla="*/ 645858 w 757240"/>
                <a:gd name="connsiteY6" fmla="*/ 685369 h 1127338"/>
                <a:gd name="connsiteX7" fmla="*/ 692425 w 757240"/>
                <a:gd name="connsiteY7" fmla="*/ 399620 h 1127338"/>
                <a:gd name="connsiteX8" fmla="*/ 713592 w 757240"/>
                <a:gd name="connsiteY8" fmla="*/ 29203 h 1127338"/>
                <a:gd name="connsiteX9" fmla="*/ 78592 w 757240"/>
                <a:gd name="connsiteY9" fmla="*/ 1687 h 1127338"/>
                <a:gd name="connsiteX0" fmla="*/ 103992 w 757240"/>
                <a:gd name="connsiteY0" fmla="*/ 10154 h 1127338"/>
                <a:gd name="connsiteX1" fmla="*/ 44724 w 757240"/>
                <a:gd name="connsiteY1" fmla="*/ 209120 h 1127338"/>
                <a:gd name="connsiteX2" fmla="*/ 23558 w 757240"/>
                <a:gd name="connsiteY2" fmla="*/ 471587 h 1127338"/>
                <a:gd name="connsiteX3" fmla="*/ 15092 w 757240"/>
                <a:gd name="connsiteY3" fmla="*/ 1024037 h 1127338"/>
                <a:gd name="connsiteX4" fmla="*/ 332592 w 757240"/>
                <a:gd name="connsiteY4" fmla="*/ 1085419 h 1127338"/>
                <a:gd name="connsiteX5" fmla="*/ 544259 w 757240"/>
                <a:gd name="connsiteY5" fmla="*/ 1125637 h 1127338"/>
                <a:gd name="connsiteX6" fmla="*/ 645858 w 757240"/>
                <a:gd name="connsiteY6" fmla="*/ 685369 h 1127338"/>
                <a:gd name="connsiteX7" fmla="*/ 692425 w 757240"/>
                <a:gd name="connsiteY7" fmla="*/ 399620 h 1127338"/>
                <a:gd name="connsiteX8" fmla="*/ 713592 w 757240"/>
                <a:gd name="connsiteY8" fmla="*/ 29203 h 1127338"/>
                <a:gd name="connsiteX9" fmla="*/ 78592 w 757240"/>
                <a:gd name="connsiteY9" fmla="*/ 1687 h 1127338"/>
                <a:gd name="connsiteX0" fmla="*/ 100240 w 753488"/>
                <a:gd name="connsiteY0" fmla="*/ 10154 h 1127338"/>
                <a:gd name="connsiteX1" fmla="*/ 40972 w 753488"/>
                <a:gd name="connsiteY1" fmla="*/ 209120 h 1127338"/>
                <a:gd name="connsiteX2" fmla="*/ 19806 w 753488"/>
                <a:gd name="connsiteY2" fmla="*/ 471587 h 1127338"/>
                <a:gd name="connsiteX3" fmla="*/ 11340 w 753488"/>
                <a:gd name="connsiteY3" fmla="*/ 1024037 h 1127338"/>
                <a:gd name="connsiteX4" fmla="*/ 328840 w 753488"/>
                <a:gd name="connsiteY4" fmla="*/ 1085419 h 1127338"/>
                <a:gd name="connsiteX5" fmla="*/ 540507 w 753488"/>
                <a:gd name="connsiteY5" fmla="*/ 1125637 h 1127338"/>
                <a:gd name="connsiteX6" fmla="*/ 642106 w 753488"/>
                <a:gd name="connsiteY6" fmla="*/ 685369 h 1127338"/>
                <a:gd name="connsiteX7" fmla="*/ 688673 w 753488"/>
                <a:gd name="connsiteY7" fmla="*/ 399620 h 1127338"/>
                <a:gd name="connsiteX8" fmla="*/ 709840 w 753488"/>
                <a:gd name="connsiteY8" fmla="*/ 29203 h 1127338"/>
                <a:gd name="connsiteX9" fmla="*/ 74840 w 753488"/>
                <a:gd name="connsiteY9" fmla="*/ 1687 h 1127338"/>
                <a:gd name="connsiteX0" fmla="*/ 100240 w 753488"/>
                <a:gd name="connsiteY0" fmla="*/ 10154 h 1127338"/>
                <a:gd name="connsiteX1" fmla="*/ 40972 w 753488"/>
                <a:gd name="connsiteY1" fmla="*/ 209120 h 1127338"/>
                <a:gd name="connsiteX2" fmla="*/ 19806 w 753488"/>
                <a:gd name="connsiteY2" fmla="*/ 471587 h 1127338"/>
                <a:gd name="connsiteX3" fmla="*/ 11340 w 753488"/>
                <a:gd name="connsiteY3" fmla="*/ 1024037 h 1127338"/>
                <a:gd name="connsiteX4" fmla="*/ 328840 w 753488"/>
                <a:gd name="connsiteY4" fmla="*/ 1085419 h 1127338"/>
                <a:gd name="connsiteX5" fmla="*/ 540507 w 753488"/>
                <a:gd name="connsiteY5" fmla="*/ 1125637 h 1127338"/>
                <a:gd name="connsiteX6" fmla="*/ 642106 w 753488"/>
                <a:gd name="connsiteY6" fmla="*/ 685369 h 1127338"/>
                <a:gd name="connsiteX7" fmla="*/ 688673 w 753488"/>
                <a:gd name="connsiteY7" fmla="*/ 399620 h 1127338"/>
                <a:gd name="connsiteX8" fmla="*/ 709840 w 753488"/>
                <a:gd name="connsiteY8" fmla="*/ 29203 h 1127338"/>
                <a:gd name="connsiteX9" fmla="*/ 74840 w 753488"/>
                <a:gd name="connsiteY9" fmla="*/ 1687 h 1127338"/>
                <a:gd name="connsiteX0" fmla="*/ 125640 w 753488"/>
                <a:gd name="connsiteY0" fmla="*/ 22854 h 1127338"/>
                <a:gd name="connsiteX1" fmla="*/ 40972 w 753488"/>
                <a:gd name="connsiteY1" fmla="*/ 209120 h 1127338"/>
                <a:gd name="connsiteX2" fmla="*/ 19806 w 753488"/>
                <a:gd name="connsiteY2" fmla="*/ 471587 h 1127338"/>
                <a:gd name="connsiteX3" fmla="*/ 11340 w 753488"/>
                <a:gd name="connsiteY3" fmla="*/ 1024037 h 1127338"/>
                <a:gd name="connsiteX4" fmla="*/ 328840 w 753488"/>
                <a:gd name="connsiteY4" fmla="*/ 1085419 h 1127338"/>
                <a:gd name="connsiteX5" fmla="*/ 540507 w 753488"/>
                <a:gd name="connsiteY5" fmla="*/ 1125637 h 1127338"/>
                <a:gd name="connsiteX6" fmla="*/ 642106 w 753488"/>
                <a:gd name="connsiteY6" fmla="*/ 685369 h 1127338"/>
                <a:gd name="connsiteX7" fmla="*/ 688673 w 753488"/>
                <a:gd name="connsiteY7" fmla="*/ 399620 h 1127338"/>
                <a:gd name="connsiteX8" fmla="*/ 709840 w 753488"/>
                <a:gd name="connsiteY8" fmla="*/ 29203 h 1127338"/>
                <a:gd name="connsiteX9" fmla="*/ 74840 w 753488"/>
                <a:gd name="connsiteY9" fmla="*/ 1687 h 1127338"/>
                <a:gd name="connsiteX0" fmla="*/ 125640 w 771746"/>
                <a:gd name="connsiteY0" fmla="*/ 42729 h 1147213"/>
                <a:gd name="connsiteX1" fmla="*/ 40972 w 771746"/>
                <a:gd name="connsiteY1" fmla="*/ 228995 h 1147213"/>
                <a:gd name="connsiteX2" fmla="*/ 19806 w 771746"/>
                <a:gd name="connsiteY2" fmla="*/ 491462 h 1147213"/>
                <a:gd name="connsiteX3" fmla="*/ 11340 w 771746"/>
                <a:gd name="connsiteY3" fmla="*/ 1043912 h 1147213"/>
                <a:gd name="connsiteX4" fmla="*/ 328840 w 771746"/>
                <a:gd name="connsiteY4" fmla="*/ 1105294 h 1147213"/>
                <a:gd name="connsiteX5" fmla="*/ 540507 w 771746"/>
                <a:gd name="connsiteY5" fmla="*/ 1145512 h 1147213"/>
                <a:gd name="connsiteX6" fmla="*/ 642106 w 771746"/>
                <a:gd name="connsiteY6" fmla="*/ 705244 h 1147213"/>
                <a:gd name="connsiteX7" fmla="*/ 688673 w 771746"/>
                <a:gd name="connsiteY7" fmla="*/ 419495 h 1147213"/>
                <a:gd name="connsiteX8" fmla="*/ 733123 w 771746"/>
                <a:gd name="connsiteY8" fmla="*/ 23678 h 1147213"/>
                <a:gd name="connsiteX9" fmla="*/ 74840 w 771746"/>
                <a:gd name="connsiteY9" fmla="*/ 21562 h 1147213"/>
                <a:gd name="connsiteX0" fmla="*/ 139122 w 785228"/>
                <a:gd name="connsiteY0" fmla="*/ 42729 h 1147213"/>
                <a:gd name="connsiteX1" fmla="*/ 54454 w 785228"/>
                <a:gd name="connsiteY1" fmla="*/ 228995 h 1147213"/>
                <a:gd name="connsiteX2" fmla="*/ 33288 w 785228"/>
                <a:gd name="connsiteY2" fmla="*/ 491462 h 1147213"/>
                <a:gd name="connsiteX3" fmla="*/ 21985 w 785228"/>
                <a:gd name="connsiteY3" fmla="*/ 718190 h 1147213"/>
                <a:gd name="connsiteX4" fmla="*/ 24822 w 785228"/>
                <a:gd name="connsiteY4" fmla="*/ 1043912 h 1147213"/>
                <a:gd name="connsiteX5" fmla="*/ 342322 w 785228"/>
                <a:gd name="connsiteY5" fmla="*/ 1105294 h 1147213"/>
                <a:gd name="connsiteX6" fmla="*/ 553989 w 785228"/>
                <a:gd name="connsiteY6" fmla="*/ 1145512 h 1147213"/>
                <a:gd name="connsiteX7" fmla="*/ 655588 w 785228"/>
                <a:gd name="connsiteY7" fmla="*/ 705244 h 1147213"/>
                <a:gd name="connsiteX8" fmla="*/ 702155 w 785228"/>
                <a:gd name="connsiteY8" fmla="*/ 419495 h 1147213"/>
                <a:gd name="connsiteX9" fmla="*/ 746605 w 785228"/>
                <a:gd name="connsiteY9" fmla="*/ 23678 h 1147213"/>
                <a:gd name="connsiteX10" fmla="*/ 88322 w 785228"/>
                <a:gd name="connsiteY10" fmla="*/ 21562 h 1147213"/>
                <a:gd name="connsiteX0" fmla="*/ 126675 w 772781"/>
                <a:gd name="connsiteY0" fmla="*/ 42729 h 1147213"/>
                <a:gd name="connsiteX1" fmla="*/ 42007 w 772781"/>
                <a:gd name="connsiteY1" fmla="*/ 228995 h 1147213"/>
                <a:gd name="connsiteX2" fmla="*/ 20841 w 772781"/>
                <a:gd name="connsiteY2" fmla="*/ 491462 h 1147213"/>
                <a:gd name="connsiteX3" fmla="*/ 96972 w 772781"/>
                <a:gd name="connsiteY3" fmla="*/ 786303 h 1147213"/>
                <a:gd name="connsiteX4" fmla="*/ 12375 w 772781"/>
                <a:gd name="connsiteY4" fmla="*/ 1043912 h 1147213"/>
                <a:gd name="connsiteX5" fmla="*/ 329875 w 772781"/>
                <a:gd name="connsiteY5" fmla="*/ 1105294 h 1147213"/>
                <a:gd name="connsiteX6" fmla="*/ 541542 w 772781"/>
                <a:gd name="connsiteY6" fmla="*/ 1145512 h 1147213"/>
                <a:gd name="connsiteX7" fmla="*/ 643141 w 772781"/>
                <a:gd name="connsiteY7" fmla="*/ 705244 h 1147213"/>
                <a:gd name="connsiteX8" fmla="*/ 689708 w 772781"/>
                <a:gd name="connsiteY8" fmla="*/ 419495 h 1147213"/>
                <a:gd name="connsiteX9" fmla="*/ 734158 w 772781"/>
                <a:gd name="connsiteY9" fmla="*/ 23678 h 1147213"/>
                <a:gd name="connsiteX10" fmla="*/ 75875 w 772781"/>
                <a:gd name="connsiteY10" fmla="*/ 21562 h 1147213"/>
                <a:gd name="connsiteX0" fmla="*/ 127030 w 773136"/>
                <a:gd name="connsiteY0" fmla="*/ 42729 h 1147213"/>
                <a:gd name="connsiteX1" fmla="*/ 42362 w 773136"/>
                <a:gd name="connsiteY1" fmla="*/ 228995 h 1147213"/>
                <a:gd name="connsiteX2" fmla="*/ 21196 w 773136"/>
                <a:gd name="connsiteY2" fmla="*/ 491462 h 1147213"/>
                <a:gd name="connsiteX3" fmla="*/ 92470 w 773136"/>
                <a:gd name="connsiteY3" fmla="*/ 859656 h 1147213"/>
                <a:gd name="connsiteX4" fmla="*/ 12730 w 773136"/>
                <a:gd name="connsiteY4" fmla="*/ 1043912 h 1147213"/>
                <a:gd name="connsiteX5" fmla="*/ 330230 w 773136"/>
                <a:gd name="connsiteY5" fmla="*/ 1105294 h 1147213"/>
                <a:gd name="connsiteX6" fmla="*/ 541897 w 773136"/>
                <a:gd name="connsiteY6" fmla="*/ 1145512 h 1147213"/>
                <a:gd name="connsiteX7" fmla="*/ 643496 w 773136"/>
                <a:gd name="connsiteY7" fmla="*/ 705244 h 1147213"/>
                <a:gd name="connsiteX8" fmla="*/ 690063 w 773136"/>
                <a:gd name="connsiteY8" fmla="*/ 419495 h 1147213"/>
                <a:gd name="connsiteX9" fmla="*/ 734513 w 773136"/>
                <a:gd name="connsiteY9" fmla="*/ 23678 h 1147213"/>
                <a:gd name="connsiteX10" fmla="*/ 76230 w 773136"/>
                <a:gd name="connsiteY10" fmla="*/ 21562 h 1147213"/>
                <a:gd name="connsiteX0" fmla="*/ 127030 w 773136"/>
                <a:gd name="connsiteY0" fmla="*/ 42729 h 1147213"/>
                <a:gd name="connsiteX1" fmla="*/ 42362 w 773136"/>
                <a:gd name="connsiteY1" fmla="*/ 228995 h 1147213"/>
                <a:gd name="connsiteX2" fmla="*/ 21196 w 773136"/>
                <a:gd name="connsiteY2" fmla="*/ 491462 h 1147213"/>
                <a:gd name="connsiteX3" fmla="*/ 92470 w 773136"/>
                <a:gd name="connsiteY3" fmla="*/ 875374 h 1147213"/>
                <a:gd name="connsiteX4" fmla="*/ 12730 w 773136"/>
                <a:gd name="connsiteY4" fmla="*/ 1043912 h 1147213"/>
                <a:gd name="connsiteX5" fmla="*/ 330230 w 773136"/>
                <a:gd name="connsiteY5" fmla="*/ 1105294 h 1147213"/>
                <a:gd name="connsiteX6" fmla="*/ 541897 w 773136"/>
                <a:gd name="connsiteY6" fmla="*/ 1145512 h 1147213"/>
                <a:gd name="connsiteX7" fmla="*/ 643496 w 773136"/>
                <a:gd name="connsiteY7" fmla="*/ 705244 h 1147213"/>
                <a:gd name="connsiteX8" fmla="*/ 690063 w 773136"/>
                <a:gd name="connsiteY8" fmla="*/ 419495 h 1147213"/>
                <a:gd name="connsiteX9" fmla="*/ 734513 w 773136"/>
                <a:gd name="connsiteY9" fmla="*/ 23678 h 1147213"/>
                <a:gd name="connsiteX10" fmla="*/ 76230 w 773136"/>
                <a:gd name="connsiteY10" fmla="*/ 21562 h 114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3136" h="1147213">
                  <a:moveTo>
                    <a:pt x="127030" y="42729"/>
                  </a:moveTo>
                  <a:cubicBezTo>
                    <a:pt x="57541" y="53152"/>
                    <a:pt x="60001" y="154206"/>
                    <a:pt x="42362" y="228995"/>
                  </a:cubicBezTo>
                  <a:cubicBezTo>
                    <a:pt x="24723" y="303784"/>
                    <a:pt x="26607" y="409930"/>
                    <a:pt x="21196" y="491462"/>
                  </a:cubicBezTo>
                  <a:cubicBezTo>
                    <a:pt x="15785" y="572994"/>
                    <a:pt x="93881" y="783299"/>
                    <a:pt x="92470" y="875374"/>
                  </a:cubicBezTo>
                  <a:cubicBezTo>
                    <a:pt x="91059" y="967449"/>
                    <a:pt x="-40659" y="979395"/>
                    <a:pt x="12730" y="1043912"/>
                  </a:cubicBezTo>
                  <a:cubicBezTo>
                    <a:pt x="131991" y="1073452"/>
                    <a:pt x="242036" y="1088361"/>
                    <a:pt x="330230" y="1105294"/>
                  </a:cubicBezTo>
                  <a:cubicBezTo>
                    <a:pt x="418424" y="1122227"/>
                    <a:pt x="460053" y="1155037"/>
                    <a:pt x="541897" y="1145512"/>
                  </a:cubicBezTo>
                  <a:cubicBezTo>
                    <a:pt x="600458" y="1023804"/>
                    <a:pt x="618802" y="826247"/>
                    <a:pt x="643496" y="705244"/>
                  </a:cubicBezTo>
                  <a:cubicBezTo>
                    <a:pt x="652316" y="577539"/>
                    <a:pt x="674894" y="533089"/>
                    <a:pt x="690063" y="419495"/>
                  </a:cubicBezTo>
                  <a:cubicBezTo>
                    <a:pt x="705232" y="305901"/>
                    <a:pt x="836819" y="90000"/>
                    <a:pt x="734513" y="23678"/>
                  </a:cubicBezTo>
                  <a:cubicBezTo>
                    <a:pt x="632208" y="-42644"/>
                    <a:pt x="189204" y="54967"/>
                    <a:pt x="76230" y="21562"/>
                  </a:cubicBezTo>
                </a:path>
              </a:pathLst>
            </a:custGeom>
            <a:solidFill>
              <a:srgbClr val="B4B9BD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任意多边形: 形状 308">
              <a:extLst>
                <a:ext uri="{FF2B5EF4-FFF2-40B4-BE49-F238E27FC236}">
                  <a16:creationId xmlns:a16="http://schemas.microsoft.com/office/drawing/2014/main" id="{E532F053-12EC-3DB4-F7AD-E3F6327F9FB9}"/>
                </a:ext>
              </a:extLst>
            </p:cNvPr>
            <p:cNvSpPr/>
            <p:nvPr/>
          </p:nvSpPr>
          <p:spPr>
            <a:xfrm>
              <a:off x="10631372" y="3743098"/>
              <a:ext cx="526854" cy="346442"/>
            </a:xfrm>
            <a:custGeom>
              <a:avLst/>
              <a:gdLst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347694 w 838761"/>
                <a:gd name="connsiteY13" fmla="*/ 65616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616511 w 838761"/>
                <a:gd name="connsiteY12" fmla="*/ 357717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696945 w 838761"/>
                <a:gd name="connsiteY10" fmla="*/ 514350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759247"/>
                <a:gd name="connsiteY0" fmla="*/ 19050 h 1185333"/>
                <a:gd name="connsiteX1" fmla="*/ 68294 w 759247"/>
                <a:gd name="connsiteY1" fmla="*/ 80433 h 1185333"/>
                <a:gd name="connsiteX2" fmla="*/ 21728 w 759247"/>
                <a:gd name="connsiteY2" fmla="*/ 160866 h 1185333"/>
                <a:gd name="connsiteX3" fmla="*/ 561 w 759247"/>
                <a:gd name="connsiteY3" fmla="*/ 323850 h 1185333"/>
                <a:gd name="connsiteX4" fmla="*/ 148728 w 759247"/>
                <a:gd name="connsiteY4" fmla="*/ 903816 h 1185333"/>
                <a:gd name="connsiteX5" fmla="*/ 269378 w 759247"/>
                <a:gd name="connsiteY5" fmla="*/ 1056216 h 1185333"/>
                <a:gd name="connsiteX6" fmla="*/ 440828 w 759247"/>
                <a:gd name="connsiteY6" fmla="*/ 1166283 h 1185333"/>
                <a:gd name="connsiteX7" fmla="*/ 652494 w 759247"/>
                <a:gd name="connsiteY7" fmla="*/ 1185333 h 1185333"/>
                <a:gd name="connsiteX8" fmla="*/ 758328 w 759247"/>
                <a:gd name="connsiteY8" fmla="*/ 1104900 h 1185333"/>
                <a:gd name="connsiteX9" fmla="*/ 709644 w 759247"/>
                <a:gd name="connsiteY9" fmla="*/ 687916 h 1185333"/>
                <a:gd name="connsiteX10" fmla="*/ 696945 w 759247"/>
                <a:gd name="connsiteY10" fmla="*/ 514350 h 1185333"/>
                <a:gd name="connsiteX11" fmla="*/ 616511 w 759247"/>
                <a:gd name="connsiteY11" fmla="*/ 357717 h 1185333"/>
                <a:gd name="connsiteX12" fmla="*/ 491628 w 759247"/>
                <a:gd name="connsiteY12" fmla="*/ 86783 h 1185333"/>
                <a:gd name="connsiteX13" fmla="*/ 186828 w 759247"/>
                <a:gd name="connsiteY13" fmla="*/ 0 h 1185333"/>
                <a:gd name="connsiteX14" fmla="*/ 180478 w 759247"/>
                <a:gd name="connsiteY14" fmla="*/ 10583 h 1185333"/>
                <a:gd name="connsiteX0" fmla="*/ 241861 w 759154"/>
                <a:gd name="connsiteY0" fmla="*/ 19050 h 1185333"/>
                <a:gd name="connsiteX1" fmla="*/ 68294 w 759154"/>
                <a:gd name="connsiteY1" fmla="*/ 80433 h 1185333"/>
                <a:gd name="connsiteX2" fmla="*/ 21728 w 759154"/>
                <a:gd name="connsiteY2" fmla="*/ 160866 h 1185333"/>
                <a:gd name="connsiteX3" fmla="*/ 561 w 759154"/>
                <a:gd name="connsiteY3" fmla="*/ 323850 h 1185333"/>
                <a:gd name="connsiteX4" fmla="*/ 148728 w 759154"/>
                <a:gd name="connsiteY4" fmla="*/ 903816 h 1185333"/>
                <a:gd name="connsiteX5" fmla="*/ 269378 w 759154"/>
                <a:gd name="connsiteY5" fmla="*/ 1056216 h 1185333"/>
                <a:gd name="connsiteX6" fmla="*/ 440828 w 759154"/>
                <a:gd name="connsiteY6" fmla="*/ 1166283 h 1185333"/>
                <a:gd name="connsiteX7" fmla="*/ 652494 w 759154"/>
                <a:gd name="connsiteY7" fmla="*/ 1185333 h 1185333"/>
                <a:gd name="connsiteX8" fmla="*/ 758328 w 759154"/>
                <a:gd name="connsiteY8" fmla="*/ 1104900 h 1185333"/>
                <a:gd name="connsiteX9" fmla="*/ 709644 w 759154"/>
                <a:gd name="connsiteY9" fmla="*/ 687916 h 1185333"/>
                <a:gd name="connsiteX10" fmla="*/ 696945 w 759154"/>
                <a:gd name="connsiteY10" fmla="*/ 514350 h 1185333"/>
                <a:gd name="connsiteX11" fmla="*/ 616511 w 759154"/>
                <a:gd name="connsiteY11" fmla="*/ 357717 h 1185333"/>
                <a:gd name="connsiteX12" fmla="*/ 491628 w 759154"/>
                <a:gd name="connsiteY12" fmla="*/ 86783 h 1185333"/>
                <a:gd name="connsiteX13" fmla="*/ 186828 w 759154"/>
                <a:gd name="connsiteY13" fmla="*/ 0 h 1185333"/>
                <a:gd name="connsiteX14" fmla="*/ 180478 w 759154"/>
                <a:gd name="connsiteY14" fmla="*/ 10583 h 1185333"/>
                <a:gd name="connsiteX0" fmla="*/ 241861 w 711707"/>
                <a:gd name="connsiteY0" fmla="*/ 19050 h 1185333"/>
                <a:gd name="connsiteX1" fmla="*/ 68294 w 711707"/>
                <a:gd name="connsiteY1" fmla="*/ 80433 h 1185333"/>
                <a:gd name="connsiteX2" fmla="*/ 21728 w 711707"/>
                <a:gd name="connsiteY2" fmla="*/ 160866 h 1185333"/>
                <a:gd name="connsiteX3" fmla="*/ 561 w 711707"/>
                <a:gd name="connsiteY3" fmla="*/ 323850 h 1185333"/>
                <a:gd name="connsiteX4" fmla="*/ 148728 w 711707"/>
                <a:gd name="connsiteY4" fmla="*/ 903816 h 1185333"/>
                <a:gd name="connsiteX5" fmla="*/ 269378 w 711707"/>
                <a:gd name="connsiteY5" fmla="*/ 1056216 h 1185333"/>
                <a:gd name="connsiteX6" fmla="*/ 440828 w 711707"/>
                <a:gd name="connsiteY6" fmla="*/ 1166283 h 1185333"/>
                <a:gd name="connsiteX7" fmla="*/ 652494 w 711707"/>
                <a:gd name="connsiteY7" fmla="*/ 1185333 h 1185333"/>
                <a:gd name="connsiteX8" fmla="*/ 709645 w 711707"/>
                <a:gd name="connsiteY8" fmla="*/ 1075267 h 1185333"/>
                <a:gd name="connsiteX9" fmla="*/ 709644 w 711707"/>
                <a:gd name="connsiteY9" fmla="*/ 687916 h 1185333"/>
                <a:gd name="connsiteX10" fmla="*/ 696945 w 711707"/>
                <a:gd name="connsiteY10" fmla="*/ 514350 h 1185333"/>
                <a:gd name="connsiteX11" fmla="*/ 616511 w 711707"/>
                <a:gd name="connsiteY11" fmla="*/ 357717 h 1185333"/>
                <a:gd name="connsiteX12" fmla="*/ 491628 w 711707"/>
                <a:gd name="connsiteY12" fmla="*/ 86783 h 1185333"/>
                <a:gd name="connsiteX13" fmla="*/ 186828 w 711707"/>
                <a:gd name="connsiteY13" fmla="*/ 0 h 1185333"/>
                <a:gd name="connsiteX14" fmla="*/ 180478 w 711707"/>
                <a:gd name="connsiteY14" fmla="*/ 10583 h 1185333"/>
                <a:gd name="connsiteX0" fmla="*/ 241861 w 712688"/>
                <a:gd name="connsiteY0" fmla="*/ 19050 h 1168601"/>
                <a:gd name="connsiteX1" fmla="*/ 68294 w 712688"/>
                <a:gd name="connsiteY1" fmla="*/ 80433 h 1168601"/>
                <a:gd name="connsiteX2" fmla="*/ 21728 w 712688"/>
                <a:gd name="connsiteY2" fmla="*/ 160866 h 1168601"/>
                <a:gd name="connsiteX3" fmla="*/ 561 w 712688"/>
                <a:gd name="connsiteY3" fmla="*/ 323850 h 1168601"/>
                <a:gd name="connsiteX4" fmla="*/ 148728 w 712688"/>
                <a:gd name="connsiteY4" fmla="*/ 903816 h 1168601"/>
                <a:gd name="connsiteX5" fmla="*/ 269378 w 712688"/>
                <a:gd name="connsiteY5" fmla="*/ 1056216 h 1168601"/>
                <a:gd name="connsiteX6" fmla="*/ 440828 w 712688"/>
                <a:gd name="connsiteY6" fmla="*/ 1166283 h 1168601"/>
                <a:gd name="connsiteX7" fmla="*/ 635561 w 712688"/>
                <a:gd name="connsiteY7" fmla="*/ 1136650 h 1168601"/>
                <a:gd name="connsiteX8" fmla="*/ 709645 w 712688"/>
                <a:gd name="connsiteY8" fmla="*/ 1075267 h 1168601"/>
                <a:gd name="connsiteX9" fmla="*/ 709644 w 712688"/>
                <a:gd name="connsiteY9" fmla="*/ 687916 h 1168601"/>
                <a:gd name="connsiteX10" fmla="*/ 696945 w 712688"/>
                <a:gd name="connsiteY10" fmla="*/ 514350 h 1168601"/>
                <a:gd name="connsiteX11" fmla="*/ 616511 w 712688"/>
                <a:gd name="connsiteY11" fmla="*/ 357717 h 1168601"/>
                <a:gd name="connsiteX12" fmla="*/ 491628 w 712688"/>
                <a:gd name="connsiteY12" fmla="*/ 86783 h 1168601"/>
                <a:gd name="connsiteX13" fmla="*/ 186828 w 712688"/>
                <a:gd name="connsiteY13" fmla="*/ 0 h 1168601"/>
                <a:gd name="connsiteX14" fmla="*/ 180478 w 712688"/>
                <a:gd name="connsiteY14" fmla="*/ 10583 h 116860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7013"/>
                <a:gd name="connsiteX1" fmla="*/ 68294 w 712688"/>
                <a:gd name="connsiteY1" fmla="*/ 80433 h 1167013"/>
                <a:gd name="connsiteX2" fmla="*/ 21728 w 712688"/>
                <a:gd name="connsiteY2" fmla="*/ 160866 h 1167013"/>
                <a:gd name="connsiteX3" fmla="*/ 561 w 712688"/>
                <a:gd name="connsiteY3" fmla="*/ 323850 h 1167013"/>
                <a:gd name="connsiteX4" fmla="*/ 148728 w 712688"/>
                <a:gd name="connsiteY4" fmla="*/ 903816 h 1167013"/>
                <a:gd name="connsiteX5" fmla="*/ 269378 w 712688"/>
                <a:gd name="connsiteY5" fmla="*/ 1056216 h 1167013"/>
                <a:gd name="connsiteX6" fmla="*/ 576295 w 712688"/>
                <a:gd name="connsiteY6" fmla="*/ 1162050 h 1167013"/>
                <a:gd name="connsiteX7" fmla="*/ 635561 w 712688"/>
                <a:gd name="connsiteY7" fmla="*/ 1136650 h 1167013"/>
                <a:gd name="connsiteX8" fmla="*/ 709645 w 712688"/>
                <a:gd name="connsiteY8" fmla="*/ 1075267 h 1167013"/>
                <a:gd name="connsiteX9" fmla="*/ 709644 w 712688"/>
                <a:gd name="connsiteY9" fmla="*/ 687916 h 1167013"/>
                <a:gd name="connsiteX10" fmla="*/ 696945 w 712688"/>
                <a:gd name="connsiteY10" fmla="*/ 514350 h 1167013"/>
                <a:gd name="connsiteX11" fmla="*/ 616511 w 712688"/>
                <a:gd name="connsiteY11" fmla="*/ 357717 h 1167013"/>
                <a:gd name="connsiteX12" fmla="*/ 491628 w 712688"/>
                <a:gd name="connsiteY12" fmla="*/ 86783 h 1167013"/>
                <a:gd name="connsiteX13" fmla="*/ 186828 w 712688"/>
                <a:gd name="connsiteY13" fmla="*/ 0 h 1167013"/>
                <a:gd name="connsiteX14" fmla="*/ 180478 w 712688"/>
                <a:gd name="connsiteY14" fmla="*/ 10583 h 1167013"/>
                <a:gd name="connsiteX0" fmla="*/ 241861 w 720548"/>
                <a:gd name="connsiteY0" fmla="*/ 19050 h 1167013"/>
                <a:gd name="connsiteX1" fmla="*/ 68294 w 720548"/>
                <a:gd name="connsiteY1" fmla="*/ 80433 h 1167013"/>
                <a:gd name="connsiteX2" fmla="*/ 21728 w 720548"/>
                <a:gd name="connsiteY2" fmla="*/ 160866 h 1167013"/>
                <a:gd name="connsiteX3" fmla="*/ 561 w 720548"/>
                <a:gd name="connsiteY3" fmla="*/ 323850 h 1167013"/>
                <a:gd name="connsiteX4" fmla="*/ 148728 w 720548"/>
                <a:gd name="connsiteY4" fmla="*/ 903816 h 1167013"/>
                <a:gd name="connsiteX5" fmla="*/ 269378 w 720548"/>
                <a:gd name="connsiteY5" fmla="*/ 1056216 h 1167013"/>
                <a:gd name="connsiteX6" fmla="*/ 576295 w 720548"/>
                <a:gd name="connsiteY6" fmla="*/ 1162050 h 1167013"/>
                <a:gd name="connsiteX7" fmla="*/ 635561 w 720548"/>
                <a:gd name="connsiteY7" fmla="*/ 1136650 h 1167013"/>
                <a:gd name="connsiteX8" fmla="*/ 709645 w 720548"/>
                <a:gd name="connsiteY8" fmla="*/ 1075267 h 1167013"/>
                <a:gd name="connsiteX9" fmla="*/ 709644 w 720548"/>
                <a:gd name="connsiteY9" fmla="*/ 687916 h 1167013"/>
                <a:gd name="connsiteX10" fmla="*/ 696945 w 720548"/>
                <a:gd name="connsiteY10" fmla="*/ 514350 h 1167013"/>
                <a:gd name="connsiteX11" fmla="*/ 616511 w 720548"/>
                <a:gd name="connsiteY11" fmla="*/ 357717 h 1167013"/>
                <a:gd name="connsiteX12" fmla="*/ 491628 w 720548"/>
                <a:gd name="connsiteY12" fmla="*/ 86783 h 1167013"/>
                <a:gd name="connsiteX13" fmla="*/ 186828 w 720548"/>
                <a:gd name="connsiteY13" fmla="*/ 0 h 1167013"/>
                <a:gd name="connsiteX14" fmla="*/ 180478 w 720548"/>
                <a:gd name="connsiteY14" fmla="*/ 10583 h 1167013"/>
                <a:gd name="connsiteX0" fmla="*/ 241861 w 720548"/>
                <a:gd name="connsiteY0" fmla="*/ 19050 h 1164946"/>
                <a:gd name="connsiteX1" fmla="*/ 68294 w 720548"/>
                <a:gd name="connsiteY1" fmla="*/ 80433 h 1164946"/>
                <a:gd name="connsiteX2" fmla="*/ 21728 w 720548"/>
                <a:gd name="connsiteY2" fmla="*/ 160866 h 1164946"/>
                <a:gd name="connsiteX3" fmla="*/ 561 w 720548"/>
                <a:gd name="connsiteY3" fmla="*/ 323850 h 1164946"/>
                <a:gd name="connsiteX4" fmla="*/ 148728 w 720548"/>
                <a:gd name="connsiteY4" fmla="*/ 903816 h 1164946"/>
                <a:gd name="connsiteX5" fmla="*/ 368861 w 720548"/>
                <a:gd name="connsiteY5" fmla="*/ 1085849 h 1164946"/>
                <a:gd name="connsiteX6" fmla="*/ 576295 w 720548"/>
                <a:gd name="connsiteY6" fmla="*/ 1162050 h 1164946"/>
                <a:gd name="connsiteX7" fmla="*/ 635561 w 720548"/>
                <a:gd name="connsiteY7" fmla="*/ 1136650 h 1164946"/>
                <a:gd name="connsiteX8" fmla="*/ 709645 w 720548"/>
                <a:gd name="connsiteY8" fmla="*/ 1075267 h 1164946"/>
                <a:gd name="connsiteX9" fmla="*/ 709644 w 720548"/>
                <a:gd name="connsiteY9" fmla="*/ 687916 h 1164946"/>
                <a:gd name="connsiteX10" fmla="*/ 696945 w 720548"/>
                <a:gd name="connsiteY10" fmla="*/ 514350 h 1164946"/>
                <a:gd name="connsiteX11" fmla="*/ 616511 w 720548"/>
                <a:gd name="connsiteY11" fmla="*/ 357717 h 1164946"/>
                <a:gd name="connsiteX12" fmla="*/ 491628 w 720548"/>
                <a:gd name="connsiteY12" fmla="*/ 86783 h 1164946"/>
                <a:gd name="connsiteX13" fmla="*/ 186828 w 720548"/>
                <a:gd name="connsiteY13" fmla="*/ 0 h 1164946"/>
                <a:gd name="connsiteX14" fmla="*/ 180478 w 720548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77599 w 756286"/>
                <a:gd name="connsiteY0" fmla="*/ 19050 h 1164946"/>
                <a:gd name="connsiteX1" fmla="*/ 104032 w 756286"/>
                <a:gd name="connsiteY1" fmla="*/ 80433 h 1164946"/>
                <a:gd name="connsiteX2" fmla="*/ 57466 w 756286"/>
                <a:gd name="connsiteY2" fmla="*/ 160866 h 1164946"/>
                <a:gd name="connsiteX3" fmla="*/ 4549 w 756286"/>
                <a:gd name="connsiteY3" fmla="*/ 1043517 h 1164946"/>
                <a:gd name="connsiteX4" fmla="*/ 192933 w 756286"/>
                <a:gd name="connsiteY4" fmla="*/ 1075266 h 1164946"/>
                <a:gd name="connsiteX5" fmla="*/ 404599 w 756286"/>
                <a:gd name="connsiteY5" fmla="*/ 1085849 h 1164946"/>
                <a:gd name="connsiteX6" fmla="*/ 612033 w 756286"/>
                <a:gd name="connsiteY6" fmla="*/ 1162050 h 1164946"/>
                <a:gd name="connsiteX7" fmla="*/ 671299 w 756286"/>
                <a:gd name="connsiteY7" fmla="*/ 1136650 h 1164946"/>
                <a:gd name="connsiteX8" fmla="*/ 745383 w 756286"/>
                <a:gd name="connsiteY8" fmla="*/ 1075267 h 1164946"/>
                <a:gd name="connsiteX9" fmla="*/ 745382 w 756286"/>
                <a:gd name="connsiteY9" fmla="*/ 687916 h 1164946"/>
                <a:gd name="connsiteX10" fmla="*/ 732683 w 756286"/>
                <a:gd name="connsiteY10" fmla="*/ 514350 h 1164946"/>
                <a:gd name="connsiteX11" fmla="*/ 652249 w 756286"/>
                <a:gd name="connsiteY11" fmla="*/ 357717 h 1164946"/>
                <a:gd name="connsiteX12" fmla="*/ 527366 w 756286"/>
                <a:gd name="connsiteY12" fmla="*/ 86783 h 1164946"/>
                <a:gd name="connsiteX13" fmla="*/ 222566 w 756286"/>
                <a:gd name="connsiteY13" fmla="*/ 0 h 1164946"/>
                <a:gd name="connsiteX14" fmla="*/ 216216 w 756286"/>
                <a:gd name="connsiteY14" fmla="*/ 10583 h 1164946"/>
                <a:gd name="connsiteX0" fmla="*/ 283512 w 762199"/>
                <a:gd name="connsiteY0" fmla="*/ 19050 h 1164946"/>
                <a:gd name="connsiteX1" fmla="*/ 109945 w 762199"/>
                <a:gd name="connsiteY1" fmla="*/ 80433 h 1164946"/>
                <a:gd name="connsiteX2" fmla="*/ 63379 w 762199"/>
                <a:gd name="connsiteY2" fmla="*/ 160866 h 1164946"/>
                <a:gd name="connsiteX3" fmla="*/ 10462 w 762199"/>
                <a:gd name="connsiteY3" fmla="*/ 1043517 h 1164946"/>
                <a:gd name="connsiteX4" fmla="*/ 198846 w 762199"/>
                <a:gd name="connsiteY4" fmla="*/ 1075266 h 1164946"/>
                <a:gd name="connsiteX5" fmla="*/ 410512 w 762199"/>
                <a:gd name="connsiteY5" fmla="*/ 1085849 h 1164946"/>
                <a:gd name="connsiteX6" fmla="*/ 617946 w 762199"/>
                <a:gd name="connsiteY6" fmla="*/ 1162050 h 1164946"/>
                <a:gd name="connsiteX7" fmla="*/ 677212 w 762199"/>
                <a:gd name="connsiteY7" fmla="*/ 1136650 h 1164946"/>
                <a:gd name="connsiteX8" fmla="*/ 751296 w 762199"/>
                <a:gd name="connsiteY8" fmla="*/ 1075267 h 1164946"/>
                <a:gd name="connsiteX9" fmla="*/ 751295 w 762199"/>
                <a:gd name="connsiteY9" fmla="*/ 687916 h 1164946"/>
                <a:gd name="connsiteX10" fmla="*/ 738596 w 762199"/>
                <a:gd name="connsiteY10" fmla="*/ 514350 h 1164946"/>
                <a:gd name="connsiteX11" fmla="*/ 658162 w 762199"/>
                <a:gd name="connsiteY11" fmla="*/ 357717 h 1164946"/>
                <a:gd name="connsiteX12" fmla="*/ 533279 w 762199"/>
                <a:gd name="connsiteY12" fmla="*/ 86783 h 1164946"/>
                <a:gd name="connsiteX13" fmla="*/ 228479 w 762199"/>
                <a:gd name="connsiteY13" fmla="*/ 0 h 1164946"/>
                <a:gd name="connsiteX14" fmla="*/ 222129 w 762199"/>
                <a:gd name="connsiteY14" fmla="*/ 10583 h 1164946"/>
                <a:gd name="connsiteX0" fmla="*/ 288708 w 767395"/>
                <a:gd name="connsiteY0" fmla="*/ 19050 h 1164946"/>
                <a:gd name="connsiteX1" fmla="*/ 115141 w 767395"/>
                <a:gd name="connsiteY1" fmla="*/ 80433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88708 w 767395"/>
                <a:gd name="connsiteY0" fmla="*/ 19050 h 1164946"/>
                <a:gd name="connsiteX1" fmla="*/ 106674 w 767395"/>
                <a:gd name="connsiteY1" fmla="*/ 158750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27325 w 767395"/>
                <a:gd name="connsiteY14" fmla="*/ 2963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46375 w 767395"/>
                <a:gd name="connsiteY14" fmla="*/ 1058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0" fmla="*/ 250608 w 767395"/>
                <a:gd name="connsiteY0" fmla="*/ 12700 h 1196696"/>
                <a:gd name="connsiteX1" fmla="*/ 106674 w 767395"/>
                <a:gd name="connsiteY1" fmla="*/ 190500 h 1196696"/>
                <a:gd name="connsiteX2" fmla="*/ 15658 w 767395"/>
                <a:gd name="connsiteY2" fmla="*/ 635000 h 1196696"/>
                <a:gd name="connsiteX3" fmla="*/ 15658 w 767395"/>
                <a:gd name="connsiteY3" fmla="*/ 1075267 h 1196696"/>
                <a:gd name="connsiteX4" fmla="*/ 204042 w 767395"/>
                <a:gd name="connsiteY4" fmla="*/ 1107016 h 1196696"/>
                <a:gd name="connsiteX5" fmla="*/ 415708 w 767395"/>
                <a:gd name="connsiteY5" fmla="*/ 1117599 h 1196696"/>
                <a:gd name="connsiteX6" fmla="*/ 623142 w 767395"/>
                <a:gd name="connsiteY6" fmla="*/ 1193800 h 1196696"/>
                <a:gd name="connsiteX7" fmla="*/ 682408 w 767395"/>
                <a:gd name="connsiteY7" fmla="*/ 1168400 h 1196696"/>
                <a:gd name="connsiteX8" fmla="*/ 756492 w 767395"/>
                <a:gd name="connsiteY8" fmla="*/ 1107017 h 1196696"/>
                <a:gd name="connsiteX9" fmla="*/ 756491 w 767395"/>
                <a:gd name="connsiteY9" fmla="*/ 719666 h 1196696"/>
                <a:gd name="connsiteX10" fmla="*/ 743792 w 767395"/>
                <a:gd name="connsiteY10" fmla="*/ 546100 h 1196696"/>
                <a:gd name="connsiteX11" fmla="*/ 663358 w 767395"/>
                <a:gd name="connsiteY11" fmla="*/ 389467 h 1196696"/>
                <a:gd name="connsiteX12" fmla="*/ 538475 w 767395"/>
                <a:gd name="connsiteY12" fmla="*/ 118533 h 1196696"/>
                <a:gd name="connsiteX13" fmla="*/ 252725 w 767395"/>
                <a:gd name="connsiteY13" fmla="*/ 0 h 119669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375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375491 w 767395"/>
                <a:gd name="connsiteY12" fmla="*/ 135466 h 1190346"/>
                <a:gd name="connsiteX13" fmla="*/ 244258 w 767395"/>
                <a:gd name="connsiteY13" fmla="*/ 0 h 1190346"/>
                <a:gd name="connsiteX0" fmla="*/ 250608 w 777364"/>
                <a:gd name="connsiteY0" fmla="*/ 6350 h 1190346"/>
                <a:gd name="connsiteX1" fmla="*/ 106674 w 777364"/>
                <a:gd name="connsiteY1" fmla="*/ 184150 h 1190346"/>
                <a:gd name="connsiteX2" fmla="*/ 15658 w 777364"/>
                <a:gd name="connsiteY2" fmla="*/ 628650 h 1190346"/>
                <a:gd name="connsiteX3" fmla="*/ 15658 w 777364"/>
                <a:gd name="connsiteY3" fmla="*/ 1068917 h 1190346"/>
                <a:gd name="connsiteX4" fmla="*/ 204042 w 777364"/>
                <a:gd name="connsiteY4" fmla="*/ 1100666 h 1190346"/>
                <a:gd name="connsiteX5" fmla="*/ 415708 w 777364"/>
                <a:gd name="connsiteY5" fmla="*/ 1111249 h 1190346"/>
                <a:gd name="connsiteX6" fmla="*/ 623142 w 777364"/>
                <a:gd name="connsiteY6" fmla="*/ 1187450 h 1190346"/>
                <a:gd name="connsiteX7" fmla="*/ 682408 w 777364"/>
                <a:gd name="connsiteY7" fmla="*/ 1162050 h 1190346"/>
                <a:gd name="connsiteX8" fmla="*/ 756492 w 777364"/>
                <a:gd name="connsiteY8" fmla="*/ 1100667 h 1190346"/>
                <a:gd name="connsiteX9" fmla="*/ 756491 w 777364"/>
                <a:gd name="connsiteY9" fmla="*/ 713316 h 1190346"/>
                <a:gd name="connsiteX10" fmla="*/ 743792 w 777364"/>
                <a:gd name="connsiteY10" fmla="*/ 539750 h 1190346"/>
                <a:gd name="connsiteX11" fmla="*/ 284474 w 777364"/>
                <a:gd name="connsiteY11" fmla="*/ 535517 h 1190346"/>
                <a:gd name="connsiteX12" fmla="*/ 375491 w 777364"/>
                <a:gd name="connsiteY12" fmla="*/ 135466 h 1190346"/>
                <a:gd name="connsiteX13" fmla="*/ 244258 w 777364"/>
                <a:gd name="connsiteY13" fmla="*/ 0 h 1190346"/>
                <a:gd name="connsiteX0" fmla="*/ 250608 w 777364"/>
                <a:gd name="connsiteY0" fmla="*/ 6350 h 1190346"/>
                <a:gd name="connsiteX1" fmla="*/ 106674 w 777364"/>
                <a:gd name="connsiteY1" fmla="*/ 184150 h 1190346"/>
                <a:gd name="connsiteX2" fmla="*/ 15658 w 777364"/>
                <a:gd name="connsiteY2" fmla="*/ 628650 h 1190346"/>
                <a:gd name="connsiteX3" fmla="*/ 15658 w 777364"/>
                <a:gd name="connsiteY3" fmla="*/ 1068917 h 1190346"/>
                <a:gd name="connsiteX4" fmla="*/ 204042 w 777364"/>
                <a:gd name="connsiteY4" fmla="*/ 1100666 h 1190346"/>
                <a:gd name="connsiteX5" fmla="*/ 415708 w 777364"/>
                <a:gd name="connsiteY5" fmla="*/ 1111249 h 1190346"/>
                <a:gd name="connsiteX6" fmla="*/ 623142 w 777364"/>
                <a:gd name="connsiteY6" fmla="*/ 1187450 h 1190346"/>
                <a:gd name="connsiteX7" fmla="*/ 682408 w 777364"/>
                <a:gd name="connsiteY7" fmla="*/ 1162050 h 1190346"/>
                <a:gd name="connsiteX8" fmla="*/ 756492 w 777364"/>
                <a:gd name="connsiteY8" fmla="*/ 1100667 h 1190346"/>
                <a:gd name="connsiteX9" fmla="*/ 756491 w 777364"/>
                <a:gd name="connsiteY9" fmla="*/ 713316 h 1190346"/>
                <a:gd name="connsiteX10" fmla="*/ 743792 w 777364"/>
                <a:gd name="connsiteY10" fmla="*/ 539750 h 1190346"/>
                <a:gd name="connsiteX11" fmla="*/ 284474 w 777364"/>
                <a:gd name="connsiteY11" fmla="*/ 535517 h 1190346"/>
                <a:gd name="connsiteX12" fmla="*/ 375491 w 777364"/>
                <a:gd name="connsiteY12" fmla="*/ 135466 h 1190346"/>
                <a:gd name="connsiteX13" fmla="*/ 244258 w 777364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513075 w 767395"/>
                <a:gd name="connsiteY10" fmla="*/ 685800 h 1190346"/>
                <a:gd name="connsiteX11" fmla="*/ 284474 w 767395"/>
                <a:gd name="connsiteY11" fmla="*/ 535517 h 1190346"/>
                <a:gd name="connsiteX12" fmla="*/ 375491 w 767395"/>
                <a:gd name="connsiteY12" fmla="*/ 135466 h 1190346"/>
                <a:gd name="connsiteX13" fmla="*/ 244258 w 767395"/>
                <a:gd name="connsiteY13" fmla="*/ 0 h 1190346"/>
                <a:gd name="connsiteX0" fmla="*/ 250608 w 760355"/>
                <a:gd name="connsiteY0" fmla="*/ 6350 h 1190346"/>
                <a:gd name="connsiteX1" fmla="*/ 106674 w 760355"/>
                <a:gd name="connsiteY1" fmla="*/ 184150 h 1190346"/>
                <a:gd name="connsiteX2" fmla="*/ 15658 w 760355"/>
                <a:gd name="connsiteY2" fmla="*/ 628650 h 1190346"/>
                <a:gd name="connsiteX3" fmla="*/ 15658 w 760355"/>
                <a:gd name="connsiteY3" fmla="*/ 1068917 h 1190346"/>
                <a:gd name="connsiteX4" fmla="*/ 204042 w 760355"/>
                <a:gd name="connsiteY4" fmla="*/ 1100666 h 1190346"/>
                <a:gd name="connsiteX5" fmla="*/ 415708 w 760355"/>
                <a:gd name="connsiteY5" fmla="*/ 1111249 h 1190346"/>
                <a:gd name="connsiteX6" fmla="*/ 623142 w 760355"/>
                <a:gd name="connsiteY6" fmla="*/ 1187450 h 1190346"/>
                <a:gd name="connsiteX7" fmla="*/ 682408 w 760355"/>
                <a:gd name="connsiteY7" fmla="*/ 1162050 h 1190346"/>
                <a:gd name="connsiteX8" fmla="*/ 756492 w 760355"/>
                <a:gd name="connsiteY8" fmla="*/ 1100667 h 1190346"/>
                <a:gd name="connsiteX9" fmla="*/ 565991 w 760355"/>
                <a:gd name="connsiteY9" fmla="*/ 738716 h 1190346"/>
                <a:gd name="connsiteX10" fmla="*/ 513075 w 760355"/>
                <a:gd name="connsiteY10" fmla="*/ 685800 h 1190346"/>
                <a:gd name="connsiteX11" fmla="*/ 284474 w 760355"/>
                <a:gd name="connsiteY11" fmla="*/ 535517 h 1190346"/>
                <a:gd name="connsiteX12" fmla="*/ 375491 w 760355"/>
                <a:gd name="connsiteY12" fmla="*/ 135466 h 1190346"/>
                <a:gd name="connsiteX13" fmla="*/ 244258 w 760355"/>
                <a:gd name="connsiteY13" fmla="*/ 0 h 1190346"/>
                <a:gd name="connsiteX0" fmla="*/ 250608 w 686908"/>
                <a:gd name="connsiteY0" fmla="*/ 6350 h 1190346"/>
                <a:gd name="connsiteX1" fmla="*/ 106674 w 686908"/>
                <a:gd name="connsiteY1" fmla="*/ 184150 h 1190346"/>
                <a:gd name="connsiteX2" fmla="*/ 15658 w 686908"/>
                <a:gd name="connsiteY2" fmla="*/ 628650 h 1190346"/>
                <a:gd name="connsiteX3" fmla="*/ 15658 w 686908"/>
                <a:gd name="connsiteY3" fmla="*/ 1068917 h 1190346"/>
                <a:gd name="connsiteX4" fmla="*/ 204042 w 686908"/>
                <a:gd name="connsiteY4" fmla="*/ 1100666 h 1190346"/>
                <a:gd name="connsiteX5" fmla="*/ 415708 w 686908"/>
                <a:gd name="connsiteY5" fmla="*/ 1111249 h 1190346"/>
                <a:gd name="connsiteX6" fmla="*/ 623142 w 686908"/>
                <a:gd name="connsiteY6" fmla="*/ 1187450 h 1190346"/>
                <a:gd name="connsiteX7" fmla="*/ 682408 w 686908"/>
                <a:gd name="connsiteY7" fmla="*/ 1162050 h 1190346"/>
                <a:gd name="connsiteX8" fmla="*/ 515192 w 686908"/>
                <a:gd name="connsiteY8" fmla="*/ 876301 h 1190346"/>
                <a:gd name="connsiteX9" fmla="*/ 565991 w 686908"/>
                <a:gd name="connsiteY9" fmla="*/ 738716 h 1190346"/>
                <a:gd name="connsiteX10" fmla="*/ 513075 w 686908"/>
                <a:gd name="connsiteY10" fmla="*/ 685800 h 1190346"/>
                <a:gd name="connsiteX11" fmla="*/ 284474 w 686908"/>
                <a:gd name="connsiteY11" fmla="*/ 535517 h 1190346"/>
                <a:gd name="connsiteX12" fmla="*/ 375491 w 686908"/>
                <a:gd name="connsiteY12" fmla="*/ 135466 h 1190346"/>
                <a:gd name="connsiteX13" fmla="*/ 244258 w 686908"/>
                <a:gd name="connsiteY13" fmla="*/ 0 h 1190346"/>
                <a:gd name="connsiteX0" fmla="*/ 250608 w 623938"/>
                <a:gd name="connsiteY0" fmla="*/ 6350 h 1198250"/>
                <a:gd name="connsiteX1" fmla="*/ 106674 w 623938"/>
                <a:gd name="connsiteY1" fmla="*/ 184150 h 1198250"/>
                <a:gd name="connsiteX2" fmla="*/ 15658 w 623938"/>
                <a:gd name="connsiteY2" fmla="*/ 628650 h 1198250"/>
                <a:gd name="connsiteX3" fmla="*/ 15658 w 623938"/>
                <a:gd name="connsiteY3" fmla="*/ 1068917 h 1198250"/>
                <a:gd name="connsiteX4" fmla="*/ 204042 w 623938"/>
                <a:gd name="connsiteY4" fmla="*/ 1100666 h 1198250"/>
                <a:gd name="connsiteX5" fmla="*/ 415708 w 623938"/>
                <a:gd name="connsiteY5" fmla="*/ 1111249 h 1198250"/>
                <a:gd name="connsiteX6" fmla="*/ 623142 w 623938"/>
                <a:gd name="connsiteY6" fmla="*/ 1187450 h 1198250"/>
                <a:gd name="connsiteX7" fmla="*/ 337391 w 623938"/>
                <a:gd name="connsiteY7" fmla="*/ 844550 h 1198250"/>
                <a:gd name="connsiteX8" fmla="*/ 515192 w 623938"/>
                <a:gd name="connsiteY8" fmla="*/ 876301 h 1198250"/>
                <a:gd name="connsiteX9" fmla="*/ 565991 w 623938"/>
                <a:gd name="connsiteY9" fmla="*/ 738716 h 1198250"/>
                <a:gd name="connsiteX10" fmla="*/ 513075 w 623938"/>
                <a:gd name="connsiteY10" fmla="*/ 685800 h 1198250"/>
                <a:gd name="connsiteX11" fmla="*/ 284474 w 623938"/>
                <a:gd name="connsiteY11" fmla="*/ 535517 h 1198250"/>
                <a:gd name="connsiteX12" fmla="*/ 375491 w 623938"/>
                <a:gd name="connsiteY12" fmla="*/ 135466 h 1198250"/>
                <a:gd name="connsiteX13" fmla="*/ 244258 w 623938"/>
                <a:gd name="connsiteY13" fmla="*/ 0 h 1198250"/>
                <a:gd name="connsiteX0" fmla="*/ 250608 w 623938"/>
                <a:gd name="connsiteY0" fmla="*/ 6350 h 1198250"/>
                <a:gd name="connsiteX1" fmla="*/ 106674 w 623938"/>
                <a:gd name="connsiteY1" fmla="*/ 184150 h 1198250"/>
                <a:gd name="connsiteX2" fmla="*/ 15658 w 623938"/>
                <a:gd name="connsiteY2" fmla="*/ 628650 h 1198250"/>
                <a:gd name="connsiteX3" fmla="*/ 15658 w 623938"/>
                <a:gd name="connsiteY3" fmla="*/ 1068917 h 1198250"/>
                <a:gd name="connsiteX4" fmla="*/ 204042 w 623938"/>
                <a:gd name="connsiteY4" fmla="*/ 1100666 h 1198250"/>
                <a:gd name="connsiteX5" fmla="*/ 415708 w 623938"/>
                <a:gd name="connsiteY5" fmla="*/ 1111249 h 1198250"/>
                <a:gd name="connsiteX6" fmla="*/ 623142 w 623938"/>
                <a:gd name="connsiteY6" fmla="*/ 1187450 h 1198250"/>
                <a:gd name="connsiteX7" fmla="*/ 337391 w 623938"/>
                <a:gd name="connsiteY7" fmla="*/ 844550 h 1198250"/>
                <a:gd name="connsiteX8" fmla="*/ 515192 w 623938"/>
                <a:gd name="connsiteY8" fmla="*/ 876301 h 1198250"/>
                <a:gd name="connsiteX9" fmla="*/ 565991 w 623938"/>
                <a:gd name="connsiteY9" fmla="*/ 738716 h 1198250"/>
                <a:gd name="connsiteX10" fmla="*/ 513075 w 623938"/>
                <a:gd name="connsiteY10" fmla="*/ 685800 h 1198250"/>
                <a:gd name="connsiteX11" fmla="*/ 284474 w 623938"/>
                <a:gd name="connsiteY11" fmla="*/ 535517 h 1198250"/>
                <a:gd name="connsiteX12" fmla="*/ 375491 w 623938"/>
                <a:gd name="connsiteY12" fmla="*/ 135466 h 1198250"/>
                <a:gd name="connsiteX13" fmla="*/ 244258 w 623938"/>
                <a:gd name="connsiteY13" fmla="*/ 0 h 1198250"/>
                <a:gd name="connsiteX0" fmla="*/ 250608 w 624191"/>
                <a:gd name="connsiteY0" fmla="*/ 6350 h 1197227"/>
                <a:gd name="connsiteX1" fmla="*/ 106674 w 624191"/>
                <a:gd name="connsiteY1" fmla="*/ 184150 h 1197227"/>
                <a:gd name="connsiteX2" fmla="*/ 15658 w 624191"/>
                <a:gd name="connsiteY2" fmla="*/ 628650 h 1197227"/>
                <a:gd name="connsiteX3" fmla="*/ 15658 w 624191"/>
                <a:gd name="connsiteY3" fmla="*/ 1068917 h 1197227"/>
                <a:gd name="connsiteX4" fmla="*/ 204042 w 624191"/>
                <a:gd name="connsiteY4" fmla="*/ 1100666 h 1197227"/>
                <a:gd name="connsiteX5" fmla="*/ 623142 w 624191"/>
                <a:gd name="connsiteY5" fmla="*/ 1187450 h 1197227"/>
                <a:gd name="connsiteX6" fmla="*/ 337391 w 624191"/>
                <a:gd name="connsiteY6" fmla="*/ 844550 h 1197227"/>
                <a:gd name="connsiteX7" fmla="*/ 515192 w 624191"/>
                <a:gd name="connsiteY7" fmla="*/ 876301 h 1197227"/>
                <a:gd name="connsiteX8" fmla="*/ 565991 w 624191"/>
                <a:gd name="connsiteY8" fmla="*/ 738716 h 1197227"/>
                <a:gd name="connsiteX9" fmla="*/ 513075 w 624191"/>
                <a:gd name="connsiteY9" fmla="*/ 685800 h 1197227"/>
                <a:gd name="connsiteX10" fmla="*/ 284474 w 624191"/>
                <a:gd name="connsiteY10" fmla="*/ 535517 h 1197227"/>
                <a:gd name="connsiteX11" fmla="*/ 375491 w 624191"/>
                <a:gd name="connsiteY11" fmla="*/ 135466 h 1197227"/>
                <a:gd name="connsiteX12" fmla="*/ 244258 w 624191"/>
                <a:gd name="connsiteY12" fmla="*/ 0 h 1197227"/>
                <a:gd name="connsiteX0" fmla="*/ 250608 w 626301"/>
                <a:gd name="connsiteY0" fmla="*/ 6350 h 1191261"/>
                <a:gd name="connsiteX1" fmla="*/ 106674 w 626301"/>
                <a:gd name="connsiteY1" fmla="*/ 184150 h 1191261"/>
                <a:gd name="connsiteX2" fmla="*/ 15658 w 626301"/>
                <a:gd name="connsiteY2" fmla="*/ 628650 h 1191261"/>
                <a:gd name="connsiteX3" fmla="*/ 15658 w 626301"/>
                <a:gd name="connsiteY3" fmla="*/ 1068917 h 1191261"/>
                <a:gd name="connsiteX4" fmla="*/ 204042 w 626301"/>
                <a:gd name="connsiteY4" fmla="*/ 1100666 h 1191261"/>
                <a:gd name="connsiteX5" fmla="*/ 625258 w 626301"/>
                <a:gd name="connsiteY5" fmla="*/ 1181100 h 1191261"/>
                <a:gd name="connsiteX6" fmla="*/ 337391 w 626301"/>
                <a:gd name="connsiteY6" fmla="*/ 844550 h 1191261"/>
                <a:gd name="connsiteX7" fmla="*/ 515192 w 626301"/>
                <a:gd name="connsiteY7" fmla="*/ 876301 h 1191261"/>
                <a:gd name="connsiteX8" fmla="*/ 565991 w 626301"/>
                <a:gd name="connsiteY8" fmla="*/ 738716 h 1191261"/>
                <a:gd name="connsiteX9" fmla="*/ 513075 w 626301"/>
                <a:gd name="connsiteY9" fmla="*/ 685800 h 1191261"/>
                <a:gd name="connsiteX10" fmla="*/ 284474 w 626301"/>
                <a:gd name="connsiteY10" fmla="*/ 535517 h 1191261"/>
                <a:gd name="connsiteX11" fmla="*/ 375491 w 626301"/>
                <a:gd name="connsiteY11" fmla="*/ 135466 h 1191261"/>
                <a:gd name="connsiteX12" fmla="*/ 244258 w 626301"/>
                <a:gd name="connsiteY12" fmla="*/ 0 h 1191261"/>
                <a:gd name="connsiteX0" fmla="*/ 250608 w 626301"/>
                <a:gd name="connsiteY0" fmla="*/ 6350 h 1185327"/>
                <a:gd name="connsiteX1" fmla="*/ 106674 w 626301"/>
                <a:gd name="connsiteY1" fmla="*/ 184150 h 1185327"/>
                <a:gd name="connsiteX2" fmla="*/ 15658 w 626301"/>
                <a:gd name="connsiteY2" fmla="*/ 628650 h 1185327"/>
                <a:gd name="connsiteX3" fmla="*/ 15658 w 626301"/>
                <a:gd name="connsiteY3" fmla="*/ 1068917 h 1185327"/>
                <a:gd name="connsiteX4" fmla="*/ 204042 w 626301"/>
                <a:gd name="connsiteY4" fmla="*/ 1100666 h 1185327"/>
                <a:gd name="connsiteX5" fmla="*/ 625258 w 626301"/>
                <a:gd name="connsiteY5" fmla="*/ 1174750 h 1185327"/>
                <a:gd name="connsiteX6" fmla="*/ 337391 w 626301"/>
                <a:gd name="connsiteY6" fmla="*/ 844550 h 1185327"/>
                <a:gd name="connsiteX7" fmla="*/ 515192 w 626301"/>
                <a:gd name="connsiteY7" fmla="*/ 876301 h 1185327"/>
                <a:gd name="connsiteX8" fmla="*/ 565991 w 626301"/>
                <a:gd name="connsiteY8" fmla="*/ 738716 h 1185327"/>
                <a:gd name="connsiteX9" fmla="*/ 513075 w 626301"/>
                <a:gd name="connsiteY9" fmla="*/ 685800 h 1185327"/>
                <a:gd name="connsiteX10" fmla="*/ 284474 w 626301"/>
                <a:gd name="connsiteY10" fmla="*/ 535517 h 1185327"/>
                <a:gd name="connsiteX11" fmla="*/ 375491 w 626301"/>
                <a:gd name="connsiteY11" fmla="*/ 135466 h 1185327"/>
                <a:gd name="connsiteX12" fmla="*/ 244258 w 626301"/>
                <a:gd name="connsiteY12" fmla="*/ 0 h 1185327"/>
                <a:gd name="connsiteX0" fmla="*/ 250608 w 565991"/>
                <a:gd name="connsiteY0" fmla="*/ 6350 h 1128720"/>
                <a:gd name="connsiteX1" fmla="*/ 106674 w 565991"/>
                <a:gd name="connsiteY1" fmla="*/ 184150 h 1128720"/>
                <a:gd name="connsiteX2" fmla="*/ 15658 w 565991"/>
                <a:gd name="connsiteY2" fmla="*/ 628650 h 1128720"/>
                <a:gd name="connsiteX3" fmla="*/ 15658 w 565991"/>
                <a:gd name="connsiteY3" fmla="*/ 1068917 h 1128720"/>
                <a:gd name="connsiteX4" fmla="*/ 204042 w 565991"/>
                <a:gd name="connsiteY4" fmla="*/ 1100666 h 1128720"/>
                <a:gd name="connsiteX5" fmla="*/ 337391 w 565991"/>
                <a:gd name="connsiteY5" fmla="*/ 844550 h 1128720"/>
                <a:gd name="connsiteX6" fmla="*/ 515192 w 565991"/>
                <a:gd name="connsiteY6" fmla="*/ 876301 h 1128720"/>
                <a:gd name="connsiteX7" fmla="*/ 565991 w 565991"/>
                <a:gd name="connsiteY7" fmla="*/ 738716 h 1128720"/>
                <a:gd name="connsiteX8" fmla="*/ 513075 w 565991"/>
                <a:gd name="connsiteY8" fmla="*/ 685800 h 1128720"/>
                <a:gd name="connsiteX9" fmla="*/ 284474 w 565991"/>
                <a:gd name="connsiteY9" fmla="*/ 535517 h 1128720"/>
                <a:gd name="connsiteX10" fmla="*/ 375491 w 565991"/>
                <a:gd name="connsiteY10" fmla="*/ 135466 h 1128720"/>
                <a:gd name="connsiteX11" fmla="*/ 244258 w 565991"/>
                <a:gd name="connsiteY11" fmla="*/ 0 h 1128720"/>
                <a:gd name="connsiteX0" fmla="*/ 246130 w 561513"/>
                <a:gd name="connsiteY0" fmla="*/ 6350 h 1070976"/>
                <a:gd name="connsiteX1" fmla="*/ 102196 w 561513"/>
                <a:gd name="connsiteY1" fmla="*/ 184150 h 1070976"/>
                <a:gd name="connsiteX2" fmla="*/ 11180 w 561513"/>
                <a:gd name="connsiteY2" fmla="*/ 628650 h 1070976"/>
                <a:gd name="connsiteX3" fmla="*/ 11180 w 561513"/>
                <a:gd name="connsiteY3" fmla="*/ 1068917 h 1070976"/>
                <a:gd name="connsiteX4" fmla="*/ 138180 w 561513"/>
                <a:gd name="connsiteY4" fmla="*/ 795866 h 1070976"/>
                <a:gd name="connsiteX5" fmla="*/ 332913 w 561513"/>
                <a:gd name="connsiteY5" fmla="*/ 844550 h 1070976"/>
                <a:gd name="connsiteX6" fmla="*/ 510714 w 561513"/>
                <a:gd name="connsiteY6" fmla="*/ 876301 h 1070976"/>
                <a:gd name="connsiteX7" fmla="*/ 561513 w 561513"/>
                <a:gd name="connsiteY7" fmla="*/ 738716 h 1070976"/>
                <a:gd name="connsiteX8" fmla="*/ 508597 w 561513"/>
                <a:gd name="connsiteY8" fmla="*/ 685800 h 1070976"/>
                <a:gd name="connsiteX9" fmla="*/ 279996 w 561513"/>
                <a:gd name="connsiteY9" fmla="*/ 535517 h 1070976"/>
                <a:gd name="connsiteX10" fmla="*/ 371013 w 561513"/>
                <a:gd name="connsiteY10" fmla="*/ 135466 h 1070976"/>
                <a:gd name="connsiteX11" fmla="*/ 239780 w 561513"/>
                <a:gd name="connsiteY11" fmla="*/ 0 h 1070976"/>
                <a:gd name="connsiteX0" fmla="*/ 253926 w 569309"/>
                <a:gd name="connsiteY0" fmla="*/ 6350 h 878697"/>
                <a:gd name="connsiteX1" fmla="*/ 109992 w 569309"/>
                <a:gd name="connsiteY1" fmla="*/ 184150 h 878697"/>
                <a:gd name="connsiteX2" fmla="*/ 18976 w 569309"/>
                <a:gd name="connsiteY2" fmla="*/ 628650 h 878697"/>
                <a:gd name="connsiteX3" fmla="*/ 8393 w 569309"/>
                <a:gd name="connsiteY3" fmla="*/ 738717 h 878697"/>
                <a:gd name="connsiteX4" fmla="*/ 145976 w 569309"/>
                <a:gd name="connsiteY4" fmla="*/ 795866 h 878697"/>
                <a:gd name="connsiteX5" fmla="*/ 340709 w 569309"/>
                <a:gd name="connsiteY5" fmla="*/ 844550 h 878697"/>
                <a:gd name="connsiteX6" fmla="*/ 518510 w 569309"/>
                <a:gd name="connsiteY6" fmla="*/ 876301 h 878697"/>
                <a:gd name="connsiteX7" fmla="*/ 569309 w 569309"/>
                <a:gd name="connsiteY7" fmla="*/ 738716 h 878697"/>
                <a:gd name="connsiteX8" fmla="*/ 516393 w 569309"/>
                <a:gd name="connsiteY8" fmla="*/ 685800 h 878697"/>
                <a:gd name="connsiteX9" fmla="*/ 287792 w 569309"/>
                <a:gd name="connsiteY9" fmla="*/ 535517 h 878697"/>
                <a:gd name="connsiteX10" fmla="*/ 378809 w 569309"/>
                <a:gd name="connsiteY10" fmla="*/ 135466 h 878697"/>
                <a:gd name="connsiteX11" fmla="*/ 247576 w 569309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7469 w 602852"/>
                <a:gd name="connsiteY0" fmla="*/ 6350 h 878697"/>
                <a:gd name="connsiteX1" fmla="*/ 143535 w 602852"/>
                <a:gd name="connsiteY1" fmla="*/ 184150 h 878697"/>
                <a:gd name="connsiteX2" fmla="*/ 8069 w 602852"/>
                <a:gd name="connsiteY2" fmla="*/ 450850 h 878697"/>
                <a:gd name="connsiteX3" fmla="*/ 18653 w 602852"/>
                <a:gd name="connsiteY3" fmla="*/ 664634 h 878697"/>
                <a:gd name="connsiteX4" fmla="*/ 179519 w 602852"/>
                <a:gd name="connsiteY4" fmla="*/ 795866 h 878697"/>
                <a:gd name="connsiteX5" fmla="*/ 374252 w 602852"/>
                <a:gd name="connsiteY5" fmla="*/ 844550 h 878697"/>
                <a:gd name="connsiteX6" fmla="*/ 552053 w 602852"/>
                <a:gd name="connsiteY6" fmla="*/ 876301 h 878697"/>
                <a:gd name="connsiteX7" fmla="*/ 602852 w 602852"/>
                <a:gd name="connsiteY7" fmla="*/ 738716 h 878697"/>
                <a:gd name="connsiteX8" fmla="*/ 549936 w 602852"/>
                <a:gd name="connsiteY8" fmla="*/ 685800 h 878697"/>
                <a:gd name="connsiteX9" fmla="*/ 321335 w 602852"/>
                <a:gd name="connsiteY9" fmla="*/ 535517 h 878697"/>
                <a:gd name="connsiteX10" fmla="*/ 412352 w 602852"/>
                <a:gd name="connsiteY10" fmla="*/ 135466 h 878697"/>
                <a:gd name="connsiteX11" fmla="*/ 281119 w 602852"/>
                <a:gd name="connsiteY11" fmla="*/ 0 h 878697"/>
                <a:gd name="connsiteX0" fmla="*/ 287469 w 602852"/>
                <a:gd name="connsiteY0" fmla="*/ 6350 h 878697"/>
                <a:gd name="connsiteX1" fmla="*/ 143535 w 602852"/>
                <a:gd name="connsiteY1" fmla="*/ 184150 h 878697"/>
                <a:gd name="connsiteX2" fmla="*/ 8069 w 602852"/>
                <a:gd name="connsiteY2" fmla="*/ 450850 h 878697"/>
                <a:gd name="connsiteX3" fmla="*/ 18653 w 602852"/>
                <a:gd name="connsiteY3" fmla="*/ 664634 h 878697"/>
                <a:gd name="connsiteX4" fmla="*/ 179519 w 602852"/>
                <a:gd name="connsiteY4" fmla="*/ 795866 h 878697"/>
                <a:gd name="connsiteX5" fmla="*/ 374252 w 602852"/>
                <a:gd name="connsiteY5" fmla="*/ 844550 h 878697"/>
                <a:gd name="connsiteX6" fmla="*/ 552053 w 602852"/>
                <a:gd name="connsiteY6" fmla="*/ 876301 h 878697"/>
                <a:gd name="connsiteX7" fmla="*/ 602852 w 602852"/>
                <a:gd name="connsiteY7" fmla="*/ 738716 h 878697"/>
                <a:gd name="connsiteX8" fmla="*/ 549936 w 602852"/>
                <a:gd name="connsiteY8" fmla="*/ 685800 h 878697"/>
                <a:gd name="connsiteX9" fmla="*/ 321335 w 602852"/>
                <a:gd name="connsiteY9" fmla="*/ 535517 h 878697"/>
                <a:gd name="connsiteX10" fmla="*/ 412352 w 602852"/>
                <a:gd name="connsiteY10" fmla="*/ 135466 h 878697"/>
                <a:gd name="connsiteX11" fmla="*/ 281119 w 602852"/>
                <a:gd name="connsiteY11" fmla="*/ 0 h 878697"/>
                <a:gd name="connsiteX0" fmla="*/ 287469 w 602852"/>
                <a:gd name="connsiteY0" fmla="*/ 6350 h 880279"/>
                <a:gd name="connsiteX1" fmla="*/ 143535 w 602852"/>
                <a:gd name="connsiteY1" fmla="*/ 184150 h 880279"/>
                <a:gd name="connsiteX2" fmla="*/ 8069 w 602852"/>
                <a:gd name="connsiteY2" fmla="*/ 450850 h 880279"/>
                <a:gd name="connsiteX3" fmla="*/ 18653 w 602852"/>
                <a:gd name="connsiteY3" fmla="*/ 664634 h 880279"/>
                <a:gd name="connsiteX4" fmla="*/ 179519 w 602852"/>
                <a:gd name="connsiteY4" fmla="*/ 795866 h 880279"/>
                <a:gd name="connsiteX5" fmla="*/ 374252 w 602852"/>
                <a:gd name="connsiteY5" fmla="*/ 844550 h 880279"/>
                <a:gd name="connsiteX6" fmla="*/ 552053 w 602852"/>
                <a:gd name="connsiteY6" fmla="*/ 876301 h 880279"/>
                <a:gd name="connsiteX7" fmla="*/ 602852 w 602852"/>
                <a:gd name="connsiteY7" fmla="*/ 738716 h 880279"/>
                <a:gd name="connsiteX8" fmla="*/ 549936 w 602852"/>
                <a:gd name="connsiteY8" fmla="*/ 685800 h 880279"/>
                <a:gd name="connsiteX9" fmla="*/ 321335 w 602852"/>
                <a:gd name="connsiteY9" fmla="*/ 535517 h 880279"/>
                <a:gd name="connsiteX10" fmla="*/ 412352 w 602852"/>
                <a:gd name="connsiteY10" fmla="*/ 135466 h 880279"/>
                <a:gd name="connsiteX11" fmla="*/ 281119 w 602852"/>
                <a:gd name="connsiteY11" fmla="*/ 0 h 880279"/>
                <a:gd name="connsiteX0" fmla="*/ 287469 w 602852"/>
                <a:gd name="connsiteY0" fmla="*/ 6350 h 880279"/>
                <a:gd name="connsiteX1" fmla="*/ 46168 w 602852"/>
                <a:gd name="connsiteY1" fmla="*/ 332317 h 880279"/>
                <a:gd name="connsiteX2" fmla="*/ 8069 w 602852"/>
                <a:gd name="connsiteY2" fmla="*/ 450850 h 880279"/>
                <a:gd name="connsiteX3" fmla="*/ 18653 w 602852"/>
                <a:gd name="connsiteY3" fmla="*/ 664634 h 880279"/>
                <a:gd name="connsiteX4" fmla="*/ 179519 w 602852"/>
                <a:gd name="connsiteY4" fmla="*/ 795866 h 880279"/>
                <a:gd name="connsiteX5" fmla="*/ 374252 w 602852"/>
                <a:gd name="connsiteY5" fmla="*/ 844550 h 880279"/>
                <a:gd name="connsiteX6" fmla="*/ 552053 w 602852"/>
                <a:gd name="connsiteY6" fmla="*/ 876301 h 880279"/>
                <a:gd name="connsiteX7" fmla="*/ 602852 w 602852"/>
                <a:gd name="connsiteY7" fmla="*/ 738716 h 880279"/>
                <a:gd name="connsiteX8" fmla="*/ 549936 w 602852"/>
                <a:gd name="connsiteY8" fmla="*/ 685800 h 880279"/>
                <a:gd name="connsiteX9" fmla="*/ 321335 w 602852"/>
                <a:gd name="connsiteY9" fmla="*/ 535517 h 880279"/>
                <a:gd name="connsiteX10" fmla="*/ 412352 w 602852"/>
                <a:gd name="connsiteY10" fmla="*/ 135466 h 880279"/>
                <a:gd name="connsiteX11" fmla="*/ 281119 w 602852"/>
                <a:gd name="connsiteY11" fmla="*/ 0 h 880279"/>
                <a:gd name="connsiteX0" fmla="*/ 287469 w 602852"/>
                <a:gd name="connsiteY0" fmla="*/ 31750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12352 w 602852"/>
                <a:gd name="connsiteY10" fmla="*/ 160866 h 905679"/>
                <a:gd name="connsiteX11" fmla="*/ 293819 w 602852"/>
                <a:gd name="connsiteY11" fmla="*/ 0 h 905679"/>
                <a:gd name="connsiteX0" fmla="*/ 109669 w 602852"/>
                <a:gd name="connsiteY0" fmla="*/ 175683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12352 w 602852"/>
                <a:gd name="connsiteY10" fmla="*/ 160866 h 905679"/>
                <a:gd name="connsiteX11" fmla="*/ 293819 w 602852"/>
                <a:gd name="connsiteY11" fmla="*/ 0 h 905679"/>
                <a:gd name="connsiteX0" fmla="*/ 109669 w 602852"/>
                <a:gd name="connsiteY0" fmla="*/ 175683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12352 w 602852"/>
                <a:gd name="connsiteY10" fmla="*/ 160866 h 905679"/>
                <a:gd name="connsiteX11" fmla="*/ 293819 w 602852"/>
                <a:gd name="connsiteY11" fmla="*/ 0 h 905679"/>
                <a:gd name="connsiteX0" fmla="*/ 109669 w 602852"/>
                <a:gd name="connsiteY0" fmla="*/ 175683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35636 w 602852"/>
                <a:gd name="connsiteY10" fmla="*/ 328082 h 905679"/>
                <a:gd name="connsiteX11" fmla="*/ 293819 w 602852"/>
                <a:gd name="connsiteY11" fmla="*/ 0 h 905679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21335 w 602852"/>
                <a:gd name="connsiteY9" fmla="*/ 474133 h 818895"/>
                <a:gd name="connsiteX10" fmla="*/ 435636 w 602852"/>
                <a:gd name="connsiteY10" fmla="*/ 241298 h 818895"/>
                <a:gd name="connsiteX11" fmla="*/ 334035 w 602852"/>
                <a:gd name="connsiteY11" fmla="*/ 0 h 818895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21335 w 602852"/>
                <a:gd name="connsiteY9" fmla="*/ 474133 h 818895"/>
                <a:gd name="connsiteX10" fmla="*/ 435636 w 602852"/>
                <a:gd name="connsiteY10" fmla="*/ 241298 h 818895"/>
                <a:gd name="connsiteX11" fmla="*/ 334035 w 602852"/>
                <a:gd name="connsiteY11" fmla="*/ 0 h 818895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17101 w 602852"/>
                <a:gd name="connsiteY9" fmla="*/ 482600 h 818895"/>
                <a:gd name="connsiteX10" fmla="*/ 435636 w 602852"/>
                <a:gd name="connsiteY10" fmla="*/ 241298 h 818895"/>
                <a:gd name="connsiteX11" fmla="*/ 334035 w 602852"/>
                <a:gd name="connsiteY11" fmla="*/ 0 h 818895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92578 w 602852"/>
                <a:gd name="connsiteY9" fmla="*/ 546900 h 818895"/>
                <a:gd name="connsiteX10" fmla="*/ 317101 w 602852"/>
                <a:gd name="connsiteY10" fmla="*/ 482600 h 818895"/>
                <a:gd name="connsiteX11" fmla="*/ 435636 w 602852"/>
                <a:gd name="connsiteY11" fmla="*/ 241298 h 818895"/>
                <a:gd name="connsiteX12" fmla="*/ 334035 w 602852"/>
                <a:gd name="connsiteY12" fmla="*/ 0 h 818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392578 w 602852"/>
                <a:gd name="connsiteY9" fmla="*/ 673900 h 945895"/>
                <a:gd name="connsiteX10" fmla="*/ 317101 w 602852"/>
                <a:gd name="connsiteY10" fmla="*/ 609600 h 945895"/>
                <a:gd name="connsiteX11" fmla="*/ 435636 w 602852"/>
                <a:gd name="connsiteY11" fmla="*/ 36829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392578 w 602852"/>
                <a:gd name="connsiteY9" fmla="*/ 673900 h 945895"/>
                <a:gd name="connsiteX10" fmla="*/ 317101 w 602852"/>
                <a:gd name="connsiteY10" fmla="*/ 609600 h 945895"/>
                <a:gd name="connsiteX11" fmla="*/ 165761 w 602852"/>
                <a:gd name="connsiteY11" fmla="*/ 19684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392578 w 602852"/>
                <a:gd name="connsiteY9" fmla="*/ 673900 h 945895"/>
                <a:gd name="connsiteX10" fmla="*/ 263126 w 602852"/>
                <a:gd name="connsiteY10" fmla="*/ 447675 h 945895"/>
                <a:gd name="connsiteX11" fmla="*/ 165761 w 602852"/>
                <a:gd name="connsiteY11" fmla="*/ 19684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183028 w 602852"/>
                <a:gd name="connsiteY9" fmla="*/ 492925 h 945895"/>
                <a:gd name="connsiteX10" fmla="*/ 263126 w 602852"/>
                <a:gd name="connsiteY10" fmla="*/ 447675 h 945895"/>
                <a:gd name="connsiteX11" fmla="*/ 165761 w 602852"/>
                <a:gd name="connsiteY11" fmla="*/ 19684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183028 w 602852"/>
                <a:gd name="connsiteY8" fmla="*/ 492925 h 945895"/>
                <a:gd name="connsiteX9" fmla="*/ 263126 w 602852"/>
                <a:gd name="connsiteY9" fmla="*/ 447675 h 945895"/>
                <a:gd name="connsiteX10" fmla="*/ 165761 w 602852"/>
                <a:gd name="connsiteY10" fmla="*/ 196848 h 945895"/>
                <a:gd name="connsiteX11" fmla="*/ 108610 w 602852"/>
                <a:gd name="connsiteY11" fmla="*/ 0 h 945895"/>
                <a:gd name="connsiteX0" fmla="*/ 109669 w 606027"/>
                <a:gd name="connsiteY0" fmla="*/ 215899 h 946437"/>
                <a:gd name="connsiteX1" fmla="*/ 46168 w 606027"/>
                <a:gd name="connsiteY1" fmla="*/ 397933 h 946437"/>
                <a:gd name="connsiteX2" fmla="*/ 8069 w 606027"/>
                <a:gd name="connsiteY2" fmla="*/ 516466 h 946437"/>
                <a:gd name="connsiteX3" fmla="*/ 18653 w 606027"/>
                <a:gd name="connsiteY3" fmla="*/ 730250 h 946437"/>
                <a:gd name="connsiteX4" fmla="*/ 179519 w 606027"/>
                <a:gd name="connsiteY4" fmla="*/ 861482 h 946437"/>
                <a:gd name="connsiteX5" fmla="*/ 374252 w 606027"/>
                <a:gd name="connsiteY5" fmla="*/ 910166 h 946437"/>
                <a:gd name="connsiteX6" fmla="*/ 552053 w 606027"/>
                <a:gd name="connsiteY6" fmla="*/ 941917 h 946437"/>
                <a:gd name="connsiteX7" fmla="*/ 606027 w 606027"/>
                <a:gd name="connsiteY7" fmla="*/ 794807 h 946437"/>
                <a:gd name="connsiteX8" fmla="*/ 183028 w 606027"/>
                <a:gd name="connsiteY8" fmla="*/ 492925 h 946437"/>
                <a:gd name="connsiteX9" fmla="*/ 263126 w 606027"/>
                <a:gd name="connsiteY9" fmla="*/ 447675 h 946437"/>
                <a:gd name="connsiteX10" fmla="*/ 165761 w 606027"/>
                <a:gd name="connsiteY10" fmla="*/ 196848 h 946437"/>
                <a:gd name="connsiteX11" fmla="*/ 108610 w 606027"/>
                <a:gd name="connsiteY11" fmla="*/ 0 h 946437"/>
                <a:gd name="connsiteX0" fmla="*/ 109669 w 556912"/>
                <a:gd name="connsiteY0" fmla="*/ 215899 h 966720"/>
                <a:gd name="connsiteX1" fmla="*/ 46168 w 556912"/>
                <a:gd name="connsiteY1" fmla="*/ 397933 h 966720"/>
                <a:gd name="connsiteX2" fmla="*/ 8069 w 556912"/>
                <a:gd name="connsiteY2" fmla="*/ 516466 h 966720"/>
                <a:gd name="connsiteX3" fmla="*/ 18653 w 556912"/>
                <a:gd name="connsiteY3" fmla="*/ 730250 h 966720"/>
                <a:gd name="connsiteX4" fmla="*/ 179519 w 556912"/>
                <a:gd name="connsiteY4" fmla="*/ 861482 h 966720"/>
                <a:gd name="connsiteX5" fmla="*/ 374252 w 556912"/>
                <a:gd name="connsiteY5" fmla="*/ 910166 h 966720"/>
                <a:gd name="connsiteX6" fmla="*/ 552053 w 556912"/>
                <a:gd name="connsiteY6" fmla="*/ 941917 h 966720"/>
                <a:gd name="connsiteX7" fmla="*/ 183028 w 556912"/>
                <a:gd name="connsiteY7" fmla="*/ 492925 h 966720"/>
                <a:gd name="connsiteX8" fmla="*/ 263126 w 556912"/>
                <a:gd name="connsiteY8" fmla="*/ 447675 h 966720"/>
                <a:gd name="connsiteX9" fmla="*/ 165761 w 556912"/>
                <a:gd name="connsiteY9" fmla="*/ 196848 h 966720"/>
                <a:gd name="connsiteX10" fmla="*/ 108610 w 556912"/>
                <a:gd name="connsiteY10" fmla="*/ 0 h 966720"/>
                <a:gd name="connsiteX0" fmla="*/ 109669 w 374253"/>
                <a:gd name="connsiteY0" fmla="*/ 215899 h 910166"/>
                <a:gd name="connsiteX1" fmla="*/ 46168 w 374253"/>
                <a:gd name="connsiteY1" fmla="*/ 397933 h 910166"/>
                <a:gd name="connsiteX2" fmla="*/ 8069 w 374253"/>
                <a:gd name="connsiteY2" fmla="*/ 516466 h 910166"/>
                <a:gd name="connsiteX3" fmla="*/ 18653 w 374253"/>
                <a:gd name="connsiteY3" fmla="*/ 730250 h 910166"/>
                <a:gd name="connsiteX4" fmla="*/ 179519 w 374253"/>
                <a:gd name="connsiteY4" fmla="*/ 861482 h 910166"/>
                <a:gd name="connsiteX5" fmla="*/ 374252 w 374253"/>
                <a:gd name="connsiteY5" fmla="*/ 910166 h 910166"/>
                <a:gd name="connsiteX6" fmla="*/ 183028 w 374253"/>
                <a:gd name="connsiteY6" fmla="*/ 492925 h 910166"/>
                <a:gd name="connsiteX7" fmla="*/ 263126 w 374253"/>
                <a:gd name="connsiteY7" fmla="*/ 447675 h 910166"/>
                <a:gd name="connsiteX8" fmla="*/ 165761 w 374253"/>
                <a:gd name="connsiteY8" fmla="*/ 196848 h 910166"/>
                <a:gd name="connsiteX9" fmla="*/ 108610 w 374253"/>
                <a:gd name="connsiteY9" fmla="*/ 0 h 910166"/>
                <a:gd name="connsiteX0" fmla="*/ 109669 w 263213"/>
                <a:gd name="connsiteY0" fmla="*/ 215899 h 869684"/>
                <a:gd name="connsiteX1" fmla="*/ 46168 w 263213"/>
                <a:gd name="connsiteY1" fmla="*/ 397933 h 869684"/>
                <a:gd name="connsiteX2" fmla="*/ 8069 w 263213"/>
                <a:gd name="connsiteY2" fmla="*/ 516466 h 869684"/>
                <a:gd name="connsiteX3" fmla="*/ 18653 w 263213"/>
                <a:gd name="connsiteY3" fmla="*/ 730250 h 869684"/>
                <a:gd name="connsiteX4" fmla="*/ 179519 w 263213"/>
                <a:gd name="connsiteY4" fmla="*/ 861482 h 869684"/>
                <a:gd name="connsiteX5" fmla="*/ 183028 w 263213"/>
                <a:gd name="connsiteY5" fmla="*/ 492925 h 869684"/>
                <a:gd name="connsiteX6" fmla="*/ 263126 w 263213"/>
                <a:gd name="connsiteY6" fmla="*/ 447675 h 869684"/>
                <a:gd name="connsiteX7" fmla="*/ 165761 w 263213"/>
                <a:gd name="connsiteY7" fmla="*/ 196848 h 869684"/>
                <a:gd name="connsiteX8" fmla="*/ 108610 w 263213"/>
                <a:gd name="connsiteY8" fmla="*/ 0 h 869684"/>
                <a:gd name="connsiteX0" fmla="*/ 109891 w 263487"/>
                <a:gd name="connsiteY0" fmla="*/ 215899 h 730319"/>
                <a:gd name="connsiteX1" fmla="*/ 46390 w 263487"/>
                <a:gd name="connsiteY1" fmla="*/ 397933 h 730319"/>
                <a:gd name="connsiteX2" fmla="*/ 8291 w 263487"/>
                <a:gd name="connsiteY2" fmla="*/ 516466 h 730319"/>
                <a:gd name="connsiteX3" fmla="*/ 18875 w 263487"/>
                <a:gd name="connsiteY3" fmla="*/ 730250 h 730319"/>
                <a:gd name="connsiteX4" fmla="*/ 183250 w 263487"/>
                <a:gd name="connsiteY4" fmla="*/ 492925 h 730319"/>
                <a:gd name="connsiteX5" fmla="*/ 263348 w 263487"/>
                <a:gd name="connsiteY5" fmla="*/ 447675 h 730319"/>
                <a:gd name="connsiteX6" fmla="*/ 165983 w 263487"/>
                <a:gd name="connsiteY6" fmla="*/ 196848 h 730319"/>
                <a:gd name="connsiteX7" fmla="*/ 108832 w 263487"/>
                <a:gd name="connsiteY7" fmla="*/ 0 h 730319"/>
                <a:gd name="connsiteX0" fmla="*/ 101600 w 255201"/>
                <a:gd name="connsiteY0" fmla="*/ 215899 h 521211"/>
                <a:gd name="connsiteX1" fmla="*/ 38099 w 255201"/>
                <a:gd name="connsiteY1" fmla="*/ 397933 h 521211"/>
                <a:gd name="connsiteX2" fmla="*/ 0 w 255201"/>
                <a:gd name="connsiteY2" fmla="*/ 516466 h 521211"/>
                <a:gd name="connsiteX3" fmla="*/ 174959 w 255201"/>
                <a:gd name="connsiteY3" fmla="*/ 492925 h 521211"/>
                <a:gd name="connsiteX4" fmla="*/ 255057 w 255201"/>
                <a:gd name="connsiteY4" fmla="*/ 447675 h 521211"/>
                <a:gd name="connsiteX5" fmla="*/ 157692 w 255201"/>
                <a:gd name="connsiteY5" fmla="*/ 196848 h 521211"/>
                <a:gd name="connsiteX6" fmla="*/ 100541 w 255201"/>
                <a:gd name="connsiteY6" fmla="*/ 0 h 521211"/>
                <a:gd name="connsiteX0" fmla="*/ 64387 w 217988"/>
                <a:gd name="connsiteY0" fmla="*/ 215899 h 532781"/>
                <a:gd name="connsiteX1" fmla="*/ 886 w 217988"/>
                <a:gd name="connsiteY1" fmla="*/ 397933 h 532781"/>
                <a:gd name="connsiteX2" fmla="*/ 19937 w 217988"/>
                <a:gd name="connsiteY2" fmla="*/ 529166 h 532781"/>
                <a:gd name="connsiteX3" fmla="*/ 137746 w 217988"/>
                <a:gd name="connsiteY3" fmla="*/ 492925 h 532781"/>
                <a:gd name="connsiteX4" fmla="*/ 217844 w 217988"/>
                <a:gd name="connsiteY4" fmla="*/ 447675 h 532781"/>
                <a:gd name="connsiteX5" fmla="*/ 120479 w 217988"/>
                <a:gd name="connsiteY5" fmla="*/ 196848 h 532781"/>
                <a:gd name="connsiteX6" fmla="*/ 63328 w 217988"/>
                <a:gd name="connsiteY6" fmla="*/ 0 h 532781"/>
                <a:gd name="connsiteX0" fmla="*/ 63550 w 217151"/>
                <a:gd name="connsiteY0" fmla="*/ 215899 h 532781"/>
                <a:gd name="connsiteX1" fmla="*/ 49 w 217151"/>
                <a:gd name="connsiteY1" fmla="*/ 397933 h 532781"/>
                <a:gd name="connsiteX2" fmla="*/ 50850 w 217151"/>
                <a:gd name="connsiteY2" fmla="*/ 529166 h 532781"/>
                <a:gd name="connsiteX3" fmla="*/ 136909 w 217151"/>
                <a:gd name="connsiteY3" fmla="*/ 492925 h 532781"/>
                <a:gd name="connsiteX4" fmla="*/ 217007 w 217151"/>
                <a:gd name="connsiteY4" fmla="*/ 447675 h 532781"/>
                <a:gd name="connsiteX5" fmla="*/ 119642 w 217151"/>
                <a:gd name="connsiteY5" fmla="*/ 196848 h 532781"/>
                <a:gd name="connsiteX6" fmla="*/ 62491 w 217151"/>
                <a:gd name="connsiteY6" fmla="*/ 0 h 532781"/>
                <a:gd name="connsiteX0" fmla="*/ 63617 w 217218"/>
                <a:gd name="connsiteY0" fmla="*/ 215899 h 532781"/>
                <a:gd name="connsiteX1" fmla="*/ 116 w 217218"/>
                <a:gd name="connsiteY1" fmla="*/ 397933 h 532781"/>
                <a:gd name="connsiteX2" fmla="*/ 50917 w 217218"/>
                <a:gd name="connsiteY2" fmla="*/ 529166 h 532781"/>
                <a:gd name="connsiteX3" fmla="*/ 136976 w 217218"/>
                <a:gd name="connsiteY3" fmla="*/ 492925 h 532781"/>
                <a:gd name="connsiteX4" fmla="*/ 217074 w 217218"/>
                <a:gd name="connsiteY4" fmla="*/ 447675 h 532781"/>
                <a:gd name="connsiteX5" fmla="*/ 119709 w 217218"/>
                <a:gd name="connsiteY5" fmla="*/ 196848 h 532781"/>
                <a:gd name="connsiteX6" fmla="*/ 62558 w 217218"/>
                <a:gd name="connsiteY6" fmla="*/ 0 h 532781"/>
                <a:gd name="connsiteX0" fmla="*/ 26687 w 180288"/>
                <a:gd name="connsiteY0" fmla="*/ 215899 h 532781"/>
                <a:gd name="connsiteX1" fmla="*/ 7636 w 180288"/>
                <a:gd name="connsiteY1" fmla="*/ 382058 h 532781"/>
                <a:gd name="connsiteX2" fmla="*/ 13987 w 180288"/>
                <a:gd name="connsiteY2" fmla="*/ 529166 h 532781"/>
                <a:gd name="connsiteX3" fmla="*/ 100046 w 180288"/>
                <a:gd name="connsiteY3" fmla="*/ 492925 h 532781"/>
                <a:gd name="connsiteX4" fmla="*/ 180144 w 180288"/>
                <a:gd name="connsiteY4" fmla="*/ 447675 h 532781"/>
                <a:gd name="connsiteX5" fmla="*/ 82779 w 180288"/>
                <a:gd name="connsiteY5" fmla="*/ 196848 h 532781"/>
                <a:gd name="connsiteX6" fmla="*/ 25628 w 180288"/>
                <a:gd name="connsiteY6" fmla="*/ 0 h 532781"/>
                <a:gd name="connsiteX0" fmla="*/ 26687 w 180288"/>
                <a:gd name="connsiteY0" fmla="*/ 234949 h 532781"/>
                <a:gd name="connsiteX1" fmla="*/ 7636 w 180288"/>
                <a:gd name="connsiteY1" fmla="*/ 382058 h 532781"/>
                <a:gd name="connsiteX2" fmla="*/ 13987 w 180288"/>
                <a:gd name="connsiteY2" fmla="*/ 529166 h 532781"/>
                <a:gd name="connsiteX3" fmla="*/ 100046 w 180288"/>
                <a:gd name="connsiteY3" fmla="*/ 492925 h 532781"/>
                <a:gd name="connsiteX4" fmla="*/ 180144 w 180288"/>
                <a:gd name="connsiteY4" fmla="*/ 447675 h 532781"/>
                <a:gd name="connsiteX5" fmla="*/ 82779 w 180288"/>
                <a:gd name="connsiteY5" fmla="*/ 196848 h 532781"/>
                <a:gd name="connsiteX6" fmla="*/ 25628 w 180288"/>
                <a:gd name="connsiteY6" fmla="*/ 0 h 532781"/>
                <a:gd name="connsiteX0" fmla="*/ 26687 w 180319"/>
                <a:gd name="connsiteY0" fmla="*/ 234949 h 532781"/>
                <a:gd name="connsiteX1" fmla="*/ 7636 w 180319"/>
                <a:gd name="connsiteY1" fmla="*/ 382058 h 532781"/>
                <a:gd name="connsiteX2" fmla="*/ 13987 w 180319"/>
                <a:gd name="connsiteY2" fmla="*/ 529166 h 532781"/>
                <a:gd name="connsiteX3" fmla="*/ 100046 w 180319"/>
                <a:gd name="connsiteY3" fmla="*/ 492925 h 532781"/>
                <a:gd name="connsiteX4" fmla="*/ 180144 w 180319"/>
                <a:gd name="connsiteY4" fmla="*/ 447675 h 532781"/>
                <a:gd name="connsiteX5" fmla="*/ 82779 w 180319"/>
                <a:gd name="connsiteY5" fmla="*/ 196848 h 532781"/>
                <a:gd name="connsiteX6" fmla="*/ 25628 w 180319"/>
                <a:gd name="connsiteY6" fmla="*/ 0 h 532781"/>
                <a:gd name="connsiteX0" fmla="*/ 26687 w 180319"/>
                <a:gd name="connsiteY0" fmla="*/ 234949 h 532781"/>
                <a:gd name="connsiteX1" fmla="*/ 7636 w 180319"/>
                <a:gd name="connsiteY1" fmla="*/ 382058 h 532781"/>
                <a:gd name="connsiteX2" fmla="*/ 13987 w 180319"/>
                <a:gd name="connsiteY2" fmla="*/ 529166 h 532781"/>
                <a:gd name="connsiteX3" fmla="*/ 100046 w 180319"/>
                <a:gd name="connsiteY3" fmla="*/ 492925 h 532781"/>
                <a:gd name="connsiteX4" fmla="*/ 180144 w 180319"/>
                <a:gd name="connsiteY4" fmla="*/ 447675 h 532781"/>
                <a:gd name="connsiteX5" fmla="*/ 82779 w 180319"/>
                <a:gd name="connsiteY5" fmla="*/ 196848 h 532781"/>
                <a:gd name="connsiteX6" fmla="*/ 25628 w 180319"/>
                <a:gd name="connsiteY6" fmla="*/ 0 h 532781"/>
                <a:gd name="connsiteX0" fmla="*/ 26687 w 187447"/>
                <a:gd name="connsiteY0" fmla="*/ 234949 h 532781"/>
                <a:gd name="connsiteX1" fmla="*/ 7636 w 187447"/>
                <a:gd name="connsiteY1" fmla="*/ 382058 h 532781"/>
                <a:gd name="connsiteX2" fmla="*/ 13987 w 187447"/>
                <a:gd name="connsiteY2" fmla="*/ 529166 h 532781"/>
                <a:gd name="connsiteX3" fmla="*/ 100046 w 187447"/>
                <a:gd name="connsiteY3" fmla="*/ 492925 h 532781"/>
                <a:gd name="connsiteX4" fmla="*/ 180144 w 187447"/>
                <a:gd name="connsiteY4" fmla="*/ 447675 h 532781"/>
                <a:gd name="connsiteX5" fmla="*/ 82779 w 187447"/>
                <a:gd name="connsiteY5" fmla="*/ 196848 h 532781"/>
                <a:gd name="connsiteX6" fmla="*/ 25628 w 187447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34948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34948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34948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12723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12723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34975 h 532781"/>
                <a:gd name="connsiteX5" fmla="*/ 92304 w 180175"/>
                <a:gd name="connsiteY5" fmla="*/ 212723 h 532781"/>
                <a:gd name="connsiteX6" fmla="*/ 25628 w 180175"/>
                <a:gd name="connsiteY6" fmla="*/ 0 h 532781"/>
                <a:gd name="connsiteX0" fmla="*/ 26687 w 183246"/>
                <a:gd name="connsiteY0" fmla="*/ 234949 h 532781"/>
                <a:gd name="connsiteX1" fmla="*/ 7636 w 183246"/>
                <a:gd name="connsiteY1" fmla="*/ 382058 h 532781"/>
                <a:gd name="connsiteX2" fmla="*/ 13987 w 183246"/>
                <a:gd name="connsiteY2" fmla="*/ 529166 h 532781"/>
                <a:gd name="connsiteX3" fmla="*/ 100046 w 183246"/>
                <a:gd name="connsiteY3" fmla="*/ 492925 h 532781"/>
                <a:gd name="connsiteX4" fmla="*/ 180144 w 183246"/>
                <a:gd name="connsiteY4" fmla="*/ 434975 h 532781"/>
                <a:gd name="connsiteX5" fmla="*/ 92304 w 183246"/>
                <a:gd name="connsiteY5" fmla="*/ 212723 h 532781"/>
                <a:gd name="connsiteX6" fmla="*/ 25628 w 183246"/>
                <a:gd name="connsiteY6" fmla="*/ 0 h 532781"/>
                <a:gd name="connsiteX0" fmla="*/ 26687 w 183296"/>
                <a:gd name="connsiteY0" fmla="*/ 117474 h 415306"/>
                <a:gd name="connsiteX1" fmla="*/ 7636 w 183296"/>
                <a:gd name="connsiteY1" fmla="*/ 264583 h 415306"/>
                <a:gd name="connsiteX2" fmla="*/ 13987 w 183296"/>
                <a:gd name="connsiteY2" fmla="*/ 411691 h 415306"/>
                <a:gd name="connsiteX3" fmla="*/ 100046 w 183296"/>
                <a:gd name="connsiteY3" fmla="*/ 375450 h 415306"/>
                <a:gd name="connsiteX4" fmla="*/ 180144 w 183296"/>
                <a:gd name="connsiteY4" fmla="*/ 317500 h 415306"/>
                <a:gd name="connsiteX5" fmla="*/ 92304 w 183296"/>
                <a:gd name="connsiteY5" fmla="*/ 95248 h 415306"/>
                <a:gd name="connsiteX6" fmla="*/ 16103 w 183296"/>
                <a:gd name="connsiteY6" fmla="*/ 0 h 415306"/>
                <a:gd name="connsiteX0" fmla="*/ 26687 w 380879"/>
                <a:gd name="connsiteY0" fmla="*/ 117474 h 415306"/>
                <a:gd name="connsiteX1" fmla="*/ 7636 w 380879"/>
                <a:gd name="connsiteY1" fmla="*/ 264583 h 415306"/>
                <a:gd name="connsiteX2" fmla="*/ 13987 w 380879"/>
                <a:gd name="connsiteY2" fmla="*/ 411691 h 415306"/>
                <a:gd name="connsiteX3" fmla="*/ 100046 w 380879"/>
                <a:gd name="connsiteY3" fmla="*/ 375450 h 415306"/>
                <a:gd name="connsiteX4" fmla="*/ 180144 w 380879"/>
                <a:gd name="connsiteY4" fmla="*/ 317500 h 415306"/>
                <a:gd name="connsiteX5" fmla="*/ 378054 w 380879"/>
                <a:gd name="connsiteY5" fmla="*/ 311148 h 415306"/>
                <a:gd name="connsiteX6" fmla="*/ 16103 w 380879"/>
                <a:gd name="connsiteY6" fmla="*/ 0 h 415306"/>
                <a:gd name="connsiteX0" fmla="*/ 26687 w 579504"/>
                <a:gd name="connsiteY0" fmla="*/ 117474 h 415306"/>
                <a:gd name="connsiteX1" fmla="*/ 7636 w 579504"/>
                <a:gd name="connsiteY1" fmla="*/ 264583 h 415306"/>
                <a:gd name="connsiteX2" fmla="*/ 13987 w 579504"/>
                <a:gd name="connsiteY2" fmla="*/ 411691 h 415306"/>
                <a:gd name="connsiteX3" fmla="*/ 100046 w 579504"/>
                <a:gd name="connsiteY3" fmla="*/ 375450 h 415306"/>
                <a:gd name="connsiteX4" fmla="*/ 570669 w 579504"/>
                <a:gd name="connsiteY4" fmla="*/ 371475 h 415306"/>
                <a:gd name="connsiteX5" fmla="*/ 378054 w 579504"/>
                <a:gd name="connsiteY5" fmla="*/ 311148 h 415306"/>
                <a:gd name="connsiteX6" fmla="*/ 16103 w 579504"/>
                <a:gd name="connsiteY6" fmla="*/ 0 h 415306"/>
                <a:gd name="connsiteX0" fmla="*/ 26687 w 602334"/>
                <a:gd name="connsiteY0" fmla="*/ 117474 h 516070"/>
                <a:gd name="connsiteX1" fmla="*/ 7636 w 602334"/>
                <a:gd name="connsiteY1" fmla="*/ 264583 h 516070"/>
                <a:gd name="connsiteX2" fmla="*/ 13987 w 602334"/>
                <a:gd name="connsiteY2" fmla="*/ 411691 h 516070"/>
                <a:gd name="connsiteX3" fmla="*/ 576296 w 602334"/>
                <a:gd name="connsiteY3" fmla="*/ 515150 h 516070"/>
                <a:gd name="connsiteX4" fmla="*/ 570669 w 602334"/>
                <a:gd name="connsiteY4" fmla="*/ 371475 h 516070"/>
                <a:gd name="connsiteX5" fmla="*/ 378054 w 602334"/>
                <a:gd name="connsiteY5" fmla="*/ 311148 h 516070"/>
                <a:gd name="connsiteX6" fmla="*/ 16103 w 602334"/>
                <a:gd name="connsiteY6" fmla="*/ 0 h 516070"/>
                <a:gd name="connsiteX0" fmla="*/ 52605 w 628252"/>
                <a:gd name="connsiteY0" fmla="*/ 117474 h 515932"/>
                <a:gd name="connsiteX1" fmla="*/ 33554 w 628252"/>
                <a:gd name="connsiteY1" fmla="*/ 264583 h 515932"/>
                <a:gd name="connsiteX2" fmla="*/ 490755 w 628252"/>
                <a:gd name="connsiteY2" fmla="*/ 392641 h 515932"/>
                <a:gd name="connsiteX3" fmla="*/ 602214 w 628252"/>
                <a:gd name="connsiteY3" fmla="*/ 515150 h 515932"/>
                <a:gd name="connsiteX4" fmla="*/ 596587 w 628252"/>
                <a:gd name="connsiteY4" fmla="*/ 371475 h 515932"/>
                <a:gd name="connsiteX5" fmla="*/ 403972 w 628252"/>
                <a:gd name="connsiteY5" fmla="*/ 311148 h 515932"/>
                <a:gd name="connsiteX6" fmla="*/ 42021 w 628252"/>
                <a:gd name="connsiteY6" fmla="*/ 0 h 515932"/>
                <a:gd name="connsiteX0" fmla="*/ 52605 w 619269"/>
                <a:gd name="connsiteY0" fmla="*/ 117474 h 515158"/>
                <a:gd name="connsiteX1" fmla="*/ 33554 w 619269"/>
                <a:gd name="connsiteY1" fmla="*/ 264583 h 515158"/>
                <a:gd name="connsiteX2" fmla="*/ 490755 w 619269"/>
                <a:gd name="connsiteY2" fmla="*/ 392641 h 515158"/>
                <a:gd name="connsiteX3" fmla="*/ 477021 w 619269"/>
                <a:gd name="connsiteY3" fmla="*/ 378505 h 515158"/>
                <a:gd name="connsiteX4" fmla="*/ 602214 w 619269"/>
                <a:gd name="connsiteY4" fmla="*/ 515150 h 515158"/>
                <a:gd name="connsiteX5" fmla="*/ 596587 w 619269"/>
                <a:gd name="connsiteY5" fmla="*/ 371475 h 515158"/>
                <a:gd name="connsiteX6" fmla="*/ 403972 w 619269"/>
                <a:gd name="connsiteY6" fmla="*/ 311148 h 515158"/>
                <a:gd name="connsiteX7" fmla="*/ 42021 w 619269"/>
                <a:gd name="connsiteY7" fmla="*/ 0 h 515158"/>
                <a:gd name="connsiteX0" fmla="*/ 52605 w 619269"/>
                <a:gd name="connsiteY0" fmla="*/ 117474 h 515185"/>
                <a:gd name="connsiteX1" fmla="*/ 33554 w 619269"/>
                <a:gd name="connsiteY1" fmla="*/ 264583 h 515185"/>
                <a:gd name="connsiteX2" fmla="*/ 490755 w 619269"/>
                <a:gd name="connsiteY2" fmla="*/ 392641 h 515185"/>
                <a:gd name="connsiteX3" fmla="*/ 388121 w 619269"/>
                <a:gd name="connsiteY3" fmla="*/ 467405 h 515185"/>
                <a:gd name="connsiteX4" fmla="*/ 602214 w 619269"/>
                <a:gd name="connsiteY4" fmla="*/ 515150 h 515185"/>
                <a:gd name="connsiteX5" fmla="*/ 596587 w 619269"/>
                <a:gd name="connsiteY5" fmla="*/ 371475 h 515185"/>
                <a:gd name="connsiteX6" fmla="*/ 403972 w 619269"/>
                <a:gd name="connsiteY6" fmla="*/ 311148 h 515185"/>
                <a:gd name="connsiteX7" fmla="*/ 42021 w 619269"/>
                <a:gd name="connsiteY7" fmla="*/ 0 h 515185"/>
                <a:gd name="connsiteX0" fmla="*/ 31679 w 598343"/>
                <a:gd name="connsiteY0" fmla="*/ 117474 h 515185"/>
                <a:gd name="connsiteX1" fmla="*/ 12628 w 598343"/>
                <a:gd name="connsiteY1" fmla="*/ 264583 h 515185"/>
                <a:gd name="connsiteX2" fmla="*/ 187254 w 598343"/>
                <a:gd name="connsiteY2" fmla="*/ 475191 h 515185"/>
                <a:gd name="connsiteX3" fmla="*/ 367195 w 598343"/>
                <a:gd name="connsiteY3" fmla="*/ 467405 h 515185"/>
                <a:gd name="connsiteX4" fmla="*/ 581288 w 598343"/>
                <a:gd name="connsiteY4" fmla="*/ 515150 h 515185"/>
                <a:gd name="connsiteX5" fmla="*/ 575661 w 598343"/>
                <a:gd name="connsiteY5" fmla="*/ 371475 h 515185"/>
                <a:gd name="connsiteX6" fmla="*/ 383046 w 598343"/>
                <a:gd name="connsiteY6" fmla="*/ 311148 h 515185"/>
                <a:gd name="connsiteX7" fmla="*/ 21095 w 598343"/>
                <a:gd name="connsiteY7" fmla="*/ 0 h 515185"/>
                <a:gd name="connsiteX0" fmla="*/ 31679 w 598343"/>
                <a:gd name="connsiteY0" fmla="*/ 117474 h 515164"/>
                <a:gd name="connsiteX1" fmla="*/ 12628 w 598343"/>
                <a:gd name="connsiteY1" fmla="*/ 264583 h 515164"/>
                <a:gd name="connsiteX2" fmla="*/ 187254 w 598343"/>
                <a:gd name="connsiteY2" fmla="*/ 475191 h 515164"/>
                <a:gd name="connsiteX3" fmla="*/ 557695 w 598343"/>
                <a:gd name="connsiteY3" fmla="*/ 426130 h 515164"/>
                <a:gd name="connsiteX4" fmla="*/ 581288 w 598343"/>
                <a:gd name="connsiteY4" fmla="*/ 515150 h 515164"/>
                <a:gd name="connsiteX5" fmla="*/ 575661 w 598343"/>
                <a:gd name="connsiteY5" fmla="*/ 371475 h 515164"/>
                <a:gd name="connsiteX6" fmla="*/ 383046 w 598343"/>
                <a:gd name="connsiteY6" fmla="*/ 311148 h 515164"/>
                <a:gd name="connsiteX7" fmla="*/ 21095 w 598343"/>
                <a:gd name="connsiteY7" fmla="*/ 0 h 515164"/>
                <a:gd name="connsiteX0" fmla="*/ 31679 w 598343"/>
                <a:gd name="connsiteY0" fmla="*/ 117474 h 515162"/>
                <a:gd name="connsiteX1" fmla="*/ 12628 w 598343"/>
                <a:gd name="connsiteY1" fmla="*/ 264583 h 515162"/>
                <a:gd name="connsiteX2" fmla="*/ 187254 w 598343"/>
                <a:gd name="connsiteY2" fmla="*/ 475191 h 515162"/>
                <a:gd name="connsiteX3" fmla="*/ 211621 w 598343"/>
                <a:gd name="connsiteY3" fmla="*/ 480105 h 515162"/>
                <a:gd name="connsiteX4" fmla="*/ 557695 w 598343"/>
                <a:gd name="connsiteY4" fmla="*/ 426130 h 515162"/>
                <a:gd name="connsiteX5" fmla="*/ 581288 w 598343"/>
                <a:gd name="connsiteY5" fmla="*/ 515150 h 515162"/>
                <a:gd name="connsiteX6" fmla="*/ 575661 w 598343"/>
                <a:gd name="connsiteY6" fmla="*/ 371475 h 515162"/>
                <a:gd name="connsiteX7" fmla="*/ 383046 w 598343"/>
                <a:gd name="connsiteY7" fmla="*/ 311148 h 515162"/>
                <a:gd name="connsiteX8" fmla="*/ 21095 w 598343"/>
                <a:gd name="connsiteY8" fmla="*/ 0 h 515162"/>
                <a:gd name="connsiteX0" fmla="*/ 31679 w 598343"/>
                <a:gd name="connsiteY0" fmla="*/ 117474 h 515162"/>
                <a:gd name="connsiteX1" fmla="*/ 12628 w 598343"/>
                <a:gd name="connsiteY1" fmla="*/ 264583 h 515162"/>
                <a:gd name="connsiteX2" fmla="*/ 187254 w 598343"/>
                <a:gd name="connsiteY2" fmla="*/ 475191 h 515162"/>
                <a:gd name="connsiteX3" fmla="*/ 317984 w 598343"/>
                <a:gd name="connsiteY3" fmla="*/ 467405 h 515162"/>
                <a:gd name="connsiteX4" fmla="*/ 557695 w 598343"/>
                <a:gd name="connsiteY4" fmla="*/ 426130 h 515162"/>
                <a:gd name="connsiteX5" fmla="*/ 581288 w 598343"/>
                <a:gd name="connsiteY5" fmla="*/ 515150 h 515162"/>
                <a:gd name="connsiteX6" fmla="*/ 575661 w 598343"/>
                <a:gd name="connsiteY6" fmla="*/ 371475 h 515162"/>
                <a:gd name="connsiteX7" fmla="*/ 383046 w 598343"/>
                <a:gd name="connsiteY7" fmla="*/ 311148 h 515162"/>
                <a:gd name="connsiteX8" fmla="*/ 21095 w 598343"/>
                <a:gd name="connsiteY8" fmla="*/ 0 h 515162"/>
                <a:gd name="connsiteX0" fmla="*/ 31679 w 598343"/>
                <a:gd name="connsiteY0" fmla="*/ 117474 h 515162"/>
                <a:gd name="connsiteX1" fmla="*/ 12628 w 598343"/>
                <a:gd name="connsiteY1" fmla="*/ 264583 h 515162"/>
                <a:gd name="connsiteX2" fmla="*/ 187254 w 598343"/>
                <a:gd name="connsiteY2" fmla="*/ 475191 h 515162"/>
                <a:gd name="connsiteX3" fmla="*/ 446572 w 598343"/>
                <a:gd name="connsiteY3" fmla="*/ 380093 h 515162"/>
                <a:gd name="connsiteX4" fmla="*/ 557695 w 598343"/>
                <a:gd name="connsiteY4" fmla="*/ 426130 h 515162"/>
                <a:gd name="connsiteX5" fmla="*/ 581288 w 598343"/>
                <a:gd name="connsiteY5" fmla="*/ 515150 h 515162"/>
                <a:gd name="connsiteX6" fmla="*/ 575661 w 598343"/>
                <a:gd name="connsiteY6" fmla="*/ 371475 h 515162"/>
                <a:gd name="connsiteX7" fmla="*/ 383046 w 598343"/>
                <a:gd name="connsiteY7" fmla="*/ 311148 h 515162"/>
                <a:gd name="connsiteX8" fmla="*/ 21095 w 598343"/>
                <a:gd name="connsiteY8" fmla="*/ 0 h 515162"/>
                <a:gd name="connsiteX0" fmla="*/ 52958 w 619622"/>
                <a:gd name="connsiteY0" fmla="*/ 117474 h 515162"/>
                <a:gd name="connsiteX1" fmla="*/ 33907 w 619622"/>
                <a:gd name="connsiteY1" fmla="*/ 264583 h 515162"/>
                <a:gd name="connsiteX2" fmla="*/ 495870 w 619622"/>
                <a:gd name="connsiteY2" fmla="*/ 457728 h 515162"/>
                <a:gd name="connsiteX3" fmla="*/ 467851 w 619622"/>
                <a:gd name="connsiteY3" fmla="*/ 380093 h 515162"/>
                <a:gd name="connsiteX4" fmla="*/ 578974 w 619622"/>
                <a:gd name="connsiteY4" fmla="*/ 426130 h 515162"/>
                <a:gd name="connsiteX5" fmla="*/ 602567 w 619622"/>
                <a:gd name="connsiteY5" fmla="*/ 515150 h 515162"/>
                <a:gd name="connsiteX6" fmla="*/ 596940 w 619622"/>
                <a:gd name="connsiteY6" fmla="*/ 371475 h 515162"/>
                <a:gd name="connsiteX7" fmla="*/ 404325 w 619622"/>
                <a:gd name="connsiteY7" fmla="*/ 311148 h 515162"/>
                <a:gd name="connsiteX8" fmla="*/ 42374 w 619622"/>
                <a:gd name="connsiteY8" fmla="*/ 0 h 515162"/>
                <a:gd name="connsiteX0" fmla="*/ 10584 w 577248"/>
                <a:gd name="connsiteY0" fmla="*/ 117474 h 515162"/>
                <a:gd name="connsiteX1" fmla="*/ 397933 w 577248"/>
                <a:gd name="connsiteY1" fmla="*/ 483658 h 515162"/>
                <a:gd name="connsiteX2" fmla="*/ 453496 w 577248"/>
                <a:gd name="connsiteY2" fmla="*/ 457728 h 515162"/>
                <a:gd name="connsiteX3" fmla="*/ 425477 w 577248"/>
                <a:gd name="connsiteY3" fmla="*/ 380093 h 515162"/>
                <a:gd name="connsiteX4" fmla="*/ 536600 w 577248"/>
                <a:gd name="connsiteY4" fmla="*/ 426130 h 515162"/>
                <a:gd name="connsiteX5" fmla="*/ 560193 w 577248"/>
                <a:gd name="connsiteY5" fmla="*/ 515150 h 515162"/>
                <a:gd name="connsiteX6" fmla="*/ 554566 w 577248"/>
                <a:gd name="connsiteY6" fmla="*/ 371475 h 515162"/>
                <a:gd name="connsiteX7" fmla="*/ 361951 w 577248"/>
                <a:gd name="connsiteY7" fmla="*/ 311148 h 515162"/>
                <a:gd name="connsiteX8" fmla="*/ 0 w 577248"/>
                <a:gd name="connsiteY8" fmla="*/ 0 h 515162"/>
                <a:gd name="connsiteX0" fmla="*/ 1130 w 723369"/>
                <a:gd name="connsiteY0" fmla="*/ 142874 h 515162"/>
                <a:gd name="connsiteX1" fmla="*/ 544054 w 723369"/>
                <a:gd name="connsiteY1" fmla="*/ 483658 h 515162"/>
                <a:gd name="connsiteX2" fmla="*/ 599617 w 723369"/>
                <a:gd name="connsiteY2" fmla="*/ 457728 h 515162"/>
                <a:gd name="connsiteX3" fmla="*/ 571598 w 723369"/>
                <a:gd name="connsiteY3" fmla="*/ 380093 h 515162"/>
                <a:gd name="connsiteX4" fmla="*/ 682721 w 723369"/>
                <a:gd name="connsiteY4" fmla="*/ 426130 h 515162"/>
                <a:gd name="connsiteX5" fmla="*/ 706314 w 723369"/>
                <a:gd name="connsiteY5" fmla="*/ 515150 h 515162"/>
                <a:gd name="connsiteX6" fmla="*/ 700687 w 723369"/>
                <a:gd name="connsiteY6" fmla="*/ 371475 h 515162"/>
                <a:gd name="connsiteX7" fmla="*/ 508072 w 723369"/>
                <a:gd name="connsiteY7" fmla="*/ 311148 h 515162"/>
                <a:gd name="connsiteX8" fmla="*/ 146121 w 723369"/>
                <a:gd name="connsiteY8" fmla="*/ 0 h 515162"/>
                <a:gd name="connsiteX0" fmla="*/ 0 w 722239"/>
                <a:gd name="connsiteY0" fmla="*/ 142874 h 515162"/>
                <a:gd name="connsiteX1" fmla="*/ 218043 w 722239"/>
                <a:gd name="connsiteY1" fmla="*/ 322943 h 515162"/>
                <a:gd name="connsiteX2" fmla="*/ 542924 w 722239"/>
                <a:gd name="connsiteY2" fmla="*/ 483658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542924 w 722239"/>
                <a:gd name="connsiteY2" fmla="*/ 483658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542924 w 722239"/>
                <a:gd name="connsiteY2" fmla="*/ 483658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515936 w 722239"/>
                <a:gd name="connsiteY2" fmla="*/ 469371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515936 w 722239"/>
                <a:gd name="connsiteY2" fmla="*/ 469371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515936 w 722239"/>
                <a:gd name="connsiteY2" fmla="*/ 469371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515936 w 722239"/>
                <a:gd name="connsiteY2" fmla="*/ 469371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482599 w 722239"/>
                <a:gd name="connsiteY2" fmla="*/ 429683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482599 w 722239"/>
                <a:gd name="connsiteY2" fmla="*/ 429683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482599 w 722239"/>
                <a:gd name="connsiteY2" fmla="*/ 429683 h 515162"/>
                <a:gd name="connsiteX3" fmla="*/ 598487 w 722239"/>
                <a:gd name="connsiteY3" fmla="*/ 457728 h 515162"/>
                <a:gd name="connsiteX4" fmla="*/ 57046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482599 w 722239"/>
                <a:gd name="connsiteY2" fmla="*/ 429683 h 515162"/>
                <a:gd name="connsiteX3" fmla="*/ 598487 w 722239"/>
                <a:gd name="connsiteY3" fmla="*/ 457728 h 515162"/>
                <a:gd name="connsiteX4" fmla="*/ 55141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62"/>
                <a:gd name="connsiteX1" fmla="*/ 219631 w 722239"/>
                <a:gd name="connsiteY1" fmla="*/ 300718 h 515162"/>
                <a:gd name="connsiteX2" fmla="*/ 482599 w 722239"/>
                <a:gd name="connsiteY2" fmla="*/ 429683 h 515162"/>
                <a:gd name="connsiteX3" fmla="*/ 598487 w 722239"/>
                <a:gd name="connsiteY3" fmla="*/ 457728 h 515162"/>
                <a:gd name="connsiteX4" fmla="*/ 551418 w 722239"/>
                <a:gd name="connsiteY4" fmla="*/ 380093 h 515162"/>
                <a:gd name="connsiteX5" fmla="*/ 681591 w 722239"/>
                <a:gd name="connsiteY5" fmla="*/ 426130 h 515162"/>
                <a:gd name="connsiteX6" fmla="*/ 705184 w 722239"/>
                <a:gd name="connsiteY6" fmla="*/ 515150 h 515162"/>
                <a:gd name="connsiteX7" fmla="*/ 699557 w 722239"/>
                <a:gd name="connsiteY7" fmla="*/ 371475 h 515162"/>
                <a:gd name="connsiteX8" fmla="*/ 506942 w 722239"/>
                <a:gd name="connsiteY8" fmla="*/ 311148 h 515162"/>
                <a:gd name="connsiteX9" fmla="*/ 144991 w 722239"/>
                <a:gd name="connsiteY9" fmla="*/ 0 h 515162"/>
                <a:gd name="connsiteX0" fmla="*/ 0 w 722239"/>
                <a:gd name="connsiteY0" fmla="*/ 142874 h 515182"/>
                <a:gd name="connsiteX1" fmla="*/ 219631 w 722239"/>
                <a:gd name="connsiteY1" fmla="*/ 300718 h 515182"/>
                <a:gd name="connsiteX2" fmla="*/ 482599 w 722239"/>
                <a:gd name="connsiteY2" fmla="*/ 429683 h 515182"/>
                <a:gd name="connsiteX3" fmla="*/ 598487 w 722239"/>
                <a:gd name="connsiteY3" fmla="*/ 457728 h 515182"/>
                <a:gd name="connsiteX4" fmla="*/ 551418 w 722239"/>
                <a:gd name="connsiteY4" fmla="*/ 380093 h 515182"/>
                <a:gd name="connsiteX5" fmla="*/ 681591 w 722239"/>
                <a:gd name="connsiteY5" fmla="*/ 426130 h 515182"/>
                <a:gd name="connsiteX6" fmla="*/ 705184 w 722239"/>
                <a:gd name="connsiteY6" fmla="*/ 515150 h 515182"/>
                <a:gd name="connsiteX7" fmla="*/ 699557 w 722239"/>
                <a:gd name="connsiteY7" fmla="*/ 371475 h 515182"/>
                <a:gd name="connsiteX8" fmla="*/ 506942 w 722239"/>
                <a:gd name="connsiteY8" fmla="*/ 311148 h 515182"/>
                <a:gd name="connsiteX9" fmla="*/ 144991 w 722239"/>
                <a:gd name="connsiteY9" fmla="*/ 0 h 515182"/>
                <a:gd name="connsiteX0" fmla="*/ 0 w 722239"/>
                <a:gd name="connsiteY0" fmla="*/ 142874 h 515182"/>
                <a:gd name="connsiteX1" fmla="*/ 219631 w 722239"/>
                <a:gd name="connsiteY1" fmla="*/ 300718 h 515182"/>
                <a:gd name="connsiteX2" fmla="*/ 482599 w 722239"/>
                <a:gd name="connsiteY2" fmla="*/ 429683 h 515182"/>
                <a:gd name="connsiteX3" fmla="*/ 598487 w 722239"/>
                <a:gd name="connsiteY3" fmla="*/ 457728 h 515182"/>
                <a:gd name="connsiteX4" fmla="*/ 551418 w 722239"/>
                <a:gd name="connsiteY4" fmla="*/ 380093 h 515182"/>
                <a:gd name="connsiteX5" fmla="*/ 681591 w 722239"/>
                <a:gd name="connsiteY5" fmla="*/ 426130 h 515182"/>
                <a:gd name="connsiteX6" fmla="*/ 705184 w 722239"/>
                <a:gd name="connsiteY6" fmla="*/ 515150 h 515182"/>
                <a:gd name="connsiteX7" fmla="*/ 699557 w 722239"/>
                <a:gd name="connsiteY7" fmla="*/ 371475 h 515182"/>
                <a:gd name="connsiteX8" fmla="*/ 506942 w 722239"/>
                <a:gd name="connsiteY8" fmla="*/ 311148 h 515182"/>
                <a:gd name="connsiteX9" fmla="*/ 144991 w 722239"/>
                <a:gd name="connsiteY9" fmla="*/ 0 h 515182"/>
                <a:gd name="connsiteX0" fmla="*/ 0 w 722239"/>
                <a:gd name="connsiteY0" fmla="*/ 142874 h 515182"/>
                <a:gd name="connsiteX1" fmla="*/ 219631 w 722239"/>
                <a:gd name="connsiteY1" fmla="*/ 300718 h 515182"/>
                <a:gd name="connsiteX2" fmla="*/ 482599 w 722239"/>
                <a:gd name="connsiteY2" fmla="*/ 429683 h 515182"/>
                <a:gd name="connsiteX3" fmla="*/ 598487 w 722239"/>
                <a:gd name="connsiteY3" fmla="*/ 457728 h 515182"/>
                <a:gd name="connsiteX4" fmla="*/ 551418 w 722239"/>
                <a:gd name="connsiteY4" fmla="*/ 380093 h 515182"/>
                <a:gd name="connsiteX5" fmla="*/ 681591 w 722239"/>
                <a:gd name="connsiteY5" fmla="*/ 426130 h 515182"/>
                <a:gd name="connsiteX6" fmla="*/ 705184 w 722239"/>
                <a:gd name="connsiteY6" fmla="*/ 515150 h 515182"/>
                <a:gd name="connsiteX7" fmla="*/ 699557 w 722239"/>
                <a:gd name="connsiteY7" fmla="*/ 371475 h 515182"/>
                <a:gd name="connsiteX8" fmla="*/ 506942 w 722239"/>
                <a:gd name="connsiteY8" fmla="*/ 311148 h 515182"/>
                <a:gd name="connsiteX9" fmla="*/ 144991 w 722239"/>
                <a:gd name="connsiteY9" fmla="*/ 0 h 515182"/>
                <a:gd name="connsiteX0" fmla="*/ 0 w 720754"/>
                <a:gd name="connsiteY0" fmla="*/ 142874 h 515182"/>
                <a:gd name="connsiteX1" fmla="*/ 219631 w 720754"/>
                <a:gd name="connsiteY1" fmla="*/ 300718 h 515182"/>
                <a:gd name="connsiteX2" fmla="*/ 482599 w 720754"/>
                <a:gd name="connsiteY2" fmla="*/ 429683 h 515182"/>
                <a:gd name="connsiteX3" fmla="*/ 598487 w 720754"/>
                <a:gd name="connsiteY3" fmla="*/ 457728 h 515182"/>
                <a:gd name="connsiteX4" fmla="*/ 551418 w 720754"/>
                <a:gd name="connsiteY4" fmla="*/ 380093 h 515182"/>
                <a:gd name="connsiteX5" fmla="*/ 681591 w 720754"/>
                <a:gd name="connsiteY5" fmla="*/ 426130 h 515182"/>
                <a:gd name="connsiteX6" fmla="*/ 705184 w 720754"/>
                <a:gd name="connsiteY6" fmla="*/ 515150 h 515182"/>
                <a:gd name="connsiteX7" fmla="*/ 699557 w 720754"/>
                <a:gd name="connsiteY7" fmla="*/ 371475 h 515182"/>
                <a:gd name="connsiteX8" fmla="*/ 530754 w 720754"/>
                <a:gd name="connsiteY8" fmla="*/ 330198 h 515182"/>
                <a:gd name="connsiteX9" fmla="*/ 144991 w 720754"/>
                <a:gd name="connsiteY9" fmla="*/ 0 h 515182"/>
                <a:gd name="connsiteX0" fmla="*/ 0 w 720754"/>
                <a:gd name="connsiteY0" fmla="*/ 142874 h 515182"/>
                <a:gd name="connsiteX1" fmla="*/ 219631 w 720754"/>
                <a:gd name="connsiteY1" fmla="*/ 300718 h 515182"/>
                <a:gd name="connsiteX2" fmla="*/ 482599 w 720754"/>
                <a:gd name="connsiteY2" fmla="*/ 429683 h 515182"/>
                <a:gd name="connsiteX3" fmla="*/ 598487 w 720754"/>
                <a:gd name="connsiteY3" fmla="*/ 457728 h 515182"/>
                <a:gd name="connsiteX4" fmla="*/ 551418 w 720754"/>
                <a:gd name="connsiteY4" fmla="*/ 380093 h 515182"/>
                <a:gd name="connsiteX5" fmla="*/ 681591 w 720754"/>
                <a:gd name="connsiteY5" fmla="*/ 426130 h 515182"/>
                <a:gd name="connsiteX6" fmla="*/ 705184 w 720754"/>
                <a:gd name="connsiteY6" fmla="*/ 515150 h 515182"/>
                <a:gd name="connsiteX7" fmla="*/ 699557 w 720754"/>
                <a:gd name="connsiteY7" fmla="*/ 371475 h 515182"/>
                <a:gd name="connsiteX8" fmla="*/ 530754 w 720754"/>
                <a:gd name="connsiteY8" fmla="*/ 330198 h 515182"/>
                <a:gd name="connsiteX9" fmla="*/ 144991 w 720754"/>
                <a:gd name="connsiteY9" fmla="*/ 0 h 515182"/>
                <a:gd name="connsiteX0" fmla="*/ 0 w 722038"/>
                <a:gd name="connsiteY0" fmla="*/ 142874 h 515182"/>
                <a:gd name="connsiteX1" fmla="*/ 219631 w 722038"/>
                <a:gd name="connsiteY1" fmla="*/ 300718 h 515182"/>
                <a:gd name="connsiteX2" fmla="*/ 482599 w 722038"/>
                <a:gd name="connsiteY2" fmla="*/ 429683 h 515182"/>
                <a:gd name="connsiteX3" fmla="*/ 598487 w 722038"/>
                <a:gd name="connsiteY3" fmla="*/ 457728 h 515182"/>
                <a:gd name="connsiteX4" fmla="*/ 551418 w 722038"/>
                <a:gd name="connsiteY4" fmla="*/ 380093 h 515182"/>
                <a:gd name="connsiteX5" fmla="*/ 681591 w 722038"/>
                <a:gd name="connsiteY5" fmla="*/ 426130 h 515182"/>
                <a:gd name="connsiteX6" fmla="*/ 705184 w 722038"/>
                <a:gd name="connsiteY6" fmla="*/ 515150 h 515182"/>
                <a:gd name="connsiteX7" fmla="*/ 699557 w 722038"/>
                <a:gd name="connsiteY7" fmla="*/ 371475 h 515182"/>
                <a:gd name="connsiteX8" fmla="*/ 510117 w 722038"/>
                <a:gd name="connsiteY8" fmla="*/ 315910 h 515182"/>
                <a:gd name="connsiteX9" fmla="*/ 144991 w 722038"/>
                <a:gd name="connsiteY9" fmla="*/ 0 h 515182"/>
                <a:gd name="connsiteX0" fmla="*/ 0 w 722038"/>
                <a:gd name="connsiteY0" fmla="*/ 142874 h 515182"/>
                <a:gd name="connsiteX1" fmla="*/ 219631 w 722038"/>
                <a:gd name="connsiteY1" fmla="*/ 300718 h 515182"/>
                <a:gd name="connsiteX2" fmla="*/ 482599 w 722038"/>
                <a:gd name="connsiteY2" fmla="*/ 429683 h 515182"/>
                <a:gd name="connsiteX3" fmla="*/ 598487 w 722038"/>
                <a:gd name="connsiteY3" fmla="*/ 457728 h 515182"/>
                <a:gd name="connsiteX4" fmla="*/ 551418 w 722038"/>
                <a:gd name="connsiteY4" fmla="*/ 380093 h 515182"/>
                <a:gd name="connsiteX5" fmla="*/ 681591 w 722038"/>
                <a:gd name="connsiteY5" fmla="*/ 426130 h 515182"/>
                <a:gd name="connsiteX6" fmla="*/ 705184 w 722038"/>
                <a:gd name="connsiteY6" fmla="*/ 515150 h 515182"/>
                <a:gd name="connsiteX7" fmla="*/ 699557 w 722038"/>
                <a:gd name="connsiteY7" fmla="*/ 371475 h 515182"/>
                <a:gd name="connsiteX8" fmla="*/ 510117 w 722038"/>
                <a:gd name="connsiteY8" fmla="*/ 315910 h 515182"/>
                <a:gd name="connsiteX9" fmla="*/ 144991 w 722038"/>
                <a:gd name="connsiteY9" fmla="*/ 0 h 515182"/>
                <a:gd name="connsiteX0" fmla="*/ 0 w 722038"/>
                <a:gd name="connsiteY0" fmla="*/ 142874 h 515182"/>
                <a:gd name="connsiteX1" fmla="*/ 219631 w 722038"/>
                <a:gd name="connsiteY1" fmla="*/ 300718 h 515182"/>
                <a:gd name="connsiteX2" fmla="*/ 482599 w 722038"/>
                <a:gd name="connsiteY2" fmla="*/ 429683 h 515182"/>
                <a:gd name="connsiteX3" fmla="*/ 598487 w 722038"/>
                <a:gd name="connsiteY3" fmla="*/ 457728 h 515182"/>
                <a:gd name="connsiteX4" fmla="*/ 551418 w 722038"/>
                <a:gd name="connsiteY4" fmla="*/ 380093 h 515182"/>
                <a:gd name="connsiteX5" fmla="*/ 681591 w 722038"/>
                <a:gd name="connsiteY5" fmla="*/ 426130 h 515182"/>
                <a:gd name="connsiteX6" fmla="*/ 705184 w 722038"/>
                <a:gd name="connsiteY6" fmla="*/ 515150 h 515182"/>
                <a:gd name="connsiteX7" fmla="*/ 699557 w 722038"/>
                <a:gd name="connsiteY7" fmla="*/ 371475 h 515182"/>
                <a:gd name="connsiteX8" fmla="*/ 510117 w 722038"/>
                <a:gd name="connsiteY8" fmla="*/ 315910 h 515182"/>
                <a:gd name="connsiteX9" fmla="*/ 144991 w 722038"/>
                <a:gd name="connsiteY9" fmla="*/ 0 h 515182"/>
                <a:gd name="connsiteX0" fmla="*/ 0 w 722038"/>
                <a:gd name="connsiteY0" fmla="*/ 142874 h 515182"/>
                <a:gd name="connsiteX1" fmla="*/ 219631 w 722038"/>
                <a:gd name="connsiteY1" fmla="*/ 300718 h 515182"/>
                <a:gd name="connsiteX2" fmla="*/ 482599 w 722038"/>
                <a:gd name="connsiteY2" fmla="*/ 429683 h 515182"/>
                <a:gd name="connsiteX3" fmla="*/ 598487 w 722038"/>
                <a:gd name="connsiteY3" fmla="*/ 457728 h 515182"/>
                <a:gd name="connsiteX4" fmla="*/ 551418 w 722038"/>
                <a:gd name="connsiteY4" fmla="*/ 380093 h 515182"/>
                <a:gd name="connsiteX5" fmla="*/ 681591 w 722038"/>
                <a:gd name="connsiteY5" fmla="*/ 426130 h 515182"/>
                <a:gd name="connsiteX6" fmla="*/ 705184 w 722038"/>
                <a:gd name="connsiteY6" fmla="*/ 515150 h 515182"/>
                <a:gd name="connsiteX7" fmla="*/ 699557 w 722038"/>
                <a:gd name="connsiteY7" fmla="*/ 371475 h 515182"/>
                <a:gd name="connsiteX8" fmla="*/ 510117 w 722038"/>
                <a:gd name="connsiteY8" fmla="*/ 315910 h 515182"/>
                <a:gd name="connsiteX9" fmla="*/ 144991 w 722038"/>
                <a:gd name="connsiteY9" fmla="*/ 0 h 515182"/>
                <a:gd name="connsiteX0" fmla="*/ 0 w 726342"/>
                <a:gd name="connsiteY0" fmla="*/ 142874 h 515182"/>
                <a:gd name="connsiteX1" fmla="*/ 219631 w 726342"/>
                <a:gd name="connsiteY1" fmla="*/ 300718 h 515182"/>
                <a:gd name="connsiteX2" fmla="*/ 482599 w 726342"/>
                <a:gd name="connsiteY2" fmla="*/ 429683 h 515182"/>
                <a:gd name="connsiteX3" fmla="*/ 598487 w 726342"/>
                <a:gd name="connsiteY3" fmla="*/ 457728 h 515182"/>
                <a:gd name="connsiteX4" fmla="*/ 551418 w 726342"/>
                <a:gd name="connsiteY4" fmla="*/ 380093 h 515182"/>
                <a:gd name="connsiteX5" fmla="*/ 681591 w 726342"/>
                <a:gd name="connsiteY5" fmla="*/ 426130 h 515182"/>
                <a:gd name="connsiteX6" fmla="*/ 705184 w 726342"/>
                <a:gd name="connsiteY6" fmla="*/ 515150 h 515182"/>
                <a:gd name="connsiteX7" fmla="*/ 699557 w 726342"/>
                <a:gd name="connsiteY7" fmla="*/ 371475 h 515182"/>
                <a:gd name="connsiteX8" fmla="*/ 510117 w 726342"/>
                <a:gd name="connsiteY8" fmla="*/ 315910 h 515182"/>
                <a:gd name="connsiteX9" fmla="*/ 144991 w 726342"/>
                <a:gd name="connsiteY9" fmla="*/ 0 h 515182"/>
                <a:gd name="connsiteX0" fmla="*/ 0 w 726342"/>
                <a:gd name="connsiteY0" fmla="*/ 142874 h 515182"/>
                <a:gd name="connsiteX1" fmla="*/ 219631 w 726342"/>
                <a:gd name="connsiteY1" fmla="*/ 300718 h 515182"/>
                <a:gd name="connsiteX2" fmla="*/ 482599 w 726342"/>
                <a:gd name="connsiteY2" fmla="*/ 429683 h 515182"/>
                <a:gd name="connsiteX3" fmla="*/ 598487 w 726342"/>
                <a:gd name="connsiteY3" fmla="*/ 457728 h 515182"/>
                <a:gd name="connsiteX4" fmla="*/ 551418 w 726342"/>
                <a:gd name="connsiteY4" fmla="*/ 380093 h 515182"/>
                <a:gd name="connsiteX5" fmla="*/ 681591 w 726342"/>
                <a:gd name="connsiteY5" fmla="*/ 426130 h 515182"/>
                <a:gd name="connsiteX6" fmla="*/ 705184 w 726342"/>
                <a:gd name="connsiteY6" fmla="*/ 515150 h 515182"/>
                <a:gd name="connsiteX7" fmla="*/ 699557 w 726342"/>
                <a:gd name="connsiteY7" fmla="*/ 371475 h 515182"/>
                <a:gd name="connsiteX8" fmla="*/ 510117 w 726342"/>
                <a:gd name="connsiteY8" fmla="*/ 315910 h 515182"/>
                <a:gd name="connsiteX9" fmla="*/ 144991 w 726342"/>
                <a:gd name="connsiteY9" fmla="*/ 0 h 515182"/>
                <a:gd name="connsiteX0" fmla="*/ 0 w 726342"/>
                <a:gd name="connsiteY0" fmla="*/ 142874 h 515182"/>
                <a:gd name="connsiteX1" fmla="*/ 219631 w 726342"/>
                <a:gd name="connsiteY1" fmla="*/ 300718 h 515182"/>
                <a:gd name="connsiteX2" fmla="*/ 482599 w 726342"/>
                <a:gd name="connsiteY2" fmla="*/ 429683 h 515182"/>
                <a:gd name="connsiteX3" fmla="*/ 598487 w 726342"/>
                <a:gd name="connsiteY3" fmla="*/ 457728 h 515182"/>
                <a:gd name="connsiteX4" fmla="*/ 551418 w 726342"/>
                <a:gd name="connsiteY4" fmla="*/ 380093 h 515182"/>
                <a:gd name="connsiteX5" fmla="*/ 681591 w 726342"/>
                <a:gd name="connsiteY5" fmla="*/ 426130 h 515182"/>
                <a:gd name="connsiteX6" fmla="*/ 705184 w 726342"/>
                <a:gd name="connsiteY6" fmla="*/ 515150 h 515182"/>
                <a:gd name="connsiteX7" fmla="*/ 699557 w 726342"/>
                <a:gd name="connsiteY7" fmla="*/ 371475 h 515182"/>
                <a:gd name="connsiteX8" fmla="*/ 510117 w 726342"/>
                <a:gd name="connsiteY8" fmla="*/ 315910 h 515182"/>
                <a:gd name="connsiteX9" fmla="*/ 144991 w 726342"/>
                <a:gd name="connsiteY9" fmla="*/ 0 h 515182"/>
                <a:gd name="connsiteX0" fmla="*/ 0 w 726342"/>
                <a:gd name="connsiteY0" fmla="*/ 142874 h 515181"/>
                <a:gd name="connsiteX1" fmla="*/ 219631 w 726342"/>
                <a:gd name="connsiteY1" fmla="*/ 300718 h 515181"/>
                <a:gd name="connsiteX2" fmla="*/ 482599 w 726342"/>
                <a:gd name="connsiteY2" fmla="*/ 429683 h 515181"/>
                <a:gd name="connsiteX3" fmla="*/ 598487 w 726342"/>
                <a:gd name="connsiteY3" fmla="*/ 457728 h 515181"/>
                <a:gd name="connsiteX4" fmla="*/ 551418 w 726342"/>
                <a:gd name="connsiteY4" fmla="*/ 380093 h 515181"/>
                <a:gd name="connsiteX5" fmla="*/ 681591 w 726342"/>
                <a:gd name="connsiteY5" fmla="*/ 426130 h 515181"/>
                <a:gd name="connsiteX6" fmla="*/ 705184 w 726342"/>
                <a:gd name="connsiteY6" fmla="*/ 515150 h 515181"/>
                <a:gd name="connsiteX7" fmla="*/ 699557 w 726342"/>
                <a:gd name="connsiteY7" fmla="*/ 371475 h 515181"/>
                <a:gd name="connsiteX8" fmla="*/ 510117 w 726342"/>
                <a:gd name="connsiteY8" fmla="*/ 315910 h 515181"/>
                <a:gd name="connsiteX9" fmla="*/ 144991 w 726342"/>
                <a:gd name="connsiteY9" fmla="*/ 0 h 515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6342" h="515181">
                  <a:moveTo>
                    <a:pt x="0" y="142874"/>
                  </a:moveTo>
                  <a:cubicBezTo>
                    <a:pt x="36341" y="172886"/>
                    <a:pt x="129144" y="243921"/>
                    <a:pt x="219631" y="300718"/>
                  </a:cubicBezTo>
                  <a:cubicBezTo>
                    <a:pt x="449818" y="405140"/>
                    <a:pt x="432696" y="382976"/>
                    <a:pt x="482599" y="429683"/>
                  </a:cubicBezTo>
                  <a:cubicBezTo>
                    <a:pt x="539392" y="482839"/>
                    <a:pt x="566909" y="504358"/>
                    <a:pt x="598487" y="457728"/>
                  </a:cubicBezTo>
                  <a:cubicBezTo>
                    <a:pt x="634828" y="423798"/>
                    <a:pt x="491265" y="447007"/>
                    <a:pt x="551418" y="380093"/>
                  </a:cubicBezTo>
                  <a:cubicBezTo>
                    <a:pt x="613158" y="371916"/>
                    <a:pt x="627917" y="398064"/>
                    <a:pt x="681591" y="426130"/>
                  </a:cubicBezTo>
                  <a:cubicBezTo>
                    <a:pt x="681289" y="484359"/>
                    <a:pt x="677319" y="516322"/>
                    <a:pt x="705184" y="515150"/>
                  </a:cubicBezTo>
                  <a:cubicBezTo>
                    <a:pt x="736224" y="513978"/>
                    <a:pt x="732068" y="404682"/>
                    <a:pt x="699557" y="371475"/>
                  </a:cubicBezTo>
                  <a:cubicBezTo>
                    <a:pt x="667046" y="338268"/>
                    <a:pt x="610865" y="326425"/>
                    <a:pt x="510117" y="315910"/>
                  </a:cubicBezTo>
                  <a:cubicBezTo>
                    <a:pt x="439772" y="308568"/>
                    <a:pt x="234682" y="104313"/>
                    <a:pt x="144991" y="0"/>
                  </a:cubicBezTo>
                </a:path>
              </a:pathLst>
            </a:custGeom>
            <a:solidFill>
              <a:srgbClr val="CEB09B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0" name="任意多边形: 形状 309">
              <a:extLst>
                <a:ext uri="{FF2B5EF4-FFF2-40B4-BE49-F238E27FC236}">
                  <a16:creationId xmlns:a16="http://schemas.microsoft.com/office/drawing/2014/main" id="{67F7EC56-2FAD-FE48-D979-280BA567D0AD}"/>
                </a:ext>
              </a:extLst>
            </p:cNvPr>
            <p:cNvSpPr/>
            <p:nvPr/>
          </p:nvSpPr>
          <p:spPr>
            <a:xfrm>
              <a:off x="10553617" y="3564625"/>
              <a:ext cx="265688" cy="338681"/>
            </a:xfrm>
            <a:custGeom>
              <a:avLst/>
              <a:gdLst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347694 w 838761"/>
                <a:gd name="connsiteY13" fmla="*/ 65616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616511 w 838761"/>
                <a:gd name="connsiteY12" fmla="*/ 357717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696945 w 838761"/>
                <a:gd name="connsiteY10" fmla="*/ 514350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759247"/>
                <a:gd name="connsiteY0" fmla="*/ 19050 h 1185333"/>
                <a:gd name="connsiteX1" fmla="*/ 68294 w 759247"/>
                <a:gd name="connsiteY1" fmla="*/ 80433 h 1185333"/>
                <a:gd name="connsiteX2" fmla="*/ 21728 w 759247"/>
                <a:gd name="connsiteY2" fmla="*/ 160866 h 1185333"/>
                <a:gd name="connsiteX3" fmla="*/ 561 w 759247"/>
                <a:gd name="connsiteY3" fmla="*/ 323850 h 1185333"/>
                <a:gd name="connsiteX4" fmla="*/ 148728 w 759247"/>
                <a:gd name="connsiteY4" fmla="*/ 903816 h 1185333"/>
                <a:gd name="connsiteX5" fmla="*/ 269378 w 759247"/>
                <a:gd name="connsiteY5" fmla="*/ 1056216 h 1185333"/>
                <a:gd name="connsiteX6" fmla="*/ 440828 w 759247"/>
                <a:gd name="connsiteY6" fmla="*/ 1166283 h 1185333"/>
                <a:gd name="connsiteX7" fmla="*/ 652494 w 759247"/>
                <a:gd name="connsiteY7" fmla="*/ 1185333 h 1185333"/>
                <a:gd name="connsiteX8" fmla="*/ 758328 w 759247"/>
                <a:gd name="connsiteY8" fmla="*/ 1104900 h 1185333"/>
                <a:gd name="connsiteX9" fmla="*/ 709644 w 759247"/>
                <a:gd name="connsiteY9" fmla="*/ 687916 h 1185333"/>
                <a:gd name="connsiteX10" fmla="*/ 696945 w 759247"/>
                <a:gd name="connsiteY10" fmla="*/ 514350 h 1185333"/>
                <a:gd name="connsiteX11" fmla="*/ 616511 w 759247"/>
                <a:gd name="connsiteY11" fmla="*/ 357717 h 1185333"/>
                <a:gd name="connsiteX12" fmla="*/ 491628 w 759247"/>
                <a:gd name="connsiteY12" fmla="*/ 86783 h 1185333"/>
                <a:gd name="connsiteX13" fmla="*/ 186828 w 759247"/>
                <a:gd name="connsiteY13" fmla="*/ 0 h 1185333"/>
                <a:gd name="connsiteX14" fmla="*/ 180478 w 759247"/>
                <a:gd name="connsiteY14" fmla="*/ 10583 h 1185333"/>
                <a:gd name="connsiteX0" fmla="*/ 241861 w 759154"/>
                <a:gd name="connsiteY0" fmla="*/ 19050 h 1185333"/>
                <a:gd name="connsiteX1" fmla="*/ 68294 w 759154"/>
                <a:gd name="connsiteY1" fmla="*/ 80433 h 1185333"/>
                <a:gd name="connsiteX2" fmla="*/ 21728 w 759154"/>
                <a:gd name="connsiteY2" fmla="*/ 160866 h 1185333"/>
                <a:gd name="connsiteX3" fmla="*/ 561 w 759154"/>
                <a:gd name="connsiteY3" fmla="*/ 323850 h 1185333"/>
                <a:gd name="connsiteX4" fmla="*/ 148728 w 759154"/>
                <a:gd name="connsiteY4" fmla="*/ 903816 h 1185333"/>
                <a:gd name="connsiteX5" fmla="*/ 269378 w 759154"/>
                <a:gd name="connsiteY5" fmla="*/ 1056216 h 1185333"/>
                <a:gd name="connsiteX6" fmla="*/ 440828 w 759154"/>
                <a:gd name="connsiteY6" fmla="*/ 1166283 h 1185333"/>
                <a:gd name="connsiteX7" fmla="*/ 652494 w 759154"/>
                <a:gd name="connsiteY7" fmla="*/ 1185333 h 1185333"/>
                <a:gd name="connsiteX8" fmla="*/ 758328 w 759154"/>
                <a:gd name="connsiteY8" fmla="*/ 1104900 h 1185333"/>
                <a:gd name="connsiteX9" fmla="*/ 709644 w 759154"/>
                <a:gd name="connsiteY9" fmla="*/ 687916 h 1185333"/>
                <a:gd name="connsiteX10" fmla="*/ 696945 w 759154"/>
                <a:gd name="connsiteY10" fmla="*/ 514350 h 1185333"/>
                <a:gd name="connsiteX11" fmla="*/ 616511 w 759154"/>
                <a:gd name="connsiteY11" fmla="*/ 357717 h 1185333"/>
                <a:gd name="connsiteX12" fmla="*/ 491628 w 759154"/>
                <a:gd name="connsiteY12" fmla="*/ 86783 h 1185333"/>
                <a:gd name="connsiteX13" fmla="*/ 186828 w 759154"/>
                <a:gd name="connsiteY13" fmla="*/ 0 h 1185333"/>
                <a:gd name="connsiteX14" fmla="*/ 180478 w 759154"/>
                <a:gd name="connsiteY14" fmla="*/ 10583 h 1185333"/>
                <a:gd name="connsiteX0" fmla="*/ 241861 w 711707"/>
                <a:gd name="connsiteY0" fmla="*/ 19050 h 1185333"/>
                <a:gd name="connsiteX1" fmla="*/ 68294 w 711707"/>
                <a:gd name="connsiteY1" fmla="*/ 80433 h 1185333"/>
                <a:gd name="connsiteX2" fmla="*/ 21728 w 711707"/>
                <a:gd name="connsiteY2" fmla="*/ 160866 h 1185333"/>
                <a:gd name="connsiteX3" fmla="*/ 561 w 711707"/>
                <a:gd name="connsiteY3" fmla="*/ 323850 h 1185333"/>
                <a:gd name="connsiteX4" fmla="*/ 148728 w 711707"/>
                <a:gd name="connsiteY4" fmla="*/ 903816 h 1185333"/>
                <a:gd name="connsiteX5" fmla="*/ 269378 w 711707"/>
                <a:gd name="connsiteY5" fmla="*/ 1056216 h 1185333"/>
                <a:gd name="connsiteX6" fmla="*/ 440828 w 711707"/>
                <a:gd name="connsiteY6" fmla="*/ 1166283 h 1185333"/>
                <a:gd name="connsiteX7" fmla="*/ 652494 w 711707"/>
                <a:gd name="connsiteY7" fmla="*/ 1185333 h 1185333"/>
                <a:gd name="connsiteX8" fmla="*/ 709645 w 711707"/>
                <a:gd name="connsiteY8" fmla="*/ 1075267 h 1185333"/>
                <a:gd name="connsiteX9" fmla="*/ 709644 w 711707"/>
                <a:gd name="connsiteY9" fmla="*/ 687916 h 1185333"/>
                <a:gd name="connsiteX10" fmla="*/ 696945 w 711707"/>
                <a:gd name="connsiteY10" fmla="*/ 514350 h 1185333"/>
                <a:gd name="connsiteX11" fmla="*/ 616511 w 711707"/>
                <a:gd name="connsiteY11" fmla="*/ 357717 h 1185333"/>
                <a:gd name="connsiteX12" fmla="*/ 491628 w 711707"/>
                <a:gd name="connsiteY12" fmla="*/ 86783 h 1185333"/>
                <a:gd name="connsiteX13" fmla="*/ 186828 w 711707"/>
                <a:gd name="connsiteY13" fmla="*/ 0 h 1185333"/>
                <a:gd name="connsiteX14" fmla="*/ 180478 w 711707"/>
                <a:gd name="connsiteY14" fmla="*/ 10583 h 1185333"/>
                <a:gd name="connsiteX0" fmla="*/ 241861 w 712688"/>
                <a:gd name="connsiteY0" fmla="*/ 19050 h 1168601"/>
                <a:gd name="connsiteX1" fmla="*/ 68294 w 712688"/>
                <a:gd name="connsiteY1" fmla="*/ 80433 h 1168601"/>
                <a:gd name="connsiteX2" fmla="*/ 21728 w 712688"/>
                <a:gd name="connsiteY2" fmla="*/ 160866 h 1168601"/>
                <a:gd name="connsiteX3" fmla="*/ 561 w 712688"/>
                <a:gd name="connsiteY3" fmla="*/ 323850 h 1168601"/>
                <a:gd name="connsiteX4" fmla="*/ 148728 w 712688"/>
                <a:gd name="connsiteY4" fmla="*/ 903816 h 1168601"/>
                <a:gd name="connsiteX5" fmla="*/ 269378 w 712688"/>
                <a:gd name="connsiteY5" fmla="*/ 1056216 h 1168601"/>
                <a:gd name="connsiteX6" fmla="*/ 440828 w 712688"/>
                <a:gd name="connsiteY6" fmla="*/ 1166283 h 1168601"/>
                <a:gd name="connsiteX7" fmla="*/ 635561 w 712688"/>
                <a:gd name="connsiteY7" fmla="*/ 1136650 h 1168601"/>
                <a:gd name="connsiteX8" fmla="*/ 709645 w 712688"/>
                <a:gd name="connsiteY8" fmla="*/ 1075267 h 1168601"/>
                <a:gd name="connsiteX9" fmla="*/ 709644 w 712688"/>
                <a:gd name="connsiteY9" fmla="*/ 687916 h 1168601"/>
                <a:gd name="connsiteX10" fmla="*/ 696945 w 712688"/>
                <a:gd name="connsiteY10" fmla="*/ 514350 h 1168601"/>
                <a:gd name="connsiteX11" fmla="*/ 616511 w 712688"/>
                <a:gd name="connsiteY11" fmla="*/ 357717 h 1168601"/>
                <a:gd name="connsiteX12" fmla="*/ 491628 w 712688"/>
                <a:gd name="connsiteY12" fmla="*/ 86783 h 1168601"/>
                <a:gd name="connsiteX13" fmla="*/ 186828 w 712688"/>
                <a:gd name="connsiteY13" fmla="*/ 0 h 1168601"/>
                <a:gd name="connsiteX14" fmla="*/ 180478 w 712688"/>
                <a:gd name="connsiteY14" fmla="*/ 10583 h 116860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7013"/>
                <a:gd name="connsiteX1" fmla="*/ 68294 w 712688"/>
                <a:gd name="connsiteY1" fmla="*/ 80433 h 1167013"/>
                <a:gd name="connsiteX2" fmla="*/ 21728 w 712688"/>
                <a:gd name="connsiteY2" fmla="*/ 160866 h 1167013"/>
                <a:gd name="connsiteX3" fmla="*/ 561 w 712688"/>
                <a:gd name="connsiteY3" fmla="*/ 323850 h 1167013"/>
                <a:gd name="connsiteX4" fmla="*/ 148728 w 712688"/>
                <a:gd name="connsiteY4" fmla="*/ 903816 h 1167013"/>
                <a:gd name="connsiteX5" fmla="*/ 269378 w 712688"/>
                <a:gd name="connsiteY5" fmla="*/ 1056216 h 1167013"/>
                <a:gd name="connsiteX6" fmla="*/ 576295 w 712688"/>
                <a:gd name="connsiteY6" fmla="*/ 1162050 h 1167013"/>
                <a:gd name="connsiteX7" fmla="*/ 635561 w 712688"/>
                <a:gd name="connsiteY7" fmla="*/ 1136650 h 1167013"/>
                <a:gd name="connsiteX8" fmla="*/ 709645 w 712688"/>
                <a:gd name="connsiteY8" fmla="*/ 1075267 h 1167013"/>
                <a:gd name="connsiteX9" fmla="*/ 709644 w 712688"/>
                <a:gd name="connsiteY9" fmla="*/ 687916 h 1167013"/>
                <a:gd name="connsiteX10" fmla="*/ 696945 w 712688"/>
                <a:gd name="connsiteY10" fmla="*/ 514350 h 1167013"/>
                <a:gd name="connsiteX11" fmla="*/ 616511 w 712688"/>
                <a:gd name="connsiteY11" fmla="*/ 357717 h 1167013"/>
                <a:gd name="connsiteX12" fmla="*/ 491628 w 712688"/>
                <a:gd name="connsiteY12" fmla="*/ 86783 h 1167013"/>
                <a:gd name="connsiteX13" fmla="*/ 186828 w 712688"/>
                <a:gd name="connsiteY13" fmla="*/ 0 h 1167013"/>
                <a:gd name="connsiteX14" fmla="*/ 180478 w 712688"/>
                <a:gd name="connsiteY14" fmla="*/ 10583 h 1167013"/>
                <a:gd name="connsiteX0" fmla="*/ 241861 w 720548"/>
                <a:gd name="connsiteY0" fmla="*/ 19050 h 1167013"/>
                <a:gd name="connsiteX1" fmla="*/ 68294 w 720548"/>
                <a:gd name="connsiteY1" fmla="*/ 80433 h 1167013"/>
                <a:gd name="connsiteX2" fmla="*/ 21728 w 720548"/>
                <a:gd name="connsiteY2" fmla="*/ 160866 h 1167013"/>
                <a:gd name="connsiteX3" fmla="*/ 561 w 720548"/>
                <a:gd name="connsiteY3" fmla="*/ 323850 h 1167013"/>
                <a:gd name="connsiteX4" fmla="*/ 148728 w 720548"/>
                <a:gd name="connsiteY4" fmla="*/ 903816 h 1167013"/>
                <a:gd name="connsiteX5" fmla="*/ 269378 w 720548"/>
                <a:gd name="connsiteY5" fmla="*/ 1056216 h 1167013"/>
                <a:gd name="connsiteX6" fmla="*/ 576295 w 720548"/>
                <a:gd name="connsiteY6" fmla="*/ 1162050 h 1167013"/>
                <a:gd name="connsiteX7" fmla="*/ 635561 w 720548"/>
                <a:gd name="connsiteY7" fmla="*/ 1136650 h 1167013"/>
                <a:gd name="connsiteX8" fmla="*/ 709645 w 720548"/>
                <a:gd name="connsiteY8" fmla="*/ 1075267 h 1167013"/>
                <a:gd name="connsiteX9" fmla="*/ 709644 w 720548"/>
                <a:gd name="connsiteY9" fmla="*/ 687916 h 1167013"/>
                <a:gd name="connsiteX10" fmla="*/ 696945 w 720548"/>
                <a:gd name="connsiteY10" fmla="*/ 514350 h 1167013"/>
                <a:gd name="connsiteX11" fmla="*/ 616511 w 720548"/>
                <a:gd name="connsiteY11" fmla="*/ 357717 h 1167013"/>
                <a:gd name="connsiteX12" fmla="*/ 491628 w 720548"/>
                <a:gd name="connsiteY12" fmla="*/ 86783 h 1167013"/>
                <a:gd name="connsiteX13" fmla="*/ 186828 w 720548"/>
                <a:gd name="connsiteY13" fmla="*/ 0 h 1167013"/>
                <a:gd name="connsiteX14" fmla="*/ 180478 w 720548"/>
                <a:gd name="connsiteY14" fmla="*/ 10583 h 1167013"/>
                <a:gd name="connsiteX0" fmla="*/ 241861 w 720548"/>
                <a:gd name="connsiteY0" fmla="*/ 19050 h 1164946"/>
                <a:gd name="connsiteX1" fmla="*/ 68294 w 720548"/>
                <a:gd name="connsiteY1" fmla="*/ 80433 h 1164946"/>
                <a:gd name="connsiteX2" fmla="*/ 21728 w 720548"/>
                <a:gd name="connsiteY2" fmla="*/ 160866 h 1164946"/>
                <a:gd name="connsiteX3" fmla="*/ 561 w 720548"/>
                <a:gd name="connsiteY3" fmla="*/ 323850 h 1164946"/>
                <a:gd name="connsiteX4" fmla="*/ 148728 w 720548"/>
                <a:gd name="connsiteY4" fmla="*/ 903816 h 1164946"/>
                <a:gd name="connsiteX5" fmla="*/ 368861 w 720548"/>
                <a:gd name="connsiteY5" fmla="*/ 1085849 h 1164946"/>
                <a:gd name="connsiteX6" fmla="*/ 576295 w 720548"/>
                <a:gd name="connsiteY6" fmla="*/ 1162050 h 1164946"/>
                <a:gd name="connsiteX7" fmla="*/ 635561 w 720548"/>
                <a:gd name="connsiteY7" fmla="*/ 1136650 h 1164946"/>
                <a:gd name="connsiteX8" fmla="*/ 709645 w 720548"/>
                <a:gd name="connsiteY8" fmla="*/ 1075267 h 1164946"/>
                <a:gd name="connsiteX9" fmla="*/ 709644 w 720548"/>
                <a:gd name="connsiteY9" fmla="*/ 687916 h 1164946"/>
                <a:gd name="connsiteX10" fmla="*/ 696945 w 720548"/>
                <a:gd name="connsiteY10" fmla="*/ 514350 h 1164946"/>
                <a:gd name="connsiteX11" fmla="*/ 616511 w 720548"/>
                <a:gd name="connsiteY11" fmla="*/ 357717 h 1164946"/>
                <a:gd name="connsiteX12" fmla="*/ 491628 w 720548"/>
                <a:gd name="connsiteY12" fmla="*/ 86783 h 1164946"/>
                <a:gd name="connsiteX13" fmla="*/ 186828 w 720548"/>
                <a:gd name="connsiteY13" fmla="*/ 0 h 1164946"/>
                <a:gd name="connsiteX14" fmla="*/ 180478 w 720548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77599 w 756286"/>
                <a:gd name="connsiteY0" fmla="*/ 19050 h 1164946"/>
                <a:gd name="connsiteX1" fmla="*/ 104032 w 756286"/>
                <a:gd name="connsiteY1" fmla="*/ 80433 h 1164946"/>
                <a:gd name="connsiteX2" fmla="*/ 57466 w 756286"/>
                <a:gd name="connsiteY2" fmla="*/ 160866 h 1164946"/>
                <a:gd name="connsiteX3" fmla="*/ 4549 w 756286"/>
                <a:gd name="connsiteY3" fmla="*/ 1043517 h 1164946"/>
                <a:gd name="connsiteX4" fmla="*/ 192933 w 756286"/>
                <a:gd name="connsiteY4" fmla="*/ 1075266 h 1164946"/>
                <a:gd name="connsiteX5" fmla="*/ 404599 w 756286"/>
                <a:gd name="connsiteY5" fmla="*/ 1085849 h 1164946"/>
                <a:gd name="connsiteX6" fmla="*/ 612033 w 756286"/>
                <a:gd name="connsiteY6" fmla="*/ 1162050 h 1164946"/>
                <a:gd name="connsiteX7" fmla="*/ 671299 w 756286"/>
                <a:gd name="connsiteY7" fmla="*/ 1136650 h 1164946"/>
                <a:gd name="connsiteX8" fmla="*/ 745383 w 756286"/>
                <a:gd name="connsiteY8" fmla="*/ 1075267 h 1164946"/>
                <a:gd name="connsiteX9" fmla="*/ 745382 w 756286"/>
                <a:gd name="connsiteY9" fmla="*/ 687916 h 1164946"/>
                <a:gd name="connsiteX10" fmla="*/ 732683 w 756286"/>
                <a:gd name="connsiteY10" fmla="*/ 514350 h 1164946"/>
                <a:gd name="connsiteX11" fmla="*/ 652249 w 756286"/>
                <a:gd name="connsiteY11" fmla="*/ 357717 h 1164946"/>
                <a:gd name="connsiteX12" fmla="*/ 527366 w 756286"/>
                <a:gd name="connsiteY12" fmla="*/ 86783 h 1164946"/>
                <a:gd name="connsiteX13" fmla="*/ 222566 w 756286"/>
                <a:gd name="connsiteY13" fmla="*/ 0 h 1164946"/>
                <a:gd name="connsiteX14" fmla="*/ 216216 w 756286"/>
                <a:gd name="connsiteY14" fmla="*/ 10583 h 1164946"/>
                <a:gd name="connsiteX0" fmla="*/ 283512 w 762199"/>
                <a:gd name="connsiteY0" fmla="*/ 19050 h 1164946"/>
                <a:gd name="connsiteX1" fmla="*/ 109945 w 762199"/>
                <a:gd name="connsiteY1" fmla="*/ 80433 h 1164946"/>
                <a:gd name="connsiteX2" fmla="*/ 63379 w 762199"/>
                <a:gd name="connsiteY2" fmla="*/ 160866 h 1164946"/>
                <a:gd name="connsiteX3" fmla="*/ 10462 w 762199"/>
                <a:gd name="connsiteY3" fmla="*/ 1043517 h 1164946"/>
                <a:gd name="connsiteX4" fmla="*/ 198846 w 762199"/>
                <a:gd name="connsiteY4" fmla="*/ 1075266 h 1164946"/>
                <a:gd name="connsiteX5" fmla="*/ 410512 w 762199"/>
                <a:gd name="connsiteY5" fmla="*/ 1085849 h 1164946"/>
                <a:gd name="connsiteX6" fmla="*/ 617946 w 762199"/>
                <a:gd name="connsiteY6" fmla="*/ 1162050 h 1164946"/>
                <a:gd name="connsiteX7" fmla="*/ 677212 w 762199"/>
                <a:gd name="connsiteY7" fmla="*/ 1136650 h 1164946"/>
                <a:gd name="connsiteX8" fmla="*/ 751296 w 762199"/>
                <a:gd name="connsiteY8" fmla="*/ 1075267 h 1164946"/>
                <a:gd name="connsiteX9" fmla="*/ 751295 w 762199"/>
                <a:gd name="connsiteY9" fmla="*/ 687916 h 1164946"/>
                <a:gd name="connsiteX10" fmla="*/ 738596 w 762199"/>
                <a:gd name="connsiteY10" fmla="*/ 514350 h 1164946"/>
                <a:gd name="connsiteX11" fmla="*/ 658162 w 762199"/>
                <a:gd name="connsiteY11" fmla="*/ 357717 h 1164946"/>
                <a:gd name="connsiteX12" fmla="*/ 533279 w 762199"/>
                <a:gd name="connsiteY12" fmla="*/ 86783 h 1164946"/>
                <a:gd name="connsiteX13" fmla="*/ 228479 w 762199"/>
                <a:gd name="connsiteY13" fmla="*/ 0 h 1164946"/>
                <a:gd name="connsiteX14" fmla="*/ 222129 w 762199"/>
                <a:gd name="connsiteY14" fmla="*/ 10583 h 1164946"/>
                <a:gd name="connsiteX0" fmla="*/ 288708 w 767395"/>
                <a:gd name="connsiteY0" fmla="*/ 19050 h 1164946"/>
                <a:gd name="connsiteX1" fmla="*/ 115141 w 767395"/>
                <a:gd name="connsiteY1" fmla="*/ 80433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88708 w 767395"/>
                <a:gd name="connsiteY0" fmla="*/ 19050 h 1164946"/>
                <a:gd name="connsiteX1" fmla="*/ 106674 w 767395"/>
                <a:gd name="connsiteY1" fmla="*/ 158750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27325 w 767395"/>
                <a:gd name="connsiteY14" fmla="*/ 2963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46375 w 767395"/>
                <a:gd name="connsiteY14" fmla="*/ 1058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0" fmla="*/ 250608 w 767395"/>
                <a:gd name="connsiteY0" fmla="*/ 12700 h 1196696"/>
                <a:gd name="connsiteX1" fmla="*/ 106674 w 767395"/>
                <a:gd name="connsiteY1" fmla="*/ 190500 h 1196696"/>
                <a:gd name="connsiteX2" fmla="*/ 15658 w 767395"/>
                <a:gd name="connsiteY2" fmla="*/ 635000 h 1196696"/>
                <a:gd name="connsiteX3" fmla="*/ 15658 w 767395"/>
                <a:gd name="connsiteY3" fmla="*/ 1075267 h 1196696"/>
                <a:gd name="connsiteX4" fmla="*/ 204042 w 767395"/>
                <a:gd name="connsiteY4" fmla="*/ 1107016 h 1196696"/>
                <a:gd name="connsiteX5" fmla="*/ 415708 w 767395"/>
                <a:gd name="connsiteY5" fmla="*/ 1117599 h 1196696"/>
                <a:gd name="connsiteX6" fmla="*/ 623142 w 767395"/>
                <a:gd name="connsiteY6" fmla="*/ 1193800 h 1196696"/>
                <a:gd name="connsiteX7" fmla="*/ 682408 w 767395"/>
                <a:gd name="connsiteY7" fmla="*/ 1168400 h 1196696"/>
                <a:gd name="connsiteX8" fmla="*/ 756492 w 767395"/>
                <a:gd name="connsiteY8" fmla="*/ 1107017 h 1196696"/>
                <a:gd name="connsiteX9" fmla="*/ 756491 w 767395"/>
                <a:gd name="connsiteY9" fmla="*/ 719666 h 1196696"/>
                <a:gd name="connsiteX10" fmla="*/ 743792 w 767395"/>
                <a:gd name="connsiteY10" fmla="*/ 546100 h 1196696"/>
                <a:gd name="connsiteX11" fmla="*/ 663358 w 767395"/>
                <a:gd name="connsiteY11" fmla="*/ 389467 h 1196696"/>
                <a:gd name="connsiteX12" fmla="*/ 538475 w 767395"/>
                <a:gd name="connsiteY12" fmla="*/ 118533 h 1196696"/>
                <a:gd name="connsiteX13" fmla="*/ 252725 w 767395"/>
                <a:gd name="connsiteY13" fmla="*/ 0 h 119669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375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375491 w 767395"/>
                <a:gd name="connsiteY12" fmla="*/ 135466 h 1190346"/>
                <a:gd name="connsiteX13" fmla="*/ 244258 w 767395"/>
                <a:gd name="connsiteY13" fmla="*/ 0 h 1190346"/>
                <a:gd name="connsiteX0" fmla="*/ 250608 w 777364"/>
                <a:gd name="connsiteY0" fmla="*/ 6350 h 1190346"/>
                <a:gd name="connsiteX1" fmla="*/ 106674 w 777364"/>
                <a:gd name="connsiteY1" fmla="*/ 184150 h 1190346"/>
                <a:gd name="connsiteX2" fmla="*/ 15658 w 777364"/>
                <a:gd name="connsiteY2" fmla="*/ 628650 h 1190346"/>
                <a:gd name="connsiteX3" fmla="*/ 15658 w 777364"/>
                <a:gd name="connsiteY3" fmla="*/ 1068917 h 1190346"/>
                <a:gd name="connsiteX4" fmla="*/ 204042 w 777364"/>
                <a:gd name="connsiteY4" fmla="*/ 1100666 h 1190346"/>
                <a:gd name="connsiteX5" fmla="*/ 415708 w 777364"/>
                <a:gd name="connsiteY5" fmla="*/ 1111249 h 1190346"/>
                <a:gd name="connsiteX6" fmla="*/ 623142 w 777364"/>
                <a:gd name="connsiteY6" fmla="*/ 1187450 h 1190346"/>
                <a:gd name="connsiteX7" fmla="*/ 682408 w 777364"/>
                <a:gd name="connsiteY7" fmla="*/ 1162050 h 1190346"/>
                <a:gd name="connsiteX8" fmla="*/ 756492 w 777364"/>
                <a:gd name="connsiteY8" fmla="*/ 1100667 h 1190346"/>
                <a:gd name="connsiteX9" fmla="*/ 756491 w 777364"/>
                <a:gd name="connsiteY9" fmla="*/ 713316 h 1190346"/>
                <a:gd name="connsiteX10" fmla="*/ 743792 w 777364"/>
                <a:gd name="connsiteY10" fmla="*/ 539750 h 1190346"/>
                <a:gd name="connsiteX11" fmla="*/ 284474 w 777364"/>
                <a:gd name="connsiteY11" fmla="*/ 535517 h 1190346"/>
                <a:gd name="connsiteX12" fmla="*/ 375491 w 777364"/>
                <a:gd name="connsiteY12" fmla="*/ 135466 h 1190346"/>
                <a:gd name="connsiteX13" fmla="*/ 244258 w 777364"/>
                <a:gd name="connsiteY13" fmla="*/ 0 h 1190346"/>
                <a:gd name="connsiteX0" fmla="*/ 250608 w 777364"/>
                <a:gd name="connsiteY0" fmla="*/ 6350 h 1190346"/>
                <a:gd name="connsiteX1" fmla="*/ 106674 w 777364"/>
                <a:gd name="connsiteY1" fmla="*/ 184150 h 1190346"/>
                <a:gd name="connsiteX2" fmla="*/ 15658 w 777364"/>
                <a:gd name="connsiteY2" fmla="*/ 628650 h 1190346"/>
                <a:gd name="connsiteX3" fmla="*/ 15658 w 777364"/>
                <a:gd name="connsiteY3" fmla="*/ 1068917 h 1190346"/>
                <a:gd name="connsiteX4" fmla="*/ 204042 w 777364"/>
                <a:gd name="connsiteY4" fmla="*/ 1100666 h 1190346"/>
                <a:gd name="connsiteX5" fmla="*/ 415708 w 777364"/>
                <a:gd name="connsiteY5" fmla="*/ 1111249 h 1190346"/>
                <a:gd name="connsiteX6" fmla="*/ 623142 w 777364"/>
                <a:gd name="connsiteY6" fmla="*/ 1187450 h 1190346"/>
                <a:gd name="connsiteX7" fmla="*/ 682408 w 777364"/>
                <a:gd name="connsiteY7" fmla="*/ 1162050 h 1190346"/>
                <a:gd name="connsiteX8" fmla="*/ 756492 w 777364"/>
                <a:gd name="connsiteY8" fmla="*/ 1100667 h 1190346"/>
                <a:gd name="connsiteX9" fmla="*/ 756491 w 777364"/>
                <a:gd name="connsiteY9" fmla="*/ 713316 h 1190346"/>
                <a:gd name="connsiteX10" fmla="*/ 743792 w 777364"/>
                <a:gd name="connsiteY10" fmla="*/ 539750 h 1190346"/>
                <a:gd name="connsiteX11" fmla="*/ 284474 w 777364"/>
                <a:gd name="connsiteY11" fmla="*/ 535517 h 1190346"/>
                <a:gd name="connsiteX12" fmla="*/ 375491 w 777364"/>
                <a:gd name="connsiteY12" fmla="*/ 135466 h 1190346"/>
                <a:gd name="connsiteX13" fmla="*/ 244258 w 777364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513075 w 767395"/>
                <a:gd name="connsiteY10" fmla="*/ 685800 h 1190346"/>
                <a:gd name="connsiteX11" fmla="*/ 284474 w 767395"/>
                <a:gd name="connsiteY11" fmla="*/ 535517 h 1190346"/>
                <a:gd name="connsiteX12" fmla="*/ 375491 w 767395"/>
                <a:gd name="connsiteY12" fmla="*/ 135466 h 1190346"/>
                <a:gd name="connsiteX13" fmla="*/ 244258 w 767395"/>
                <a:gd name="connsiteY13" fmla="*/ 0 h 1190346"/>
                <a:gd name="connsiteX0" fmla="*/ 250608 w 760355"/>
                <a:gd name="connsiteY0" fmla="*/ 6350 h 1190346"/>
                <a:gd name="connsiteX1" fmla="*/ 106674 w 760355"/>
                <a:gd name="connsiteY1" fmla="*/ 184150 h 1190346"/>
                <a:gd name="connsiteX2" fmla="*/ 15658 w 760355"/>
                <a:gd name="connsiteY2" fmla="*/ 628650 h 1190346"/>
                <a:gd name="connsiteX3" fmla="*/ 15658 w 760355"/>
                <a:gd name="connsiteY3" fmla="*/ 1068917 h 1190346"/>
                <a:gd name="connsiteX4" fmla="*/ 204042 w 760355"/>
                <a:gd name="connsiteY4" fmla="*/ 1100666 h 1190346"/>
                <a:gd name="connsiteX5" fmla="*/ 415708 w 760355"/>
                <a:gd name="connsiteY5" fmla="*/ 1111249 h 1190346"/>
                <a:gd name="connsiteX6" fmla="*/ 623142 w 760355"/>
                <a:gd name="connsiteY6" fmla="*/ 1187450 h 1190346"/>
                <a:gd name="connsiteX7" fmla="*/ 682408 w 760355"/>
                <a:gd name="connsiteY7" fmla="*/ 1162050 h 1190346"/>
                <a:gd name="connsiteX8" fmla="*/ 756492 w 760355"/>
                <a:gd name="connsiteY8" fmla="*/ 1100667 h 1190346"/>
                <a:gd name="connsiteX9" fmla="*/ 565991 w 760355"/>
                <a:gd name="connsiteY9" fmla="*/ 738716 h 1190346"/>
                <a:gd name="connsiteX10" fmla="*/ 513075 w 760355"/>
                <a:gd name="connsiteY10" fmla="*/ 685800 h 1190346"/>
                <a:gd name="connsiteX11" fmla="*/ 284474 w 760355"/>
                <a:gd name="connsiteY11" fmla="*/ 535517 h 1190346"/>
                <a:gd name="connsiteX12" fmla="*/ 375491 w 760355"/>
                <a:gd name="connsiteY12" fmla="*/ 135466 h 1190346"/>
                <a:gd name="connsiteX13" fmla="*/ 244258 w 760355"/>
                <a:gd name="connsiteY13" fmla="*/ 0 h 1190346"/>
                <a:gd name="connsiteX0" fmla="*/ 250608 w 686908"/>
                <a:gd name="connsiteY0" fmla="*/ 6350 h 1190346"/>
                <a:gd name="connsiteX1" fmla="*/ 106674 w 686908"/>
                <a:gd name="connsiteY1" fmla="*/ 184150 h 1190346"/>
                <a:gd name="connsiteX2" fmla="*/ 15658 w 686908"/>
                <a:gd name="connsiteY2" fmla="*/ 628650 h 1190346"/>
                <a:gd name="connsiteX3" fmla="*/ 15658 w 686908"/>
                <a:gd name="connsiteY3" fmla="*/ 1068917 h 1190346"/>
                <a:gd name="connsiteX4" fmla="*/ 204042 w 686908"/>
                <a:gd name="connsiteY4" fmla="*/ 1100666 h 1190346"/>
                <a:gd name="connsiteX5" fmla="*/ 415708 w 686908"/>
                <a:gd name="connsiteY5" fmla="*/ 1111249 h 1190346"/>
                <a:gd name="connsiteX6" fmla="*/ 623142 w 686908"/>
                <a:gd name="connsiteY6" fmla="*/ 1187450 h 1190346"/>
                <a:gd name="connsiteX7" fmla="*/ 682408 w 686908"/>
                <a:gd name="connsiteY7" fmla="*/ 1162050 h 1190346"/>
                <a:gd name="connsiteX8" fmla="*/ 515192 w 686908"/>
                <a:gd name="connsiteY8" fmla="*/ 876301 h 1190346"/>
                <a:gd name="connsiteX9" fmla="*/ 565991 w 686908"/>
                <a:gd name="connsiteY9" fmla="*/ 738716 h 1190346"/>
                <a:gd name="connsiteX10" fmla="*/ 513075 w 686908"/>
                <a:gd name="connsiteY10" fmla="*/ 685800 h 1190346"/>
                <a:gd name="connsiteX11" fmla="*/ 284474 w 686908"/>
                <a:gd name="connsiteY11" fmla="*/ 535517 h 1190346"/>
                <a:gd name="connsiteX12" fmla="*/ 375491 w 686908"/>
                <a:gd name="connsiteY12" fmla="*/ 135466 h 1190346"/>
                <a:gd name="connsiteX13" fmla="*/ 244258 w 686908"/>
                <a:gd name="connsiteY13" fmla="*/ 0 h 1190346"/>
                <a:gd name="connsiteX0" fmla="*/ 250608 w 623938"/>
                <a:gd name="connsiteY0" fmla="*/ 6350 h 1198250"/>
                <a:gd name="connsiteX1" fmla="*/ 106674 w 623938"/>
                <a:gd name="connsiteY1" fmla="*/ 184150 h 1198250"/>
                <a:gd name="connsiteX2" fmla="*/ 15658 w 623938"/>
                <a:gd name="connsiteY2" fmla="*/ 628650 h 1198250"/>
                <a:gd name="connsiteX3" fmla="*/ 15658 w 623938"/>
                <a:gd name="connsiteY3" fmla="*/ 1068917 h 1198250"/>
                <a:gd name="connsiteX4" fmla="*/ 204042 w 623938"/>
                <a:gd name="connsiteY4" fmla="*/ 1100666 h 1198250"/>
                <a:gd name="connsiteX5" fmla="*/ 415708 w 623938"/>
                <a:gd name="connsiteY5" fmla="*/ 1111249 h 1198250"/>
                <a:gd name="connsiteX6" fmla="*/ 623142 w 623938"/>
                <a:gd name="connsiteY6" fmla="*/ 1187450 h 1198250"/>
                <a:gd name="connsiteX7" fmla="*/ 337391 w 623938"/>
                <a:gd name="connsiteY7" fmla="*/ 844550 h 1198250"/>
                <a:gd name="connsiteX8" fmla="*/ 515192 w 623938"/>
                <a:gd name="connsiteY8" fmla="*/ 876301 h 1198250"/>
                <a:gd name="connsiteX9" fmla="*/ 565991 w 623938"/>
                <a:gd name="connsiteY9" fmla="*/ 738716 h 1198250"/>
                <a:gd name="connsiteX10" fmla="*/ 513075 w 623938"/>
                <a:gd name="connsiteY10" fmla="*/ 685800 h 1198250"/>
                <a:gd name="connsiteX11" fmla="*/ 284474 w 623938"/>
                <a:gd name="connsiteY11" fmla="*/ 535517 h 1198250"/>
                <a:gd name="connsiteX12" fmla="*/ 375491 w 623938"/>
                <a:gd name="connsiteY12" fmla="*/ 135466 h 1198250"/>
                <a:gd name="connsiteX13" fmla="*/ 244258 w 623938"/>
                <a:gd name="connsiteY13" fmla="*/ 0 h 1198250"/>
                <a:gd name="connsiteX0" fmla="*/ 250608 w 623938"/>
                <a:gd name="connsiteY0" fmla="*/ 6350 h 1198250"/>
                <a:gd name="connsiteX1" fmla="*/ 106674 w 623938"/>
                <a:gd name="connsiteY1" fmla="*/ 184150 h 1198250"/>
                <a:gd name="connsiteX2" fmla="*/ 15658 w 623938"/>
                <a:gd name="connsiteY2" fmla="*/ 628650 h 1198250"/>
                <a:gd name="connsiteX3" fmla="*/ 15658 w 623938"/>
                <a:gd name="connsiteY3" fmla="*/ 1068917 h 1198250"/>
                <a:gd name="connsiteX4" fmla="*/ 204042 w 623938"/>
                <a:gd name="connsiteY4" fmla="*/ 1100666 h 1198250"/>
                <a:gd name="connsiteX5" fmla="*/ 415708 w 623938"/>
                <a:gd name="connsiteY5" fmla="*/ 1111249 h 1198250"/>
                <a:gd name="connsiteX6" fmla="*/ 623142 w 623938"/>
                <a:gd name="connsiteY6" fmla="*/ 1187450 h 1198250"/>
                <a:gd name="connsiteX7" fmla="*/ 337391 w 623938"/>
                <a:gd name="connsiteY7" fmla="*/ 844550 h 1198250"/>
                <a:gd name="connsiteX8" fmla="*/ 515192 w 623938"/>
                <a:gd name="connsiteY8" fmla="*/ 876301 h 1198250"/>
                <a:gd name="connsiteX9" fmla="*/ 565991 w 623938"/>
                <a:gd name="connsiteY9" fmla="*/ 738716 h 1198250"/>
                <a:gd name="connsiteX10" fmla="*/ 513075 w 623938"/>
                <a:gd name="connsiteY10" fmla="*/ 685800 h 1198250"/>
                <a:gd name="connsiteX11" fmla="*/ 284474 w 623938"/>
                <a:gd name="connsiteY11" fmla="*/ 535517 h 1198250"/>
                <a:gd name="connsiteX12" fmla="*/ 375491 w 623938"/>
                <a:gd name="connsiteY12" fmla="*/ 135466 h 1198250"/>
                <a:gd name="connsiteX13" fmla="*/ 244258 w 623938"/>
                <a:gd name="connsiteY13" fmla="*/ 0 h 1198250"/>
                <a:gd name="connsiteX0" fmla="*/ 250608 w 624191"/>
                <a:gd name="connsiteY0" fmla="*/ 6350 h 1197227"/>
                <a:gd name="connsiteX1" fmla="*/ 106674 w 624191"/>
                <a:gd name="connsiteY1" fmla="*/ 184150 h 1197227"/>
                <a:gd name="connsiteX2" fmla="*/ 15658 w 624191"/>
                <a:gd name="connsiteY2" fmla="*/ 628650 h 1197227"/>
                <a:gd name="connsiteX3" fmla="*/ 15658 w 624191"/>
                <a:gd name="connsiteY3" fmla="*/ 1068917 h 1197227"/>
                <a:gd name="connsiteX4" fmla="*/ 204042 w 624191"/>
                <a:gd name="connsiteY4" fmla="*/ 1100666 h 1197227"/>
                <a:gd name="connsiteX5" fmla="*/ 623142 w 624191"/>
                <a:gd name="connsiteY5" fmla="*/ 1187450 h 1197227"/>
                <a:gd name="connsiteX6" fmla="*/ 337391 w 624191"/>
                <a:gd name="connsiteY6" fmla="*/ 844550 h 1197227"/>
                <a:gd name="connsiteX7" fmla="*/ 515192 w 624191"/>
                <a:gd name="connsiteY7" fmla="*/ 876301 h 1197227"/>
                <a:gd name="connsiteX8" fmla="*/ 565991 w 624191"/>
                <a:gd name="connsiteY8" fmla="*/ 738716 h 1197227"/>
                <a:gd name="connsiteX9" fmla="*/ 513075 w 624191"/>
                <a:gd name="connsiteY9" fmla="*/ 685800 h 1197227"/>
                <a:gd name="connsiteX10" fmla="*/ 284474 w 624191"/>
                <a:gd name="connsiteY10" fmla="*/ 535517 h 1197227"/>
                <a:gd name="connsiteX11" fmla="*/ 375491 w 624191"/>
                <a:gd name="connsiteY11" fmla="*/ 135466 h 1197227"/>
                <a:gd name="connsiteX12" fmla="*/ 244258 w 624191"/>
                <a:gd name="connsiteY12" fmla="*/ 0 h 1197227"/>
                <a:gd name="connsiteX0" fmla="*/ 250608 w 626301"/>
                <a:gd name="connsiteY0" fmla="*/ 6350 h 1191261"/>
                <a:gd name="connsiteX1" fmla="*/ 106674 w 626301"/>
                <a:gd name="connsiteY1" fmla="*/ 184150 h 1191261"/>
                <a:gd name="connsiteX2" fmla="*/ 15658 w 626301"/>
                <a:gd name="connsiteY2" fmla="*/ 628650 h 1191261"/>
                <a:gd name="connsiteX3" fmla="*/ 15658 w 626301"/>
                <a:gd name="connsiteY3" fmla="*/ 1068917 h 1191261"/>
                <a:gd name="connsiteX4" fmla="*/ 204042 w 626301"/>
                <a:gd name="connsiteY4" fmla="*/ 1100666 h 1191261"/>
                <a:gd name="connsiteX5" fmla="*/ 625258 w 626301"/>
                <a:gd name="connsiteY5" fmla="*/ 1181100 h 1191261"/>
                <a:gd name="connsiteX6" fmla="*/ 337391 w 626301"/>
                <a:gd name="connsiteY6" fmla="*/ 844550 h 1191261"/>
                <a:gd name="connsiteX7" fmla="*/ 515192 w 626301"/>
                <a:gd name="connsiteY7" fmla="*/ 876301 h 1191261"/>
                <a:gd name="connsiteX8" fmla="*/ 565991 w 626301"/>
                <a:gd name="connsiteY8" fmla="*/ 738716 h 1191261"/>
                <a:gd name="connsiteX9" fmla="*/ 513075 w 626301"/>
                <a:gd name="connsiteY9" fmla="*/ 685800 h 1191261"/>
                <a:gd name="connsiteX10" fmla="*/ 284474 w 626301"/>
                <a:gd name="connsiteY10" fmla="*/ 535517 h 1191261"/>
                <a:gd name="connsiteX11" fmla="*/ 375491 w 626301"/>
                <a:gd name="connsiteY11" fmla="*/ 135466 h 1191261"/>
                <a:gd name="connsiteX12" fmla="*/ 244258 w 626301"/>
                <a:gd name="connsiteY12" fmla="*/ 0 h 1191261"/>
                <a:gd name="connsiteX0" fmla="*/ 250608 w 626301"/>
                <a:gd name="connsiteY0" fmla="*/ 6350 h 1185327"/>
                <a:gd name="connsiteX1" fmla="*/ 106674 w 626301"/>
                <a:gd name="connsiteY1" fmla="*/ 184150 h 1185327"/>
                <a:gd name="connsiteX2" fmla="*/ 15658 w 626301"/>
                <a:gd name="connsiteY2" fmla="*/ 628650 h 1185327"/>
                <a:gd name="connsiteX3" fmla="*/ 15658 w 626301"/>
                <a:gd name="connsiteY3" fmla="*/ 1068917 h 1185327"/>
                <a:gd name="connsiteX4" fmla="*/ 204042 w 626301"/>
                <a:gd name="connsiteY4" fmla="*/ 1100666 h 1185327"/>
                <a:gd name="connsiteX5" fmla="*/ 625258 w 626301"/>
                <a:gd name="connsiteY5" fmla="*/ 1174750 h 1185327"/>
                <a:gd name="connsiteX6" fmla="*/ 337391 w 626301"/>
                <a:gd name="connsiteY6" fmla="*/ 844550 h 1185327"/>
                <a:gd name="connsiteX7" fmla="*/ 515192 w 626301"/>
                <a:gd name="connsiteY7" fmla="*/ 876301 h 1185327"/>
                <a:gd name="connsiteX8" fmla="*/ 565991 w 626301"/>
                <a:gd name="connsiteY8" fmla="*/ 738716 h 1185327"/>
                <a:gd name="connsiteX9" fmla="*/ 513075 w 626301"/>
                <a:gd name="connsiteY9" fmla="*/ 685800 h 1185327"/>
                <a:gd name="connsiteX10" fmla="*/ 284474 w 626301"/>
                <a:gd name="connsiteY10" fmla="*/ 535517 h 1185327"/>
                <a:gd name="connsiteX11" fmla="*/ 375491 w 626301"/>
                <a:gd name="connsiteY11" fmla="*/ 135466 h 1185327"/>
                <a:gd name="connsiteX12" fmla="*/ 244258 w 626301"/>
                <a:gd name="connsiteY12" fmla="*/ 0 h 1185327"/>
                <a:gd name="connsiteX0" fmla="*/ 250608 w 565991"/>
                <a:gd name="connsiteY0" fmla="*/ 6350 h 1128720"/>
                <a:gd name="connsiteX1" fmla="*/ 106674 w 565991"/>
                <a:gd name="connsiteY1" fmla="*/ 184150 h 1128720"/>
                <a:gd name="connsiteX2" fmla="*/ 15658 w 565991"/>
                <a:gd name="connsiteY2" fmla="*/ 628650 h 1128720"/>
                <a:gd name="connsiteX3" fmla="*/ 15658 w 565991"/>
                <a:gd name="connsiteY3" fmla="*/ 1068917 h 1128720"/>
                <a:gd name="connsiteX4" fmla="*/ 204042 w 565991"/>
                <a:gd name="connsiteY4" fmla="*/ 1100666 h 1128720"/>
                <a:gd name="connsiteX5" fmla="*/ 337391 w 565991"/>
                <a:gd name="connsiteY5" fmla="*/ 844550 h 1128720"/>
                <a:gd name="connsiteX6" fmla="*/ 515192 w 565991"/>
                <a:gd name="connsiteY6" fmla="*/ 876301 h 1128720"/>
                <a:gd name="connsiteX7" fmla="*/ 565991 w 565991"/>
                <a:gd name="connsiteY7" fmla="*/ 738716 h 1128720"/>
                <a:gd name="connsiteX8" fmla="*/ 513075 w 565991"/>
                <a:gd name="connsiteY8" fmla="*/ 685800 h 1128720"/>
                <a:gd name="connsiteX9" fmla="*/ 284474 w 565991"/>
                <a:gd name="connsiteY9" fmla="*/ 535517 h 1128720"/>
                <a:gd name="connsiteX10" fmla="*/ 375491 w 565991"/>
                <a:gd name="connsiteY10" fmla="*/ 135466 h 1128720"/>
                <a:gd name="connsiteX11" fmla="*/ 244258 w 565991"/>
                <a:gd name="connsiteY11" fmla="*/ 0 h 1128720"/>
                <a:gd name="connsiteX0" fmla="*/ 246130 w 561513"/>
                <a:gd name="connsiteY0" fmla="*/ 6350 h 1070976"/>
                <a:gd name="connsiteX1" fmla="*/ 102196 w 561513"/>
                <a:gd name="connsiteY1" fmla="*/ 184150 h 1070976"/>
                <a:gd name="connsiteX2" fmla="*/ 11180 w 561513"/>
                <a:gd name="connsiteY2" fmla="*/ 628650 h 1070976"/>
                <a:gd name="connsiteX3" fmla="*/ 11180 w 561513"/>
                <a:gd name="connsiteY3" fmla="*/ 1068917 h 1070976"/>
                <a:gd name="connsiteX4" fmla="*/ 138180 w 561513"/>
                <a:gd name="connsiteY4" fmla="*/ 795866 h 1070976"/>
                <a:gd name="connsiteX5" fmla="*/ 332913 w 561513"/>
                <a:gd name="connsiteY5" fmla="*/ 844550 h 1070976"/>
                <a:gd name="connsiteX6" fmla="*/ 510714 w 561513"/>
                <a:gd name="connsiteY6" fmla="*/ 876301 h 1070976"/>
                <a:gd name="connsiteX7" fmla="*/ 561513 w 561513"/>
                <a:gd name="connsiteY7" fmla="*/ 738716 h 1070976"/>
                <a:gd name="connsiteX8" fmla="*/ 508597 w 561513"/>
                <a:gd name="connsiteY8" fmla="*/ 685800 h 1070976"/>
                <a:gd name="connsiteX9" fmla="*/ 279996 w 561513"/>
                <a:gd name="connsiteY9" fmla="*/ 535517 h 1070976"/>
                <a:gd name="connsiteX10" fmla="*/ 371013 w 561513"/>
                <a:gd name="connsiteY10" fmla="*/ 135466 h 1070976"/>
                <a:gd name="connsiteX11" fmla="*/ 239780 w 561513"/>
                <a:gd name="connsiteY11" fmla="*/ 0 h 1070976"/>
                <a:gd name="connsiteX0" fmla="*/ 253926 w 569309"/>
                <a:gd name="connsiteY0" fmla="*/ 6350 h 878697"/>
                <a:gd name="connsiteX1" fmla="*/ 109992 w 569309"/>
                <a:gd name="connsiteY1" fmla="*/ 184150 h 878697"/>
                <a:gd name="connsiteX2" fmla="*/ 18976 w 569309"/>
                <a:gd name="connsiteY2" fmla="*/ 628650 h 878697"/>
                <a:gd name="connsiteX3" fmla="*/ 8393 w 569309"/>
                <a:gd name="connsiteY3" fmla="*/ 738717 h 878697"/>
                <a:gd name="connsiteX4" fmla="*/ 145976 w 569309"/>
                <a:gd name="connsiteY4" fmla="*/ 795866 h 878697"/>
                <a:gd name="connsiteX5" fmla="*/ 340709 w 569309"/>
                <a:gd name="connsiteY5" fmla="*/ 844550 h 878697"/>
                <a:gd name="connsiteX6" fmla="*/ 518510 w 569309"/>
                <a:gd name="connsiteY6" fmla="*/ 876301 h 878697"/>
                <a:gd name="connsiteX7" fmla="*/ 569309 w 569309"/>
                <a:gd name="connsiteY7" fmla="*/ 738716 h 878697"/>
                <a:gd name="connsiteX8" fmla="*/ 516393 w 569309"/>
                <a:gd name="connsiteY8" fmla="*/ 685800 h 878697"/>
                <a:gd name="connsiteX9" fmla="*/ 287792 w 569309"/>
                <a:gd name="connsiteY9" fmla="*/ 535517 h 878697"/>
                <a:gd name="connsiteX10" fmla="*/ 378809 w 569309"/>
                <a:gd name="connsiteY10" fmla="*/ 135466 h 878697"/>
                <a:gd name="connsiteX11" fmla="*/ 247576 w 569309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1343 w 596726"/>
                <a:gd name="connsiteY0" fmla="*/ 6350 h 878697"/>
                <a:gd name="connsiteX1" fmla="*/ 137409 w 596726"/>
                <a:gd name="connsiteY1" fmla="*/ 184150 h 878697"/>
                <a:gd name="connsiteX2" fmla="*/ 1943 w 596726"/>
                <a:gd name="connsiteY2" fmla="*/ 450850 h 878697"/>
                <a:gd name="connsiteX3" fmla="*/ 35810 w 596726"/>
                <a:gd name="connsiteY3" fmla="*/ 738717 h 878697"/>
                <a:gd name="connsiteX4" fmla="*/ 173393 w 596726"/>
                <a:gd name="connsiteY4" fmla="*/ 795866 h 878697"/>
                <a:gd name="connsiteX5" fmla="*/ 368126 w 596726"/>
                <a:gd name="connsiteY5" fmla="*/ 844550 h 878697"/>
                <a:gd name="connsiteX6" fmla="*/ 545927 w 596726"/>
                <a:gd name="connsiteY6" fmla="*/ 876301 h 878697"/>
                <a:gd name="connsiteX7" fmla="*/ 596726 w 596726"/>
                <a:gd name="connsiteY7" fmla="*/ 738716 h 878697"/>
                <a:gd name="connsiteX8" fmla="*/ 543810 w 596726"/>
                <a:gd name="connsiteY8" fmla="*/ 685800 h 878697"/>
                <a:gd name="connsiteX9" fmla="*/ 315209 w 596726"/>
                <a:gd name="connsiteY9" fmla="*/ 535517 h 878697"/>
                <a:gd name="connsiteX10" fmla="*/ 406226 w 596726"/>
                <a:gd name="connsiteY10" fmla="*/ 135466 h 878697"/>
                <a:gd name="connsiteX11" fmla="*/ 274993 w 596726"/>
                <a:gd name="connsiteY11" fmla="*/ 0 h 878697"/>
                <a:gd name="connsiteX0" fmla="*/ 287469 w 602852"/>
                <a:gd name="connsiteY0" fmla="*/ 6350 h 878697"/>
                <a:gd name="connsiteX1" fmla="*/ 143535 w 602852"/>
                <a:gd name="connsiteY1" fmla="*/ 184150 h 878697"/>
                <a:gd name="connsiteX2" fmla="*/ 8069 w 602852"/>
                <a:gd name="connsiteY2" fmla="*/ 450850 h 878697"/>
                <a:gd name="connsiteX3" fmla="*/ 18653 w 602852"/>
                <a:gd name="connsiteY3" fmla="*/ 664634 h 878697"/>
                <a:gd name="connsiteX4" fmla="*/ 179519 w 602852"/>
                <a:gd name="connsiteY4" fmla="*/ 795866 h 878697"/>
                <a:gd name="connsiteX5" fmla="*/ 374252 w 602852"/>
                <a:gd name="connsiteY5" fmla="*/ 844550 h 878697"/>
                <a:gd name="connsiteX6" fmla="*/ 552053 w 602852"/>
                <a:gd name="connsiteY6" fmla="*/ 876301 h 878697"/>
                <a:gd name="connsiteX7" fmla="*/ 602852 w 602852"/>
                <a:gd name="connsiteY7" fmla="*/ 738716 h 878697"/>
                <a:gd name="connsiteX8" fmla="*/ 549936 w 602852"/>
                <a:gd name="connsiteY8" fmla="*/ 685800 h 878697"/>
                <a:gd name="connsiteX9" fmla="*/ 321335 w 602852"/>
                <a:gd name="connsiteY9" fmla="*/ 535517 h 878697"/>
                <a:gd name="connsiteX10" fmla="*/ 412352 w 602852"/>
                <a:gd name="connsiteY10" fmla="*/ 135466 h 878697"/>
                <a:gd name="connsiteX11" fmla="*/ 281119 w 602852"/>
                <a:gd name="connsiteY11" fmla="*/ 0 h 878697"/>
                <a:gd name="connsiteX0" fmla="*/ 287469 w 602852"/>
                <a:gd name="connsiteY0" fmla="*/ 6350 h 878697"/>
                <a:gd name="connsiteX1" fmla="*/ 143535 w 602852"/>
                <a:gd name="connsiteY1" fmla="*/ 184150 h 878697"/>
                <a:gd name="connsiteX2" fmla="*/ 8069 w 602852"/>
                <a:gd name="connsiteY2" fmla="*/ 450850 h 878697"/>
                <a:gd name="connsiteX3" fmla="*/ 18653 w 602852"/>
                <a:gd name="connsiteY3" fmla="*/ 664634 h 878697"/>
                <a:gd name="connsiteX4" fmla="*/ 179519 w 602852"/>
                <a:gd name="connsiteY4" fmla="*/ 795866 h 878697"/>
                <a:gd name="connsiteX5" fmla="*/ 374252 w 602852"/>
                <a:gd name="connsiteY5" fmla="*/ 844550 h 878697"/>
                <a:gd name="connsiteX6" fmla="*/ 552053 w 602852"/>
                <a:gd name="connsiteY6" fmla="*/ 876301 h 878697"/>
                <a:gd name="connsiteX7" fmla="*/ 602852 w 602852"/>
                <a:gd name="connsiteY7" fmla="*/ 738716 h 878697"/>
                <a:gd name="connsiteX8" fmla="*/ 549936 w 602852"/>
                <a:gd name="connsiteY8" fmla="*/ 685800 h 878697"/>
                <a:gd name="connsiteX9" fmla="*/ 321335 w 602852"/>
                <a:gd name="connsiteY9" fmla="*/ 535517 h 878697"/>
                <a:gd name="connsiteX10" fmla="*/ 412352 w 602852"/>
                <a:gd name="connsiteY10" fmla="*/ 135466 h 878697"/>
                <a:gd name="connsiteX11" fmla="*/ 281119 w 602852"/>
                <a:gd name="connsiteY11" fmla="*/ 0 h 878697"/>
                <a:gd name="connsiteX0" fmla="*/ 287469 w 602852"/>
                <a:gd name="connsiteY0" fmla="*/ 6350 h 880279"/>
                <a:gd name="connsiteX1" fmla="*/ 143535 w 602852"/>
                <a:gd name="connsiteY1" fmla="*/ 184150 h 880279"/>
                <a:gd name="connsiteX2" fmla="*/ 8069 w 602852"/>
                <a:gd name="connsiteY2" fmla="*/ 450850 h 880279"/>
                <a:gd name="connsiteX3" fmla="*/ 18653 w 602852"/>
                <a:gd name="connsiteY3" fmla="*/ 664634 h 880279"/>
                <a:gd name="connsiteX4" fmla="*/ 179519 w 602852"/>
                <a:gd name="connsiteY4" fmla="*/ 795866 h 880279"/>
                <a:gd name="connsiteX5" fmla="*/ 374252 w 602852"/>
                <a:gd name="connsiteY5" fmla="*/ 844550 h 880279"/>
                <a:gd name="connsiteX6" fmla="*/ 552053 w 602852"/>
                <a:gd name="connsiteY6" fmla="*/ 876301 h 880279"/>
                <a:gd name="connsiteX7" fmla="*/ 602852 w 602852"/>
                <a:gd name="connsiteY7" fmla="*/ 738716 h 880279"/>
                <a:gd name="connsiteX8" fmla="*/ 549936 w 602852"/>
                <a:gd name="connsiteY8" fmla="*/ 685800 h 880279"/>
                <a:gd name="connsiteX9" fmla="*/ 321335 w 602852"/>
                <a:gd name="connsiteY9" fmla="*/ 535517 h 880279"/>
                <a:gd name="connsiteX10" fmla="*/ 412352 w 602852"/>
                <a:gd name="connsiteY10" fmla="*/ 135466 h 880279"/>
                <a:gd name="connsiteX11" fmla="*/ 281119 w 602852"/>
                <a:gd name="connsiteY11" fmla="*/ 0 h 880279"/>
                <a:gd name="connsiteX0" fmla="*/ 287469 w 602852"/>
                <a:gd name="connsiteY0" fmla="*/ 6350 h 880279"/>
                <a:gd name="connsiteX1" fmla="*/ 46168 w 602852"/>
                <a:gd name="connsiteY1" fmla="*/ 332317 h 880279"/>
                <a:gd name="connsiteX2" fmla="*/ 8069 w 602852"/>
                <a:gd name="connsiteY2" fmla="*/ 450850 h 880279"/>
                <a:gd name="connsiteX3" fmla="*/ 18653 w 602852"/>
                <a:gd name="connsiteY3" fmla="*/ 664634 h 880279"/>
                <a:gd name="connsiteX4" fmla="*/ 179519 w 602852"/>
                <a:gd name="connsiteY4" fmla="*/ 795866 h 880279"/>
                <a:gd name="connsiteX5" fmla="*/ 374252 w 602852"/>
                <a:gd name="connsiteY5" fmla="*/ 844550 h 880279"/>
                <a:gd name="connsiteX6" fmla="*/ 552053 w 602852"/>
                <a:gd name="connsiteY6" fmla="*/ 876301 h 880279"/>
                <a:gd name="connsiteX7" fmla="*/ 602852 w 602852"/>
                <a:gd name="connsiteY7" fmla="*/ 738716 h 880279"/>
                <a:gd name="connsiteX8" fmla="*/ 549936 w 602852"/>
                <a:gd name="connsiteY8" fmla="*/ 685800 h 880279"/>
                <a:gd name="connsiteX9" fmla="*/ 321335 w 602852"/>
                <a:gd name="connsiteY9" fmla="*/ 535517 h 880279"/>
                <a:gd name="connsiteX10" fmla="*/ 412352 w 602852"/>
                <a:gd name="connsiteY10" fmla="*/ 135466 h 880279"/>
                <a:gd name="connsiteX11" fmla="*/ 281119 w 602852"/>
                <a:gd name="connsiteY11" fmla="*/ 0 h 880279"/>
                <a:gd name="connsiteX0" fmla="*/ 287469 w 602852"/>
                <a:gd name="connsiteY0" fmla="*/ 31750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12352 w 602852"/>
                <a:gd name="connsiteY10" fmla="*/ 160866 h 905679"/>
                <a:gd name="connsiteX11" fmla="*/ 293819 w 602852"/>
                <a:gd name="connsiteY11" fmla="*/ 0 h 905679"/>
                <a:gd name="connsiteX0" fmla="*/ 109669 w 602852"/>
                <a:gd name="connsiteY0" fmla="*/ 175683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12352 w 602852"/>
                <a:gd name="connsiteY10" fmla="*/ 160866 h 905679"/>
                <a:gd name="connsiteX11" fmla="*/ 293819 w 602852"/>
                <a:gd name="connsiteY11" fmla="*/ 0 h 905679"/>
                <a:gd name="connsiteX0" fmla="*/ 109669 w 602852"/>
                <a:gd name="connsiteY0" fmla="*/ 175683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12352 w 602852"/>
                <a:gd name="connsiteY10" fmla="*/ 160866 h 905679"/>
                <a:gd name="connsiteX11" fmla="*/ 293819 w 602852"/>
                <a:gd name="connsiteY11" fmla="*/ 0 h 905679"/>
                <a:gd name="connsiteX0" fmla="*/ 109669 w 602852"/>
                <a:gd name="connsiteY0" fmla="*/ 175683 h 905679"/>
                <a:gd name="connsiteX1" fmla="*/ 46168 w 602852"/>
                <a:gd name="connsiteY1" fmla="*/ 357717 h 905679"/>
                <a:gd name="connsiteX2" fmla="*/ 8069 w 602852"/>
                <a:gd name="connsiteY2" fmla="*/ 476250 h 905679"/>
                <a:gd name="connsiteX3" fmla="*/ 18653 w 602852"/>
                <a:gd name="connsiteY3" fmla="*/ 690034 h 905679"/>
                <a:gd name="connsiteX4" fmla="*/ 179519 w 602852"/>
                <a:gd name="connsiteY4" fmla="*/ 821266 h 905679"/>
                <a:gd name="connsiteX5" fmla="*/ 374252 w 602852"/>
                <a:gd name="connsiteY5" fmla="*/ 869950 h 905679"/>
                <a:gd name="connsiteX6" fmla="*/ 552053 w 602852"/>
                <a:gd name="connsiteY6" fmla="*/ 901701 h 905679"/>
                <a:gd name="connsiteX7" fmla="*/ 602852 w 602852"/>
                <a:gd name="connsiteY7" fmla="*/ 764116 h 905679"/>
                <a:gd name="connsiteX8" fmla="*/ 549936 w 602852"/>
                <a:gd name="connsiteY8" fmla="*/ 711200 h 905679"/>
                <a:gd name="connsiteX9" fmla="*/ 321335 w 602852"/>
                <a:gd name="connsiteY9" fmla="*/ 560917 h 905679"/>
                <a:gd name="connsiteX10" fmla="*/ 435636 w 602852"/>
                <a:gd name="connsiteY10" fmla="*/ 328082 h 905679"/>
                <a:gd name="connsiteX11" fmla="*/ 293819 w 602852"/>
                <a:gd name="connsiteY11" fmla="*/ 0 h 905679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21335 w 602852"/>
                <a:gd name="connsiteY9" fmla="*/ 474133 h 818895"/>
                <a:gd name="connsiteX10" fmla="*/ 435636 w 602852"/>
                <a:gd name="connsiteY10" fmla="*/ 241298 h 818895"/>
                <a:gd name="connsiteX11" fmla="*/ 334035 w 602852"/>
                <a:gd name="connsiteY11" fmla="*/ 0 h 818895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21335 w 602852"/>
                <a:gd name="connsiteY9" fmla="*/ 474133 h 818895"/>
                <a:gd name="connsiteX10" fmla="*/ 435636 w 602852"/>
                <a:gd name="connsiteY10" fmla="*/ 241298 h 818895"/>
                <a:gd name="connsiteX11" fmla="*/ 334035 w 602852"/>
                <a:gd name="connsiteY11" fmla="*/ 0 h 818895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17101 w 602852"/>
                <a:gd name="connsiteY9" fmla="*/ 482600 h 818895"/>
                <a:gd name="connsiteX10" fmla="*/ 435636 w 602852"/>
                <a:gd name="connsiteY10" fmla="*/ 241298 h 818895"/>
                <a:gd name="connsiteX11" fmla="*/ 334035 w 602852"/>
                <a:gd name="connsiteY11" fmla="*/ 0 h 818895"/>
                <a:gd name="connsiteX0" fmla="*/ 109669 w 602852"/>
                <a:gd name="connsiteY0" fmla="*/ 88899 h 818895"/>
                <a:gd name="connsiteX1" fmla="*/ 46168 w 602852"/>
                <a:gd name="connsiteY1" fmla="*/ 270933 h 818895"/>
                <a:gd name="connsiteX2" fmla="*/ 8069 w 602852"/>
                <a:gd name="connsiteY2" fmla="*/ 389466 h 818895"/>
                <a:gd name="connsiteX3" fmla="*/ 18653 w 602852"/>
                <a:gd name="connsiteY3" fmla="*/ 603250 h 818895"/>
                <a:gd name="connsiteX4" fmla="*/ 179519 w 602852"/>
                <a:gd name="connsiteY4" fmla="*/ 734482 h 818895"/>
                <a:gd name="connsiteX5" fmla="*/ 374252 w 602852"/>
                <a:gd name="connsiteY5" fmla="*/ 783166 h 818895"/>
                <a:gd name="connsiteX6" fmla="*/ 552053 w 602852"/>
                <a:gd name="connsiteY6" fmla="*/ 814917 h 818895"/>
                <a:gd name="connsiteX7" fmla="*/ 602852 w 602852"/>
                <a:gd name="connsiteY7" fmla="*/ 677332 h 818895"/>
                <a:gd name="connsiteX8" fmla="*/ 549936 w 602852"/>
                <a:gd name="connsiteY8" fmla="*/ 624416 h 818895"/>
                <a:gd name="connsiteX9" fmla="*/ 392578 w 602852"/>
                <a:gd name="connsiteY9" fmla="*/ 546900 h 818895"/>
                <a:gd name="connsiteX10" fmla="*/ 317101 w 602852"/>
                <a:gd name="connsiteY10" fmla="*/ 482600 h 818895"/>
                <a:gd name="connsiteX11" fmla="*/ 435636 w 602852"/>
                <a:gd name="connsiteY11" fmla="*/ 241298 h 818895"/>
                <a:gd name="connsiteX12" fmla="*/ 334035 w 602852"/>
                <a:gd name="connsiteY12" fmla="*/ 0 h 818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392578 w 602852"/>
                <a:gd name="connsiteY9" fmla="*/ 673900 h 945895"/>
                <a:gd name="connsiteX10" fmla="*/ 317101 w 602852"/>
                <a:gd name="connsiteY10" fmla="*/ 609600 h 945895"/>
                <a:gd name="connsiteX11" fmla="*/ 435636 w 602852"/>
                <a:gd name="connsiteY11" fmla="*/ 36829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392578 w 602852"/>
                <a:gd name="connsiteY9" fmla="*/ 673900 h 945895"/>
                <a:gd name="connsiteX10" fmla="*/ 317101 w 602852"/>
                <a:gd name="connsiteY10" fmla="*/ 609600 h 945895"/>
                <a:gd name="connsiteX11" fmla="*/ 165761 w 602852"/>
                <a:gd name="connsiteY11" fmla="*/ 19684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392578 w 602852"/>
                <a:gd name="connsiteY9" fmla="*/ 673900 h 945895"/>
                <a:gd name="connsiteX10" fmla="*/ 263126 w 602852"/>
                <a:gd name="connsiteY10" fmla="*/ 447675 h 945895"/>
                <a:gd name="connsiteX11" fmla="*/ 165761 w 602852"/>
                <a:gd name="connsiteY11" fmla="*/ 19684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549936 w 602852"/>
                <a:gd name="connsiteY8" fmla="*/ 751416 h 945895"/>
                <a:gd name="connsiteX9" fmla="*/ 183028 w 602852"/>
                <a:gd name="connsiteY9" fmla="*/ 492925 h 945895"/>
                <a:gd name="connsiteX10" fmla="*/ 263126 w 602852"/>
                <a:gd name="connsiteY10" fmla="*/ 447675 h 945895"/>
                <a:gd name="connsiteX11" fmla="*/ 165761 w 602852"/>
                <a:gd name="connsiteY11" fmla="*/ 196848 h 945895"/>
                <a:gd name="connsiteX12" fmla="*/ 108610 w 602852"/>
                <a:gd name="connsiteY12" fmla="*/ 0 h 945895"/>
                <a:gd name="connsiteX0" fmla="*/ 109669 w 602852"/>
                <a:gd name="connsiteY0" fmla="*/ 215899 h 945895"/>
                <a:gd name="connsiteX1" fmla="*/ 46168 w 602852"/>
                <a:gd name="connsiteY1" fmla="*/ 397933 h 945895"/>
                <a:gd name="connsiteX2" fmla="*/ 8069 w 602852"/>
                <a:gd name="connsiteY2" fmla="*/ 516466 h 945895"/>
                <a:gd name="connsiteX3" fmla="*/ 18653 w 602852"/>
                <a:gd name="connsiteY3" fmla="*/ 730250 h 945895"/>
                <a:gd name="connsiteX4" fmla="*/ 179519 w 602852"/>
                <a:gd name="connsiteY4" fmla="*/ 861482 h 945895"/>
                <a:gd name="connsiteX5" fmla="*/ 374252 w 602852"/>
                <a:gd name="connsiteY5" fmla="*/ 910166 h 945895"/>
                <a:gd name="connsiteX6" fmla="*/ 552053 w 602852"/>
                <a:gd name="connsiteY6" fmla="*/ 941917 h 945895"/>
                <a:gd name="connsiteX7" fmla="*/ 602852 w 602852"/>
                <a:gd name="connsiteY7" fmla="*/ 804332 h 945895"/>
                <a:gd name="connsiteX8" fmla="*/ 183028 w 602852"/>
                <a:gd name="connsiteY8" fmla="*/ 492925 h 945895"/>
                <a:gd name="connsiteX9" fmla="*/ 263126 w 602852"/>
                <a:gd name="connsiteY9" fmla="*/ 447675 h 945895"/>
                <a:gd name="connsiteX10" fmla="*/ 165761 w 602852"/>
                <a:gd name="connsiteY10" fmla="*/ 196848 h 945895"/>
                <a:gd name="connsiteX11" fmla="*/ 108610 w 602852"/>
                <a:gd name="connsiteY11" fmla="*/ 0 h 945895"/>
                <a:gd name="connsiteX0" fmla="*/ 109669 w 606027"/>
                <a:gd name="connsiteY0" fmla="*/ 215899 h 946437"/>
                <a:gd name="connsiteX1" fmla="*/ 46168 w 606027"/>
                <a:gd name="connsiteY1" fmla="*/ 397933 h 946437"/>
                <a:gd name="connsiteX2" fmla="*/ 8069 w 606027"/>
                <a:gd name="connsiteY2" fmla="*/ 516466 h 946437"/>
                <a:gd name="connsiteX3" fmla="*/ 18653 w 606027"/>
                <a:gd name="connsiteY3" fmla="*/ 730250 h 946437"/>
                <a:gd name="connsiteX4" fmla="*/ 179519 w 606027"/>
                <a:gd name="connsiteY4" fmla="*/ 861482 h 946437"/>
                <a:gd name="connsiteX5" fmla="*/ 374252 w 606027"/>
                <a:gd name="connsiteY5" fmla="*/ 910166 h 946437"/>
                <a:gd name="connsiteX6" fmla="*/ 552053 w 606027"/>
                <a:gd name="connsiteY6" fmla="*/ 941917 h 946437"/>
                <a:gd name="connsiteX7" fmla="*/ 606027 w 606027"/>
                <a:gd name="connsiteY7" fmla="*/ 794807 h 946437"/>
                <a:gd name="connsiteX8" fmla="*/ 183028 w 606027"/>
                <a:gd name="connsiteY8" fmla="*/ 492925 h 946437"/>
                <a:gd name="connsiteX9" fmla="*/ 263126 w 606027"/>
                <a:gd name="connsiteY9" fmla="*/ 447675 h 946437"/>
                <a:gd name="connsiteX10" fmla="*/ 165761 w 606027"/>
                <a:gd name="connsiteY10" fmla="*/ 196848 h 946437"/>
                <a:gd name="connsiteX11" fmla="*/ 108610 w 606027"/>
                <a:gd name="connsiteY11" fmla="*/ 0 h 946437"/>
                <a:gd name="connsiteX0" fmla="*/ 109669 w 556912"/>
                <a:gd name="connsiteY0" fmla="*/ 215899 h 966720"/>
                <a:gd name="connsiteX1" fmla="*/ 46168 w 556912"/>
                <a:gd name="connsiteY1" fmla="*/ 397933 h 966720"/>
                <a:gd name="connsiteX2" fmla="*/ 8069 w 556912"/>
                <a:gd name="connsiteY2" fmla="*/ 516466 h 966720"/>
                <a:gd name="connsiteX3" fmla="*/ 18653 w 556912"/>
                <a:gd name="connsiteY3" fmla="*/ 730250 h 966720"/>
                <a:gd name="connsiteX4" fmla="*/ 179519 w 556912"/>
                <a:gd name="connsiteY4" fmla="*/ 861482 h 966720"/>
                <a:gd name="connsiteX5" fmla="*/ 374252 w 556912"/>
                <a:gd name="connsiteY5" fmla="*/ 910166 h 966720"/>
                <a:gd name="connsiteX6" fmla="*/ 552053 w 556912"/>
                <a:gd name="connsiteY6" fmla="*/ 941917 h 966720"/>
                <a:gd name="connsiteX7" fmla="*/ 183028 w 556912"/>
                <a:gd name="connsiteY7" fmla="*/ 492925 h 966720"/>
                <a:gd name="connsiteX8" fmla="*/ 263126 w 556912"/>
                <a:gd name="connsiteY8" fmla="*/ 447675 h 966720"/>
                <a:gd name="connsiteX9" fmla="*/ 165761 w 556912"/>
                <a:gd name="connsiteY9" fmla="*/ 196848 h 966720"/>
                <a:gd name="connsiteX10" fmla="*/ 108610 w 556912"/>
                <a:gd name="connsiteY10" fmla="*/ 0 h 966720"/>
                <a:gd name="connsiteX0" fmla="*/ 109669 w 374253"/>
                <a:gd name="connsiteY0" fmla="*/ 215899 h 910166"/>
                <a:gd name="connsiteX1" fmla="*/ 46168 w 374253"/>
                <a:gd name="connsiteY1" fmla="*/ 397933 h 910166"/>
                <a:gd name="connsiteX2" fmla="*/ 8069 w 374253"/>
                <a:gd name="connsiteY2" fmla="*/ 516466 h 910166"/>
                <a:gd name="connsiteX3" fmla="*/ 18653 w 374253"/>
                <a:gd name="connsiteY3" fmla="*/ 730250 h 910166"/>
                <a:gd name="connsiteX4" fmla="*/ 179519 w 374253"/>
                <a:gd name="connsiteY4" fmla="*/ 861482 h 910166"/>
                <a:gd name="connsiteX5" fmla="*/ 374252 w 374253"/>
                <a:gd name="connsiteY5" fmla="*/ 910166 h 910166"/>
                <a:gd name="connsiteX6" fmla="*/ 183028 w 374253"/>
                <a:gd name="connsiteY6" fmla="*/ 492925 h 910166"/>
                <a:gd name="connsiteX7" fmla="*/ 263126 w 374253"/>
                <a:gd name="connsiteY7" fmla="*/ 447675 h 910166"/>
                <a:gd name="connsiteX8" fmla="*/ 165761 w 374253"/>
                <a:gd name="connsiteY8" fmla="*/ 196848 h 910166"/>
                <a:gd name="connsiteX9" fmla="*/ 108610 w 374253"/>
                <a:gd name="connsiteY9" fmla="*/ 0 h 910166"/>
                <a:gd name="connsiteX0" fmla="*/ 109669 w 263213"/>
                <a:gd name="connsiteY0" fmla="*/ 215899 h 869684"/>
                <a:gd name="connsiteX1" fmla="*/ 46168 w 263213"/>
                <a:gd name="connsiteY1" fmla="*/ 397933 h 869684"/>
                <a:gd name="connsiteX2" fmla="*/ 8069 w 263213"/>
                <a:gd name="connsiteY2" fmla="*/ 516466 h 869684"/>
                <a:gd name="connsiteX3" fmla="*/ 18653 w 263213"/>
                <a:gd name="connsiteY3" fmla="*/ 730250 h 869684"/>
                <a:gd name="connsiteX4" fmla="*/ 179519 w 263213"/>
                <a:gd name="connsiteY4" fmla="*/ 861482 h 869684"/>
                <a:gd name="connsiteX5" fmla="*/ 183028 w 263213"/>
                <a:gd name="connsiteY5" fmla="*/ 492925 h 869684"/>
                <a:gd name="connsiteX6" fmla="*/ 263126 w 263213"/>
                <a:gd name="connsiteY6" fmla="*/ 447675 h 869684"/>
                <a:gd name="connsiteX7" fmla="*/ 165761 w 263213"/>
                <a:gd name="connsiteY7" fmla="*/ 196848 h 869684"/>
                <a:gd name="connsiteX8" fmla="*/ 108610 w 263213"/>
                <a:gd name="connsiteY8" fmla="*/ 0 h 869684"/>
                <a:gd name="connsiteX0" fmla="*/ 109891 w 263487"/>
                <a:gd name="connsiteY0" fmla="*/ 215899 h 730319"/>
                <a:gd name="connsiteX1" fmla="*/ 46390 w 263487"/>
                <a:gd name="connsiteY1" fmla="*/ 397933 h 730319"/>
                <a:gd name="connsiteX2" fmla="*/ 8291 w 263487"/>
                <a:gd name="connsiteY2" fmla="*/ 516466 h 730319"/>
                <a:gd name="connsiteX3" fmla="*/ 18875 w 263487"/>
                <a:gd name="connsiteY3" fmla="*/ 730250 h 730319"/>
                <a:gd name="connsiteX4" fmla="*/ 183250 w 263487"/>
                <a:gd name="connsiteY4" fmla="*/ 492925 h 730319"/>
                <a:gd name="connsiteX5" fmla="*/ 263348 w 263487"/>
                <a:gd name="connsiteY5" fmla="*/ 447675 h 730319"/>
                <a:gd name="connsiteX6" fmla="*/ 165983 w 263487"/>
                <a:gd name="connsiteY6" fmla="*/ 196848 h 730319"/>
                <a:gd name="connsiteX7" fmla="*/ 108832 w 263487"/>
                <a:gd name="connsiteY7" fmla="*/ 0 h 730319"/>
                <a:gd name="connsiteX0" fmla="*/ 101600 w 255201"/>
                <a:gd name="connsiteY0" fmla="*/ 215899 h 521211"/>
                <a:gd name="connsiteX1" fmla="*/ 38099 w 255201"/>
                <a:gd name="connsiteY1" fmla="*/ 397933 h 521211"/>
                <a:gd name="connsiteX2" fmla="*/ 0 w 255201"/>
                <a:gd name="connsiteY2" fmla="*/ 516466 h 521211"/>
                <a:gd name="connsiteX3" fmla="*/ 174959 w 255201"/>
                <a:gd name="connsiteY3" fmla="*/ 492925 h 521211"/>
                <a:gd name="connsiteX4" fmla="*/ 255057 w 255201"/>
                <a:gd name="connsiteY4" fmla="*/ 447675 h 521211"/>
                <a:gd name="connsiteX5" fmla="*/ 157692 w 255201"/>
                <a:gd name="connsiteY5" fmla="*/ 196848 h 521211"/>
                <a:gd name="connsiteX6" fmla="*/ 100541 w 255201"/>
                <a:gd name="connsiteY6" fmla="*/ 0 h 521211"/>
                <a:gd name="connsiteX0" fmla="*/ 64387 w 217988"/>
                <a:gd name="connsiteY0" fmla="*/ 215899 h 532781"/>
                <a:gd name="connsiteX1" fmla="*/ 886 w 217988"/>
                <a:gd name="connsiteY1" fmla="*/ 397933 h 532781"/>
                <a:gd name="connsiteX2" fmla="*/ 19937 w 217988"/>
                <a:gd name="connsiteY2" fmla="*/ 529166 h 532781"/>
                <a:gd name="connsiteX3" fmla="*/ 137746 w 217988"/>
                <a:gd name="connsiteY3" fmla="*/ 492925 h 532781"/>
                <a:gd name="connsiteX4" fmla="*/ 217844 w 217988"/>
                <a:gd name="connsiteY4" fmla="*/ 447675 h 532781"/>
                <a:gd name="connsiteX5" fmla="*/ 120479 w 217988"/>
                <a:gd name="connsiteY5" fmla="*/ 196848 h 532781"/>
                <a:gd name="connsiteX6" fmla="*/ 63328 w 217988"/>
                <a:gd name="connsiteY6" fmla="*/ 0 h 532781"/>
                <a:gd name="connsiteX0" fmla="*/ 63550 w 217151"/>
                <a:gd name="connsiteY0" fmla="*/ 215899 h 532781"/>
                <a:gd name="connsiteX1" fmla="*/ 49 w 217151"/>
                <a:gd name="connsiteY1" fmla="*/ 397933 h 532781"/>
                <a:gd name="connsiteX2" fmla="*/ 50850 w 217151"/>
                <a:gd name="connsiteY2" fmla="*/ 529166 h 532781"/>
                <a:gd name="connsiteX3" fmla="*/ 136909 w 217151"/>
                <a:gd name="connsiteY3" fmla="*/ 492925 h 532781"/>
                <a:gd name="connsiteX4" fmla="*/ 217007 w 217151"/>
                <a:gd name="connsiteY4" fmla="*/ 447675 h 532781"/>
                <a:gd name="connsiteX5" fmla="*/ 119642 w 217151"/>
                <a:gd name="connsiteY5" fmla="*/ 196848 h 532781"/>
                <a:gd name="connsiteX6" fmla="*/ 62491 w 217151"/>
                <a:gd name="connsiteY6" fmla="*/ 0 h 532781"/>
                <a:gd name="connsiteX0" fmla="*/ 63617 w 217218"/>
                <a:gd name="connsiteY0" fmla="*/ 215899 h 532781"/>
                <a:gd name="connsiteX1" fmla="*/ 116 w 217218"/>
                <a:gd name="connsiteY1" fmla="*/ 397933 h 532781"/>
                <a:gd name="connsiteX2" fmla="*/ 50917 w 217218"/>
                <a:gd name="connsiteY2" fmla="*/ 529166 h 532781"/>
                <a:gd name="connsiteX3" fmla="*/ 136976 w 217218"/>
                <a:gd name="connsiteY3" fmla="*/ 492925 h 532781"/>
                <a:gd name="connsiteX4" fmla="*/ 217074 w 217218"/>
                <a:gd name="connsiteY4" fmla="*/ 447675 h 532781"/>
                <a:gd name="connsiteX5" fmla="*/ 119709 w 217218"/>
                <a:gd name="connsiteY5" fmla="*/ 196848 h 532781"/>
                <a:gd name="connsiteX6" fmla="*/ 62558 w 217218"/>
                <a:gd name="connsiteY6" fmla="*/ 0 h 532781"/>
                <a:gd name="connsiteX0" fmla="*/ 26687 w 180288"/>
                <a:gd name="connsiteY0" fmla="*/ 215899 h 532781"/>
                <a:gd name="connsiteX1" fmla="*/ 7636 w 180288"/>
                <a:gd name="connsiteY1" fmla="*/ 382058 h 532781"/>
                <a:gd name="connsiteX2" fmla="*/ 13987 w 180288"/>
                <a:gd name="connsiteY2" fmla="*/ 529166 h 532781"/>
                <a:gd name="connsiteX3" fmla="*/ 100046 w 180288"/>
                <a:gd name="connsiteY3" fmla="*/ 492925 h 532781"/>
                <a:gd name="connsiteX4" fmla="*/ 180144 w 180288"/>
                <a:gd name="connsiteY4" fmla="*/ 447675 h 532781"/>
                <a:gd name="connsiteX5" fmla="*/ 82779 w 180288"/>
                <a:gd name="connsiteY5" fmla="*/ 196848 h 532781"/>
                <a:gd name="connsiteX6" fmla="*/ 25628 w 180288"/>
                <a:gd name="connsiteY6" fmla="*/ 0 h 532781"/>
                <a:gd name="connsiteX0" fmla="*/ 26687 w 180288"/>
                <a:gd name="connsiteY0" fmla="*/ 234949 h 532781"/>
                <a:gd name="connsiteX1" fmla="*/ 7636 w 180288"/>
                <a:gd name="connsiteY1" fmla="*/ 382058 h 532781"/>
                <a:gd name="connsiteX2" fmla="*/ 13987 w 180288"/>
                <a:gd name="connsiteY2" fmla="*/ 529166 h 532781"/>
                <a:gd name="connsiteX3" fmla="*/ 100046 w 180288"/>
                <a:gd name="connsiteY3" fmla="*/ 492925 h 532781"/>
                <a:gd name="connsiteX4" fmla="*/ 180144 w 180288"/>
                <a:gd name="connsiteY4" fmla="*/ 447675 h 532781"/>
                <a:gd name="connsiteX5" fmla="*/ 82779 w 180288"/>
                <a:gd name="connsiteY5" fmla="*/ 196848 h 532781"/>
                <a:gd name="connsiteX6" fmla="*/ 25628 w 180288"/>
                <a:gd name="connsiteY6" fmla="*/ 0 h 532781"/>
                <a:gd name="connsiteX0" fmla="*/ 26687 w 180319"/>
                <a:gd name="connsiteY0" fmla="*/ 234949 h 532781"/>
                <a:gd name="connsiteX1" fmla="*/ 7636 w 180319"/>
                <a:gd name="connsiteY1" fmla="*/ 382058 h 532781"/>
                <a:gd name="connsiteX2" fmla="*/ 13987 w 180319"/>
                <a:gd name="connsiteY2" fmla="*/ 529166 h 532781"/>
                <a:gd name="connsiteX3" fmla="*/ 100046 w 180319"/>
                <a:gd name="connsiteY3" fmla="*/ 492925 h 532781"/>
                <a:gd name="connsiteX4" fmla="*/ 180144 w 180319"/>
                <a:gd name="connsiteY4" fmla="*/ 447675 h 532781"/>
                <a:gd name="connsiteX5" fmla="*/ 82779 w 180319"/>
                <a:gd name="connsiteY5" fmla="*/ 196848 h 532781"/>
                <a:gd name="connsiteX6" fmla="*/ 25628 w 180319"/>
                <a:gd name="connsiteY6" fmla="*/ 0 h 532781"/>
                <a:gd name="connsiteX0" fmla="*/ 26687 w 180319"/>
                <a:gd name="connsiteY0" fmla="*/ 234949 h 532781"/>
                <a:gd name="connsiteX1" fmla="*/ 7636 w 180319"/>
                <a:gd name="connsiteY1" fmla="*/ 382058 h 532781"/>
                <a:gd name="connsiteX2" fmla="*/ 13987 w 180319"/>
                <a:gd name="connsiteY2" fmla="*/ 529166 h 532781"/>
                <a:gd name="connsiteX3" fmla="*/ 100046 w 180319"/>
                <a:gd name="connsiteY3" fmla="*/ 492925 h 532781"/>
                <a:gd name="connsiteX4" fmla="*/ 180144 w 180319"/>
                <a:gd name="connsiteY4" fmla="*/ 447675 h 532781"/>
                <a:gd name="connsiteX5" fmla="*/ 82779 w 180319"/>
                <a:gd name="connsiteY5" fmla="*/ 196848 h 532781"/>
                <a:gd name="connsiteX6" fmla="*/ 25628 w 180319"/>
                <a:gd name="connsiteY6" fmla="*/ 0 h 532781"/>
                <a:gd name="connsiteX0" fmla="*/ 26687 w 187447"/>
                <a:gd name="connsiteY0" fmla="*/ 234949 h 532781"/>
                <a:gd name="connsiteX1" fmla="*/ 7636 w 187447"/>
                <a:gd name="connsiteY1" fmla="*/ 382058 h 532781"/>
                <a:gd name="connsiteX2" fmla="*/ 13987 w 187447"/>
                <a:gd name="connsiteY2" fmla="*/ 529166 h 532781"/>
                <a:gd name="connsiteX3" fmla="*/ 100046 w 187447"/>
                <a:gd name="connsiteY3" fmla="*/ 492925 h 532781"/>
                <a:gd name="connsiteX4" fmla="*/ 180144 w 187447"/>
                <a:gd name="connsiteY4" fmla="*/ 447675 h 532781"/>
                <a:gd name="connsiteX5" fmla="*/ 82779 w 187447"/>
                <a:gd name="connsiteY5" fmla="*/ 196848 h 532781"/>
                <a:gd name="connsiteX6" fmla="*/ 25628 w 187447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34948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34948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34948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12723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47675 h 532781"/>
                <a:gd name="connsiteX5" fmla="*/ 92304 w 180175"/>
                <a:gd name="connsiteY5" fmla="*/ 212723 h 532781"/>
                <a:gd name="connsiteX6" fmla="*/ 25628 w 180175"/>
                <a:gd name="connsiteY6" fmla="*/ 0 h 532781"/>
                <a:gd name="connsiteX0" fmla="*/ 26687 w 180175"/>
                <a:gd name="connsiteY0" fmla="*/ 234949 h 532781"/>
                <a:gd name="connsiteX1" fmla="*/ 7636 w 180175"/>
                <a:gd name="connsiteY1" fmla="*/ 382058 h 532781"/>
                <a:gd name="connsiteX2" fmla="*/ 13987 w 180175"/>
                <a:gd name="connsiteY2" fmla="*/ 529166 h 532781"/>
                <a:gd name="connsiteX3" fmla="*/ 100046 w 180175"/>
                <a:gd name="connsiteY3" fmla="*/ 492925 h 532781"/>
                <a:gd name="connsiteX4" fmla="*/ 180144 w 180175"/>
                <a:gd name="connsiteY4" fmla="*/ 434975 h 532781"/>
                <a:gd name="connsiteX5" fmla="*/ 92304 w 180175"/>
                <a:gd name="connsiteY5" fmla="*/ 212723 h 532781"/>
                <a:gd name="connsiteX6" fmla="*/ 25628 w 180175"/>
                <a:gd name="connsiteY6" fmla="*/ 0 h 532781"/>
                <a:gd name="connsiteX0" fmla="*/ 26687 w 183246"/>
                <a:gd name="connsiteY0" fmla="*/ 234949 h 532781"/>
                <a:gd name="connsiteX1" fmla="*/ 7636 w 183246"/>
                <a:gd name="connsiteY1" fmla="*/ 382058 h 532781"/>
                <a:gd name="connsiteX2" fmla="*/ 13987 w 183246"/>
                <a:gd name="connsiteY2" fmla="*/ 529166 h 532781"/>
                <a:gd name="connsiteX3" fmla="*/ 100046 w 183246"/>
                <a:gd name="connsiteY3" fmla="*/ 492925 h 532781"/>
                <a:gd name="connsiteX4" fmla="*/ 180144 w 183246"/>
                <a:gd name="connsiteY4" fmla="*/ 434975 h 532781"/>
                <a:gd name="connsiteX5" fmla="*/ 92304 w 183246"/>
                <a:gd name="connsiteY5" fmla="*/ 212723 h 532781"/>
                <a:gd name="connsiteX6" fmla="*/ 25628 w 183246"/>
                <a:gd name="connsiteY6" fmla="*/ 0 h 532781"/>
                <a:gd name="connsiteX0" fmla="*/ 26687 w 180862"/>
                <a:gd name="connsiteY0" fmla="*/ 234949 h 532781"/>
                <a:gd name="connsiteX1" fmla="*/ 7636 w 180862"/>
                <a:gd name="connsiteY1" fmla="*/ 382058 h 532781"/>
                <a:gd name="connsiteX2" fmla="*/ 13987 w 180862"/>
                <a:gd name="connsiteY2" fmla="*/ 529166 h 532781"/>
                <a:gd name="connsiteX3" fmla="*/ 100046 w 180862"/>
                <a:gd name="connsiteY3" fmla="*/ 492925 h 532781"/>
                <a:gd name="connsiteX4" fmla="*/ 180144 w 180862"/>
                <a:gd name="connsiteY4" fmla="*/ 434975 h 532781"/>
                <a:gd name="connsiteX5" fmla="*/ 58438 w 180862"/>
                <a:gd name="connsiteY5" fmla="*/ 257173 h 532781"/>
                <a:gd name="connsiteX6" fmla="*/ 25628 w 180862"/>
                <a:gd name="connsiteY6" fmla="*/ 0 h 532781"/>
                <a:gd name="connsiteX0" fmla="*/ 157692 w 311867"/>
                <a:gd name="connsiteY0" fmla="*/ 86782 h 384614"/>
                <a:gd name="connsiteX1" fmla="*/ 138641 w 311867"/>
                <a:gd name="connsiteY1" fmla="*/ 233891 h 384614"/>
                <a:gd name="connsiteX2" fmla="*/ 144992 w 311867"/>
                <a:gd name="connsiteY2" fmla="*/ 380999 h 384614"/>
                <a:gd name="connsiteX3" fmla="*/ 231051 w 311867"/>
                <a:gd name="connsiteY3" fmla="*/ 344758 h 384614"/>
                <a:gd name="connsiteX4" fmla="*/ 311149 w 311867"/>
                <a:gd name="connsiteY4" fmla="*/ 286808 h 384614"/>
                <a:gd name="connsiteX5" fmla="*/ 189443 w 311867"/>
                <a:gd name="connsiteY5" fmla="*/ 109006 h 384614"/>
                <a:gd name="connsiteX6" fmla="*/ 0 w 311867"/>
                <a:gd name="connsiteY6" fmla="*/ 0 h 384614"/>
                <a:gd name="connsiteX0" fmla="*/ 157692 w 311867"/>
                <a:gd name="connsiteY0" fmla="*/ 86782 h 384614"/>
                <a:gd name="connsiteX1" fmla="*/ 138641 w 311867"/>
                <a:gd name="connsiteY1" fmla="*/ 274108 h 384614"/>
                <a:gd name="connsiteX2" fmla="*/ 144992 w 311867"/>
                <a:gd name="connsiteY2" fmla="*/ 380999 h 384614"/>
                <a:gd name="connsiteX3" fmla="*/ 231051 w 311867"/>
                <a:gd name="connsiteY3" fmla="*/ 344758 h 384614"/>
                <a:gd name="connsiteX4" fmla="*/ 311149 w 311867"/>
                <a:gd name="connsiteY4" fmla="*/ 286808 h 384614"/>
                <a:gd name="connsiteX5" fmla="*/ 189443 w 311867"/>
                <a:gd name="connsiteY5" fmla="*/ 109006 h 384614"/>
                <a:gd name="connsiteX6" fmla="*/ 0 w 311867"/>
                <a:gd name="connsiteY6" fmla="*/ 0 h 384614"/>
                <a:gd name="connsiteX0" fmla="*/ 113242 w 311867"/>
                <a:gd name="connsiteY0" fmla="*/ 196849 h 384614"/>
                <a:gd name="connsiteX1" fmla="*/ 138641 w 311867"/>
                <a:gd name="connsiteY1" fmla="*/ 274108 h 384614"/>
                <a:gd name="connsiteX2" fmla="*/ 144992 w 311867"/>
                <a:gd name="connsiteY2" fmla="*/ 380999 h 384614"/>
                <a:gd name="connsiteX3" fmla="*/ 231051 w 311867"/>
                <a:gd name="connsiteY3" fmla="*/ 344758 h 384614"/>
                <a:gd name="connsiteX4" fmla="*/ 311149 w 311867"/>
                <a:gd name="connsiteY4" fmla="*/ 286808 h 384614"/>
                <a:gd name="connsiteX5" fmla="*/ 189443 w 311867"/>
                <a:gd name="connsiteY5" fmla="*/ 109006 h 384614"/>
                <a:gd name="connsiteX6" fmla="*/ 0 w 311867"/>
                <a:gd name="connsiteY6" fmla="*/ 0 h 384614"/>
                <a:gd name="connsiteX0" fmla="*/ 113242 w 311867"/>
                <a:gd name="connsiteY0" fmla="*/ 196849 h 384614"/>
                <a:gd name="connsiteX1" fmla="*/ 138641 w 311867"/>
                <a:gd name="connsiteY1" fmla="*/ 274108 h 384614"/>
                <a:gd name="connsiteX2" fmla="*/ 144992 w 311867"/>
                <a:gd name="connsiteY2" fmla="*/ 380999 h 384614"/>
                <a:gd name="connsiteX3" fmla="*/ 231051 w 311867"/>
                <a:gd name="connsiteY3" fmla="*/ 344758 h 384614"/>
                <a:gd name="connsiteX4" fmla="*/ 311149 w 311867"/>
                <a:gd name="connsiteY4" fmla="*/ 286808 h 384614"/>
                <a:gd name="connsiteX5" fmla="*/ 189443 w 311867"/>
                <a:gd name="connsiteY5" fmla="*/ 109006 h 384614"/>
                <a:gd name="connsiteX6" fmla="*/ 0 w 311867"/>
                <a:gd name="connsiteY6" fmla="*/ 0 h 384614"/>
                <a:gd name="connsiteX0" fmla="*/ 113242 w 311867"/>
                <a:gd name="connsiteY0" fmla="*/ 196849 h 387800"/>
                <a:gd name="connsiteX1" fmla="*/ 144992 w 311867"/>
                <a:gd name="connsiteY1" fmla="*/ 380999 h 387800"/>
                <a:gd name="connsiteX2" fmla="*/ 231051 w 311867"/>
                <a:gd name="connsiteY2" fmla="*/ 344758 h 387800"/>
                <a:gd name="connsiteX3" fmla="*/ 311149 w 311867"/>
                <a:gd name="connsiteY3" fmla="*/ 286808 h 387800"/>
                <a:gd name="connsiteX4" fmla="*/ 189443 w 311867"/>
                <a:gd name="connsiteY4" fmla="*/ 109006 h 387800"/>
                <a:gd name="connsiteX5" fmla="*/ 0 w 311867"/>
                <a:gd name="connsiteY5" fmla="*/ 0 h 387800"/>
                <a:gd name="connsiteX0" fmla="*/ 113242 w 312440"/>
                <a:gd name="connsiteY0" fmla="*/ 196849 h 387800"/>
                <a:gd name="connsiteX1" fmla="*/ 144992 w 312440"/>
                <a:gd name="connsiteY1" fmla="*/ 380999 h 387800"/>
                <a:gd name="connsiteX2" fmla="*/ 231051 w 312440"/>
                <a:gd name="connsiteY2" fmla="*/ 344758 h 387800"/>
                <a:gd name="connsiteX3" fmla="*/ 311149 w 312440"/>
                <a:gd name="connsiteY3" fmla="*/ 286808 h 387800"/>
                <a:gd name="connsiteX4" fmla="*/ 172509 w 312440"/>
                <a:gd name="connsiteY4" fmla="*/ 159806 h 387800"/>
                <a:gd name="connsiteX5" fmla="*/ 0 w 312440"/>
                <a:gd name="connsiteY5" fmla="*/ 0 h 387800"/>
                <a:gd name="connsiteX0" fmla="*/ 113242 w 253597"/>
                <a:gd name="connsiteY0" fmla="*/ 196849 h 387800"/>
                <a:gd name="connsiteX1" fmla="*/ 144992 w 253597"/>
                <a:gd name="connsiteY1" fmla="*/ 380999 h 387800"/>
                <a:gd name="connsiteX2" fmla="*/ 231051 w 253597"/>
                <a:gd name="connsiteY2" fmla="*/ 344758 h 387800"/>
                <a:gd name="connsiteX3" fmla="*/ 234949 w 253597"/>
                <a:gd name="connsiteY3" fmla="*/ 227541 h 387800"/>
                <a:gd name="connsiteX4" fmla="*/ 172509 w 253597"/>
                <a:gd name="connsiteY4" fmla="*/ 159806 h 387800"/>
                <a:gd name="connsiteX5" fmla="*/ 0 w 253597"/>
                <a:gd name="connsiteY5" fmla="*/ 0 h 387800"/>
                <a:gd name="connsiteX0" fmla="*/ 113242 w 263756"/>
                <a:gd name="connsiteY0" fmla="*/ 196849 h 387800"/>
                <a:gd name="connsiteX1" fmla="*/ 144992 w 263756"/>
                <a:gd name="connsiteY1" fmla="*/ 380999 h 387800"/>
                <a:gd name="connsiteX2" fmla="*/ 231051 w 263756"/>
                <a:gd name="connsiteY2" fmla="*/ 344758 h 387800"/>
                <a:gd name="connsiteX3" fmla="*/ 256116 w 263756"/>
                <a:gd name="connsiteY3" fmla="*/ 227541 h 387800"/>
                <a:gd name="connsiteX4" fmla="*/ 172509 w 263756"/>
                <a:gd name="connsiteY4" fmla="*/ 159806 h 387800"/>
                <a:gd name="connsiteX5" fmla="*/ 0 w 263756"/>
                <a:gd name="connsiteY5" fmla="*/ 0 h 387800"/>
                <a:gd name="connsiteX0" fmla="*/ 113242 w 400547"/>
                <a:gd name="connsiteY0" fmla="*/ 196849 h 389203"/>
                <a:gd name="connsiteX1" fmla="*/ 144992 w 400547"/>
                <a:gd name="connsiteY1" fmla="*/ 380999 h 389203"/>
                <a:gd name="connsiteX2" fmla="*/ 231051 w 400547"/>
                <a:gd name="connsiteY2" fmla="*/ 344758 h 389203"/>
                <a:gd name="connsiteX3" fmla="*/ 400049 w 400547"/>
                <a:gd name="connsiteY3" fmla="*/ 382058 h 389203"/>
                <a:gd name="connsiteX4" fmla="*/ 172509 w 400547"/>
                <a:gd name="connsiteY4" fmla="*/ 159806 h 389203"/>
                <a:gd name="connsiteX5" fmla="*/ 0 w 400547"/>
                <a:gd name="connsiteY5" fmla="*/ 0 h 389203"/>
                <a:gd name="connsiteX0" fmla="*/ 113242 w 404673"/>
                <a:gd name="connsiteY0" fmla="*/ 196849 h 456252"/>
                <a:gd name="connsiteX1" fmla="*/ 144992 w 404673"/>
                <a:gd name="connsiteY1" fmla="*/ 380999 h 456252"/>
                <a:gd name="connsiteX2" fmla="*/ 311485 w 404673"/>
                <a:gd name="connsiteY2" fmla="*/ 454825 h 456252"/>
                <a:gd name="connsiteX3" fmla="*/ 400049 w 404673"/>
                <a:gd name="connsiteY3" fmla="*/ 382058 h 456252"/>
                <a:gd name="connsiteX4" fmla="*/ 172509 w 404673"/>
                <a:gd name="connsiteY4" fmla="*/ 159806 h 456252"/>
                <a:gd name="connsiteX5" fmla="*/ 0 w 404673"/>
                <a:gd name="connsiteY5" fmla="*/ 0 h 456252"/>
                <a:gd name="connsiteX0" fmla="*/ 113242 w 404673"/>
                <a:gd name="connsiteY0" fmla="*/ 196849 h 566326"/>
                <a:gd name="connsiteX1" fmla="*/ 219076 w 404673"/>
                <a:gd name="connsiteY1" fmla="*/ 563032 h 566326"/>
                <a:gd name="connsiteX2" fmla="*/ 311485 w 404673"/>
                <a:gd name="connsiteY2" fmla="*/ 454825 h 566326"/>
                <a:gd name="connsiteX3" fmla="*/ 400049 w 404673"/>
                <a:gd name="connsiteY3" fmla="*/ 382058 h 566326"/>
                <a:gd name="connsiteX4" fmla="*/ 172509 w 404673"/>
                <a:gd name="connsiteY4" fmla="*/ 159806 h 566326"/>
                <a:gd name="connsiteX5" fmla="*/ 0 w 404673"/>
                <a:gd name="connsiteY5" fmla="*/ 0 h 566326"/>
                <a:gd name="connsiteX0" fmla="*/ 157692 w 404673"/>
                <a:gd name="connsiteY0" fmla="*/ 478366 h 566326"/>
                <a:gd name="connsiteX1" fmla="*/ 219076 w 404673"/>
                <a:gd name="connsiteY1" fmla="*/ 563032 h 566326"/>
                <a:gd name="connsiteX2" fmla="*/ 311485 w 404673"/>
                <a:gd name="connsiteY2" fmla="*/ 454825 h 566326"/>
                <a:gd name="connsiteX3" fmla="*/ 400049 w 404673"/>
                <a:gd name="connsiteY3" fmla="*/ 382058 h 566326"/>
                <a:gd name="connsiteX4" fmla="*/ 172509 w 404673"/>
                <a:gd name="connsiteY4" fmla="*/ 159806 h 566326"/>
                <a:gd name="connsiteX5" fmla="*/ 0 w 404673"/>
                <a:gd name="connsiteY5" fmla="*/ 0 h 566326"/>
                <a:gd name="connsiteX0" fmla="*/ 157692 w 404673"/>
                <a:gd name="connsiteY0" fmla="*/ 478366 h 566326"/>
                <a:gd name="connsiteX1" fmla="*/ 219076 w 404673"/>
                <a:gd name="connsiteY1" fmla="*/ 563032 h 566326"/>
                <a:gd name="connsiteX2" fmla="*/ 311485 w 404673"/>
                <a:gd name="connsiteY2" fmla="*/ 454825 h 566326"/>
                <a:gd name="connsiteX3" fmla="*/ 400049 w 404673"/>
                <a:gd name="connsiteY3" fmla="*/ 382058 h 566326"/>
                <a:gd name="connsiteX4" fmla="*/ 172509 w 404673"/>
                <a:gd name="connsiteY4" fmla="*/ 159806 h 566326"/>
                <a:gd name="connsiteX5" fmla="*/ 0 w 404673"/>
                <a:gd name="connsiteY5" fmla="*/ 0 h 566326"/>
                <a:gd name="connsiteX0" fmla="*/ 157692 w 402023"/>
                <a:gd name="connsiteY0" fmla="*/ 478366 h 567139"/>
                <a:gd name="connsiteX1" fmla="*/ 219076 w 402023"/>
                <a:gd name="connsiteY1" fmla="*/ 563032 h 567139"/>
                <a:gd name="connsiteX2" fmla="*/ 275501 w 402023"/>
                <a:gd name="connsiteY2" fmla="*/ 482342 h 567139"/>
                <a:gd name="connsiteX3" fmla="*/ 400049 w 402023"/>
                <a:gd name="connsiteY3" fmla="*/ 382058 h 567139"/>
                <a:gd name="connsiteX4" fmla="*/ 172509 w 402023"/>
                <a:gd name="connsiteY4" fmla="*/ 159806 h 567139"/>
                <a:gd name="connsiteX5" fmla="*/ 0 w 402023"/>
                <a:gd name="connsiteY5" fmla="*/ 0 h 567139"/>
                <a:gd name="connsiteX0" fmla="*/ 157692 w 389572"/>
                <a:gd name="connsiteY0" fmla="*/ 478366 h 567139"/>
                <a:gd name="connsiteX1" fmla="*/ 219076 w 389572"/>
                <a:gd name="connsiteY1" fmla="*/ 563032 h 567139"/>
                <a:gd name="connsiteX2" fmla="*/ 275501 w 389572"/>
                <a:gd name="connsiteY2" fmla="*/ 482342 h 567139"/>
                <a:gd name="connsiteX3" fmla="*/ 387349 w 389572"/>
                <a:gd name="connsiteY3" fmla="*/ 407458 h 567139"/>
                <a:gd name="connsiteX4" fmla="*/ 172509 w 389572"/>
                <a:gd name="connsiteY4" fmla="*/ 159806 h 567139"/>
                <a:gd name="connsiteX5" fmla="*/ 0 w 389572"/>
                <a:gd name="connsiteY5" fmla="*/ 0 h 567139"/>
                <a:gd name="connsiteX0" fmla="*/ 157692 w 389572"/>
                <a:gd name="connsiteY0" fmla="*/ 478366 h 567139"/>
                <a:gd name="connsiteX1" fmla="*/ 219076 w 389572"/>
                <a:gd name="connsiteY1" fmla="*/ 563032 h 567139"/>
                <a:gd name="connsiteX2" fmla="*/ 275501 w 389572"/>
                <a:gd name="connsiteY2" fmla="*/ 482342 h 567139"/>
                <a:gd name="connsiteX3" fmla="*/ 387349 w 389572"/>
                <a:gd name="connsiteY3" fmla="*/ 407458 h 567139"/>
                <a:gd name="connsiteX4" fmla="*/ 172509 w 389572"/>
                <a:gd name="connsiteY4" fmla="*/ 212722 h 567139"/>
                <a:gd name="connsiteX5" fmla="*/ 0 w 389572"/>
                <a:gd name="connsiteY5" fmla="*/ 0 h 567139"/>
                <a:gd name="connsiteX0" fmla="*/ 134408 w 366288"/>
                <a:gd name="connsiteY0" fmla="*/ 414866 h 503639"/>
                <a:gd name="connsiteX1" fmla="*/ 195792 w 366288"/>
                <a:gd name="connsiteY1" fmla="*/ 499532 h 503639"/>
                <a:gd name="connsiteX2" fmla="*/ 252217 w 366288"/>
                <a:gd name="connsiteY2" fmla="*/ 418842 h 503639"/>
                <a:gd name="connsiteX3" fmla="*/ 364065 w 366288"/>
                <a:gd name="connsiteY3" fmla="*/ 343958 h 503639"/>
                <a:gd name="connsiteX4" fmla="*/ 149225 w 366288"/>
                <a:gd name="connsiteY4" fmla="*/ 149222 h 503639"/>
                <a:gd name="connsiteX5" fmla="*/ 0 w 366288"/>
                <a:gd name="connsiteY5" fmla="*/ 0 h 50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6288" h="503639">
                  <a:moveTo>
                    <a:pt x="134408" y="414866"/>
                  </a:moveTo>
                  <a:cubicBezTo>
                    <a:pt x="141023" y="453231"/>
                    <a:pt x="176157" y="474881"/>
                    <a:pt x="195792" y="499532"/>
                  </a:cubicBezTo>
                  <a:cubicBezTo>
                    <a:pt x="215427" y="524183"/>
                    <a:pt x="209708" y="430307"/>
                    <a:pt x="252217" y="418842"/>
                  </a:cubicBezTo>
                  <a:cubicBezTo>
                    <a:pt x="294726" y="407377"/>
                    <a:pt x="381230" y="388895"/>
                    <a:pt x="364065" y="343958"/>
                  </a:cubicBezTo>
                  <a:cubicBezTo>
                    <a:pt x="346900" y="299021"/>
                    <a:pt x="209903" y="206548"/>
                    <a:pt x="149225" y="149222"/>
                  </a:cubicBezTo>
                  <a:cubicBezTo>
                    <a:pt x="88548" y="91896"/>
                    <a:pt x="89691" y="104313"/>
                    <a:pt x="0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1" name="任意多边形: 形状 310">
              <a:extLst>
                <a:ext uri="{FF2B5EF4-FFF2-40B4-BE49-F238E27FC236}">
                  <a16:creationId xmlns:a16="http://schemas.microsoft.com/office/drawing/2014/main" id="{0E754B2C-4F25-E483-1A4A-83D06566AE58}"/>
                </a:ext>
              </a:extLst>
            </p:cNvPr>
            <p:cNvSpPr/>
            <p:nvPr/>
          </p:nvSpPr>
          <p:spPr>
            <a:xfrm>
              <a:off x="10105227" y="3372174"/>
              <a:ext cx="556632" cy="800469"/>
            </a:xfrm>
            <a:custGeom>
              <a:avLst/>
              <a:gdLst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347694 w 838761"/>
                <a:gd name="connsiteY13" fmla="*/ 65616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428128 w 838761"/>
                <a:gd name="connsiteY12" fmla="*/ 118533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512794 w 838761"/>
                <a:gd name="connsiteY11" fmla="*/ 211666 h 1185333"/>
                <a:gd name="connsiteX12" fmla="*/ 616511 w 838761"/>
                <a:gd name="connsiteY12" fmla="*/ 357717 h 1185333"/>
                <a:gd name="connsiteX13" fmla="*/ 491628 w 838761"/>
                <a:gd name="connsiteY13" fmla="*/ 86783 h 1185333"/>
                <a:gd name="connsiteX14" fmla="*/ 186828 w 838761"/>
                <a:gd name="connsiteY14" fmla="*/ 0 h 1185333"/>
                <a:gd name="connsiteX15" fmla="*/ 180478 w 838761"/>
                <a:gd name="connsiteY15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775261 w 838761"/>
                <a:gd name="connsiteY10" fmla="*/ 461433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838761"/>
                <a:gd name="connsiteY0" fmla="*/ 19050 h 1185333"/>
                <a:gd name="connsiteX1" fmla="*/ 68294 w 838761"/>
                <a:gd name="connsiteY1" fmla="*/ 80433 h 1185333"/>
                <a:gd name="connsiteX2" fmla="*/ 21728 w 838761"/>
                <a:gd name="connsiteY2" fmla="*/ 160866 h 1185333"/>
                <a:gd name="connsiteX3" fmla="*/ 561 w 838761"/>
                <a:gd name="connsiteY3" fmla="*/ 323850 h 1185333"/>
                <a:gd name="connsiteX4" fmla="*/ 148728 w 838761"/>
                <a:gd name="connsiteY4" fmla="*/ 903816 h 1185333"/>
                <a:gd name="connsiteX5" fmla="*/ 269378 w 838761"/>
                <a:gd name="connsiteY5" fmla="*/ 1056216 h 1185333"/>
                <a:gd name="connsiteX6" fmla="*/ 440828 w 838761"/>
                <a:gd name="connsiteY6" fmla="*/ 1166283 h 1185333"/>
                <a:gd name="connsiteX7" fmla="*/ 652494 w 838761"/>
                <a:gd name="connsiteY7" fmla="*/ 1185333 h 1185333"/>
                <a:gd name="connsiteX8" fmla="*/ 758328 w 838761"/>
                <a:gd name="connsiteY8" fmla="*/ 1104900 h 1185333"/>
                <a:gd name="connsiteX9" fmla="*/ 838761 w 838761"/>
                <a:gd name="connsiteY9" fmla="*/ 656166 h 1185333"/>
                <a:gd name="connsiteX10" fmla="*/ 696945 w 838761"/>
                <a:gd name="connsiteY10" fmla="*/ 514350 h 1185333"/>
                <a:gd name="connsiteX11" fmla="*/ 616511 w 838761"/>
                <a:gd name="connsiteY11" fmla="*/ 357717 h 1185333"/>
                <a:gd name="connsiteX12" fmla="*/ 491628 w 838761"/>
                <a:gd name="connsiteY12" fmla="*/ 86783 h 1185333"/>
                <a:gd name="connsiteX13" fmla="*/ 186828 w 838761"/>
                <a:gd name="connsiteY13" fmla="*/ 0 h 1185333"/>
                <a:gd name="connsiteX14" fmla="*/ 180478 w 838761"/>
                <a:gd name="connsiteY14" fmla="*/ 10583 h 1185333"/>
                <a:gd name="connsiteX0" fmla="*/ 241861 w 759247"/>
                <a:gd name="connsiteY0" fmla="*/ 19050 h 1185333"/>
                <a:gd name="connsiteX1" fmla="*/ 68294 w 759247"/>
                <a:gd name="connsiteY1" fmla="*/ 80433 h 1185333"/>
                <a:gd name="connsiteX2" fmla="*/ 21728 w 759247"/>
                <a:gd name="connsiteY2" fmla="*/ 160866 h 1185333"/>
                <a:gd name="connsiteX3" fmla="*/ 561 w 759247"/>
                <a:gd name="connsiteY3" fmla="*/ 323850 h 1185333"/>
                <a:gd name="connsiteX4" fmla="*/ 148728 w 759247"/>
                <a:gd name="connsiteY4" fmla="*/ 903816 h 1185333"/>
                <a:gd name="connsiteX5" fmla="*/ 269378 w 759247"/>
                <a:gd name="connsiteY5" fmla="*/ 1056216 h 1185333"/>
                <a:gd name="connsiteX6" fmla="*/ 440828 w 759247"/>
                <a:gd name="connsiteY6" fmla="*/ 1166283 h 1185333"/>
                <a:gd name="connsiteX7" fmla="*/ 652494 w 759247"/>
                <a:gd name="connsiteY7" fmla="*/ 1185333 h 1185333"/>
                <a:gd name="connsiteX8" fmla="*/ 758328 w 759247"/>
                <a:gd name="connsiteY8" fmla="*/ 1104900 h 1185333"/>
                <a:gd name="connsiteX9" fmla="*/ 709644 w 759247"/>
                <a:gd name="connsiteY9" fmla="*/ 687916 h 1185333"/>
                <a:gd name="connsiteX10" fmla="*/ 696945 w 759247"/>
                <a:gd name="connsiteY10" fmla="*/ 514350 h 1185333"/>
                <a:gd name="connsiteX11" fmla="*/ 616511 w 759247"/>
                <a:gd name="connsiteY11" fmla="*/ 357717 h 1185333"/>
                <a:gd name="connsiteX12" fmla="*/ 491628 w 759247"/>
                <a:gd name="connsiteY12" fmla="*/ 86783 h 1185333"/>
                <a:gd name="connsiteX13" fmla="*/ 186828 w 759247"/>
                <a:gd name="connsiteY13" fmla="*/ 0 h 1185333"/>
                <a:gd name="connsiteX14" fmla="*/ 180478 w 759247"/>
                <a:gd name="connsiteY14" fmla="*/ 10583 h 1185333"/>
                <a:gd name="connsiteX0" fmla="*/ 241861 w 759154"/>
                <a:gd name="connsiteY0" fmla="*/ 19050 h 1185333"/>
                <a:gd name="connsiteX1" fmla="*/ 68294 w 759154"/>
                <a:gd name="connsiteY1" fmla="*/ 80433 h 1185333"/>
                <a:gd name="connsiteX2" fmla="*/ 21728 w 759154"/>
                <a:gd name="connsiteY2" fmla="*/ 160866 h 1185333"/>
                <a:gd name="connsiteX3" fmla="*/ 561 w 759154"/>
                <a:gd name="connsiteY3" fmla="*/ 323850 h 1185333"/>
                <a:gd name="connsiteX4" fmla="*/ 148728 w 759154"/>
                <a:gd name="connsiteY4" fmla="*/ 903816 h 1185333"/>
                <a:gd name="connsiteX5" fmla="*/ 269378 w 759154"/>
                <a:gd name="connsiteY5" fmla="*/ 1056216 h 1185333"/>
                <a:gd name="connsiteX6" fmla="*/ 440828 w 759154"/>
                <a:gd name="connsiteY6" fmla="*/ 1166283 h 1185333"/>
                <a:gd name="connsiteX7" fmla="*/ 652494 w 759154"/>
                <a:gd name="connsiteY7" fmla="*/ 1185333 h 1185333"/>
                <a:gd name="connsiteX8" fmla="*/ 758328 w 759154"/>
                <a:gd name="connsiteY8" fmla="*/ 1104900 h 1185333"/>
                <a:gd name="connsiteX9" fmla="*/ 709644 w 759154"/>
                <a:gd name="connsiteY9" fmla="*/ 687916 h 1185333"/>
                <a:gd name="connsiteX10" fmla="*/ 696945 w 759154"/>
                <a:gd name="connsiteY10" fmla="*/ 514350 h 1185333"/>
                <a:gd name="connsiteX11" fmla="*/ 616511 w 759154"/>
                <a:gd name="connsiteY11" fmla="*/ 357717 h 1185333"/>
                <a:gd name="connsiteX12" fmla="*/ 491628 w 759154"/>
                <a:gd name="connsiteY12" fmla="*/ 86783 h 1185333"/>
                <a:gd name="connsiteX13" fmla="*/ 186828 w 759154"/>
                <a:gd name="connsiteY13" fmla="*/ 0 h 1185333"/>
                <a:gd name="connsiteX14" fmla="*/ 180478 w 759154"/>
                <a:gd name="connsiteY14" fmla="*/ 10583 h 1185333"/>
                <a:gd name="connsiteX0" fmla="*/ 241861 w 711707"/>
                <a:gd name="connsiteY0" fmla="*/ 19050 h 1185333"/>
                <a:gd name="connsiteX1" fmla="*/ 68294 w 711707"/>
                <a:gd name="connsiteY1" fmla="*/ 80433 h 1185333"/>
                <a:gd name="connsiteX2" fmla="*/ 21728 w 711707"/>
                <a:gd name="connsiteY2" fmla="*/ 160866 h 1185333"/>
                <a:gd name="connsiteX3" fmla="*/ 561 w 711707"/>
                <a:gd name="connsiteY3" fmla="*/ 323850 h 1185333"/>
                <a:gd name="connsiteX4" fmla="*/ 148728 w 711707"/>
                <a:gd name="connsiteY4" fmla="*/ 903816 h 1185333"/>
                <a:gd name="connsiteX5" fmla="*/ 269378 w 711707"/>
                <a:gd name="connsiteY5" fmla="*/ 1056216 h 1185333"/>
                <a:gd name="connsiteX6" fmla="*/ 440828 w 711707"/>
                <a:gd name="connsiteY6" fmla="*/ 1166283 h 1185333"/>
                <a:gd name="connsiteX7" fmla="*/ 652494 w 711707"/>
                <a:gd name="connsiteY7" fmla="*/ 1185333 h 1185333"/>
                <a:gd name="connsiteX8" fmla="*/ 709645 w 711707"/>
                <a:gd name="connsiteY8" fmla="*/ 1075267 h 1185333"/>
                <a:gd name="connsiteX9" fmla="*/ 709644 w 711707"/>
                <a:gd name="connsiteY9" fmla="*/ 687916 h 1185333"/>
                <a:gd name="connsiteX10" fmla="*/ 696945 w 711707"/>
                <a:gd name="connsiteY10" fmla="*/ 514350 h 1185333"/>
                <a:gd name="connsiteX11" fmla="*/ 616511 w 711707"/>
                <a:gd name="connsiteY11" fmla="*/ 357717 h 1185333"/>
                <a:gd name="connsiteX12" fmla="*/ 491628 w 711707"/>
                <a:gd name="connsiteY12" fmla="*/ 86783 h 1185333"/>
                <a:gd name="connsiteX13" fmla="*/ 186828 w 711707"/>
                <a:gd name="connsiteY13" fmla="*/ 0 h 1185333"/>
                <a:gd name="connsiteX14" fmla="*/ 180478 w 711707"/>
                <a:gd name="connsiteY14" fmla="*/ 10583 h 1185333"/>
                <a:gd name="connsiteX0" fmla="*/ 241861 w 712688"/>
                <a:gd name="connsiteY0" fmla="*/ 19050 h 1168601"/>
                <a:gd name="connsiteX1" fmla="*/ 68294 w 712688"/>
                <a:gd name="connsiteY1" fmla="*/ 80433 h 1168601"/>
                <a:gd name="connsiteX2" fmla="*/ 21728 w 712688"/>
                <a:gd name="connsiteY2" fmla="*/ 160866 h 1168601"/>
                <a:gd name="connsiteX3" fmla="*/ 561 w 712688"/>
                <a:gd name="connsiteY3" fmla="*/ 323850 h 1168601"/>
                <a:gd name="connsiteX4" fmla="*/ 148728 w 712688"/>
                <a:gd name="connsiteY4" fmla="*/ 903816 h 1168601"/>
                <a:gd name="connsiteX5" fmla="*/ 269378 w 712688"/>
                <a:gd name="connsiteY5" fmla="*/ 1056216 h 1168601"/>
                <a:gd name="connsiteX6" fmla="*/ 440828 w 712688"/>
                <a:gd name="connsiteY6" fmla="*/ 1166283 h 1168601"/>
                <a:gd name="connsiteX7" fmla="*/ 635561 w 712688"/>
                <a:gd name="connsiteY7" fmla="*/ 1136650 h 1168601"/>
                <a:gd name="connsiteX8" fmla="*/ 709645 w 712688"/>
                <a:gd name="connsiteY8" fmla="*/ 1075267 h 1168601"/>
                <a:gd name="connsiteX9" fmla="*/ 709644 w 712688"/>
                <a:gd name="connsiteY9" fmla="*/ 687916 h 1168601"/>
                <a:gd name="connsiteX10" fmla="*/ 696945 w 712688"/>
                <a:gd name="connsiteY10" fmla="*/ 514350 h 1168601"/>
                <a:gd name="connsiteX11" fmla="*/ 616511 w 712688"/>
                <a:gd name="connsiteY11" fmla="*/ 357717 h 1168601"/>
                <a:gd name="connsiteX12" fmla="*/ 491628 w 712688"/>
                <a:gd name="connsiteY12" fmla="*/ 86783 h 1168601"/>
                <a:gd name="connsiteX13" fmla="*/ 186828 w 712688"/>
                <a:gd name="connsiteY13" fmla="*/ 0 h 1168601"/>
                <a:gd name="connsiteX14" fmla="*/ 180478 w 712688"/>
                <a:gd name="connsiteY14" fmla="*/ 10583 h 116860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4551"/>
                <a:gd name="connsiteX1" fmla="*/ 68294 w 712688"/>
                <a:gd name="connsiteY1" fmla="*/ 80433 h 1164551"/>
                <a:gd name="connsiteX2" fmla="*/ 21728 w 712688"/>
                <a:gd name="connsiteY2" fmla="*/ 160866 h 1164551"/>
                <a:gd name="connsiteX3" fmla="*/ 561 w 712688"/>
                <a:gd name="connsiteY3" fmla="*/ 323850 h 1164551"/>
                <a:gd name="connsiteX4" fmla="*/ 148728 w 712688"/>
                <a:gd name="connsiteY4" fmla="*/ 903816 h 1164551"/>
                <a:gd name="connsiteX5" fmla="*/ 269378 w 712688"/>
                <a:gd name="connsiteY5" fmla="*/ 1056216 h 1164551"/>
                <a:gd name="connsiteX6" fmla="*/ 576295 w 712688"/>
                <a:gd name="connsiteY6" fmla="*/ 1162050 h 1164551"/>
                <a:gd name="connsiteX7" fmla="*/ 635561 w 712688"/>
                <a:gd name="connsiteY7" fmla="*/ 1136650 h 1164551"/>
                <a:gd name="connsiteX8" fmla="*/ 709645 w 712688"/>
                <a:gd name="connsiteY8" fmla="*/ 1075267 h 1164551"/>
                <a:gd name="connsiteX9" fmla="*/ 709644 w 712688"/>
                <a:gd name="connsiteY9" fmla="*/ 687916 h 1164551"/>
                <a:gd name="connsiteX10" fmla="*/ 696945 w 712688"/>
                <a:gd name="connsiteY10" fmla="*/ 514350 h 1164551"/>
                <a:gd name="connsiteX11" fmla="*/ 616511 w 712688"/>
                <a:gd name="connsiteY11" fmla="*/ 357717 h 1164551"/>
                <a:gd name="connsiteX12" fmla="*/ 491628 w 712688"/>
                <a:gd name="connsiteY12" fmla="*/ 86783 h 1164551"/>
                <a:gd name="connsiteX13" fmla="*/ 186828 w 712688"/>
                <a:gd name="connsiteY13" fmla="*/ 0 h 1164551"/>
                <a:gd name="connsiteX14" fmla="*/ 180478 w 712688"/>
                <a:gd name="connsiteY14" fmla="*/ 10583 h 1164551"/>
                <a:gd name="connsiteX0" fmla="*/ 241861 w 712688"/>
                <a:gd name="connsiteY0" fmla="*/ 19050 h 1167013"/>
                <a:gd name="connsiteX1" fmla="*/ 68294 w 712688"/>
                <a:gd name="connsiteY1" fmla="*/ 80433 h 1167013"/>
                <a:gd name="connsiteX2" fmla="*/ 21728 w 712688"/>
                <a:gd name="connsiteY2" fmla="*/ 160866 h 1167013"/>
                <a:gd name="connsiteX3" fmla="*/ 561 w 712688"/>
                <a:gd name="connsiteY3" fmla="*/ 323850 h 1167013"/>
                <a:gd name="connsiteX4" fmla="*/ 148728 w 712688"/>
                <a:gd name="connsiteY4" fmla="*/ 903816 h 1167013"/>
                <a:gd name="connsiteX5" fmla="*/ 269378 w 712688"/>
                <a:gd name="connsiteY5" fmla="*/ 1056216 h 1167013"/>
                <a:gd name="connsiteX6" fmla="*/ 576295 w 712688"/>
                <a:gd name="connsiteY6" fmla="*/ 1162050 h 1167013"/>
                <a:gd name="connsiteX7" fmla="*/ 635561 w 712688"/>
                <a:gd name="connsiteY7" fmla="*/ 1136650 h 1167013"/>
                <a:gd name="connsiteX8" fmla="*/ 709645 w 712688"/>
                <a:gd name="connsiteY8" fmla="*/ 1075267 h 1167013"/>
                <a:gd name="connsiteX9" fmla="*/ 709644 w 712688"/>
                <a:gd name="connsiteY9" fmla="*/ 687916 h 1167013"/>
                <a:gd name="connsiteX10" fmla="*/ 696945 w 712688"/>
                <a:gd name="connsiteY10" fmla="*/ 514350 h 1167013"/>
                <a:gd name="connsiteX11" fmla="*/ 616511 w 712688"/>
                <a:gd name="connsiteY11" fmla="*/ 357717 h 1167013"/>
                <a:gd name="connsiteX12" fmla="*/ 491628 w 712688"/>
                <a:gd name="connsiteY12" fmla="*/ 86783 h 1167013"/>
                <a:gd name="connsiteX13" fmla="*/ 186828 w 712688"/>
                <a:gd name="connsiteY13" fmla="*/ 0 h 1167013"/>
                <a:gd name="connsiteX14" fmla="*/ 180478 w 712688"/>
                <a:gd name="connsiteY14" fmla="*/ 10583 h 1167013"/>
                <a:gd name="connsiteX0" fmla="*/ 241861 w 720548"/>
                <a:gd name="connsiteY0" fmla="*/ 19050 h 1167013"/>
                <a:gd name="connsiteX1" fmla="*/ 68294 w 720548"/>
                <a:gd name="connsiteY1" fmla="*/ 80433 h 1167013"/>
                <a:gd name="connsiteX2" fmla="*/ 21728 w 720548"/>
                <a:gd name="connsiteY2" fmla="*/ 160866 h 1167013"/>
                <a:gd name="connsiteX3" fmla="*/ 561 w 720548"/>
                <a:gd name="connsiteY3" fmla="*/ 323850 h 1167013"/>
                <a:gd name="connsiteX4" fmla="*/ 148728 w 720548"/>
                <a:gd name="connsiteY4" fmla="*/ 903816 h 1167013"/>
                <a:gd name="connsiteX5" fmla="*/ 269378 w 720548"/>
                <a:gd name="connsiteY5" fmla="*/ 1056216 h 1167013"/>
                <a:gd name="connsiteX6" fmla="*/ 576295 w 720548"/>
                <a:gd name="connsiteY6" fmla="*/ 1162050 h 1167013"/>
                <a:gd name="connsiteX7" fmla="*/ 635561 w 720548"/>
                <a:gd name="connsiteY7" fmla="*/ 1136650 h 1167013"/>
                <a:gd name="connsiteX8" fmla="*/ 709645 w 720548"/>
                <a:gd name="connsiteY8" fmla="*/ 1075267 h 1167013"/>
                <a:gd name="connsiteX9" fmla="*/ 709644 w 720548"/>
                <a:gd name="connsiteY9" fmla="*/ 687916 h 1167013"/>
                <a:gd name="connsiteX10" fmla="*/ 696945 w 720548"/>
                <a:gd name="connsiteY10" fmla="*/ 514350 h 1167013"/>
                <a:gd name="connsiteX11" fmla="*/ 616511 w 720548"/>
                <a:gd name="connsiteY11" fmla="*/ 357717 h 1167013"/>
                <a:gd name="connsiteX12" fmla="*/ 491628 w 720548"/>
                <a:gd name="connsiteY12" fmla="*/ 86783 h 1167013"/>
                <a:gd name="connsiteX13" fmla="*/ 186828 w 720548"/>
                <a:gd name="connsiteY13" fmla="*/ 0 h 1167013"/>
                <a:gd name="connsiteX14" fmla="*/ 180478 w 720548"/>
                <a:gd name="connsiteY14" fmla="*/ 10583 h 1167013"/>
                <a:gd name="connsiteX0" fmla="*/ 241861 w 720548"/>
                <a:gd name="connsiteY0" fmla="*/ 19050 h 1164946"/>
                <a:gd name="connsiteX1" fmla="*/ 68294 w 720548"/>
                <a:gd name="connsiteY1" fmla="*/ 80433 h 1164946"/>
                <a:gd name="connsiteX2" fmla="*/ 21728 w 720548"/>
                <a:gd name="connsiteY2" fmla="*/ 160866 h 1164946"/>
                <a:gd name="connsiteX3" fmla="*/ 561 w 720548"/>
                <a:gd name="connsiteY3" fmla="*/ 323850 h 1164946"/>
                <a:gd name="connsiteX4" fmla="*/ 148728 w 720548"/>
                <a:gd name="connsiteY4" fmla="*/ 903816 h 1164946"/>
                <a:gd name="connsiteX5" fmla="*/ 368861 w 720548"/>
                <a:gd name="connsiteY5" fmla="*/ 1085849 h 1164946"/>
                <a:gd name="connsiteX6" fmla="*/ 576295 w 720548"/>
                <a:gd name="connsiteY6" fmla="*/ 1162050 h 1164946"/>
                <a:gd name="connsiteX7" fmla="*/ 635561 w 720548"/>
                <a:gd name="connsiteY7" fmla="*/ 1136650 h 1164946"/>
                <a:gd name="connsiteX8" fmla="*/ 709645 w 720548"/>
                <a:gd name="connsiteY8" fmla="*/ 1075267 h 1164946"/>
                <a:gd name="connsiteX9" fmla="*/ 709644 w 720548"/>
                <a:gd name="connsiteY9" fmla="*/ 687916 h 1164946"/>
                <a:gd name="connsiteX10" fmla="*/ 696945 w 720548"/>
                <a:gd name="connsiteY10" fmla="*/ 514350 h 1164946"/>
                <a:gd name="connsiteX11" fmla="*/ 616511 w 720548"/>
                <a:gd name="connsiteY11" fmla="*/ 357717 h 1164946"/>
                <a:gd name="connsiteX12" fmla="*/ 491628 w 720548"/>
                <a:gd name="connsiteY12" fmla="*/ 86783 h 1164946"/>
                <a:gd name="connsiteX13" fmla="*/ 186828 w 720548"/>
                <a:gd name="connsiteY13" fmla="*/ 0 h 1164946"/>
                <a:gd name="connsiteX14" fmla="*/ 180478 w 720548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48554 w 727241"/>
                <a:gd name="connsiteY0" fmla="*/ 19050 h 1164946"/>
                <a:gd name="connsiteX1" fmla="*/ 74987 w 727241"/>
                <a:gd name="connsiteY1" fmla="*/ 80433 h 1164946"/>
                <a:gd name="connsiteX2" fmla="*/ 28421 w 727241"/>
                <a:gd name="connsiteY2" fmla="*/ 160866 h 1164946"/>
                <a:gd name="connsiteX3" fmla="*/ 7254 w 727241"/>
                <a:gd name="connsiteY3" fmla="*/ 323850 h 1164946"/>
                <a:gd name="connsiteX4" fmla="*/ 163888 w 727241"/>
                <a:gd name="connsiteY4" fmla="*/ 1075266 h 1164946"/>
                <a:gd name="connsiteX5" fmla="*/ 375554 w 727241"/>
                <a:gd name="connsiteY5" fmla="*/ 1085849 h 1164946"/>
                <a:gd name="connsiteX6" fmla="*/ 582988 w 727241"/>
                <a:gd name="connsiteY6" fmla="*/ 1162050 h 1164946"/>
                <a:gd name="connsiteX7" fmla="*/ 642254 w 727241"/>
                <a:gd name="connsiteY7" fmla="*/ 1136650 h 1164946"/>
                <a:gd name="connsiteX8" fmla="*/ 716338 w 727241"/>
                <a:gd name="connsiteY8" fmla="*/ 1075267 h 1164946"/>
                <a:gd name="connsiteX9" fmla="*/ 716337 w 727241"/>
                <a:gd name="connsiteY9" fmla="*/ 687916 h 1164946"/>
                <a:gd name="connsiteX10" fmla="*/ 703638 w 727241"/>
                <a:gd name="connsiteY10" fmla="*/ 514350 h 1164946"/>
                <a:gd name="connsiteX11" fmla="*/ 623204 w 727241"/>
                <a:gd name="connsiteY11" fmla="*/ 357717 h 1164946"/>
                <a:gd name="connsiteX12" fmla="*/ 498321 w 727241"/>
                <a:gd name="connsiteY12" fmla="*/ 86783 h 1164946"/>
                <a:gd name="connsiteX13" fmla="*/ 193521 w 727241"/>
                <a:gd name="connsiteY13" fmla="*/ 0 h 1164946"/>
                <a:gd name="connsiteX14" fmla="*/ 187171 w 727241"/>
                <a:gd name="connsiteY14" fmla="*/ 10583 h 1164946"/>
                <a:gd name="connsiteX0" fmla="*/ 277599 w 756286"/>
                <a:gd name="connsiteY0" fmla="*/ 19050 h 1164946"/>
                <a:gd name="connsiteX1" fmla="*/ 104032 w 756286"/>
                <a:gd name="connsiteY1" fmla="*/ 80433 h 1164946"/>
                <a:gd name="connsiteX2" fmla="*/ 57466 w 756286"/>
                <a:gd name="connsiteY2" fmla="*/ 160866 h 1164946"/>
                <a:gd name="connsiteX3" fmla="*/ 4549 w 756286"/>
                <a:gd name="connsiteY3" fmla="*/ 1043517 h 1164946"/>
                <a:gd name="connsiteX4" fmla="*/ 192933 w 756286"/>
                <a:gd name="connsiteY4" fmla="*/ 1075266 h 1164946"/>
                <a:gd name="connsiteX5" fmla="*/ 404599 w 756286"/>
                <a:gd name="connsiteY5" fmla="*/ 1085849 h 1164946"/>
                <a:gd name="connsiteX6" fmla="*/ 612033 w 756286"/>
                <a:gd name="connsiteY6" fmla="*/ 1162050 h 1164946"/>
                <a:gd name="connsiteX7" fmla="*/ 671299 w 756286"/>
                <a:gd name="connsiteY7" fmla="*/ 1136650 h 1164946"/>
                <a:gd name="connsiteX8" fmla="*/ 745383 w 756286"/>
                <a:gd name="connsiteY8" fmla="*/ 1075267 h 1164946"/>
                <a:gd name="connsiteX9" fmla="*/ 745382 w 756286"/>
                <a:gd name="connsiteY9" fmla="*/ 687916 h 1164946"/>
                <a:gd name="connsiteX10" fmla="*/ 732683 w 756286"/>
                <a:gd name="connsiteY10" fmla="*/ 514350 h 1164946"/>
                <a:gd name="connsiteX11" fmla="*/ 652249 w 756286"/>
                <a:gd name="connsiteY11" fmla="*/ 357717 h 1164946"/>
                <a:gd name="connsiteX12" fmla="*/ 527366 w 756286"/>
                <a:gd name="connsiteY12" fmla="*/ 86783 h 1164946"/>
                <a:gd name="connsiteX13" fmla="*/ 222566 w 756286"/>
                <a:gd name="connsiteY13" fmla="*/ 0 h 1164946"/>
                <a:gd name="connsiteX14" fmla="*/ 216216 w 756286"/>
                <a:gd name="connsiteY14" fmla="*/ 10583 h 1164946"/>
                <a:gd name="connsiteX0" fmla="*/ 283512 w 762199"/>
                <a:gd name="connsiteY0" fmla="*/ 19050 h 1164946"/>
                <a:gd name="connsiteX1" fmla="*/ 109945 w 762199"/>
                <a:gd name="connsiteY1" fmla="*/ 80433 h 1164946"/>
                <a:gd name="connsiteX2" fmla="*/ 63379 w 762199"/>
                <a:gd name="connsiteY2" fmla="*/ 160866 h 1164946"/>
                <a:gd name="connsiteX3" fmla="*/ 10462 w 762199"/>
                <a:gd name="connsiteY3" fmla="*/ 1043517 h 1164946"/>
                <a:gd name="connsiteX4" fmla="*/ 198846 w 762199"/>
                <a:gd name="connsiteY4" fmla="*/ 1075266 h 1164946"/>
                <a:gd name="connsiteX5" fmla="*/ 410512 w 762199"/>
                <a:gd name="connsiteY5" fmla="*/ 1085849 h 1164946"/>
                <a:gd name="connsiteX6" fmla="*/ 617946 w 762199"/>
                <a:gd name="connsiteY6" fmla="*/ 1162050 h 1164946"/>
                <a:gd name="connsiteX7" fmla="*/ 677212 w 762199"/>
                <a:gd name="connsiteY7" fmla="*/ 1136650 h 1164946"/>
                <a:gd name="connsiteX8" fmla="*/ 751296 w 762199"/>
                <a:gd name="connsiteY8" fmla="*/ 1075267 h 1164946"/>
                <a:gd name="connsiteX9" fmla="*/ 751295 w 762199"/>
                <a:gd name="connsiteY9" fmla="*/ 687916 h 1164946"/>
                <a:gd name="connsiteX10" fmla="*/ 738596 w 762199"/>
                <a:gd name="connsiteY10" fmla="*/ 514350 h 1164946"/>
                <a:gd name="connsiteX11" fmla="*/ 658162 w 762199"/>
                <a:gd name="connsiteY11" fmla="*/ 357717 h 1164946"/>
                <a:gd name="connsiteX12" fmla="*/ 533279 w 762199"/>
                <a:gd name="connsiteY12" fmla="*/ 86783 h 1164946"/>
                <a:gd name="connsiteX13" fmla="*/ 228479 w 762199"/>
                <a:gd name="connsiteY13" fmla="*/ 0 h 1164946"/>
                <a:gd name="connsiteX14" fmla="*/ 222129 w 762199"/>
                <a:gd name="connsiteY14" fmla="*/ 10583 h 1164946"/>
                <a:gd name="connsiteX0" fmla="*/ 288708 w 767395"/>
                <a:gd name="connsiteY0" fmla="*/ 19050 h 1164946"/>
                <a:gd name="connsiteX1" fmla="*/ 115141 w 767395"/>
                <a:gd name="connsiteY1" fmla="*/ 80433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88708 w 767395"/>
                <a:gd name="connsiteY0" fmla="*/ 19050 h 1164946"/>
                <a:gd name="connsiteX1" fmla="*/ 106674 w 767395"/>
                <a:gd name="connsiteY1" fmla="*/ 158750 h 1164946"/>
                <a:gd name="connsiteX2" fmla="*/ 15658 w 767395"/>
                <a:gd name="connsiteY2" fmla="*/ 603250 h 1164946"/>
                <a:gd name="connsiteX3" fmla="*/ 15658 w 767395"/>
                <a:gd name="connsiteY3" fmla="*/ 1043517 h 1164946"/>
                <a:gd name="connsiteX4" fmla="*/ 204042 w 767395"/>
                <a:gd name="connsiteY4" fmla="*/ 1075266 h 1164946"/>
                <a:gd name="connsiteX5" fmla="*/ 415708 w 767395"/>
                <a:gd name="connsiteY5" fmla="*/ 1085849 h 1164946"/>
                <a:gd name="connsiteX6" fmla="*/ 623142 w 767395"/>
                <a:gd name="connsiteY6" fmla="*/ 1162050 h 1164946"/>
                <a:gd name="connsiteX7" fmla="*/ 682408 w 767395"/>
                <a:gd name="connsiteY7" fmla="*/ 1136650 h 1164946"/>
                <a:gd name="connsiteX8" fmla="*/ 756492 w 767395"/>
                <a:gd name="connsiteY8" fmla="*/ 1075267 h 1164946"/>
                <a:gd name="connsiteX9" fmla="*/ 756491 w 767395"/>
                <a:gd name="connsiteY9" fmla="*/ 687916 h 1164946"/>
                <a:gd name="connsiteX10" fmla="*/ 743792 w 767395"/>
                <a:gd name="connsiteY10" fmla="*/ 514350 h 1164946"/>
                <a:gd name="connsiteX11" fmla="*/ 663358 w 767395"/>
                <a:gd name="connsiteY11" fmla="*/ 357717 h 1164946"/>
                <a:gd name="connsiteX12" fmla="*/ 538475 w 767395"/>
                <a:gd name="connsiteY12" fmla="*/ 86783 h 1164946"/>
                <a:gd name="connsiteX13" fmla="*/ 233675 w 767395"/>
                <a:gd name="connsiteY13" fmla="*/ 0 h 1164946"/>
                <a:gd name="connsiteX14" fmla="*/ 227325 w 767395"/>
                <a:gd name="connsiteY14" fmla="*/ 10583 h 116494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27325 w 767395"/>
                <a:gd name="connsiteY14" fmla="*/ 2963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14" fmla="*/ 246375 w 767395"/>
                <a:gd name="connsiteY14" fmla="*/ 10583 h 1183996"/>
                <a:gd name="connsiteX0" fmla="*/ 250608 w 767395"/>
                <a:gd name="connsiteY0" fmla="*/ 0 h 1183996"/>
                <a:gd name="connsiteX1" fmla="*/ 106674 w 767395"/>
                <a:gd name="connsiteY1" fmla="*/ 177800 h 1183996"/>
                <a:gd name="connsiteX2" fmla="*/ 15658 w 767395"/>
                <a:gd name="connsiteY2" fmla="*/ 622300 h 1183996"/>
                <a:gd name="connsiteX3" fmla="*/ 15658 w 767395"/>
                <a:gd name="connsiteY3" fmla="*/ 1062567 h 1183996"/>
                <a:gd name="connsiteX4" fmla="*/ 204042 w 767395"/>
                <a:gd name="connsiteY4" fmla="*/ 1094316 h 1183996"/>
                <a:gd name="connsiteX5" fmla="*/ 415708 w 767395"/>
                <a:gd name="connsiteY5" fmla="*/ 1104899 h 1183996"/>
                <a:gd name="connsiteX6" fmla="*/ 623142 w 767395"/>
                <a:gd name="connsiteY6" fmla="*/ 1181100 h 1183996"/>
                <a:gd name="connsiteX7" fmla="*/ 682408 w 767395"/>
                <a:gd name="connsiteY7" fmla="*/ 1155700 h 1183996"/>
                <a:gd name="connsiteX8" fmla="*/ 756492 w 767395"/>
                <a:gd name="connsiteY8" fmla="*/ 1094317 h 1183996"/>
                <a:gd name="connsiteX9" fmla="*/ 756491 w 767395"/>
                <a:gd name="connsiteY9" fmla="*/ 706966 h 1183996"/>
                <a:gd name="connsiteX10" fmla="*/ 743792 w 767395"/>
                <a:gd name="connsiteY10" fmla="*/ 533400 h 1183996"/>
                <a:gd name="connsiteX11" fmla="*/ 663358 w 767395"/>
                <a:gd name="connsiteY11" fmla="*/ 376767 h 1183996"/>
                <a:gd name="connsiteX12" fmla="*/ 538475 w 767395"/>
                <a:gd name="connsiteY12" fmla="*/ 105833 h 1183996"/>
                <a:gd name="connsiteX13" fmla="*/ 233675 w 767395"/>
                <a:gd name="connsiteY13" fmla="*/ 19050 h 1183996"/>
                <a:gd name="connsiteX0" fmla="*/ 250608 w 767395"/>
                <a:gd name="connsiteY0" fmla="*/ 12700 h 1196696"/>
                <a:gd name="connsiteX1" fmla="*/ 106674 w 767395"/>
                <a:gd name="connsiteY1" fmla="*/ 190500 h 1196696"/>
                <a:gd name="connsiteX2" fmla="*/ 15658 w 767395"/>
                <a:gd name="connsiteY2" fmla="*/ 635000 h 1196696"/>
                <a:gd name="connsiteX3" fmla="*/ 15658 w 767395"/>
                <a:gd name="connsiteY3" fmla="*/ 1075267 h 1196696"/>
                <a:gd name="connsiteX4" fmla="*/ 204042 w 767395"/>
                <a:gd name="connsiteY4" fmla="*/ 1107016 h 1196696"/>
                <a:gd name="connsiteX5" fmla="*/ 415708 w 767395"/>
                <a:gd name="connsiteY5" fmla="*/ 1117599 h 1196696"/>
                <a:gd name="connsiteX6" fmla="*/ 623142 w 767395"/>
                <a:gd name="connsiteY6" fmla="*/ 1193800 h 1196696"/>
                <a:gd name="connsiteX7" fmla="*/ 682408 w 767395"/>
                <a:gd name="connsiteY7" fmla="*/ 1168400 h 1196696"/>
                <a:gd name="connsiteX8" fmla="*/ 756492 w 767395"/>
                <a:gd name="connsiteY8" fmla="*/ 1107017 h 1196696"/>
                <a:gd name="connsiteX9" fmla="*/ 756491 w 767395"/>
                <a:gd name="connsiteY9" fmla="*/ 719666 h 1196696"/>
                <a:gd name="connsiteX10" fmla="*/ 743792 w 767395"/>
                <a:gd name="connsiteY10" fmla="*/ 546100 h 1196696"/>
                <a:gd name="connsiteX11" fmla="*/ 663358 w 767395"/>
                <a:gd name="connsiteY11" fmla="*/ 389467 h 1196696"/>
                <a:gd name="connsiteX12" fmla="*/ 538475 w 767395"/>
                <a:gd name="connsiteY12" fmla="*/ 118533 h 1196696"/>
                <a:gd name="connsiteX13" fmla="*/ 252725 w 767395"/>
                <a:gd name="connsiteY13" fmla="*/ 0 h 119669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12183 h 1190346"/>
                <a:gd name="connsiteX13" fmla="*/ 244258 w 767395"/>
                <a:gd name="connsiteY13" fmla="*/ 0 h 1190346"/>
                <a:gd name="connsiteX0" fmla="*/ 250608 w 767395"/>
                <a:gd name="connsiteY0" fmla="*/ 6350 h 1190346"/>
                <a:gd name="connsiteX1" fmla="*/ 106674 w 767395"/>
                <a:gd name="connsiteY1" fmla="*/ 184150 h 1190346"/>
                <a:gd name="connsiteX2" fmla="*/ 15658 w 767395"/>
                <a:gd name="connsiteY2" fmla="*/ 628650 h 1190346"/>
                <a:gd name="connsiteX3" fmla="*/ 15658 w 767395"/>
                <a:gd name="connsiteY3" fmla="*/ 1068917 h 1190346"/>
                <a:gd name="connsiteX4" fmla="*/ 204042 w 767395"/>
                <a:gd name="connsiteY4" fmla="*/ 1100666 h 1190346"/>
                <a:gd name="connsiteX5" fmla="*/ 415708 w 767395"/>
                <a:gd name="connsiteY5" fmla="*/ 1111249 h 1190346"/>
                <a:gd name="connsiteX6" fmla="*/ 623142 w 767395"/>
                <a:gd name="connsiteY6" fmla="*/ 1187450 h 1190346"/>
                <a:gd name="connsiteX7" fmla="*/ 682408 w 767395"/>
                <a:gd name="connsiteY7" fmla="*/ 1162050 h 1190346"/>
                <a:gd name="connsiteX8" fmla="*/ 756492 w 767395"/>
                <a:gd name="connsiteY8" fmla="*/ 1100667 h 1190346"/>
                <a:gd name="connsiteX9" fmla="*/ 756491 w 767395"/>
                <a:gd name="connsiteY9" fmla="*/ 713316 h 1190346"/>
                <a:gd name="connsiteX10" fmla="*/ 743792 w 767395"/>
                <a:gd name="connsiteY10" fmla="*/ 539750 h 1190346"/>
                <a:gd name="connsiteX11" fmla="*/ 663358 w 767395"/>
                <a:gd name="connsiteY11" fmla="*/ 383117 h 1190346"/>
                <a:gd name="connsiteX12" fmla="*/ 538475 w 767395"/>
                <a:gd name="connsiteY12" fmla="*/ 137583 h 1190346"/>
                <a:gd name="connsiteX13" fmla="*/ 244258 w 767395"/>
                <a:gd name="connsiteY13" fmla="*/ 0 h 11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7395" h="1190346">
                  <a:moveTo>
                    <a:pt x="250608" y="6350"/>
                  </a:moveTo>
                  <a:cubicBezTo>
                    <a:pt x="181119" y="16773"/>
                    <a:pt x="145832" y="80433"/>
                    <a:pt x="106674" y="184150"/>
                  </a:cubicBezTo>
                  <a:cubicBezTo>
                    <a:pt x="67516" y="287867"/>
                    <a:pt x="31180" y="601839"/>
                    <a:pt x="15658" y="628650"/>
                  </a:cubicBezTo>
                  <a:cubicBezTo>
                    <a:pt x="8602" y="682978"/>
                    <a:pt x="-15739" y="990248"/>
                    <a:pt x="15658" y="1068917"/>
                  </a:cubicBezTo>
                  <a:cubicBezTo>
                    <a:pt x="47055" y="1147586"/>
                    <a:pt x="137367" y="1093611"/>
                    <a:pt x="204042" y="1100666"/>
                  </a:cubicBezTo>
                  <a:cubicBezTo>
                    <a:pt x="270717" y="1107721"/>
                    <a:pt x="345858" y="1096785"/>
                    <a:pt x="415708" y="1111249"/>
                  </a:cubicBezTo>
                  <a:cubicBezTo>
                    <a:pt x="485558" y="1125713"/>
                    <a:pt x="578692" y="1178983"/>
                    <a:pt x="623142" y="1187450"/>
                  </a:cubicBezTo>
                  <a:cubicBezTo>
                    <a:pt x="667592" y="1195917"/>
                    <a:pt x="652069" y="1185334"/>
                    <a:pt x="682408" y="1162050"/>
                  </a:cubicBezTo>
                  <a:cubicBezTo>
                    <a:pt x="717686" y="1135239"/>
                    <a:pt x="720862" y="1177573"/>
                    <a:pt x="756492" y="1100667"/>
                  </a:cubicBezTo>
                  <a:cubicBezTo>
                    <a:pt x="788357" y="1031888"/>
                    <a:pt x="738423" y="839929"/>
                    <a:pt x="756491" y="713316"/>
                  </a:cubicBezTo>
                  <a:cubicBezTo>
                    <a:pt x="735324" y="648405"/>
                    <a:pt x="759314" y="594783"/>
                    <a:pt x="743792" y="539750"/>
                  </a:cubicBezTo>
                  <a:cubicBezTo>
                    <a:pt x="728270" y="484717"/>
                    <a:pt x="697578" y="450145"/>
                    <a:pt x="663358" y="383117"/>
                  </a:cubicBezTo>
                  <a:cubicBezTo>
                    <a:pt x="629139" y="316089"/>
                    <a:pt x="608325" y="201436"/>
                    <a:pt x="538475" y="137583"/>
                  </a:cubicBezTo>
                  <a:cubicBezTo>
                    <a:pt x="468625" y="73730"/>
                    <a:pt x="357232" y="33405"/>
                    <a:pt x="244258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12" name="组合 311">
              <a:extLst>
                <a:ext uri="{FF2B5EF4-FFF2-40B4-BE49-F238E27FC236}">
                  <a16:creationId xmlns:a16="http://schemas.microsoft.com/office/drawing/2014/main" id="{0C708E8D-DBF8-56FE-E0C1-46B6D04BB834}"/>
                </a:ext>
              </a:extLst>
            </p:cNvPr>
            <p:cNvGrpSpPr/>
            <p:nvPr/>
          </p:nvGrpSpPr>
          <p:grpSpPr>
            <a:xfrm>
              <a:off x="10212676" y="3492672"/>
              <a:ext cx="364187" cy="931189"/>
              <a:chOff x="7717668" y="2674450"/>
              <a:chExt cx="502083" cy="1384736"/>
            </a:xfrm>
            <a:solidFill>
              <a:srgbClr val="CEB09B"/>
            </a:solidFill>
          </p:grpSpPr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AD1DA9CC-C4CB-B1B3-8450-F1D228B74863}"/>
                  </a:ext>
                </a:extLst>
              </p:cNvPr>
              <p:cNvSpPr/>
              <p:nvPr/>
            </p:nvSpPr>
            <p:spPr>
              <a:xfrm rot="3569514">
                <a:off x="7504104" y="3343539"/>
                <a:ext cx="983186" cy="448108"/>
              </a:xfrm>
              <a:custGeom>
                <a:avLst/>
                <a:gdLst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347694 w 838761"/>
                  <a:gd name="connsiteY13" fmla="*/ 65616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616511 w 838761"/>
                  <a:gd name="connsiteY12" fmla="*/ 357717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696945 w 838761"/>
                  <a:gd name="connsiteY10" fmla="*/ 514350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759247"/>
                  <a:gd name="connsiteY0" fmla="*/ 19050 h 1185333"/>
                  <a:gd name="connsiteX1" fmla="*/ 68294 w 759247"/>
                  <a:gd name="connsiteY1" fmla="*/ 80433 h 1185333"/>
                  <a:gd name="connsiteX2" fmla="*/ 21728 w 759247"/>
                  <a:gd name="connsiteY2" fmla="*/ 160866 h 1185333"/>
                  <a:gd name="connsiteX3" fmla="*/ 561 w 759247"/>
                  <a:gd name="connsiteY3" fmla="*/ 323850 h 1185333"/>
                  <a:gd name="connsiteX4" fmla="*/ 148728 w 759247"/>
                  <a:gd name="connsiteY4" fmla="*/ 903816 h 1185333"/>
                  <a:gd name="connsiteX5" fmla="*/ 269378 w 759247"/>
                  <a:gd name="connsiteY5" fmla="*/ 1056216 h 1185333"/>
                  <a:gd name="connsiteX6" fmla="*/ 440828 w 759247"/>
                  <a:gd name="connsiteY6" fmla="*/ 1166283 h 1185333"/>
                  <a:gd name="connsiteX7" fmla="*/ 652494 w 759247"/>
                  <a:gd name="connsiteY7" fmla="*/ 1185333 h 1185333"/>
                  <a:gd name="connsiteX8" fmla="*/ 758328 w 759247"/>
                  <a:gd name="connsiteY8" fmla="*/ 1104900 h 1185333"/>
                  <a:gd name="connsiteX9" fmla="*/ 709644 w 759247"/>
                  <a:gd name="connsiteY9" fmla="*/ 687916 h 1185333"/>
                  <a:gd name="connsiteX10" fmla="*/ 696945 w 759247"/>
                  <a:gd name="connsiteY10" fmla="*/ 514350 h 1185333"/>
                  <a:gd name="connsiteX11" fmla="*/ 616511 w 759247"/>
                  <a:gd name="connsiteY11" fmla="*/ 357717 h 1185333"/>
                  <a:gd name="connsiteX12" fmla="*/ 491628 w 759247"/>
                  <a:gd name="connsiteY12" fmla="*/ 86783 h 1185333"/>
                  <a:gd name="connsiteX13" fmla="*/ 186828 w 759247"/>
                  <a:gd name="connsiteY13" fmla="*/ 0 h 1185333"/>
                  <a:gd name="connsiteX14" fmla="*/ 180478 w 759247"/>
                  <a:gd name="connsiteY14" fmla="*/ 10583 h 1185333"/>
                  <a:gd name="connsiteX0" fmla="*/ 241861 w 759154"/>
                  <a:gd name="connsiteY0" fmla="*/ 19050 h 1185333"/>
                  <a:gd name="connsiteX1" fmla="*/ 68294 w 759154"/>
                  <a:gd name="connsiteY1" fmla="*/ 80433 h 1185333"/>
                  <a:gd name="connsiteX2" fmla="*/ 21728 w 759154"/>
                  <a:gd name="connsiteY2" fmla="*/ 160866 h 1185333"/>
                  <a:gd name="connsiteX3" fmla="*/ 561 w 759154"/>
                  <a:gd name="connsiteY3" fmla="*/ 323850 h 1185333"/>
                  <a:gd name="connsiteX4" fmla="*/ 148728 w 759154"/>
                  <a:gd name="connsiteY4" fmla="*/ 903816 h 1185333"/>
                  <a:gd name="connsiteX5" fmla="*/ 269378 w 759154"/>
                  <a:gd name="connsiteY5" fmla="*/ 1056216 h 1185333"/>
                  <a:gd name="connsiteX6" fmla="*/ 440828 w 759154"/>
                  <a:gd name="connsiteY6" fmla="*/ 1166283 h 1185333"/>
                  <a:gd name="connsiteX7" fmla="*/ 652494 w 759154"/>
                  <a:gd name="connsiteY7" fmla="*/ 1185333 h 1185333"/>
                  <a:gd name="connsiteX8" fmla="*/ 758328 w 759154"/>
                  <a:gd name="connsiteY8" fmla="*/ 1104900 h 1185333"/>
                  <a:gd name="connsiteX9" fmla="*/ 709644 w 759154"/>
                  <a:gd name="connsiteY9" fmla="*/ 687916 h 1185333"/>
                  <a:gd name="connsiteX10" fmla="*/ 696945 w 759154"/>
                  <a:gd name="connsiteY10" fmla="*/ 514350 h 1185333"/>
                  <a:gd name="connsiteX11" fmla="*/ 616511 w 759154"/>
                  <a:gd name="connsiteY11" fmla="*/ 357717 h 1185333"/>
                  <a:gd name="connsiteX12" fmla="*/ 491628 w 759154"/>
                  <a:gd name="connsiteY12" fmla="*/ 86783 h 1185333"/>
                  <a:gd name="connsiteX13" fmla="*/ 186828 w 759154"/>
                  <a:gd name="connsiteY13" fmla="*/ 0 h 1185333"/>
                  <a:gd name="connsiteX14" fmla="*/ 180478 w 759154"/>
                  <a:gd name="connsiteY14" fmla="*/ 10583 h 1185333"/>
                  <a:gd name="connsiteX0" fmla="*/ 241861 w 711707"/>
                  <a:gd name="connsiteY0" fmla="*/ 19050 h 1185333"/>
                  <a:gd name="connsiteX1" fmla="*/ 68294 w 711707"/>
                  <a:gd name="connsiteY1" fmla="*/ 80433 h 1185333"/>
                  <a:gd name="connsiteX2" fmla="*/ 21728 w 711707"/>
                  <a:gd name="connsiteY2" fmla="*/ 160866 h 1185333"/>
                  <a:gd name="connsiteX3" fmla="*/ 561 w 711707"/>
                  <a:gd name="connsiteY3" fmla="*/ 323850 h 1185333"/>
                  <a:gd name="connsiteX4" fmla="*/ 148728 w 711707"/>
                  <a:gd name="connsiteY4" fmla="*/ 903816 h 1185333"/>
                  <a:gd name="connsiteX5" fmla="*/ 269378 w 711707"/>
                  <a:gd name="connsiteY5" fmla="*/ 1056216 h 1185333"/>
                  <a:gd name="connsiteX6" fmla="*/ 440828 w 711707"/>
                  <a:gd name="connsiteY6" fmla="*/ 1166283 h 1185333"/>
                  <a:gd name="connsiteX7" fmla="*/ 652494 w 711707"/>
                  <a:gd name="connsiteY7" fmla="*/ 1185333 h 1185333"/>
                  <a:gd name="connsiteX8" fmla="*/ 709645 w 711707"/>
                  <a:gd name="connsiteY8" fmla="*/ 1075267 h 1185333"/>
                  <a:gd name="connsiteX9" fmla="*/ 709644 w 711707"/>
                  <a:gd name="connsiteY9" fmla="*/ 687916 h 1185333"/>
                  <a:gd name="connsiteX10" fmla="*/ 696945 w 711707"/>
                  <a:gd name="connsiteY10" fmla="*/ 514350 h 1185333"/>
                  <a:gd name="connsiteX11" fmla="*/ 616511 w 711707"/>
                  <a:gd name="connsiteY11" fmla="*/ 357717 h 1185333"/>
                  <a:gd name="connsiteX12" fmla="*/ 491628 w 711707"/>
                  <a:gd name="connsiteY12" fmla="*/ 86783 h 1185333"/>
                  <a:gd name="connsiteX13" fmla="*/ 186828 w 711707"/>
                  <a:gd name="connsiteY13" fmla="*/ 0 h 1185333"/>
                  <a:gd name="connsiteX14" fmla="*/ 180478 w 711707"/>
                  <a:gd name="connsiteY14" fmla="*/ 10583 h 1185333"/>
                  <a:gd name="connsiteX0" fmla="*/ 241861 w 712688"/>
                  <a:gd name="connsiteY0" fmla="*/ 19050 h 1168601"/>
                  <a:gd name="connsiteX1" fmla="*/ 68294 w 712688"/>
                  <a:gd name="connsiteY1" fmla="*/ 80433 h 1168601"/>
                  <a:gd name="connsiteX2" fmla="*/ 21728 w 712688"/>
                  <a:gd name="connsiteY2" fmla="*/ 160866 h 1168601"/>
                  <a:gd name="connsiteX3" fmla="*/ 561 w 712688"/>
                  <a:gd name="connsiteY3" fmla="*/ 323850 h 1168601"/>
                  <a:gd name="connsiteX4" fmla="*/ 148728 w 712688"/>
                  <a:gd name="connsiteY4" fmla="*/ 903816 h 1168601"/>
                  <a:gd name="connsiteX5" fmla="*/ 269378 w 712688"/>
                  <a:gd name="connsiteY5" fmla="*/ 1056216 h 1168601"/>
                  <a:gd name="connsiteX6" fmla="*/ 440828 w 712688"/>
                  <a:gd name="connsiteY6" fmla="*/ 1166283 h 1168601"/>
                  <a:gd name="connsiteX7" fmla="*/ 635561 w 712688"/>
                  <a:gd name="connsiteY7" fmla="*/ 1136650 h 1168601"/>
                  <a:gd name="connsiteX8" fmla="*/ 709645 w 712688"/>
                  <a:gd name="connsiteY8" fmla="*/ 1075267 h 1168601"/>
                  <a:gd name="connsiteX9" fmla="*/ 709644 w 712688"/>
                  <a:gd name="connsiteY9" fmla="*/ 687916 h 1168601"/>
                  <a:gd name="connsiteX10" fmla="*/ 696945 w 712688"/>
                  <a:gd name="connsiteY10" fmla="*/ 514350 h 1168601"/>
                  <a:gd name="connsiteX11" fmla="*/ 616511 w 712688"/>
                  <a:gd name="connsiteY11" fmla="*/ 357717 h 1168601"/>
                  <a:gd name="connsiteX12" fmla="*/ 491628 w 712688"/>
                  <a:gd name="connsiteY12" fmla="*/ 86783 h 1168601"/>
                  <a:gd name="connsiteX13" fmla="*/ 186828 w 712688"/>
                  <a:gd name="connsiteY13" fmla="*/ 0 h 1168601"/>
                  <a:gd name="connsiteX14" fmla="*/ 180478 w 712688"/>
                  <a:gd name="connsiteY14" fmla="*/ 10583 h 116860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7013"/>
                  <a:gd name="connsiteX1" fmla="*/ 68294 w 712688"/>
                  <a:gd name="connsiteY1" fmla="*/ 80433 h 1167013"/>
                  <a:gd name="connsiteX2" fmla="*/ 21728 w 712688"/>
                  <a:gd name="connsiteY2" fmla="*/ 160866 h 1167013"/>
                  <a:gd name="connsiteX3" fmla="*/ 561 w 712688"/>
                  <a:gd name="connsiteY3" fmla="*/ 323850 h 1167013"/>
                  <a:gd name="connsiteX4" fmla="*/ 148728 w 712688"/>
                  <a:gd name="connsiteY4" fmla="*/ 903816 h 1167013"/>
                  <a:gd name="connsiteX5" fmla="*/ 269378 w 712688"/>
                  <a:gd name="connsiteY5" fmla="*/ 1056216 h 1167013"/>
                  <a:gd name="connsiteX6" fmla="*/ 576295 w 712688"/>
                  <a:gd name="connsiteY6" fmla="*/ 1162050 h 1167013"/>
                  <a:gd name="connsiteX7" fmla="*/ 635561 w 712688"/>
                  <a:gd name="connsiteY7" fmla="*/ 1136650 h 1167013"/>
                  <a:gd name="connsiteX8" fmla="*/ 709645 w 712688"/>
                  <a:gd name="connsiteY8" fmla="*/ 1075267 h 1167013"/>
                  <a:gd name="connsiteX9" fmla="*/ 709644 w 712688"/>
                  <a:gd name="connsiteY9" fmla="*/ 687916 h 1167013"/>
                  <a:gd name="connsiteX10" fmla="*/ 696945 w 712688"/>
                  <a:gd name="connsiteY10" fmla="*/ 514350 h 1167013"/>
                  <a:gd name="connsiteX11" fmla="*/ 616511 w 712688"/>
                  <a:gd name="connsiteY11" fmla="*/ 357717 h 1167013"/>
                  <a:gd name="connsiteX12" fmla="*/ 491628 w 712688"/>
                  <a:gd name="connsiteY12" fmla="*/ 86783 h 1167013"/>
                  <a:gd name="connsiteX13" fmla="*/ 186828 w 712688"/>
                  <a:gd name="connsiteY13" fmla="*/ 0 h 1167013"/>
                  <a:gd name="connsiteX14" fmla="*/ 180478 w 712688"/>
                  <a:gd name="connsiteY14" fmla="*/ 10583 h 1167013"/>
                  <a:gd name="connsiteX0" fmla="*/ 241861 w 720548"/>
                  <a:gd name="connsiteY0" fmla="*/ 19050 h 1167013"/>
                  <a:gd name="connsiteX1" fmla="*/ 68294 w 720548"/>
                  <a:gd name="connsiteY1" fmla="*/ 80433 h 1167013"/>
                  <a:gd name="connsiteX2" fmla="*/ 21728 w 720548"/>
                  <a:gd name="connsiteY2" fmla="*/ 160866 h 1167013"/>
                  <a:gd name="connsiteX3" fmla="*/ 561 w 720548"/>
                  <a:gd name="connsiteY3" fmla="*/ 323850 h 1167013"/>
                  <a:gd name="connsiteX4" fmla="*/ 148728 w 720548"/>
                  <a:gd name="connsiteY4" fmla="*/ 903816 h 1167013"/>
                  <a:gd name="connsiteX5" fmla="*/ 269378 w 720548"/>
                  <a:gd name="connsiteY5" fmla="*/ 1056216 h 1167013"/>
                  <a:gd name="connsiteX6" fmla="*/ 576295 w 720548"/>
                  <a:gd name="connsiteY6" fmla="*/ 1162050 h 1167013"/>
                  <a:gd name="connsiteX7" fmla="*/ 635561 w 720548"/>
                  <a:gd name="connsiteY7" fmla="*/ 1136650 h 1167013"/>
                  <a:gd name="connsiteX8" fmla="*/ 709645 w 720548"/>
                  <a:gd name="connsiteY8" fmla="*/ 1075267 h 1167013"/>
                  <a:gd name="connsiteX9" fmla="*/ 709644 w 720548"/>
                  <a:gd name="connsiteY9" fmla="*/ 687916 h 1167013"/>
                  <a:gd name="connsiteX10" fmla="*/ 696945 w 720548"/>
                  <a:gd name="connsiteY10" fmla="*/ 514350 h 1167013"/>
                  <a:gd name="connsiteX11" fmla="*/ 616511 w 720548"/>
                  <a:gd name="connsiteY11" fmla="*/ 357717 h 1167013"/>
                  <a:gd name="connsiteX12" fmla="*/ 491628 w 720548"/>
                  <a:gd name="connsiteY12" fmla="*/ 86783 h 1167013"/>
                  <a:gd name="connsiteX13" fmla="*/ 186828 w 720548"/>
                  <a:gd name="connsiteY13" fmla="*/ 0 h 1167013"/>
                  <a:gd name="connsiteX14" fmla="*/ 180478 w 720548"/>
                  <a:gd name="connsiteY14" fmla="*/ 10583 h 1167013"/>
                  <a:gd name="connsiteX0" fmla="*/ 241861 w 720548"/>
                  <a:gd name="connsiteY0" fmla="*/ 19050 h 1164946"/>
                  <a:gd name="connsiteX1" fmla="*/ 68294 w 720548"/>
                  <a:gd name="connsiteY1" fmla="*/ 80433 h 1164946"/>
                  <a:gd name="connsiteX2" fmla="*/ 21728 w 720548"/>
                  <a:gd name="connsiteY2" fmla="*/ 160866 h 1164946"/>
                  <a:gd name="connsiteX3" fmla="*/ 561 w 720548"/>
                  <a:gd name="connsiteY3" fmla="*/ 323850 h 1164946"/>
                  <a:gd name="connsiteX4" fmla="*/ 148728 w 720548"/>
                  <a:gd name="connsiteY4" fmla="*/ 903816 h 1164946"/>
                  <a:gd name="connsiteX5" fmla="*/ 368861 w 720548"/>
                  <a:gd name="connsiteY5" fmla="*/ 1085849 h 1164946"/>
                  <a:gd name="connsiteX6" fmla="*/ 576295 w 720548"/>
                  <a:gd name="connsiteY6" fmla="*/ 1162050 h 1164946"/>
                  <a:gd name="connsiteX7" fmla="*/ 635561 w 720548"/>
                  <a:gd name="connsiteY7" fmla="*/ 1136650 h 1164946"/>
                  <a:gd name="connsiteX8" fmla="*/ 709645 w 720548"/>
                  <a:gd name="connsiteY8" fmla="*/ 1075267 h 1164946"/>
                  <a:gd name="connsiteX9" fmla="*/ 709644 w 720548"/>
                  <a:gd name="connsiteY9" fmla="*/ 687916 h 1164946"/>
                  <a:gd name="connsiteX10" fmla="*/ 696945 w 720548"/>
                  <a:gd name="connsiteY10" fmla="*/ 514350 h 1164946"/>
                  <a:gd name="connsiteX11" fmla="*/ 616511 w 720548"/>
                  <a:gd name="connsiteY11" fmla="*/ 357717 h 1164946"/>
                  <a:gd name="connsiteX12" fmla="*/ 491628 w 720548"/>
                  <a:gd name="connsiteY12" fmla="*/ 86783 h 1164946"/>
                  <a:gd name="connsiteX13" fmla="*/ 186828 w 720548"/>
                  <a:gd name="connsiteY13" fmla="*/ 0 h 1164946"/>
                  <a:gd name="connsiteX14" fmla="*/ 180478 w 720548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77599 w 756286"/>
                  <a:gd name="connsiteY0" fmla="*/ 19050 h 1164946"/>
                  <a:gd name="connsiteX1" fmla="*/ 104032 w 756286"/>
                  <a:gd name="connsiteY1" fmla="*/ 80433 h 1164946"/>
                  <a:gd name="connsiteX2" fmla="*/ 57466 w 756286"/>
                  <a:gd name="connsiteY2" fmla="*/ 160866 h 1164946"/>
                  <a:gd name="connsiteX3" fmla="*/ 4549 w 756286"/>
                  <a:gd name="connsiteY3" fmla="*/ 1043517 h 1164946"/>
                  <a:gd name="connsiteX4" fmla="*/ 192933 w 756286"/>
                  <a:gd name="connsiteY4" fmla="*/ 1075266 h 1164946"/>
                  <a:gd name="connsiteX5" fmla="*/ 404599 w 756286"/>
                  <a:gd name="connsiteY5" fmla="*/ 1085849 h 1164946"/>
                  <a:gd name="connsiteX6" fmla="*/ 612033 w 756286"/>
                  <a:gd name="connsiteY6" fmla="*/ 1162050 h 1164946"/>
                  <a:gd name="connsiteX7" fmla="*/ 671299 w 756286"/>
                  <a:gd name="connsiteY7" fmla="*/ 1136650 h 1164946"/>
                  <a:gd name="connsiteX8" fmla="*/ 745383 w 756286"/>
                  <a:gd name="connsiteY8" fmla="*/ 1075267 h 1164946"/>
                  <a:gd name="connsiteX9" fmla="*/ 745382 w 756286"/>
                  <a:gd name="connsiteY9" fmla="*/ 687916 h 1164946"/>
                  <a:gd name="connsiteX10" fmla="*/ 732683 w 756286"/>
                  <a:gd name="connsiteY10" fmla="*/ 514350 h 1164946"/>
                  <a:gd name="connsiteX11" fmla="*/ 652249 w 756286"/>
                  <a:gd name="connsiteY11" fmla="*/ 357717 h 1164946"/>
                  <a:gd name="connsiteX12" fmla="*/ 527366 w 756286"/>
                  <a:gd name="connsiteY12" fmla="*/ 86783 h 1164946"/>
                  <a:gd name="connsiteX13" fmla="*/ 222566 w 756286"/>
                  <a:gd name="connsiteY13" fmla="*/ 0 h 1164946"/>
                  <a:gd name="connsiteX14" fmla="*/ 216216 w 756286"/>
                  <a:gd name="connsiteY14" fmla="*/ 10583 h 1164946"/>
                  <a:gd name="connsiteX0" fmla="*/ 283512 w 762199"/>
                  <a:gd name="connsiteY0" fmla="*/ 19050 h 1164946"/>
                  <a:gd name="connsiteX1" fmla="*/ 109945 w 762199"/>
                  <a:gd name="connsiteY1" fmla="*/ 80433 h 1164946"/>
                  <a:gd name="connsiteX2" fmla="*/ 63379 w 762199"/>
                  <a:gd name="connsiteY2" fmla="*/ 160866 h 1164946"/>
                  <a:gd name="connsiteX3" fmla="*/ 10462 w 762199"/>
                  <a:gd name="connsiteY3" fmla="*/ 1043517 h 1164946"/>
                  <a:gd name="connsiteX4" fmla="*/ 198846 w 762199"/>
                  <a:gd name="connsiteY4" fmla="*/ 1075266 h 1164946"/>
                  <a:gd name="connsiteX5" fmla="*/ 410512 w 762199"/>
                  <a:gd name="connsiteY5" fmla="*/ 1085849 h 1164946"/>
                  <a:gd name="connsiteX6" fmla="*/ 617946 w 762199"/>
                  <a:gd name="connsiteY6" fmla="*/ 1162050 h 1164946"/>
                  <a:gd name="connsiteX7" fmla="*/ 677212 w 762199"/>
                  <a:gd name="connsiteY7" fmla="*/ 1136650 h 1164946"/>
                  <a:gd name="connsiteX8" fmla="*/ 751296 w 762199"/>
                  <a:gd name="connsiteY8" fmla="*/ 1075267 h 1164946"/>
                  <a:gd name="connsiteX9" fmla="*/ 751295 w 762199"/>
                  <a:gd name="connsiteY9" fmla="*/ 687916 h 1164946"/>
                  <a:gd name="connsiteX10" fmla="*/ 738596 w 762199"/>
                  <a:gd name="connsiteY10" fmla="*/ 514350 h 1164946"/>
                  <a:gd name="connsiteX11" fmla="*/ 658162 w 762199"/>
                  <a:gd name="connsiteY11" fmla="*/ 357717 h 1164946"/>
                  <a:gd name="connsiteX12" fmla="*/ 533279 w 762199"/>
                  <a:gd name="connsiteY12" fmla="*/ 86783 h 1164946"/>
                  <a:gd name="connsiteX13" fmla="*/ 228479 w 762199"/>
                  <a:gd name="connsiteY13" fmla="*/ 0 h 1164946"/>
                  <a:gd name="connsiteX14" fmla="*/ 222129 w 762199"/>
                  <a:gd name="connsiteY14" fmla="*/ 10583 h 1164946"/>
                  <a:gd name="connsiteX0" fmla="*/ 288708 w 767395"/>
                  <a:gd name="connsiteY0" fmla="*/ 19050 h 1164946"/>
                  <a:gd name="connsiteX1" fmla="*/ 115141 w 767395"/>
                  <a:gd name="connsiteY1" fmla="*/ 80433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88708 w 767395"/>
                  <a:gd name="connsiteY0" fmla="*/ 19050 h 1164946"/>
                  <a:gd name="connsiteX1" fmla="*/ 106674 w 767395"/>
                  <a:gd name="connsiteY1" fmla="*/ 158750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27325 w 767395"/>
                  <a:gd name="connsiteY14" fmla="*/ 2963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46375 w 767395"/>
                  <a:gd name="connsiteY14" fmla="*/ 1058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0" fmla="*/ 250608 w 767395"/>
                  <a:gd name="connsiteY0" fmla="*/ 12700 h 1196696"/>
                  <a:gd name="connsiteX1" fmla="*/ 106674 w 767395"/>
                  <a:gd name="connsiteY1" fmla="*/ 190500 h 1196696"/>
                  <a:gd name="connsiteX2" fmla="*/ 15658 w 767395"/>
                  <a:gd name="connsiteY2" fmla="*/ 635000 h 1196696"/>
                  <a:gd name="connsiteX3" fmla="*/ 15658 w 767395"/>
                  <a:gd name="connsiteY3" fmla="*/ 1075267 h 1196696"/>
                  <a:gd name="connsiteX4" fmla="*/ 204042 w 767395"/>
                  <a:gd name="connsiteY4" fmla="*/ 1107016 h 1196696"/>
                  <a:gd name="connsiteX5" fmla="*/ 415708 w 767395"/>
                  <a:gd name="connsiteY5" fmla="*/ 1117599 h 1196696"/>
                  <a:gd name="connsiteX6" fmla="*/ 623142 w 767395"/>
                  <a:gd name="connsiteY6" fmla="*/ 1193800 h 1196696"/>
                  <a:gd name="connsiteX7" fmla="*/ 682408 w 767395"/>
                  <a:gd name="connsiteY7" fmla="*/ 1168400 h 1196696"/>
                  <a:gd name="connsiteX8" fmla="*/ 756492 w 767395"/>
                  <a:gd name="connsiteY8" fmla="*/ 1107017 h 1196696"/>
                  <a:gd name="connsiteX9" fmla="*/ 756491 w 767395"/>
                  <a:gd name="connsiteY9" fmla="*/ 719666 h 1196696"/>
                  <a:gd name="connsiteX10" fmla="*/ 743792 w 767395"/>
                  <a:gd name="connsiteY10" fmla="*/ 546100 h 1196696"/>
                  <a:gd name="connsiteX11" fmla="*/ 663358 w 767395"/>
                  <a:gd name="connsiteY11" fmla="*/ 389467 h 1196696"/>
                  <a:gd name="connsiteX12" fmla="*/ 538475 w 767395"/>
                  <a:gd name="connsiteY12" fmla="*/ 118533 h 1196696"/>
                  <a:gd name="connsiteX13" fmla="*/ 252725 w 767395"/>
                  <a:gd name="connsiteY13" fmla="*/ 0 h 119669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375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375491 w 767395"/>
                  <a:gd name="connsiteY12" fmla="*/ 135466 h 1190346"/>
                  <a:gd name="connsiteX13" fmla="*/ 244258 w 767395"/>
                  <a:gd name="connsiteY13" fmla="*/ 0 h 1190346"/>
                  <a:gd name="connsiteX0" fmla="*/ 250608 w 777364"/>
                  <a:gd name="connsiteY0" fmla="*/ 6350 h 1190346"/>
                  <a:gd name="connsiteX1" fmla="*/ 106674 w 777364"/>
                  <a:gd name="connsiteY1" fmla="*/ 184150 h 1190346"/>
                  <a:gd name="connsiteX2" fmla="*/ 15658 w 777364"/>
                  <a:gd name="connsiteY2" fmla="*/ 628650 h 1190346"/>
                  <a:gd name="connsiteX3" fmla="*/ 15658 w 777364"/>
                  <a:gd name="connsiteY3" fmla="*/ 1068917 h 1190346"/>
                  <a:gd name="connsiteX4" fmla="*/ 204042 w 777364"/>
                  <a:gd name="connsiteY4" fmla="*/ 1100666 h 1190346"/>
                  <a:gd name="connsiteX5" fmla="*/ 415708 w 777364"/>
                  <a:gd name="connsiteY5" fmla="*/ 1111249 h 1190346"/>
                  <a:gd name="connsiteX6" fmla="*/ 623142 w 777364"/>
                  <a:gd name="connsiteY6" fmla="*/ 1187450 h 1190346"/>
                  <a:gd name="connsiteX7" fmla="*/ 682408 w 777364"/>
                  <a:gd name="connsiteY7" fmla="*/ 1162050 h 1190346"/>
                  <a:gd name="connsiteX8" fmla="*/ 756492 w 777364"/>
                  <a:gd name="connsiteY8" fmla="*/ 1100667 h 1190346"/>
                  <a:gd name="connsiteX9" fmla="*/ 756491 w 777364"/>
                  <a:gd name="connsiteY9" fmla="*/ 713316 h 1190346"/>
                  <a:gd name="connsiteX10" fmla="*/ 743792 w 777364"/>
                  <a:gd name="connsiteY10" fmla="*/ 539750 h 1190346"/>
                  <a:gd name="connsiteX11" fmla="*/ 284474 w 777364"/>
                  <a:gd name="connsiteY11" fmla="*/ 535517 h 1190346"/>
                  <a:gd name="connsiteX12" fmla="*/ 375491 w 777364"/>
                  <a:gd name="connsiteY12" fmla="*/ 135466 h 1190346"/>
                  <a:gd name="connsiteX13" fmla="*/ 244258 w 777364"/>
                  <a:gd name="connsiteY13" fmla="*/ 0 h 1190346"/>
                  <a:gd name="connsiteX0" fmla="*/ 250608 w 777364"/>
                  <a:gd name="connsiteY0" fmla="*/ 6350 h 1190346"/>
                  <a:gd name="connsiteX1" fmla="*/ 106674 w 777364"/>
                  <a:gd name="connsiteY1" fmla="*/ 184150 h 1190346"/>
                  <a:gd name="connsiteX2" fmla="*/ 15658 w 777364"/>
                  <a:gd name="connsiteY2" fmla="*/ 628650 h 1190346"/>
                  <a:gd name="connsiteX3" fmla="*/ 15658 w 777364"/>
                  <a:gd name="connsiteY3" fmla="*/ 1068917 h 1190346"/>
                  <a:gd name="connsiteX4" fmla="*/ 204042 w 777364"/>
                  <a:gd name="connsiteY4" fmla="*/ 1100666 h 1190346"/>
                  <a:gd name="connsiteX5" fmla="*/ 415708 w 777364"/>
                  <a:gd name="connsiteY5" fmla="*/ 1111249 h 1190346"/>
                  <a:gd name="connsiteX6" fmla="*/ 623142 w 777364"/>
                  <a:gd name="connsiteY6" fmla="*/ 1187450 h 1190346"/>
                  <a:gd name="connsiteX7" fmla="*/ 682408 w 777364"/>
                  <a:gd name="connsiteY7" fmla="*/ 1162050 h 1190346"/>
                  <a:gd name="connsiteX8" fmla="*/ 756492 w 777364"/>
                  <a:gd name="connsiteY8" fmla="*/ 1100667 h 1190346"/>
                  <a:gd name="connsiteX9" fmla="*/ 756491 w 777364"/>
                  <a:gd name="connsiteY9" fmla="*/ 713316 h 1190346"/>
                  <a:gd name="connsiteX10" fmla="*/ 743792 w 777364"/>
                  <a:gd name="connsiteY10" fmla="*/ 539750 h 1190346"/>
                  <a:gd name="connsiteX11" fmla="*/ 284474 w 777364"/>
                  <a:gd name="connsiteY11" fmla="*/ 535517 h 1190346"/>
                  <a:gd name="connsiteX12" fmla="*/ 375491 w 777364"/>
                  <a:gd name="connsiteY12" fmla="*/ 135466 h 1190346"/>
                  <a:gd name="connsiteX13" fmla="*/ 244258 w 777364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513075 w 767395"/>
                  <a:gd name="connsiteY10" fmla="*/ 685800 h 1190346"/>
                  <a:gd name="connsiteX11" fmla="*/ 284474 w 767395"/>
                  <a:gd name="connsiteY11" fmla="*/ 535517 h 1190346"/>
                  <a:gd name="connsiteX12" fmla="*/ 375491 w 767395"/>
                  <a:gd name="connsiteY12" fmla="*/ 135466 h 1190346"/>
                  <a:gd name="connsiteX13" fmla="*/ 244258 w 767395"/>
                  <a:gd name="connsiteY13" fmla="*/ 0 h 1190346"/>
                  <a:gd name="connsiteX0" fmla="*/ 250608 w 760355"/>
                  <a:gd name="connsiteY0" fmla="*/ 6350 h 1190346"/>
                  <a:gd name="connsiteX1" fmla="*/ 106674 w 760355"/>
                  <a:gd name="connsiteY1" fmla="*/ 184150 h 1190346"/>
                  <a:gd name="connsiteX2" fmla="*/ 15658 w 760355"/>
                  <a:gd name="connsiteY2" fmla="*/ 628650 h 1190346"/>
                  <a:gd name="connsiteX3" fmla="*/ 15658 w 760355"/>
                  <a:gd name="connsiteY3" fmla="*/ 1068917 h 1190346"/>
                  <a:gd name="connsiteX4" fmla="*/ 204042 w 760355"/>
                  <a:gd name="connsiteY4" fmla="*/ 1100666 h 1190346"/>
                  <a:gd name="connsiteX5" fmla="*/ 415708 w 760355"/>
                  <a:gd name="connsiteY5" fmla="*/ 1111249 h 1190346"/>
                  <a:gd name="connsiteX6" fmla="*/ 623142 w 760355"/>
                  <a:gd name="connsiteY6" fmla="*/ 1187450 h 1190346"/>
                  <a:gd name="connsiteX7" fmla="*/ 682408 w 760355"/>
                  <a:gd name="connsiteY7" fmla="*/ 1162050 h 1190346"/>
                  <a:gd name="connsiteX8" fmla="*/ 756492 w 760355"/>
                  <a:gd name="connsiteY8" fmla="*/ 1100667 h 1190346"/>
                  <a:gd name="connsiteX9" fmla="*/ 565991 w 760355"/>
                  <a:gd name="connsiteY9" fmla="*/ 738716 h 1190346"/>
                  <a:gd name="connsiteX10" fmla="*/ 513075 w 760355"/>
                  <a:gd name="connsiteY10" fmla="*/ 685800 h 1190346"/>
                  <a:gd name="connsiteX11" fmla="*/ 284474 w 760355"/>
                  <a:gd name="connsiteY11" fmla="*/ 535517 h 1190346"/>
                  <a:gd name="connsiteX12" fmla="*/ 375491 w 760355"/>
                  <a:gd name="connsiteY12" fmla="*/ 135466 h 1190346"/>
                  <a:gd name="connsiteX13" fmla="*/ 244258 w 760355"/>
                  <a:gd name="connsiteY13" fmla="*/ 0 h 1190346"/>
                  <a:gd name="connsiteX0" fmla="*/ 250608 w 686908"/>
                  <a:gd name="connsiteY0" fmla="*/ 6350 h 1190346"/>
                  <a:gd name="connsiteX1" fmla="*/ 106674 w 686908"/>
                  <a:gd name="connsiteY1" fmla="*/ 184150 h 1190346"/>
                  <a:gd name="connsiteX2" fmla="*/ 15658 w 686908"/>
                  <a:gd name="connsiteY2" fmla="*/ 628650 h 1190346"/>
                  <a:gd name="connsiteX3" fmla="*/ 15658 w 686908"/>
                  <a:gd name="connsiteY3" fmla="*/ 1068917 h 1190346"/>
                  <a:gd name="connsiteX4" fmla="*/ 204042 w 686908"/>
                  <a:gd name="connsiteY4" fmla="*/ 1100666 h 1190346"/>
                  <a:gd name="connsiteX5" fmla="*/ 415708 w 686908"/>
                  <a:gd name="connsiteY5" fmla="*/ 1111249 h 1190346"/>
                  <a:gd name="connsiteX6" fmla="*/ 623142 w 686908"/>
                  <a:gd name="connsiteY6" fmla="*/ 1187450 h 1190346"/>
                  <a:gd name="connsiteX7" fmla="*/ 682408 w 686908"/>
                  <a:gd name="connsiteY7" fmla="*/ 1162050 h 1190346"/>
                  <a:gd name="connsiteX8" fmla="*/ 515192 w 686908"/>
                  <a:gd name="connsiteY8" fmla="*/ 876301 h 1190346"/>
                  <a:gd name="connsiteX9" fmla="*/ 565991 w 686908"/>
                  <a:gd name="connsiteY9" fmla="*/ 738716 h 1190346"/>
                  <a:gd name="connsiteX10" fmla="*/ 513075 w 686908"/>
                  <a:gd name="connsiteY10" fmla="*/ 685800 h 1190346"/>
                  <a:gd name="connsiteX11" fmla="*/ 284474 w 686908"/>
                  <a:gd name="connsiteY11" fmla="*/ 535517 h 1190346"/>
                  <a:gd name="connsiteX12" fmla="*/ 375491 w 686908"/>
                  <a:gd name="connsiteY12" fmla="*/ 135466 h 1190346"/>
                  <a:gd name="connsiteX13" fmla="*/ 244258 w 686908"/>
                  <a:gd name="connsiteY13" fmla="*/ 0 h 1190346"/>
                  <a:gd name="connsiteX0" fmla="*/ 250608 w 623938"/>
                  <a:gd name="connsiteY0" fmla="*/ 6350 h 1198250"/>
                  <a:gd name="connsiteX1" fmla="*/ 106674 w 623938"/>
                  <a:gd name="connsiteY1" fmla="*/ 184150 h 1198250"/>
                  <a:gd name="connsiteX2" fmla="*/ 15658 w 623938"/>
                  <a:gd name="connsiteY2" fmla="*/ 628650 h 1198250"/>
                  <a:gd name="connsiteX3" fmla="*/ 15658 w 623938"/>
                  <a:gd name="connsiteY3" fmla="*/ 1068917 h 1198250"/>
                  <a:gd name="connsiteX4" fmla="*/ 204042 w 623938"/>
                  <a:gd name="connsiteY4" fmla="*/ 1100666 h 1198250"/>
                  <a:gd name="connsiteX5" fmla="*/ 415708 w 623938"/>
                  <a:gd name="connsiteY5" fmla="*/ 1111249 h 1198250"/>
                  <a:gd name="connsiteX6" fmla="*/ 623142 w 623938"/>
                  <a:gd name="connsiteY6" fmla="*/ 1187450 h 1198250"/>
                  <a:gd name="connsiteX7" fmla="*/ 337391 w 623938"/>
                  <a:gd name="connsiteY7" fmla="*/ 844550 h 1198250"/>
                  <a:gd name="connsiteX8" fmla="*/ 515192 w 623938"/>
                  <a:gd name="connsiteY8" fmla="*/ 876301 h 1198250"/>
                  <a:gd name="connsiteX9" fmla="*/ 565991 w 623938"/>
                  <a:gd name="connsiteY9" fmla="*/ 738716 h 1198250"/>
                  <a:gd name="connsiteX10" fmla="*/ 513075 w 623938"/>
                  <a:gd name="connsiteY10" fmla="*/ 685800 h 1198250"/>
                  <a:gd name="connsiteX11" fmla="*/ 284474 w 623938"/>
                  <a:gd name="connsiteY11" fmla="*/ 535517 h 1198250"/>
                  <a:gd name="connsiteX12" fmla="*/ 375491 w 623938"/>
                  <a:gd name="connsiteY12" fmla="*/ 135466 h 1198250"/>
                  <a:gd name="connsiteX13" fmla="*/ 244258 w 623938"/>
                  <a:gd name="connsiteY13" fmla="*/ 0 h 1198250"/>
                  <a:gd name="connsiteX0" fmla="*/ 250608 w 623938"/>
                  <a:gd name="connsiteY0" fmla="*/ 6350 h 1198250"/>
                  <a:gd name="connsiteX1" fmla="*/ 106674 w 623938"/>
                  <a:gd name="connsiteY1" fmla="*/ 184150 h 1198250"/>
                  <a:gd name="connsiteX2" fmla="*/ 15658 w 623938"/>
                  <a:gd name="connsiteY2" fmla="*/ 628650 h 1198250"/>
                  <a:gd name="connsiteX3" fmla="*/ 15658 w 623938"/>
                  <a:gd name="connsiteY3" fmla="*/ 1068917 h 1198250"/>
                  <a:gd name="connsiteX4" fmla="*/ 204042 w 623938"/>
                  <a:gd name="connsiteY4" fmla="*/ 1100666 h 1198250"/>
                  <a:gd name="connsiteX5" fmla="*/ 415708 w 623938"/>
                  <a:gd name="connsiteY5" fmla="*/ 1111249 h 1198250"/>
                  <a:gd name="connsiteX6" fmla="*/ 623142 w 623938"/>
                  <a:gd name="connsiteY6" fmla="*/ 1187450 h 1198250"/>
                  <a:gd name="connsiteX7" fmla="*/ 337391 w 623938"/>
                  <a:gd name="connsiteY7" fmla="*/ 844550 h 1198250"/>
                  <a:gd name="connsiteX8" fmla="*/ 515192 w 623938"/>
                  <a:gd name="connsiteY8" fmla="*/ 876301 h 1198250"/>
                  <a:gd name="connsiteX9" fmla="*/ 565991 w 623938"/>
                  <a:gd name="connsiteY9" fmla="*/ 738716 h 1198250"/>
                  <a:gd name="connsiteX10" fmla="*/ 513075 w 623938"/>
                  <a:gd name="connsiteY10" fmla="*/ 685800 h 1198250"/>
                  <a:gd name="connsiteX11" fmla="*/ 284474 w 623938"/>
                  <a:gd name="connsiteY11" fmla="*/ 535517 h 1198250"/>
                  <a:gd name="connsiteX12" fmla="*/ 375491 w 623938"/>
                  <a:gd name="connsiteY12" fmla="*/ 135466 h 1198250"/>
                  <a:gd name="connsiteX13" fmla="*/ 244258 w 623938"/>
                  <a:gd name="connsiteY13" fmla="*/ 0 h 1198250"/>
                  <a:gd name="connsiteX0" fmla="*/ 250608 w 624191"/>
                  <a:gd name="connsiteY0" fmla="*/ 6350 h 1197227"/>
                  <a:gd name="connsiteX1" fmla="*/ 106674 w 624191"/>
                  <a:gd name="connsiteY1" fmla="*/ 184150 h 1197227"/>
                  <a:gd name="connsiteX2" fmla="*/ 15658 w 624191"/>
                  <a:gd name="connsiteY2" fmla="*/ 628650 h 1197227"/>
                  <a:gd name="connsiteX3" fmla="*/ 15658 w 624191"/>
                  <a:gd name="connsiteY3" fmla="*/ 1068917 h 1197227"/>
                  <a:gd name="connsiteX4" fmla="*/ 204042 w 624191"/>
                  <a:gd name="connsiteY4" fmla="*/ 1100666 h 1197227"/>
                  <a:gd name="connsiteX5" fmla="*/ 623142 w 624191"/>
                  <a:gd name="connsiteY5" fmla="*/ 1187450 h 1197227"/>
                  <a:gd name="connsiteX6" fmla="*/ 337391 w 624191"/>
                  <a:gd name="connsiteY6" fmla="*/ 844550 h 1197227"/>
                  <a:gd name="connsiteX7" fmla="*/ 515192 w 624191"/>
                  <a:gd name="connsiteY7" fmla="*/ 876301 h 1197227"/>
                  <a:gd name="connsiteX8" fmla="*/ 565991 w 624191"/>
                  <a:gd name="connsiteY8" fmla="*/ 738716 h 1197227"/>
                  <a:gd name="connsiteX9" fmla="*/ 513075 w 624191"/>
                  <a:gd name="connsiteY9" fmla="*/ 685800 h 1197227"/>
                  <a:gd name="connsiteX10" fmla="*/ 284474 w 624191"/>
                  <a:gd name="connsiteY10" fmla="*/ 535517 h 1197227"/>
                  <a:gd name="connsiteX11" fmla="*/ 375491 w 624191"/>
                  <a:gd name="connsiteY11" fmla="*/ 135466 h 1197227"/>
                  <a:gd name="connsiteX12" fmla="*/ 244258 w 624191"/>
                  <a:gd name="connsiteY12" fmla="*/ 0 h 1197227"/>
                  <a:gd name="connsiteX0" fmla="*/ 250608 w 626301"/>
                  <a:gd name="connsiteY0" fmla="*/ 6350 h 1191261"/>
                  <a:gd name="connsiteX1" fmla="*/ 106674 w 626301"/>
                  <a:gd name="connsiteY1" fmla="*/ 184150 h 1191261"/>
                  <a:gd name="connsiteX2" fmla="*/ 15658 w 626301"/>
                  <a:gd name="connsiteY2" fmla="*/ 628650 h 1191261"/>
                  <a:gd name="connsiteX3" fmla="*/ 15658 w 626301"/>
                  <a:gd name="connsiteY3" fmla="*/ 1068917 h 1191261"/>
                  <a:gd name="connsiteX4" fmla="*/ 204042 w 626301"/>
                  <a:gd name="connsiteY4" fmla="*/ 1100666 h 1191261"/>
                  <a:gd name="connsiteX5" fmla="*/ 625258 w 626301"/>
                  <a:gd name="connsiteY5" fmla="*/ 1181100 h 1191261"/>
                  <a:gd name="connsiteX6" fmla="*/ 337391 w 626301"/>
                  <a:gd name="connsiteY6" fmla="*/ 844550 h 1191261"/>
                  <a:gd name="connsiteX7" fmla="*/ 515192 w 626301"/>
                  <a:gd name="connsiteY7" fmla="*/ 876301 h 1191261"/>
                  <a:gd name="connsiteX8" fmla="*/ 565991 w 626301"/>
                  <a:gd name="connsiteY8" fmla="*/ 738716 h 1191261"/>
                  <a:gd name="connsiteX9" fmla="*/ 513075 w 626301"/>
                  <a:gd name="connsiteY9" fmla="*/ 685800 h 1191261"/>
                  <a:gd name="connsiteX10" fmla="*/ 284474 w 626301"/>
                  <a:gd name="connsiteY10" fmla="*/ 535517 h 1191261"/>
                  <a:gd name="connsiteX11" fmla="*/ 375491 w 626301"/>
                  <a:gd name="connsiteY11" fmla="*/ 135466 h 1191261"/>
                  <a:gd name="connsiteX12" fmla="*/ 244258 w 626301"/>
                  <a:gd name="connsiteY12" fmla="*/ 0 h 1191261"/>
                  <a:gd name="connsiteX0" fmla="*/ 250608 w 626301"/>
                  <a:gd name="connsiteY0" fmla="*/ 6350 h 1185327"/>
                  <a:gd name="connsiteX1" fmla="*/ 106674 w 626301"/>
                  <a:gd name="connsiteY1" fmla="*/ 184150 h 1185327"/>
                  <a:gd name="connsiteX2" fmla="*/ 15658 w 626301"/>
                  <a:gd name="connsiteY2" fmla="*/ 628650 h 1185327"/>
                  <a:gd name="connsiteX3" fmla="*/ 15658 w 626301"/>
                  <a:gd name="connsiteY3" fmla="*/ 1068917 h 1185327"/>
                  <a:gd name="connsiteX4" fmla="*/ 204042 w 626301"/>
                  <a:gd name="connsiteY4" fmla="*/ 1100666 h 1185327"/>
                  <a:gd name="connsiteX5" fmla="*/ 625258 w 626301"/>
                  <a:gd name="connsiteY5" fmla="*/ 1174750 h 1185327"/>
                  <a:gd name="connsiteX6" fmla="*/ 337391 w 626301"/>
                  <a:gd name="connsiteY6" fmla="*/ 844550 h 1185327"/>
                  <a:gd name="connsiteX7" fmla="*/ 515192 w 626301"/>
                  <a:gd name="connsiteY7" fmla="*/ 876301 h 1185327"/>
                  <a:gd name="connsiteX8" fmla="*/ 565991 w 626301"/>
                  <a:gd name="connsiteY8" fmla="*/ 738716 h 1185327"/>
                  <a:gd name="connsiteX9" fmla="*/ 513075 w 626301"/>
                  <a:gd name="connsiteY9" fmla="*/ 685800 h 1185327"/>
                  <a:gd name="connsiteX10" fmla="*/ 284474 w 626301"/>
                  <a:gd name="connsiteY10" fmla="*/ 535517 h 1185327"/>
                  <a:gd name="connsiteX11" fmla="*/ 375491 w 626301"/>
                  <a:gd name="connsiteY11" fmla="*/ 135466 h 1185327"/>
                  <a:gd name="connsiteX12" fmla="*/ 244258 w 626301"/>
                  <a:gd name="connsiteY12" fmla="*/ 0 h 1185327"/>
                  <a:gd name="connsiteX0" fmla="*/ 250608 w 565991"/>
                  <a:gd name="connsiteY0" fmla="*/ 6350 h 1128720"/>
                  <a:gd name="connsiteX1" fmla="*/ 106674 w 565991"/>
                  <a:gd name="connsiteY1" fmla="*/ 184150 h 1128720"/>
                  <a:gd name="connsiteX2" fmla="*/ 15658 w 565991"/>
                  <a:gd name="connsiteY2" fmla="*/ 628650 h 1128720"/>
                  <a:gd name="connsiteX3" fmla="*/ 15658 w 565991"/>
                  <a:gd name="connsiteY3" fmla="*/ 1068917 h 1128720"/>
                  <a:gd name="connsiteX4" fmla="*/ 204042 w 565991"/>
                  <a:gd name="connsiteY4" fmla="*/ 1100666 h 1128720"/>
                  <a:gd name="connsiteX5" fmla="*/ 337391 w 565991"/>
                  <a:gd name="connsiteY5" fmla="*/ 844550 h 1128720"/>
                  <a:gd name="connsiteX6" fmla="*/ 515192 w 565991"/>
                  <a:gd name="connsiteY6" fmla="*/ 876301 h 1128720"/>
                  <a:gd name="connsiteX7" fmla="*/ 565991 w 565991"/>
                  <a:gd name="connsiteY7" fmla="*/ 738716 h 1128720"/>
                  <a:gd name="connsiteX8" fmla="*/ 513075 w 565991"/>
                  <a:gd name="connsiteY8" fmla="*/ 685800 h 1128720"/>
                  <a:gd name="connsiteX9" fmla="*/ 284474 w 565991"/>
                  <a:gd name="connsiteY9" fmla="*/ 535517 h 1128720"/>
                  <a:gd name="connsiteX10" fmla="*/ 375491 w 565991"/>
                  <a:gd name="connsiteY10" fmla="*/ 135466 h 1128720"/>
                  <a:gd name="connsiteX11" fmla="*/ 244258 w 565991"/>
                  <a:gd name="connsiteY11" fmla="*/ 0 h 1128720"/>
                  <a:gd name="connsiteX0" fmla="*/ 246130 w 561513"/>
                  <a:gd name="connsiteY0" fmla="*/ 6350 h 1070976"/>
                  <a:gd name="connsiteX1" fmla="*/ 102196 w 561513"/>
                  <a:gd name="connsiteY1" fmla="*/ 184150 h 1070976"/>
                  <a:gd name="connsiteX2" fmla="*/ 11180 w 561513"/>
                  <a:gd name="connsiteY2" fmla="*/ 628650 h 1070976"/>
                  <a:gd name="connsiteX3" fmla="*/ 11180 w 561513"/>
                  <a:gd name="connsiteY3" fmla="*/ 1068917 h 1070976"/>
                  <a:gd name="connsiteX4" fmla="*/ 138180 w 561513"/>
                  <a:gd name="connsiteY4" fmla="*/ 795866 h 1070976"/>
                  <a:gd name="connsiteX5" fmla="*/ 332913 w 561513"/>
                  <a:gd name="connsiteY5" fmla="*/ 844550 h 1070976"/>
                  <a:gd name="connsiteX6" fmla="*/ 510714 w 561513"/>
                  <a:gd name="connsiteY6" fmla="*/ 876301 h 1070976"/>
                  <a:gd name="connsiteX7" fmla="*/ 561513 w 561513"/>
                  <a:gd name="connsiteY7" fmla="*/ 738716 h 1070976"/>
                  <a:gd name="connsiteX8" fmla="*/ 508597 w 561513"/>
                  <a:gd name="connsiteY8" fmla="*/ 685800 h 1070976"/>
                  <a:gd name="connsiteX9" fmla="*/ 279996 w 561513"/>
                  <a:gd name="connsiteY9" fmla="*/ 535517 h 1070976"/>
                  <a:gd name="connsiteX10" fmla="*/ 371013 w 561513"/>
                  <a:gd name="connsiteY10" fmla="*/ 135466 h 1070976"/>
                  <a:gd name="connsiteX11" fmla="*/ 239780 w 561513"/>
                  <a:gd name="connsiteY11" fmla="*/ 0 h 1070976"/>
                  <a:gd name="connsiteX0" fmla="*/ 253926 w 569309"/>
                  <a:gd name="connsiteY0" fmla="*/ 6350 h 878697"/>
                  <a:gd name="connsiteX1" fmla="*/ 109992 w 569309"/>
                  <a:gd name="connsiteY1" fmla="*/ 184150 h 878697"/>
                  <a:gd name="connsiteX2" fmla="*/ 18976 w 569309"/>
                  <a:gd name="connsiteY2" fmla="*/ 628650 h 878697"/>
                  <a:gd name="connsiteX3" fmla="*/ 8393 w 569309"/>
                  <a:gd name="connsiteY3" fmla="*/ 738717 h 878697"/>
                  <a:gd name="connsiteX4" fmla="*/ 145976 w 569309"/>
                  <a:gd name="connsiteY4" fmla="*/ 795866 h 878697"/>
                  <a:gd name="connsiteX5" fmla="*/ 340709 w 569309"/>
                  <a:gd name="connsiteY5" fmla="*/ 844550 h 878697"/>
                  <a:gd name="connsiteX6" fmla="*/ 518510 w 569309"/>
                  <a:gd name="connsiteY6" fmla="*/ 876301 h 878697"/>
                  <a:gd name="connsiteX7" fmla="*/ 569309 w 569309"/>
                  <a:gd name="connsiteY7" fmla="*/ 738716 h 878697"/>
                  <a:gd name="connsiteX8" fmla="*/ 516393 w 569309"/>
                  <a:gd name="connsiteY8" fmla="*/ 685800 h 878697"/>
                  <a:gd name="connsiteX9" fmla="*/ 287792 w 569309"/>
                  <a:gd name="connsiteY9" fmla="*/ 535517 h 878697"/>
                  <a:gd name="connsiteX10" fmla="*/ 378809 w 569309"/>
                  <a:gd name="connsiteY10" fmla="*/ 135466 h 878697"/>
                  <a:gd name="connsiteX11" fmla="*/ 247576 w 569309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7469 w 602852"/>
                  <a:gd name="connsiteY0" fmla="*/ 6350 h 878697"/>
                  <a:gd name="connsiteX1" fmla="*/ 143535 w 602852"/>
                  <a:gd name="connsiteY1" fmla="*/ 184150 h 878697"/>
                  <a:gd name="connsiteX2" fmla="*/ 8069 w 602852"/>
                  <a:gd name="connsiteY2" fmla="*/ 450850 h 878697"/>
                  <a:gd name="connsiteX3" fmla="*/ 18653 w 602852"/>
                  <a:gd name="connsiteY3" fmla="*/ 664634 h 878697"/>
                  <a:gd name="connsiteX4" fmla="*/ 179519 w 602852"/>
                  <a:gd name="connsiteY4" fmla="*/ 795866 h 878697"/>
                  <a:gd name="connsiteX5" fmla="*/ 374252 w 602852"/>
                  <a:gd name="connsiteY5" fmla="*/ 844550 h 878697"/>
                  <a:gd name="connsiteX6" fmla="*/ 552053 w 602852"/>
                  <a:gd name="connsiteY6" fmla="*/ 876301 h 878697"/>
                  <a:gd name="connsiteX7" fmla="*/ 602852 w 602852"/>
                  <a:gd name="connsiteY7" fmla="*/ 738716 h 878697"/>
                  <a:gd name="connsiteX8" fmla="*/ 549936 w 602852"/>
                  <a:gd name="connsiteY8" fmla="*/ 685800 h 878697"/>
                  <a:gd name="connsiteX9" fmla="*/ 321335 w 602852"/>
                  <a:gd name="connsiteY9" fmla="*/ 535517 h 878697"/>
                  <a:gd name="connsiteX10" fmla="*/ 412352 w 602852"/>
                  <a:gd name="connsiteY10" fmla="*/ 135466 h 878697"/>
                  <a:gd name="connsiteX11" fmla="*/ 281119 w 602852"/>
                  <a:gd name="connsiteY11" fmla="*/ 0 h 878697"/>
                  <a:gd name="connsiteX0" fmla="*/ 287469 w 602852"/>
                  <a:gd name="connsiteY0" fmla="*/ 6350 h 878697"/>
                  <a:gd name="connsiteX1" fmla="*/ 143535 w 602852"/>
                  <a:gd name="connsiteY1" fmla="*/ 184150 h 878697"/>
                  <a:gd name="connsiteX2" fmla="*/ 8069 w 602852"/>
                  <a:gd name="connsiteY2" fmla="*/ 450850 h 878697"/>
                  <a:gd name="connsiteX3" fmla="*/ 18653 w 602852"/>
                  <a:gd name="connsiteY3" fmla="*/ 664634 h 878697"/>
                  <a:gd name="connsiteX4" fmla="*/ 179519 w 602852"/>
                  <a:gd name="connsiteY4" fmla="*/ 795866 h 878697"/>
                  <a:gd name="connsiteX5" fmla="*/ 374252 w 602852"/>
                  <a:gd name="connsiteY5" fmla="*/ 844550 h 878697"/>
                  <a:gd name="connsiteX6" fmla="*/ 552053 w 602852"/>
                  <a:gd name="connsiteY6" fmla="*/ 876301 h 878697"/>
                  <a:gd name="connsiteX7" fmla="*/ 602852 w 602852"/>
                  <a:gd name="connsiteY7" fmla="*/ 738716 h 878697"/>
                  <a:gd name="connsiteX8" fmla="*/ 549936 w 602852"/>
                  <a:gd name="connsiteY8" fmla="*/ 685800 h 878697"/>
                  <a:gd name="connsiteX9" fmla="*/ 321335 w 602852"/>
                  <a:gd name="connsiteY9" fmla="*/ 535517 h 878697"/>
                  <a:gd name="connsiteX10" fmla="*/ 412352 w 602852"/>
                  <a:gd name="connsiteY10" fmla="*/ 135466 h 878697"/>
                  <a:gd name="connsiteX11" fmla="*/ 281119 w 602852"/>
                  <a:gd name="connsiteY11" fmla="*/ 0 h 878697"/>
                  <a:gd name="connsiteX0" fmla="*/ 287469 w 602852"/>
                  <a:gd name="connsiteY0" fmla="*/ 6350 h 880279"/>
                  <a:gd name="connsiteX1" fmla="*/ 143535 w 602852"/>
                  <a:gd name="connsiteY1" fmla="*/ 184150 h 880279"/>
                  <a:gd name="connsiteX2" fmla="*/ 8069 w 602852"/>
                  <a:gd name="connsiteY2" fmla="*/ 450850 h 880279"/>
                  <a:gd name="connsiteX3" fmla="*/ 18653 w 602852"/>
                  <a:gd name="connsiteY3" fmla="*/ 664634 h 880279"/>
                  <a:gd name="connsiteX4" fmla="*/ 179519 w 602852"/>
                  <a:gd name="connsiteY4" fmla="*/ 795866 h 880279"/>
                  <a:gd name="connsiteX5" fmla="*/ 374252 w 602852"/>
                  <a:gd name="connsiteY5" fmla="*/ 844550 h 880279"/>
                  <a:gd name="connsiteX6" fmla="*/ 552053 w 602852"/>
                  <a:gd name="connsiteY6" fmla="*/ 876301 h 880279"/>
                  <a:gd name="connsiteX7" fmla="*/ 602852 w 602852"/>
                  <a:gd name="connsiteY7" fmla="*/ 738716 h 880279"/>
                  <a:gd name="connsiteX8" fmla="*/ 549936 w 602852"/>
                  <a:gd name="connsiteY8" fmla="*/ 685800 h 880279"/>
                  <a:gd name="connsiteX9" fmla="*/ 321335 w 602852"/>
                  <a:gd name="connsiteY9" fmla="*/ 535517 h 880279"/>
                  <a:gd name="connsiteX10" fmla="*/ 412352 w 602852"/>
                  <a:gd name="connsiteY10" fmla="*/ 135466 h 880279"/>
                  <a:gd name="connsiteX11" fmla="*/ 281119 w 602852"/>
                  <a:gd name="connsiteY11" fmla="*/ 0 h 880279"/>
                  <a:gd name="connsiteX0" fmla="*/ 287469 w 602852"/>
                  <a:gd name="connsiteY0" fmla="*/ 6350 h 880279"/>
                  <a:gd name="connsiteX1" fmla="*/ 46168 w 602852"/>
                  <a:gd name="connsiteY1" fmla="*/ 332317 h 880279"/>
                  <a:gd name="connsiteX2" fmla="*/ 8069 w 602852"/>
                  <a:gd name="connsiteY2" fmla="*/ 450850 h 880279"/>
                  <a:gd name="connsiteX3" fmla="*/ 18653 w 602852"/>
                  <a:gd name="connsiteY3" fmla="*/ 664634 h 880279"/>
                  <a:gd name="connsiteX4" fmla="*/ 179519 w 602852"/>
                  <a:gd name="connsiteY4" fmla="*/ 795866 h 880279"/>
                  <a:gd name="connsiteX5" fmla="*/ 374252 w 602852"/>
                  <a:gd name="connsiteY5" fmla="*/ 844550 h 880279"/>
                  <a:gd name="connsiteX6" fmla="*/ 552053 w 602852"/>
                  <a:gd name="connsiteY6" fmla="*/ 876301 h 880279"/>
                  <a:gd name="connsiteX7" fmla="*/ 602852 w 602852"/>
                  <a:gd name="connsiteY7" fmla="*/ 738716 h 880279"/>
                  <a:gd name="connsiteX8" fmla="*/ 549936 w 602852"/>
                  <a:gd name="connsiteY8" fmla="*/ 685800 h 880279"/>
                  <a:gd name="connsiteX9" fmla="*/ 321335 w 602852"/>
                  <a:gd name="connsiteY9" fmla="*/ 535517 h 880279"/>
                  <a:gd name="connsiteX10" fmla="*/ 412352 w 602852"/>
                  <a:gd name="connsiteY10" fmla="*/ 135466 h 880279"/>
                  <a:gd name="connsiteX11" fmla="*/ 281119 w 602852"/>
                  <a:gd name="connsiteY11" fmla="*/ 0 h 880279"/>
                  <a:gd name="connsiteX0" fmla="*/ 287469 w 602852"/>
                  <a:gd name="connsiteY0" fmla="*/ 31750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12352 w 602852"/>
                  <a:gd name="connsiteY10" fmla="*/ 160866 h 905679"/>
                  <a:gd name="connsiteX11" fmla="*/ 293819 w 602852"/>
                  <a:gd name="connsiteY11" fmla="*/ 0 h 905679"/>
                  <a:gd name="connsiteX0" fmla="*/ 109669 w 602852"/>
                  <a:gd name="connsiteY0" fmla="*/ 175683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12352 w 602852"/>
                  <a:gd name="connsiteY10" fmla="*/ 160866 h 905679"/>
                  <a:gd name="connsiteX11" fmla="*/ 293819 w 602852"/>
                  <a:gd name="connsiteY11" fmla="*/ 0 h 905679"/>
                  <a:gd name="connsiteX0" fmla="*/ 109669 w 602852"/>
                  <a:gd name="connsiteY0" fmla="*/ 175683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12352 w 602852"/>
                  <a:gd name="connsiteY10" fmla="*/ 160866 h 905679"/>
                  <a:gd name="connsiteX11" fmla="*/ 293819 w 602852"/>
                  <a:gd name="connsiteY11" fmla="*/ 0 h 905679"/>
                  <a:gd name="connsiteX0" fmla="*/ 109669 w 602852"/>
                  <a:gd name="connsiteY0" fmla="*/ 175683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35636 w 602852"/>
                  <a:gd name="connsiteY10" fmla="*/ 328082 h 905679"/>
                  <a:gd name="connsiteX11" fmla="*/ 293819 w 602852"/>
                  <a:gd name="connsiteY11" fmla="*/ 0 h 905679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549936 w 602852"/>
                  <a:gd name="connsiteY8" fmla="*/ 624416 h 818895"/>
                  <a:gd name="connsiteX9" fmla="*/ 321335 w 602852"/>
                  <a:gd name="connsiteY9" fmla="*/ 474133 h 818895"/>
                  <a:gd name="connsiteX10" fmla="*/ 435636 w 602852"/>
                  <a:gd name="connsiteY10" fmla="*/ 241298 h 818895"/>
                  <a:gd name="connsiteX11" fmla="*/ 334035 w 602852"/>
                  <a:gd name="connsiteY11" fmla="*/ 0 h 818895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549936 w 602852"/>
                  <a:gd name="connsiteY8" fmla="*/ 624416 h 818895"/>
                  <a:gd name="connsiteX9" fmla="*/ 321335 w 602852"/>
                  <a:gd name="connsiteY9" fmla="*/ 474133 h 818895"/>
                  <a:gd name="connsiteX10" fmla="*/ 435636 w 602852"/>
                  <a:gd name="connsiteY10" fmla="*/ 241298 h 818895"/>
                  <a:gd name="connsiteX11" fmla="*/ 334035 w 602852"/>
                  <a:gd name="connsiteY11" fmla="*/ 0 h 818895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549936 w 602852"/>
                  <a:gd name="connsiteY8" fmla="*/ 624416 h 818895"/>
                  <a:gd name="connsiteX9" fmla="*/ 317101 w 602852"/>
                  <a:gd name="connsiteY9" fmla="*/ 482600 h 818895"/>
                  <a:gd name="connsiteX10" fmla="*/ 435636 w 602852"/>
                  <a:gd name="connsiteY10" fmla="*/ 241298 h 818895"/>
                  <a:gd name="connsiteX11" fmla="*/ 334035 w 602852"/>
                  <a:gd name="connsiteY11" fmla="*/ 0 h 818895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549936 w 602852"/>
                  <a:gd name="connsiteY8" fmla="*/ 624416 h 818895"/>
                  <a:gd name="connsiteX9" fmla="*/ 317101 w 602852"/>
                  <a:gd name="connsiteY9" fmla="*/ 482600 h 818895"/>
                  <a:gd name="connsiteX10" fmla="*/ 334035 w 602852"/>
                  <a:gd name="connsiteY10" fmla="*/ 0 h 818895"/>
                  <a:gd name="connsiteX0" fmla="*/ 109669 w 602852"/>
                  <a:gd name="connsiteY0" fmla="*/ 0 h 729996"/>
                  <a:gd name="connsiteX1" fmla="*/ 46168 w 602852"/>
                  <a:gd name="connsiteY1" fmla="*/ 182034 h 729996"/>
                  <a:gd name="connsiteX2" fmla="*/ 8069 w 602852"/>
                  <a:gd name="connsiteY2" fmla="*/ 300567 h 729996"/>
                  <a:gd name="connsiteX3" fmla="*/ 18653 w 602852"/>
                  <a:gd name="connsiteY3" fmla="*/ 514351 h 729996"/>
                  <a:gd name="connsiteX4" fmla="*/ 179519 w 602852"/>
                  <a:gd name="connsiteY4" fmla="*/ 645583 h 729996"/>
                  <a:gd name="connsiteX5" fmla="*/ 374252 w 602852"/>
                  <a:gd name="connsiteY5" fmla="*/ 694267 h 729996"/>
                  <a:gd name="connsiteX6" fmla="*/ 552053 w 602852"/>
                  <a:gd name="connsiteY6" fmla="*/ 726018 h 729996"/>
                  <a:gd name="connsiteX7" fmla="*/ 602852 w 602852"/>
                  <a:gd name="connsiteY7" fmla="*/ 588433 h 729996"/>
                  <a:gd name="connsiteX8" fmla="*/ 549936 w 602852"/>
                  <a:gd name="connsiteY8" fmla="*/ 535517 h 729996"/>
                  <a:gd name="connsiteX9" fmla="*/ 317101 w 602852"/>
                  <a:gd name="connsiteY9" fmla="*/ 393701 h 729996"/>
                  <a:gd name="connsiteX10" fmla="*/ 461035 w 602852"/>
                  <a:gd name="connsiteY10" fmla="*/ 376768 h 729996"/>
                  <a:gd name="connsiteX0" fmla="*/ 109669 w 684420"/>
                  <a:gd name="connsiteY0" fmla="*/ 0 h 729996"/>
                  <a:gd name="connsiteX1" fmla="*/ 46168 w 684420"/>
                  <a:gd name="connsiteY1" fmla="*/ 182034 h 729996"/>
                  <a:gd name="connsiteX2" fmla="*/ 8069 w 684420"/>
                  <a:gd name="connsiteY2" fmla="*/ 300567 h 729996"/>
                  <a:gd name="connsiteX3" fmla="*/ 18653 w 684420"/>
                  <a:gd name="connsiteY3" fmla="*/ 514351 h 729996"/>
                  <a:gd name="connsiteX4" fmla="*/ 179519 w 684420"/>
                  <a:gd name="connsiteY4" fmla="*/ 645583 h 729996"/>
                  <a:gd name="connsiteX5" fmla="*/ 374252 w 684420"/>
                  <a:gd name="connsiteY5" fmla="*/ 694267 h 729996"/>
                  <a:gd name="connsiteX6" fmla="*/ 552053 w 684420"/>
                  <a:gd name="connsiteY6" fmla="*/ 726018 h 729996"/>
                  <a:gd name="connsiteX7" fmla="*/ 602852 w 684420"/>
                  <a:gd name="connsiteY7" fmla="*/ 588433 h 729996"/>
                  <a:gd name="connsiteX8" fmla="*/ 549936 w 684420"/>
                  <a:gd name="connsiteY8" fmla="*/ 535517 h 729996"/>
                  <a:gd name="connsiteX9" fmla="*/ 683284 w 684420"/>
                  <a:gd name="connsiteY9" fmla="*/ 425451 h 729996"/>
                  <a:gd name="connsiteX10" fmla="*/ 461035 w 684420"/>
                  <a:gd name="connsiteY10" fmla="*/ 376768 h 729996"/>
                  <a:gd name="connsiteX0" fmla="*/ 109669 w 750044"/>
                  <a:gd name="connsiteY0" fmla="*/ 0 h 729996"/>
                  <a:gd name="connsiteX1" fmla="*/ 46168 w 750044"/>
                  <a:gd name="connsiteY1" fmla="*/ 182034 h 729996"/>
                  <a:gd name="connsiteX2" fmla="*/ 8069 w 750044"/>
                  <a:gd name="connsiteY2" fmla="*/ 300567 h 729996"/>
                  <a:gd name="connsiteX3" fmla="*/ 18653 w 750044"/>
                  <a:gd name="connsiteY3" fmla="*/ 514351 h 729996"/>
                  <a:gd name="connsiteX4" fmla="*/ 179519 w 750044"/>
                  <a:gd name="connsiteY4" fmla="*/ 645583 h 729996"/>
                  <a:gd name="connsiteX5" fmla="*/ 374252 w 750044"/>
                  <a:gd name="connsiteY5" fmla="*/ 694267 h 729996"/>
                  <a:gd name="connsiteX6" fmla="*/ 552053 w 750044"/>
                  <a:gd name="connsiteY6" fmla="*/ 726018 h 729996"/>
                  <a:gd name="connsiteX7" fmla="*/ 602852 w 750044"/>
                  <a:gd name="connsiteY7" fmla="*/ 588433 h 729996"/>
                  <a:gd name="connsiteX8" fmla="*/ 746786 w 750044"/>
                  <a:gd name="connsiteY8" fmla="*/ 501650 h 729996"/>
                  <a:gd name="connsiteX9" fmla="*/ 683284 w 750044"/>
                  <a:gd name="connsiteY9" fmla="*/ 425451 h 729996"/>
                  <a:gd name="connsiteX10" fmla="*/ 461035 w 750044"/>
                  <a:gd name="connsiteY10" fmla="*/ 376768 h 729996"/>
                  <a:gd name="connsiteX0" fmla="*/ 109669 w 747680"/>
                  <a:gd name="connsiteY0" fmla="*/ 0 h 731853"/>
                  <a:gd name="connsiteX1" fmla="*/ 46168 w 747680"/>
                  <a:gd name="connsiteY1" fmla="*/ 182034 h 731853"/>
                  <a:gd name="connsiteX2" fmla="*/ 8069 w 747680"/>
                  <a:gd name="connsiteY2" fmla="*/ 300567 h 731853"/>
                  <a:gd name="connsiteX3" fmla="*/ 18653 w 747680"/>
                  <a:gd name="connsiteY3" fmla="*/ 514351 h 731853"/>
                  <a:gd name="connsiteX4" fmla="*/ 179519 w 747680"/>
                  <a:gd name="connsiteY4" fmla="*/ 645583 h 731853"/>
                  <a:gd name="connsiteX5" fmla="*/ 374252 w 747680"/>
                  <a:gd name="connsiteY5" fmla="*/ 694267 h 731853"/>
                  <a:gd name="connsiteX6" fmla="*/ 552053 w 747680"/>
                  <a:gd name="connsiteY6" fmla="*/ 726018 h 731853"/>
                  <a:gd name="connsiteX7" fmla="*/ 729852 w 747680"/>
                  <a:gd name="connsiteY7" fmla="*/ 556683 h 731853"/>
                  <a:gd name="connsiteX8" fmla="*/ 746786 w 747680"/>
                  <a:gd name="connsiteY8" fmla="*/ 501650 h 731853"/>
                  <a:gd name="connsiteX9" fmla="*/ 683284 w 747680"/>
                  <a:gd name="connsiteY9" fmla="*/ 425451 h 731853"/>
                  <a:gd name="connsiteX10" fmla="*/ 461035 w 747680"/>
                  <a:gd name="connsiteY10" fmla="*/ 376768 h 731853"/>
                  <a:gd name="connsiteX0" fmla="*/ 109669 w 747680"/>
                  <a:gd name="connsiteY0" fmla="*/ 0 h 731853"/>
                  <a:gd name="connsiteX1" fmla="*/ 46168 w 747680"/>
                  <a:gd name="connsiteY1" fmla="*/ 182034 h 731853"/>
                  <a:gd name="connsiteX2" fmla="*/ 8069 w 747680"/>
                  <a:gd name="connsiteY2" fmla="*/ 300567 h 731853"/>
                  <a:gd name="connsiteX3" fmla="*/ 18653 w 747680"/>
                  <a:gd name="connsiteY3" fmla="*/ 514351 h 731853"/>
                  <a:gd name="connsiteX4" fmla="*/ 179519 w 747680"/>
                  <a:gd name="connsiteY4" fmla="*/ 645583 h 731853"/>
                  <a:gd name="connsiteX5" fmla="*/ 374252 w 747680"/>
                  <a:gd name="connsiteY5" fmla="*/ 694267 h 731853"/>
                  <a:gd name="connsiteX6" fmla="*/ 552053 w 747680"/>
                  <a:gd name="connsiteY6" fmla="*/ 726018 h 731853"/>
                  <a:gd name="connsiteX7" fmla="*/ 729852 w 747680"/>
                  <a:gd name="connsiteY7" fmla="*/ 556683 h 731853"/>
                  <a:gd name="connsiteX8" fmla="*/ 746786 w 747680"/>
                  <a:gd name="connsiteY8" fmla="*/ 501650 h 731853"/>
                  <a:gd name="connsiteX9" fmla="*/ 683284 w 747680"/>
                  <a:gd name="connsiteY9" fmla="*/ 425451 h 731853"/>
                  <a:gd name="connsiteX10" fmla="*/ 461035 w 747680"/>
                  <a:gd name="connsiteY10" fmla="*/ 376768 h 731853"/>
                  <a:gd name="connsiteX0" fmla="*/ 109669 w 747680"/>
                  <a:gd name="connsiteY0" fmla="*/ 0 h 694336"/>
                  <a:gd name="connsiteX1" fmla="*/ 46168 w 747680"/>
                  <a:gd name="connsiteY1" fmla="*/ 182034 h 694336"/>
                  <a:gd name="connsiteX2" fmla="*/ 8069 w 747680"/>
                  <a:gd name="connsiteY2" fmla="*/ 300567 h 694336"/>
                  <a:gd name="connsiteX3" fmla="*/ 18653 w 747680"/>
                  <a:gd name="connsiteY3" fmla="*/ 514351 h 694336"/>
                  <a:gd name="connsiteX4" fmla="*/ 179519 w 747680"/>
                  <a:gd name="connsiteY4" fmla="*/ 645583 h 694336"/>
                  <a:gd name="connsiteX5" fmla="*/ 374252 w 747680"/>
                  <a:gd name="connsiteY5" fmla="*/ 694267 h 694336"/>
                  <a:gd name="connsiteX6" fmla="*/ 683286 w 747680"/>
                  <a:gd name="connsiteY6" fmla="*/ 590551 h 694336"/>
                  <a:gd name="connsiteX7" fmla="*/ 729852 w 747680"/>
                  <a:gd name="connsiteY7" fmla="*/ 556683 h 694336"/>
                  <a:gd name="connsiteX8" fmla="*/ 746786 w 747680"/>
                  <a:gd name="connsiteY8" fmla="*/ 501650 h 694336"/>
                  <a:gd name="connsiteX9" fmla="*/ 683284 w 747680"/>
                  <a:gd name="connsiteY9" fmla="*/ 425451 h 694336"/>
                  <a:gd name="connsiteX10" fmla="*/ 461035 w 747680"/>
                  <a:gd name="connsiteY10" fmla="*/ 376768 h 694336"/>
                  <a:gd name="connsiteX0" fmla="*/ 109669 w 747680"/>
                  <a:gd name="connsiteY0" fmla="*/ 0 h 646553"/>
                  <a:gd name="connsiteX1" fmla="*/ 46168 w 747680"/>
                  <a:gd name="connsiteY1" fmla="*/ 182034 h 646553"/>
                  <a:gd name="connsiteX2" fmla="*/ 8069 w 747680"/>
                  <a:gd name="connsiteY2" fmla="*/ 300567 h 646553"/>
                  <a:gd name="connsiteX3" fmla="*/ 18653 w 747680"/>
                  <a:gd name="connsiteY3" fmla="*/ 514351 h 646553"/>
                  <a:gd name="connsiteX4" fmla="*/ 179519 w 747680"/>
                  <a:gd name="connsiteY4" fmla="*/ 645583 h 646553"/>
                  <a:gd name="connsiteX5" fmla="*/ 547819 w 747680"/>
                  <a:gd name="connsiteY5" fmla="*/ 586317 h 646553"/>
                  <a:gd name="connsiteX6" fmla="*/ 683286 w 747680"/>
                  <a:gd name="connsiteY6" fmla="*/ 590551 h 646553"/>
                  <a:gd name="connsiteX7" fmla="*/ 729852 w 747680"/>
                  <a:gd name="connsiteY7" fmla="*/ 556683 h 646553"/>
                  <a:gd name="connsiteX8" fmla="*/ 746786 w 747680"/>
                  <a:gd name="connsiteY8" fmla="*/ 501650 h 646553"/>
                  <a:gd name="connsiteX9" fmla="*/ 683284 w 747680"/>
                  <a:gd name="connsiteY9" fmla="*/ 425451 h 646553"/>
                  <a:gd name="connsiteX10" fmla="*/ 461035 w 747680"/>
                  <a:gd name="connsiteY10" fmla="*/ 376768 h 646553"/>
                  <a:gd name="connsiteX0" fmla="*/ 128500 w 766511"/>
                  <a:gd name="connsiteY0" fmla="*/ 0 h 592374"/>
                  <a:gd name="connsiteX1" fmla="*/ 64999 w 766511"/>
                  <a:gd name="connsiteY1" fmla="*/ 182034 h 592374"/>
                  <a:gd name="connsiteX2" fmla="*/ 26900 w 766511"/>
                  <a:gd name="connsiteY2" fmla="*/ 300567 h 592374"/>
                  <a:gd name="connsiteX3" fmla="*/ 37484 w 766511"/>
                  <a:gd name="connsiteY3" fmla="*/ 514351 h 592374"/>
                  <a:gd name="connsiteX4" fmla="*/ 467166 w 766511"/>
                  <a:gd name="connsiteY4" fmla="*/ 539750 h 592374"/>
                  <a:gd name="connsiteX5" fmla="*/ 566650 w 766511"/>
                  <a:gd name="connsiteY5" fmla="*/ 586317 h 592374"/>
                  <a:gd name="connsiteX6" fmla="*/ 702117 w 766511"/>
                  <a:gd name="connsiteY6" fmla="*/ 590551 h 592374"/>
                  <a:gd name="connsiteX7" fmla="*/ 748683 w 766511"/>
                  <a:gd name="connsiteY7" fmla="*/ 556683 h 592374"/>
                  <a:gd name="connsiteX8" fmla="*/ 765617 w 766511"/>
                  <a:gd name="connsiteY8" fmla="*/ 501650 h 592374"/>
                  <a:gd name="connsiteX9" fmla="*/ 702115 w 766511"/>
                  <a:gd name="connsiteY9" fmla="*/ 425451 h 592374"/>
                  <a:gd name="connsiteX10" fmla="*/ 479866 w 766511"/>
                  <a:gd name="connsiteY10" fmla="*/ 376768 h 592374"/>
                  <a:gd name="connsiteX0" fmla="*/ 101600 w 739611"/>
                  <a:gd name="connsiteY0" fmla="*/ 0 h 592374"/>
                  <a:gd name="connsiteX1" fmla="*/ 38099 w 739611"/>
                  <a:gd name="connsiteY1" fmla="*/ 182034 h 592374"/>
                  <a:gd name="connsiteX2" fmla="*/ 0 w 739611"/>
                  <a:gd name="connsiteY2" fmla="*/ 300567 h 592374"/>
                  <a:gd name="connsiteX3" fmla="*/ 440266 w 739611"/>
                  <a:gd name="connsiteY3" fmla="*/ 539750 h 592374"/>
                  <a:gd name="connsiteX4" fmla="*/ 539750 w 739611"/>
                  <a:gd name="connsiteY4" fmla="*/ 586317 h 592374"/>
                  <a:gd name="connsiteX5" fmla="*/ 675217 w 739611"/>
                  <a:gd name="connsiteY5" fmla="*/ 590551 h 592374"/>
                  <a:gd name="connsiteX6" fmla="*/ 721783 w 739611"/>
                  <a:gd name="connsiteY6" fmla="*/ 556683 h 592374"/>
                  <a:gd name="connsiteX7" fmla="*/ 738717 w 739611"/>
                  <a:gd name="connsiteY7" fmla="*/ 501650 h 592374"/>
                  <a:gd name="connsiteX8" fmla="*/ 675215 w 739611"/>
                  <a:gd name="connsiteY8" fmla="*/ 425451 h 592374"/>
                  <a:gd name="connsiteX9" fmla="*/ 452966 w 739611"/>
                  <a:gd name="connsiteY9" fmla="*/ 376768 h 592374"/>
                  <a:gd name="connsiteX0" fmla="*/ 81384 w 719395"/>
                  <a:gd name="connsiteY0" fmla="*/ 0 h 592374"/>
                  <a:gd name="connsiteX1" fmla="*/ 17883 w 719395"/>
                  <a:gd name="connsiteY1" fmla="*/ 182034 h 592374"/>
                  <a:gd name="connsiteX2" fmla="*/ 420050 w 719395"/>
                  <a:gd name="connsiteY2" fmla="*/ 539750 h 592374"/>
                  <a:gd name="connsiteX3" fmla="*/ 519534 w 719395"/>
                  <a:gd name="connsiteY3" fmla="*/ 586317 h 592374"/>
                  <a:gd name="connsiteX4" fmla="*/ 655001 w 719395"/>
                  <a:gd name="connsiteY4" fmla="*/ 590551 h 592374"/>
                  <a:gd name="connsiteX5" fmla="*/ 701567 w 719395"/>
                  <a:gd name="connsiteY5" fmla="*/ 556683 h 592374"/>
                  <a:gd name="connsiteX6" fmla="*/ 718501 w 719395"/>
                  <a:gd name="connsiteY6" fmla="*/ 501650 h 592374"/>
                  <a:gd name="connsiteX7" fmla="*/ 654999 w 719395"/>
                  <a:gd name="connsiteY7" fmla="*/ 425451 h 592374"/>
                  <a:gd name="connsiteX8" fmla="*/ 432750 w 719395"/>
                  <a:gd name="connsiteY8" fmla="*/ 376768 h 592374"/>
                  <a:gd name="connsiteX0" fmla="*/ 0 w 638011"/>
                  <a:gd name="connsiteY0" fmla="*/ 0 h 592374"/>
                  <a:gd name="connsiteX1" fmla="*/ 338666 w 638011"/>
                  <a:gd name="connsiteY1" fmla="*/ 539750 h 592374"/>
                  <a:gd name="connsiteX2" fmla="*/ 438150 w 638011"/>
                  <a:gd name="connsiteY2" fmla="*/ 586317 h 592374"/>
                  <a:gd name="connsiteX3" fmla="*/ 573617 w 638011"/>
                  <a:gd name="connsiteY3" fmla="*/ 590551 h 592374"/>
                  <a:gd name="connsiteX4" fmla="*/ 620183 w 638011"/>
                  <a:gd name="connsiteY4" fmla="*/ 556683 h 592374"/>
                  <a:gd name="connsiteX5" fmla="*/ 637117 w 638011"/>
                  <a:gd name="connsiteY5" fmla="*/ 501650 h 592374"/>
                  <a:gd name="connsiteX6" fmla="*/ 573615 w 638011"/>
                  <a:gd name="connsiteY6" fmla="*/ 425451 h 592374"/>
                  <a:gd name="connsiteX7" fmla="*/ 351366 w 638011"/>
                  <a:gd name="connsiteY7" fmla="*/ 376768 h 592374"/>
                  <a:gd name="connsiteX0" fmla="*/ 0 w 299345"/>
                  <a:gd name="connsiteY0" fmla="*/ 162982 h 215606"/>
                  <a:gd name="connsiteX1" fmla="*/ 99484 w 299345"/>
                  <a:gd name="connsiteY1" fmla="*/ 209549 h 215606"/>
                  <a:gd name="connsiteX2" fmla="*/ 234951 w 299345"/>
                  <a:gd name="connsiteY2" fmla="*/ 213783 h 215606"/>
                  <a:gd name="connsiteX3" fmla="*/ 281517 w 299345"/>
                  <a:gd name="connsiteY3" fmla="*/ 179915 h 215606"/>
                  <a:gd name="connsiteX4" fmla="*/ 298451 w 299345"/>
                  <a:gd name="connsiteY4" fmla="*/ 124882 h 215606"/>
                  <a:gd name="connsiteX5" fmla="*/ 234949 w 299345"/>
                  <a:gd name="connsiteY5" fmla="*/ 48683 h 215606"/>
                  <a:gd name="connsiteX6" fmla="*/ 12700 w 299345"/>
                  <a:gd name="connsiteY6" fmla="*/ 0 h 215606"/>
                  <a:gd name="connsiteX0" fmla="*/ 0 w 299345"/>
                  <a:gd name="connsiteY0" fmla="*/ 162982 h 215606"/>
                  <a:gd name="connsiteX1" fmla="*/ 99484 w 299345"/>
                  <a:gd name="connsiteY1" fmla="*/ 209549 h 215606"/>
                  <a:gd name="connsiteX2" fmla="*/ 234951 w 299345"/>
                  <a:gd name="connsiteY2" fmla="*/ 213783 h 215606"/>
                  <a:gd name="connsiteX3" fmla="*/ 281517 w 299345"/>
                  <a:gd name="connsiteY3" fmla="*/ 179915 h 215606"/>
                  <a:gd name="connsiteX4" fmla="*/ 298451 w 299345"/>
                  <a:gd name="connsiteY4" fmla="*/ 124882 h 215606"/>
                  <a:gd name="connsiteX5" fmla="*/ 234949 w 299345"/>
                  <a:gd name="connsiteY5" fmla="*/ 48683 h 215606"/>
                  <a:gd name="connsiteX6" fmla="*/ 12700 w 299345"/>
                  <a:gd name="connsiteY6" fmla="*/ 0 h 215606"/>
                  <a:gd name="connsiteX0" fmla="*/ 0 w 299345"/>
                  <a:gd name="connsiteY0" fmla="*/ 162982 h 215606"/>
                  <a:gd name="connsiteX1" fmla="*/ 99484 w 299345"/>
                  <a:gd name="connsiteY1" fmla="*/ 209549 h 215606"/>
                  <a:gd name="connsiteX2" fmla="*/ 234951 w 299345"/>
                  <a:gd name="connsiteY2" fmla="*/ 213783 h 215606"/>
                  <a:gd name="connsiteX3" fmla="*/ 281517 w 299345"/>
                  <a:gd name="connsiteY3" fmla="*/ 179915 h 215606"/>
                  <a:gd name="connsiteX4" fmla="*/ 298451 w 299345"/>
                  <a:gd name="connsiteY4" fmla="*/ 124882 h 215606"/>
                  <a:gd name="connsiteX5" fmla="*/ 234949 w 299345"/>
                  <a:gd name="connsiteY5" fmla="*/ 48683 h 215606"/>
                  <a:gd name="connsiteX6" fmla="*/ 12700 w 299345"/>
                  <a:gd name="connsiteY6" fmla="*/ 0 h 215606"/>
                  <a:gd name="connsiteX0" fmla="*/ 0 w 299345"/>
                  <a:gd name="connsiteY0" fmla="*/ 162982 h 215606"/>
                  <a:gd name="connsiteX1" fmla="*/ 99484 w 299345"/>
                  <a:gd name="connsiteY1" fmla="*/ 209549 h 215606"/>
                  <a:gd name="connsiteX2" fmla="*/ 234951 w 299345"/>
                  <a:gd name="connsiteY2" fmla="*/ 213783 h 215606"/>
                  <a:gd name="connsiteX3" fmla="*/ 281517 w 299345"/>
                  <a:gd name="connsiteY3" fmla="*/ 179915 h 215606"/>
                  <a:gd name="connsiteX4" fmla="*/ 298451 w 299345"/>
                  <a:gd name="connsiteY4" fmla="*/ 124882 h 215606"/>
                  <a:gd name="connsiteX5" fmla="*/ 234949 w 299345"/>
                  <a:gd name="connsiteY5" fmla="*/ 48683 h 215606"/>
                  <a:gd name="connsiteX6" fmla="*/ 12700 w 299345"/>
                  <a:gd name="connsiteY6" fmla="*/ 0 h 215606"/>
                  <a:gd name="connsiteX0" fmla="*/ 0 w 299345"/>
                  <a:gd name="connsiteY0" fmla="*/ 162982 h 215606"/>
                  <a:gd name="connsiteX1" fmla="*/ 99484 w 299345"/>
                  <a:gd name="connsiteY1" fmla="*/ 209549 h 215606"/>
                  <a:gd name="connsiteX2" fmla="*/ 234951 w 299345"/>
                  <a:gd name="connsiteY2" fmla="*/ 213783 h 215606"/>
                  <a:gd name="connsiteX3" fmla="*/ 281517 w 299345"/>
                  <a:gd name="connsiteY3" fmla="*/ 179915 h 215606"/>
                  <a:gd name="connsiteX4" fmla="*/ 298451 w 299345"/>
                  <a:gd name="connsiteY4" fmla="*/ 124882 h 215606"/>
                  <a:gd name="connsiteX5" fmla="*/ 234949 w 299345"/>
                  <a:gd name="connsiteY5" fmla="*/ 48683 h 215606"/>
                  <a:gd name="connsiteX6" fmla="*/ 12700 w 299345"/>
                  <a:gd name="connsiteY6" fmla="*/ 0 h 215606"/>
                  <a:gd name="connsiteX0" fmla="*/ 0 w 299345"/>
                  <a:gd name="connsiteY0" fmla="*/ 162982 h 226485"/>
                  <a:gd name="connsiteX1" fmla="*/ 99484 w 299345"/>
                  <a:gd name="connsiteY1" fmla="*/ 209549 h 226485"/>
                  <a:gd name="connsiteX2" fmla="*/ 234951 w 299345"/>
                  <a:gd name="connsiteY2" fmla="*/ 213783 h 226485"/>
                  <a:gd name="connsiteX3" fmla="*/ 281517 w 299345"/>
                  <a:gd name="connsiteY3" fmla="*/ 179915 h 226485"/>
                  <a:gd name="connsiteX4" fmla="*/ 298451 w 299345"/>
                  <a:gd name="connsiteY4" fmla="*/ 124882 h 226485"/>
                  <a:gd name="connsiteX5" fmla="*/ 234949 w 299345"/>
                  <a:gd name="connsiteY5" fmla="*/ 48683 h 226485"/>
                  <a:gd name="connsiteX6" fmla="*/ 12700 w 299345"/>
                  <a:gd name="connsiteY6" fmla="*/ 0 h 226485"/>
                  <a:gd name="connsiteX0" fmla="*/ 0 w 299345"/>
                  <a:gd name="connsiteY0" fmla="*/ 162982 h 236216"/>
                  <a:gd name="connsiteX1" fmla="*/ 99484 w 299345"/>
                  <a:gd name="connsiteY1" fmla="*/ 209549 h 236216"/>
                  <a:gd name="connsiteX2" fmla="*/ 209551 w 299345"/>
                  <a:gd name="connsiteY2" fmla="*/ 232833 h 236216"/>
                  <a:gd name="connsiteX3" fmla="*/ 281517 w 299345"/>
                  <a:gd name="connsiteY3" fmla="*/ 179915 h 236216"/>
                  <a:gd name="connsiteX4" fmla="*/ 298451 w 299345"/>
                  <a:gd name="connsiteY4" fmla="*/ 124882 h 236216"/>
                  <a:gd name="connsiteX5" fmla="*/ 234949 w 299345"/>
                  <a:gd name="connsiteY5" fmla="*/ 48683 h 236216"/>
                  <a:gd name="connsiteX6" fmla="*/ 12700 w 299345"/>
                  <a:gd name="connsiteY6" fmla="*/ 0 h 236216"/>
                  <a:gd name="connsiteX0" fmla="*/ 0 w 298495"/>
                  <a:gd name="connsiteY0" fmla="*/ 162982 h 234965"/>
                  <a:gd name="connsiteX1" fmla="*/ 99484 w 298495"/>
                  <a:gd name="connsiteY1" fmla="*/ 209549 h 234965"/>
                  <a:gd name="connsiteX2" fmla="*/ 209551 w 298495"/>
                  <a:gd name="connsiteY2" fmla="*/ 232833 h 234965"/>
                  <a:gd name="connsiteX3" fmla="*/ 247650 w 298495"/>
                  <a:gd name="connsiteY3" fmla="*/ 196848 h 234965"/>
                  <a:gd name="connsiteX4" fmla="*/ 298451 w 298495"/>
                  <a:gd name="connsiteY4" fmla="*/ 124882 h 234965"/>
                  <a:gd name="connsiteX5" fmla="*/ 234949 w 298495"/>
                  <a:gd name="connsiteY5" fmla="*/ 48683 h 234965"/>
                  <a:gd name="connsiteX6" fmla="*/ 12700 w 298495"/>
                  <a:gd name="connsiteY6" fmla="*/ 0 h 234965"/>
                  <a:gd name="connsiteX0" fmla="*/ 0 w 298584"/>
                  <a:gd name="connsiteY0" fmla="*/ 162982 h 234965"/>
                  <a:gd name="connsiteX1" fmla="*/ 99484 w 298584"/>
                  <a:gd name="connsiteY1" fmla="*/ 209549 h 234965"/>
                  <a:gd name="connsiteX2" fmla="*/ 209551 w 298584"/>
                  <a:gd name="connsiteY2" fmla="*/ 232833 h 234965"/>
                  <a:gd name="connsiteX3" fmla="*/ 247650 w 298584"/>
                  <a:gd name="connsiteY3" fmla="*/ 196848 h 234965"/>
                  <a:gd name="connsiteX4" fmla="*/ 298451 w 298584"/>
                  <a:gd name="connsiteY4" fmla="*/ 124882 h 234965"/>
                  <a:gd name="connsiteX5" fmla="*/ 234949 w 298584"/>
                  <a:gd name="connsiteY5" fmla="*/ 48683 h 234965"/>
                  <a:gd name="connsiteX6" fmla="*/ 12700 w 298584"/>
                  <a:gd name="connsiteY6" fmla="*/ 0 h 234965"/>
                  <a:gd name="connsiteX0" fmla="*/ 0 w 299070"/>
                  <a:gd name="connsiteY0" fmla="*/ 162982 h 234965"/>
                  <a:gd name="connsiteX1" fmla="*/ 99484 w 299070"/>
                  <a:gd name="connsiteY1" fmla="*/ 209549 h 234965"/>
                  <a:gd name="connsiteX2" fmla="*/ 209551 w 299070"/>
                  <a:gd name="connsiteY2" fmla="*/ 232833 h 234965"/>
                  <a:gd name="connsiteX3" fmla="*/ 258234 w 299070"/>
                  <a:gd name="connsiteY3" fmla="*/ 196848 h 234965"/>
                  <a:gd name="connsiteX4" fmla="*/ 298451 w 299070"/>
                  <a:gd name="connsiteY4" fmla="*/ 124882 h 234965"/>
                  <a:gd name="connsiteX5" fmla="*/ 234949 w 299070"/>
                  <a:gd name="connsiteY5" fmla="*/ 48683 h 234965"/>
                  <a:gd name="connsiteX6" fmla="*/ 12700 w 299070"/>
                  <a:gd name="connsiteY6" fmla="*/ 0 h 234965"/>
                  <a:gd name="connsiteX0" fmla="*/ 0 w 299070"/>
                  <a:gd name="connsiteY0" fmla="*/ 162982 h 234965"/>
                  <a:gd name="connsiteX1" fmla="*/ 99484 w 299070"/>
                  <a:gd name="connsiteY1" fmla="*/ 209549 h 234965"/>
                  <a:gd name="connsiteX2" fmla="*/ 209551 w 299070"/>
                  <a:gd name="connsiteY2" fmla="*/ 232833 h 234965"/>
                  <a:gd name="connsiteX3" fmla="*/ 258234 w 299070"/>
                  <a:gd name="connsiteY3" fmla="*/ 196848 h 234965"/>
                  <a:gd name="connsiteX4" fmla="*/ 298451 w 299070"/>
                  <a:gd name="connsiteY4" fmla="*/ 124882 h 234965"/>
                  <a:gd name="connsiteX5" fmla="*/ 234949 w 299070"/>
                  <a:gd name="connsiteY5" fmla="*/ 48683 h 234965"/>
                  <a:gd name="connsiteX6" fmla="*/ 12700 w 299070"/>
                  <a:gd name="connsiteY6" fmla="*/ 0 h 234965"/>
                  <a:gd name="connsiteX0" fmla="*/ 0 w 299011"/>
                  <a:gd name="connsiteY0" fmla="*/ 162982 h 234965"/>
                  <a:gd name="connsiteX1" fmla="*/ 99484 w 299011"/>
                  <a:gd name="connsiteY1" fmla="*/ 209549 h 234965"/>
                  <a:gd name="connsiteX2" fmla="*/ 209551 w 299011"/>
                  <a:gd name="connsiteY2" fmla="*/ 232833 h 234965"/>
                  <a:gd name="connsiteX3" fmla="*/ 258234 w 299011"/>
                  <a:gd name="connsiteY3" fmla="*/ 196848 h 234965"/>
                  <a:gd name="connsiteX4" fmla="*/ 298451 w 299011"/>
                  <a:gd name="connsiteY4" fmla="*/ 124882 h 234965"/>
                  <a:gd name="connsiteX5" fmla="*/ 234949 w 299011"/>
                  <a:gd name="connsiteY5" fmla="*/ 48683 h 234965"/>
                  <a:gd name="connsiteX6" fmla="*/ 12700 w 299011"/>
                  <a:gd name="connsiteY6" fmla="*/ 0 h 234965"/>
                  <a:gd name="connsiteX0" fmla="*/ 0 w 299011"/>
                  <a:gd name="connsiteY0" fmla="*/ 162982 h 234965"/>
                  <a:gd name="connsiteX1" fmla="*/ 99484 w 299011"/>
                  <a:gd name="connsiteY1" fmla="*/ 209549 h 234965"/>
                  <a:gd name="connsiteX2" fmla="*/ 209551 w 299011"/>
                  <a:gd name="connsiteY2" fmla="*/ 232833 h 234965"/>
                  <a:gd name="connsiteX3" fmla="*/ 258234 w 299011"/>
                  <a:gd name="connsiteY3" fmla="*/ 196848 h 234965"/>
                  <a:gd name="connsiteX4" fmla="*/ 298451 w 299011"/>
                  <a:gd name="connsiteY4" fmla="*/ 124882 h 234965"/>
                  <a:gd name="connsiteX5" fmla="*/ 234949 w 299011"/>
                  <a:gd name="connsiteY5" fmla="*/ 48683 h 234965"/>
                  <a:gd name="connsiteX6" fmla="*/ 12700 w 299011"/>
                  <a:gd name="connsiteY6" fmla="*/ 0 h 234965"/>
                  <a:gd name="connsiteX0" fmla="*/ 0 w 299011"/>
                  <a:gd name="connsiteY0" fmla="*/ 137582 h 209565"/>
                  <a:gd name="connsiteX1" fmla="*/ 99484 w 299011"/>
                  <a:gd name="connsiteY1" fmla="*/ 184149 h 209565"/>
                  <a:gd name="connsiteX2" fmla="*/ 209551 w 299011"/>
                  <a:gd name="connsiteY2" fmla="*/ 207433 h 209565"/>
                  <a:gd name="connsiteX3" fmla="*/ 258234 w 299011"/>
                  <a:gd name="connsiteY3" fmla="*/ 171448 h 209565"/>
                  <a:gd name="connsiteX4" fmla="*/ 298451 w 299011"/>
                  <a:gd name="connsiteY4" fmla="*/ 99482 h 209565"/>
                  <a:gd name="connsiteX5" fmla="*/ 234949 w 299011"/>
                  <a:gd name="connsiteY5" fmla="*/ 23283 h 209565"/>
                  <a:gd name="connsiteX6" fmla="*/ 6350 w 299011"/>
                  <a:gd name="connsiteY6" fmla="*/ 0 h 209565"/>
                  <a:gd name="connsiteX0" fmla="*/ 0 w 299011"/>
                  <a:gd name="connsiteY0" fmla="*/ 137582 h 209565"/>
                  <a:gd name="connsiteX1" fmla="*/ 99484 w 299011"/>
                  <a:gd name="connsiteY1" fmla="*/ 184149 h 209565"/>
                  <a:gd name="connsiteX2" fmla="*/ 209551 w 299011"/>
                  <a:gd name="connsiteY2" fmla="*/ 207433 h 209565"/>
                  <a:gd name="connsiteX3" fmla="*/ 258234 w 299011"/>
                  <a:gd name="connsiteY3" fmla="*/ 171448 h 209565"/>
                  <a:gd name="connsiteX4" fmla="*/ 298451 w 299011"/>
                  <a:gd name="connsiteY4" fmla="*/ 99482 h 209565"/>
                  <a:gd name="connsiteX5" fmla="*/ 234949 w 299011"/>
                  <a:gd name="connsiteY5" fmla="*/ 23283 h 209565"/>
                  <a:gd name="connsiteX6" fmla="*/ 6350 w 299011"/>
                  <a:gd name="connsiteY6" fmla="*/ 0 h 209565"/>
                  <a:gd name="connsiteX0" fmla="*/ 16933 w 315944"/>
                  <a:gd name="connsiteY0" fmla="*/ 141816 h 213799"/>
                  <a:gd name="connsiteX1" fmla="*/ 116417 w 315944"/>
                  <a:gd name="connsiteY1" fmla="*/ 188383 h 213799"/>
                  <a:gd name="connsiteX2" fmla="*/ 226484 w 315944"/>
                  <a:gd name="connsiteY2" fmla="*/ 211667 h 213799"/>
                  <a:gd name="connsiteX3" fmla="*/ 275167 w 315944"/>
                  <a:gd name="connsiteY3" fmla="*/ 175682 h 213799"/>
                  <a:gd name="connsiteX4" fmla="*/ 315384 w 315944"/>
                  <a:gd name="connsiteY4" fmla="*/ 103716 h 213799"/>
                  <a:gd name="connsiteX5" fmla="*/ 251882 w 315944"/>
                  <a:gd name="connsiteY5" fmla="*/ 27517 h 213799"/>
                  <a:gd name="connsiteX6" fmla="*/ 0 w 315944"/>
                  <a:gd name="connsiteY6" fmla="*/ 0 h 213799"/>
                  <a:gd name="connsiteX0" fmla="*/ 35494 w 334505"/>
                  <a:gd name="connsiteY0" fmla="*/ 144565 h 216548"/>
                  <a:gd name="connsiteX1" fmla="*/ 134978 w 334505"/>
                  <a:gd name="connsiteY1" fmla="*/ 191132 h 216548"/>
                  <a:gd name="connsiteX2" fmla="*/ 245045 w 334505"/>
                  <a:gd name="connsiteY2" fmla="*/ 214416 h 216548"/>
                  <a:gd name="connsiteX3" fmla="*/ 293728 w 334505"/>
                  <a:gd name="connsiteY3" fmla="*/ 178431 h 216548"/>
                  <a:gd name="connsiteX4" fmla="*/ 333945 w 334505"/>
                  <a:gd name="connsiteY4" fmla="*/ 106465 h 216548"/>
                  <a:gd name="connsiteX5" fmla="*/ 270443 w 334505"/>
                  <a:gd name="connsiteY5" fmla="*/ 30266 h 216548"/>
                  <a:gd name="connsiteX6" fmla="*/ 18561 w 334505"/>
                  <a:gd name="connsiteY6" fmla="*/ 2749 h 216548"/>
                  <a:gd name="connsiteX7" fmla="*/ 18897 w 334505"/>
                  <a:gd name="connsiteY7" fmla="*/ 681 h 216548"/>
                  <a:gd name="connsiteX0" fmla="*/ 120313 w 419324"/>
                  <a:gd name="connsiteY0" fmla="*/ 162934 h 234917"/>
                  <a:gd name="connsiteX1" fmla="*/ 219797 w 419324"/>
                  <a:gd name="connsiteY1" fmla="*/ 209501 h 234917"/>
                  <a:gd name="connsiteX2" fmla="*/ 329864 w 419324"/>
                  <a:gd name="connsiteY2" fmla="*/ 232785 h 234917"/>
                  <a:gd name="connsiteX3" fmla="*/ 378547 w 419324"/>
                  <a:gd name="connsiteY3" fmla="*/ 196800 h 234917"/>
                  <a:gd name="connsiteX4" fmla="*/ 418764 w 419324"/>
                  <a:gd name="connsiteY4" fmla="*/ 124834 h 234917"/>
                  <a:gd name="connsiteX5" fmla="*/ 355262 w 419324"/>
                  <a:gd name="connsiteY5" fmla="*/ 48635 h 234917"/>
                  <a:gd name="connsiteX6" fmla="*/ 103380 w 419324"/>
                  <a:gd name="connsiteY6" fmla="*/ 21118 h 234917"/>
                  <a:gd name="connsiteX7" fmla="*/ 0 w 419324"/>
                  <a:gd name="connsiteY7" fmla="*/ 0 h 234917"/>
                  <a:gd name="connsiteX0" fmla="*/ 175347 w 474358"/>
                  <a:gd name="connsiteY0" fmla="*/ 192567 h 264550"/>
                  <a:gd name="connsiteX1" fmla="*/ 274831 w 474358"/>
                  <a:gd name="connsiteY1" fmla="*/ 239134 h 264550"/>
                  <a:gd name="connsiteX2" fmla="*/ 384898 w 474358"/>
                  <a:gd name="connsiteY2" fmla="*/ 262418 h 264550"/>
                  <a:gd name="connsiteX3" fmla="*/ 433581 w 474358"/>
                  <a:gd name="connsiteY3" fmla="*/ 226433 h 264550"/>
                  <a:gd name="connsiteX4" fmla="*/ 473798 w 474358"/>
                  <a:gd name="connsiteY4" fmla="*/ 154467 h 264550"/>
                  <a:gd name="connsiteX5" fmla="*/ 410296 w 474358"/>
                  <a:gd name="connsiteY5" fmla="*/ 78268 h 264550"/>
                  <a:gd name="connsiteX6" fmla="*/ 158414 w 474358"/>
                  <a:gd name="connsiteY6" fmla="*/ 50751 h 264550"/>
                  <a:gd name="connsiteX7" fmla="*/ 0 w 474358"/>
                  <a:gd name="connsiteY7" fmla="*/ 0 h 264550"/>
                  <a:gd name="connsiteX0" fmla="*/ 175347 w 474358"/>
                  <a:gd name="connsiteY0" fmla="*/ 192567 h 264550"/>
                  <a:gd name="connsiteX1" fmla="*/ 177801 w 474358"/>
                  <a:gd name="connsiteY1" fmla="*/ 203200 h 264550"/>
                  <a:gd name="connsiteX2" fmla="*/ 274831 w 474358"/>
                  <a:gd name="connsiteY2" fmla="*/ 239134 h 264550"/>
                  <a:gd name="connsiteX3" fmla="*/ 384898 w 474358"/>
                  <a:gd name="connsiteY3" fmla="*/ 262418 h 264550"/>
                  <a:gd name="connsiteX4" fmla="*/ 433581 w 474358"/>
                  <a:gd name="connsiteY4" fmla="*/ 226433 h 264550"/>
                  <a:gd name="connsiteX5" fmla="*/ 473798 w 474358"/>
                  <a:gd name="connsiteY5" fmla="*/ 154467 h 264550"/>
                  <a:gd name="connsiteX6" fmla="*/ 410296 w 474358"/>
                  <a:gd name="connsiteY6" fmla="*/ 78268 h 264550"/>
                  <a:gd name="connsiteX7" fmla="*/ 158414 w 474358"/>
                  <a:gd name="connsiteY7" fmla="*/ 50751 h 264550"/>
                  <a:gd name="connsiteX8" fmla="*/ 0 w 474358"/>
                  <a:gd name="connsiteY8" fmla="*/ 0 h 264550"/>
                  <a:gd name="connsiteX0" fmla="*/ 248060 w 547071"/>
                  <a:gd name="connsiteY0" fmla="*/ 192567 h 264550"/>
                  <a:gd name="connsiteX1" fmla="*/ 748 w 547071"/>
                  <a:gd name="connsiteY1" fmla="*/ 131233 h 264550"/>
                  <a:gd name="connsiteX2" fmla="*/ 347544 w 547071"/>
                  <a:gd name="connsiteY2" fmla="*/ 239134 h 264550"/>
                  <a:gd name="connsiteX3" fmla="*/ 457611 w 547071"/>
                  <a:gd name="connsiteY3" fmla="*/ 262418 h 264550"/>
                  <a:gd name="connsiteX4" fmla="*/ 506294 w 547071"/>
                  <a:gd name="connsiteY4" fmla="*/ 226433 h 264550"/>
                  <a:gd name="connsiteX5" fmla="*/ 546511 w 547071"/>
                  <a:gd name="connsiteY5" fmla="*/ 154467 h 264550"/>
                  <a:gd name="connsiteX6" fmla="*/ 483009 w 547071"/>
                  <a:gd name="connsiteY6" fmla="*/ 78268 h 264550"/>
                  <a:gd name="connsiteX7" fmla="*/ 231127 w 547071"/>
                  <a:gd name="connsiteY7" fmla="*/ 50751 h 264550"/>
                  <a:gd name="connsiteX8" fmla="*/ 72713 w 547071"/>
                  <a:gd name="connsiteY8" fmla="*/ 0 h 264550"/>
                  <a:gd name="connsiteX0" fmla="*/ 175348 w 474359"/>
                  <a:gd name="connsiteY0" fmla="*/ 192567 h 264550"/>
                  <a:gd name="connsiteX1" fmla="*/ 162986 w 474359"/>
                  <a:gd name="connsiteY1" fmla="*/ 222250 h 264550"/>
                  <a:gd name="connsiteX2" fmla="*/ 274832 w 474359"/>
                  <a:gd name="connsiteY2" fmla="*/ 239134 h 264550"/>
                  <a:gd name="connsiteX3" fmla="*/ 384899 w 474359"/>
                  <a:gd name="connsiteY3" fmla="*/ 262418 h 264550"/>
                  <a:gd name="connsiteX4" fmla="*/ 433582 w 474359"/>
                  <a:gd name="connsiteY4" fmla="*/ 226433 h 264550"/>
                  <a:gd name="connsiteX5" fmla="*/ 473799 w 474359"/>
                  <a:gd name="connsiteY5" fmla="*/ 154467 h 264550"/>
                  <a:gd name="connsiteX6" fmla="*/ 410297 w 474359"/>
                  <a:gd name="connsiteY6" fmla="*/ 78268 h 264550"/>
                  <a:gd name="connsiteX7" fmla="*/ 158415 w 474359"/>
                  <a:gd name="connsiteY7" fmla="*/ 50751 h 264550"/>
                  <a:gd name="connsiteX8" fmla="*/ 1 w 474359"/>
                  <a:gd name="connsiteY8" fmla="*/ 0 h 264550"/>
                  <a:gd name="connsiteX0" fmla="*/ 0 w 582644"/>
                  <a:gd name="connsiteY0" fmla="*/ 135417 h 264550"/>
                  <a:gd name="connsiteX1" fmla="*/ 271271 w 582644"/>
                  <a:gd name="connsiteY1" fmla="*/ 222250 h 264550"/>
                  <a:gd name="connsiteX2" fmla="*/ 383117 w 582644"/>
                  <a:gd name="connsiteY2" fmla="*/ 239134 h 264550"/>
                  <a:gd name="connsiteX3" fmla="*/ 493184 w 582644"/>
                  <a:gd name="connsiteY3" fmla="*/ 262418 h 264550"/>
                  <a:gd name="connsiteX4" fmla="*/ 541867 w 582644"/>
                  <a:gd name="connsiteY4" fmla="*/ 226433 h 264550"/>
                  <a:gd name="connsiteX5" fmla="*/ 582084 w 582644"/>
                  <a:gd name="connsiteY5" fmla="*/ 154467 h 264550"/>
                  <a:gd name="connsiteX6" fmla="*/ 518582 w 582644"/>
                  <a:gd name="connsiteY6" fmla="*/ 78268 h 264550"/>
                  <a:gd name="connsiteX7" fmla="*/ 266700 w 582644"/>
                  <a:gd name="connsiteY7" fmla="*/ 50751 h 264550"/>
                  <a:gd name="connsiteX8" fmla="*/ 108286 w 582644"/>
                  <a:gd name="connsiteY8" fmla="*/ 0 h 264550"/>
                  <a:gd name="connsiteX0" fmla="*/ 0 w 582644"/>
                  <a:gd name="connsiteY0" fmla="*/ 135417 h 264550"/>
                  <a:gd name="connsiteX1" fmla="*/ 279737 w 582644"/>
                  <a:gd name="connsiteY1" fmla="*/ 179917 h 264550"/>
                  <a:gd name="connsiteX2" fmla="*/ 383117 w 582644"/>
                  <a:gd name="connsiteY2" fmla="*/ 239134 h 264550"/>
                  <a:gd name="connsiteX3" fmla="*/ 493184 w 582644"/>
                  <a:gd name="connsiteY3" fmla="*/ 262418 h 264550"/>
                  <a:gd name="connsiteX4" fmla="*/ 541867 w 582644"/>
                  <a:gd name="connsiteY4" fmla="*/ 226433 h 264550"/>
                  <a:gd name="connsiteX5" fmla="*/ 582084 w 582644"/>
                  <a:gd name="connsiteY5" fmla="*/ 154467 h 264550"/>
                  <a:gd name="connsiteX6" fmla="*/ 518582 w 582644"/>
                  <a:gd name="connsiteY6" fmla="*/ 78268 h 264550"/>
                  <a:gd name="connsiteX7" fmla="*/ 266700 w 582644"/>
                  <a:gd name="connsiteY7" fmla="*/ 50751 h 264550"/>
                  <a:gd name="connsiteX8" fmla="*/ 108286 w 582644"/>
                  <a:gd name="connsiteY8" fmla="*/ 0 h 264550"/>
                  <a:gd name="connsiteX0" fmla="*/ 0 w 582644"/>
                  <a:gd name="connsiteY0" fmla="*/ 135417 h 262440"/>
                  <a:gd name="connsiteX1" fmla="*/ 279737 w 582644"/>
                  <a:gd name="connsiteY1" fmla="*/ 179917 h 262440"/>
                  <a:gd name="connsiteX2" fmla="*/ 366184 w 582644"/>
                  <a:gd name="connsiteY2" fmla="*/ 222201 h 262440"/>
                  <a:gd name="connsiteX3" fmla="*/ 493184 w 582644"/>
                  <a:gd name="connsiteY3" fmla="*/ 262418 h 262440"/>
                  <a:gd name="connsiteX4" fmla="*/ 541867 w 582644"/>
                  <a:gd name="connsiteY4" fmla="*/ 226433 h 262440"/>
                  <a:gd name="connsiteX5" fmla="*/ 582084 w 582644"/>
                  <a:gd name="connsiteY5" fmla="*/ 154467 h 262440"/>
                  <a:gd name="connsiteX6" fmla="*/ 518582 w 582644"/>
                  <a:gd name="connsiteY6" fmla="*/ 78268 h 262440"/>
                  <a:gd name="connsiteX7" fmla="*/ 266700 w 582644"/>
                  <a:gd name="connsiteY7" fmla="*/ 50751 h 262440"/>
                  <a:gd name="connsiteX8" fmla="*/ 108286 w 582644"/>
                  <a:gd name="connsiteY8" fmla="*/ 0 h 262440"/>
                  <a:gd name="connsiteX0" fmla="*/ 0 w 588994"/>
                  <a:gd name="connsiteY0" fmla="*/ 152880 h 262440"/>
                  <a:gd name="connsiteX1" fmla="*/ 286087 w 588994"/>
                  <a:gd name="connsiteY1" fmla="*/ 179917 h 262440"/>
                  <a:gd name="connsiteX2" fmla="*/ 372534 w 588994"/>
                  <a:gd name="connsiteY2" fmla="*/ 222201 h 262440"/>
                  <a:gd name="connsiteX3" fmla="*/ 499534 w 588994"/>
                  <a:gd name="connsiteY3" fmla="*/ 262418 h 262440"/>
                  <a:gd name="connsiteX4" fmla="*/ 548217 w 588994"/>
                  <a:gd name="connsiteY4" fmla="*/ 226433 h 262440"/>
                  <a:gd name="connsiteX5" fmla="*/ 588434 w 588994"/>
                  <a:gd name="connsiteY5" fmla="*/ 154467 h 262440"/>
                  <a:gd name="connsiteX6" fmla="*/ 524932 w 588994"/>
                  <a:gd name="connsiteY6" fmla="*/ 78268 h 262440"/>
                  <a:gd name="connsiteX7" fmla="*/ 273050 w 588994"/>
                  <a:gd name="connsiteY7" fmla="*/ 50751 h 262440"/>
                  <a:gd name="connsiteX8" fmla="*/ 114636 w 588994"/>
                  <a:gd name="connsiteY8" fmla="*/ 0 h 262440"/>
                  <a:gd name="connsiteX0" fmla="*/ 0 w 585819"/>
                  <a:gd name="connsiteY0" fmla="*/ 137005 h 262440"/>
                  <a:gd name="connsiteX1" fmla="*/ 282912 w 585819"/>
                  <a:gd name="connsiteY1" fmla="*/ 179917 h 262440"/>
                  <a:gd name="connsiteX2" fmla="*/ 369359 w 585819"/>
                  <a:gd name="connsiteY2" fmla="*/ 222201 h 262440"/>
                  <a:gd name="connsiteX3" fmla="*/ 496359 w 585819"/>
                  <a:gd name="connsiteY3" fmla="*/ 262418 h 262440"/>
                  <a:gd name="connsiteX4" fmla="*/ 545042 w 585819"/>
                  <a:gd name="connsiteY4" fmla="*/ 226433 h 262440"/>
                  <a:gd name="connsiteX5" fmla="*/ 585259 w 585819"/>
                  <a:gd name="connsiteY5" fmla="*/ 154467 h 262440"/>
                  <a:gd name="connsiteX6" fmla="*/ 521757 w 585819"/>
                  <a:gd name="connsiteY6" fmla="*/ 78268 h 262440"/>
                  <a:gd name="connsiteX7" fmla="*/ 269875 w 585819"/>
                  <a:gd name="connsiteY7" fmla="*/ 50751 h 262440"/>
                  <a:gd name="connsiteX8" fmla="*/ 111461 w 585819"/>
                  <a:gd name="connsiteY8" fmla="*/ 0 h 262440"/>
                  <a:gd name="connsiteX0" fmla="*/ 0 w 585819"/>
                  <a:gd name="connsiteY0" fmla="*/ 137005 h 262440"/>
                  <a:gd name="connsiteX1" fmla="*/ 83440 w 585819"/>
                  <a:gd name="connsiteY1" fmla="*/ 151025 h 262440"/>
                  <a:gd name="connsiteX2" fmla="*/ 282912 w 585819"/>
                  <a:gd name="connsiteY2" fmla="*/ 179917 h 262440"/>
                  <a:gd name="connsiteX3" fmla="*/ 369359 w 585819"/>
                  <a:gd name="connsiteY3" fmla="*/ 222201 h 262440"/>
                  <a:gd name="connsiteX4" fmla="*/ 496359 w 585819"/>
                  <a:gd name="connsiteY4" fmla="*/ 262418 h 262440"/>
                  <a:gd name="connsiteX5" fmla="*/ 545042 w 585819"/>
                  <a:gd name="connsiteY5" fmla="*/ 226433 h 262440"/>
                  <a:gd name="connsiteX6" fmla="*/ 585259 w 585819"/>
                  <a:gd name="connsiteY6" fmla="*/ 154467 h 262440"/>
                  <a:gd name="connsiteX7" fmla="*/ 521757 w 585819"/>
                  <a:gd name="connsiteY7" fmla="*/ 78268 h 262440"/>
                  <a:gd name="connsiteX8" fmla="*/ 269875 w 585819"/>
                  <a:gd name="connsiteY8" fmla="*/ 50751 h 262440"/>
                  <a:gd name="connsiteX9" fmla="*/ 111461 w 585819"/>
                  <a:gd name="connsiteY9" fmla="*/ 0 h 262440"/>
                  <a:gd name="connsiteX0" fmla="*/ 0 w 585819"/>
                  <a:gd name="connsiteY0" fmla="*/ 137005 h 262440"/>
                  <a:gd name="connsiteX1" fmla="*/ 83440 w 585819"/>
                  <a:gd name="connsiteY1" fmla="*/ 151025 h 262440"/>
                  <a:gd name="connsiteX2" fmla="*/ 282912 w 585819"/>
                  <a:gd name="connsiteY2" fmla="*/ 179917 h 262440"/>
                  <a:gd name="connsiteX3" fmla="*/ 369359 w 585819"/>
                  <a:gd name="connsiteY3" fmla="*/ 222201 h 262440"/>
                  <a:gd name="connsiteX4" fmla="*/ 496359 w 585819"/>
                  <a:gd name="connsiteY4" fmla="*/ 262418 h 262440"/>
                  <a:gd name="connsiteX5" fmla="*/ 545042 w 585819"/>
                  <a:gd name="connsiteY5" fmla="*/ 226433 h 262440"/>
                  <a:gd name="connsiteX6" fmla="*/ 585259 w 585819"/>
                  <a:gd name="connsiteY6" fmla="*/ 154467 h 262440"/>
                  <a:gd name="connsiteX7" fmla="*/ 521757 w 585819"/>
                  <a:gd name="connsiteY7" fmla="*/ 78268 h 262440"/>
                  <a:gd name="connsiteX8" fmla="*/ 269875 w 585819"/>
                  <a:gd name="connsiteY8" fmla="*/ 50751 h 262440"/>
                  <a:gd name="connsiteX9" fmla="*/ 160991 w 585819"/>
                  <a:gd name="connsiteY9" fmla="*/ 9064 h 262440"/>
                  <a:gd name="connsiteX10" fmla="*/ 111461 w 585819"/>
                  <a:gd name="connsiteY10" fmla="*/ 0 h 262440"/>
                  <a:gd name="connsiteX0" fmla="*/ 14612 w 600431"/>
                  <a:gd name="connsiteY0" fmla="*/ 230795 h 356230"/>
                  <a:gd name="connsiteX1" fmla="*/ 98052 w 600431"/>
                  <a:gd name="connsiteY1" fmla="*/ 244815 h 356230"/>
                  <a:gd name="connsiteX2" fmla="*/ 297524 w 600431"/>
                  <a:gd name="connsiteY2" fmla="*/ 273707 h 356230"/>
                  <a:gd name="connsiteX3" fmla="*/ 383971 w 600431"/>
                  <a:gd name="connsiteY3" fmla="*/ 315991 h 356230"/>
                  <a:gd name="connsiteX4" fmla="*/ 510971 w 600431"/>
                  <a:gd name="connsiteY4" fmla="*/ 356208 h 356230"/>
                  <a:gd name="connsiteX5" fmla="*/ 559654 w 600431"/>
                  <a:gd name="connsiteY5" fmla="*/ 320223 h 356230"/>
                  <a:gd name="connsiteX6" fmla="*/ 599871 w 600431"/>
                  <a:gd name="connsiteY6" fmla="*/ 248257 h 356230"/>
                  <a:gd name="connsiteX7" fmla="*/ 536369 w 600431"/>
                  <a:gd name="connsiteY7" fmla="*/ 172058 h 356230"/>
                  <a:gd name="connsiteX8" fmla="*/ 284487 w 600431"/>
                  <a:gd name="connsiteY8" fmla="*/ 144541 h 356230"/>
                  <a:gd name="connsiteX9" fmla="*/ 175603 w 600431"/>
                  <a:gd name="connsiteY9" fmla="*/ 102854 h 356230"/>
                  <a:gd name="connsiteX10" fmla="*/ 1 w 600431"/>
                  <a:gd name="connsiteY10" fmla="*/ 0 h 356230"/>
                  <a:gd name="connsiteX0" fmla="*/ 0 w 665447"/>
                  <a:gd name="connsiteY0" fmla="*/ 175632 h 356230"/>
                  <a:gd name="connsiteX1" fmla="*/ 163068 w 665447"/>
                  <a:gd name="connsiteY1" fmla="*/ 244815 h 356230"/>
                  <a:gd name="connsiteX2" fmla="*/ 362540 w 665447"/>
                  <a:gd name="connsiteY2" fmla="*/ 273707 h 356230"/>
                  <a:gd name="connsiteX3" fmla="*/ 448987 w 665447"/>
                  <a:gd name="connsiteY3" fmla="*/ 315991 h 356230"/>
                  <a:gd name="connsiteX4" fmla="*/ 575987 w 665447"/>
                  <a:gd name="connsiteY4" fmla="*/ 356208 h 356230"/>
                  <a:gd name="connsiteX5" fmla="*/ 624670 w 665447"/>
                  <a:gd name="connsiteY5" fmla="*/ 320223 h 356230"/>
                  <a:gd name="connsiteX6" fmla="*/ 664887 w 665447"/>
                  <a:gd name="connsiteY6" fmla="*/ 248257 h 356230"/>
                  <a:gd name="connsiteX7" fmla="*/ 601385 w 665447"/>
                  <a:gd name="connsiteY7" fmla="*/ 172058 h 356230"/>
                  <a:gd name="connsiteX8" fmla="*/ 349503 w 665447"/>
                  <a:gd name="connsiteY8" fmla="*/ 144541 h 356230"/>
                  <a:gd name="connsiteX9" fmla="*/ 240619 w 665447"/>
                  <a:gd name="connsiteY9" fmla="*/ 102854 h 356230"/>
                  <a:gd name="connsiteX10" fmla="*/ 65017 w 665447"/>
                  <a:gd name="connsiteY10" fmla="*/ 0 h 356230"/>
                  <a:gd name="connsiteX0" fmla="*/ 0 w 665447"/>
                  <a:gd name="connsiteY0" fmla="*/ 175632 h 356230"/>
                  <a:gd name="connsiteX1" fmla="*/ 92450 w 665447"/>
                  <a:gd name="connsiteY1" fmla="*/ 227253 h 356230"/>
                  <a:gd name="connsiteX2" fmla="*/ 362540 w 665447"/>
                  <a:gd name="connsiteY2" fmla="*/ 273707 h 356230"/>
                  <a:gd name="connsiteX3" fmla="*/ 448987 w 665447"/>
                  <a:gd name="connsiteY3" fmla="*/ 315991 h 356230"/>
                  <a:gd name="connsiteX4" fmla="*/ 575987 w 665447"/>
                  <a:gd name="connsiteY4" fmla="*/ 356208 h 356230"/>
                  <a:gd name="connsiteX5" fmla="*/ 624670 w 665447"/>
                  <a:gd name="connsiteY5" fmla="*/ 320223 h 356230"/>
                  <a:gd name="connsiteX6" fmla="*/ 664887 w 665447"/>
                  <a:gd name="connsiteY6" fmla="*/ 248257 h 356230"/>
                  <a:gd name="connsiteX7" fmla="*/ 601385 w 665447"/>
                  <a:gd name="connsiteY7" fmla="*/ 172058 h 356230"/>
                  <a:gd name="connsiteX8" fmla="*/ 349503 w 665447"/>
                  <a:gd name="connsiteY8" fmla="*/ 144541 h 356230"/>
                  <a:gd name="connsiteX9" fmla="*/ 240619 w 665447"/>
                  <a:gd name="connsiteY9" fmla="*/ 102854 h 356230"/>
                  <a:gd name="connsiteX10" fmla="*/ 65017 w 665447"/>
                  <a:gd name="connsiteY10" fmla="*/ 0 h 356230"/>
                  <a:gd name="connsiteX0" fmla="*/ 0 w 665447"/>
                  <a:gd name="connsiteY0" fmla="*/ 175632 h 356230"/>
                  <a:gd name="connsiteX1" fmla="*/ 92450 w 665447"/>
                  <a:gd name="connsiteY1" fmla="*/ 227253 h 356230"/>
                  <a:gd name="connsiteX2" fmla="*/ 362540 w 665447"/>
                  <a:gd name="connsiteY2" fmla="*/ 273707 h 356230"/>
                  <a:gd name="connsiteX3" fmla="*/ 448987 w 665447"/>
                  <a:gd name="connsiteY3" fmla="*/ 315991 h 356230"/>
                  <a:gd name="connsiteX4" fmla="*/ 575987 w 665447"/>
                  <a:gd name="connsiteY4" fmla="*/ 356208 h 356230"/>
                  <a:gd name="connsiteX5" fmla="*/ 624670 w 665447"/>
                  <a:gd name="connsiteY5" fmla="*/ 320223 h 356230"/>
                  <a:gd name="connsiteX6" fmla="*/ 664887 w 665447"/>
                  <a:gd name="connsiteY6" fmla="*/ 248257 h 356230"/>
                  <a:gd name="connsiteX7" fmla="*/ 601385 w 665447"/>
                  <a:gd name="connsiteY7" fmla="*/ 172058 h 356230"/>
                  <a:gd name="connsiteX8" fmla="*/ 349503 w 665447"/>
                  <a:gd name="connsiteY8" fmla="*/ 144541 h 356230"/>
                  <a:gd name="connsiteX9" fmla="*/ 149353 w 665447"/>
                  <a:gd name="connsiteY9" fmla="*/ 76722 h 356230"/>
                  <a:gd name="connsiteX10" fmla="*/ 65017 w 665447"/>
                  <a:gd name="connsiteY10" fmla="*/ 0 h 356230"/>
                  <a:gd name="connsiteX0" fmla="*/ 0 w 665447"/>
                  <a:gd name="connsiteY0" fmla="*/ 175632 h 356230"/>
                  <a:gd name="connsiteX1" fmla="*/ 92450 w 665447"/>
                  <a:gd name="connsiteY1" fmla="*/ 227253 h 356230"/>
                  <a:gd name="connsiteX2" fmla="*/ 362540 w 665447"/>
                  <a:gd name="connsiteY2" fmla="*/ 273707 h 356230"/>
                  <a:gd name="connsiteX3" fmla="*/ 448987 w 665447"/>
                  <a:gd name="connsiteY3" fmla="*/ 315991 h 356230"/>
                  <a:gd name="connsiteX4" fmla="*/ 575987 w 665447"/>
                  <a:gd name="connsiteY4" fmla="*/ 356208 h 356230"/>
                  <a:gd name="connsiteX5" fmla="*/ 624670 w 665447"/>
                  <a:gd name="connsiteY5" fmla="*/ 320223 h 356230"/>
                  <a:gd name="connsiteX6" fmla="*/ 664887 w 665447"/>
                  <a:gd name="connsiteY6" fmla="*/ 248257 h 356230"/>
                  <a:gd name="connsiteX7" fmla="*/ 601385 w 665447"/>
                  <a:gd name="connsiteY7" fmla="*/ 172058 h 356230"/>
                  <a:gd name="connsiteX8" fmla="*/ 349503 w 665447"/>
                  <a:gd name="connsiteY8" fmla="*/ 144541 h 356230"/>
                  <a:gd name="connsiteX9" fmla="*/ 147842 w 665447"/>
                  <a:gd name="connsiteY9" fmla="*/ 62101 h 356230"/>
                  <a:gd name="connsiteX10" fmla="*/ 65017 w 665447"/>
                  <a:gd name="connsiteY10" fmla="*/ 0 h 356230"/>
                  <a:gd name="connsiteX0" fmla="*/ 0 w 665447"/>
                  <a:gd name="connsiteY0" fmla="*/ 175632 h 356230"/>
                  <a:gd name="connsiteX1" fmla="*/ 74321 w 665447"/>
                  <a:gd name="connsiteY1" fmla="*/ 243052 h 356230"/>
                  <a:gd name="connsiteX2" fmla="*/ 362540 w 665447"/>
                  <a:gd name="connsiteY2" fmla="*/ 273707 h 356230"/>
                  <a:gd name="connsiteX3" fmla="*/ 448987 w 665447"/>
                  <a:gd name="connsiteY3" fmla="*/ 315991 h 356230"/>
                  <a:gd name="connsiteX4" fmla="*/ 575987 w 665447"/>
                  <a:gd name="connsiteY4" fmla="*/ 356208 h 356230"/>
                  <a:gd name="connsiteX5" fmla="*/ 624670 w 665447"/>
                  <a:gd name="connsiteY5" fmla="*/ 320223 h 356230"/>
                  <a:gd name="connsiteX6" fmla="*/ 664887 w 665447"/>
                  <a:gd name="connsiteY6" fmla="*/ 248257 h 356230"/>
                  <a:gd name="connsiteX7" fmla="*/ 601385 w 665447"/>
                  <a:gd name="connsiteY7" fmla="*/ 172058 h 356230"/>
                  <a:gd name="connsiteX8" fmla="*/ 349503 w 665447"/>
                  <a:gd name="connsiteY8" fmla="*/ 144541 h 356230"/>
                  <a:gd name="connsiteX9" fmla="*/ 147842 w 665447"/>
                  <a:gd name="connsiteY9" fmla="*/ 62101 h 356230"/>
                  <a:gd name="connsiteX10" fmla="*/ 65017 w 665447"/>
                  <a:gd name="connsiteY10" fmla="*/ 0 h 356230"/>
                  <a:gd name="connsiteX0" fmla="*/ -1 w 682190"/>
                  <a:gd name="connsiteY0" fmla="*/ 188898 h 356230"/>
                  <a:gd name="connsiteX1" fmla="*/ 91064 w 682190"/>
                  <a:gd name="connsiteY1" fmla="*/ 243052 h 356230"/>
                  <a:gd name="connsiteX2" fmla="*/ 379283 w 682190"/>
                  <a:gd name="connsiteY2" fmla="*/ 273707 h 356230"/>
                  <a:gd name="connsiteX3" fmla="*/ 465730 w 682190"/>
                  <a:gd name="connsiteY3" fmla="*/ 315991 h 356230"/>
                  <a:gd name="connsiteX4" fmla="*/ 592730 w 682190"/>
                  <a:gd name="connsiteY4" fmla="*/ 356208 h 356230"/>
                  <a:gd name="connsiteX5" fmla="*/ 641413 w 682190"/>
                  <a:gd name="connsiteY5" fmla="*/ 320223 h 356230"/>
                  <a:gd name="connsiteX6" fmla="*/ 681630 w 682190"/>
                  <a:gd name="connsiteY6" fmla="*/ 248257 h 356230"/>
                  <a:gd name="connsiteX7" fmla="*/ 618128 w 682190"/>
                  <a:gd name="connsiteY7" fmla="*/ 172058 h 356230"/>
                  <a:gd name="connsiteX8" fmla="*/ 366246 w 682190"/>
                  <a:gd name="connsiteY8" fmla="*/ 144541 h 356230"/>
                  <a:gd name="connsiteX9" fmla="*/ 164585 w 682190"/>
                  <a:gd name="connsiteY9" fmla="*/ 62101 h 356230"/>
                  <a:gd name="connsiteX10" fmla="*/ 81760 w 682190"/>
                  <a:gd name="connsiteY10" fmla="*/ 0 h 356230"/>
                  <a:gd name="connsiteX0" fmla="*/ 0 w 682191"/>
                  <a:gd name="connsiteY0" fmla="*/ 172194 h 339526"/>
                  <a:gd name="connsiteX1" fmla="*/ 91065 w 682191"/>
                  <a:gd name="connsiteY1" fmla="*/ 226348 h 339526"/>
                  <a:gd name="connsiteX2" fmla="*/ 379284 w 682191"/>
                  <a:gd name="connsiteY2" fmla="*/ 257003 h 339526"/>
                  <a:gd name="connsiteX3" fmla="*/ 465731 w 682191"/>
                  <a:gd name="connsiteY3" fmla="*/ 299287 h 339526"/>
                  <a:gd name="connsiteX4" fmla="*/ 592731 w 682191"/>
                  <a:gd name="connsiteY4" fmla="*/ 339504 h 339526"/>
                  <a:gd name="connsiteX5" fmla="*/ 641414 w 682191"/>
                  <a:gd name="connsiteY5" fmla="*/ 303519 h 339526"/>
                  <a:gd name="connsiteX6" fmla="*/ 681631 w 682191"/>
                  <a:gd name="connsiteY6" fmla="*/ 231553 h 339526"/>
                  <a:gd name="connsiteX7" fmla="*/ 618129 w 682191"/>
                  <a:gd name="connsiteY7" fmla="*/ 155354 h 339526"/>
                  <a:gd name="connsiteX8" fmla="*/ 366247 w 682191"/>
                  <a:gd name="connsiteY8" fmla="*/ 127837 h 339526"/>
                  <a:gd name="connsiteX9" fmla="*/ 164586 w 682191"/>
                  <a:gd name="connsiteY9" fmla="*/ 45397 h 339526"/>
                  <a:gd name="connsiteX10" fmla="*/ 75801 w 682191"/>
                  <a:gd name="connsiteY10" fmla="*/ -1 h 339526"/>
                  <a:gd name="connsiteX0" fmla="*/ 0 w 682191"/>
                  <a:gd name="connsiteY0" fmla="*/ 172195 h 339527"/>
                  <a:gd name="connsiteX1" fmla="*/ 91065 w 682191"/>
                  <a:gd name="connsiteY1" fmla="*/ 226349 h 339527"/>
                  <a:gd name="connsiteX2" fmla="*/ 379284 w 682191"/>
                  <a:gd name="connsiteY2" fmla="*/ 257004 h 339527"/>
                  <a:gd name="connsiteX3" fmla="*/ 465731 w 682191"/>
                  <a:gd name="connsiteY3" fmla="*/ 299288 h 339527"/>
                  <a:gd name="connsiteX4" fmla="*/ 592731 w 682191"/>
                  <a:gd name="connsiteY4" fmla="*/ 339505 h 339527"/>
                  <a:gd name="connsiteX5" fmla="*/ 641414 w 682191"/>
                  <a:gd name="connsiteY5" fmla="*/ 303520 h 339527"/>
                  <a:gd name="connsiteX6" fmla="*/ 681631 w 682191"/>
                  <a:gd name="connsiteY6" fmla="*/ 231554 h 339527"/>
                  <a:gd name="connsiteX7" fmla="*/ 618129 w 682191"/>
                  <a:gd name="connsiteY7" fmla="*/ 155355 h 339527"/>
                  <a:gd name="connsiteX8" fmla="*/ 366247 w 682191"/>
                  <a:gd name="connsiteY8" fmla="*/ 127838 h 339527"/>
                  <a:gd name="connsiteX9" fmla="*/ 141755 w 682191"/>
                  <a:gd name="connsiteY9" fmla="*/ 58210 h 339527"/>
                  <a:gd name="connsiteX10" fmla="*/ 75801 w 682191"/>
                  <a:gd name="connsiteY10" fmla="*/ 0 h 339527"/>
                  <a:gd name="connsiteX0" fmla="*/ 0 w 682191"/>
                  <a:gd name="connsiteY0" fmla="*/ 181747 h 349079"/>
                  <a:gd name="connsiteX1" fmla="*/ 91065 w 682191"/>
                  <a:gd name="connsiteY1" fmla="*/ 235901 h 349079"/>
                  <a:gd name="connsiteX2" fmla="*/ 379284 w 682191"/>
                  <a:gd name="connsiteY2" fmla="*/ 266556 h 349079"/>
                  <a:gd name="connsiteX3" fmla="*/ 465731 w 682191"/>
                  <a:gd name="connsiteY3" fmla="*/ 308840 h 349079"/>
                  <a:gd name="connsiteX4" fmla="*/ 592731 w 682191"/>
                  <a:gd name="connsiteY4" fmla="*/ 349057 h 349079"/>
                  <a:gd name="connsiteX5" fmla="*/ 641414 w 682191"/>
                  <a:gd name="connsiteY5" fmla="*/ 313072 h 349079"/>
                  <a:gd name="connsiteX6" fmla="*/ 681631 w 682191"/>
                  <a:gd name="connsiteY6" fmla="*/ 241106 h 349079"/>
                  <a:gd name="connsiteX7" fmla="*/ 618129 w 682191"/>
                  <a:gd name="connsiteY7" fmla="*/ 164907 h 349079"/>
                  <a:gd name="connsiteX8" fmla="*/ 366247 w 682191"/>
                  <a:gd name="connsiteY8" fmla="*/ 137390 h 349079"/>
                  <a:gd name="connsiteX9" fmla="*/ 141755 w 682191"/>
                  <a:gd name="connsiteY9" fmla="*/ 67762 h 349079"/>
                  <a:gd name="connsiteX10" fmla="*/ 71519 w 682191"/>
                  <a:gd name="connsiteY10" fmla="*/ 1 h 349079"/>
                  <a:gd name="connsiteX0" fmla="*/ 0 w 682191"/>
                  <a:gd name="connsiteY0" fmla="*/ 181746 h 349078"/>
                  <a:gd name="connsiteX1" fmla="*/ 91065 w 682191"/>
                  <a:gd name="connsiteY1" fmla="*/ 235900 h 349078"/>
                  <a:gd name="connsiteX2" fmla="*/ 379284 w 682191"/>
                  <a:gd name="connsiteY2" fmla="*/ 266555 h 349078"/>
                  <a:gd name="connsiteX3" fmla="*/ 465731 w 682191"/>
                  <a:gd name="connsiteY3" fmla="*/ 308839 h 349078"/>
                  <a:gd name="connsiteX4" fmla="*/ 592731 w 682191"/>
                  <a:gd name="connsiteY4" fmla="*/ 349056 h 349078"/>
                  <a:gd name="connsiteX5" fmla="*/ 641414 w 682191"/>
                  <a:gd name="connsiteY5" fmla="*/ 313071 h 349078"/>
                  <a:gd name="connsiteX6" fmla="*/ 681631 w 682191"/>
                  <a:gd name="connsiteY6" fmla="*/ 241105 h 349078"/>
                  <a:gd name="connsiteX7" fmla="*/ 618129 w 682191"/>
                  <a:gd name="connsiteY7" fmla="*/ 164906 h 349078"/>
                  <a:gd name="connsiteX8" fmla="*/ 366247 w 682191"/>
                  <a:gd name="connsiteY8" fmla="*/ 137389 h 349078"/>
                  <a:gd name="connsiteX9" fmla="*/ 139823 w 682191"/>
                  <a:gd name="connsiteY9" fmla="*/ 59703 h 349078"/>
                  <a:gd name="connsiteX10" fmla="*/ 71519 w 682191"/>
                  <a:gd name="connsiteY10" fmla="*/ 0 h 349078"/>
                  <a:gd name="connsiteX0" fmla="*/ 0 w 682191"/>
                  <a:gd name="connsiteY0" fmla="*/ 234301 h 401633"/>
                  <a:gd name="connsiteX1" fmla="*/ 91065 w 682191"/>
                  <a:gd name="connsiteY1" fmla="*/ 288455 h 401633"/>
                  <a:gd name="connsiteX2" fmla="*/ 379284 w 682191"/>
                  <a:gd name="connsiteY2" fmla="*/ 319110 h 401633"/>
                  <a:gd name="connsiteX3" fmla="*/ 465731 w 682191"/>
                  <a:gd name="connsiteY3" fmla="*/ 361394 h 401633"/>
                  <a:gd name="connsiteX4" fmla="*/ 592731 w 682191"/>
                  <a:gd name="connsiteY4" fmla="*/ 401611 h 401633"/>
                  <a:gd name="connsiteX5" fmla="*/ 641414 w 682191"/>
                  <a:gd name="connsiteY5" fmla="*/ 365626 h 401633"/>
                  <a:gd name="connsiteX6" fmla="*/ 681631 w 682191"/>
                  <a:gd name="connsiteY6" fmla="*/ 293660 h 401633"/>
                  <a:gd name="connsiteX7" fmla="*/ 618129 w 682191"/>
                  <a:gd name="connsiteY7" fmla="*/ 217461 h 401633"/>
                  <a:gd name="connsiteX8" fmla="*/ 366247 w 682191"/>
                  <a:gd name="connsiteY8" fmla="*/ 189944 h 401633"/>
                  <a:gd name="connsiteX9" fmla="*/ 139823 w 682191"/>
                  <a:gd name="connsiteY9" fmla="*/ 112258 h 401633"/>
                  <a:gd name="connsiteX10" fmla="*/ 21073 w 682191"/>
                  <a:gd name="connsiteY10" fmla="*/ 0 h 401633"/>
                  <a:gd name="connsiteX0" fmla="*/ 0 w 757398"/>
                  <a:gd name="connsiteY0" fmla="*/ 186502 h 401633"/>
                  <a:gd name="connsiteX1" fmla="*/ 166272 w 757398"/>
                  <a:gd name="connsiteY1" fmla="*/ 288455 h 401633"/>
                  <a:gd name="connsiteX2" fmla="*/ 454491 w 757398"/>
                  <a:gd name="connsiteY2" fmla="*/ 319110 h 401633"/>
                  <a:gd name="connsiteX3" fmla="*/ 540938 w 757398"/>
                  <a:gd name="connsiteY3" fmla="*/ 361394 h 401633"/>
                  <a:gd name="connsiteX4" fmla="*/ 667938 w 757398"/>
                  <a:gd name="connsiteY4" fmla="*/ 401611 h 401633"/>
                  <a:gd name="connsiteX5" fmla="*/ 716621 w 757398"/>
                  <a:gd name="connsiteY5" fmla="*/ 365626 h 401633"/>
                  <a:gd name="connsiteX6" fmla="*/ 756838 w 757398"/>
                  <a:gd name="connsiteY6" fmla="*/ 293660 h 401633"/>
                  <a:gd name="connsiteX7" fmla="*/ 693336 w 757398"/>
                  <a:gd name="connsiteY7" fmla="*/ 217461 h 401633"/>
                  <a:gd name="connsiteX8" fmla="*/ 441454 w 757398"/>
                  <a:gd name="connsiteY8" fmla="*/ 189944 h 401633"/>
                  <a:gd name="connsiteX9" fmla="*/ 215030 w 757398"/>
                  <a:gd name="connsiteY9" fmla="*/ 112258 h 401633"/>
                  <a:gd name="connsiteX10" fmla="*/ 96280 w 757398"/>
                  <a:gd name="connsiteY10" fmla="*/ 0 h 40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7398" h="401633">
                    <a:moveTo>
                      <a:pt x="0" y="186502"/>
                    </a:moveTo>
                    <a:cubicBezTo>
                      <a:pt x="13907" y="188839"/>
                      <a:pt x="119120" y="281303"/>
                      <a:pt x="166272" y="288455"/>
                    </a:cubicBezTo>
                    <a:cubicBezTo>
                      <a:pt x="213424" y="295607"/>
                      <a:pt x="392047" y="306954"/>
                      <a:pt x="454491" y="319110"/>
                    </a:cubicBezTo>
                    <a:cubicBezTo>
                      <a:pt x="516935" y="331267"/>
                      <a:pt x="506422" y="351524"/>
                      <a:pt x="540938" y="361394"/>
                    </a:cubicBezTo>
                    <a:cubicBezTo>
                      <a:pt x="630896" y="393850"/>
                      <a:pt x="638658" y="400906"/>
                      <a:pt x="667938" y="401611"/>
                    </a:cubicBezTo>
                    <a:cubicBezTo>
                      <a:pt x="697218" y="402316"/>
                      <a:pt x="690085" y="386405"/>
                      <a:pt x="716621" y="365626"/>
                    </a:cubicBezTo>
                    <a:cubicBezTo>
                      <a:pt x="744138" y="332465"/>
                      <a:pt x="760719" y="318354"/>
                      <a:pt x="756838" y="293660"/>
                    </a:cubicBezTo>
                    <a:cubicBezTo>
                      <a:pt x="752957" y="268966"/>
                      <a:pt x="745900" y="234747"/>
                      <a:pt x="693336" y="217461"/>
                    </a:cubicBezTo>
                    <a:cubicBezTo>
                      <a:pt x="640772" y="200175"/>
                      <a:pt x="501582" y="201478"/>
                      <a:pt x="441454" y="189944"/>
                    </a:cubicBezTo>
                    <a:cubicBezTo>
                      <a:pt x="381326" y="178410"/>
                      <a:pt x="241432" y="120716"/>
                      <a:pt x="215030" y="112258"/>
                    </a:cubicBezTo>
                    <a:cubicBezTo>
                      <a:pt x="188628" y="103800"/>
                      <a:pt x="104535" y="1511"/>
                      <a:pt x="96280" y="0"/>
                    </a:cubicBezTo>
                  </a:path>
                </a:pathLst>
              </a:custGeom>
              <a:grp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D2BAE726-8E74-1265-2FE1-A4604FDAEB6B}"/>
                  </a:ext>
                </a:extLst>
              </p:cNvPr>
              <p:cNvSpPr/>
              <p:nvPr/>
            </p:nvSpPr>
            <p:spPr>
              <a:xfrm>
                <a:off x="7717668" y="2674450"/>
                <a:ext cx="328810" cy="538614"/>
              </a:xfrm>
              <a:custGeom>
                <a:avLst/>
                <a:gdLst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347694 w 838761"/>
                  <a:gd name="connsiteY13" fmla="*/ 65616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428128 w 838761"/>
                  <a:gd name="connsiteY12" fmla="*/ 118533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512794 w 838761"/>
                  <a:gd name="connsiteY11" fmla="*/ 211666 h 1185333"/>
                  <a:gd name="connsiteX12" fmla="*/ 616511 w 838761"/>
                  <a:gd name="connsiteY12" fmla="*/ 357717 h 1185333"/>
                  <a:gd name="connsiteX13" fmla="*/ 491628 w 838761"/>
                  <a:gd name="connsiteY13" fmla="*/ 86783 h 1185333"/>
                  <a:gd name="connsiteX14" fmla="*/ 186828 w 838761"/>
                  <a:gd name="connsiteY14" fmla="*/ 0 h 1185333"/>
                  <a:gd name="connsiteX15" fmla="*/ 180478 w 838761"/>
                  <a:gd name="connsiteY15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775261 w 838761"/>
                  <a:gd name="connsiteY10" fmla="*/ 461433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838761"/>
                  <a:gd name="connsiteY0" fmla="*/ 19050 h 1185333"/>
                  <a:gd name="connsiteX1" fmla="*/ 68294 w 838761"/>
                  <a:gd name="connsiteY1" fmla="*/ 80433 h 1185333"/>
                  <a:gd name="connsiteX2" fmla="*/ 21728 w 838761"/>
                  <a:gd name="connsiteY2" fmla="*/ 160866 h 1185333"/>
                  <a:gd name="connsiteX3" fmla="*/ 561 w 838761"/>
                  <a:gd name="connsiteY3" fmla="*/ 323850 h 1185333"/>
                  <a:gd name="connsiteX4" fmla="*/ 148728 w 838761"/>
                  <a:gd name="connsiteY4" fmla="*/ 903816 h 1185333"/>
                  <a:gd name="connsiteX5" fmla="*/ 269378 w 838761"/>
                  <a:gd name="connsiteY5" fmla="*/ 1056216 h 1185333"/>
                  <a:gd name="connsiteX6" fmla="*/ 440828 w 838761"/>
                  <a:gd name="connsiteY6" fmla="*/ 1166283 h 1185333"/>
                  <a:gd name="connsiteX7" fmla="*/ 652494 w 838761"/>
                  <a:gd name="connsiteY7" fmla="*/ 1185333 h 1185333"/>
                  <a:gd name="connsiteX8" fmla="*/ 758328 w 838761"/>
                  <a:gd name="connsiteY8" fmla="*/ 1104900 h 1185333"/>
                  <a:gd name="connsiteX9" fmla="*/ 838761 w 838761"/>
                  <a:gd name="connsiteY9" fmla="*/ 656166 h 1185333"/>
                  <a:gd name="connsiteX10" fmla="*/ 696945 w 838761"/>
                  <a:gd name="connsiteY10" fmla="*/ 514350 h 1185333"/>
                  <a:gd name="connsiteX11" fmla="*/ 616511 w 838761"/>
                  <a:gd name="connsiteY11" fmla="*/ 357717 h 1185333"/>
                  <a:gd name="connsiteX12" fmla="*/ 491628 w 838761"/>
                  <a:gd name="connsiteY12" fmla="*/ 86783 h 1185333"/>
                  <a:gd name="connsiteX13" fmla="*/ 186828 w 838761"/>
                  <a:gd name="connsiteY13" fmla="*/ 0 h 1185333"/>
                  <a:gd name="connsiteX14" fmla="*/ 180478 w 838761"/>
                  <a:gd name="connsiteY14" fmla="*/ 10583 h 1185333"/>
                  <a:gd name="connsiteX0" fmla="*/ 241861 w 759247"/>
                  <a:gd name="connsiteY0" fmla="*/ 19050 h 1185333"/>
                  <a:gd name="connsiteX1" fmla="*/ 68294 w 759247"/>
                  <a:gd name="connsiteY1" fmla="*/ 80433 h 1185333"/>
                  <a:gd name="connsiteX2" fmla="*/ 21728 w 759247"/>
                  <a:gd name="connsiteY2" fmla="*/ 160866 h 1185333"/>
                  <a:gd name="connsiteX3" fmla="*/ 561 w 759247"/>
                  <a:gd name="connsiteY3" fmla="*/ 323850 h 1185333"/>
                  <a:gd name="connsiteX4" fmla="*/ 148728 w 759247"/>
                  <a:gd name="connsiteY4" fmla="*/ 903816 h 1185333"/>
                  <a:gd name="connsiteX5" fmla="*/ 269378 w 759247"/>
                  <a:gd name="connsiteY5" fmla="*/ 1056216 h 1185333"/>
                  <a:gd name="connsiteX6" fmla="*/ 440828 w 759247"/>
                  <a:gd name="connsiteY6" fmla="*/ 1166283 h 1185333"/>
                  <a:gd name="connsiteX7" fmla="*/ 652494 w 759247"/>
                  <a:gd name="connsiteY7" fmla="*/ 1185333 h 1185333"/>
                  <a:gd name="connsiteX8" fmla="*/ 758328 w 759247"/>
                  <a:gd name="connsiteY8" fmla="*/ 1104900 h 1185333"/>
                  <a:gd name="connsiteX9" fmla="*/ 709644 w 759247"/>
                  <a:gd name="connsiteY9" fmla="*/ 687916 h 1185333"/>
                  <a:gd name="connsiteX10" fmla="*/ 696945 w 759247"/>
                  <a:gd name="connsiteY10" fmla="*/ 514350 h 1185333"/>
                  <a:gd name="connsiteX11" fmla="*/ 616511 w 759247"/>
                  <a:gd name="connsiteY11" fmla="*/ 357717 h 1185333"/>
                  <a:gd name="connsiteX12" fmla="*/ 491628 w 759247"/>
                  <a:gd name="connsiteY12" fmla="*/ 86783 h 1185333"/>
                  <a:gd name="connsiteX13" fmla="*/ 186828 w 759247"/>
                  <a:gd name="connsiteY13" fmla="*/ 0 h 1185333"/>
                  <a:gd name="connsiteX14" fmla="*/ 180478 w 759247"/>
                  <a:gd name="connsiteY14" fmla="*/ 10583 h 1185333"/>
                  <a:gd name="connsiteX0" fmla="*/ 241861 w 759154"/>
                  <a:gd name="connsiteY0" fmla="*/ 19050 h 1185333"/>
                  <a:gd name="connsiteX1" fmla="*/ 68294 w 759154"/>
                  <a:gd name="connsiteY1" fmla="*/ 80433 h 1185333"/>
                  <a:gd name="connsiteX2" fmla="*/ 21728 w 759154"/>
                  <a:gd name="connsiteY2" fmla="*/ 160866 h 1185333"/>
                  <a:gd name="connsiteX3" fmla="*/ 561 w 759154"/>
                  <a:gd name="connsiteY3" fmla="*/ 323850 h 1185333"/>
                  <a:gd name="connsiteX4" fmla="*/ 148728 w 759154"/>
                  <a:gd name="connsiteY4" fmla="*/ 903816 h 1185333"/>
                  <a:gd name="connsiteX5" fmla="*/ 269378 w 759154"/>
                  <a:gd name="connsiteY5" fmla="*/ 1056216 h 1185333"/>
                  <a:gd name="connsiteX6" fmla="*/ 440828 w 759154"/>
                  <a:gd name="connsiteY6" fmla="*/ 1166283 h 1185333"/>
                  <a:gd name="connsiteX7" fmla="*/ 652494 w 759154"/>
                  <a:gd name="connsiteY7" fmla="*/ 1185333 h 1185333"/>
                  <a:gd name="connsiteX8" fmla="*/ 758328 w 759154"/>
                  <a:gd name="connsiteY8" fmla="*/ 1104900 h 1185333"/>
                  <a:gd name="connsiteX9" fmla="*/ 709644 w 759154"/>
                  <a:gd name="connsiteY9" fmla="*/ 687916 h 1185333"/>
                  <a:gd name="connsiteX10" fmla="*/ 696945 w 759154"/>
                  <a:gd name="connsiteY10" fmla="*/ 514350 h 1185333"/>
                  <a:gd name="connsiteX11" fmla="*/ 616511 w 759154"/>
                  <a:gd name="connsiteY11" fmla="*/ 357717 h 1185333"/>
                  <a:gd name="connsiteX12" fmla="*/ 491628 w 759154"/>
                  <a:gd name="connsiteY12" fmla="*/ 86783 h 1185333"/>
                  <a:gd name="connsiteX13" fmla="*/ 186828 w 759154"/>
                  <a:gd name="connsiteY13" fmla="*/ 0 h 1185333"/>
                  <a:gd name="connsiteX14" fmla="*/ 180478 w 759154"/>
                  <a:gd name="connsiteY14" fmla="*/ 10583 h 1185333"/>
                  <a:gd name="connsiteX0" fmla="*/ 241861 w 711707"/>
                  <a:gd name="connsiteY0" fmla="*/ 19050 h 1185333"/>
                  <a:gd name="connsiteX1" fmla="*/ 68294 w 711707"/>
                  <a:gd name="connsiteY1" fmla="*/ 80433 h 1185333"/>
                  <a:gd name="connsiteX2" fmla="*/ 21728 w 711707"/>
                  <a:gd name="connsiteY2" fmla="*/ 160866 h 1185333"/>
                  <a:gd name="connsiteX3" fmla="*/ 561 w 711707"/>
                  <a:gd name="connsiteY3" fmla="*/ 323850 h 1185333"/>
                  <a:gd name="connsiteX4" fmla="*/ 148728 w 711707"/>
                  <a:gd name="connsiteY4" fmla="*/ 903816 h 1185333"/>
                  <a:gd name="connsiteX5" fmla="*/ 269378 w 711707"/>
                  <a:gd name="connsiteY5" fmla="*/ 1056216 h 1185333"/>
                  <a:gd name="connsiteX6" fmla="*/ 440828 w 711707"/>
                  <a:gd name="connsiteY6" fmla="*/ 1166283 h 1185333"/>
                  <a:gd name="connsiteX7" fmla="*/ 652494 w 711707"/>
                  <a:gd name="connsiteY7" fmla="*/ 1185333 h 1185333"/>
                  <a:gd name="connsiteX8" fmla="*/ 709645 w 711707"/>
                  <a:gd name="connsiteY8" fmla="*/ 1075267 h 1185333"/>
                  <a:gd name="connsiteX9" fmla="*/ 709644 w 711707"/>
                  <a:gd name="connsiteY9" fmla="*/ 687916 h 1185333"/>
                  <a:gd name="connsiteX10" fmla="*/ 696945 w 711707"/>
                  <a:gd name="connsiteY10" fmla="*/ 514350 h 1185333"/>
                  <a:gd name="connsiteX11" fmla="*/ 616511 w 711707"/>
                  <a:gd name="connsiteY11" fmla="*/ 357717 h 1185333"/>
                  <a:gd name="connsiteX12" fmla="*/ 491628 w 711707"/>
                  <a:gd name="connsiteY12" fmla="*/ 86783 h 1185333"/>
                  <a:gd name="connsiteX13" fmla="*/ 186828 w 711707"/>
                  <a:gd name="connsiteY13" fmla="*/ 0 h 1185333"/>
                  <a:gd name="connsiteX14" fmla="*/ 180478 w 711707"/>
                  <a:gd name="connsiteY14" fmla="*/ 10583 h 1185333"/>
                  <a:gd name="connsiteX0" fmla="*/ 241861 w 712688"/>
                  <a:gd name="connsiteY0" fmla="*/ 19050 h 1168601"/>
                  <a:gd name="connsiteX1" fmla="*/ 68294 w 712688"/>
                  <a:gd name="connsiteY1" fmla="*/ 80433 h 1168601"/>
                  <a:gd name="connsiteX2" fmla="*/ 21728 w 712688"/>
                  <a:gd name="connsiteY2" fmla="*/ 160866 h 1168601"/>
                  <a:gd name="connsiteX3" fmla="*/ 561 w 712688"/>
                  <a:gd name="connsiteY3" fmla="*/ 323850 h 1168601"/>
                  <a:gd name="connsiteX4" fmla="*/ 148728 w 712688"/>
                  <a:gd name="connsiteY4" fmla="*/ 903816 h 1168601"/>
                  <a:gd name="connsiteX5" fmla="*/ 269378 w 712688"/>
                  <a:gd name="connsiteY5" fmla="*/ 1056216 h 1168601"/>
                  <a:gd name="connsiteX6" fmla="*/ 440828 w 712688"/>
                  <a:gd name="connsiteY6" fmla="*/ 1166283 h 1168601"/>
                  <a:gd name="connsiteX7" fmla="*/ 635561 w 712688"/>
                  <a:gd name="connsiteY7" fmla="*/ 1136650 h 1168601"/>
                  <a:gd name="connsiteX8" fmla="*/ 709645 w 712688"/>
                  <a:gd name="connsiteY8" fmla="*/ 1075267 h 1168601"/>
                  <a:gd name="connsiteX9" fmla="*/ 709644 w 712688"/>
                  <a:gd name="connsiteY9" fmla="*/ 687916 h 1168601"/>
                  <a:gd name="connsiteX10" fmla="*/ 696945 w 712688"/>
                  <a:gd name="connsiteY10" fmla="*/ 514350 h 1168601"/>
                  <a:gd name="connsiteX11" fmla="*/ 616511 w 712688"/>
                  <a:gd name="connsiteY11" fmla="*/ 357717 h 1168601"/>
                  <a:gd name="connsiteX12" fmla="*/ 491628 w 712688"/>
                  <a:gd name="connsiteY12" fmla="*/ 86783 h 1168601"/>
                  <a:gd name="connsiteX13" fmla="*/ 186828 w 712688"/>
                  <a:gd name="connsiteY13" fmla="*/ 0 h 1168601"/>
                  <a:gd name="connsiteX14" fmla="*/ 180478 w 712688"/>
                  <a:gd name="connsiteY14" fmla="*/ 10583 h 116860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4551"/>
                  <a:gd name="connsiteX1" fmla="*/ 68294 w 712688"/>
                  <a:gd name="connsiteY1" fmla="*/ 80433 h 1164551"/>
                  <a:gd name="connsiteX2" fmla="*/ 21728 w 712688"/>
                  <a:gd name="connsiteY2" fmla="*/ 160866 h 1164551"/>
                  <a:gd name="connsiteX3" fmla="*/ 561 w 712688"/>
                  <a:gd name="connsiteY3" fmla="*/ 323850 h 1164551"/>
                  <a:gd name="connsiteX4" fmla="*/ 148728 w 712688"/>
                  <a:gd name="connsiteY4" fmla="*/ 903816 h 1164551"/>
                  <a:gd name="connsiteX5" fmla="*/ 269378 w 712688"/>
                  <a:gd name="connsiteY5" fmla="*/ 1056216 h 1164551"/>
                  <a:gd name="connsiteX6" fmla="*/ 576295 w 712688"/>
                  <a:gd name="connsiteY6" fmla="*/ 1162050 h 1164551"/>
                  <a:gd name="connsiteX7" fmla="*/ 635561 w 712688"/>
                  <a:gd name="connsiteY7" fmla="*/ 1136650 h 1164551"/>
                  <a:gd name="connsiteX8" fmla="*/ 709645 w 712688"/>
                  <a:gd name="connsiteY8" fmla="*/ 1075267 h 1164551"/>
                  <a:gd name="connsiteX9" fmla="*/ 709644 w 712688"/>
                  <a:gd name="connsiteY9" fmla="*/ 687916 h 1164551"/>
                  <a:gd name="connsiteX10" fmla="*/ 696945 w 712688"/>
                  <a:gd name="connsiteY10" fmla="*/ 514350 h 1164551"/>
                  <a:gd name="connsiteX11" fmla="*/ 616511 w 712688"/>
                  <a:gd name="connsiteY11" fmla="*/ 357717 h 1164551"/>
                  <a:gd name="connsiteX12" fmla="*/ 491628 w 712688"/>
                  <a:gd name="connsiteY12" fmla="*/ 86783 h 1164551"/>
                  <a:gd name="connsiteX13" fmla="*/ 186828 w 712688"/>
                  <a:gd name="connsiteY13" fmla="*/ 0 h 1164551"/>
                  <a:gd name="connsiteX14" fmla="*/ 180478 w 712688"/>
                  <a:gd name="connsiteY14" fmla="*/ 10583 h 1164551"/>
                  <a:gd name="connsiteX0" fmla="*/ 241861 w 712688"/>
                  <a:gd name="connsiteY0" fmla="*/ 19050 h 1167013"/>
                  <a:gd name="connsiteX1" fmla="*/ 68294 w 712688"/>
                  <a:gd name="connsiteY1" fmla="*/ 80433 h 1167013"/>
                  <a:gd name="connsiteX2" fmla="*/ 21728 w 712688"/>
                  <a:gd name="connsiteY2" fmla="*/ 160866 h 1167013"/>
                  <a:gd name="connsiteX3" fmla="*/ 561 w 712688"/>
                  <a:gd name="connsiteY3" fmla="*/ 323850 h 1167013"/>
                  <a:gd name="connsiteX4" fmla="*/ 148728 w 712688"/>
                  <a:gd name="connsiteY4" fmla="*/ 903816 h 1167013"/>
                  <a:gd name="connsiteX5" fmla="*/ 269378 w 712688"/>
                  <a:gd name="connsiteY5" fmla="*/ 1056216 h 1167013"/>
                  <a:gd name="connsiteX6" fmla="*/ 576295 w 712688"/>
                  <a:gd name="connsiteY6" fmla="*/ 1162050 h 1167013"/>
                  <a:gd name="connsiteX7" fmla="*/ 635561 w 712688"/>
                  <a:gd name="connsiteY7" fmla="*/ 1136650 h 1167013"/>
                  <a:gd name="connsiteX8" fmla="*/ 709645 w 712688"/>
                  <a:gd name="connsiteY8" fmla="*/ 1075267 h 1167013"/>
                  <a:gd name="connsiteX9" fmla="*/ 709644 w 712688"/>
                  <a:gd name="connsiteY9" fmla="*/ 687916 h 1167013"/>
                  <a:gd name="connsiteX10" fmla="*/ 696945 w 712688"/>
                  <a:gd name="connsiteY10" fmla="*/ 514350 h 1167013"/>
                  <a:gd name="connsiteX11" fmla="*/ 616511 w 712688"/>
                  <a:gd name="connsiteY11" fmla="*/ 357717 h 1167013"/>
                  <a:gd name="connsiteX12" fmla="*/ 491628 w 712688"/>
                  <a:gd name="connsiteY12" fmla="*/ 86783 h 1167013"/>
                  <a:gd name="connsiteX13" fmla="*/ 186828 w 712688"/>
                  <a:gd name="connsiteY13" fmla="*/ 0 h 1167013"/>
                  <a:gd name="connsiteX14" fmla="*/ 180478 w 712688"/>
                  <a:gd name="connsiteY14" fmla="*/ 10583 h 1167013"/>
                  <a:gd name="connsiteX0" fmla="*/ 241861 w 720548"/>
                  <a:gd name="connsiteY0" fmla="*/ 19050 h 1167013"/>
                  <a:gd name="connsiteX1" fmla="*/ 68294 w 720548"/>
                  <a:gd name="connsiteY1" fmla="*/ 80433 h 1167013"/>
                  <a:gd name="connsiteX2" fmla="*/ 21728 w 720548"/>
                  <a:gd name="connsiteY2" fmla="*/ 160866 h 1167013"/>
                  <a:gd name="connsiteX3" fmla="*/ 561 w 720548"/>
                  <a:gd name="connsiteY3" fmla="*/ 323850 h 1167013"/>
                  <a:gd name="connsiteX4" fmla="*/ 148728 w 720548"/>
                  <a:gd name="connsiteY4" fmla="*/ 903816 h 1167013"/>
                  <a:gd name="connsiteX5" fmla="*/ 269378 w 720548"/>
                  <a:gd name="connsiteY5" fmla="*/ 1056216 h 1167013"/>
                  <a:gd name="connsiteX6" fmla="*/ 576295 w 720548"/>
                  <a:gd name="connsiteY6" fmla="*/ 1162050 h 1167013"/>
                  <a:gd name="connsiteX7" fmla="*/ 635561 w 720548"/>
                  <a:gd name="connsiteY7" fmla="*/ 1136650 h 1167013"/>
                  <a:gd name="connsiteX8" fmla="*/ 709645 w 720548"/>
                  <a:gd name="connsiteY8" fmla="*/ 1075267 h 1167013"/>
                  <a:gd name="connsiteX9" fmla="*/ 709644 w 720548"/>
                  <a:gd name="connsiteY9" fmla="*/ 687916 h 1167013"/>
                  <a:gd name="connsiteX10" fmla="*/ 696945 w 720548"/>
                  <a:gd name="connsiteY10" fmla="*/ 514350 h 1167013"/>
                  <a:gd name="connsiteX11" fmla="*/ 616511 w 720548"/>
                  <a:gd name="connsiteY11" fmla="*/ 357717 h 1167013"/>
                  <a:gd name="connsiteX12" fmla="*/ 491628 w 720548"/>
                  <a:gd name="connsiteY12" fmla="*/ 86783 h 1167013"/>
                  <a:gd name="connsiteX13" fmla="*/ 186828 w 720548"/>
                  <a:gd name="connsiteY13" fmla="*/ 0 h 1167013"/>
                  <a:gd name="connsiteX14" fmla="*/ 180478 w 720548"/>
                  <a:gd name="connsiteY14" fmla="*/ 10583 h 1167013"/>
                  <a:gd name="connsiteX0" fmla="*/ 241861 w 720548"/>
                  <a:gd name="connsiteY0" fmla="*/ 19050 h 1164946"/>
                  <a:gd name="connsiteX1" fmla="*/ 68294 w 720548"/>
                  <a:gd name="connsiteY1" fmla="*/ 80433 h 1164946"/>
                  <a:gd name="connsiteX2" fmla="*/ 21728 w 720548"/>
                  <a:gd name="connsiteY2" fmla="*/ 160866 h 1164946"/>
                  <a:gd name="connsiteX3" fmla="*/ 561 w 720548"/>
                  <a:gd name="connsiteY3" fmla="*/ 323850 h 1164946"/>
                  <a:gd name="connsiteX4" fmla="*/ 148728 w 720548"/>
                  <a:gd name="connsiteY4" fmla="*/ 903816 h 1164946"/>
                  <a:gd name="connsiteX5" fmla="*/ 368861 w 720548"/>
                  <a:gd name="connsiteY5" fmla="*/ 1085849 h 1164946"/>
                  <a:gd name="connsiteX6" fmla="*/ 576295 w 720548"/>
                  <a:gd name="connsiteY6" fmla="*/ 1162050 h 1164946"/>
                  <a:gd name="connsiteX7" fmla="*/ 635561 w 720548"/>
                  <a:gd name="connsiteY7" fmla="*/ 1136650 h 1164946"/>
                  <a:gd name="connsiteX8" fmla="*/ 709645 w 720548"/>
                  <a:gd name="connsiteY8" fmla="*/ 1075267 h 1164946"/>
                  <a:gd name="connsiteX9" fmla="*/ 709644 w 720548"/>
                  <a:gd name="connsiteY9" fmla="*/ 687916 h 1164946"/>
                  <a:gd name="connsiteX10" fmla="*/ 696945 w 720548"/>
                  <a:gd name="connsiteY10" fmla="*/ 514350 h 1164946"/>
                  <a:gd name="connsiteX11" fmla="*/ 616511 w 720548"/>
                  <a:gd name="connsiteY11" fmla="*/ 357717 h 1164946"/>
                  <a:gd name="connsiteX12" fmla="*/ 491628 w 720548"/>
                  <a:gd name="connsiteY12" fmla="*/ 86783 h 1164946"/>
                  <a:gd name="connsiteX13" fmla="*/ 186828 w 720548"/>
                  <a:gd name="connsiteY13" fmla="*/ 0 h 1164946"/>
                  <a:gd name="connsiteX14" fmla="*/ 180478 w 720548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48554 w 727241"/>
                  <a:gd name="connsiteY0" fmla="*/ 19050 h 1164946"/>
                  <a:gd name="connsiteX1" fmla="*/ 74987 w 727241"/>
                  <a:gd name="connsiteY1" fmla="*/ 80433 h 1164946"/>
                  <a:gd name="connsiteX2" fmla="*/ 28421 w 727241"/>
                  <a:gd name="connsiteY2" fmla="*/ 160866 h 1164946"/>
                  <a:gd name="connsiteX3" fmla="*/ 7254 w 727241"/>
                  <a:gd name="connsiteY3" fmla="*/ 323850 h 1164946"/>
                  <a:gd name="connsiteX4" fmla="*/ 163888 w 727241"/>
                  <a:gd name="connsiteY4" fmla="*/ 1075266 h 1164946"/>
                  <a:gd name="connsiteX5" fmla="*/ 375554 w 727241"/>
                  <a:gd name="connsiteY5" fmla="*/ 1085849 h 1164946"/>
                  <a:gd name="connsiteX6" fmla="*/ 582988 w 727241"/>
                  <a:gd name="connsiteY6" fmla="*/ 1162050 h 1164946"/>
                  <a:gd name="connsiteX7" fmla="*/ 642254 w 727241"/>
                  <a:gd name="connsiteY7" fmla="*/ 1136650 h 1164946"/>
                  <a:gd name="connsiteX8" fmla="*/ 716338 w 727241"/>
                  <a:gd name="connsiteY8" fmla="*/ 1075267 h 1164946"/>
                  <a:gd name="connsiteX9" fmla="*/ 716337 w 727241"/>
                  <a:gd name="connsiteY9" fmla="*/ 687916 h 1164946"/>
                  <a:gd name="connsiteX10" fmla="*/ 703638 w 727241"/>
                  <a:gd name="connsiteY10" fmla="*/ 514350 h 1164946"/>
                  <a:gd name="connsiteX11" fmla="*/ 623204 w 727241"/>
                  <a:gd name="connsiteY11" fmla="*/ 357717 h 1164946"/>
                  <a:gd name="connsiteX12" fmla="*/ 498321 w 727241"/>
                  <a:gd name="connsiteY12" fmla="*/ 86783 h 1164946"/>
                  <a:gd name="connsiteX13" fmla="*/ 193521 w 727241"/>
                  <a:gd name="connsiteY13" fmla="*/ 0 h 1164946"/>
                  <a:gd name="connsiteX14" fmla="*/ 187171 w 727241"/>
                  <a:gd name="connsiteY14" fmla="*/ 10583 h 1164946"/>
                  <a:gd name="connsiteX0" fmla="*/ 277599 w 756286"/>
                  <a:gd name="connsiteY0" fmla="*/ 19050 h 1164946"/>
                  <a:gd name="connsiteX1" fmla="*/ 104032 w 756286"/>
                  <a:gd name="connsiteY1" fmla="*/ 80433 h 1164946"/>
                  <a:gd name="connsiteX2" fmla="*/ 57466 w 756286"/>
                  <a:gd name="connsiteY2" fmla="*/ 160866 h 1164946"/>
                  <a:gd name="connsiteX3" fmla="*/ 4549 w 756286"/>
                  <a:gd name="connsiteY3" fmla="*/ 1043517 h 1164946"/>
                  <a:gd name="connsiteX4" fmla="*/ 192933 w 756286"/>
                  <a:gd name="connsiteY4" fmla="*/ 1075266 h 1164946"/>
                  <a:gd name="connsiteX5" fmla="*/ 404599 w 756286"/>
                  <a:gd name="connsiteY5" fmla="*/ 1085849 h 1164946"/>
                  <a:gd name="connsiteX6" fmla="*/ 612033 w 756286"/>
                  <a:gd name="connsiteY6" fmla="*/ 1162050 h 1164946"/>
                  <a:gd name="connsiteX7" fmla="*/ 671299 w 756286"/>
                  <a:gd name="connsiteY7" fmla="*/ 1136650 h 1164946"/>
                  <a:gd name="connsiteX8" fmla="*/ 745383 w 756286"/>
                  <a:gd name="connsiteY8" fmla="*/ 1075267 h 1164946"/>
                  <a:gd name="connsiteX9" fmla="*/ 745382 w 756286"/>
                  <a:gd name="connsiteY9" fmla="*/ 687916 h 1164946"/>
                  <a:gd name="connsiteX10" fmla="*/ 732683 w 756286"/>
                  <a:gd name="connsiteY10" fmla="*/ 514350 h 1164946"/>
                  <a:gd name="connsiteX11" fmla="*/ 652249 w 756286"/>
                  <a:gd name="connsiteY11" fmla="*/ 357717 h 1164946"/>
                  <a:gd name="connsiteX12" fmla="*/ 527366 w 756286"/>
                  <a:gd name="connsiteY12" fmla="*/ 86783 h 1164946"/>
                  <a:gd name="connsiteX13" fmla="*/ 222566 w 756286"/>
                  <a:gd name="connsiteY13" fmla="*/ 0 h 1164946"/>
                  <a:gd name="connsiteX14" fmla="*/ 216216 w 756286"/>
                  <a:gd name="connsiteY14" fmla="*/ 10583 h 1164946"/>
                  <a:gd name="connsiteX0" fmla="*/ 283512 w 762199"/>
                  <a:gd name="connsiteY0" fmla="*/ 19050 h 1164946"/>
                  <a:gd name="connsiteX1" fmla="*/ 109945 w 762199"/>
                  <a:gd name="connsiteY1" fmla="*/ 80433 h 1164946"/>
                  <a:gd name="connsiteX2" fmla="*/ 63379 w 762199"/>
                  <a:gd name="connsiteY2" fmla="*/ 160866 h 1164946"/>
                  <a:gd name="connsiteX3" fmla="*/ 10462 w 762199"/>
                  <a:gd name="connsiteY3" fmla="*/ 1043517 h 1164946"/>
                  <a:gd name="connsiteX4" fmla="*/ 198846 w 762199"/>
                  <a:gd name="connsiteY4" fmla="*/ 1075266 h 1164946"/>
                  <a:gd name="connsiteX5" fmla="*/ 410512 w 762199"/>
                  <a:gd name="connsiteY5" fmla="*/ 1085849 h 1164946"/>
                  <a:gd name="connsiteX6" fmla="*/ 617946 w 762199"/>
                  <a:gd name="connsiteY6" fmla="*/ 1162050 h 1164946"/>
                  <a:gd name="connsiteX7" fmla="*/ 677212 w 762199"/>
                  <a:gd name="connsiteY7" fmla="*/ 1136650 h 1164946"/>
                  <a:gd name="connsiteX8" fmla="*/ 751296 w 762199"/>
                  <a:gd name="connsiteY8" fmla="*/ 1075267 h 1164946"/>
                  <a:gd name="connsiteX9" fmla="*/ 751295 w 762199"/>
                  <a:gd name="connsiteY9" fmla="*/ 687916 h 1164946"/>
                  <a:gd name="connsiteX10" fmla="*/ 738596 w 762199"/>
                  <a:gd name="connsiteY10" fmla="*/ 514350 h 1164946"/>
                  <a:gd name="connsiteX11" fmla="*/ 658162 w 762199"/>
                  <a:gd name="connsiteY11" fmla="*/ 357717 h 1164946"/>
                  <a:gd name="connsiteX12" fmla="*/ 533279 w 762199"/>
                  <a:gd name="connsiteY12" fmla="*/ 86783 h 1164946"/>
                  <a:gd name="connsiteX13" fmla="*/ 228479 w 762199"/>
                  <a:gd name="connsiteY13" fmla="*/ 0 h 1164946"/>
                  <a:gd name="connsiteX14" fmla="*/ 222129 w 762199"/>
                  <a:gd name="connsiteY14" fmla="*/ 10583 h 1164946"/>
                  <a:gd name="connsiteX0" fmla="*/ 288708 w 767395"/>
                  <a:gd name="connsiteY0" fmla="*/ 19050 h 1164946"/>
                  <a:gd name="connsiteX1" fmla="*/ 115141 w 767395"/>
                  <a:gd name="connsiteY1" fmla="*/ 80433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88708 w 767395"/>
                  <a:gd name="connsiteY0" fmla="*/ 19050 h 1164946"/>
                  <a:gd name="connsiteX1" fmla="*/ 106674 w 767395"/>
                  <a:gd name="connsiteY1" fmla="*/ 158750 h 1164946"/>
                  <a:gd name="connsiteX2" fmla="*/ 15658 w 767395"/>
                  <a:gd name="connsiteY2" fmla="*/ 603250 h 1164946"/>
                  <a:gd name="connsiteX3" fmla="*/ 15658 w 767395"/>
                  <a:gd name="connsiteY3" fmla="*/ 1043517 h 1164946"/>
                  <a:gd name="connsiteX4" fmla="*/ 204042 w 767395"/>
                  <a:gd name="connsiteY4" fmla="*/ 1075266 h 1164946"/>
                  <a:gd name="connsiteX5" fmla="*/ 415708 w 767395"/>
                  <a:gd name="connsiteY5" fmla="*/ 1085849 h 1164946"/>
                  <a:gd name="connsiteX6" fmla="*/ 623142 w 767395"/>
                  <a:gd name="connsiteY6" fmla="*/ 1162050 h 1164946"/>
                  <a:gd name="connsiteX7" fmla="*/ 682408 w 767395"/>
                  <a:gd name="connsiteY7" fmla="*/ 1136650 h 1164946"/>
                  <a:gd name="connsiteX8" fmla="*/ 756492 w 767395"/>
                  <a:gd name="connsiteY8" fmla="*/ 1075267 h 1164946"/>
                  <a:gd name="connsiteX9" fmla="*/ 756491 w 767395"/>
                  <a:gd name="connsiteY9" fmla="*/ 687916 h 1164946"/>
                  <a:gd name="connsiteX10" fmla="*/ 743792 w 767395"/>
                  <a:gd name="connsiteY10" fmla="*/ 514350 h 1164946"/>
                  <a:gd name="connsiteX11" fmla="*/ 663358 w 767395"/>
                  <a:gd name="connsiteY11" fmla="*/ 357717 h 1164946"/>
                  <a:gd name="connsiteX12" fmla="*/ 538475 w 767395"/>
                  <a:gd name="connsiteY12" fmla="*/ 86783 h 1164946"/>
                  <a:gd name="connsiteX13" fmla="*/ 233675 w 767395"/>
                  <a:gd name="connsiteY13" fmla="*/ 0 h 1164946"/>
                  <a:gd name="connsiteX14" fmla="*/ 227325 w 767395"/>
                  <a:gd name="connsiteY14" fmla="*/ 10583 h 116494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27325 w 767395"/>
                  <a:gd name="connsiteY14" fmla="*/ 2963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14" fmla="*/ 246375 w 767395"/>
                  <a:gd name="connsiteY14" fmla="*/ 10583 h 1183996"/>
                  <a:gd name="connsiteX0" fmla="*/ 250608 w 767395"/>
                  <a:gd name="connsiteY0" fmla="*/ 0 h 1183996"/>
                  <a:gd name="connsiteX1" fmla="*/ 106674 w 767395"/>
                  <a:gd name="connsiteY1" fmla="*/ 177800 h 1183996"/>
                  <a:gd name="connsiteX2" fmla="*/ 15658 w 767395"/>
                  <a:gd name="connsiteY2" fmla="*/ 622300 h 1183996"/>
                  <a:gd name="connsiteX3" fmla="*/ 15658 w 767395"/>
                  <a:gd name="connsiteY3" fmla="*/ 1062567 h 1183996"/>
                  <a:gd name="connsiteX4" fmla="*/ 204042 w 767395"/>
                  <a:gd name="connsiteY4" fmla="*/ 1094316 h 1183996"/>
                  <a:gd name="connsiteX5" fmla="*/ 415708 w 767395"/>
                  <a:gd name="connsiteY5" fmla="*/ 1104899 h 1183996"/>
                  <a:gd name="connsiteX6" fmla="*/ 623142 w 767395"/>
                  <a:gd name="connsiteY6" fmla="*/ 1181100 h 1183996"/>
                  <a:gd name="connsiteX7" fmla="*/ 682408 w 767395"/>
                  <a:gd name="connsiteY7" fmla="*/ 1155700 h 1183996"/>
                  <a:gd name="connsiteX8" fmla="*/ 756492 w 767395"/>
                  <a:gd name="connsiteY8" fmla="*/ 1094317 h 1183996"/>
                  <a:gd name="connsiteX9" fmla="*/ 756491 w 767395"/>
                  <a:gd name="connsiteY9" fmla="*/ 706966 h 1183996"/>
                  <a:gd name="connsiteX10" fmla="*/ 743792 w 767395"/>
                  <a:gd name="connsiteY10" fmla="*/ 533400 h 1183996"/>
                  <a:gd name="connsiteX11" fmla="*/ 663358 w 767395"/>
                  <a:gd name="connsiteY11" fmla="*/ 376767 h 1183996"/>
                  <a:gd name="connsiteX12" fmla="*/ 538475 w 767395"/>
                  <a:gd name="connsiteY12" fmla="*/ 105833 h 1183996"/>
                  <a:gd name="connsiteX13" fmla="*/ 233675 w 767395"/>
                  <a:gd name="connsiteY13" fmla="*/ 19050 h 1183996"/>
                  <a:gd name="connsiteX0" fmla="*/ 250608 w 767395"/>
                  <a:gd name="connsiteY0" fmla="*/ 12700 h 1196696"/>
                  <a:gd name="connsiteX1" fmla="*/ 106674 w 767395"/>
                  <a:gd name="connsiteY1" fmla="*/ 190500 h 1196696"/>
                  <a:gd name="connsiteX2" fmla="*/ 15658 w 767395"/>
                  <a:gd name="connsiteY2" fmla="*/ 635000 h 1196696"/>
                  <a:gd name="connsiteX3" fmla="*/ 15658 w 767395"/>
                  <a:gd name="connsiteY3" fmla="*/ 1075267 h 1196696"/>
                  <a:gd name="connsiteX4" fmla="*/ 204042 w 767395"/>
                  <a:gd name="connsiteY4" fmla="*/ 1107016 h 1196696"/>
                  <a:gd name="connsiteX5" fmla="*/ 415708 w 767395"/>
                  <a:gd name="connsiteY5" fmla="*/ 1117599 h 1196696"/>
                  <a:gd name="connsiteX6" fmla="*/ 623142 w 767395"/>
                  <a:gd name="connsiteY6" fmla="*/ 1193800 h 1196696"/>
                  <a:gd name="connsiteX7" fmla="*/ 682408 w 767395"/>
                  <a:gd name="connsiteY7" fmla="*/ 1168400 h 1196696"/>
                  <a:gd name="connsiteX8" fmla="*/ 756492 w 767395"/>
                  <a:gd name="connsiteY8" fmla="*/ 1107017 h 1196696"/>
                  <a:gd name="connsiteX9" fmla="*/ 756491 w 767395"/>
                  <a:gd name="connsiteY9" fmla="*/ 719666 h 1196696"/>
                  <a:gd name="connsiteX10" fmla="*/ 743792 w 767395"/>
                  <a:gd name="connsiteY10" fmla="*/ 546100 h 1196696"/>
                  <a:gd name="connsiteX11" fmla="*/ 663358 w 767395"/>
                  <a:gd name="connsiteY11" fmla="*/ 389467 h 1196696"/>
                  <a:gd name="connsiteX12" fmla="*/ 538475 w 767395"/>
                  <a:gd name="connsiteY12" fmla="*/ 118533 h 1196696"/>
                  <a:gd name="connsiteX13" fmla="*/ 252725 w 767395"/>
                  <a:gd name="connsiteY13" fmla="*/ 0 h 119669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121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538475 w 767395"/>
                  <a:gd name="connsiteY12" fmla="*/ 137583 h 1190346"/>
                  <a:gd name="connsiteX13" fmla="*/ 244258 w 767395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743792 w 767395"/>
                  <a:gd name="connsiteY10" fmla="*/ 539750 h 1190346"/>
                  <a:gd name="connsiteX11" fmla="*/ 663358 w 767395"/>
                  <a:gd name="connsiteY11" fmla="*/ 383117 h 1190346"/>
                  <a:gd name="connsiteX12" fmla="*/ 375491 w 767395"/>
                  <a:gd name="connsiteY12" fmla="*/ 135466 h 1190346"/>
                  <a:gd name="connsiteX13" fmla="*/ 244258 w 767395"/>
                  <a:gd name="connsiteY13" fmla="*/ 0 h 1190346"/>
                  <a:gd name="connsiteX0" fmla="*/ 250608 w 777364"/>
                  <a:gd name="connsiteY0" fmla="*/ 6350 h 1190346"/>
                  <a:gd name="connsiteX1" fmla="*/ 106674 w 777364"/>
                  <a:gd name="connsiteY1" fmla="*/ 184150 h 1190346"/>
                  <a:gd name="connsiteX2" fmla="*/ 15658 w 777364"/>
                  <a:gd name="connsiteY2" fmla="*/ 628650 h 1190346"/>
                  <a:gd name="connsiteX3" fmla="*/ 15658 w 777364"/>
                  <a:gd name="connsiteY3" fmla="*/ 1068917 h 1190346"/>
                  <a:gd name="connsiteX4" fmla="*/ 204042 w 777364"/>
                  <a:gd name="connsiteY4" fmla="*/ 1100666 h 1190346"/>
                  <a:gd name="connsiteX5" fmla="*/ 415708 w 777364"/>
                  <a:gd name="connsiteY5" fmla="*/ 1111249 h 1190346"/>
                  <a:gd name="connsiteX6" fmla="*/ 623142 w 777364"/>
                  <a:gd name="connsiteY6" fmla="*/ 1187450 h 1190346"/>
                  <a:gd name="connsiteX7" fmla="*/ 682408 w 777364"/>
                  <a:gd name="connsiteY7" fmla="*/ 1162050 h 1190346"/>
                  <a:gd name="connsiteX8" fmla="*/ 756492 w 777364"/>
                  <a:gd name="connsiteY8" fmla="*/ 1100667 h 1190346"/>
                  <a:gd name="connsiteX9" fmla="*/ 756491 w 777364"/>
                  <a:gd name="connsiteY9" fmla="*/ 713316 h 1190346"/>
                  <a:gd name="connsiteX10" fmla="*/ 743792 w 777364"/>
                  <a:gd name="connsiteY10" fmla="*/ 539750 h 1190346"/>
                  <a:gd name="connsiteX11" fmla="*/ 284474 w 777364"/>
                  <a:gd name="connsiteY11" fmla="*/ 535517 h 1190346"/>
                  <a:gd name="connsiteX12" fmla="*/ 375491 w 777364"/>
                  <a:gd name="connsiteY12" fmla="*/ 135466 h 1190346"/>
                  <a:gd name="connsiteX13" fmla="*/ 244258 w 777364"/>
                  <a:gd name="connsiteY13" fmla="*/ 0 h 1190346"/>
                  <a:gd name="connsiteX0" fmla="*/ 250608 w 777364"/>
                  <a:gd name="connsiteY0" fmla="*/ 6350 h 1190346"/>
                  <a:gd name="connsiteX1" fmla="*/ 106674 w 777364"/>
                  <a:gd name="connsiteY1" fmla="*/ 184150 h 1190346"/>
                  <a:gd name="connsiteX2" fmla="*/ 15658 w 777364"/>
                  <a:gd name="connsiteY2" fmla="*/ 628650 h 1190346"/>
                  <a:gd name="connsiteX3" fmla="*/ 15658 w 777364"/>
                  <a:gd name="connsiteY3" fmla="*/ 1068917 h 1190346"/>
                  <a:gd name="connsiteX4" fmla="*/ 204042 w 777364"/>
                  <a:gd name="connsiteY4" fmla="*/ 1100666 h 1190346"/>
                  <a:gd name="connsiteX5" fmla="*/ 415708 w 777364"/>
                  <a:gd name="connsiteY5" fmla="*/ 1111249 h 1190346"/>
                  <a:gd name="connsiteX6" fmla="*/ 623142 w 777364"/>
                  <a:gd name="connsiteY6" fmla="*/ 1187450 h 1190346"/>
                  <a:gd name="connsiteX7" fmla="*/ 682408 w 777364"/>
                  <a:gd name="connsiteY7" fmla="*/ 1162050 h 1190346"/>
                  <a:gd name="connsiteX8" fmla="*/ 756492 w 777364"/>
                  <a:gd name="connsiteY8" fmla="*/ 1100667 h 1190346"/>
                  <a:gd name="connsiteX9" fmla="*/ 756491 w 777364"/>
                  <a:gd name="connsiteY9" fmla="*/ 713316 h 1190346"/>
                  <a:gd name="connsiteX10" fmla="*/ 743792 w 777364"/>
                  <a:gd name="connsiteY10" fmla="*/ 539750 h 1190346"/>
                  <a:gd name="connsiteX11" fmla="*/ 284474 w 777364"/>
                  <a:gd name="connsiteY11" fmla="*/ 535517 h 1190346"/>
                  <a:gd name="connsiteX12" fmla="*/ 375491 w 777364"/>
                  <a:gd name="connsiteY12" fmla="*/ 135466 h 1190346"/>
                  <a:gd name="connsiteX13" fmla="*/ 244258 w 777364"/>
                  <a:gd name="connsiteY13" fmla="*/ 0 h 1190346"/>
                  <a:gd name="connsiteX0" fmla="*/ 250608 w 767395"/>
                  <a:gd name="connsiteY0" fmla="*/ 6350 h 1190346"/>
                  <a:gd name="connsiteX1" fmla="*/ 106674 w 767395"/>
                  <a:gd name="connsiteY1" fmla="*/ 184150 h 1190346"/>
                  <a:gd name="connsiteX2" fmla="*/ 15658 w 767395"/>
                  <a:gd name="connsiteY2" fmla="*/ 628650 h 1190346"/>
                  <a:gd name="connsiteX3" fmla="*/ 15658 w 767395"/>
                  <a:gd name="connsiteY3" fmla="*/ 1068917 h 1190346"/>
                  <a:gd name="connsiteX4" fmla="*/ 204042 w 767395"/>
                  <a:gd name="connsiteY4" fmla="*/ 1100666 h 1190346"/>
                  <a:gd name="connsiteX5" fmla="*/ 415708 w 767395"/>
                  <a:gd name="connsiteY5" fmla="*/ 1111249 h 1190346"/>
                  <a:gd name="connsiteX6" fmla="*/ 623142 w 767395"/>
                  <a:gd name="connsiteY6" fmla="*/ 1187450 h 1190346"/>
                  <a:gd name="connsiteX7" fmla="*/ 682408 w 767395"/>
                  <a:gd name="connsiteY7" fmla="*/ 1162050 h 1190346"/>
                  <a:gd name="connsiteX8" fmla="*/ 756492 w 767395"/>
                  <a:gd name="connsiteY8" fmla="*/ 1100667 h 1190346"/>
                  <a:gd name="connsiteX9" fmla="*/ 756491 w 767395"/>
                  <a:gd name="connsiteY9" fmla="*/ 713316 h 1190346"/>
                  <a:gd name="connsiteX10" fmla="*/ 513075 w 767395"/>
                  <a:gd name="connsiteY10" fmla="*/ 685800 h 1190346"/>
                  <a:gd name="connsiteX11" fmla="*/ 284474 w 767395"/>
                  <a:gd name="connsiteY11" fmla="*/ 535517 h 1190346"/>
                  <a:gd name="connsiteX12" fmla="*/ 375491 w 767395"/>
                  <a:gd name="connsiteY12" fmla="*/ 135466 h 1190346"/>
                  <a:gd name="connsiteX13" fmla="*/ 244258 w 767395"/>
                  <a:gd name="connsiteY13" fmla="*/ 0 h 1190346"/>
                  <a:gd name="connsiteX0" fmla="*/ 250608 w 760355"/>
                  <a:gd name="connsiteY0" fmla="*/ 6350 h 1190346"/>
                  <a:gd name="connsiteX1" fmla="*/ 106674 w 760355"/>
                  <a:gd name="connsiteY1" fmla="*/ 184150 h 1190346"/>
                  <a:gd name="connsiteX2" fmla="*/ 15658 w 760355"/>
                  <a:gd name="connsiteY2" fmla="*/ 628650 h 1190346"/>
                  <a:gd name="connsiteX3" fmla="*/ 15658 w 760355"/>
                  <a:gd name="connsiteY3" fmla="*/ 1068917 h 1190346"/>
                  <a:gd name="connsiteX4" fmla="*/ 204042 w 760355"/>
                  <a:gd name="connsiteY4" fmla="*/ 1100666 h 1190346"/>
                  <a:gd name="connsiteX5" fmla="*/ 415708 w 760355"/>
                  <a:gd name="connsiteY5" fmla="*/ 1111249 h 1190346"/>
                  <a:gd name="connsiteX6" fmla="*/ 623142 w 760355"/>
                  <a:gd name="connsiteY6" fmla="*/ 1187450 h 1190346"/>
                  <a:gd name="connsiteX7" fmla="*/ 682408 w 760355"/>
                  <a:gd name="connsiteY7" fmla="*/ 1162050 h 1190346"/>
                  <a:gd name="connsiteX8" fmla="*/ 756492 w 760355"/>
                  <a:gd name="connsiteY8" fmla="*/ 1100667 h 1190346"/>
                  <a:gd name="connsiteX9" fmla="*/ 565991 w 760355"/>
                  <a:gd name="connsiteY9" fmla="*/ 738716 h 1190346"/>
                  <a:gd name="connsiteX10" fmla="*/ 513075 w 760355"/>
                  <a:gd name="connsiteY10" fmla="*/ 685800 h 1190346"/>
                  <a:gd name="connsiteX11" fmla="*/ 284474 w 760355"/>
                  <a:gd name="connsiteY11" fmla="*/ 535517 h 1190346"/>
                  <a:gd name="connsiteX12" fmla="*/ 375491 w 760355"/>
                  <a:gd name="connsiteY12" fmla="*/ 135466 h 1190346"/>
                  <a:gd name="connsiteX13" fmla="*/ 244258 w 760355"/>
                  <a:gd name="connsiteY13" fmla="*/ 0 h 1190346"/>
                  <a:gd name="connsiteX0" fmla="*/ 250608 w 686908"/>
                  <a:gd name="connsiteY0" fmla="*/ 6350 h 1190346"/>
                  <a:gd name="connsiteX1" fmla="*/ 106674 w 686908"/>
                  <a:gd name="connsiteY1" fmla="*/ 184150 h 1190346"/>
                  <a:gd name="connsiteX2" fmla="*/ 15658 w 686908"/>
                  <a:gd name="connsiteY2" fmla="*/ 628650 h 1190346"/>
                  <a:gd name="connsiteX3" fmla="*/ 15658 w 686908"/>
                  <a:gd name="connsiteY3" fmla="*/ 1068917 h 1190346"/>
                  <a:gd name="connsiteX4" fmla="*/ 204042 w 686908"/>
                  <a:gd name="connsiteY4" fmla="*/ 1100666 h 1190346"/>
                  <a:gd name="connsiteX5" fmla="*/ 415708 w 686908"/>
                  <a:gd name="connsiteY5" fmla="*/ 1111249 h 1190346"/>
                  <a:gd name="connsiteX6" fmla="*/ 623142 w 686908"/>
                  <a:gd name="connsiteY6" fmla="*/ 1187450 h 1190346"/>
                  <a:gd name="connsiteX7" fmla="*/ 682408 w 686908"/>
                  <a:gd name="connsiteY7" fmla="*/ 1162050 h 1190346"/>
                  <a:gd name="connsiteX8" fmla="*/ 515192 w 686908"/>
                  <a:gd name="connsiteY8" fmla="*/ 876301 h 1190346"/>
                  <a:gd name="connsiteX9" fmla="*/ 565991 w 686908"/>
                  <a:gd name="connsiteY9" fmla="*/ 738716 h 1190346"/>
                  <a:gd name="connsiteX10" fmla="*/ 513075 w 686908"/>
                  <a:gd name="connsiteY10" fmla="*/ 685800 h 1190346"/>
                  <a:gd name="connsiteX11" fmla="*/ 284474 w 686908"/>
                  <a:gd name="connsiteY11" fmla="*/ 535517 h 1190346"/>
                  <a:gd name="connsiteX12" fmla="*/ 375491 w 686908"/>
                  <a:gd name="connsiteY12" fmla="*/ 135466 h 1190346"/>
                  <a:gd name="connsiteX13" fmla="*/ 244258 w 686908"/>
                  <a:gd name="connsiteY13" fmla="*/ 0 h 1190346"/>
                  <a:gd name="connsiteX0" fmla="*/ 250608 w 623938"/>
                  <a:gd name="connsiteY0" fmla="*/ 6350 h 1198250"/>
                  <a:gd name="connsiteX1" fmla="*/ 106674 w 623938"/>
                  <a:gd name="connsiteY1" fmla="*/ 184150 h 1198250"/>
                  <a:gd name="connsiteX2" fmla="*/ 15658 w 623938"/>
                  <a:gd name="connsiteY2" fmla="*/ 628650 h 1198250"/>
                  <a:gd name="connsiteX3" fmla="*/ 15658 w 623938"/>
                  <a:gd name="connsiteY3" fmla="*/ 1068917 h 1198250"/>
                  <a:gd name="connsiteX4" fmla="*/ 204042 w 623938"/>
                  <a:gd name="connsiteY4" fmla="*/ 1100666 h 1198250"/>
                  <a:gd name="connsiteX5" fmla="*/ 415708 w 623938"/>
                  <a:gd name="connsiteY5" fmla="*/ 1111249 h 1198250"/>
                  <a:gd name="connsiteX6" fmla="*/ 623142 w 623938"/>
                  <a:gd name="connsiteY6" fmla="*/ 1187450 h 1198250"/>
                  <a:gd name="connsiteX7" fmla="*/ 337391 w 623938"/>
                  <a:gd name="connsiteY7" fmla="*/ 844550 h 1198250"/>
                  <a:gd name="connsiteX8" fmla="*/ 515192 w 623938"/>
                  <a:gd name="connsiteY8" fmla="*/ 876301 h 1198250"/>
                  <a:gd name="connsiteX9" fmla="*/ 565991 w 623938"/>
                  <a:gd name="connsiteY9" fmla="*/ 738716 h 1198250"/>
                  <a:gd name="connsiteX10" fmla="*/ 513075 w 623938"/>
                  <a:gd name="connsiteY10" fmla="*/ 685800 h 1198250"/>
                  <a:gd name="connsiteX11" fmla="*/ 284474 w 623938"/>
                  <a:gd name="connsiteY11" fmla="*/ 535517 h 1198250"/>
                  <a:gd name="connsiteX12" fmla="*/ 375491 w 623938"/>
                  <a:gd name="connsiteY12" fmla="*/ 135466 h 1198250"/>
                  <a:gd name="connsiteX13" fmla="*/ 244258 w 623938"/>
                  <a:gd name="connsiteY13" fmla="*/ 0 h 1198250"/>
                  <a:gd name="connsiteX0" fmla="*/ 250608 w 623938"/>
                  <a:gd name="connsiteY0" fmla="*/ 6350 h 1198250"/>
                  <a:gd name="connsiteX1" fmla="*/ 106674 w 623938"/>
                  <a:gd name="connsiteY1" fmla="*/ 184150 h 1198250"/>
                  <a:gd name="connsiteX2" fmla="*/ 15658 w 623938"/>
                  <a:gd name="connsiteY2" fmla="*/ 628650 h 1198250"/>
                  <a:gd name="connsiteX3" fmla="*/ 15658 w 623938"/>
                  <a:gd name="connsiteY3" fmla="*/ 1068917 h 1198250"/>
                  <a:gd name="connsiteX4" fmla="*/ 204042 w 623938"/>
                  <a:gd name="connsiteY4" fmla="*/ 1100666 h 1198250"/>
                  <a:gd name="connsiteX5" fmla="*/ 415708 w 623938"/>
                  <a:gd name="connsiteY5" fmla="*/ 1111249 h 1198250"/>
                  <a:gd name="connsiteX6" fmla="*/ 623142 w 623938"/>
                  <a:gd name="connsiteY6" fmla="*/ 1187450 h 1198250"/>
                  <a:gd name="connsiteX7" fmla="*/ 337391 w 623938"/>
                  <a:gd name="connsiteY7" fmla="*/ 844550 h 1198250"/>
                  <a:gd name="connsiteX8" fmla="*/ 515192 w 623938"/>
                  <a:gd name="connsiteY8" fmla="*/ 876301 h 1198250"/>
                  <a:gd name="connsiteX9" fmla="*/ 565991 w 623938"/>
                  <a:gd name="connsiteY9" fmla="*/ 738716 h 1198250"/>
                  <a:gd name="connsiteX10" fmla="*/ 513075 w 623938"/>
                  <a:gd name="connsiteY10" fmla="*/ 685800 h 1198250"/>
                  <a:gd name="connsiteX11" fmla="*/ 284474 w 623938"/>
                  <a:gd name="connsiteY11" fmla="*/ 535517 h 1198250"/>
                  <a:gd name="connsiteX12" fmla="*/ 375491 w 623938"/>
                  <a:gd name="connsiteY12" fmla="*/ 135466 h 1198250"/>
                  <a:gd name="connsiteX13" fmla="*/ 244258 w 623938"/>
                  <a:gd name="connsiteY13" fmla="*/ 0 h 1198250"/>
                  <a:gd name="connsiteX0" fmla="*/ 250608 w 624191"/>
                  <a:gd name="connsiteY0" fmla="*/ 6350 h 1197227"/>
                  <a:gd name="connsiteX1" fmla="*/ 106674 w 624191"/>
                  <a:gd name="connsiteY1" fmla="*/ 184150 h 1197227"/>
                  <a:gd name="connsiteX2" fmla="*/ 15658 w 624191"/>
                  <a:gd name="connsiteY2" fmla="*/ 628650 h 1197227"/>
                  <a:gd name="connsiteX3" fmla="*/ 15658 w 624191"/>
                  <a:gd name="connsiteY3" fmla="*/ 1068917 h 1197227"/>
                  <a:gd name="connsiteX4" fmla="*/ 204042 w 624191"/>
                  <a:gd name="connsiteY4" fmla="*/ 1100666 h 1197227"/>
                  <a:gd name="connsiteX5" fmla="*/ 623142 w 624191"/>
                  <a:gd name="connsiteY5" fmla="*/ 1187450 h 1197227"/>
                  <a:gd name="connsiteX6" fmla="*/ 337391 w 624191"/>
                  <a:gd name="connsiteY6" fmla="*/ 844550 h 1197227"/>
                  <a:gd name="connsiteX7" fmla="*/ 515192 w 624191"/>
                  <a:gd name="connsiteY7" fmla="*/ 876301 h 1197227"/>
                  <a:gd name="connsiteX8" fmla="*/ 565991 w 624191"/>
                  <a:gd name="connsiteY8" fmla="*/ 738716 h 1197227"/>
                  <a:gd name="connsiteX9" fmla="*/ 513075 w 624191"/>
                  <a:gd name="connsiteY9" fmla="*/ 685800 h 1197227"/>
                  <a:gd name="connsiteX10" fmla="*/ 284474 w 624191"/>
                  <a:gd name="connsiteY10" fmla="*/ 535517 h 1197227"/>
                  <a:gd name="connsiteX11" fmla="*/ 375491 w 624191"/>
                  <a:gd name="connsiteY11" fmla="*/ 135466 h 1197227"/>
                  <a:gd name="connsiteX12" fmla="*/ 244258 w 624191"/>
                  <a:gd name="connsiteY12" fmla="*/ 0 h 1197227"/>
                  <a:gd name="connsiteX0" fmla="*/ 250608 w 626301"/>
                  <a:gd name="connsiteY0" fmla="*/ 6350 h 1191261"/>
                  <a:gd name="connsiteX1" fmla="*/ 106674 w 626301"/>
                  <a:gd name="connsiteY1" fmla="*/ 184150 h 1191261"/>
                  <a:gd name="connsiteX2" fmla="*/ 15658 w 626301"/>
                  <a:gd name="connsiteY2" fmla="*/ 628650 h 1191261"/>
                  <a:gd name="connsiteX3" fmla="*/ 15658 w 626301"/>
                  <a:gd name="connsiteY3" fmla="*/ 1068917 h 1191261"/>
                  <a:gd name="connsiteX4" fmla="*/ 204042 w 626301"/>
                  <a:gd name="connsiteY4" fmla="*/ 1100666 h 1191261"/>
                  <a:gd name="connsiteX5" fmla="*/ 625258 w 626301"/>
                  <a:gd name="connsiteY5" fmla="*/ 1181100 h 1191261"/>
                  <a:gd name="connsiteX6" fmla="*/ 337391 w 626301"/>
                  <a:gd name="connsiteY6" fmla="*/ 844550 h 1191261"/>
                  <a:gd name="connsiteX7" fmla="*/ 515192 w 626301"/>
                  <a:gd name="connsiteY7" fmla="*/ 876301 h 1191261"/>
                  <a:gd name="connsiteX8" fmla="*/ 565991 w 626301"/>
                  <a:gd name="connsiteY8" fmla="*/ 738716 h 1191261"/>
                  <a:gd name="connsiteX9" fmla="*/ 513075 w 626301"/>
                  <a:gd name="connsiteY9" fmla="*/ 685800 h 1191261"/>
                  <a:gd name="connsiteX10" fmla="*/ 284474 w 626301"/>
                  <a:gd name="connsiteY10" fmla="*/ 535517 h 1191261"/>
                  <a:gd name="connsiteX11" fmla="*/ 375491 w 626301"/>
                  <a:gd name="connsiteY11" fmla="*/ 135466 h 1191261"/>
                  <a:gd name="connsiteX12" fmla="*/ 244258 w 626301"/>
                  <a:gd name="connsiteY12" fmla="*/ 0 h 1191261"/>
                  <a:gd name="connsiteX0" fmla="*/ 250608 w 626301"/>
                  <a:gd name="connsiteY0" fmla="*/ 6350 h 1185327"/>
                  <a:gd name="connsiteX1" fmla="*/ 106674 w 626301"/>
                  <a:gd name="connsiteY1" fmla="*/ 184150 h 1185327"/>
                  <a:gd name="connsiteX2" fmla="*/ 15658 w 626301"/>
                  <a:gd name="connsiteY2" fmla="*/ 628650 h 1185327"/>
                  <a:gd name="connsiteX3" fmla="*/ 15658 w 626301"/>
                  <a:gd name="connsiteY3" fmla="*/ 1068917 h 1185327"/>
                  <a:gd name="connsiteX4" fmla="*/ 204042 w 626301"/>
                  <a:gd name="connsiteY4" fmla="*/ 1100666 h 1185327"/>
                  <a:gd name="connsiteX5" fmla="*/ 625258 w 626301"/>
                  <a:gd name="connsiteY5" fmla="*/ 1174750 h 1185327"/>
                  <a:gd name="connsiteX6" fmla="*/ 337391 w 626301"/>
                  <a:gd name="connsiteY6" fmla="*/ 844550 h 1185327"/>
                  <a:gd name="connsiteX7" fmla="*/ 515192 w 626301"/>
                  <a:gd name="connsiteY7" fmla="*/ 876301 h 1185327"/>
                  <a:gd name="connsiteX8" fmla="*/ 565991 w 626301"/>
                  <a:gd name="connsiteY8" fmla="*/ 738716 h 1185327"/>
                  <a:gd name="connsiteX9" fmla="*/ 513075 w 626301"/>
                  <a:gd name="connsiteY9" fmla="*/ 685800 h 1185327"/>
                  <a:gd name="connsiteX10" fmla="*/ 284474 w 626301"/>
                  <a:gd name="connsiteY10" fmla="*/ 535517 h 1185327"/>
                  <a:gd name="connsiteX11" fmla="*/ 375491 w 626301"/>
                  <a:gd name="connsiteY11" fmla="*/ 135466 h 1185327"/>
                  <a:gd name="connsiteX12" fmla="*/ 244258 w 626301"/>
                  <a:gd name="connsiteY12" fmla="*/ 0 h 1185327"/>
                  <a:gd name="connsiteX0" fmla="*/ 250608 w 565991"/>
                  <a:gd name="connsiteY0" fmla="*/ 6350 h 1128720"/>
                  <a:gd name="connsiteX1" fmla="*/ 106674 w 565991"/>
                  <a:gd name="connsiteY1" fmla="*/ 184150 h 1128720"/>
                  <a:gd name="connsiteX2" fmla="*/ 15658 w 565991"/>
                  <a:gd name="connsiteY2" fmla="*/ 628650 h 1128720"/>
                  <a:gd name="connsiteX3" fmla="*/ 15658 w 565991"/>
                  <a:gd name="connsiteY3" fmla="*/ 1068917 h 1128720"/>
                  <a:gd name="connsiteX4" fmla="*/ 204042 w 565991"/>
                  <a:gd name="connsiteY4" fmla="*/ 1100666 h 1128720"/>
                  <a:gd name="connsiteX5" fmla="*/ 337391 w 565991"/>
                  <a:gd name="connsiteY5" fmla="*/ 844550 h 1128720"/>
                  <a:gd name="connsiteX6" fmla="*/ 515192 w 565991"/>
                  <a:gd name="connsiteY6" fmla="*/ 876301 h 1128720"/>
                  <a:gd name="connsiteX7" fmla="*/ 565991 w 565991"/>
                  <a:gd name="connsiteY7" fmla="*/ 738716 h 1128720"/>
                  <a:gd name="connsiteX8" fmla="*/ 513075 w 565991"/>
                  <a:gd name="connsiteY8" fmla="*/ 685800 h 1128720"/>
                  <a:gd name="connsiteX9" fmla="*/ 284474 w 565991"/>
                  <a:gd name="connsiteY9" fmla="*/ 535517 h 1128720"/>
                  <a:gd name="connsiteX10" fmla="*/ 375491 w 565991"/>
                  <a:gd name="connsiteY10" fmla="*/ 135466 h 1128720"/>
                  <a:gd name="connsiteX11" fmla="*/ 244258 w 565991"/>
                  <a:gd name="connsiteY11" fmla="*/ 0 h 1128720"/>
                  <a:gd name="connsiteX0" fmla="*/ 246130 w 561513"/>
                  <a:gd name="connsiteY0" fmla="*/ 6350 h 1070976"/>
                  <a:gd name="connsiteX1" fmla="*/ 102196 w 561513"/>
                  <a:gd name="connsiteY1" fmla="*/ 184150 h 1070976"/>
                  <a:gd name="connsiteX2" fmla="*/ 11180 w 561513"/>
                  <a:gd name="connsiteY2" fmla="*/ 628650 h 1070976"/>
                  <a:gd name="connsiteX3" fmla="*/ 11180 w 561513"/>
                  <a:gd name="connsiteY3" fmla="*/ 1068917 h 1070976"/>
                  <a:gd name="connsiteX4" fmla="*/ 138180 w 561513"/>
                  <a:gd name="connsiteY4" fmla="*/ 795866 h 1070976"/>
                  <a:gd name="connsiteX5" fmla="*/ 332913 w 561513"/>
                  <a:gd name="connsiteY5" fmla="*/ 844550 h 1070976"/>
                  <a:gd name="connsiteX6" fmla="*/ 510714 w 561513"/>
                  <a:gd name="connsiteY6" fmla="*/ 876301 h 1070976"/>
                  <a:gd name="connsiteX7" fmla="*/ 561513 w 561513"/>
                  <a:gd name="connsiteY7" fmla="*/ 738716 h 1070976"/>
                  <a:gd name="connsiteX8" fmla="*/ 508597 w 561513"/>
                  <a:gd name="connsiteY8" fmla="*/ 685800 h 1070976"/>
                  <a:gd name="connsiteX9" fmla="*/ 279996 w 561513"/>
                  <a:gd name="connsiteY9" fmla="*/ 535517 h 1070976"/>
                  <a:gd name="connsiteX10" fmla="*/ 371013 w 561513"/>
                  <a:gd name="connsiteY10" fmla="*/ 135466 h 1070976"/>
                  <a:gd name="connsiteX11" fmla="*/ 239780 w 561513"/>
                  <a:gd name="connsiteY11" fmla="*/ 0 h 1070976"/>
                  <a:gd name="connsiteX0" fmla="*/ 253926 w 569309"/>
                  <a:gd name="connsiteY0" fmla="*/ 6350 h 878697"/>
                  <a:gd name="connsiteX1" fmla="*/ 109992 w 569309"/>
                  <a:gd name="connsiteY1" fmla="*/ 184150 h 878697"/>
                  <a:gd name="connsiteX2" fmla="*/ 18976 w 569309"/>
                  <a:gd name="connsiteY2" fmla="*/ 628650 h 878697"/>
                  <a:gd name="connsiteX3" fmla="*/ 8393 w 569309"/>
                  <a:gd name="connsiteY3" fmla="*/ 738717 h 878697"/>
                  <a:gd name="connsiteX4" fmla="*/ 145976 w 569309"/>
                  <a:gd name="connsiteY4" fmla="*/ 795866 h 878697"/>
                  <a:gd name="connsiteX5" fmla="*/ 340709 w 569309"/>
                  <a:gd name="connsiteY5" fmla="*/ 844550 h 878697"/>
                  <a:gd name="connsiteX6" fmla="*/ 518510 w 569309"/>
                  <a:gd name="connsiteY6" fmla="*/ 876301 h 878697"/>
                  <a:gd name="connsiteX7" fmla="*/ 569309 w 569309"/>
                  <a:gd name="connsiteY7" fmla="*/ 738716 h 878697"/>
                  <a:gd name="connsiteX8" fmla="*/ 516393 w 569309"/>
                  <a:gd name="connsiteY8" fmla="*/ 685800 h 878697"/>
                  <a:gd name="connsiteX9" fmla="*/ 287792 w 569309"/>
                  <a:gd name="connsiteY9" fmla="*/ 535517 h 878697"/>
                  <a:gd name="connsiteX10" fmla="*/ 378809 w 569309"/>
                  <a:gd name="connsiteY10" fmla="*/ 135466 h 878697"/>
                  <a:gd name="connsiteX11" fmla="*/ 247576 w 569309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1343 w 596726"/>
                  <a:gd name="connsiteY0" fmla="*/ 6350 h 878697"/>
                  <a:gd name="connsiteX1" fmla="*/ 137409 w 596726"/>
                  <a:gd name="connsiteY1" fmla="*/ 184150 h 878697"/>
                  <a:gd name="connsiteX2" fmla="*/ 1943 w 596726"/>
                  <a:gd name="connsiteY2" fmla="*/ 450850 h 878697"/>
                  <a:gd name="connsiteX3" fmla="*/ 35810 w 596726"/>
                  <a:gd name="connsiteY3" fmla="*/ 738717 h 878697"/>
                  <a:gd name="connsiteX4" fmla="*/ 173393 w 596726"/>
                  <a:gd name="connsiteY4" fmla="*/ 795866 h 878697"/>
                  <a:gd name="connsiteX5" fmla="*/ 368126 w 596726"/>
                  <a:gd name="connsiteY5" fmla="*/ 844550 h 878697"/>
                  <a:gd name="connsiteX6" fmla="*/ 545927 w 596726"/>
                  <a:gd name="connsiteY6" fmla="*/ 876301 h 878697"/>
                  <a:gd name="connsiteX7" fmla="*/ 596726 w 596726"/>
                  <a:gd name="connsiteY7" fmla="*/ 738716 h 878697"/>
                  <a:gd name="connsiteX8" fmla="*/ 543810 w 596726"/>
                  <a:gd name="connsiteY8" fmla="*/ 685800 h 878697"/>
                  <a:gd name="connsiteX9" fmla="*/ 315209 w 596726"/>
                  <a:gd name="connsiteY9" fmla="*/ 535517 h 878697"/>
                  <a:gd name="connsiteX10" fmla="*/ 406226 w 596726"/>
                  <a:gd name="connsiteY10" fmla="*/ 135466 h 878697"/>
                  <a:gd name="connsiteX11" fmla="*/ 274993 w 596726"/>
                  <a:gd name="connsiteY11" fmla="*/ 0 h 878697"/>
                  <a:gd name="connsiteX0" fmla="*/ 287469 w 602852"/>
                  <a:gd name="connsiteY0" fmla="*/ 6350 h 878697"/>
                  <a:gd name="connsiteX1" fmla="*/ 143535 w 602852"/>
                  <a:gd name="connsiteY1" fmla="*/ 184150 h 878697"/>
                  <a:gd name="connsiteX2" fmla="*/ 8069 w 602852"/>
                  <a:gd name="connsiteY2" fmla="*/ 450850 h 878697"/>
                  <a:gd name="connsiteX3" fmla="*/ 18653 w 602852"/>
                  <a:gd name="connsiteY3" fmla="*/ 664634 h 878697"/>
                  <a:gd name="connsiteX4" fmla="*/ 179519 w 602852"/>
                  <a:gd name="connsiteY4" fmla="*/ 795866 h 878697"/>
                  <a:gd name="connsiteX5" fmla="*/ 374252 w 602852"/>
                  <a:gd name="connsiteY5" fmla="*/ 844550 h 878697"/>
                  <a:gd name="connsiteX6" fmla="*/ 552053 w 602852"/>
                  <a:gd name="connsiteY6" fmla="*/ 876301 h 878697"/>
                  <a:gd name="connsiteX7" fmla="*/ 602852 w 602852"/>
                  <a:gd name="connsiteY7" fmla="*/ 738716 h 878697"/>
                  <a:gd name="connsiteX8" fmla="*/ 549936 w 602852"/>
                  <a:gd name="connsiteY8" fmla="*/ 685800 h 878697"/>
                  <a:gd name="connsiteX9" fmla="*/ 321335 w 602852"/>
                  <a:gd name="connsiteY9" fmla="*/ 535517 h 878697"/>
                  <a:gd name="connsiteX10" fmla="*/ 412352 w 602852"/>
                  <a:gd name="connsiteY10" fmla="*/ 135466 h 878697"/>
                  <a:gd name="connsiteX11" fmla="*/ 281119 w 602852"/>
                  <a:gd name="connsiteY11" fmla="*/ 0 h 878697"/>
                  <a:gd name="connsiteX0" fmla="*/ 287469 w 602852"/>
                  <a:gd name="connsiteY0" fmla="*/ 6350 h 878697"/>
                  <a:gd name="connsiteX1" fmla="*/ 143535 w 602852"/>
                  <a:gd name="connsiteY1" fmla="*/ 184150 h 878697"/>
                  <a:gd name="connsiteX2" fmla="*/ 8069 w 602852"/>
                  <a:gd name="connsiteY2" fmla="*/ 450850 h 878697"/>
                  <a:gd name="connsiteX3" fmla="*/ 18653 w 602852"/>
                  <a:gd name="connsiteY3" fmla="*/ 664634 h 878697"/>
                  <a:gd name="connsiteX4" fmla="*/ 179519 w 602852"/>
                  <a:gd name="connsiteY4" fmla="*/ 795866 h 878697"/>
                  <a:gd name="connsiteX5" fmla="*/ 374252 w 602852"/>
                  <a:gd name="connsiteY5" fmla="*/ 844550 h 878697"/>
                  <a:gd name="connsiteX6" fmla="*/ 552053 w 602852"/>
                  <a:gd name="connsiteY6" fmla="*/ 876301 h 878697"/>
                  <a:gd name="connsiteX7" fmla="*/ 602852 w 602852"/>
                  <a:gd name="connsiteY7" fmla="*/ 738716 h 878697"/>
                  <a:gd name="connsiteX8" fmla="*/ 549936 w 602852"/>
                  <a:gd name="connsiteY8" fmla="*/ 685800 h 878697"/>
                  <a:gd name="connsiteX9" fmla="*/ 321335 w 602852"/>
                  <a:gd name="connsiteY9" fmla="*/ 535517 h 878697"/>
                  <a:gd name="connsiteX10" fmla="*/ 412352 w 602852"/>
                  <a:gd name="connsiteY10" fmla="*/ 135466 h 878697"/>
                  <a:gd name="connsiteX11" fmla="*/ 281119 w 602852"/>
                  <a:gd name="connsiteY11" fmla="*/ 0 h 878697"/>
                  <a:gd name="connsiteX0" fmla="*/ 287469 w 602852"/>
                  <a:gd name="connsiteY0" fmla="*/ 6350 h 880279"/>
                  <a:gd name="connsiteX1" fmla="*/ 143535 w 602852"/>
                  <a:gd name="connsiteY1" fmla="*/ 184150 h 880279"/>
                  <a:gd name="connsiteX2" fmla="*/ 8069 w 602852"/>
                  <a:gd name="connsiteY2" fmla="*/ 450850 h 880279"/>
                  <a:gd name="connsiteX3" fmla="*/ 18653 w 602852"/>
                  <a:gd name="connsiteY3" fmla="*/ 664634 h 880279"/>
                  <a:gd name="connsiteX4" fmla="*/ 179519 w 602852"/>
                  <a:gd name="connsiteY4" fmla="*/ 795866 h 880279"/>
                  <a:gd name="connsiteX5" fmla="*/ 374252 w 602852"/>
                  <a:gd name="connsiteY5" fmla="*/ 844550 h 880279"/>
                  <a:gd name="connsiteX6" fmla="*/ 552053 w 602852"/>
                  <a:gd name="connsiteY6" fmla="*/ 876301 h 880279"/>
                  <a:gd name="connsiteX7" fmla="*/ 602852 w 602852"/>
                  <a:gd name="connsiteY7" fmla="*/ 738716 h 880279"/>
                  <a:gd name="connsiteX8" fmla="*/ 549936 w 602852"/>
                  <a:gd name="connsiteY8" fmla="*/ 685800 h 880279"/>
                  <a:gd name="connsiteX9" fmla="*/ 321335 w 602852"/>
                  <a:gd name="connsiteY9" fmla="*/ 535517 h 880279"/>
                  <a:gd name="connsiteX10" fmla="*/ 412352 w 602852"/>
                  <a:gd name="connsiteY10" fmla="*/ 135466 h 880279"/>
                  <a:gd name="connsiteX11" fmla="*/ 281119 w 602852"/>
                  <a:gd name="connsiteY11" fmla="*/ 0 h 880279"/>
                  <a:gd name="connsiteX0" fmla="*/ 287469 w 602852"/>
                  <a:gd name="connsiteY0" fmla="*/ 6350 h 880279"/>
                  <a:gd name="connsiteX1" fmla="*/ 46168 w 602852"/>
                  <a:gd name="connsiteY1" fmla="*/ 332317 h 880279"/>
                  <a:gd name="connsiteX2" fmla="*/ 8069 w 602852"/>
                  <a:gd name="connsiteY2" fmla="*/ 450850 h 880279"/>
                  <a:gd name="connsiteX3" fmla="*/ 18653 w 602852"/>
                  <a:gd name="connsiteY3" fmla="*/ 664634 h 880279"/>
                  <a:gd name="connsiteX4" fmla="*/ 179519 w 602852"/>
                  <a:gd name="connsiteY4" fmla="*/ 795866 h 880279"/>
                  <a:gd name="connsiteX5" fmla="*/ 374252 w 602852"/>
                  <a:gd name="connsiteY5" fmla="*/ 844550 h 880279"/>
                  <a:gd name="connsiteX6" fmla="*/ 552053 w 602852"/>
                  <a:gd name="connsiteY6" fmla="*/ 876301 h 880279"/>
                  <a:gd name="connsiteX7" fmla="*/ 602852 w 602852"/>
                  <a:gd name="connsiteY7" fmla="*/ 738716 h 880279"/>
                  <a:gd name="connsiteX8" fmla="*/ 549936 w 602852"/>
                  <a:gd name="connsiteY8" fmla="*/ 685800 h 880279"/>
                  <a:gd name="connsiteX9" fmla="*/ 321335 w 602852"/>
                  <a:gd name="connsiteY9" fmla="*/ 535517 h 880279"/>
                  <a:gd name="connsiteX10" fmla="*/ 412352 w 602852"/>
                  <a:gd name="connsiteY10" fmla="*/ 135466 h 880279"/>
                  <a:gd name="connsiteX11" fmla="*/ 281119 w 602852"/>
                  <a:gd name="connsiteY11" fmla="*/ 0 h 880279"/>
                  <a:gd name="connsiteX0" fmla="*/ 287469 w 602852"/>
                  <a:gd name="connsiteY0" fmla="*/ 31750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12352 w 602852"/>
                  <a:gd name="connsiteY10" fmla="*/ 160866 h 905679"/>
                  <a:gd name="connsiteX11" fmla="*/ 293819 w 602852"/>
                  <a:gd name="connsiteY11" fmla="*/ 0 h 905679"/>
                  <a:gd name="connsiteX0" fmla="*/ 109669 w 602852"/>
                  <a:gd name="connsiteY0" fmla="*/ 175683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12352 w 602852"/>
                  <a:gd name="connsiteY10" fmla="*/ 160866 h 905679"/>
                  <a:gd name="connsiteX11" fmla="*/ 293819 w 602852"/>
                  <a:gd name="connsiteY11" fmla="*/ 0 h 905679"/>
                  <a:gd name="connsiteX0" fmla="*/ 109669 w 602852"/>
                  <a:gd name="connsiteY0" fmla="*/ 175683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12352 w 602852"/>
                  <a:gd name="connsiteY10" fmla="*/ 160866 h 905679"/>
                  <a:gd name="connsiteX11" fmla="*/ 293819 w 602852"/>
                  <a:gd name="connsiteY11" fmla="*/ 0 h 905679"/>
                  <a:gd name="connsiteX0" fmla="*/ 109669 w 602852"/>
                  <a:gd name="connsiteY0" fmla="*/ 175683 h 905679"/>
                  <a:gd name="connsiteX1" fmla="*/ 46168 w 602852"/>
                  <a:gd name="connsiteY1" fmla="*/ 357717 h 905679"/>
                  <a:gd name="connsiteX2" fmla="*/ 8069 w 602852"/>
                  <a:gd name="connsiteY2" fmla="*/ 476250 h 905679"/>
                  <a:gd name="connsiteX3" fmla="*/ 18653 w 602852"/>
                  <a:gd name="connsiteY3" fmla="*/ 690034 h 905679"/>
                  <a:gd name="connsiteX4" fmla="*/ 179519 w 602852"/>
                  <a:gd name="connsiteY4" fmla="*/ 821266 h 905679"/>
                  <a:gd name="connsiteX5" fmla="*/ 374252 w 602852"/>
                  <a:gd name="connsiteY5" fmla="*/ 869950 h 905679"/>
                  <a:gd name="connsiteX6" fmla="*/ 552053 w 602852"/>
                  <a:gd name="connsiteY6" fmla="*/ 901701 h 905679"/>
                  <a:gd name="connsiteX7" fmla="*/ 602852 w 602852"/>
                  <a:gd name="connsiteY7" fmla="*/ 764116 h 905679"/>
                  <a:gd name="connsiteX8" fmla="*/ 549936 w 602852"/>
                  <a:gd name="connsiteY8" fmla="*/ 711200 h 905679"/>
                  <a:gd name="connsiteX9" fmla="*/ 321335 w 602852"/>
                  <a:gd name="connsiteY9" fmla="*/ 560917 h 905679"/>
                  <a:gd name="connsiteX10" fmla="*/ 435636 w 602852"/>
                  <a:gd name="connsiteY10" fmla="*/ 328082 h 905679"/>
                  <a:gd name="connsiteX11" fmla="*/ 293819 w 602852"/>
                  <a:gd name="connsiteY11" fmla="*/ 0 h 905679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549936 w 602852"/>
                  <a:gd name="connsiteY8" fmla="*/ 624416 h 818895"/>
                  <a:gd name="connsiteX9" fmla="*/ 321335 w 602852"/>
                  <a:gd name="connsiteY9" fmla="*/ 474133 h 818895"/>
                  <a:gd name="connsiteX10" fmla="*/ 435636 w 602852"/>
                  <a:gd name="connsiteY10" fmla="*/ 241298 h 818895"/>
                  <a:gd name="connsiteX11" fmla="*/ 334035 w 602852"/>
                  <a:gd name="connsiteY11" fmla="*/ 0 h 818895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549936 w 602852"/>
                  <a:gd name="connsiteY8" fmla="*/ 624416 h 818895"/>
                  <a:gd name="connsiteX9" fmla="*/ 321335 w 602852"/>
                  <a:gd name="connsiteY9" fmla="*/ 474133 h 818895"/>
                  <a:gd name="connsiteX10" fmla="*/ 435636 w 602852"/>
                  <a:gd name="connsiteY10" fmla="*/ 241298 h 818895"/>
                  <a:gd name="connsiteX11" fmla="*/ 334035 w 602852"/>
                  <a:gd name="connsiteY11" fmla="*/ 0 h 818895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549936 w 602852"/>
                  <a:gd name="connsiteY8" fmla="*/ 624416 h 818895"/>
                  <a:gd name="connsiteX9" fmla="*/ 317101 w 602852"/>
                  <a:gd name="connsiteY9" fmla="*/ 482600 h 818895"/>
                  <a:gd name="connsiteX10" fmla="*/ 435636 w 602852"/>
                  <a:gd name="connsiteY10" fmla="*/ 241298 h 818895"/>
                  <a:gd name="connsiteX11" fmla="*/ 334035 w 602852"/>
                  <a:gd name="connsiteY11" fmla="*/ 0 h 818895"/>
                  <a:gd name="connsiteX0" fmla="*/ 109669 w 602852"/>
                  <a:gd name="connsiteY0" fmla="*/ 88899 h 818895"/>
                  <a:gd name="connsiteX1" fmla="*/ 46168 w 602852"/>
                  <a:gd name="connsiteY1" fmla="*/ 270933 h 818895"/>
                  <a:gd name="connsiteX2" fmla="*/ 8069 w 602852"/>
                  <a:gd name="connsiteY2" fmla="*/ 389466 h 818895"/>
                  <a:gd name="connsiteX3" fmla="*/ 18653 w 602852"/>
                  <a:gd name="connsiteY3" fmla="*/ 603250 h 818895"/>
                  <a:gd name="connsiteX4" fmla="*/ 179519 w 602852"/>
                  <a:gd name="connsiteY4" fmla="*/ 734482 h 818895"/>
                  <a:gd name="connsiteX5" fmla="*/ 374252 w 602852"/>
                  <a:gd name="connsiteY5" fmla="*/ 783166 h 818895"/>
                  <a:gd name="connsiteX6" fmla="*/ 552053 w 602852"/>
                  <a:gd name="connsiteY6" fmla="*/ 814917 h 818895"/>
                  <a:gd name="connsiteX7" fmla="*/ 602852 w 602852"/>
                  <a:gd name="connsiteY7" fmla="*/ 677332 h 818895"/>
                  <a:gd name="connsiteX8" fmla="*/ 427170 w 602852"/>
                  <a:gd name="connsiteY8" fmla="*/ 577849 h 818895"/>
                  <a:gd name="connsiteX9" fmla="*/ 317101 w 602852"/>
                  <a:gd name="connsiteY9" fmla="*/ 482600 h 818895"/>
                  <a:gd name="connsiteX10" fmla="*/ 435636 w 602852"/>
                  <a:gd name="connsiteY10" fmla="*/ 241298 h 818895"/>
                  <a:gd name="connsiteX11" fmla="*/ 334035 w 602852"/>
                  <a:gd name="connsiteY11" fmla="*/ 0 h 818895"/>
                  <a:gd name="connsiteX0" fmla="*/ 109669 w 558592"/>
                  <a:gd name="connsiteY0" fmla="*/ 88899 h 822724"/>
                  <a:gd name="connsiteX1" fmla="*/ 46168 w 558592"/>
                  <a:gd name="connsiteY1" fmla="*/ 270933 h 822724"/>
                  <a:gd name="connsiteX2" fmla="*/ 8069 w 558592"/>
                  <a:gd name="connsiteY2" fmla="*/ 389466 h 822724"/>
                  <a:gd name="connsiteX3" fmla="*/ 18653 w 558592"/>
                  <a:gd name="connsiteY3" fmla="*/ 603250 h 822724"/>
                  <a:gd name="connsiteX4" fmla="*/ 179519 w 558592"/>
                  <a:gd name="connsiteY4" fmla="*/ 734482 h 822724"/>
                  <a:gd name="connsiteX5" fmla="*/ 374252 w 558592"/>
                  <a:gd name="connsiteY5" fmla="*/ 783166 h 822724"/>
                  <a:gd name="connsiteX6" fmla="*/ 552053 w 558592"/>
                  <a:gd name="connsiteY6" fmla="*/ 814917 h 822724"/>
                  <a:gd name="connsiteX7" fmla="*/ 533002 w 558592"/>
                  <a:gd name="connsiteY7" fmla="*/ 613832 h 822724"/>
                  <a:gd name="connsiteX8" fmla="*/ 427170 w 558592"/>
                  <a:gd name="connsiteY8" fmla="*/ 577849 h 822724"/>
                  <a:gd name="connsiteX9" fmla="*/ 317101 w 558592"/>
                  <a:gd name="connsiteY9" fmla="*/ 482600 h 822724"/>
                  <a:gd name="connsiteX10" fmla="*/ 435636 w 558592"/>
                  <a:gd name="connsiteY10" fmla="*/ 241298 h 822724"/>
                  <a:gd name="connsiteX11" fmla="*/ 334035 w 558592"/>
                  <a:gd name="connsiteY11" fmla="*/ 0 h 822724"/>
                  <a:gd name="connsiteX0" fmla="*/ 109669 w 533002"/>
                  <a:gd name="connsiteY0" fmla="*/ 88899 h 807977"/>
                  <a:gd name="connsiteX1" fmla="*/ 46168 w 533002"/>
                  <a:gd name="connsiteY1" fmla="*/ 270933 h 807977"/>
                  <a:gd name="connsiteX2" fmla="*/ 8069 w 533002"/>
                  <a:gd name="connsiteY2" fmla="*/ 389466 h 807977"/>
                  <a:gd name="connsiteX3" fmla="*/ 18653 w 533002"/>
                  <a:gd name="connsiteY3" fmla="*/ 603250 h 807977"/>
                  <a:gd name="connsiteX4" fmla="*/ 179519 w 533002"/>
                  <a:gd name="connsiteY4" fmla="*/ 734482 h 807977"/>
                  <a:gd name="connsiteX5" fmla="*/ 374252 w 533002"/>
                  <a:gd name="connsiteY5" fmla="*/ 783166 h 807977"/>
                  <a:gd name="connsiteX6" fmla="*/ 452569 w 533002"/>
                  <a:gd name="connsiteY6" fmla="*/ 797983 h 807977"/>
                  <a:gd name="connsiteX7" fmla="*/ 533002 w 533002"/>
                  <a:gd name="connsiteY7" fmla="*/ 613832 h 807977"/>
                  <a:gd name="connsiteX8" fmla="*/ 427170 w 533002"/>
                  <a:gd name="connsiteY8" fmla="*/ 577849 h 807977"/>
                  <a:gd name="connsiteX9" fmla="*/ 317101 w 533002"/>
                  <a:gd name="connsiteY9" fmla="*/ 482600 h 807977"/>
                  <a:gd name="connsiteX10" fmla="*/ 435636 w 533002"/>
                  <a:gd name="connsiteY10" fmla="*/ 241298 h 807977"/>
                  <a:gd name="connsiteX11" fmla="*/ 334035 w 533002"/>
                  <a:gd name="connsiteY11" fmla="*/ 0 h 807977"/>
                  <a:gd name="connsiteX0" fmla="*/ 109669 w 533002"/>
                  <a:gd name="connsiteY0" fmla="*/ 88899 h 805064"/>
                  <a:gd name="connsiteX1" fmla="*/ 46168 w 533002"/>
                  <a:gd name="connsiteY1" fmla="*/ 270933 h 805064"/>
                  <a:gd name="connsiteX2" fmla="*/ 8069 w 533002"/>
                  <a:gd name="connsiteY2" fmla="*/ 389466 h 805064"/>
                  <a:gd name="connsiteX3" fmla="*/ 18653 w 533002"/>
                  <a:gd name="connsiteY3" fmla="*/ 603250 h 805064"/>
                  <a:gd name="connsiteX4" fmla="*/ 179519 w 533002"/>
                  <a:gd name="connsiteY4" fmla="*/ 734482 h 805064"/>
                  <a:gd name="connsiteX5" fmla="*/ 259952 w 533002"/>
                  <a:gd name="connsiteY5" fmla="*/ 768349 h 805064"/>
                  <a:gd name="connsiteX6" fmla="*/ 452569 w 533002"/>
                  <a:gd name="connsiteY6" fmla="*/ 797983 h 805064"/>
                  <a:gd name="connsiteX7" fmla="*/ 533002 w 533002"/>
                  <a:gd name="connsiteY7" fmla="*/ 613832 h 805064"/>
                  <a:gd name="connsiteX8" fmla="*/ 427170 w 533002"/>
                  <a:gd name="connsiteY8" fmla="*/ 577849 h 805064"/>
                  <a:gd name="connsiteX9" fmla="*/ 317101 w 533002"/>
                  <a:gd name="connsiteY9" fmla="*/ 482600 h 805064"/>
                  <a:gd name="connsiteX10" fmla="*/ 435636 w 533002"/>
                  <a:gd name="connsiteY10" fmla="*/ 241298 h 805064"/>
                  <a:gd name="connsiteX11" fmla="*/ 334035 w 533002"/>
                  <a:gd name="connsiteY11" fmla="*/ 0 h 805064"/>
                  <a:gd name="connsiteX0" fmla="*/ 105634 w 528967"/>
                  <a:gd name="connsiteY0" fmla="*/ 88899 h 805064"/>
                  <a:gd name="connsiteX1" fmla="*/ 42133 w 528967"/>
                  <a:gd name="connsiteY1" fmla="*/ 270933 h 805064"/>
                  <a:gd name="connsiteX2" fmla="*/ 4034 w 528967"/>
                  <a:gd name="connsiteY2" fmla="*/ 389466 h 805064"/>
                  <a:gd name="connsiteX3" fmla="*/ 14618 w 528967"/>
                  <a:gd name="connsiteY3" fmla="*/ 603250 h 805064"/>
                  <a:gd name="connsiteX4" fmla="*/ 101401 w 528967"/>
                  <a:gd name="connsiteY4" fmla="*/ 679449 h 805064"/>
                  <a:gd name="connsiteX5" fmla="*/ 255917 w 528967"/>
                  <a:gd name="connsiteY5" fmla="*/ 768349 h 805064"/>
                  <a:gd name="connsiteX6" fmla="*/ 448534 w 528967"/>
                  <a:gd name="connsiteY6" fmla="*/ 797983 h 805064"/>
                  <a:gd name="connsiteX7" fmla="*/ 528967 w 528967"/>
                  <a:gd name="connsiteY7" fmla="*/ 613832 h 805064"/>
                  <a:gd name="connsiteX8" fmla="*/ 423135 w 528967"/>
                  <a:gd name="connsiteY8" fmla="*/ 577849 h 805064"/>
                  <a:gd name="connsiteX9" fmla="*/ 313066 w 528967"/>
                  <a:gd name="connsiteY9" fmla="*/ 482600 h 805064"/>
                  <a:gd name="connsiteX10" fmla="*/ 431601 w 528967"/>
                  <a:gd name="connsiteY10" fmla="*/ 241298 h 805064"/>
                  <a:gd name="connsiteX11" fmla="*/ 330000 w 528967"/>
                  <a:gd name="connsiteY11" fmla="*/ 0 h 805064"/>
                  <a:gd name="connsiteX0" fmla="*/ 105634 w 528967"/>
                  <a:gd name="connsiteY0" fmla="*/ 88899 h 798837"/>
                  <a:gd name="connsiteX1" fmla="*/ 42133 w 528967"/>
                  <a:gd name="connsiteY1" fmla="*/ 270933 h 798837"/>
                  <a:gd name="connsiteX2" fmla="*/ 4034 w 528967"/>
                  <a:gd name="connsiteY2" fmla="*/ 389466 h 798837"/>
                  <a:gd name="connsiteX3" fmla="*/ 14618 w 528967"/>
                  <a:gd name="connsiteY3" fmla="*/ 603250 h 798837"/>
                  <a:gd name="connsiteX4" fmla="*/ 101401 w 528967"/>
                  <a:gd name="connsiteY4" fmla="*/ 679449 h 798837"/>
                  <a:gd name="connsiteX5" fmla="*/ 448534 w 528967"/>
                  <a:gd name="connsiteY5" fmla="*/ 797983 h 798837"/>
                  <a:gd name="connsiteX6" fmla="*/ 528967 w 528967"/>
                  <a:gd name="connsiteY6" fmla="*/ 613832 h 798837"/>
                  <a:gd name="connsiteX7" fmla="*/ 423135 w 528967"/>
                  <a:gd name="connsiteY7" fmla="*/ 577849 h 798837"/>
                  <a:gd name="connsiteX8" fmla="*/ 313066 w 528967"/>
                  <a:gd name="connsiteY8" fmla="*/ 482600 h 798837"/>
                  <a:gd name="connsiteX9" fmla="*/ 431601 w 528967"/>
                  <a:gd name="connsiteY9" fmla="*/ 241298 h 798837"/>
                  <a:gd name="connsiteX10" fmla="*/ 330000 w 528967"/>
                  <a:gd name="connsiteY10" fmla="*/ 0 h 798837"/>
                  <a:gd name="connsiteX0" fmla="*/ 105634 w 528967"/>
                  <a:gd name="connsiteY0" fmla="*/ 88899 h 752770"/>
                  <a:gd name="connsiteX1" fmla="*/ 42133 w 528967"/>
                  <a:gd name="connsiteY1" fmla="*/ 270933 h 752770"/>
                  <a:gd name="connsiteX2" fmla="*/ 4034 w 528967"/>
                  <a:gd name="connsiteY2" fmla="*/ 389466 h 752770"/>
                  <a:gd name="connsiteX3" fmla="*/ 14618 w 528967"/>
                  <a:gd name="connsiteY3" fmla="*/ 603250 h 752770"/>
                  <a:gd name="connsiteX4" fmla="*/ 101401 w 528967"/>
                  <a:gd name="connsiteY4" fmla="*/ 679449 h 752770"/>
                  <a:gd name="connsiteX5" fmla="*/ 268617 w 528967"/>
                  <a:gd name="connsiteY5" fmla="*/ 751417 h 752770"/>
                  <a:gd name="connsiteX6" fmla="*/ 528967 w 528967"/>
                  <a:gd name="connsiteY6" fmla="*/ 613832 h 752770"/>
                  <a:gd name="connsiteX7" fmla="*/ 423135 w 528967"/>
                  <a:gd name="connsiteY7" fmla="*/ 577849 h 752770"/>
                  <a:gd name="connsiteX8" fmla="*/ 313066 w 528967"/>
                  <a:gd name="connsiteY8" fmla="*/ 482600 h 752770"/>
                  <a:gd name="connsiteX9" fmla="*/ 431601 w 528967"/>
                  <a:gd name="connsiteY9" fmla="*/ 241298 h 752770"/>
                  <a:gd name="connsiteX10" fmla="*/ 330000 w 528967"/>
                  <a:gd name="connsiteY10" fmla="*/ 0 h 752770"/>
                  <a:gd name="connsiteX0" fmla="*/ 105634 w 432245"/>
                  <a:gd name="connsiteY0" fmla="*/ 88899 h 754223"/>
                  <a:gd name="connsiteX1" fmla="*/ 42133 w 432245"/>
                  <a:gd name="connsiteY1" fmla="*/ 270933 h 754223"/>
                  <a:gd name="connsiteX2" fmla="*/ 4034 w 432245"/>
                  <a:gd name="connsiteY2" fmla="*/ 389466 h 754223"/>
                  <a:gd name="connsiteX3" fmla="*/ 14618 w 432245"/>
                  <a:gd name="connsiteY3" fmla="*/ 603250 h 754223"/>
                  <a:gd name="connsiteX4" fmla="*/ 101401 w 432245"/>
                  <a:gd name="connsiteY4" fmla="*/ 679449 h 754223"/>
                  <a:gd name="connsiteX5" fmla="*/ 268617 w 432245"/>
                  <a:gd name="connsiteY5" fmla="*/ 751417 h 754223"/>
                  <a:gd name="connsiteX6" fmla="*/ 423135 w 432245"/>
                  <a:gd name="connsiteY6" fmla="*/ 577849 h 754223"/>
                  <a:gd name="connsiteX7" fmla="*/ 313066 w 432245"/>
                  <a:gd name="connsiteY7" fmla="*/ 482600 h 754223"/>
                  <a:gd name="connsiteX8" fmla="*/ 431601 w 432245"/>
                  <a:gd name="connsiteY8" fmla="*/ 241298 h 754223"/>
                  <a:gd name="connsiteX9" fmla="*/ 330000 w 432245"/>
                  <a:gd name="connsiteY9" fmla="*/ 0 h 754223"/>
                  <a:gd name="connsiteX0" fmla="*/ 105634 w 433147"/>
                  <a:gd name="connsiteY0" fmla="*/ 88899 h 754223"/>
                  <a:gd name="connsiteX1" fmla="*/ 42133 w 433147"/>
                  <a:gd name="connsiteY1" fmla="*/ 270933 h 754223"/>
                  <a:gd name="connsiteX2" fmla="*/ 4034 w 433147"/>
                  <a:gd name="connsiteY2" fmla="*/ 389466 h 754223"/>
                  <a:gd name="connsiteX3" fmla="*/ 14618 w 433147"/>
                  <a:gd name="connsiteY3" fmla="*/ 603250 h 754223"/>
                  <a:gd name="connsiteX4" fmla="*/ 101401 w 433147"/>
                  <a:gd name="connsiteY4" fmla="*/ 679449 h 754223"/>
                  <a:gd name="connsiteX5" fmla="*/ 268617 w 433147"/>
                  <a:gd name="connsiteY5" fmla="*/ 751417 h 754223"/>
                  <a:gd name="connsiteX6" fmla="*/ 423135 w 433147"/>
                  <a:gd name="connsiteY6" fmla="*/ 577849 h 754223"/>
                  <a:gd name="connsiteX7" fmla="*/ 296133 w 433147"/>
                  <a:gd name="connsiteY7" fmla="*/ 482600 h 754223"/>
                  <a:gd name="connsiteX8" fmla="*/ 431601 w 433147"/>
                  <a:gd name="connsiteY8" fmla="*/ 241298 h 754223"/>
                  <a:gd name="connsiteX9" fmla="*/ 330000 w 433147"/>
                  <a:gd name="connsiteY9" fmla="*/ 0 h 754223"/>
                  <a:gd name="connsiteX0" fmla="*/ 105634 w 433147"/>
                  <a:gd name="connsiteY0" fmla="*/ 88899 h 754223"/>
                  <a:gd name="connsiteX1" fmla="*/ 42133 w 433147"/>
                  <a:gd name="connsiteY1" fmla="*/ 270933 h 754223"/>
                  <a:gd name="connsiteX2" fmla="*/ 4034 w 433147"/>
                  <a:gd name="connsiteY2" fmla="*/ 389466 h 754223"/>
                  <a:gd name="connsiteX3" fmla="*/ 14618 w 433147"/>
                  <a:gd name="connsiteY3" fmla="*/ 603250 h 754223"/>
                  <a:gd name="connsiteX4" fmla="*/ 101401 w 433147"/>
                  <a:gd name="connsiteY4" fmla="*/ 679449 h 754223"/>
                  <a:gd name="connsiteX5" fmla="*/ 268617 w 433147"/>
                  <a:gd name="connsiteY5" fmla="*/ 751417 h 754223"/>
                  <a:gd name="connsiteX6" fmla="*/ 423135 w 433147"/>
                  <a:gd name="connsiteY6" fmla="*/ 577849 h 754223"/>
                  <a:gd name="connsiteX7" fmla="*/ 296133 w 433147"/>
                  <a:gd name="connsiteY7" fmla="*/ 482600 h 754223"/>
                  <a:gd name="connsiteX8" fmla="*/ 431601 w 433147"/>
                  <a:gd name="connsiteY8" fmla="*/ 241298 h 754223"/>
                  <a:gd name="connsiteX9" fmla="*/ 330000 w 433147"/>
                  <a:gd name="connsiteY9" fmla="*/ 0 h 754223"/>
                  <a:gd name="connsiteX0" fmla="*/ 105634 w 433147"/>
                  <a:gd name="connsiteY0" fmla="*/ 88899 h 754223"/>
                  <a:gd name="connsiteX1" fmla="*/ 42133 w 433147"/>
                  <a:gd name="connsiteY1" fmla="*/ 270933 h 754223"/>
                  <a:gd name="connsiteX2" fmla="*/ 4034 w 433147"/>
                  <a:gd name="connsiteY2" fmla="*/ 389466 h 754223"/>
                  <a:gd name="connsiteX3" fmla="*/ 14618 w 433147"/>
                  <a:gd name="connsiteY3" fmla="*/ 603250 h 754223"/>
                  <a:gd name="connsiteX4" fmla="*/ 101401 w 433147"/>
                  <a:gd name="connsiteY4" fmla="*/ 679449 h 754223"/>
                  <a:gd name="connsiteX5" fmla="*/ 268617 w 433147"/>
                  <a:gd name="connsiteY5" fmla="*/ 751417 h 754223"/>
                  <a:gd name="connsiteX6" fmla="*/ 423135 w 433147"/>
                  <a:gd name="connsiteY6" fmla="*/ 577849 h 754223"/>
                  <a:gd name="connsiteX7" fmla="*/ 296133 w 433147"/>
                  <a:gd name="connsiteY7" fmla="*/ 482600 h 754223"/>
                  <a:gd name="connsiteX8" fmla="*/ 431601 w 433147"/>
                  <a:gd name="connsiteY8" fmla="*/ 241298 h 754223"/>
                  <a:gd name="connsiteX9" fmla="*/ 330000 w 433147"/>
                  <a:gd name="connsiteY9" fmla="*/ 0 h 754223"/>
                  <a:gd name="connsiteX0" fmla="*/ 105634 w 423410"/>
                  <a:gd name="connsiteY0" fmla="*/ 88899 h 754223"/>
                  <a:gd name="connsiteX1" fmla="*/ 42133 w 423410"/>
                  <a:gd name="connsiteY1" fmla="*/ 270933 h 754223"/>
                  <a:gd name="connsiteX2" fmla="*/ 4034 w 423410"/>
                  <a:gd name="connsiteY2" fmla="*/ 389466 h 754223"/>
                  <a:gd name="connsiteX3" fmla="*/ 14618 w 423410"/>
                  <a:gd name="connsiteY3" fmla="*/ 603250 h 754223"/>
                  <a:gd name="connsiteX4" fmla="*/ 101401 w 423410"/>
                  <a:gd name="connsiteY4" fmla="*/ 679449 h 754223"/>
                  <a:gd name="connsiteX5" fmla="*/ 268617 w 423410"/>
                  <a:gd name="connsiteY5" fmla="*/ 751417 h 754223"/>
                  <a:gd name="connsiteX6" fmla="*/ 423135 w 423410"/>
                  <a:gd name="connsiteY6" fmla="*/ 577849 h 754223"/>
                  <a:gd name="connsiteX7" fmla="*/ 296133 w 423410"/>
                  <a:gd name="connsiteY7" fmla="*/ 482600 h 754223"/>
                  <a:gd name="connsiteX8" fmla="*/ 330000 w 423410"/>
                  <a:gd name="connsiteY8" fmla="*/ 0 h 754223"/>
                  <a:gd name="connsiteX0" fmla="*/ 105634 w 431221"/>
                  <a:gd name="connsiteY0" fmla="*/ 88899 h 754223"/>
                  <a:gd name="connsiteX1" fmla="*/ 42133 w 431221"/>
                  <a:gd name="connsiteY1" fmla="*/ 270933 h 754223"/>
                  <a:gd name="connsiteX2" fmla="*/ 4034 w 431221"/>
                  <a:gd name="connsiteY2" fmla="*/ 389466 h 754223"/>
                  <a:gd name="connsiteX3" fmla="*/ 14618 w 431221"/>
                  <a:gd name="connsiteY3" fmla="*/ 603250 h 754223"/>
                  <a:gd name="connsiteX4" fmla="*/ 101401 w 431221"/>
                  <a:gd name="connsiteY4" fmla="*/ 679449 h 754223"/>
                  <a:gd name="connsiteX5" fmla="*/ 268617 w 431221"/>
                  <a:gd name="connsiteY5" fmla="*/ 751417 h 754223"/>
                  <a:gd name="connsiteX6" fmla="*/ 423135 w 431221"/>
                  <a:gd name="connsiteY6" fmla="*/ 577849 h 754223"/>
                  <a:gd name="connsiteX7" fmla="*/ 401185 w 431221"/>
                  <a:gd name="connsiteY7" fmla="*/ 344499 h 754223"/>
                  <a:gd name="connsiteX8" fmla="*/ 330000 w 431221"/>
                  <a:gd name="connsiteY8" fmla="*/ 0 h 754223"/>
                  <a:gd name="connsiteX0" fmla="*/ 105634 w 431222"/>
                  <a:gd name="connsiteY0" fmla="*/ 88899 h 754223"/>
                  <a:gd name="connsiteX1" fmla="*/ 42133 w 431222"/>
                  <a:gd name="connsiteY1" fmla="*/ 270933 h 754223"/>
                  <a:gd name="connsiteX2" fmla="*/ 4034 w 431222"/>
                  <a:gd name="connsiteY2" fmla="*/ 389466 h 754223"/>
                  <a:gd name="connsiteX3" fmla="*/ 14618 w 431222"/>
                  <a:gd name="connsiteY3" fmla="*/ 603251 h 754223"/>
                  <a:gd name="connsiteX4" fmla="*/ 101401 w 431222"/>
                  <a:gd name="connsiteY4" fmla="*/ 679449 h 754223"/>
                  <a:gd name="connsiteX5" fmla="*/ 268617 w 431222"/>
                  <a:gd name="connsiteY5" fmla="*/ 751417 h 754223"/>
                  <a:gd name="connsiteX6" fmla="*/ 423135 w 431222"/>
                  <a:gd name="connsiteY6" fmla="*/ 577849 h 754223"/>
                  <a:gd name="connsiteX7" fmla="*/ 401185 w 431222"/>
                  <a:gd name="connsiteY7" fmla="*/ 344499 h 754223"/>
                  <a:gd name="connsiteX8" fmla="*/ 330000 w 431222"/>
                  <a:gd name="connsiteY8" fmla="*/ 0 h 754223"/>
                  <a:gd name="connsiteX0" fmla="*/ 101600 w 427188"/>
                  <a:gd name="connsiteY0" fmla="*/ 88899 h 756234"/>
                  <a:gd name="connsiteX1" fmla="*/ 38099 w 427188"/>
                  <a:gd name="connsiteY1" fmla="*/ 270933 h 756234"/>
                  <a:gd name="connsiteX2" fmla="*/ 0 w 427188"/>
                  <a:gd name="connsiteY2" fmla="*/ 389466 h 756234"/>
                  <a:gd name="connsiteX3" fmla="*/ 97367 w 427188"/>
                  <a:gd name="connsiteY3" fmla="*/ 679449 h 756234"/>
                  <a:gd name="connsiteX4" fmla="*/ 264583 w 427188"/>
                  <a:gd name="connsiteY4" fmla="*/ 751417 h 756234"/>
                  <a:gd name="connsiteX5" fmla="*/ 419101 w 427188"/>
                  <a:gd name="connsiteY5" fmla="*/ 577849 h 756234"/>
                  <a:gd name="connsiteX6" fmla="*/ 397151 w 427188"/>
                  <a:gd name="connsiteY6" fmla="*/ 344499 h 756234"/>
                  <a:gd name="connsiteX7" fmla="*/ 325966 w 427188"/>
                  <a:gd name="connsiteY7" fmla="*/ 0 h 756234"/>
                  <a:gd name="connsiteX0" fmla="*/ 101600 w 439331"/>
                  <a:gd name="connsiteY0" fmla="*/ 88899 h 686712"/>
                  <a:gd name="connsiteX1" fmla="*/ 38099 w 439331"/>
                  <a:gd name="connsiteY1" fmla="*/ 270933 h 686712"/>
                  <a:gd name="connsiteX2" fmla="*/ 0 w 439331"/>
                  <a:gd name="connsiteY2" fmla="*/ 389466 h 686712"/>
                  <a:gd name="connsiteX3" fmla="*/ 97367 w 439331"/>
                  <a:gd name="connsiteY3" fmla="*/ 679449 h 686712"/>
                  <a:gd name="connsiteX4" fmla="*/ 419101 w 439331"/>
                  <a:gd name="connsiteY4" fmla="*/ 577849 h 686712"/>
                  <a:gd name="connsiteX5" fmla="*/ 397151 w 439331"/>
                  <a:gd name="connsiteY5" fmla="*/ 344499 h 686712"/>
                  <a:gd name="connsiteX6" fmla="*/ 325966 w 439331"/>
                  <a:gd name="connsiteY6" fmla="*/ 0 h 686712"/>
                  <a:gd name="connsiteX0" fmla="*/ 101600 w 397152"/>
                  <a:gd name="connsiteY0" fmla="*/ 88899 h 679628"/>
                  <a:gd name="connsiteX1" fmla="*/ 38099 w 397152"/>
                  <a:gd name="connsiteY1" fmla="*/ 270933 h 679628"/>
                  <a:gd name="connsiteX2" fmla="*/ 0 w 397152"/>
                  <a:gd name="connsiteY2" fmla="*/ 389466 h 679628"/>
                  <a:gd name="connsiteX3" fmla="*/ 97367 w 397152"/>
                  <a:gd name="connsiteY3" fmla="*/ 679449 h 679628"/>
                  <a:gd name="connsiteX4" fmla="*/ 397151 w 397152"/>
                  <a:gd name="connsiteY4" fmla="*/ 344499 h 679628"/>
                  <a:gd name="connsiteX5" fmla="*/ 325966 w 397152"/>
                  <a:gd name="connsiteY5" fmla="*/ 0 h 679628"/>
                  <a:gd name="connsiteX0" fmla="*/ 101600 w 357756"/>
                  <a:gd name="connsiteY0" fmla="*/ 88899 h 679461"/>
                  <a:gd name="connsiteX1" fmla="*/ 38099 w 357756"/>
                  <a:gd name="connsiteY1" fmla="*/ 270933 h 679461"/>
                  <a:gd name="connsiteX2" fmla="*/ 0 w 357756"/>
                  <a:gd name="connsiteY2" fmla="*/ 389466 h 679461"/>
                  <a:gd name="connsiteX3" fmla="*/ 97367 w 357756"/>
                  <a:gd name="connsiteY3" fmla="*/ 679449 h 679461"/>
                  <a:gd name="connsiteX4" fmla="*/ 357756 w 357756"/>
                  <a:gd name="connsiteY4" fmla="*/ 377549 h 679461"/>
                  <a:gd name="connsiteX5" fmla="*/ 325966 w 357756"/>
                  <a:gd name="connsiteY5" fmla="*/ 0 h 679461"/>
                  <a:gd name="connsiteX0" fmla="*/ 101600 w 357756"/>
                  <a:gd name="connsiteY0" fmla="*/ 88899 h 679462"/>
                  <a:gd name="connsiteX1" fmla="*/ 65780 w 357756"/>
                  <a:gd name="connsiteY1" fmla="*/ 183071 h 679462"/>
                  <a:gd name="connsiteX2" fmla="*/ 38099 w 357756"/>
                  <a:gd name="connsiteY2" fmla="*/ 270933 h 679462"/>
                  <a:gd name="connsiteX3" fmla="*/ 0 w 357756"/>
                  <a:gd name="connsiteY3" fmla="*/ 389466 h 679462"/>
                  <a:gd name="connsiteX4" fmla="*/ 97367 w 357756"/>
                  <a:gd name="connsiteY4" fmla="*/ 679449 h 679462"/>
                  <a:gd name="connsiteX5" fmla="*/ 357756 w 357756"/>
                  <a:gd name="connsiteY5" fmla="*/ 377549 h 679462"/>
                  <a:gd name="connsiteX6" fmla="*/ 325966 w 357756"/>
                  <a:gd name="connsiteY6" fmla="*/ 0 h 679462"/>
                  <a:gd name="connsiteX0" fmla="*/ 232916 w 357756"/>
                  <a:gd name="connsiteY0" fmla="*/ 0 h 741648"/>
                  <a:gd name="connsiteX1" fmla="*/ 65780 w 357756"/>
                  <a:gd name="connsiteY1" fmla="*/ 245257 h 741648"/>
                  <a:gd name="connsiteX2" fmla="*/ 38099 w 357756"/>
                  <a:gd name="connsiteY2" fmla="*/ 333119 h 741648"/>
                  <a:gd name="connsiteX3" fmla="*/ 0 w 357756"/>
                  <a:gd name="connsiteY3" fmla="*/ 451652 h 741648"/>
                  <a:gd name="connsiteX4" fmla="*/ 97367 w 357756"/>
                  <a:gd name="connsiteY4" fmla="*/ 741635 h 741648"/>
                  <a:gd name="connsiteX5" fmla="*/ 357756 w 357756"/>
                  <a:gd name="connsiteY5" fmla="*/ 439735 h 741648"/>
                  <a:gd name="connsiteX6" fmla="*/ 325966 w 357756"/>
                  <a:gd name="connsiteY6" fmla="*/ 62186 h 741648"/>
                  <a:gd name="connsiteX0" fmla="*/ 232916 w 357756"/>
                  <a:gd name="connsiteY0" fmla="*/ 0 h 741648"/>
                  <a:gd name="connsiteX1" fmla="*/ 57026 w 357756"/>
                  <a:gd name="connsiteY1" fmla="*/ 127221 h 741648"/>
                  <a:gd name="connsiteX2" fmla="*/ 38099 w 357756"/>
                  <a:gd name="connsiteY2" fmla="*/ 333119 h 741648"/>
                  <a:gd name="connsiteX3" fmla="*/ 0 w 357756"/>
                  <a:gd name="connsiteY3" fmla="*/ 451652 h 741648"/>
                  <a:gd name="connsiteX4" fmla="*/ 97367 w 357756"/>
                  <a:gd name="connsiteY4" fmla="*/ 741635 h 741648"/>
                  <a:gd name="connsiteX5" fmla="*/ 357756 w 357756"/>
                  <a:gd name="connsiteY5" fmla="*/ 439735 h 741648"/>
                  <a:gd name="connsiteX6" fmla="*/ 325966 w 357756"/>
                  <a:gd name="connsiteY6" fmla="*/ 62186 h 741648"/>
                  <a:gd name="connsiteX0" fmla="*/ 232916 w 357756"/>
                  <a:gd name="connsiteY0" fmla="*/ 0 h 741648"/>
                  <a:gd name="connsiteX1" fmla="*/ 57026 w 357756"/>
                  <a:gd name="connsiteY1" fmla="*/ 127221 h 741648"/>
                  <a:gd name="connsiteX2" fmla="*/ 20590 w 357756"/>
                  <a:gd name="connsiteY2" fmla="*/ 295348 h 741648"/>
                  <a:gd name="connsiteX3" fmla="*/ 0 w 357756"/>
                  <a:gd name="connsiteY3" fmla="*/ 451652 h 741648"/>
                  <a:gd name="connsiteX4" fmla="*/ 97367 w 357756"/>
                  <a:gd name="connsiteY4" fmla="*/ 741635 h 741648"/>
                  <a:gd name="connsiteX5" fmla="*/ 357756 w 357756"/>
                  <a:gd name="connsiteY5" fmla="*/ 439735 h 741648"/>
                  <a:gd name="connsiteX6" fmla="*/ 325966 w 357756"/>
                  <a:gd name="connsiteY6" fmla="*/ 62186 h 741648"/>
                  <a:gd name="connsiteX0" fmla="*/ 213319 w 338159"/>
                  <a:gd name="connsiteY0" fmla="*/ 0 h 741663"/>
                  <a:gd name="connsiteX1" fmla="*/ 37429 w 338159"/>
                  <a:gd name="connsiteY1" fmla="*/ 127221 h 741663"/>
                  <a:gd name="connsiteX2" fmla="*/ 993 w 338159"/>
                  <a:gd name="connsiteY2" fmla="*/ 295348 h 741663"/>
                  <a:gd name="connsiteX3" fmla="*/ 2289 w 338159"/>
                  <a:gd name="connsiteY3" fmla="*/ 423323 h 741663"/>
                  <a:gd name="connsiteX4" fmla="*/ 77770 w 338159"/>
                  <a:gd name="connsiteY4" fmla="*/ 741635 h 741663"/>
                  <a:gd name="connsiteX5" fmla="*/ 338159 w 338159"/>
                  <a:gd name="connsiteY5" fmla="*/ 439735 h 741663"/>
                  <a:gd name="connsiteX6" fmla="*/ 306369 w 338159"/>
                  <a:gd name="connsiteY6" fmla="*/ 62186 h 741663"/>
                  <a:gd name="connsiteX0" fmla="*/ 213318 w 350218"/>
                  <a:gd name="connsiteY0" fmla="*/ 0 h 614220"/>
                  <a:gd name="connsiteX1" fmla="*/ 37428 w 350218"/>
                  <a:gd name="connsiteY1" fmla="*/ 127221 h 614220"/>
                  <a:gd name="connsiteX2" fmla="*/ 992 w 350218"/>
                  <a:gd name="connsiteY2" fmla="*/ 295348 h 614220"/>
                  <a:gd name="connsiteX3" fmla="*/ 2288 w 350218"/>
                  <a:gd name="connsiteY3" fmla="*/ 423323 h 614220"/>
                  <a:gd name="connsiteX4" fmla="*/ 55884 w 350218"/>
                  <a:gd name="connsiteY4" fmla="*/ 614156 h 614220"/>
                  <a:gd name="connsiteX5" fmla="*/ 338158 w 350218"/>
                  <a:gd name="connsiteY5" fmla="*/ 439735 h 614220"/>
                  <a:gd name="connsiteX6" fmla="*/ 306368 w 350218"/>
                  <a:gd name="connsiteY6" fmla="*/ 62186 h 614220"/>
                  <a:gd name="connsiteX0" fmla="*/ 213318 w 350219"/>
                  <a:gd name="connsiteY0" fmla="*/ 0 h 614220"/>
                  <a:gd name="connsiteX1" fmla="*/ 37428 w 350219"/>
                  <a:gd name="connsiteY1" fmla="*/ 127221 h 614220"/>
                  <a:gd name="connsiteX2" fmla="*/ 992 w 350219"/>
                  <a:gd name="connsiteY2" fmla="*/ 295348 h 614220"/>
                  <a:gd name="connsiteX3" fmla="*/ 2288 w 350219"/>
                  <a:gd name="connsiteY3" fmla="*/ 423323 h 614220"/>
                  <a:gd name="connsiteX4" fmla="*/ 55884 w 350219"/>
                  <a:gd name="connsiteY4" fmla="*/ 614156 h 614220"/>
                  <a:gd name="connsiteX5" fmla="*/ 338158 w 350219"/>
                  <a:gd name="connsiteY5" fmla="*/ 439736 h 614220"/>
                  <a:gd name="connsiteX6" fmla="*/ 306368 w 350219"/>
                  <a:gd name="connsiteY6" fmla="*/ 62186 h 614220"/>
                  <a:gd name="connsiteX0" fmla="*/ 213318 w 350219"/>
                  <a:gd name="connsiteY0" fmla="*/ 0 h 614220"/>
                  <a:gd name="connsiteX1" fmla="*/ 37428 w 350219"/>
                  <a:gd name="connsiteY1" fmla="*/ 127221 h 614220"/>
                  <a:gd name="connsiteX2" fmla="*/ 992 w 350219"/>
                  <a:gd name="connsiteY2" fmla="*/ 295348 h 614220"/>
                  <a:gd name="connsiteX3" fmla="*/ 2288 w 350219"/>
                  <a:gd name="connsiteY3" fmla="*/ 423323 h 614220"/>
                  <a:gd name="connsiteX4" fmla="*/ 55884 w 350219"/>
                  <a:gd name="connsiteY4" fmla="*/ 614156 h 614220"/>
                  <a:gd name="connsiteX5" fmla="*/ 338158 w 350219"/>
                  <a:gd name="connsiteY5" fmla="*/ 439736 h 614220"/>
                  <a:gd name="connsiteX6" fmla="*/ 306368 w 350219"/>
                  <a:gd name="connsiteY6" fmla="*/ 62186 h 614220"/>
                  <a:gd name="connsiteX0" fmla="*/ 213318 w 338159"/>
                  <a:gd name="connsiteY0" fmla="*/ 0 h 614220"/>
                  <a:gd name="connsiteX1" fmla="*/ 37428 w 338159"/>
                  <a:gd name="connsiteY1" fmla="*/ 127221 h 614220"/>
                  <a:gd name="connsiteX2" fmla="*/ 992 w 338159"/>
                  <a:gd name="connsiteY2" fmla="*/ 295348 h 614220"/>
                  <a:gd name="connsiteX3" fmla="*/ 2288 w 338159"/>
                  <a:gd name="connsiteY3" fmla="*/ 423323 h 614220"/>
                  <a:gd name="connsiteX4" fmla="*/ 55884 w 338159"/>
                  <a:gd name="connsiteY4" fmla="*/ 614156 h 614220"/>
                  <a:gd name="connsiteX5" fmla="*/ 338158 w 338159"/>
                  <a:gd name="connsiteY5" fmla="*/ 439736 h 614220"/>
                  <a:gd name="connsiteX6" fmla="*/ 306368 w 338159"/>
                  <a:gd name="connsiteY6" fmla="*/ 62186 h 614220"/>
                  <a:gd name="connsiteX0" fmla="*/ 213318 w 338158"/>
                  <a:gd name="connsiteY0" fmla="*/ 0 h 614213"/>
                  <a:gd name="connsiteX1" fmla="*/ 37428 w 338158"/>
                  <a:gd name="connsiteY1" fmla="*/ 127221 h 614213"/>
                  <a:gd name="connsiteX2" fmla="*/ 992 w 338158"/>
                  <a:gd name="connsiteY2" fmla="*/ 295348 h 614213"/>
                  <a:gd name="connsiteX3" fmla="*/ 2288 w 338158"/>
                  <a:gd name="connsiteY3" fmla="*/ 423323 h 614213"/>
                  <a:gd name="connsiteX4" fmla="*/ 55884 w 338158"/>
                  <a:gd name="connsiteY4" fmla="*/ 614156 h 614213"/>
                  <a:gd name="connsiteX5" fmla="*/ 338158 w 338158"/>
                  <a:gd name="connsiteY5" fmla="*/ 439736 h 614213"/>
                  <a:gd name="connsiteX6" fmla="*/ 306368 w 338158"/>
                  <a:gd name="connsiteY6" fmla="*/ 62186 h 614213"/>
                  <a:gd name="connsiteX0" fmla="*/ 213318 w 338158"/>
                  <a:gd name="connsiteY0" fmla="*/ 0 h 623651"/>
                  <a:gd name="connsiteX1" fmla="*/ 37428 w 338158"/>
                  <a:gd name="connsiteY1" fmla="*/ 127221 h 623651"/>
                  <a:gd name="connsiteX2" fmla="*/ 992 w 338158"/>
                  <a:gd name="connsiteY2" fmla="*/ 295348 h 623651"/>
                  <a:gd name="connsiteX3" fmla="*/ 2288 w 338158"/>
                  <a:gd name="connsiteY3" fmla="*/ 423323 h 623651"/>
                  <a:gd name="connsiteX4" fmla="*/ 47130 w 338158"/>
                  <a:gd name="connsiteY4" fmla="*/ 623599 h 623651"/>
                  <a:gd name="connsiteX5" fmla="*/ 338158 w 338158"/>
                  <a:gd name="connsiteY5" fmla="*/ 439736 h 623651"/>
                  <a:gd name="connsiteX6" fmla="*/ 306368 w 338158"/>
                  <a:gd name="connsiteY6" fmla="*/ 62186 h 623651"/>
                  <a:gd name="connsiteX0" fmla="*/ 213318 w 338158"/>
                  <a:gd name="connsiteY0" fmla="*/ 0 h 633492"/>
                  <a:gd name="connsiteX1" fmla="*/ 37428 w 338158"/>
                  <a:gd name="connsiteY1" fmla="*/ 127221 h 633492"/>
                  <a:gd name="connsiteX2" fmla="*/ 992 w 338158"/>
                  <a:gd name="connsiteY2" fmla="*/ 295348 h 633492"/>
                  <a:gd name="connsiteX3" fmla="*/ 2288 w 338158"/>
                  <a:gd name="connsiteY3" fmla="*/ 423323 h 633492"/>
                  <a:gd name="connsiteX4" fmla="*/ 47130 w 338158"/>
                  <a:gd name="connsiteY4" fmla="*/ 623599 h 633492"/>
                  <a:gd name="connsiteX5" fmla="*/ 338158 w 338158"/>
                  <a:gd name="connsiteY5" fmla="*/ 439736 h 633492"/>
                  <a:gd name="connsiteX6" fmla="*/ 306368 w 338158"/>
                  <a:gd name="connsiteY6" fmla="*/ 62186 h 633492"/>
                  <a:gd name="connsiteX0" fmla="*/ 213318 w 338158"/>
                  <a:gd name="connsiteY0" fmla="*/ 0 h 633492"/>
                  <a:gd name="connsiteX1" fmla="*/ 37428 w 338158"/>
                  <a:gd name="connsiteY1" fmla="*/ 127221 h 633492"/>
                  <a:gd name="connsiteX2" fmla="*/ 992 w 338158"/>
                  <a:gd name="connsiteY2" fmla="*/ 295348 h 633492"/>
                  <a:gd name="connsiteX3" fmla="*/ 2288 w 338158"/>
                  <a:gd name="connsiteY3" fmla="*/ 423323 h 633492"/>
                  <a:gd name="connsiteX4" fmla="*/ 47130 w 338158"/>
                  <a:gd name="connsiteY4" fmla="*/ 623599 h 633492"/>
                  <a:gd name="connsiteX5" fmla="*/ 338158 w 338158"/>
                  <a:gd name="connsiteY5" fmla="*/ 439736 h 633492"/>
                  <a:gd name="connsiteX6" fmla="*/ 306368 w 338158"/>
                  <a:gd name="connsiteY6" fmla="*/ 62186 h 633492"/>
                  <a:gd name="connsiteX0" fmla="*/ 213318 w 338158"/>
                  <a:gd name="connsiteY0" fmla="*/ 0 h 623599"/>
                  <a:gd name="connsiteX1" fmla="*/ 37428 w 338158"/>
                  <a:gd name="connsiteY1" fmla="*/ 127221 h 623599"/>
                  <a:gd name="connsiteX2" fmla="*/ 992 w 338158"/>
                  <a:gd name="connsiteY2" fmla="*/ 295348 h 623599"/>
                  <a:gd name="connsiteX3" fmla="*/ 2288 w 338158"/>
                  <a:gd name="connsiteY3" fmla="*/ 423323 h 623599"/>
                  <a:gd name="connsiteX4" fmla="*/ 47130 w 338158"/>
                  <a:gd name="connsiteY4" fmla="*/ 623599 h 623599"/>
                  <a:gd name="connsiteX5" fmla="*/ 338158 w 338158"/>
                  <a:gd name="connsiteY5" fmla="*/ 439736 h 623599"/>
                  <a:gd name="connsiteX6" fmla="*/ 306368 w 338158"/>
                  <a:gd name="connsiteY6" fmla="*/ 62186 h 623599"/>
                  <a:gd name="connsiteX0" fmla="*/ 213318 w 338158"/>
                  <a:gd name="connsiteY0" fmla="*/ 0 h 623599"/>
                  <a:gd name="connsiteX1" fmla="*/ 37428 w 338158"/>
                  <a:gd name="connsiteY1" fmla="*/ 127221 h 623599"/>
                  <a:gd name="connsiteX2" fmla="*/ 992 w 338158"/>
                  <a:gd name="connsiteY2" fmla="*/ 295348 h 623599"/>
                  <a:gd name="connsiteX3" fmla="*/ 2288 w 338158"/>
                  <a:gd name="connsiteY3" fmla="*/ 423323 h 623599"/>
                  <a:gd name="connsiteX4" fmla="*/ 47130 w 338158"/>
                  <a:gd name="connsiteY4" fmla="*/ 623599 h 623599"/>
                  <a:gd name="connsiteX5" fmla="*/ 338158 w 338158"/>
                  <a:gd name="connsiteY5" fmla="*/ 439736 h 623599"/>
                  <a:gd name="connsiteX6" fmla="*/ 306368 w 338158"/>
                  <a:gd name="connsiteY6" fmla="*/ 62186 h 623599"/>
                  <a:gd name="connsiteX0" fmla="*/ 213000 w 337840"/>
                  <a:gd name="connsiteY0" fmla="*/ 0 h 623599"/>
                  <a:gd name="connsiteX1" fmla="*/ 37110 w 337840"/>
                  <a:gd name="connsiteY1" fmla="*/ 127221 h 623599"/>
                  <a:gd name="connsiteX2" fmla="*/ 674 w 337840"/>
                  <a:gd name="connsiteY2" fmla="*/ 295348 h 623599"/>
                  <a:gd name="connsiteX3" fmla="*/ 6348 w 337840"/>
                  <a:gd name="connsiteY3" fmla="*/ 409159 h 623599"/>
                  <a:gd name="connsiteX4" fmla="*/ 46812 w 337840"/>
                  <a:gd name="connsiteY4" fmla="*/ 623599 h 623599"/>
                  <a:gd name="connsiteX5" fmla="*/ 337840 w 337840"/>
                  <a:gd name="connsiteY5" fmla="*/ 439736 h 623599"/>
                  <a:gd name="connsiteX6" fmla="*/ 306050 w 337840"/>
                  <a:gd name="connsiteY6" fmla="*/ 62186 h 623599"/>
                  <a:gd name="connsiteX0" fmla="*/ 206651 w 331491"/>
                  <a:gd name="connsiteY0" fmla="*/ 0 h 623599"/>
                  <a:gd name="connsiteX1" fmla="*/ 30761 w 331491"/>
                  <a:gd name="connsiteY1" fmla="*/ 127221 h 623599"/>
                  <a:gd name="connsiteX2" fmla="*/ 16211 w 331491"/>
                  <a:gd name="connsiteY2" fmla="*/ 267020 h 623599"/>
                  <a:gd name="connsiteX3" fmla="*/ -1 w 331491"/>
                  <a:gd name="connsiteY3" fmla="*/ 409159 h 623599"/>
                  <a:gd name="connsiteX4" fmla="*/ 40463 w 331491"/>
                  <a:gd name="connsiteY4" fmla="*/ 623599 h 623599"/>
                  <a:gd name="connsiteX5" fmla="*/ 331491 w 331491"/>
                  <a:gd name="connsiteY5" fmla="*/ 439736 h 623599"/>
                  <a:gd name="connsiteX6" fmla="*/ 299701 w 331491"/>
                  <a:gd name="connsiteY6" fmla="*/ 62186 h 623599"/>
                  <a:gd name="connsiteX0" fmla="*/ 215406 w 331492"/>
                  <a:gd name="connsiteY0" fmla="*/ 0 h 604713"/>
                  <a:gd name="connsiteX1" fmla="*/ 30762 w 331492"/>
                  <a:gd name="connsiteY1" fmla="*/ 108335 h 604713"/>
                  <a:gd name="connsiteX2" fmla="*/ 16212 w 331492"/>
                  <a:gd name="connsiteY2" fmla="*/ 248134 h 604713"/>
                  <a:gd name="connsiteX3" fmla="*/ 0 w 331492"/>
                  <a:gd name="connsiteY3" fmla="*/ 390273 h 604713"/>
                  <a:gd name="connsiteX4" fmla="*/ 40464 w 331492"/>
                  <a:gd name="connsiteY4" fmla="*/ 604713 h 604713"/>
                  <a:gd name="connsiteX5" fmla="*/ 331492 w 331492"/>
                  <a:gd name="connsiteY5" fmla="*/ 420850 h 604713"/>
                  <a:gd name="connsiteX6" fmla="*/ 299702 w 331492"/>
                  <a:gd name="connsiteY6" fmla="*/ 43300 h 604713"/>
                  <a:gd name="connsiteX0" fmla="*/ 215406 w 331492"/>
                  <a:gd name="connsiteY0" fmla="*/ 0 h 604713"/>
                  <a:gd name="connsiteX1" fmla="*/ 30762 w 331492"/>
                  <a:gd name="connsiteY1" fmla="*/ 108335 h 604713"/>
                  <a:gd name="connsiteX2" fmla="*/ 16212 w 331492"/>
                  <a:gd name="connsiteY2" fmla="*/ 248134 h 604713"/>
                  <a:gd name="connsiteX3" fmla="*/ 0 w 331492"/>
                  <a:gd name="connsiteY3" fmla="*/ 390273 h 604713"/>
                  <a:gd name="connsiteX4" fmla="*/ 40464 w 331492"/>
                  <a:gd name="connsiteY4" fmla="*/ 604713 h 604713"/>
                  <a:gd name="connsiteX5" fmla="*/ 331492 w 331492"/>
                  <a:gd name="connsiteY5" fmla="*/ 420850 h 604713"/>
                  <a:gd name="connsiteX6" fmla="*/ 299702 w 331492"/>
                  <a:gd name="connsiteY6" fmla="*/ 43300 h 604713"/>
                  <a:gd name="connsiteX0" fmla="*/ 215406 w 331492"/>
                  <a:gd name="connsiteY0" fmla="*/ 0 h 604713"/>
                  <a:gd name="connsiteX1" fmla="*/ 30762 w 331492"/>
                  <a:gd name="connsiteY1" fmla="*/ 108335 h 604713"/>
                  <a:gd name="connsiteX2" fmla="*/ 16212 w 331492"/>
                  <a:gd name="connsiteY2" fmla="*/ 248134 h 604713"/>
                  <a:gd name="connsiteX3" fmla="*/ 0 w 331492"/>
                  <a:gd name="connsiteY3" fmla="*/ 390273 h 604713"/>
                  <a:gd name="connsiteX4" fmla="*/ 40464 w 331492"/>
                  <a:gd name="connsiteY4" fmla="*/ 604713 h 604713"/>
                  <a:gd name="connsiteX5" fmla="*/ 331492 w 331492"/>
                  <a:gd name="connsiteY5" fmla="*/ 420850 h 604713"/>
                  <a:gd name="connsiteX6" fmla="*/ 299702 w 331492"/>
                  <a:gd name="connsiteY6" fmla="*/ 43300 h 604713"/>
                  <a:gd name="connsiteX0" fmla="*/ 215406 w 331492"/>
                  <a:gd name="connsiteY0" fmla="*/ 0 h 604713"/>
                  <a:gd name="connsiteX1" fmla="*/ 30762 w 331492"/>
                  <a:gd name="connsiteY1" fmla="*/ 108335 h 604713"/>
                  <a:gd name="connsiteX2" fmla="*/ 16212 w 331492"/>
                  <a:gd name="connsiteY2" fmla="*/ 248134 h 604713"/>
                  <a:gd name="connsiteX3" fmla="*/ 0 w 331492"/>
                  <a:gd name="connsiteY3" fmla="*/ 390273 h 604713"/>
                  <a:gd name="connsiteX4" fmla="*/ 40464 w 331492"/>
                  <a:gd name="connsiteY4" fmla="*/ 604713 h 604713"/>
                  <a:gd name="connsiteX5" fmla="*/ 331492 w 331492"/>
                  <a:gd name="connsiteY5" fmla="*/ 420850 h 604713"/>
                  <a:gd name="connsiteX6" fmla="*/ 299702 w 331492"/>
                  <a:gd name="connsiteY6" fmla="*/ 43300 h 604713"/>
                  <a:gd name="connsiteX0" fmla="*/ 215406 w 331492"/>
                  <a:gd name="connsiteY0" fmla="*/ 0 h 604713"/>
                  <a:gd name="connsiteX1" fmla="*/ 30762 w 331492"/>
                  <a:gd name="connsiteY1" fmla="*/ 108335 h 604713"/>
                  <a:gd name="connsiteX2" fmla="*/ 16212 w 331492"/>
                  <a:gd name="connsiteY2" fmla="*/ 248134 h 604713"/>
                  <a:gd name="connsiteX3" fmla="*/ 0 w 331492"/>
                  <a:gd name="connsiteY3" fmla="*/ 390273 h 604713"/>
                  <a:gd name="connsiteX4" fmla="*/ 40464 w 331492"/>
                  <a:gd name="connsiteY4" fmla="*/ 604713 h 604713"/>
                  <a:gd name="connsiteX5" fmla="*/ 331492 w 331492"/>
                  <a:gd name="connsiteY5" fmla="*/ 420850 h 604713"/>
                  <a:gd name="connsiteX6" fmla="*/ 299702 w 331492"/>
                  <a:gd name="connsiteY6" fmla="*/ 43300 h 604713"/>
                  <a:gd name="connsiteX0" fmla="*/ 216330 w 332416"/>
                  <a:gd name="connsiteY0" fmla="*/ 0 h 604713"/>
                  <a:gd name="connsiteX1" fmla="*/ 31686 w 332416"/>
                  <a:gd name="connsiteY1" fmla="*/ 108335 h 604713"/>
                  <a:gd name="connsiteX2" fmla="*/ 924 w 332416"/>
                  <a:gd name="connsiteY2" fmla="*/ 390273 h 604713"/>
                  <a:gd name="connsiteX3" fmla="*/ 41388 w 332416"/>
                  <a:gd name="connsiteY3" fmla="*/ 604713 h 604713"/>
                  <a:gd name="connsiteX4" fmla="*/ 332416 w 332416"/>
                  <a:gd name="connsiteY4" fmla="*/ 420850 h 604713"/>
                  <a:gd name="connsiteX5" fmla="*/ 300626 w 332416"/>
                  <a:gd name="connsiteY5" fmla="*/ 43300 h 604713"/>
                  <a:gd name="connsiteX0" fmla="*/ 216330 w 332416"/>
                  <a:gd name="connsiteY0" fmla="*/ 0 h 604713"/>
                  <a:gd name="connsiteX1" fmla="*/ 31686 w 332416"/>
                  <a:gd name="connsiteY1" fmla="*/ 108335 h 604713"/>
                  <a:gd name="connsiteX2" fmla="*/ 924 w 332416"/>
                  <a:gd name="connsiteY2" fmla="*/ 390273 h 604713"/>
                  <a:gd name="connsiteX3" fmla="*/ 41388 w 332416"/>
                  <a:gd name="connsiteY3" fmla="*/ 604713 h 604713"/>
                  <a:gd name="connsiteX4" fmla="*/ 332416 w 332416"/>
                  <a:gd name="connsiteY4" fmla="*/ 420850 h 604713"/>
                  <a:gd name="connsiteX5" fmla="*/ 300626 w 332416"/>
                  <a:gd name="connsiteY5" fmla="*/ 43300 h 604713"/>
                  <a:gd name="connsiteX0" fmla="*/ 216330 w 332416"/>
                  <a:gd name="connsiteY0" fmla="*/ 0 h 604713"/>
                  <a:gd name="connsiteX1" fmla="*/ 31686 w 332416"/>
                  <a:gd name="connsiteY1" fmla="*/ 108335 h 604713"/>
                  <a:gd name="connsiteX2" fmla="*/ 924 w 332416"/>
                  <a:gd name="connsiteY2" fmla="*/ 390273 h 604713"/>
                  <a:gd name="connsiteX3" fmla="*/ 41388 w 332416"/>
                  <a:gd name="connsiteY3" fmla="*/ 604713 h 604713"/>
                  <a:gd name="connsiteX4" fmla="*/ 332416 w 332416"/>
                  <a:gd name="connsiteY4" fmla="*/ 420850 h 604713"/>
                  <a:gd name="connsiteX5" fmla="*/ 300626 w 332416"/>
                  <a:gd name="connsiteY5" fmla="*/ 43300 h 604713"/>
                  <a:gd name="connsiteX0" fmla="*/ 216330 w 332416"/>
                  <a:gd name="connsiteY0" fmla="*/ 0 h 604713"/>
                  <a:gd name="connsiteX1" fmla="*/ 31686 w 332416"/>
                  <a:gd name="connsiteY1" fmla="*/ 108335 h 604713"/>
                  <a:gd name="connsiteX2" fmla="*/ 924 w 332416"/>
                  <a:gd name="connsiteY2" fmla="*/ 390273 h 604713"/>
                  <a:gd name="connsiteX3" fmla="*/ 41388 w 332416"/>
                  <a:gd name="connsiteY3" fmla="*/ 604713 h 604713"/>
                  <a:gd name="connsiteX4" fmla="*/ 332416 w 332416"/>
                  <a:gd name="connsiteY4" fmla="*/ 458621 h 604713"/>
                  <a:gd name="connsiteX5" fmla="*/ 300626 w 332416"/>
                  <a:gd name="connsiteY5" fmla="*/ 43300 h 604713"/>
                  <a:gd name="connsiteX0" fmla="*/ 216330 w 332416"/>
                  <a:gd name="connsiteY0" fmla="*/ 0 h 538613"/>
                  <a:gd name="connsiteX1" fmla="*/ 31686 w 332416"/>
                  <a:gd name="connsiteY1" fmla="*/ 108335 h 538613"/>
                  <a:gd name="connsiteX2" fmla="*/ 924 w 332416"/>
                  <a:gd name="connsiteY2" fmla="*/ 390273 h 538613"/>
                  <a:gd name="connsiteX3" fmla="*/ 19502 w 332416"/>
                  <a:gd name="connsiteY3" fmla="*/ 538613 h 538613"/>
                  <a:gd name="connsiteX4" fmla="*/ 332416 w 332416"/>
                  <a:gd name="connsiteY4" fmla="*/ 458621 h 538613"/>
                  <a:gd name="connsiteX5" fmla="*/ 300626 w 332416"/>
                  <a:gd name="connsiteY5" fmla="*/ 43300 h 538613"/>
                  <a:gd name="connsiteX0" fmla="*/ 212723 w 328809"/>
                  <a:gd name="connsiteY0" fmla="*/ 0 h 538613"/>
                  <a:gd name="connsiteX1" fmla="*/ 28079 w 328809"/>
                  <a:gd name="connsiteY1" fmla="*/ 108335 h 538613"/>
                  <a:gd name="connsiteX2" fmla="*/ 1694 w 328809"/>
                  <a:gd name="connsiteY2" fmla="*/ 361944 h 538613"/>
                  <a:gd name="connsiteX3" fmla="*/ 15895 w 328809"/>
                  <a:gd name="connsiteY3" fmla="*/ 538613 h 538613"/>
                  <a:gd name="connsiteX4" fmla="*/ 328809 w 328809"/>
                  <a:gd name="connsiteY4" fmla="*/ 458621 h 538613"/>
                  <a:gd name="connsiteX5" fmla="*/ 297019 w 328809"/>
                  <a:gd name="connsiteY5" fmla="*/ 43300 h 538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8809" h="538613">
                    <a:moveTo>
                      <a:pt x="212723" y="0"/>
                    </a:moveTo>
                    <a:cubicBezTo>
                      <a:pt x="101700" y="15694"/>
                      <a:pt x="63250" y="48011"/>
                      <a:pt x="28079" y="108335"/>
                    </a:cubicBezTo>
                    <a:cubicBezTo>
                      <a:pt x="-7092" y="168659"/>
                      <a:pt x="77" y="279214"/>
                      <a:pt x="1694" y="361944"/>
                    </a:cubicBezTo>
                    <a:cubicBezTo>
                      <a:pt x="11572" y="430030"/>
                      <a:pt x="-9443" y="446171"/>
                      <a:pt x="15895" y="538613"/>
                    </a:cubicBezTo>
                    <a:cubicBezTo>
                      <a:pt x="111268" y="517740"/>
                      <a:pt x="234536" y="541173"/>
                      <a:pt x="328809" y="458621"/>
                    </a:cubicBezTo>
                    <a:cubicBezTo>
                      <a:pt x="318030" y="347741"/>
                      <a:pt x="289964" y="143842"/>
                      <a:pt x="297019" y="43300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13" name="任意多边形: 形状 312">
              <a:extLst>
                <a:ext uri="{FF2B5EF4-FFF2-40B4-BE49-F238E27FC236}">
                  <a16:creationId xmlns:a16="http://schemas.microsoft.com/office/drawing/2014/main" id="{CCC60D3E-1BC0-07F0-F1F6-C4E0D07B1F68}"/>
                </a:ext>
              </a:extLst>
            </p:cNvPr>
            <p:cNvSpPr/>
            <p:nvPr/>
          </p:nvSpPr>
          <p:spPr>
            <a:xfrm>
              <a:off x="10207989" y="2989102"/>
              <a:ext cx="346586" cy="336111"/>
            </a:xfrm>
            <a:custGeom>
              <a:avLst/>
              <a:gdLst>
                <a:gd name="connsiteX0" fmla="*/ 217173 w 421960"/>
                <a:gd name="connsiteY0" fmla="*/ 322 h 454347"/>
                <a:gd name="connsiteX1" fmla="*/ 217173 w 421960"/>
                <a:gd name="connsiteY1" fmla="*/ 322 h 454347"/>
                <a:gd name="connsiteX2" fmla="*/ 20323 w 421960"/>
                <a:gd name="connsiteY2" fmla="*/ 167009 h 454347"/>
                <a:gd name="connsiteX3" fmla="*/ 4448 w 421960"/>
                <a:gd name="connsiteY3" fmla="*/ 235272 h 454347"/>
                <a:gd name="connsiteX4" fmla="*/ 6035 w 421960"/>
                <a:gd name="connsiteY4" fmla="*/ 362272 h 454347"/>
                <a:gd name="connsiteX5" fmla="*/ 98110 w 421960"/>
                <a:gd name="connsiteY5" fmla="*/ 436884 h 454347"/>
                <a:gd name="connsiteX6" fmla="*/ 175898 w 421960"/>
                <a:gd name="connsiteY6" fmla="*/ 449584 h 454347"/>
                <a:gd name="connsiteX7" fmla="*/ 213998 w 421960"/>
                <a:gd name="connsiteY7" fmla="*/ 454347 h 454347"/>
                <a:gd name="connsiteX8" fmla="*/ 271148 w 421960"/>
                <a:gd name="connsiteY8" fmla="*/ 428947 h 454347"/>
                <a:gd name="connsiteX9" fmla="*/ 396560 w 421960"/>
                <a:gd name="connsiteY9" fmla="*/ 287659 h 454347"/>
                <a:gd name="connsiteX10" fmla="*/ 414023 w 421960"/>
                <a:gd name="connsiteY10" fmla="*/ 235272 h 454347"/>
                <a:gd name="connsiteX11" fmla="*/ 421960 w 421960"/>
                <a:gd name="connsiteY11" fmla="*/ 135259 h 454347"/>
                <a:gd name="connsiteX12" fmla="*/ 402910 w 421960"/>
                <a:gd name="connsiteY12" fmla="*/ 90809 h 454347"/>
                <a:gd name="connsiteX13" fmla="*/ 366398 w 421960"/>
                <a:gd name="connsiteY13" fmla="*/ 47947 h 454347"/>
                <a:gd name="connsiteX14" fmla="*/ 314010 w 421960"/>
                <a:gd name="connsiteY14" fmla="*/ 17784 h 454347"/>
                <a:gd name="connsiteX15" fmla="*/ 253685 w 421960"/>
                <a:gd name="connsiteY15" fmla="*/ 8259 h 454347"/>
                <a:gd name="connsiteX16" fmla="*/ 166373 w 421960"/>
                <a:gd name="connsiteY16" fmla="*/ 1909 h 454347"/>
                <a:gd name="connsiteX17" fmla="*/ 247335 w 421960"/>
                <a:gd name="connsiteY17" fmla="*/ 60647 h 454347"/>
                <a:gd name="connsiteX18" fmla="*/ 161610 w 421960"/>
                <a:gd name="connsiteY18" fmla="*/ 24134 h 454347"/>
                <a:gd name="connsiteX19" fmla="*/ 166373 w 421960"/>
                <a:gd name="connsiteY19" fmla="*/ 27309 h 454347"/>
                <a:gd name="connsiteX20" fmla="*/ 166373 w 421960"/>
                <a:gd name="connsiteY20" fmla="*/ 27309 h 454347"/>
                <a:gd name="connsiteX0" fmla="*/ 217173 w 421960"/>
                <a:gd name="connsiteY0" fmla="*/ 322 h 454347"/>
                <a:gd name="connsiteX1" fmla="*/ 217173 w 421960"/>
                <a:gd name="connsiteY1" fmla="*/ 322 h 454347"/>
                <a:gd name="connsiteX2" fmla="*/ 20323 w 421960"/>
                <a:gd name="connsiteY2" fmla="*/ 167009 h 454347"/>
                <a:gd name="connsiteX3" fmla="*/ 4448 w 421960"/>
                <a:gd name="connsiteY3" fmla="*/ 235272 h 454347"/>
                <a:gd name="connsiteX4" fmla="*/ 6035 w 421960"/>
                <a:gd name="connsiteY4" fmla="*/ 362272 h 454347"/>
                <a:gd name="connsiteX5" fmla="*/ 98110 w 421960"/>
                <a:gd name="connsiteY5" fmla="*/ 436884 h 454347"/>
                <a:gd name="connsiteX6" fmla="*/ 175898 w 421960"/>
                <a:gd name="connsiteY6" fmla="*/ 449584 h 454347"/>
                <a:gd name="connsiteX7" fmla="*/ 213998 w 421960"/>
                <a:gd name="connsiteY7" fmla="*/ 454347 h 454347"/>
                <a:gd name="connsiteX8" fmla="*/ 271148 w 421960"/>
                <a:gd name="connsiteY8" fmla="*/ 428947 h 454347"/>
                <a:gd name="connsiteX9" fmla="*/ 396560 w 421960"/>
                <a:gd name="connsiteY9" fmla="*/ 287659 h 454347"/>
                <a:gd name="connsiteX10" fmla="*/ 414023 w 421960"/>
                <a:gd name="connsiteY10" fmla="*/ 235272 h 454347"/>
                <a:gd name="connsiteX11" fmla="*/ 421960 w 421960"/>
                <a:gd name="connsiteY11" fmla="*/ 135259 h 454347"/>
                <a:gd name="connsiteX12" fmla="*/ 402910 w 421960"/>
                <a:gd name="connsiteY12" fmla="*/ 90809 h 454347"/>
                <a:gd name="connsiteX13" fmla="*/ 366398 w 421960"/>
                <a:gd name="connsiteY13" fmla="*/ 47947 h 454347"/>
                <a:gd name="connsiteX14" fmla="*/ 314010 w 421960"/>
                <a:gd name="connsiteY14" fmla="*/ 17784 h 454347"/>
                <a:gd name="connsiteX15" fmla="*/ 253685 w 421960"/>
                <a:gd name="connsiteY15" fmla="*/ 8259 h 454347"/>
                <a:gd name="connsiteX16" fmla="*/ 166373 w 421960"/>
                <a:gd name="connsiteY16" fmla="*/ 1909 h 454347"/>
                <a:gd name="connsiteX17" fmla="*/ 161610 w 421960"/>
                <a:gd name="connsiteY17" fmla="*/ 24134 h 454347"/>
                <a:gd name="connsiteX18" fmla="*/ 166373 w 421960"/>
                <a:gd name="connsiteY18" fmla="*/ 27309 h 454347"/>
                <a:gd name="connsiteX19" fmla="*/ 166373 w 421960"/>
                <a:gd name="connsiteY19" fmla="*/ 27309 h 454347"/>
                <a:gd name="connsiteX0" fmla="*/ 217173 w 421960"/>
                <a:gd name="connsiteY0" fmla="*/ 322 h 454347"/>
                <a:gd name="connsiteX1" fmla="*/ 20323 w 421960"/>
                <a:gd name="connsiteY1" fmla="*/ 167009 h 454347"/>
                <a:gd name="connsiteX2" fmla="*/ 4448 w 421960"/>
                <a:gd name="connsiteY2" fmla="*/ 235272 h 454347"/>
                <a:gd name="connsiteX3" fmla="*/ 6035 w 421960"/>
                <a:gd name="connsiteY3" fmla="*/ 362272 h 454347"/>
                <a:gd name="connsiteX4" fmla="*/ 98110 w 421960"/>
                <a:gd name="connsiteY4" fmla="*/ 436884 h 454347"/>
                <a:gd name="connsiteX5" fmla="*/ 175898 w 421960"/>
                <a:gd name="connsiteY5" fmla="*/ 449584 h 454347"/>
                <a:gd name="connsiteX6" fmla="*/ 213998 w 421960"/>
                <a:gd name="connsiteY6" fmla="*/ 454347 h 454347"/>
                <a:gd name="connsiteX7" fmla="*/ 271148 w 421960"/>
                <a:gd name="connsiteY7" fmla="*/ 428947 h 454347"/>
                <a:gd name="connsiteX8" fmla="*/ 396560 w 421960"/>
                <a:gd name="connsiteY8" fmla="*/ 287659 h 454347"/>
                <a:gd name="connsiteX9" fmla="*/ 414023 w 421960"/>
                <a:gd name="connsiteY9" fmla="*/ 235272 h 454347"/>
                <a:gd name="connsiteX10" fmla="*/ 421960 w 421960"/>
                <a:gd name="connsiteY10" fmla="*/ 135259 h 454347"/>
                <a:gd name="connsiteX11" fmla="*/ 402910 w 421960"/>
                <a:gd name="connsiteY11" fmla="*/ 90809 h 454347"/>
                <a:gd name="connsiteX12" fmla="*/ 366398 w 421960"/>
                <a:gd name="connsiteY12" fmla="*/ 47947 h 454347"/>
                <a:gd name="connsiteX13" fmla="*/ 314010 w 421960"/>
                <a:gd name="connsiteY13" fmla="*/ 17784 h 454347"/>
                <a:gd name="connsiteX14" fmla="*/ 253685 w 421960"/>
                <a:gd name="connsiteY14" fmla="*/ 8259 h 454347"/>
                <a:gd name="connsiteX15" fmla="*/ 166373 w 421960"/>
                <a:gd name="connsiteY15" fmla="*/ 1909 h 454347"/>
                <a:gd name="connsiteX16" fmla="*/ 161610 w 421960"/>
                <a:gd name="connsiteY16" fmla="*/ 24134 h 454347"/>
                <a:gd name="connsiteX17" fmla="*/ 166373 w 421960"/>
                <a:gd name="connsiteY17" fmla="*/ 27309 h 454347"/>
                <a:gd name="connsiteX18" fmla="*/ 166373 w 421960"/>
                <a:gd name="connsiteY18" fmla="*/ 27309 h 454347"/>
                <a:gd name="connsiteX0" fmla="*/ 217173 w 421960"/>
                <a:gd name="connsiteY0" fmla="*/ 322 h 454347"/>
                <a:gd name="connsiteX1" fmla="*/ 20323 w 421960"/>
                <a:gd name="connsiteY1" fmla="*/ 167009 h 454347"/>
                <a:gd name="connsiteX2" fmla="*/ 4448 w 421960"/>
                <a:gd name="connsiteY2" fmla="*/ 235272 h 454347"/>
                <a:gd name="connsiteX3" fmla="*/ 6035 w 421960"/>
                <a:gd name="connsiteY3" fmla="*/ 362272 h 454347"/>
                <a:gd name="connsiteX4" fmla="*/ 98110 w 421960"/>
                <a:gd name="connsiteY4" fmla="*/ 436884 h 454347"/>
                <a:gd name="connsiteX5" fmla="*/ 175898 w 421960"/>
                <a:gd name="connsiteY5" fmla="*/ 449584 h 454347"/>
                <a:gd name="connsiteX6" fmla="*/ 213998 w 421960"/>
                <a:gd name="connsiteY6" fmla="*/ 454347 h 454347"/>
                <a:gd name="connsiteX7" fmla="*/ 271148 w 421960"/>
                <a:gd name="connsiteY7" fmla="*/ 428947 h 454347"/>
                <a:gd name="connsiteX8" fmla="*/ 396560 w 421960"/>
                <a:gd name="connsiteY8" fmla="*/ 287659 h 454347"/>
                <a:gd name="connsiteX9" fmla="*/ 414023 w 421960"/>
                <a:gd name="connsiteY9" fmla="*/ 235272 h 454347"/>
                <a:gd name="connsiteX10" fmla="*/ 421960 w 421960"/>
                <a:gd name="connsiteY10" fmla="*/ 135259 h 454347"/>
                <a:gd name="connsiteX11" fmla="*/ 402910 w 421960"/>
                <a:gd name="connsiteY11" fmla="*/ 90809 h 454347"/>
                <a:gd name="connsiteX12" fmla="*/ 366398 w 421960"/>
                <a:gd name="connsiteY12" fmla="*/ 47947 h 454347"/>
                <a:gd name="connsiteX13" fmla="*/ 314010 w 421960"/>
                <a:gd name="connsiteY13" fmla="*/ 17784 h 454347"/>
                <a:gd name="connsiteX14" fmla="*/ 253685 w 421960"/>
                <a:gd name="connsiteY14" fmla="*/ 8259 h 454347"/>
                <a:gd name="connsiteX15" fmla="*/ 166373 w 421960"/>
                <a:gd name="connsiteY15" fmla="*/ 1909 h 454347"/>
                <a:gd name="connsiteX16" fmla="*/ 161610 w 421960"/>
                <a:gd name="connsiteY16" fmla="*/ 24134 h 454347"/>
                <a:gd name="connsiteX17" fmla="*/ 166373 w 421960"/>
                <a:gd name="connsiteY17" fmla="*/ 27309 h 454347"/>
                <a:gd name="connsiteX18" fmla="*/ 61598 w 421960"/>
                <a:gd name="connsiteY18" fmla="*/ 59059 h 454347"/>
                <a:gd name="connsiteX0" fmla="*/ 217173 w 421960"/>
                <a:gd name="connsiteY0" fmla="*/ 322 h 454347"/>
                <a:gd name="connsiteX1" fmla="*/ 20323 w 421960"/>
                <a:gd name="connsiteY1" fmla="*/ 167009 h 454347"/>
                <a:gd name="connsiteX2" fmla="*/ 4448 w 421960"/>
                <a:gd name="connsiteY2" fmla="*/ 235272 h 454347"/>
                <a:gd name="connsiteX3" fmla="*/ 6035 w 421960"/>
                <a:gd name="connsiteY3" fmla="*/ 362272 h 454347"/>
                <a:gd name="connsiteX4" fmla="*/ 98110 w 421960"/>
                <a:gd name="connsiteY4" fmla="*/ 436884 h 454347"/>
                <a:gd name="connsiteX5" fmla="*/ 175898 w 421960"/>
                <a:gd name="connsiteY5" fmla="*/ 449584 h 454347"/>
                <a:gd name="connsiteX6" fmla="*/ 213998 w 421960"/>
                <a:gd name="connsiteY6" fmla="*/ 454347 h 454347"/>
                <a:gd name="connsiteX7" fmla="*/ 271148 w 421960"/>
                <a:gd name="connsiteY7" fmla="*/ 428947 h 454347"/>
                <a:gd name="connsiteX8" fmla="*/ 396560 w 421960"/>
                <a:gd name="connsiteY8" fmla="*/ 287659 h 454347"/>
                <a:gd name="connsiteX9" fmla="*/ 414023 w 421960"/>
                <a:gd name="connsiteY9" fmla="*/ 235272 h 454347"/>
                <a:gd name="connsiteX10" fmla="*/ 421960 w 421960"/>
                <a:gd name="connsiteY10" fmla="*/ 135259 h 454347"/>
                <a:gd name="connsiteX11" fmla="*/ 402910 w 421960"/>
                <a:gd name="connsiteY11" fmla="*/ 90809 h 454347"/>
                <a:gd name="connsiteX12" fmla="*/ 366398 w 421960"/>
                <a:gd name="connsiteY12" fmla="*/ 47947 h 454347"/>
                <a:gd name="connsiteX13" fmla="*/ 314010 w 421960"/>
                <a:gd name="connsiteY13" fmla="*/ 17784 h 454347"/>
                <a:gd name="connsiteX14" fmla="*/ 253685 w 421960"/>
                <a:gd name="connsiteY14" fmla="*/ 8259 h 454347"/>
                <a:gd name="connsiteX15" fmla="*/ 166373 w 421960"/>
                <a:gd name="connsiteY15" fmla="*/ 1909 h 454347"/>
                <a:gd name="connsiteX16" fmla="*/ 161610 w 421960"/>
                <a:gd name="connsiteY16" fmla="*/ 24134 h 454347"/>
                <a:gd name="connsiteX17" fmla="*/ 164786 w 421960"/>
                <a:gd name="connsiteY17" fmla="*/ 90809 h 454347"/>
                <a:gd name="connsiteX18" fmla="*/ 61598 w 421960"/>
                <a:gd name="connsiteY18" fmla="*/ 59059 h 454347"/>
                <a:gd name="connsiteX0" fmla="*/ 217173 w 421960"/>
                <a:gd name="connsiteY0" fmla="*/ 46038 h 500063"/>
                <a:gd name="connsiteX1" fmla="*/ 20323 w 421960"/>
                <a:gd name="connsiteY1" fmla="*/ 212725 h 500063"/>
                <a:gd name="connsiteX2" fmla="*/ 4448 w 421960"/>
                <a:gd name="connsiteY2" fmla="*/ 280988 h 500063"/>
                <a:gd name="connsiteX3" fmla="*/ 6035 w 421960"/>
                <a:gd name="connsiteY3" fmla="*/ 407988 h 500063"/>
                <a:gd name="connsiteX4" fmla="*/ 98110 w 421960"/>
                <a:gd name="connsiteY4" fmla="*/ 482600 h 500063"/>
                <a:gd name="connsiteX5" fmla="*/ 175898 w 421960"/>
                <a:gd name="connsiteY5" fmla="*/ 495300 h 500063"/>
                <a:gd name="connsiteX6" fmla="*/ 213998 w 421960"/>
                <a:gd name="connsiteY6" fmla="*/ 500063 h 500063"/>
                <a:gd name="connsiteX7" fmla="*/ 271148 w 421960"/>
                <a:gd name="connsiteY7" fmla="*/ 474663 h 500063"/>
                <a:gd name="connsiteX8" fmla="*/ 396560 w 421960"/>
                <a:gd name="connsiteY8" fmla="*/ 333375 h 500063"/>
                <a:gd name="connsiteX9" fmla="*/ 414023 w 421960"/>
                <a:gd name="connsiteY9" fmla="*/ 280988 h 500063"/>
                <a:gd name="connsiteX10" fmla="*/ 421960 w 421960"/>
                <a:gd name="connsiteY10" fmla="*/ 180975 h 500063"/>
                <a:gd name="connsiteX11" fmla="*/ 402910 w 421960"/>
                <a:gd name="connsiteY11" fmla="*/ 136525 h 500063"/>
                <a:gd name="connsiteX12" fmla="*/ 366398 w 421960"/>
                <a:gd name="connsiteY12" fmla="*/ 93663 h 500063"/>
                <a:gd name="connsiteX13" fmla="*/ 314010 w 421960"/>
                <a:gd name="connsiteY13" fmla="*/ 63500 h 500063"/>
                <a:gd name="connsiteX14" fmla="*/ 253685 w 421960"/>
                <a:gd name="connsiteY14" fmla="*/ 53975 h 500063"/>
                <a:gd name="connsiteX15" fmla="*/ 166373 w 421960"/>
                <a:gd name="connsiteY15" fmla="*/ 47625 h 500063"/>
                <a:gd name="connsiteX16" fmla="*/ 91760 w 421960"/>
                <a:gd name="connsiteY16" fmla="*/ 0 h 500063"/>
                <a:gd name="connsiteX17" fmla="*/ 164786 w 421960"/>
                <a:gd name="connsiteY17" fmla="*/ 136525 h 500063"/>
                <a:gd name="connsiteX18" fmla="*/ 61598 w 421960"/>
                <a:gd name="connsiteY18" fmla="*/ 104775 h 500063"/>
                <a:gd name="connsiteX0" fmla="*/ 166373 w 421960"/>
                <a:gd name="connsiteY0" fmla="*/ 193675 h 500063"/>
                <a:gd name="connsiteX1" fmla="*/ 20323 w 421960"/>
                <a:gd name="connsiteY1" fmla="*/ 212725 h 500063"/>
                <a:gd name="connsiteX2" fmla="*/ 4448 w 421960"/>
                <a:gd name="connsiteY2" fmla="*/ 280988 h 500063"/>
                <a:gd name="connsiteX3" fmla="*/ 6035 w 421960"/>
                <a:gd name="connsiteY3" fmla="*/ 407988 h 500063"/>
                <a:gd name="connsiteX4" fmla="*/ 98110 w 421960"/>
                <a:gd name="connsiteY4" fmla="*/ 482600 h 500063"/>
                <a:gd name="connsiteX5" fmla="*/ 175898 w 421960"/>
                <a:gd name="connsiteY5" fmla="*/ 495300 h 500063"/>
                <a:gd name="connsiteX6" fmla="*/ 213998 w 421960"/>
                <a:gd name="connsiteY6" fmla="*/ 500063 h 500063"/>
                <a:gd name="connsiteX7" fmla="*/ 271148 w 421960"/>
                <a:gd name="connsiteY7" fmla="*/ 474663 h 500063"/>
                <a:gd name="connsiteX8" fmla="*/ 396560 w 421960"/>
                <a:gd name="connsiteY8" fmla="*/ 333375 h 500063"/>
                <a:gd name="connsiteX9" fmla="*/ 414023 w 421960"/>
                <a:gd name="connsiteY9" fmla="*/ 280988 h 500063"/>
                <a:gd name="connsiteX10" fmla="*/ 421960 w 421960"/>
                <a:gd name="connsiteY10" fmla="*/ 180975 h 500063"/>
                <a:gd name="connsiteX11" fmla="*/ 402910 w 421960"/>
                <a:gd name="connsiteY11" fmla="*/ 136525 h 500063"/>
                <a:gd name="connsiteX12" fmla="*/ 366398 w 421960"/>
                <a:gd name="connsiteY12" fmla="*/ 93663 h 500063"/>
                <a:gd name="connsiteX13" fmla="*/ 314010 w 421960"/>
                <a:gd name="connsiteY13" fmla="*/ 63500 h 500063"/>
                <a:gd name="connsiteX14" fmla="*/ 253685 w 421960"/>
                <a:gd name="connsiteY14" fmla="*/ 53975 h 500063"/>
                <a:gd name="connsiteX15" fmla="*/ 166373 w 421960"/>
                <a:gd name="connsiteY15" fmla="*/ 47625 h 500063"/>
                <a:gd name="connsiteX16" fmla="*/ 91760 w 421960"/>
                <a:gd name="connsiteY16" fmla="*/ 0 h 500063"/>
                <a:gd name="connsiteX17" fmla="*/ 164786 w 421960"/>
                <a:gd name="connsiteY17" fmla="*/ 136525 h 500063"/>
                <a:gd name="connsiteX18" fmla="*/ 61598 w 421960"/>
                <a:gd name="connsiteY18" fmla="*/ 104775 h 500063"/>
                <a:gd name="connsiteX0" fmla="*/ 88586 w 421960"/>
                <a:gd name="connsiteY0" fmla="*/ 142875 h 500063"/>
                <a:gd name="connsiteX1" fmla="*/ 20323 w 421960"/>
                <a:gd name="connsiteY1" fmla="*/ 212725 h 500063"/>
                <a:gd name="connsiteX2" fmla="*/ 4448 w 421960"/>
                <a:gd name="connsiteY2" fmla="*/ 280988 h 500063"/>
                <a:gd name="connsiteX3" fmla="*/ 6035 w 421960"/>
                <a:gd name="connsiteY3" fmla="*/ 407988 h 500063"/>
                <a:gd name="connsiteX4" fmla="*/ 98110 w 421960"/>
                <a:gd name="connsiteY4" fmla="*/ 482600 h 500063"/>
                <a:gd name="connsiteX5" fmla="*/ 175898 w 421960"/>
                <a:gd name="connsiteY5" fmla="*/ 495300 h 500063"/>
                <a:gd name="connsiteX6" fmla="*/ 213998 w 421960"/>
                <a:gd name="connsiteY6" fmla="*/ 500063 h 500063"/>
                <a:gd name="connsiteX7" fmla="*/ 271148 w 421960"/>
                <a:gd name="connsiteY7" fmla="*/ 474663 h 500063"/>
                <a:gd name="connsiteX8" fmla="*/ 396560 w 421960"/>
                <a:gd name="connsiteY8" fmla="*/ 333375 h 500063"/>
                <a:gd name="connsiteX9" fmla="*/ 414023 w 421960"/>
                <a:gd name="connsiteY9" fmla="*/ 280988 h 500063"/>
                <a:gd name="connsiteX10" fmla="*/ 421960 w 421960"/>
                <a:gd name="connsiteY10" fmla="*/ 180975 h 500063"/>
                <a:gd name="connsiteX11" fmla="*/ 402910 w 421960"/>
                <a:gd name="connsiteY11" fmla="*/ 136525 h 500063"/>
                <a:gd name="connsiteX12" fmla="*/ 366398 w 421960"/>
                <a:gd name="connsiteY12" fmla="*/ 93663 h 500063"/>
                <a:gd name="connsiteX13" fmla="*/ 314010 w 421960"/>
                <a:gd name="connsiteY13" fmla="*/ 63500 h 500063"/>
                <a:gd name="connsiteX14" fmla="*/ 253685 w 421960"/>
                <a:gd name="connsiteY14" fmla="*/ 53975 h 500063"/>
                <a:gd name="connsiteX15" fmla="*/ 166373 w 421960"/>
                <a:gd name="connsiteY15" fmla="*/ 47625 h 500063"/>
                <a:gd name="connsiteX16" fmla="*/ 91760 w 421960"/>
                <a:gd name="connsiteY16" fmla="*/ 0 h 500063"/>
                <a:gd name="connsiteX17" fmla="*/ 164786 w 421960"/>
                <a:gd name="connsiteY17" fmla="*/ 136525 h 500063"/>
                <a:gd name="connsiteX18" fmla="*/ 61598 w 421960"/>
                <a:gd name="connsiteY18" fmla="*/ 104775 h 500063"/>
                <a:gd name="connsiteX0" fmla="*/ 88586 w 421960"/>
                <a:gd name="connsiteY0" fmla="*/ 142875 h 500063"/>
                <a:gd name="connsiteX1" fmla="*/ 20323 w 421960"/>
                <a:gd name="connsiteY1" fmla="*/ 212725 h 500063"/>
                <a:gd name="connsiteX2" fmla="*/ 4448 w 421960"/>
                <a:gd name="connsiteY2" fmla="*/ 280988 h 500063"/>
                <a:gd name="connsiteX3" fmla="*/ 6035 w 421960"/>
                <a:gd name="connsiteY3" fmla="*/ 407988 h 500063"/>
                <a:gd name="connsiteX4" fmla="*/ 98110 w 421960"/>
                <a:gd name="connsiteY4" fmla="*/ 482600 h 500063"/>
                <a:gd name="connsiteX5" fmla="*/ 175898 w 421960"/>
                <a:gd name="connsiteY5" fmla="*/ 495300 h 500063"/>
                <a:gd name="connsiteX6" fmla="*/ 213998 w 421960"/>
                <a:gd name="connsiteY6" fmla="*/ 500063 h 500063"/>
                <a:gd name="connsiteX7" fmla="*/ 271148 w 421960"/>
                <a:gd name="connsiteY7" fmla="*/ 474663 h 500063"/>
                <a:gd name="connsiteX8" fmla="*/ 396560 w 421960"/>
                <a:gd name="connsiteY8" fmla="*/ 333375 h 500063"/>
                <a:gd name="connsiteX9" fmla="*/ 414023 w 421960"/>
                <a:gd name="connsiteY9" fmla="*/ 280988 h 500063"/>
                <a:gd name="connsiteX10" fmla="*/ 421960 w 421960"/>
                <a:gd name="connsiteY10" fmla="*/ 180975 h 500063"/>
                <a:gd name="connsiteX11" fmla="*/ 402910 w 421960"/>
                <a:gd name="connsiteY11" fmla="*/ 136525 h 500063"/>
                <a:gd name="connsiteX12" fmla="*/ 366398 w 421960"/>
                <a:gd name="connsiteY12" fmla="*/ 93663 h 500063"/>
                <a:gd name="connsiteX13" fmla="*/ 314010 w 421960"/>
                <a:gd name="connsiteY13" fmla="*/ 63500 h 500063"/>
                <a:gd name="connsiteX14" fmla="*/ 253685 w 421960"/>
                <a:gd name="connsiteY14" fmla="*/ 53975 h 500063"/>
                <a:gd name="connsiteX15" fmla="*/ 166373 w 421960"/>
                <a:gd name="connsiteY15" fmla="*/ 47625 h 500063"/>
                <a:gd name="connsiteX16" fmla="*/ 91760 w 421960"/>
                <a:gd name="connsiteY16" fmla="*/ 0 h 500063"/>
                <a:gd name="connsiteX17" fmla="*/ 164786 w 421960"/>
                <a:gd name="connsiteY17" fmla="*/ 136525 h 500063"/>
                <a:gd name="connsiteX18" fmla="*/ 99698 w 421960"/>
                <a:gd name="connsiteY18" fmla="*/ 149225 h 500063"/>
                <a:gd name="connsiteX0" fmla="*/ 88586 w 421960"/>
                <a:gd name="connsiteY0" fmla="*/ 142875 h 500063"/>
                <a:gd name="connsiteX1" fmla="*/ 20323 w 421960"/>
                <a:gd name="connsiteY1" fmla="*/ 212725 h 500063"/>
                <a:gd name="connsiteX2" fmla="*/ 4448 w 421960"/>
                <a:gd name="connsiteY2" fmla="*/ 280988 h 500063"/>
                <a:gd name="connsiteX3" fmla="*/ 6035 w 421960"/>
                <a:gd name="connsiteY3" fmla="*/ 407988 h 500063"/>
                <a:gd name="connsiteX4" fmla="*/ 98110 w 421960"/>
                <a:gd name="connsiteY4" fmla="*/ 482600 h 500063"/>
                <a:gd name="connsiteX5" fmla="*/ 175898 w 421960"/>
                <a:gd name="connsiteY5" fmla="*/ 495300 h 500063"/>
                <a:gd name="connsiteX6" fmla="*/ 213998 w 421960"/>
                <a:gd name="connsiteY6" fmla="*/ 500063 h 500063"/>
                <a:gd name="connsiteX7" fmla="*/ 271148 w 421960"/>
                <a:gd name="connsiteY7" fmla="*/ 474663 h 500063"/>
                <a:gd name="connsiteX8" fmla="*/ 396560 w 421960"/>
                <a:gd name="connsiteY8" fmla="*/ 333375 h 500063"/>
                <a:gd name="connsiteX9" fmla="*/ 414023 w 421960"/>
                <a:gd name="connsiteY9" fmla="*/ 280988 h 500063"/>
                <a:gd name="connsiteX10" fmla="*/ 421960 w 421960"/>
                <a:gd name="connsiteY10" fmla="*/ 180975 h 500063"/>
                <a:gd name="connsiteX11" fmla="*/ 402910 w 421960"/>
                <a:gd name="connsiteY11" fmla="*/ 136525 h 500063"/>
                <a:gd name="connsiteX12" fmla="*/ 366398 w 421960"/>
                <a:gd name="connsiteY12" fmla="*/ 93663 h 500063"/>
                <a:gd name="connsiteX13" fmla="*/ 314010 w 421960"/>
                <a:gd name="connsiteY13" fmla="*/ 63500 h 500063"/>
                <a:gd name="connsiteX14" fmla="*/ 253685 w 421960"/>
                <a:gd name="connsiteY14" fmla="*/ 53975 h 500063"/>
                <a:gd name="connsiteX15" fmla="*/ 166373 w 421960"/>
                <a:gd name="connsiteY15" fmla="*/ 47625 h 500063"/>
                <a:gd name="connsiteX16" fmla="*/ 91760 w 421960"/>
                <a:gd name="connsiteY16" fmla="*/ 0 h 500063"/>
                <a:gd name="connsiteX17" fmla="*/ 129861 w 421960"/>
                <a:gd name="connsiteY17" fmla="*/ 120650 h 500063"/>
                <a:gd name="connsiteX18" fmla="*/ 99698 w 421960"/>
                <a:gd name="connsiteY18" fmla="*/ 149225 h 500063"/>
                <a:gd name="connsiteX0" fmla="*/ 88586 w 421960"/>
                <a:gd name="connsiteY0" fmla="*/ 142875 h 500063"/>
                <a:gd name="connsiteX1" fmla="*/ 20323 w 421960"/>
                <a:gd name="connsiteY1" fmla="*/ 212725 h 500063"/>
                <a:gd name="connsiteX2" fmla="*/ 4448 w 421960"/>
                <a:gd name="connsiteY2" fmla="*/ 280988 h 500063"/>
                <a:gd name="connsiteX3" fmla="*/ 6035 w 421960"/>
                <a:gd name="connsiteY3" fmla="*/ 407988 h 500063"/>
                <a:gd name="connsiteX4" fmla="*/ 98110 w 421960"/>
                <a:gd name="connsiteY4" fmla="*/ 482600 h 500063"/>
                <a:gd name="connsiteX5" fmla="*/ 175898 w 421960"/>
                <a:gd name="connsiteY5" fmla="*/ 495300 h 500063"/>
                <a:gd name="connsiteX6" fmla="*/ 213998 w 421960"/>
                <a:gd name="connsiteY6" fmla="*/ 500063 h 500063"/>
                <a:gd name="connsiteX7" fmla="*/ 271148 w 421960"/>
                <a:gd name="connsiteY7" fmla="*/ 474663 h 500063"/>
                <a:gd name="connsiteX8" fmla="*/ 396560 w 421960"/>
                <a:gd name="connsiteY8" fmla="*/ 333375 h 500063"/>
                <a:gd name="connsiteX9" fmla="*/ 414023 w 421960"/>
                <a:gd name="connsiteY9" fmla="*/ 280988 h 500063"/>
                <a:gd name="connsiteX10" fmla="*/ 421960 w 421960"/>
                <a:gd name="connsiteY10" fmla="*/ 180975 h 500063"/>
                <a:gd name="connsiteX11" fmla="*/ 402910 w 421960"/>
                <a:gd name="connsiteY11" fmla="*/ 136525 h 500063"/>
                <a:gd name="connsiteX12" fmla="*/ 366398 w 421960"/>
                <a:gd name="connsiteY12" fmla="*/ 93663 h 500063"/>
                <a:gd name="connsiteX13" fmla="*/ 314010 w 421960"/>
                <a:gd name="connsiteY13" fmla="*/ 63500 h 500063"/>
                <a:gd name="connsiteX14" fmla="*/ 253685 w 421960"/>
                <a:gd name="connsiteY14" fmla="*/ 53975 h 500063"/>
                <a:gd name="connsiteX15" fmla="*/ 204473 w 421960"/>
                <a:gd name="connsiteY15" fmla="*/ 60325 h 500063"/>
                <a:gd name="connsiteX16" fmla="*/ 91760 w 421960"/>
                <a:gd name="connsiteY16" fmla="*/ 0 h 500063"/>
                <a:gd name="connsiteX17" fmla="*/ 129861 w 421960"/>
                <a:gd name="connsiteY17" fmla="*/ 120650 h 500063"/>
                <a:gd name="connsiteX18" fmla="*/ 99698 w 421960"/>
                <a:gd name="connsiteY18" fmla="*/ 149225 h 500063"/>
                <a:gd name="connsiteX0" fmla="*/ 88586 w 421960"/>
                <a:gd name="connsiteY0" fmla="*/ 93624 h 450812"/>
                <a:gd name="connsiteX1" fmla="*/ 20323 w 421960"/>
                <a:gd name="connsiteY1" fmla="*/ 163474 h 450812"/>
                <a:gd name="connsiteX2" fmla="*/ 4448 w 421960"/>
                <a:gd name="connsiteY2" fmla="*/ 231737 h 450812"/>
                <a:gd name="connsiteX3" fmla="*/ 6035 w 421960"/>
                <a:gd name="connsiteY3" fmla="*/ 358737 h 450812"/>
                <a:gd name="connsiteX4" fmla="*/ 98110 w 421960"/>
                <a:gd name="connsiteY4" fmla="*/ 433349 h 450812"/>
                <a:gd name="connsiteX5" fmla="*/ 175898 w 421960"/>
                <a:gd name="connsiteY5" fmla="*/ 446049 h 450812"/>
                <a:gd name="connsiteX6" fmla="*/ 213998 w 421960"/>
                <a:gd name="connsiteY6" fmla="*/ 450812 h 450812"/>
                <a:gd name="connsiteX7" fmla="*/ 271148 w 421960"/>
                <a:gd name="connsiteY7" fmla="*/ 425412 h 450812"/>
                <a:gd name="connsiteX8" fmla="*/ 396560 w 421960"/>
                <a:gd name="connsiteY8" fmla="*/ 284124 h 450812"/>
                <a:gd name="connsiteX9" fmla="*/ 414023 w 421960"/>
                <a:gd name="connsiteY9" fmla="*/ 231737 h 450812"/>
                <a:gd name="connsiteX10" fmla="*/ 421960 w 421960"/>
                <a:gd name="connsiteY10" fmla="*/ 131724 h 450812"/>
                <a:gd name="connsiteX11" fmla="*/ 402910 w 421960"/>
                <a:gd name="connsiteY11" fmla="*/ 87274 h 450812"/>
                <a:gd name="connsiteX12" fmla="*/ 366398 w 421960"/>
                <a:gd name="connsiteY12" fmla="*/ 44412 h 450812"/>
                <a:gd name="connsiteX13" fmla="*/ 314010 w 421960"/>
                <a:gd name="connsiteY13" fmla="*/ 14249 h 450812"/>
                <a:gd name="connsiteX14" fmla="*/ 253685 w 421960"/>
                <a:gd name="connsiteY14" fmla="*/ 4724 h 450812"/>
                <a:gd name="connsiteX15" fmla="*/ 204473 w 421960"/>
                <a:gd name="connsiteY15" fmla="*/ 11074 h 450812"/>
                <a:gd name="connsiteX16" fmla="*/ 142560 w 421960"/>
                <a:gd name="connsiteY16" fmla="*/ 41236 h 450812"/>
                <a:gd name="connsiteX17" fmla="*/ 129861 w 421960"/>
                <a:gd name="connsiteY17" fmla="*/ 71399 h 450812"/>
                <a:gd name="connsiteX18" fmla="*/ 99698 w 421960"/>
                <a:gd name="connsiteY18" fmla="*/ 99974 h 450812"/>
                <a:gd name="connsiteX0" fmla="*/ 88586 w 460226"/>
                <a:gd name="connsiteY0" fmla="*/ 93624 h 450812"/>
                <a:gd name="connsiteX1" fmla="*/ 20323 w 460226"/>
                <a:gd name="connsiteY1" fmla="*/ 163474 h 450812"/>
                <a:gd name="connsiteX2" fmla="*/ 4448 w 460226"/>
                <a:gd name="connsiteY2" fmla="*/ 231737 h 450812"/>
                <a:gd name="connsiteX3" fmla="*/ 6035 w 460226"/>
                <a:gd name="connsiteY3" fmla="*/ 358737 h 450812"/>
                <a:gd name="connsiteX4" fmla="*/ 98110 w 460226"/>
                <a:gd name="connsiteY4" fmla="*/ 433349 h 450812"/>
                <a:gd name="connsiteX5" fmla="*/ 175898 w 460226"/>
                <a:gd name="connsiteY5" fmla="*/ 446049 h 450812"/>
                <a:gd name="connsiteX6" fmla="*/ 213998 w 460226"/>
                <a:gd name="connsiteY6" fmla="*/ 450812 h 450812"/>
                <a:gd name="connsiteX7" fmla="*/ 271148 w 460226"/>
                <a:gd name="connsiteY7" fmla="*/ 425412 h 450812"/>
                <a:gd name="connsiteX8" fmla="*/ 396560 w 460226"/>
                <a:gd name="connsiteY8" fmla="*/ 284124 h 450812"/>
                <a:gd name="connsiteX9" fmla="*/ 414023 w 460226"/>
                <a:gd name="connsiteY9" fmla="*/ 231737 h 450812"/>
                <a:gd name="connsiteX10" fmla="*/ 421960 w 460226"/>
                <a:gd name="connsiteY10" fmla="*/ 131724 h 450812"/>
                <a:gd name="connsiteX11" fmla="*/ 402910 w 460226"/>
                <a:gd name="connsiteY11" fmla="*/ 87274 h 450812"/>
                <a:gd name="connsiteX12" fmla="*/ 458473 w 460226"/>
                <a:gd name="connsiteY12" fmla="*/ 61875 h 450812"/>
                <a:gd name="connsiteX13" fmla="*/ 314010 w 460226"/>
                <a:gd name="connsiteY13" fmla="*/ 14249 h 450812"/>
                <a:gd name="connsiteX14" fmla="*/ 253685 w 460226"/>
                <a:gd name="connsiteY14" fmla="*/ 4724 h 450812"/>
                <a:gd name="connsiteX15" fmla="*/ 204473 w 460226"/>
                <a:gd name="connsiteY15" fmla="*/ 11074 h 450812"/>
                <a:gd name="connsiteX16" fmla="*/ 142560 w 460226"/>
                <a:gd name="connsiteY16" fmla="*/ 41236 h 450812"/>
                <a:gd name="connsiteX17" fmla="*/ 129861 w 460226"/>
                <a:gd name="connsiteY17" fmla="*/ 71399 h 450812"/>
                <a:gd name="connsiteX18" fmla="*/ 99698 w 460226"/>
                <a:gd name="connsiteY18" fmla="*/ 99974 h 450812"/>
                <a:gd name="connsiteX0" fmla="*/ 88586 w 462857"/>
                <a:gd name="connsiteY0" fmla="*/ 93624 h 450812"/>
                <a:gd name="connsiteX1" fmla="*/ 20323 w 462857"/>
                <a:gd name="connsiteY1" fmla="*/ 163474 h 450812"/>
                <a:gd name="connsiteX2" fmla="*/ 4448 w 462857"/>
                <a:gd name="connsiteY2" fmla="*/ 231737 h 450812"/>
                <a:gd name="connsiteX3" fmla="*/ 6035 w 462857"/>
                <a:gd name="connsiteY3" fmla="*/ 358737 h 450812"/>
                <a:gd name="connsiteX4" fmla="*/ 98110 w 462857"/>
                <a:gd name="connsiteY4" fmla="*/ 433349 h 450812"/>
                <a:gd name="connsiteX5" fmla="*/ 175898 w 462857"/>
                <a:gd name="connsiteY5" fmla="*/ 446049 h 450812"/>
                <a:gd name="connsiteX6" fmla="*/ 213998 w 462857"/>
                <a:gd name="connsiteY6" fmla="*/ 450812 h 450812"/>
                <a:gd name="connsiteX7" fmla="*/ 271148 w 462857"/>
                <a:gd name="connsiteY7" fmla="*/ 425412 h 450812"/>
                <a:gd name="connsiteX8" fmla="*/ 396560 w 462857"/>
                <a:gd name="connsiteY8" fmla="*/ 284124 h 450812"/>
                <a:gd name="connsiteX9" fmla="*/ 414023 w 462857"/>
                <a:gd name="connsiteY9" fmla="*/ 231737 h 450812"/>
                <a:gd name="connsiteX10" fmla="*/ 421960 w 462857"/>
                <a:gd name="connsiteY10" fmla="*/ 131724 h 450812"/>
                <a:gd name="connsiteX11" fmla="*/ 425135 w 462857"/>
                <a:gd name="connsiteY11" fmla="*/ 120611 h 450812"/>
                <a:gd name="connsiteX12" fmla="*/ 458473 w 462857"/>
                <a:gd name="connsiteY12" fmla="*/ 61875 h 450812"/>
                <a:gd name="connsiteX13" fmla="*/ 314010 w 462857"/>
                <a:gd name="connsiteY13" fmla="*/ 14249 h 450812"/>
                <a:gd name="connsiteX14" fmla="*/ 253685 w 462857"/>
                <a:gd name="connsiteY14" fmla="*/ 4724 h 450812"/>
                <a:gd name="connsiteX15" fmla="*/ 204473 w 462857"/>
                <a:gd name="connsiteY15" fmla="*/ 11074 h 450812"/>
                <a:gd name="connsiteX16" fmla="*/ 142560 w 462857"/>
                <a:gd name="connsiteY16" fmla="*/ 41236 h 450812"/>
                <a:gd name="connsiteX17" fmla="*/ 129861 w 462857"/>
                <a:gd name="connsiteY17" fmla="*/ 71399 h 450812"/>
                <a:gd name="connsiteX18" fmla="*/ 99698 w 462857"/>
                <a:gd name="connsiteY18" fmla="*/ 99974 h 450812"/>
                <a:gd name="connsiteX0" fmla="*/ 88586 w 462469"/>
                <a:gd name="connsiteY0" fmla="*/ 93624 h 450812"/>
                <a:gd name="connsiteX1" fmla="*/ 20323 w 462469"/>
                <a:gd name="connsiteY1" fmla="*/ 163474 h 450812"/>
                <a:gd name="connsiteX2" fmla="*/ 4448 w 462469"/>
                <a:gd name="connsiteY2" fmla="*/ 231737 h 450812"/>
                <a:gd name="connsiteX3" fmla="*/ 6035 w 462469"/>
                <a:gd name="connsiteY3" fmla="*/ 358737 h 450812"/>
                <a:gd name="connsiteX4" fmla="*/ 98110 w 462469"/>
                <a:gd name="connsiteY4" fmla="*/ 433349 h 450812"/>
                <a:gd name="connsiteX5" fmla="*/ 175898 w 462469"/>
                <a:gd name="connsiteY5" fmla="*/ 446049 h 450812"/>
                <a:gd name="connsiteX6" fmla="*/ 213998 w 462469"/>
                <a:gd name="connsiteY6" fmla="*/ 450812 h 450812"/>
                <a:gd name="connsiteX7" fmla="*/ 271148 w 462469"/>
                <a:gd name="connsiteY7" fmla="*/ 425412 h 450812"/>
                <a:gd name="connsiteX8" fmla="*/ 396560 w 462469"/>
                <a:gd name="connsiteY8" fmla="*/ 284124 h 450812"/>
                <a:gd name="connsiteX9" fmla="*/ 414023 w 462469"/>
                <a:gd name="connsiteY9" fmla="*/ 231737 h 450812"/>
                <a:gd name="connsiteX10" fmla="*/ 458473 w 462469"/>
                <a:gd name="connsiteY10" fmla="*/ 203162 h 450812"/>
                <a:gd name="connsiteX11" fmla="*/ 425135 w 462469"/>
                <a:gd name="connsiteY11" fmla="*/ 120611 h 450812"/>
                <a:gd name="connsiteX12" fmla="*/ 458473 w 462469"/>
                <a:gd name="connsiteY12" fmla="*/ 61875 h 450812"/>
                <a:gd name="connsiteX13" fmla="*/ 314010 w 462469"/>
                <a:gd name="connsiteY13" fmla="*/ 14249 h 450812"/>
                <a:gd name="connsiteX14" fmla="*/ 253685 w 462469"/>
                <a:gd name="connsiteY14" fmla="*/ 4724 h 450812"/>
                <a:gd name="connsiteX15" fmla="*/ 204473 w 462469"/>
                <a:gd name="connsiteY15" fmla="*/ 11074 h 450812"/>
                <a:gd name="connsiteX16" fmla="*/ 142560 w 462469"/>
                <a:gd name="connsiteY16" fmla="*/ 41236 h 450812"/>
                <a:gd name="connsiteX17" fmla="*/ 129861 w 462469"/>
                <a:gd name="connsiteY17" fmla="*/ 71399 h 450812"/>
                <a:gd name="connsiteX18" fmla="*/ 99698 w 462469"/>
                <a:gd name="connsiteY18" fmla="*/ 99974 h 450812"/>
                <a:gd name="connsiteX0" fmla="*/ 88586 w 462469"/>
                <a:gd name="connsiteY0" fmla="*/ 93624 h 450812"/>
                <a:gd name="connsiteX1" fmla="*/ 20323 w 462469"/>
                <a:gd name="connsiteY1" fmla="*/ 163474 h 450812"/>
                <a:gd name="connsiteX2" fmla="*/ 4448 w 462469"/>
                <a:gd name="connsiteY2" fmla="*/ 231737 h 450812"/>
                <a:gd name="connsiteX3" fmla="*/ 6035 w 462469"/>
                <a:gd name="connsiteY3" fmla="*/ 358737 h 450812"/>
                <a:gd name="connsiteX4" fmla="*/ 98110 w 462469"/>
                <a:gd name="connsiteY4" fmla="*/ 433349 h 450812"/>
                <a:gd name="connsiteX5" fmla="*/ 175898 w 462469"/>
                <a:gd name="connsiteY5" fmla="*/ 446049 h 450812"/>
                <a:gd name="connsiteX6" fmla="*/ 213998 w 462469"/>
                <a:gd name="connsiteY6" fmla="*/ 450812 h 450812"/>
                <a:gd name="connsiteX7" fmla="*/ 271148 w 462469"/>
                <a:gd name="connsiteY7" fmla="*/ 425412 h 450812"/>
                <a:gd name="connsiteX8" fmla="*/ 396560 w 462469"/>
                <a:gd name="connsiteY8" fmla="*/ 284124 h 450812"/>
                <a:gd name="connsiteX9" fmla="*/ 442598 w 462469"/>
                <a:gd name="connsiteY9" fmla="*/ 325400 h 450812"/>
                <a:gd name="connsiteX10" fmla="*/ 458473 w 462469"/>
                <a:gd name="connsiteY10" fmla="*/ 203162 h 450812"/>
                <a:gd name="connsiteX11" fmla="*/ 425135 w 462469"/>
                <a:gd name="connsiteY11" fmla="*/ 120611 h 450812"/>
                <a:gd name="connsiteX12" fmla="*/ 458473 w 462469"/>
                <a:gd name="connsiteY12" fmla="*/ 61875 h 450812"/>
                <a:gd name="connsiteX13" fmla="*/ 314010 w 462469"/>
                <a:gd name="connsiteY13" fmla="*/ 14249 h 450812"/>
                <a:gd name="connsiteX14" fmla="*/ 253685 w 462469"/>
                <a:gd name="connsiteY14" fmla="*/ 4724 h 450812"/>
                <a:gd name="connsiteX15" fmla="*/ 204473 w 462469"/>
                <a:gd name="connsiteY15" fmla="*/ 11074 h 450812"/>
                <a:gd name="connsiteX16" fmla="*/ 142560 w 462469"/>
                <a:gd name="connsiteY16" fmla="*/ 41236 h 450812"/>
                <a:gd name="connsiteX17" fmla="*/ 129861 w 462469"/>
                <a:gd name="connsiteY17" fmla="*/ 71399 h 450812"/>
                <a:gd name="connsiteX18" fmla="*/ 99698 w 462469"/>
                <a:gd name="connsiteY18" fmla="*/ 99974 h 450812"/>
                <a:gd name="connsiteX0" fmla="*/ 88586 w 462469"/>
                <a:gd name="connsiteY0" fmla="*/ 93624 h 450812"/>
                <a:gd name="connsiteX1" fmla="*/ 20323 w 462469"/>
                <a:gd name="connsiteY1" fmla="*/ 163474 h 450812"/>
                <a:gd name="connsiteX2" fmla="*/ 4448 w 462469"/>
                <a:gd name="connsiteY2" fmla="*/ 231737 h 450812"/>
                <a:gd name="connsiteX3" fmla="*/ 6035 w 462469"/>
                <a:gd name="connsiteY3" fmla="*/ 358737 h 450812"/>
                <a:gd name="connsiteX4" fmla="*/ 98110 w 462469"/>
                <a:gd name="connsiteY4" fmla="*/ 433349 h 450812"/>
                <a:gd name="connsiteX5" fmla="*/ 175898 w 462469"/>
                <a:gd name="connsiteY5" fmla="*/ 446049 h 450812"/>
                <a:gd name="connsiteX6" fmla="*/ 213998 w 462469"/>
                <a:gd name="connsiteY6" fmla="*/ 450812 h 450812"/>
                <a:gd name="connsiteX7" fmla="*/ 271148 w 462469"/>
                <a:gd name="connsiteY7" fmla="*/ 425412 h 450812"/>
                <a:gd name="connsiteX8" fmla="*/ 426723 w 462469"/>
                <a:gd name="connsiteY8" fmla="*/ 400011 h 450812"/>
                <a:gd name="connsiteX9" fmla="*/ 442598 w 462469"/>
                <a:gd name="connsiteY9" fmla="*/ 325400 h 450812"/>
                <a:gd name="connsiteX10" fmla="*/ 458473 w 462469"/>
                <a:gd name="connsiteY10" fmla="*/ 203162 h 450812"/>
                <a:gd name="connsiteX11" fmla="*/ 425135 w 462469"/>
                <a:gd name="connsiteY11" fmla="*/ 120611 h 450812"/>
                <a:gd name="connsiteX12" fmla="*/ 458473 w 462469"/>
                <a:gd name="connsiteY12" fmla="*/ 61875 h 450812"/>
                <a:gd name="connsiteX13" fmla="*/ 314010 w 462469"/>
                <a:gd name="connsiteY13" fmla="*/ 14249 h 450812"/>
                <a:gd name="connsiteX14" fmla="*/ 253685 w 462469"/>
                <a:gd name="connsiteY14" fmla="*/ 4724 h 450812"/>
                <a:gd name="connsiteX15" fmla="*/ 204473 w 462469"/>
                <a:gd name="connsiteY15" fmla="*/ 11074 h 450812"/>
                <a:gd name="connsiteX16" fmla="*/ 142560 w 462469"/>
                <a:gd name="connsiteY16" fmla="*/ 41236 h 450812"/>
                <a:gd name="connsiteX17" fmla="*/ 129861 w 462469"/>
                <a:gd name="connsiteY17" fmla="*/ 71399 h 450812"/>
                <a:gd name="connsiteX18" fmla="*/ 99698 w 462469"/>
                <a:gd name="connsiteY18" fmla="*/ 99974 h 450812"/>
                <a:gd name="connsiteX0" fmla="*/ 88586 w 462469"/>
                <a:gd name="connsiteY0" fmla="*/ 93624 h 450812"/>
                <a:gd name="connsiteX1" fmla="*/ 20323 w 462469"/>
                <a:gd name="connsiteY1" fmla="*/ 163474 h 450812"/>
                <a:gd name="connsiteX2" fmla="*/ 4448 w 462469"/>
                <a:gd name="connsiteY2" fmla="*/ 231737 h 450812"/>
                <a:gd name="connsiteX3" fmla="*/ 6035 w 462469"/>
                <a:gd name="connsiteY3" fmla="*/ 358737 h 450812"/>
                <a:gd name="connsiteX4" fmla="*/ 98110 w 462469"/>
                <a:gd name="connsiteY4" fmla="*/ 433349 h 450812"/>
                <a:gd name="connsiteX5" fmla="*/ 175898 w 462469"/>
                <a:gd name="connsiteY5" fmla="*/ 446049 h 450812"/>
                <a:gd name="connsiteX6" fmla="*/ 213998 w 462469"/>
                <a:gd name="connsiteY6" fmla="*/ 450812 h 450812"/>
                <a:gd name="connsiteX7" fmla="*/ 333060 w 462469"/>
                <a:gd name="connsiteY7" fmla="*/ 374612 h 450812"/>
                <a:gd name="connsiteX8" fmla="*/ 426723 w 462469"/>
                <a:gd name="connsiteY8" fmla="*/ 400011 h 450812"/>
                <a:gd name="connsiteX9" fmla="*/ 442598 w 462469"/>
                <a:gd name="connsiteY9" fmla="*/ 325400 h 450812"/>
                <a:gd name="connsiteX10" fmla="*/ 458473 w 462469"/>
                <a:gd name="connsiteY10" fmla="*/ 203162 h 450812"/>
                <a:gd name="connsiteX11" fmla="*/ 425135 w 462469"/>
                <a:gd name="connsiteY11" fmla="*/ 120611 h 450812"/>
                <a:gd name="connsiteX12" fmla="*/ 458473 w 462469"/>
                <a:gd name="connsiteY12" fmla="*/ 61875 h 450812"/>
                <a:gd name="connsiteX13" fmla="*/ 314010 w 462469"/>
                <a:gd name="connsiteY13" fmla="*/ 14249 h 450812"/>
                <a:gd name="connsiteX14" fmla="*/ 253685 w 462469"/>
                <a:gd name="connsiteY14" fmla="*/ 4724 h 450812"/>
                <a:gd name="connsiteX15" fmla="*/ 204473 w 462469"/>
                <a:gd name="connsiteY15" fmla="*/ 11074 h 450812"/>
                <a:gd name="connsiteX16" fmla="*/ 142560 w 462469"/>
                <a:gd name="connsiteY16" fmla="*/ 41236 h 450812"/>
                <a:gd name="connsiteX17" fmla="*/ 129861 w 462469"/>
                <a:gd name="connsiteY17" fmla="*/ 71399 h 450812"/>
                <a:gd name="connsiteX18" fmla="*/ 99698 w 462469"/>
                <a:gd name="connsiteY18" fmla="*/ 99974 h 450812"/>
                <a:gd name="connsiteX0" fmla="*/ 88586 w 462469"/>
                <a:gd name="connsiteY0" fmla="*/ 93624 h 449225"/>
                <a:gd name="connsiteX1" fmla="*/ 20323 w 462469"/>
                <a:gd name="connsiteY1" fmla="*/ 163474 h 449225"/>
                <a:gd name="connsiteX2" fmla="*/ 4448 w 462469"/>
                <a:gd name="connsiteY2" fmla="*/ 231737 h 449225"/>
                <a:gd name="connsiteX3" fmla="*/ 6035 w 462469"/>
                <a:gd name="connsiteY3" fmla="*/ 358737 h 449225"/>
                <a:gd name="connsiteX4" fmla="*/ 98110 w 462469"/>
                <a:gd name="connsiteY4" fmla="*/ 433349 h 449225"/>
                <a:gd name="connsiteX5" fmla="*/ 175898 w 462469"/>
                <a:gd name="connsiteY5" fmla="*/ 446049 h 449225"/>
                <a:gd name="connsiteX6" fmla="*/ 267973 w 462469"/>
                <a:gd name="connsiteY6" fmla="*/ 449225 h 449225"/>
                <a:gd name="connsiteX7" fmla="*/ 333060 w 462469"/>
                <a:gd name="connsiteY7" fmla="*/ 374612 h 449225"/>
                <a:gd name="connsiteX8" fmla="*/ 426723 w 462469"/>
                <a:gd name="connsiteY8" fmla="*/ 400011 h 449225"/>
                <a:gd name="connsiteX9" fmla="*/ 442598 w 462469"/>
                <a:gd name="connsiteY9" fmla="*/ 325400 h 449225"/>
                <a:gd name="connsiteX10" fmla="*/ 458473 w 462469"/>
                <a:gd name="connsiteY10" fmla="*/ 203162 h 449225"/>
                <a:gd name="connsiteX11" fmla="*/ 425135 w 462469"/>
                <a:gd name="connsiteY11" fmla="*/ 120611 h 449225"/>
                <a:gd name="connsiteX12" fmla="*/ 458473 w 462469"/>
                <a:gd name="connsiteY12" fmla="*/ 61875 h 449225"/>
                <a:gd name="connsiteX13" fmla="*/ 314010 w 462469"/>
                <a:gd name="connsiteY13" fmla="*/ 14249 h 449225"/>
                <a:gd name="connsiteX14" fmla="*/ 253685 w 462469"/>
                <a:gd name="connsiteY14" fmla="*/ 4724 h 449225"/>
                <a:gd name="connsiteX15" fmla="*/ 204473 w 462469"/>
                <a:gd name="connsiteY15" fmla="*/ 11074 h 449225"/>
                <a:gd name="connsiteX16" fmla="*/ 142560 w 462469"/>
                <a:gd name="connsiteY16" fmla="*/ 41236 h 449225"/>
                <a:gd name="connsiteX17" fmla="*/ 129861 w 462469"/>
                <a:gd name="connsiteY17" fmla="*/ 71399 h 449225"/>
                <a:gd name="connsiteX18" fmla="*/ 99698 w 462469"/>
                <a:gd name="connsiteY18" fmla="*/ 99974 h 449225"/>
                <a:gd name="connsiteX0" fmla="*/ 88586 w 462469"/>
                <a:gd name="connsiteY0" fmla="*/ 93624 h 546113"/>
                <a:gd name="connsiteX1" fmla="*/ 20323 w 462469"/>
                <a:gd name="connsiteY1" fmla="*/ 163474 h 546113"/>
                <a:gd name="connsiteX2" fmla="*/ 4448 w 462469"/>
                <a:gd name="connsiteY2" fmla="*/ 231737 h 546113"/>
                <a:gd name="connsiteX3" fmla="*/ 6035 w 462469"/>
                <a:gd name="connsiteY3" fmla="*/ 358737 h 546113"/>
                <a:gd name="connsiteX4" fmla="*/ 98110 w 462469"/>
                <a:gd name="connsiteY4" fmla="*/ 433349 h 546113"/>
                <a:gd name="connsiteX5" fmla="*/ 153673 w 462469"/>
                <a:gd name="connsiteY5" fmla="*/ 546062 h 546113"/>
                <a:gd name="connsiteX6" fmla="*/ 267973 w 462469"/>
                <a:gd name="connsiteY6" fmla="*/ 449225 h 546113"/>
                <a:gd name="connsiteX7" fmla="*/ 333060 w 462469"/>
                <a:gd name="connsiteY7" fmla="*/ 374612 h 546113"/>
                <a:gd name="connsiteX8" fmla="*/ 426723 w 462469"/>
                <a:gd name="connsiteY8" fmla="*/ 400011 h 546113"/>
                <a:gd name="connsiteX9" fmla="*/ 442598 w 462469"/>
                <a:gd name="connsiteY9" fmla="*/ 325400 h 546113"/>
                <a:gd name="connsiteX10" fmla="*/ 458473 w 462469"/>
                <a:gd name="connsiteY10" fmla="*/ 203162 h 546113"/>
                <a:gd name="connsiteX11" fmla="*/ 425135 w 462469"/>
                <a:gd name="connsiteY11" fmla="*/ 120611 h 546113"/>
                <a:gd name="connsiteX12" fmla="*/ 458473 w 462469"/>
                <a:gd name="connsiteY12" fmla="*/ 61875 h 546113"/>
                <a:gd name="connsiteX13" fmla="*/ 314010 w 462469"/>
                <a:gd name="connsiteY13" fmla="*/ 14249 h 546113"/>
                <a:gd name="connsiteX14" fmla="*/ 253685 w 462469"/>
                <a:gd name="connsiteY14" fmla="*/ 4724 h 546113"/>
                <a:gd name="connsiteX15" fmla="*/ 204473 w 462469"/>
                <a:gd name="connsiteY15" fmla="*/ 11074 h 546113"/>
                <a:gd name="connsiteX16" fmla="*/ 142560 w 462469"/>
                <a:gd name="connsiteY16" fmla="*/ 41236 h 546113"/>
                <a:gd name="connsiteX17" fmla="*/ 129861 w 462469"/>
                <a:gd name="connsiteY17" fmla="*/ 71399 h 546113"/>
                <a:gd name="connsiteX18" fmla="*/ 99698 w 462469"/>
                <a:gd name="connsiteY18" fmla="*/ 99974 h 546113"/>
                <a:gd name="connsiteX0" fmla="*/ 87337 w 461220"/>
                <a:gd name="connsiteY0" fmla="*/ 93624 h 553351"/>
                <a:gd name="connsiteX1" fmla="*/ 19074 w 461220"/>
                <a:gd name="connsiteY1" fmla="*/ 163474 h 553351"/>
                <a:gd name="connsiteX2" fmla="*/ 3199 w 461220"/>
                <a:gd name="connsiteY2" fmla="*/ 231737 h 553351"/>
                <a:gd name="connsiteX3" fmla="*/ 4786 w 461220"/>
                <a:gd name="connsiteY3" fmla="*/ 358737 h 553351"/>
                <a:gd name="connsiteX4" fmla="*/ 63523 w 461220"/>
                <a:gd name="connsiteY4" fmla="*/ 525424 h 553351"/>
                <a:gd name="connsiteX5" fmla="*/ 152424 w 461220"/>
                <a:gd name="connsiteY5" fmla="*/ 546062 h 553351"/>
                <a:gd name="connsiteX6" fmla="*/ 266724 w 461220"/>
                <a:gd name="connsiteY6" fmla="*/ 449225 h 553351"/>
                <a:gd name="connsiteX7" fmla="*/ 331811 w 461220"/>
                <a:gd name="connsiteY7" fmla="*/ 374612 h 553351"/>
                <a:gd name="connsiteX8" fmla="*/ 425474 w 461220"/>
                <a:gd name="connsiteY8" fmla="*/ 400011 h 553351"/>
                <a:gd name="connsiteX9" fmla="*/ 441349 w 461220"/>
                <a:gd name="connsiteY9" fmla="*/ 325400 h 553351"/>
                <a:gd name="connsiteX10" fmla="*/ 457224 w 461220"/>
                <a:gd name="connsiteY10" fmla="*/ 203162 h 553351"/>
                <a:gd name="connsiteX11" fmla="*/ 423886 w 461220"/>
                <a:gd name="connsiteY11" fmla="*/ 120611 h 553351"/>
                <a:gd name="connsiteX12" fmla="*/ 457224 w 461220"/>
                <a:gd name="connsiteY12" fmla="*/ 61875 h 553351"/>
                <a:gd name="connsiteX13" fmla="*/ 312761 w 461220"/>
                <a:gd name="connsiteY13" fmla="*/ 14249 h 553351"/>
                <a:gd name="connsiteX14" fmla="*/ 252436 w 461220"/>
                <a:gd name="connsiteY14" fmla="*/ 4724 h 553351"/>
                <a:gd name="connsiteX15" fmla="*/ 203224 w 461220"/>
                <a:gd name="connsiteY15" fmla="*/ 11074 h 553351"/>
                <a:gd name="connsiteX16" fmla="*/ 141311 w 461220"/>
                <a:gd name="connsiteY16" fmla="*/ 41236 h 553351"/>
                <a:gd name="connsiteX17" fmla="*/ 128612 w 461220"/>
                <a:gd name="connsiteY17" fmla="*/ 71399 h 553351"/>
                <a:gd name="connsiteX18" fmla="*/ 98449 w 461220"/>
                <a:gd name="connsiteY18" fmla="*/ 99974 h 553351"/>
                <a:gd name="connsiteX0" fmla="*/ 97913 w 471796"/>
                <a:gd name="connsiteY0" fmla="*/ 93624 h 551508"/>
                <a:gd name="connsiteX1" fmla="*/ 29650 w 471796"/>
                <a:gd name="connsiteY1" fmla="*/ 163474 h 551508"/>
                <a:gd name="connsiteX2" fmla="*/ 13775 w 471796"/>
                <a:gd name="connsiteY2" fmla="*/ 231737 h 551508"/>
                <a:gd name="connsiteX3" fmla="*/ 2662 w 471796"/>
                <a:gd name="connsiteY3" fmla="*/ 409537 h 551508"/>
                <a:gd name="connsiteX4" fmla="*/ 74099 w 471796"/>
                <a:gd name="connsiteY4" fmla="*/ 525424 h 551508"/>
                <a:gd name="connsiteX5" fmla="*/ 163000 w 471796"/>
                <a:gd name="connsiteY5" fmla="*/ 546062 h 551508"/>
                <a:gd name="connsiteX6" fmla="*/ 277300 w 471796"/>
                <a:gd name="connsiteY6" fmla="*/ 449225 h 551508"/>
                <a:gd name="connsiteX7" fmla="*/ 342387 w 471796"/>
                <a:gd name="connsiteY7" fmla="*/ 374612 h 551508"/>
                <a:gd name="connsiteX8" fmla="*/ 436050 w 471796"/>
                <a:gd name="connsiteY8" fmla="*/ 400011 h 551508"/>
                <a:gd name="connsiteX9" fmla="*/ 451925 w 471796"/>
                <a:gd name="connsiteY9" fmla="*/ 325400 h 551508"/>
                <a:gd name="connsiteX10" fmla="*/ 467800 w 471796"/>
                <a:gd name="connsiteY10" fmla="*/ 203162 h 551508"/>
                <a:gd name="connsiteX11" fmla="*/ 434462 w 471796"/>
                <a:gd name="connsiteY11" fmla="*/ 120611 h 551508"/>
                <a:gd name="connsiteX12" fmla="*/ 467800 w 471796"/>
                <a:gd name="connsiteY12" fmla="*/ 61875 h 551508"/>
                <a:gd name="connsiteX13" fmla="*/ 323337 w 471796"/>
                <a:gd name="connsiteY13" fmla="*/ 14249 h 551508"/>
                <a:gd name="connsiteX14" fmla="*/ 263012 w 471796"/>
                <a:gd name="connsiteY14" fmla="*/ 4724 h 551508"/>
                <a:gd name="connsiteX15" fmla="*/ 213800 w 471796"/>
                <a:gd name="connsiteY15" fmla="*/ 11074 h 551508"/>
                <a:gd name="connsiteX16" fmla="*/ 151887 w 471796"/>
                <a:gd name="connsiteY16" fmla="*/ 41236 h 551508"/>
                <a:gd name="connsiteX17" fmla="*/ 139188 w 471796"/>
                <a:gd name="connsiteY17" fmla="*/ 71399 h 551508"/>
                <a:gd name="connsiteX18" fmla="*/ 109025 w 471796"/>
                <a:gd name="connsiteY18" fmla="*/ 99974 h 551508"/>
                <a:gd name="connsiteX0" fmla="*/ 103093 w 476976"/>
                <a:gd name="connsiteY0" fmla="*/ 93624 h 551508"/>
                <a:gd name="connsiteX1" fmla="*/ 34830 w 476976"/>
                <a:gd name="connsiteY1" fmla="*/ 16347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157067 w 476976"/>
                <a:gd name="connsiteY16" fmla="*/ 41236 h 551508"/>
                <a:gd name="connsiteX17" fmla="*/ 144368 w 476976"/>
                <a:gd name="connsiteY17" fmla="*/ 71399 h 551508"/>
                <a:gd name="connsiteX18" fmla="*/ 114205 w 476976"/>
                <a:gd name="connsiteY18" fmla="*/ 99974 h 551508"/>
                <a:gd name="connsiteX0" fmla="*/ 103093 w 476976"/>
                <a:gd name="connsiteY0" fmla="*/ 93624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157067 w 476976"/>
                <a:gd name="connsiteY16" fmla="*/ 41236 h 551508"/>
                <a:gd name="connsiteX17" fmla="*/ 144368 w 476976"/>
                <a:gd name="connsiteY17" fmla="*/ 71399 h 551508"/>
                <a:gd name="connsiteX18" fmla="*/ 114205 w 476976"/>
                <a:gd name="connsiteY18" fmla="*/ 99974 h 551508"/>
                <a:gd name="connsiteX0" fmla="*/ 88805 w 476976"/>
                <a:gd name="connsiteY0" fmla="*/ 98387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157067 w 476976"/>
                <a:gd name="connsiteY16" fmla="*/ 41236 h 551508"/>
                <a:gd name="connsiteX17" fmla="*/ 144368 w 476976"/>
                <a:gd name="connsiteY17" fmla="*/ 71399 h 551508"/>
                <a:gd name="connsiteX18" fmla="*/ 114205 w 476976"/>
                <a:gd name="connsiteY18" fmla="*/ 99974 h 551508"/>
                <a:gd name="connsiteX0" fmla="*/ 88805 w 476976"/>
                <a:gd name="connsiteY0" fmla="*/ 98387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157067 w 476976"/>
                <a:gd name="connsiteY16" fmla="*/ 41236 h 551508"/>
                <a:gd name="connsiteX17" fmla="*/ 144368 w 476976"/>
                <a:gd name="connsiteY17" fmla="*/ 71399 h 551508"/>
                <a:gd name="connsiteX0" fmla="*/ 88805 w 476976"/>
                <a:gd name="connsiteY0" fmla="*/ 98387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157067 w 476976"/>
                <a:gd name="connsiteY16" fmla="*/ 41236 h 551508"/>
                <a:gd name="connsiteX0" fmla="*/ 88805 w 476976"/>
                <a:gd name="connsiteY0" fmla="*/ 98387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106267 w 476976"/>
                <a:gd name="connsiteY16" fmla="*/ 65049 h 551508"/>
                <a:gd name="connsiteX0" fmla="*/ 88805 w 476976"/>
                <a:gd name="connsiteY0" fmla="*/ 98387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85630 w 476976"/>
                <a:gd name="connsiteY16" fmla="*/ 85687 h 551508"/>
                <a:gd name="connsiteX0" fmla="*/ 95155 w 476976"/>
                <a:gd name="connsiteY0" fmla="*/ 80925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85630 w 476976"/>
                <a:gd name="connsiteY16" fmla="*/ 85687 h 551508"/>
                <a:gd name="connsiteX0" fmla="*/ 95155 w 476976"/>
                <a:gd name="connsiteY0" fmla="*/ 80925 h 551508"/>
                <a:gd name="connsiteX1" fmla="*/ 23717 w 476976"/>
                <a:gd name="connsiteY1" fmla="*/ 169824 h 551508"/>
                <a:gd name="connsiteX2" fmla="*/ 1493 w 476976"/>
                <a:gd name="connsiteY2" fmla="*/ 269837 h 551508"/>
                <a:gd name="connsiteX3" fmla="*/ 7842 w 476976"/>
                <a:gd name="connsiteY3" fmla="*/ 409537 h 551508"/>
                <a:gd name="connsiteX4" fmla="*/ 79279 w 476976"/>
                <a:gd name="connsiteY4" fmla="*/ 525424 h 551508"/>
                <a:gd name="connsiteX5" fmla="*/ 168180 w 476976"/>
                <a:gd name="connsiteY5" fmla="*/ 546062 h 551508"/>
                <a:gd name="connsiteX6" fmla="*/ 282480 w 476976"/>
                <a:gd name="connsiteY6" fmla="*/ 449225 h 551508"/>
                <a:gd name="connsiteX7" fmla="*/ 347567 w 476976"/>
                <a:gd name="connsiteY7" fmla="*/ 374612 h 551508"/>
                <a:gd name="connsiteX8" fmla="*/ 441230 w 476976"/>
                <a:gd name="connsiteY8" fmla="*/ 400011 h 551508"/>
                <a:gd name="connsiteX9" fmla="*/ 457105 w 476976"/>
                <a:gd name="connsiteY9" fmla="*/ 325400 h 551508"/>
                <a:gd name="connsiteX10" fmla="*/ 472980 w 476976"/>
                <a:gd name="connsiteY10" fmla="*/ 203162 h 551508"/>
                <a:gd name="connsiteX11" fmla="*/ 439642 w 476976"/>
                <a:gd name="connsiteY11" fmla="*/ 120611 h 551508"/>
                <a:gd name="connsiteX12" fmla="*/ 472980 w 476976"/>
                <a:gd name="connsiteY12" fmla="*/ 61875 h 551508"/>
                <a:gd name="connsiteX13" fmla="*/ 328517 w 476976"/>
                <a:gd name="connsiteY13" fmla="*/ 14249 h 551508"/>
                <a:gd name="connsiteX14" fmla="*/ 268192 w 476976"/>
                <a:gd name="connsiteY14" fmla="*/ 4724 h 551508"/>
                <a:gd name="connsiteX15" fmla="*/ 218980 w 476976"/>
                <a:gd name="connsiteY15" fmla="*/ 11074 h 551508"/>
                <a:gd name="connsiteX16" fmla="*/ 85630 w 476976"/>
                <a:gd name="connsiteY16" fmla="*/ 85687 h 551508"/>
                <a:gd name="connsiteX0" fmla="*/ 95155 w 476976"/>
                <a:gd name="connsiteY0" fmla="*/ 78886 h 549469"/>
                <a:gd name="connsiteX1" fmla="*/ 23717 w 476976"/>
                <a:gd name="connsiteY1" fmla="*/ 167785 h 549469"/>
                <a:gd name="connsiteX2" fmla="*/ 1493 w 476976"/>
                <a:gd name="connsiteY2" fmla="*/ 267798 h 549469"/>
                <a:gd name="connsiteX3" fmla="*/ 7842 w 476976"/>
                <a:gd name="connsiteY3" fmla="*/ 407498 h 549469"/>
                <a:gd name="connsiteX4" fmla="*/ 79279 w 476976"/>
                <a:gd name="connsiteY4" fmla="*/ 523385 h 549469"/>
                <a:gd name="connsiteX5" fmla="*/ 168180 w 476976"/>
                <a:gd name="connsiteY5" fmla="*/ 544023 h 549469"/>
                <a:gd name="connsiteX6" fmla="*/ 282480 w 476976"/>
                <a:gd name="connsiteY6" fmla="*/ 447186 h 549469"/>
                <a:gd name="connsiteX7" fmla="*/ 347567 w 476976"/>
                <a:gd name="connsiteY7" fmla="*/ 372573 h 549469"/>
                <a:gd name="connsiteX8" fmla="*/ 441230 w 476976"/>
                <a:gd name="connsiteY8" fmla="*/ 397972 h 549469"/>
                <a:gd name="connsiteX9" fmla="*/ 457105 w 476976"/>
                <a:gd name="connsiteY9" fmla="*/ 323361 h 549469"/>
                <a:gd name="connsiteX10" fmla="*/ 472980 w 476976"/>
                <a:gd name="connsiteY10" fmla="*/ 201123 h 549469"/>
                <a:gd name="connsiteX11" fmla="*/ 439642 w 476976"/>
                <a:gd name="connsiteY11" fmla="*/ 118572 h 549469"/>
                <a:gd name="connsiteX12" fmla="*/ 472980 w 476976"/>
                <a:gd name="connsiteY12" fmla="*/ 59836 h 549469"/>
                <a:gd name="connsiteX13" fmla="*/ 328517 w 476976"/>
                <a:gd name="connsiteY13" fmla="*/ 12210 h 549469"/>
                <a:gd name="connsiteX14" fmla="*/ 268192 w 476976"/>
                <a:gd name="connsiteY14" fmla="*/ 2685 h 549469"/>
                <a:gd name="connsiteX15" fmla="*/ 161830 w 476976"/>
                <a:gd name="connsiteY15" fmla="*/ 31260 h 549469"/>
                <a:gd name="connsiteX16" fmla="*/ 85630 w 476976"/>
                <a:gd name="connsiteY16" fmla="*/ 83648 h 549469"/>
                <a:gd name="connsiteX0" fmla="*/ 95155 w 476976"/>
                <a:gd name="connsiteY0" fmla="*/ 81486 h 552069"/>
                <a:gd name="connsiteX1" fmla="*/ 23717 w 476976"/>
                <a:gd name="connsiteY1" fmla="*/ 170385 h 552069"/>
                <a:gd name="connsiteX2" fmla="*/ 1493 w 476976"/>
                <a:gd name="connsiteY2" fmla="*/ 270398 h 552069"/>
                <a:gd name="connsiteX3" fmla="*/ 7842 w 476976"/>
                <a:gd name="connsiteY3" fmla="*/ 410098 h 552069"/>
                <a:gd name="connsiteX4" fmla="*/ 79279 w 476976"/>
                <a:gd name="connsiteY4" fmla="*/ 525985 h 552069"/>
                <a:gd name="connsiteX5" fmla="*/ 168180 w 476976"/>
                <a:gd name="connsiteY5" fmla="*/ 546623 h 552069"/>
                <a:gd name="connsiteX6" fmla="*/ 282480 w 476976"/>
                <a:gd name="connsiteY6" fmla="*/ 449786 h 552069"/>
                <a:gd name="connsiteX7" fmla="*/ 347567 w 476976"/>
                <a:gd name="connsiteY7" fmla="*/ 375173 h 552069"/>
                <a:gd name="connsiteX8" fmla="*/ 441230 w 476976"/>
                <a:gd name="connsiteY8" fmla="*/ 400572 h 552069"/>
                <a:gd name="connsiteX9" fmla="*/ 457105 w 476976"/>
                <a:gd name="connsiteY9" fmla="*/ 325961 h 552069"/>
                <a:gd name="connsiteX10" fmla="*/ 472980 w 476976"/>
                <a:gd name="connsiteY10" fmla="*/ 203723 h 552069"/>
                <a:gd name="connsiteX11" fmla="*/ 439642 w 476976"/>
                <a:gd name="connsiteY11" fmla="*/ 121172 h 552069"/>
                <a:gd name="connsiteX12" fmla="*/ 472980 w 476976"/>
                <a:gd name="connsiteY12" fmla="*/ 62436 h 552069"/>
                <a:gd name="connsiteX13" fmla="*/ 328517 w 476976"/>
                <a:gd name="connsiteY13" fmla="*/ 14810 h 552069"/>
                <a:gd name="connsiteX14" fmla="*/ 268192 w 476976"/>
                <a:gd name="connsiteY14" fmla="*/ 5285 h 552069"/>
                <a:gd name="connsiteX15" fmla="*/ 161830 w 476976"/>
                <a:gd name="connsiteY15" fmla="*/ 33860 h 552069"/>
                <a:gd name="connsiteX16" fmla="*/ 85630 w 476976"/>
                <a:gd name="connsiteY16" fmla="*/ 86248 h 552069"/>
                <a:gd name="connsiteX0" fmla="*/ 95155 w 476976"/>
                <a:gd name="connsiteY0" fmla="*/ 67752 h 538335"/>
                <a:gd name="connsiteX1" fmla="*/ 23717 w 476976"/>
                <a:gd name="connsiteY1" fmla="*/ 156651 h 538335"/>
                <a:gd name="connsiteX2" fmla="*/ 1493 w 476976"/>
                <a:gd name="connsiteY2" fmla="*/ 256664 h 538335"/>
                <a:gd name="connsiteX3" fmla="*/ 7842 w 476976"/>
                <a:gd name="connsiteY3" fmla="*/ 396364 h 538335"/>
                <a:gd name="connsiteX4" fmla="*/ 79279 w 476976"/>
                <a:gd name="connsiteY4" fmla="*/ 512251 h 538335"/>
                <a:gd name="connsiteX5" fmla="*/ 168180 w 476976"/>
                <a:gd name="connsiteY5" fmla="*/ 532889 h 538335"/>
                <a:gd name="connsiteX6" fmla="*/ 282480 w 476976"/>
                <a:gd name="connsiteY6" fmla="*/ 436052 h 538335"/>
                <a:gd name="connsiteX7" fmla="*/ 347567 w 476976"/>
                <a:gd name="connsiteY7" fmla="*/ 361439 h 538335"/>
                <a:gd name="connsiteX8" fmla="*/ 441230 w 476976"/>
                <a:gd name="connsiteY8" fmla="*/ 386838 h 538335"/>
                <a:gd name="connsiteX9" fmla="*/ 457105 w 476976"/>
                <a:gd name="connsiteY9" fmla="*/ 312227 h 538335"/>
                <a:gd name="connsiteX10" fmla="*/ 472980 w 476976"/>
                <a:gd name="connsiteY10" fmla="*/ 189989 h 538335"/>
                <a:gd name="connsiteX11" fmla="*/ 439642 w 476976"/>
                <a:gd name="connsiteY11" fmla="*/ 107438 h 538335"/>
                <a:gd name="connsiteX12" fmla="*/ 472980 w 476976"/>
                <a:gd name="connsiteY12" fmla="*/ 48702 h 538335"/>
                <a:gd name="connsiteX13" fmla="*/ 328517 w 476976"/>
                <a:gd name="connsiteY13" fmla="*/ 1076 h 538335"/>
                <a:gd name="connsiteX14" fmla="*/ 161830 w 476976"/>
                <a:gd name="connsiteY14" fmla="*/ 20126 h 538335"/>
                <a:gd name="connsiteX15" fmla="*/ 85630 w 476976"/>
                <a:gd name="connsiteY15" fmla="*/ 72514 h 538335"/>
                <a:gd name="connsiteX0" fmla="*/ 102129 w 483950"/>
                <a:gd name="connsiteY0" fmla="*/ 67752 h 538335"/>
                <a:gd name="connsiteX1" fmla="*/ 30691 w 483950"/>
                <a:gd name="connsiteY1" fmla="*/ 156651 h 538335"/>
                <a:gd name="connsiteX2" fmla="*/ 0 w 483950"/>
                <a:gd name="connsiteY2" fmla="*/ 309580 h 538335"/>
                <a:gd name="connsiteX3" fmla="*/ 14816 w 483950"/>
                <a:gd name="connsiteY3" fmla="*/ 396364 h 538335"/>
                <a:gd name="connsiteX4" fmla="*/ 86253 w 483950"/>
                <a:gd name="connsiteY4" fmla="*/ 512251 h 538335"/>
                <a:gd name="connsiteX5" fmla="*/ 175154 w 483950"/>
                <a:gd name="connsiteY5" fmla="*/ 532889 h 538335"/>
                <a:gd name="connsiteX6" fmla="*/ 289454 w 483950"/>
                <a:gd name="connsiteY6" fmla="*/ 436052 h 538335"/>
                <a:gd name="connsiteX7" fmla="*/ 354541 w 483950"/>
                <a:gd name="connsiteY7" fmla="*/ 361439 h 538335"/>
                <a:gd name="connsiteX8" fmla="*/ 448204 w 483950"/>
                <a:gd name="connsiteY8" fmla="*/ 386838 h 538335"/>
                <a:gd name="connsiteX9" fmla="*/ 464079 w 483950"/>
                <a:gd name="connsiteY9" fmla="*/ 312227 h 538335"/>
                <a:gd name="connsiteX10" fmla="*/ 479954 w 483950"/>
                <a:gd name="connsiteY10" fmla="*/ 189989 h 538335"/>
                <a:gd name="connsiteX11" fmla="*/ 446616 w 483950"/>
                <a:gd name="connsiteY11" fmla="*/ 107438 h 538335"/>
                <a:gd name="connsiteX12" fmla="*/ 479954 w 483950"/>
                <a:gd name="connsiteY12" fmla="*/ 48702 h 538335"/>
                <a:gd name="connsiteX13" fmla="*/ 335491 w 483950"/>
                <a:gd name="connsiteY13" fmla="*/ 1076 h 538335"/>
                <a:gd name="connsiteX14" fmla="*/ 168804 w 483950"/>
                <a:gd name="connsiteY14" fmla="*/ 20126 h 538335"/>
                <a:gd name="connsiteX15" fmla="*/ 92604 w 483950"/>
                <a:gd name="connsiteY15" fmla="*/ 72514 h 538335"/>
                <a:gd name="connsiteX0" fmla="*/ 102129 w 485140"/>
                <a:gd name="connsiteY0" fmla="*/ 69746 h 540329"/>
                <a:gd name="connsiteX1" fmla="*/ 30691 w 485140"/>
                <a:gd name="connsiteY1" fmla="*/ 158645 h 540329"/>
                <a:gd name="connsiteX2" fmla="*/ 0 w 485140"/>
                <a:gd name="connsiteY2" fmla="*/ 311574 h 540329"/>
                <a:gd name="connsiteX3" fmla="*/ 14816 w 485140"/>
                <a:gd name="connsiteY3" fmla="*/ 398358 h 540329"/>
                <a:gd name="connsiteX4" fmla="*/ 86253 w 485140"/>
                <a:gd name="connsiteY4" fmla="*/ 514245 h 540329"/>
                <a:gd name="connsiteX5" fmla="*/ 175154 w 485140"/>
                <a:gd name="connsiteY5" fmla="*/ 534883 h 540329"/>
                <a:gd name="connsiteX6" fmla="*/ 289454 w 485140"/>
                <a:gd name="connsiteY6" fmla="*/ 438046 h 540329"/>
                <a:gd name="connsiteX7" fmla="*/ 354541 w 485140"/>
                <a:gd name="connsiteY7" fmla="*/ 363433 h 540329"/>
                <a:gd name="connsiteX8" fmla="*/ 448204 w 485140"/>
                <a:gd name="connsiteY8" fmla="*/ 388832 h 540329"/>
                <a:gd name="connsiteX9" fmla="*/ 464079 w 485140"/>
                <a:gd name="connsiteY9" fmla="*/ 314221 h 540329"/>
                <a:gd name="connsiteX10" fmla="*/ 479954 w 485140"/>
                <a:gd name="connsiteY10" fmla="*/ 191983 h 540329"/>
                <a:gd name="connsiteX11" fmla="*/ 446616 w 485140"/>
                <a:gd name="connsiteY11" fmla="*/ 109432 h 540329"/>
                <a:gd name="connsiteX12" fmla="*/ 479954 w 485140"/>
                <a:gd name="connsiteY12" fmla="*/ 50696 h 540329"/>
                <a:gd name="connsiteX13" fmla="*/ 314325 w 485140"/>
                <a:gd name="connsiteY13" fmla="*/ 953 h 540329"/>
                <a:gd name="connsiteX14" fmla="*/ 168804 w 485140"/>
                <a:gd name="connsiteY14" fmla="*/ 22120 h 540329"/>
                <a:gd name="connsiteX15" fmla="*/ 92604 w 485140"/>
                <a:gd name="connsiteY15" fmla="*/ 74508 h 540329"/>
                <a:gd name="connsiteX0" fmla="*/ 102129 w 481184"/>
                <a:gd name="connsiteY0" fmla="*/ 69746 h 540329"/>
                <a:gd name="connsiteX1" fmla="*/ 30691 w 481184"/>
                <a:gd name="connsiteY1" fmla="*/ 158645 h 540329"/>
                <a:gd name="connsiteX2" fmla="*/ 0 w 481184"/>
                <a:gd name="connsiteY2" fmla="*/ 311574 h 540329"/>
                <a:gd name="connsiteX3" fmla="*/ 14816 w 481184"/>
                <a:gd name="connsiteY3" fmla="*/ 398358 h 540329"/>
                <a:gd name="connsiteX4" fmla="*/ 86253 w 481184"/>
                <a:gd name="connsiteY4" fmla="*/ 514245 h 540329"/>
                <a:gd name="connsiteX5" fmla="*/ 175154 w 481184"/>
                <a:gd name="connsiteY5" fmla="*/ 534883 h 540329"/>
                <a:gd name="connsiteX6" fmla="*/ 289454 w 481184"/>
                <a:gd name="connsiteY6" fmla="*/ 438046 h 540329"/>
                <a:gd name="connsiteX7" fmla="*/ 354541 w 481184"/>
                <a:gd name="connsiteY7" fmla="*/ 363433 h 540329"/>
                <a:gd name="connsiteX8" fmla="*/ 448204 w 481184"/>
                <a:gd name="connsiteY8" fmla="*/ 388832 h 540329"/>
                <a:gd name="connsiteX9" fmla="*/ 464079 w 481184"/>
                <a:gd name="connsiteY9" fmla="*/ 314221 h 540329"/>
                <a:gd name="connsiteX10" fmla="*/ 479954 w 481184"/>
                <a:gd name="connsiteY10" fmla="*/ 191983 h 540329"/>
                <a:gd name="connsiteX11" fmla="*/ 446616 w 481184"/>
                <a:gd name="connsiteY11" fmla="*/ 109432 h 540329"/>
                <a:gd name="connsiteX12" fmla="*/ 475721 w 481184"/>
                <a:gd name="connsiteY12" fmla="*/ 50696 h 540329"/>
                <a:gd name="connsiteX13" fmla="*/ 314325 w 481184"/>
                <a:gd name="connsiteY13" fmla="*/ 953 h 540329"/>
                <a:gd name="connsiteX14" fmla="*/ 168804 w 481184"/>
                <a:gd name="connsiteY14" fmla="*/ 22120 h 540329"/>
                <a:gd name="connsiteX15" fmla="*/ 92604 w 481184"/>
                <a:gd name="connsiteY15" fmla="*/ 74508 h 540329"/>
                <a:gd name="connsiteX0" fmla="*/ 102129 w 494639"/>
                <a:gd name="connsiteY0" fmla="*/ 69588 h 540171"/>
                <a:gd name="connsiteX1" fmla="*/ 30691 w 494639"/>
                <a:gd name="connsiteY1" fmla="*/ 158487 h 540171"/>
                <a:gd name="connsiteX2" fmla="*/ 0 w 494639"/>
                <a:gd name="connsiteY2" fmla="*/ 311416 h 540171"/>
                <a:gd name="connsiteX3" fmla="*/ 14816 w 494639"/>
                <a:gd name="connsiteY3" fmla="*/ 398200 h 540171"/>
                <a:gd name="connsiteX4" fmla="*/ 86253 w 494639"/>
                <a:gd name="connsiteY4" fmla="*/ 514087 h 540171"/>
                <a:gd name="connsiteX5" fmla="*/ 175154 w 494639"/>
                <a:gd name="connsiteY5" fmla="*/ 534725 h 540171"/>
                <a:gd name="connsiteX6" fmla="*/ 289454 w 494639"/>
                <a:gd name="connsiteY6" fmla="*/ 437888 h 540171"/>
                <a:gd name="connsiteX7" fmla="*/ 354541 w 494639"/>
                <a:gd name="connsiteY7" fmla="*/ 363275 h 540171"/>
                <a:gd name="connsiteX8" fmla="*/ 448204 w 494639"/>
                <a:gd name="connsiteY8" fmla="*/ 388674 h 540171"/>
                <a:gd name="connsiteX9" fmla="*/ 464079 w 494639"/>
                <a:gd name="connsiteY9" fmla="*/ 314063 h 540171"/>
                <a:gd name="connsiteX10" fmla="*/ 479954 w 494639"/>
                <a:gd name="connsiteY10" fmla="*/ 191825 h 540171"/>
                <a:gd name="connsiteX11" fmla="*/ 446616 w 494639"/>
                <a:gd name="connsiteY11" fmla="*/ 109274 h 540171"/>
                <a:gd name="connsiteX12" fmla="*/ 490009 w 494639"/>
                <a:gd name="connsiteY12" fmla="*/ 47363 h 540171"/>
                <a:gd name="connsiteX13" fmla="*/ 314325 w 494639"/>
                <a:gd name="connsiteY13" fmla="*/ 795 h 540171"/>
                <a:gd name="connsiteX14" fmla="*/ 168804 w 494639"/>
                <a:gd name="connsiteY14" fmla="*/ 21962 h 540171"/>
                <a:gd name="connsiteX15" fmla="*/ 92604 w 494639"/>
                <a:gd name="connsiteY15" fmla="*/ 74350 h 540171"/>
                <a:gd name="connsiteX0" fmla="*/ 102129 w 494639"/>
                <a:gd name="connsiteY0" fmla="*/ 69588 h 540171"/>
                <a:gd name="connsiteX1" fmla="*/ 30691 w 494639"/>
                <a:gd name="connsiteY1" fmla="*/ 158487 h 540171"/>
                <a:gd name="connsiteX2" fmla="*/ 0 w 494639"/>
                <a:gd name="connsiteY2" fmla="*/ 311416 h 540171"/>
                <a:gd name="connsiteX3" fmla="*/ 14816 w 494639"/>
                <a:gd name="connsiteY3" fmla="*/ 398200 h 540171"/>
                <a:gd name="connsiteX4" fmla="*/ 89428 w 494639"/>
                <a:gd name="connsiteY4" fmla="*/ 514087 h 540171"/>
                <a:gd name="connsiteX5" fmla="*/ 175154 w 494639"/>
                <a:gd name="connsiteY5" fmla="*/ 534725 h 540171"/>
                <a:gd name="connsiteX6" fmla="*/ 289454 w 494639"/>
                <a:gd name="connsiteY6" fmla="*/ 437888 h 540171"/>
                <a:gd name="connsiteX7" fmla="*/ 354541 w 494639"/>
                <a:gd name="connsiteY7" fmla="*/ 363275 h 540171"/>
                <a:gd name="connsiteX8" fmla="*/ 448204 w 494639"/>
                <a:gd name="connsiteY8" fmla="*/ 388674 h 540171"/>
                <a:gd name="connsiteX9" fmla="*/ 464079 w 494639"/>
                <a:gd name="connsiteY9" fmla="*/ 314063 h 540171"/>
                <a:gd name="connsiteX10" fmla="*/ 479954 w 494639"/>
                <a:gd name="connsiteY10" fmla="*/ 191825 h 540171"/>
                <a:gd name="connsiteX11" fmla="*/ 446616 w 494639"/>
                <a:gd name="connsiteY11" fmla="*/ 109274 h 540171"/>
                <a:gd name="connsiteX12" fmla="*/ 490009 w 494639"/>
                <a:gd name="connsiteY12" fmla="*/ 47363 h 540171"/>
                <a:gd name="connsiteX13" fmla="*/ 314325 w 494639"/>
                <a:gd name="connsiteY13" fmla="*/ 795 h 540171"/>
                <a:gd name="connsiteX14" fmla="*/ 168804 w 494639"/>
                <a:gd name="connsiteY14" fmla="*/ 21962 h 540171"/>
                <a:gd name="connsiteX15" fmla="*/ 92604 w 494639"/>
                <a:gd name="connsiteY15" fmla="*/ 74350 h 540171"/>
                <a:gd name="connsiteX0" fmla="*/ 102129 w 494639"/>
                <a:gd name="connsiteY0" fmla="*/ 69588 h 539847"/>
                <a:gd name="connsiteX1" fmla="*/ 30691 w 494639"/>
                <a:gd name="connsiteY1" fmla="*/ 158487 h 539847"/>
                <a:gd name="connsiteX2" fmla="*/ 0 w 494639"/>
                <a:gd name="connsiteY2" fmla="*/ 311416 h 539847"/>
                <a:gd name="connsiteX3" fmla="*/ 13228 w 494639"/>
                <a:gd name="connsiteY3" fmla="*/ 409313 h 539847"/>
                <a:gd name="connsiteX4" fmla="*/ 89428 w 494639"/>
                <a:gd name="connsiteY4" fmla="*/ 514087 h 539847"/>
                <a:gd name="connsiteX5" fmla="*/ 175154 w 494639"/>
                <a:gd name="connsiteY5" fmla="*/ 534725 h 539847"/>
                <a:gd name="connsiteX6" fmla="*/ 289454 w 494639"/>
                <a:gd name="connsiteY6" fmla="*/ 437888 h 539847"/>
                <a:gd name="connsiteX7" fmla="*/ 354541 w 494639"/>
                <a:gd name="connsiteY7" fmla="*/ 363275 h 539847"/>
                <a:gd name="connsiteX8" fmla="*/ 448204 w 494639"/>
                <a:gd name="connsiteY8" fmla="*/ 388674 h 539847"/>
                <a:gd name="connsiteX9" fmla="*/ 464079 w 494639"/>
                <a:gd name="connsiteY9" fmla="*/ 314063 h 539847"/>
                <a:gd name="connsiteX10" fmla="*/ 479954 w 494639"/>
                <a:gd name="connsiteY10" fmla="*/ 191825 h 539847"/>
                <a:gd name="connsiteX11" fmla="*/ 446616 w 494639"/>
                <a:gd name="connsiteY11" fmla="*/ 109274 h 539847"/>
                <a:gd name="connsiteX12" fmla="*/ 490009 w 494639"/>
                <a:gd name="connsiteY12" fmla="*/ 47363 h 539847"/>
                <a:gd name="connsiteX13" fmla="*/ 314325 w 494639"/>
                <a:gd name="connsiteY13" fmla="*/ 795 h 539847"/>
                <a:gd name="connsiteX14" fmla="*/ 168804 w 494639"/>
                <a:gd name="connsiteY14" fmla="*/ 21962 h 539847"/>
                <a:gd name="connsiteX15" fmla="*/ 92604 w 494639"/>
                <a:gd name="connsiteY15" fmla="*/ 74350 h 539847"/>
                <a:gd name="connsiteX0" fmla="*/ 102129 w 494445"/>
                <a:gd name="connsiteY0" fmla="*/ 81052 h 551311"/>
                <a:gd name="connsiteX1" fmla="*/ 30691 w 494445"/>
                <a:gd name="connsiteY1" fmla="*/ 169951 h 551311"/>
                <a:gd name="connsiteX2" fmla="*/ 0 w 494445"/>
                <a:gd name="connsiteY2" fmla="*/ 322880 h 551311"/>
                <a:gd name="connsiteX3" fmla="*/ 13228 w 494445"/>
                <a:gd name="connsiteY3" fmla="*/ 420777 h 551311"/>
                <a:gd name="connsiteX4" fmla="*/ 89428 w 494445"/>
                <a:gd name="connsiteY4" fmla="*/ 525551 h 551311"/>
                <a:gd name="connsiteX5" fmla="*/ 175154 w 494445"/>
                <a:gd name="connsiteY5" fmla="*/ 546189 h 551311"/>
                <a:gd name="connsiteX6" fmla="*/ 289454 w 494445"/>
                <a:gd name="connsiteY6" fmla="*/ 449352 h 551311"/>
                <a:gd name="connsiteX7" fmla="*/ 354541 w 494445"/>
                <a:gd name="connsiteY7" fmla="*/ 374739 h 551311"/>
                <a:gd name="connsiteX8" fmla="*/ 448204 w 494445"/>
                <a:gd name="connsiteY8" fmla="*/ 400138 h 551311"/>
                <a:gd name="connsiteX9" fmla="*/ 464079 w 494445"/>
                <a:gd name="connsiteY9" fmla="*/ 325527 h 551311"/>
                <a:gd name="connsiteX10" fmla="*/ 479954 w 494445"/>
                <a:gd name="connsiteY10" fmla="*/ 203289 h 551311"/>
                <a:gd name="connsiteX11" fmla="*/ 446616 w 494445"/>
                <a:gd name="connsiteY11" fmla="*/ 120738 h 551311"/>
                <a:gd name="connsiteX12" fmla="*/ 490009 w 494445"/>
                <a:gd name="connsiteY12" fmla="*/ 58827 h 551311"/>
                <a:gd name="connsiteX13" fmla="*/ 317969 w 494445"/>
                <a:gd name="connsiteY13" fmla="*/ 472 h 551311"/>
                <a:gd name="connsiteX14" fmla="*/ 168804 w 494445"/>
                <a:gd name="connsiteY14" fmla="*/ 33426 h 551311"/>
                <a:gd name="connsiteX15" fmla="*/ 92604 w 494445"/>
                <a:gd name="connsiteY15" fmla="*/ 85814 h 551311"/>
                <a:gd name="connsiteX0" fmla="*/ 102129 w 494445"/>
                <a:gd name="connsiteY0" fmla="*/ 82562 h 552821"/>
                <a:gd name="connsiteX1" fmla="*/ 30691 w 494445"/>
                <a:gd name="connsiteY1" fmla="*/ 171461 h 552821"/>
                <a:gd name="connsiteX2" fmla="*/ 0 w 494445"/>
                <a:gd name="connsiteY2" fmla="*/ 324390 h 552821"/>
                <a:gd name="connsiteX3" fmla="*/ 13228 w 494445"/>
                <a:gd name="connsiteY3" fmla="*/ 422287 h 552821"/>
                <a:gd name="connsiteX4" fmla="*/ 89428 w 494445"/>
                <a:gd name="connsiteY4" fmla="*/ 527061 h 552821"/>
                <a:gd name="connsiteX5" fmla="*/ 175154 w 494445"/>
                <a:gd name="connsiteY5" fmla="*/ 547699 h 552821"/>
                <a:gd name="connsiteX6" fmla="*/ 289454 w 494445"/>
                <a:gd name="connsiteY6" fmla="*/ 450862 h 552821"/>
                <a:gd name="connsiteX7" fmla="*/ 354541 w 494445"/>
                <a:gd name="connsiteY7" fmla="*/ 376249 h 552821"/>
                <a:gd name="connsiteX8" fmla="*/ 448204 w 494445"/>
                <a:gd name="connsiteY8" fmla="*/ 401648 h 552821"/>
                <a:gd name="connsiteX9" fmla="*/ 464079 w 494445"/>
                <a:gd name="connsiteY9" fmla="*/ 327037 h 552821"/>
                <a:gd name="connsiteX10" fmla="*/ 479954 w 494445"/>
                <a:gd name="connsiteY10" fmla="*/ 204799 h 552821"/>
                <a:gd name="connsiteX11" fmla="*/ 446616 w 494445"/>
                <a:gd name="connsiteY11" fmla="*/ 122248 h 552821"/>
                <a:gd name="connsiteX12" fmla="*/ 490009 w 494445"/>
                <a:gd name="connsiteY12" fmla="*/ 60337 h 552821"/>
                <a:gd name="connsiteX13" fmla="*/ 317969 w 494445"/>
                <a:gd name="connsiteY13" fmla="*/ 1982 h 552821"/>
                <a:gd name="connsiteX14" fmla="*/ 157875 w 494445"/>
                <a:gd name="connsiteY14" fmla="*/ 19217 h 552821"/>
                <a:gd name="connsiteX15" fmla="*/ 92604 w 494445"/>
                <a:gd name="connsiteY15" fmla="*/ 87324 h 552821"/>
                <a:gd name="connsiteX0" fmla="*/ 102129 w 543876"/>
                <a:gd name="connsiteY0" fmla="*/ 84671 h 554930"/>
                <a:gd name="connsiteX1" fmla="*/ 30691 w 543876"/>
                <a:gd name="connsiteY1" fmla="*/ 173570 h 554930"/>
                <a:gd name="connsiteX2" fmla="*/ 0 w 543876"/>
                <a:gd name="connsiteY2" fmla="*/ 326499 h 554930"/>
                <a:gd name="connsiteX3" fmla="*/ 13228 w 543876"/>
                <a:gd name="connsiteY3" fmla="*/ 424396 h 554930"/>
                <a:gd name="connsiteX4" fmla="*/ 89428 w 543876"/>
                <a:gd name="connsiteY4" fmla="*/ 529170 h 554930"/>
                <a:gd name="connsiteX5" fmla="*/ 175154 w 543876"/>
                <a:gd name="connsiteY5" fmla="*/ 549808 h 554930"/>
                <a:gd name="connsiteX6" fmla="*/ 289454 w 543876"/>
                <a:gd name="connsiteY6" fmla="*/ 452971 h 554930"/>
                <a:gd name="connsiteX7" fmla="*/ 354541 w 543876"/>
                <a:gd name="connsiteY7" fmla="*/ 378358 h 554930"/>
                <a:gd name="connsiteX8" fmla="*/ 448204 w 543876"/>
                <a:gd name="connsiteY8" fmla="*/ 403757 h 554930"/>
                <a:gd name="connsiteX9" fmla="*/ 464079 w 543876"/>
                <a:gd name="connsiteY9" fmla="*/ 329146 h 554930"/>
                <a:gd name="connsiteX10" fmla="*/ 479954 w 543876"/>
                <a:gd name="connsiteY10" fmla="*/ 206908 h 554930"/>
                <a:gd name="connsiteX11" fmla="*/ 446616 w 543876"/>
                <a:gd name="connsiteY11" fmla="*/ 124357 h 554930"/>
                <a:gd name="connsiteX12" fmla="*/ 541014 w 543876"/>
                <a:gd name="connsiteY12" fmla="*/ 93883 h 554930"/>
                <a:gd name="connsiteX13" fmla="*/ 317969 w 543876"/>
                <a:gd name="connsiteY13" fmla="*/ 4091 h 554930"/>
                <a:gd name="connsiteX14" fmla="*/ 157875 w 543876"/>
                <a:gd name="connsiteY14" fmla="*/ 21326 h 554930"/>
                <a:gd name="connsiteX15" fmla="*/ 92604 w 543876"/>
                <a:gd name="connsiteY15" fmla="*/ 89433 h 554930"/>
                <a:gd name="connsiteX0" fmla="*/ 102129 w 546608"/>
                <a:gd name="connsiteY0" fmla="*/ 84671 h 554930"/>
                <a:gd name="connsiteX1" fmla="*/ 30691 w 546608"/>
                <a:gd name="connsiteY1" fmla="*/ 173570 h 554930"/>
                <a:gd name="connsiteX2" fmla="*/ 0 w 546608"/>
                <a:gd name="connsiteY2" fmla="*/ 326499 h 554930"/>
                <a:gd name="connsiteX3" fmla="*/ 13228 w 546608"/>
                <a:gd name="connsiteY3" fmla="*/ 424396 h 554930"/>
                <a:gd name="connsiteX4" fmla="*/ 89428 w 546608"/>
                <a:gd name="connsiteY4" fmla="*/ 529170 h 554930"/>
                <a:gd name="connsiteX5" fmla="*/ 175154 w 546608"/>
                <a:gd name="connsiteY5" fmla="*/ 549808 h 554930"/>
                <a:gd name="connsiteX6" fmla="*/ 289454 w 546608"/>
                <a:gd name="connsiteY6" fmla="*/ 452971 h 554930"/>
                <a:gd name="connsiteX7" fmla="*/ 354541 w 546608"/>
                <a:gd name="connsiteY7" fmla="*/ 378358 h 554930"/>
                <a:gd name="connsiteX8" fmla="*/ 448204 w 546608"/>
                <a:gd name="connsiteY8" fmla="*/ 403757 h 554930"/>
                <a:gd name="connsiteX9" fmla="*/ 464079 w 546608"/>
                <a:gd name="connsiteY9" fmla="*/ 329146 h 554930"/>
                <a:gd name="connsiteX10" fmla="*/ 479954 w 546608"/>
                <a:gd name="connsiteY10" fmla="*/ 206908 h 554930"/>
                <a:gd name="connsiteX11" fmla="*/ 479404 w 546608"/>
                <a:gd name="connsiteY11" fmla="*/ 128287 h 554930"/>
                <a:gd name="connsiteX12" fmla="*/ 541014 w 546608"/>
                <a:gd name="connsiteY12" fmla="*/ 93883 h 554930"/>
                <a:gd name="connsiteX13" fmla="*/ 317969 w 546608"/>
                <a:gd name="connsiteY13" fmla="*/ 4091 h 554930"/>
                <a:gd name="connsiteX14" fmla="*/ 157875 w 546608"/>
                <a:gd name="connsiteY14" fmla="*/ 21326 h 554930"/>
                <a:gd name="connsiteX15" fmla="*/ 92604 w 546608"/>
                <a:gd name="connsiteY15" fmla="*/ 89433 h 554930"/>
                <a:gd name="connsiteX0" fmla="*/ 102129 w 536260"/>
                <a:gd name="connsiteY0" fmla="*/ 84400 h 554659"/>
                <a:gd name="connsiteX1" fmla="*/ 30691 w 536260"/>
                <a:gd name="connsiteY1" fmla="*/ 173299 h 554659"/>
                <a:gd name="connsiteX2" fmla="*/ 0 w 536260"/>
                <a:gd name="connsiteY2" fmla="*/ 326228 h 554659"/>
                <a:gd name="connsiteX3" fmla="*/ 13228 w 536260"/>
                <a:gd name="connsiteY3" fmla="*/ 424125 h 554659"/>
                <a:gd name="connsiteX4" fmla="*/ 89428 w 536260"/>
                <a:gd name="connsiteY4" fmla="*/ 528899 h 554659"/>
                <a:gd name="connsiteX5" fmla="*/ 175154 w 536260"/>
                <a:gd name="connsiteY5" fmla="*/ 549537 h 554659"/>
                <a:gd name="connsiteX6" fmla="*/ 289454 w 536260"/>
                <a:gd name="connsiteY6" fmla="*/ 452700 h 554659"/>
                <a:gd name="connsiteX7" fmla="*/ 354541 w 536260"/>
                <a:gd name="connsiteY7" fmla="*/ 378087 h 554659"/>
                <a:gd name="connsiteX8" fmla="*/ 448204 w 536260"/>
                <a:gd name="connsiteY8" fmla="*/ 403486 h 554659"/>
                <a:gd name="connsiteX9" fmla="*/ 464079 w 536260"/>
                <a:gd name="connsiteY9" fmla="*/ 328875 h 554659"/>
                <a:gd name="connsiteX10" fmla="*/ 479954 w 536260"/>
                <a:gd name="connsiteY10" fmla="*/ 206637 h 554659"/>
                <a:gd name="connsiteX11" fmla="*/ 479404 w 536260"/>
                <a:gd name="connsiteY11" fmla="*/ 128016 h 554659"/>
                <a:gd name="connsiteX12" fmla="*/ 530085 w 536260"/>
                <a:gd name="connsiteY12" fmla="*/ 89681 h 554659"/>
                <a:gd name="connsiteX13" fmla="*/ 317969 w 536260"/>
                <a:gd name="connsiteY13" fmla="*/ 3820 h 554659"/>
                <a:gd name="connsiteX14" fmla="*/ 157875 w 536260"/>
                <a:gd name="connsiteY14" fmla="*/ 21055 h 554659"/>
                <a:gd name="connsiteX15" fmla="*/ 92604 w 536260"/>
                <a:gd name="connsiteY15" fmla="*/ 89162 h 554659"/>
                <a:gd name="connsiteX0" fmla="*/ 102129 w 536422"/>
                <a:gd name="connsiteY0" fmla="*/ 84400 h 554659"/>
                <a:gd name="connsiteX1" fmla="*/ 30691 w 536422"/>
                <a:gd name="connsiteY1" fmla="*/ 173299 h 554659"/>
                <a:gd name="connsiteX2" fmla="*/ 0 w 536422"/>
                <a:gd name="connsiteY2" fmla="*/ 326228 h 554659"/>
                <a:gd name="connsiteX3" fmla="*/ 13228 w 536422"/>
                <a:gd name="connsiteY3" fmla="*/ 424125 h 554659"/>
                <a:gd name="connsiteX4" fmla="*/ 89428 w 536422"/>
                <a:gd name="connsiteY4" fmla="*/ 528899 h 554659"/>
                <a:gd name="connsiteX5" fmla="*/ 175154 w 536422"/>
                <a:gd name="connsiteY5" fmla="*/ 549537 h 554659"/>
                <a:gd name="connsiteX6" fmla="*/ 289454 w 536422"/>
                <a:gd name="connsiteY6" fmla="*/ 452700 h 554659"/>
                <a:gd name="connsiteX7" fmla="*/ 354541 w 536422"/>
                <a:gd name="connsiteY7" fmla="*/ 378087 h 554659"/>
                <a:gd name="connsiteX8" fmla="*/ 448204 w 536422"/>
                <a:gd name="connsiteY8" fmla="*/ 403486 h 554659"/>
                <a:gd name="connsiteX9" fmla="*/ 464079 w 536422"/>
                <a:gd name="connsiteY9" fmla="*/ 328875 h 554659"/>
                <a:gd name="connsiteX10" fmla="*/ 465382 w 536422"/>
                <a:gd name="connsiteY10" fmla="*/ 198778 h 554659"/>
                <a:gd name="connsiteX11" fmla="*/ 479404 w 536422"/>
                <a:gd name="connsiteY11" fmla="*/ 128016 h 554659"/>
                <a:gd name="connsiteX12" fmla="*/ 530085 w 536422"/>
                <a:gd name="connsiteY12" fmla="*/ 89681 h 554659"/>
                <a:gd name="connsiteX13" fmla="*/ 317969 w 536422"/>
                <a:gd name="connsiteY13" fmla="*/ 3820 h 554659"/>
                <a:gd name="connsiteX14" fmla="*/ 157875 w 536422"/>
                <a:gd name="connsiteY14" fmla="*/ 21055 h 554659"/>
                <a:gd name="connsiteX15" fmla="*/ 92604 w 536422"/>
                <a:gd name="connsiteY15" fmla="*/ 89162 h 554659"/>
                <a:gd name="connsiteX0" fmla="*/ 102129 w 536422"/>
                <a:gd name="connsiteY0" fmla="*/ 84400 h 554659"/>
                <a:gd name="connsiteX1" fmla="*/ 30691 w 536422"/>
                <a:gd name="connsiteY1" fmla="*/ 173299 h 554659"/>
                <a:gd name="connsiteX2" fmla="*/ 0 w 536422"/>
                <a:gd name="connsiteY2" fmla="*/ 326228 h 554659"/>
                <a:gd name="connsiteX3" fmla="*/ 13228 w 536422"/>
                <a:gd name="connsiteY3" fmla="*/ 424125 h 554659"/>
                <a:gd name="connsiteX4" fmla="*/ 89428 w 536422"/>
                <a:gd name="connsiteY4" fmla="*/ 528899 h 554659"/>
                <a:gd name="connsiteX5" fmla="*/ 175154 w 536422"/>
                <a:gd name="connsiteY5" fmla="*/ 549537 h 554659"/>
                <a:gd name="connsiteX6" fmla="*/ 289454 w 536422"/>
                <a:gd name="connsiteY6" fmla="*/ 452700 h 554659"/>
                <a:gd name="connsiteX7" fmla="*/ 354541 w 536422"/>
                <a:gd name="connsiteY7" fmla="*/ 378087 h 554659"/>
                <a:gd name="connsiteX8" fmla="*/ 448204 w 536422"/>
                <a:gd name="connsiteY8" fmla="*/ 403486 h 554659"/>
                <a:gd name="connsiteX9" fmla="*/ 464079 w 536422"/>
                <a:gd name="connsiteY9" fmla="*/ 328875 h 554659"/>
                <a:gd name="connsiteX10" fmla="*/ 465382 w 536422"/>
                <a:gd name="connsiteY10" fmla="*/ 198778 h 554659"/>
                <a:gd name="connsiteX11" fmla="*/ 479404 w 536422"/>
                <a:gd name="connsiteY11" fmla="*/ 128016 h 554659"/>
                <a:gd name="connsiteX12" fmla="*/ 530085 w 536422"/>
                <a:gd name="connsiteY12" fmla="*/ 89681 h 554659"/>
                <a:gd name="connsiteX13" fmla="*/ 317969 w 536422"/>
                <a:gd name="connsiteY13" fmla="*/ 3820 h 554659"/>
                <a:gd name="connsiteX14" fmla="*/ 157875 w 536422"/>
                <a:gd name="connsiteY14" fmla="*/ 21055 h 554659"/>
                <a:gd name="connsiteX15" fmla="*/ 92604 w 536422"/>
                <a:gd name="connsiteY15" fmla="*/ 89162 h 554659"/>
                <a:gd name="connsiteX0" fmla="*/ 102129 w 536422"/>
                <a:gd name="connsiteY0" fmla="*/ 84400 h 554659"/>
                <a:gd name="connsiteX1" fmla="*/ 30691 w 536422"/>
                <a:gd name="connsiteY1" fmla="*/ 173299 h 554659"/>
                <a:gd name="connsiteX2" fmla="*/ 0 w 536422"/>
                <a:gd name="connsiteY2" fmla="*/ 326228 h 554659"/>
                <a:gd name="connsiteX3" fmla="*/ 13228 w 536422"/>
                <a:gd name="connsiteY3" fmla="*/ 424125 h 554659"/>
                <a:gd name="connsiteX4" fmla="*/ 89428 w 536422"/>
                <a:gd name="connsiteY4" fmla="*/ 528899 h 554659"/>
                <a:gd name="connsiteX5" fmla="*/ 175154 w 536422"/>
                <a:gd name="connsiteY5" fmla="*/ 549537 h 554659"/>
                <a:gd name="connsiteX6" fmla="*/ 289454 w 536422"/>
                <a:gd name="connsiteY6" fmla="*/ 452700 h 554659"/>
                <a:gd name="connsiteX7" fmla="*/ 325397 w 536422"/>
                <a:gd name="connsiteY7" fmla="*/ 334860 h 554659"/>
                <a:gd name="connsiteX8" fmla="*/ 448204 w 536422"/>
                <a:gd name="connsiteY8" fmla="*/ 403486 h 554659"/>
                <a:gd name="connsiteX9" fmla="*/ 464079 w 536422"/>
                <a:gd name="connsiteY9" fmla="*/ 328875 h 554659"/>
                <a:gd name="connsiteX10" fmla="*/ 465382 w 536422"/>
                <a:gd name="connsiteY10" fmla="*/ 198778 h 554659"/>
                <a:gd name="connsiteX11" fmla="*/ 479404 w 536422"/>
                <a:gd name="connsiteY11" fmla="*/ 128016 h 554659"/>
                <a:gd name="connsiteX12" fmla="*/ 530085 w 536422"/>
                <a:gd name="connsiteY12" fmla="*/ 89681 h 554659"/>
                <a:gd name="connsiteX13" fmla="*/ 317969 w 536422"/>
                <a:gd name="connsiteY13" fmla="*/ 3820 h 554659"/>
                <a:gd name="connsiteX14" fmla="*/ 157875 w 536422"/>
                <a:gd name="connsiteY14" fmla="*/ 21055 h 554659"/>
                <a:gd name="connsiteX15" fmla="*/ 92604 w 536422"/>
                <a:gd name="connsiteY15" fmla="*/ 89162 h 554659"/>
                <a:gd name="connsiteX0" fmla="*/ 102129 w 536422"/>
                <a:gd name="connsiteY0" fmla="*/ 84400 h 554659"/>
                <a:gd name="connsiteX1" fmla="*/ 30691 w 536422"/>
                <a:gd name="connsiteY1" fmla="*/ 173299 h 554659"/>
                <a:gd name="connsiteX2" fmla="*/ 0 w 536422"/>
                <a:gd name="connsiteY2" fmla="*/ 326228 h 554659"/>
                <a:gd name="connsiteX3" fmla="*/ 13228 w 536422"/>
                <a:gd name="connsiteY3" fmla="*/ 424125 h 554659"/>
                <a:gd name="connsiteX4" fmla="*/ 89428 w 536422"/>
                <a:gd name="connsiteY4" fmla="*/ 528899 h 554659"/>
                <a:gd name="connsiteX5" fmla="*/ 175154 w 536422"/>
                <a:gd name="connsiteY5" fmla="*/ 549537 h 554659"/>
                <a:gd name="connsiteX6" fmla="*/ 289454 w 536422"/>
                <a:gd name="connsiteY6" fmla="*/ 452700 h 554659"/>
                <a:gd name="connsiteX7" fmla="*/ 325397 w 536422"/>
                <a:gd name="connsiteY7" fmla="*/ 334860 h 554659"/>
                <a:gd name="connsiteX8" fmla="*/ 444562 w 536422"/>
                <a:gd name="connsiteY8" fmla="*/ 379908 h 554659"/>
                <a:gd name="connsiteX9" fmla="*/ 464079 w 536422"/>
                <a:gd name="connsiteY9" fmla="*/ 328875 h 554659"/>
                <a:gd name="connsiteX10" fmla="*/ 465382 w 536422"/>
                <a:gd name="connsiteY10" fmla="*/ 198778 h 554659"/>
                <a:gd name="connsiteX11" fmla="*/ 479404 w 536422"/>
                <a:gd name="connsiteY11" fmla="*/ 128016 h 554659"/>
                <a:gd name="connsiteX12" fmla="*/ 530085 w 536422"/>
                <a:gd name="connsiteY12" fmla="*/ 89681 h 554659"/>
                <a:gd name="connsiteX13" fmla="*/ 317969 w 536422"/>
                <a:gd name="connsiteY13" fmla="*/ 3820 h 554659"/>
                <a:gd name="connsiteX14" fmla="*/ 157875 w 536422"/>
                <a:gd name="connsiteY14" fmla="*/ 21055 h 554659"/>
                <a:gd name="connsiteX15" fmla="*/ 92604 w 536422"/>
                <a:gd name="connsiteY15" fmla="*/ 89162 h 554659"/>
                <a:gd name="connsiteX0" fmla="*/ 102129 w 536422"/>
                <a:gd name="connsiteY0" fmla="*/ 84400 h 554659"/>
                <a:gd name="connsiteX1" fmla="*/ 30691 w 536422"/>
                <a:gd name="connsiteY1" fmla="*/ 173299 h 554659"/>
                <a:gd name="connsiteX2" fmla="*/ 0 w 536422"/>
                <a:gd name="connsiteY2" fmla="*/ 326228 h 554659"/>
                <a:gd name="connsiteX3" fmla="*/ 13228 w 536422"/>
                <a:gd name="connsiteY3" fmla="*/ 424125 h 554659"/>
                <a:gd name="connsiteX4" fmla="*/ 89428 w 536422"/>
                <a:gd name="connsiteY4" fmla="*/ 528899 h 554659"/>
                <a:gd name="connsiteX5" fmla="*/ 175154 w 536422"/>
                <a:gd name="connsiteY5" fmla="*/ 549537 h 554659"/>
                <a:gd name="connsiteX6" fmla="*/ 289454 w 536422"/>
                <a:gd name="connsiteY6" fmla="*/ 452700 h 554659"/>
                <a:gd name="connsiteX7" fmla="*/ 325397 w 536422"/>
                <a:gd name="connsiteY7" fmla="*/ 334860 h 554659"/>
                <a:gd name="connsiteX8" fmla="*/ 444562 w 536422"/>
                <a:gd name="connsiteY8" fmla="*/ 379908 h 554659"/>
                <a:gd name="connsiteX9" fmla="*/ 464079 w 536422"/>
                <a:gd name="connsiteY9" fmla="*/ 328875 h 554659"/>
                <a:gd name="connsiteX10" fmla="*/ 465382 w 536422"/>
                <a:gd name="connsiteY10" fmla="*/ 198778 h 554659"/>
                <a:gd name="connsiteX11" fmla="*/ 479404 w 536422"/>
                <a:gd name="connsiteY11" fmla="*/ 128016 h 554659"/>
                <a:gd name="connsiteX12" fmla="*/ 530085 w 536422"/>
                <a:gd name="connsiteY12" fmla="*/ 89681 h 554659"/>
                <a:gd name="connsiteX13" fmla="*/ 317969 w 536422"/>
                <a:gd name="connsiteY13" fmla="*/ 3820 h 554659"/>
                <a:gd name="connsiteX14" fmla="*/ 157875 w 536422"/>
                <a:gd name="connsiteY14" fmla="*/ 21055 h 554659"/>
                <a:gd name="connsiteX15" fmla="*/ 92604 w 536422"/>
                <a:gd name="connsiteY15" fmla="*/ 89162 h 554659"/>
                <a:gd name="connsiteX0" fmla="*/ 102129 w 536422"/>
                <a:gd name="connsiteY0" fmla="*/ 84400 h 554659"/>
                <a:gd name="connsiteX1" fmla="*/ 30691 w 536422"/>
                <a:gd name="connsiteY1" fmla="*/ 173299 h 554659"/>
                <a:gd name="connsiteX2" fmla="*/ 0 w 536422"/>
                <a:gd name="connsiteY2" fmla="*/ 326228 h 554659"/>
                <a:gd name="connsiteX3" fmla="*/ 13228 w 536422"/>
                <a:gd name="connsiteY3" fmla="*/ 424125 h 554659"/>
                <a:gd name="connsiteX4" fmla="*/ 89428 w 536422"/>
                <a:gd name="connsiteY4" fmla="*/ 528899 h 554659"/>
                <a:gd name="connsiteX5" fmla="*/ 175154 w 536422"/>
                <a:gd name="connsiteY5" fmla="*/ 549537 h 554659"/>
                <a:gd name="connsiteX6" fmla="*/ 289454 w 536422"/>
                <a:gd name="connsiteY6" fmla="*/ 452700 h 554659"/>
                <a:gd name="connsiteX7" fmla="*/ 325397 w 536422"/>
                <a:gd name="connsiteY7" fmla="*/ 334860 h 554659"/>
                <a:gd name="connsiteX8" fmla="*/ 444562 w 536422"/>
                <a:gd name="connsiteY8" fmla="*/ 379908 h 554659"/>
                <a:gd name="connsiteX9" fmla="*/ 464079 w 536422"/>
                <a:gd name="connsiteY9" fmla="*/ 328875 h 554659"/>
                <a:gd name="connsiteX10" fmla="*/ 465382 w 536422"/>
                <a:gd name="connsiteY10" fmla="*/ 198778 h 554659"/>
                <a:gd name="connsiteX11" fmla="*/ 479404 w 536422"/>
                <a:gd name="connsiteY11" fmla="*/ 128016 h 554659"/>
                <a:gd name="connsiteX12" fmla="*/ 530085 w 536422"/>
                <a:gd name="connsiteY12" fmla="*/ 89681 h 554659"/>
                <a:gd name="connsiteX13" fmla="*/ 317969 w 536422"/>
                <a:gd name="connsiteY13" fmla="*/ 3820 h 554659"/>
                <a:gd name="connsiteX14" fmla="*/ 157875 w 536422"/>
                <a:gd name="connsiteY14" fmla="*/ 21055 h 554659"/>
                <a:gd name="connsiteX15" fmla="*/ 92604 w 536422"/>
                <a:gd name="connsiteY15" fmla="*/ 89162 h 554659"/>
                <a:gd name="connsiteX0" fmla="*/ 102129 w 531958"/>
                <a:gd name="connsiteY0" fmla="*/ 84400 h 554659"/>
                <a:gd name="connsiteX1" fmla="*/ 30691 w 531958"/>
                <a:gd name="connsiteY1" fmla="*/ 173299 h 554659"/>
                <a:gd name="connsiteX2" fmla="*/ 0 w 531958"/>
                <a:gd name="connsiteY2" fmla="*/ 326228 h 554659"/>
                <a:gd name="connsiteX3" fmla="*/ 13228 w 531958"/>
                <a:gd name="connsiteY3" fmla="*/ 424125 h 554659"/>
                <a:gd name="connsiteX4" fmla="*/ 89428 w 531958"/>
                <a:gd name="connsiteY4" fmla="*/ 528899 h 554659"/>
                <a:gd name="connsiteX5" fmla="*/ 175154 w 531958"/>
                <a:gd name="connsiteY5" fmla="*/ 549537 h 554659"/>
                <a:gd name="connsiteX6" fmla="*/ 289454 w 531958"/>
                <a:gd name="connsiteY6" fmla="*/ 452700 h 554659"/>
                <a:gd name="connsiteX7" fmla="*/ 325397 w 531958"/>
                <a:gd name="connsiteY7" fmla="*/ 334860 h 554659"/>
                <a:gd name="connsiteX8" fmla="*/ 444562 w 531958"/>
                <a:gd name="connsiteY8" fmla="*/ 379908 h 554659"/>
                <a:gd name="connsiteX9" fmla="*/ 464079 w 531958"/>
                <a:gd name="connsiteY9" fmla="*/ 328875 h 554659"/>
                <a:gd name="connsiteX10" fmla="*/ 465382 w 531958"/>
                <a:gd name="connsiteY10" fmla="*/ 198778 h 554659"/>
                <a:gd name="connsiteX11" fmla="*/ 479404 w 531958"/>
                <a:gd name="connsiteY11" fmla="*/ 128016 h 554659"/>
                <a:gd name="connsiteX12" fmla="*/ 530085 w 531958"/>
                <a:gd name="connsiteY12" fmla="*/ 89681 h 554659"/>
                <a:gd name="connsiteX13" fmla="*/ 317969 w 531958"/>
                <a:gd name="connsiteY13" fmla="*/ 3820 h 554659"/>
                <a:gd name="connsiteX14" fmla="*/ 157875 w 531958"/>
                <a:gd name="connsiteY14" fmla="*/ 21055 h 554659"/>
                <a:gd name="connsiteX15" fmla="*/ 92604 w 531958"/>
                <a:gd name="connsiteY15" fmla="*/ 89162 h 554659"/>
                <a:gd name="connsiteX0" fmla="*/ 102129 w 530246"/>
                <a:gd name="connsiteY0" fmla="*/ 84400 h 554659"/>
                <a:gd name="connsiteX1" fmla="*/ 30691 w 530246"/>
                <a:gd name="connsiteY1" fmla="*/ 173299 h 554659"/>
                <a:gd name="connsiteX2" fmla="*/ 0 w 530246"/>
                <a:gd name="connsiteY2" fmla="*/ 326228 h 554659"/>
                <a:gd name="connsiteX3" fmla="*/ 13228 w 530246"/>
                <a:gd name="connsiteY3" fmla="*/ 424125 h 554659"/>
                <a:gd name="connsiteX4" fmla="*/ 89428 w 530246"/>
                <a:gd name="connsiteY4" fmla="*/ 528899 h 554659"/>
                <a:gd name="connsiteX5" fmla="*/ 175154 w 530246"/>
                <a:gd name="connsiteY5" fmla="*/ 549537 h 554659"/>
                <a:gd name="connsiteX6" fmla="*/ 289454 w 530246"/>
                <a:gd name="connsiteY6" fmla="*/ 452700 h 554659"/>
                <a:gd name="connsiteX7" fmla="*/ 325397 w 530246"/>
                <a:gd name="connsiteY7" fmla="*/ 334860 h 554659"/>
                <a:gd name="connsiteX8" fmla="*/ 444562 w 530246"/>
                <a:gd name="connsiteY8" fmla="*/ 379908 h 554659"/>
                <a:gd name="connsiteX9" fmla="*/ 464079 w 530246"/>
                <a:gd name="connsiteY9" fmla="*/ 328875 h 554659"/>
                <a:gd name="connsiteX10" fmla="*/ 465382 w 530246"/>
                <a:gd name="connsiteY10" fmla="*/ 198778 h 554659"/>
                <a:gd name="connsiteX11" fmla="*/ 479404 w 530246"/>
                <a:gd name="connsiteY11" fmla="*/ 128016 h 554659"/>
                <a:gd name="connsiteX12" fmla="*/ 530085 w 530246"/>
                <a:gd name="connsiteY12" fmla="*/ 89681 h 554659"/>
                <a:gd name="connsiteX13" fmla="*/ 317969 w 530246"/>
                <a:gd name="connsiteY13" fmla="*/ 3820 h 554659"/>
                <a:gd name="connsiteX14" fmla="*/ 157875 w 530246"/>
                <a:gd name="connsiteY14" fmla="*/ 21055 h 554659"/>
                <a:gd name="connsiteX15" fmla="*/ 92604 w 530246"/>
                <a:gd name="connsiteY15" fmla="*/ 89162 h 55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0246" h="554659">
                  <a:moveTo>
                    <a:pt x="102129" y="84400"/>
                  </a:moveTo>
                  <a:cubicBezTo>
                    <a:pt x="66146" y="114562"/>
                    <a:pt x="47712" y="132994"/>
                    <a:pt x="30691" y="173299"/>
                  </a:cubicBezTo>
                  <a:cubicBezTo>
                    <a:pt x="13670" y="213604"/>
                    <a:pt x="5292" y="303474"/>
                    <a:pt x="0" y="326228"/>
                  </a:cubicBezTo>
                  <a:cubicBezTo>
                    <a:pt x="529" y="368561"/>
                    <a:pt x="-1677" y="390347"/>
                    <a:pt x="13228" y="424125"/>
                  </a:cubicBezTo>
                  <a:cubicBezTo>
                    <a:pt x="28133" y="457903"/>
                    <a:pt x="62440" y="507997"/>
                    <a:pt x="89428" y="528899"/>
                  </a:cubicBezTo>
                  <a:cubicBezTo>
                    <a:pt x="116416" y="549801"/>
                    <a:pt x="141816" y="562237"/>
                    <a:pt x="175154" y="549537"/>
                  </a:cubicBezTo>
                  <a:cubicBezTo>
                    <a:pt x="208492" y="536837"/>
                    <a:pt x="276754" y="451112"/>
                    <a:pt x="289454" y="452700"/>
                  </a:cubicBezTo>
                  <a:cubicBezTo>
                    <a:pt x="308504" y="444233"/>
                    <a:pt x="299546" y="346992"/>
                    <a:pt x="325397" y="334860"/>
                  </a:cubicBezTo>
                  <a:cubicBezTo>
                    <a:pt x="351248" y="322728"/>
                    <a:pt x="399701" y="368331"/>
                    <a:pt x="444562" y="379908"/>
                  </a:cubicBezTo>
                  <a:cubicBezTo>
                    <a:pt x="489423" y="391485"/>
                    <a:pt x="460609" y="359063"/>
                    <a:pt x="464079" y="328875"/>
                  </a:cubicBezTo>
                  <a:cubicBezTo>
                    <a:pt x="467549" y="298687"/>
                    <a:pt x="464475" y="211936"/>
                    <a:pt x="465382" y="198778"/>
                  </a:cubicBezTo>
                  <a:cubicBezTo>
                    <a:pt x="459032" y="183961"/>
                    <a:pt x="468620" y="146199"/>
                    <a:pt x="479404" y="128016"/>
                  </a:cubicBezTo>
                  <a:cubicBezTo>
                    <a:pt x="490188" y="109833"/>
                    <a:pt x="524204" y="173253"/>
                    <a:pt x="530085" y="89681"/>
                  </a:cubicBezTo>
                  <a:cubicBezTo>
                    <a:pt x="535966" y="6109"/>
                    <a:pt x="380004" y="15258"/>
                    <a:pt x="317969" y="3820"/>
                  </a:cubicBezTo>
                  <a:cubicBezTo>
                    <a:pt x="255934" y="-7618"/>
                    <a:pt x="198356" y="9149"/>
                    <a:pt x="157875" y="21055"/>
                  </a:cubicBezTo>
                  <a:lnTo>
                    <a:pt x="92604" y="89162"/>
                  </a:lnTo>
                </a:path>
              </a:pathLst>
            </a:custGeom>
            <a:solidFill>
              <a:srgbClr val="A6A6A6"/>
            </a:solidFill>
            <a:ln w="6350">
              <a:solidFill>
                <a:srgbClr val="2B2B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4" name="椭圆 313">
              <a:extLst>
                <a:ext uri="{FF2B5EF4-FFF2-40B4-BE49-F238E27FC236}">
                  <a16:creationId xmlns:a16="http://schemas.microsoft.com/office/drawing/2014/main" id="{8EB3B3CE-5D81-4E45-8371-DEE42C1A5E7D}"/>
                </a:ext>
              </a:extLst>
            </p:cNvPr>
            <p:cNvSpPr/>
            <p:nvPr/>
          </p:nvSpPr>
          <p:spPr>
            <a:xfrm rot="1804095">
              <a:off x="10204223" y="4827568"/>
              <a:ext cx="142406" cy="123831"/>
            </a:xfrm>
            <a:prstGeom prst="ellipse">
              <a:avLst/>
            </a:prstGeom>
            <a:solidFill>
              <a:srgbClr val="000000">
                <a:alpha val="12157"/>
              </a:srgbClr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solidFill>
                  <a:srgbClr val="333333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15" name="矩形 314">
              <a:extLst>
                <a:ext uri="{FF2B5EF4-FFF2-40B4-BE49-F238E27FC236}">
                  <a16:creationId xmlns:a16="http://schemas.microsoft.com/office/drawing/2014/main" id="{A42EA181-3A8C-6C34-C4E2-8CD0D48D65E6}"/>
                </a:ext>
              </a:extLst>
            </p:cNvPr>
            <p:cNvSpPr/>
            <p:nvPr/>
          </p:nvSpPr>
          <p:spPr>
            <a:xfrm rot="2253823">
              <a:off x="10132880" y="4897566"/>
              <a:ext cx="59166" cy="220418"/>
            </a:xfrm>
            <a:prstGeom prst="rect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16" name="矩形 315">
              <a:extLst>
                <a:ext uri="{FF2B5EF4-FFF2-40B4-BE49-F238E27FC236}">
                  <a16:creationId xmlns:a16="http://schemas.microsoft.com/office/drawing/2014/main" id="{C7E1F082-BB2B-7415-AD37-99774B7CC23E}"/>
                </a:ext>
              </a:extLst>
            </p:cNvPr>
            <p:cNvSpPr/>
            <p:nvPr/>
          </p:nvSpPr>
          <p:spPr>
            <a:xfrm rot="1626212">
              <a:off x="10035605" y="5062690"/>
              <a:ext cx="69872" cy="180715"/>
            </a:xfrm>
            <a:prstGeom prst="rect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17" name="矩形 316">
              <a:extLst>
                <a:ext uri="{FF2B5EF4-FFF2-40B4-BE49-F238E27FC236}">
                  <a16:creationId xmlns:a16="http://schemas.microsoft.com/office/drawing/2014/main" id="{1D0274FD-12D8-F2C9-14D8-A7282F2CD03F}"/>
                </a:ext>
              </a:extLst>
            </p:cNvPr>
            <p:cNvSpPr/>
            <p:nvPr/>
          </p:nvSpPr>
          <p:spPr>
            <a:xfrm rot="601989">
              <a:off x="10292191" y="4612772"/>
              <a:ext cx="44988" cy="230378"/>
            </a:xfrm>
            <a:prstGeom prst="rect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18" name="椭圆 317">
              <a:extLst>
                <a:ext uri="{FF2B5EF4-FFF2-40B4-BE49-F238E27FC236}">
                  <a16:creationId xmlns:a16="http://schemas.microsoft.com/office/drawing/2014/main" id="{D1CD03F7-731D-87D5-9EC3-3A1C064AD3D4}"/>
                </a:ext>
              </a:extLst>
            </p:cNvPr>
            <p:cNvSpPr/>
            <p:nvPr/>
          </p:nvSpPr>
          <p:spPr>
            <a:xfrm rot="1804095">
              <a:off x="10219430" y="4839385"/>
              <a:ext cx="113254" cy="96087"/>
            </a:xfrm>
            <a:prstGeom prst="ellipse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solidFill>
                  <a:srgbClr val="333333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19" name="椭圆 318">
              <a:extLst>
                <a:ext uri="{FF2B5EF4-FFF2-40B4-BE49-F238E27FC236}">
                  <a16:creationId xmlns:a16="http://schemas.microsoft.com/office/drawing/2014/main" id="{B8378236-BC1D-75E6-6689-B01DBF191879}"/>
                </a:ext>
              </a:extLst>
            </p:cNvPr>
            <p:cNvSpPr/>
            <p:nvPr/>
          </p:nvSpPr>
          <p:spPr>
            <a:xfrm rot="1804095">
              <a:off x="9926803" y="5322237"/>
              <a:ext cx="86492" cy="76744"/>
            </a:xfrm>
            <a:prstGeom prst="ellipse">
              <a:avLst/>
            </a:prstGeom>
            <a:solidFill>
              <a:srgbClr val="000000">
                <a:alpha val="12157"/>
              </a:srgbClr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solidFill>
                  <a:srgbClr val="333333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20" name="矩形 319">
              <a:extLst>
                <a:ext uri="{FF2B5EF4-FFF2-40B4-BE49-F238E27FC236}">
                  <a16:creationId xmlns:a16="http://schemas.microsoft.com/office/drawing/2014/main" id="{BBAA0626-87A0-EF3D-FA1D-3041C7308029}"/>
                </a:ext>
              </a:extLst>
            </p:cNvPr>
            <p:cNvSpPr/>
            <p:nvPr/>
          </p:nvSpPr>
          <p:spPr>
            <a:xfrm rot="1407266">
              <a:off x="9979443" y="5205463"/>
              <a:ext cx="44988" cy="135944"/>
            </a:xfrm>
            <a:prstGeom prst="rect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21" name="矩形: 圆角 320">
              <a:extLst>
                <a:ext uri="{FF2B5EF4-FFF2-40B4-BE49-F238E27FC236}">
                  <a16:creationId xmlns:a16="http://schemas.microsoft.com/office/drawing/2014/main" id="{237B932F-F42B-C152-1645-EAD8505F75B3}"/>
                </a:ext>
              </a:extLst>
            </p:cNvPr>
            <p:cNvSpPr/>
            <p:nvPr/>
          </p:nvSpPr>
          <p:spPr>
            <a:xfrm rot="319236">
              <a:off x="10136030" y="4561647"/>
              <a:ext cx="363481" cy="79358"/>
            </a:xfrm>
            <a:prstGeom prst="roundRect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22" name="矩形: 圆角 321">
              <a:extLst>
                <a:ext uri="{FF2B5EF4-FFF2-40B4-BE49-F238E27FC236}">
                  <a16:creationId xmlns:a16="http://schemas.microsoft.com/office/drawing/2014/main" id="{E57CB0E4-3C1C-9020-40C7-465DE7BF1CA8}"/>
                </a:ext>
              </a:extLst>
            </p:cNvPr>
            <p:cNvSpPr/>
            <p:nvPr/>
          </p:nvSpPr>
          <p:spPr>
            <a:xfrm rot="1804095">
              <a:off x="9935619" y="5200803"/>
              <a:ext cx="183591" cy="51352"/>
            </a:xfrm>
            <a:prstGeom prst="roundRect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23" name="矩形 322">
              <a:extLst>
                <a:ext uri="{FF2B5EF4-FFF2-40B4-BE49-F238E27FC236}">
                  <a16:creationId xmlns:a16="http://schemas.microsoft.com/office/drawing/2014/main" id="{4942A23A-9E99-B878-2603-0DAC9E311073}"/>
                </a:ext>
              </a:extLst>
            </p:cNvPr>
            <p:cNvSpPr/>
            <p:nvPr/>
          </p:nvSpPr>
          <p:spPr>
            <a:xfrm rot="1804095">
              <a:off x="10006958" y="5032397"/>
              <a:ext cx="225526" cy="61008"/>
            </a:xfrm>
            <a:prstGeom prst="rect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24" name="椭圆 323">
              <a:extLst>
                <a:ext uri="{FF2B5EF4-FFF2-40B4-BE49-F238E27FC236}">
                  <a16:creationId xmlns:a16="http://schemas.microsoft.com/office/drawing/2014/main" id="{53F5DDE4-6BA0-D30A-33C2-09335C57AF40}"/>
                </a:ext>
              </a:extLst>
            </p:cNvPr>
            <p:cNvSpPr/>
            <p:nvPr/>
          </p:nvSpPr>
          <p:spPr>
            <a:xfrm rot="1804095">
              <a:off x="9909252" y="5304384"/>
              <a:ext cx="121593" cy="101787"/>
            </a:xfrm>
            <a:prstGeom prst="ellipse">
              <a:avLst/>
            </a:prstGeom>
            <a:solidFill>
              <a:srgbClr val="6C6F71"/>
            </a:solidFill>
            <a:ln w="6350">
              <a:solidFill>
                <a:srgbClr val="000000">
                  <a:alpha val="30196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>
                <a:solidFill>
                  <a:srgbClr val="333333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</p:grpSp>
      <p:sp>
        <p:nvSpPr>
          <p:cNvPr id="332" name="文本框 331">
            <a:extLst>
              <a:ext uri="{FF2B5EF4-FFF2-40B4-BE49-F238E27FC236}">
                <a16:creationId xmlns:a16="http://schemas.microsoft.com/office/drawing/2014/main" id="{3F86A7AE-029D-BCD8-5643-5D6DF64D977F}"/>
              </a:ext>
            </a:extLst>
          </p:cNvPr>
          <p:cNvSpPr txBox="1"/>
          <p:nvPr/>
        </p:nvSpPr>
        <p:spPr>
          <a:xfrm>
            <a:off x="7504152" y="3163973"/>
            <a:ext cx="849279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</a:t>
            </a:r>
            <a:endParaRPr lang="zh-CN" altLang="en-US" sz="1400" b="1" baseline="30000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33" name="文本框 332">
            <a:extLst>
              <a:ext uri="{FF2B5EF4-FFF2-40B4-BE49-F238E27FC236}">
                <a16:creationId xmlns:a16="http://schemas.microsoft.com/office/drawing/2014/main" id="{451B0039-99E5-A2DB-FBF2-C40A2B9B8FAD}"/>
              </a:ext>
            </a:extLst>
          </p:cNvPr>
          <p:cNvSpPr txBox="1"/>
          <p:nvPr/>
        </p:nvSpPr>
        <p:spPr>
          <a:xfrm>
            <a:off x="7551818" y="4936405"/>
            <a:ext cx="681303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</a:t>
            </a:r>
            <a:endParaRPr lang="zh-CN" altLang="en-US" sz="1400" b="1" baseline="30000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34" name="文本框 333">
            <a:extLst>
              <a:ext uri="{FF2B5EF4-FFF2-40B4-BE49-F238E27FC236}">
                <a16:creationId xmlns:a16="http://schemas.microsoft.com/office/drawing/2014/main" id="{123BA3CB-1651-7CB3-6C68-B895D711E4C2}"/>
              </a:ext>
            </a:extLst>
          </p:cNvPr>
          <p:cNvSpPr txBox="1"/>
          <p:nvPr/>
        </p:nvSpPr>
        <p:spPr>
          <a:xfrm>
            <a:off x="10795957" y="2942168"/>
            <a:ext cx="94315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*****</a:t>
            </a:r>
            <a:endParaRPr lang="zh-CN" altLang="en-US" sz="1400" b="1" baseline="30000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grpSp>
        <p:nvGrpSpPr>
          <p:cNvPr id="335" name="组合 334">
            <a:extLst>
              <a:ext uri="{FF2B5EF4-FFF2-40B4-BE49-F238E27FC236}">
                <a16:creationId xmlns:a16="http://schemas.microsoft.com/office/drawing/2014/main" id="{2CEFC8BA-CD71-36F3-859D-528D628D57FA}"/>
              </a:ext>
            </a:extLst>
          </p:cNvPr>
          <p:cNvGrpSpPr/>
          <p:nvPr/>
        </p:nvGrpSpPr>
        <p:grpSpPr>
          <a:xfrm>
            <a:off x="2945118" y="3125215"/>
            <a:ext cx="2885703" cy="1531498"/>
            <a:chOff x="3320578" y="3627471"/>
            <a:chExt cx="2179063" cy="1087324"/>
          </a:xfrm>
        </p:grpSpPr>
        <p:grpSp>
          <p:nvGrpSpPr>
            <p:cNvPr id="336" name="组合 335">
              <a:extLst>
                <a:ext uri="{FF2B5EF4-FFF2-40B4-BE49-F238E27FC236}">
                  <a16:creationId xmlns:a16="http://schemas.microsoft.com/office/drawing/2014/main" id="{28F2002D-E276-BC34-7EB0-875E204B7ADE}"/>
                </a:ext>
              </a:extLst>
            </p:cNvPr>
            <p:cNvGrpSpPr/>
            <p:nvPr/>
          </p:nvGrpSpPr>
          <p:grpSpPr>
            <a:xfrm>
              <a:off x="3323459" y="3627471"/>
              <a:ext cx="2141947" cy="988361"/>
              <a:chOff x="3239425" y="4428439"/>
              <a:chExt cx="2141947" cy="988361"/>
            </a:xfrm>
          </p:grpSpPr>
          <p:sp>
            <p:nvSpPr>
              <p:cNvPr id="347" name="矩形 346">
                <a:extLst>
                  <a:ext uri="{FF2B5EF4-FFF2-40B4-BE49-F238E27FC236}">
                    <a16:creationId xmlns:a16="http://schemas.microsoft.com/office/drawing/2014/main" id="{EB9B88EB-E028-8298-FDE0-D109566EE7F3}"/>
                  </a:ext>
                </a:extLst>
              </p:cNvPr>
              <p:cNvSpPr/>
              <p:nvPr/>
            </p:nvSpPr>
            <p:spPr>
              <a:xfrm>
                <a:off x="3239425" y="4428439"/>
                <a:ext cx="2141947" cy="988361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348" name="图形 347" descr="拄手杖的人 纯色填充">
                <a:extLst>
                  <a:ext uri="{FF2B5EF4-FFF2-40B4-BE49-F238E27FC236}">
                    <a16:creationId xmlns:a16="http://schemas.microsoft.com/office/drawing/2014/main" id="{A1A3AF25-D22A-9795-1FE5-42FB1A4E38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858680" y="4845705"/>
                <a:ext cx="488870" cy="536246"/>
              </a:xfrm>
              <a:prstGeom prst="rect">
                <a:avLst/>
              </a:prstGeom>
            </p:spPr>
          </p:pic>
        </p:grpSp>
        <p:grpSp>
          <p:nvGrpSpPr>
            <p:cNvPr id="337" name="组合 336">
              <a:extLst>
                <a:ext uri="{FF2B5EF4-FFF2-40B4-BE49-F238E27FC236}">
                  <a16:creationId xmlns:a16="http://schemas.microsoft.com/office/drawing/2014/main" id="{74E1CF4C-7A72-0364-2E5E-F9D83E732E0B}"/>
                </a:ext>
              </a:extLst>
            </p:cNvPr>
            <p:cNvGrpSpPr/>
            <p:nvPr/>
          </p:nvGrpSpPr>
          <p:grpSpPr>
            <a:xfrm>
              <a:off x="3320578" y="3897696"/>
              <a:ext cx="1034503" cy="802998"/>
              <a:chOff x="3217317" y="4711356"/>
              <a:chExt cx="1034503" cy="802998"/>
            </a:xfrm>
          </p:grpSpPr>
          <p:pic>
            <p:nvPicPr>
              <p:cNvPr id="345" name="图形 344" descr="组 纯色填充">
                <a:extLst>
                  <a:ext uri="{FF2B5EF4-FFF2-40B4-BE49-F238E27FC236}">
                    <a16:creationId xmlns:a16="http://schemas.microsoft.com/office/drawing/2014/main" id="{543BB0B9-9610-63BB-85FF-B3F5428118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217317" y="4711356"/>
                <a:ext cx="732055" cy="802998"/>
              </a:xfrm>
              <a:prstGeom prst="rect">
                <a:avLst/>
              </a:prstGeom>
            </p:spPr>
          </p:pic>
          <p:sp>
            <p:nvSpPr>
              <p:cNvPr id="346" name="圆角矩形 11">
                <a:extLst>
                  <a:ext uri="{FF2B5EF4-FFF2-40B4-BE49-F238E27FC236}">
                    <a16:creationId xmlns:a16="http://schemas.microsoft.com/office/drawing/2014/main" id="{2C6EA838-0238-9CC1-0907-86D9469875F9}"/>
                  </a:ext>
                </a:extLst>
              </p:cNvPr>
              <p:cNvSpPr/>
              <p:nvPr/>
            </p:nvSpPr>
            <p:spPr>
              <a:xfrm>
                <a:off x="3255368" y="4841758"/>
                <a:ext cx="996452" cy="558106"/>
              </a:xfrm>
              <a:prstGeom prst="roundRect">
                <a:avLst>
                  <a:gd name="adj" fmla="val 3704"/>
                </a:avLst>
              </a:prstGeom>
              <a:solidFill>
                <a:schemeClr val="bg1">
                  <a:lumMod val="65000"/>
                  <a:alpha val="20000"/>
                </a:schemeClr>
              </a:solidFill>
              <a:ln w="38100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285750" indent="-285750">
                  <a:lnSpc>
                    <a:spcPts val="2400"/>
                  </a:lnSpc>
                  <a:buFont typeface="Arial" panose="020B0604020202020204" pitchFamily="34" charset="0"/>
                  <a:buChar char="•"/>
                </a:pPr>
                <a:endParaRPr lang="en-US" altLang="zh-CN" sz="1600" b="1" dirty="0"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38" name="组合 337">
              <a:extLst>
                <a:ext uri="{FF2B5EF4-FFF2-40B4-BE49-F238E27FC236}">
                  <a16:creationId xmlns:a16="http://schemas.microsoft.com/office/drawing/2014/main" id="{FAA4E291-8DD9-6DC8-4F9E-9E30D12EC5DC}"/>
                </a:ext>
              </a:extLst>
            </p:cNvPr>
            <p:cNvGrpSpPr/>
            <p:nvPr/>
          </p:nvGrpSpPr>
          <p:grpSpPr>
            <a:xfrm>
              <a:off x="4333352" y="3921064"/>
              <a:ext cx="1166289" cy="793731"/>
              <a:chOff x="4211263" y="4734875"/>
              <a:chExt cx="1282771" cy="793731"/>
            </a:xfrm>
          </p:grpSpPr>
          <p:grpSp>
            <p:nvGrpSpPr>
              <p:cNvPr id="339" name="组合 338">
                <a:extLst>
                  <a:ext uri="{FF2B5EF4-FFF2-40B4-BE49-F238E27FC236}">
                    <a16:creationId xmlns:a16="http://schemas.microsoft.com/office/drawing/2014/main" id="{09246167-966D-3FD2-0E25-94CFCEF1E61D}"/>
                  </a:ext>
                </a:extLst>
              </p:cNvPr>
              <p:cNvGrpSpPr/>
              <p:nvPr/>
            </p:nvGrpSpPr>
            <p:grpSpPr>
              <a:xfrm>
                <a:off x="4211263" y="4734875"/>
                <a:ext cx="1282771" cy="793731"/>
                <a:chOff x="4611847" y="6758715"/>
                <a:chExt cx="1340273" cy="793731"/>
              </a:xfrm>
            </p:grpSpPr>
            <p:pic>
              <p:nvPicPr>
                <p:cNvPr id="341" name="图形 340" descr="通用访问权 纯色填充">
                  <a:extLst>
                    <a:ext uri="{FF2B5EF4-FFF2-40B4-BE49-F238E27FC236}">
                      <a16:creationId xmlns:a16="http://schemas.microsoft.com/office/drawing/2014/main" id="{0F9C37AA-CD65-6DA3-D3E6-87FB57CA00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75814" y="6758715"/>
                  <a:ext cx="793731" cy="793731"/>
                </a:xfrm>
                <a:prstGeom prst="rect">
                  <a:avLst/>
                </a:prstGeom>
              </p:spPr>
            </p:pic>
            <p:pic>
              <p:nvPicPr>
                <p:cNvPr id="342" name="图形 341" descr="拄手杖的人 纯色填充">
                  <a:extLst>
                    <a:ext uri="{FF2B5EF4-FFF2-40B4-BE49-F238E27FC236}">
                      <a16:creationId xmlns:a16="http://schemas.microsoft.com/office/drawing/2014/main" id="{B61ECDF1-4882-C5ED-18E0-AC1E61B1D0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404842" y="6882237"/>
                  <a:ext cx="547278" cy="547278"/>
                </a:xfrm>
                <a:prstGeom prst="rect">
                  <a:avLst/>
                </a:prstGeom>
              </p:spPr>
            </p:pic>
            <p:sp>
              <p:nvSpPr>
                <p:cNvPr id="343" name="矩形 342">
                  <a:extLst>
                    <a:ext uri="{FF2B5EF4-FFF2-40B4-BE49-F238E27FC236}">
                      <a16:creationId xmlns:a16="http://schemas.microsoft.com/office/drawing/2014/main" id="{93F2B86C-5A7D-4C32-E77E-C2E57C39FCEE}"/>
                    </a:ext>
                  </a:extLst>
                </p:cNvPr>
                <p:cNvSpPr/>
                <p:nvPr/>
              </p:nvSpPr>
              <p:spPr>
                <a:xfrm>
                  <a:off x="4756912" y="6832646"/>
                  <a:ext cx="231515" cy="57817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pic>
              <p:nvPicPr>
                <p:cNvPr id="344" name="图形 343" descr="拄手杖的人 纯色填充">
                  <a:extLst>
                    <a:ext uri="{FF2B5EF4-FFF2-40B4-BE49-F238E27FC236}">
                      <a16:creationId xmlns:a16="http://schemas.microsoft.com/office/drawing/2014/main" id="{096C5FEA-312B-C4C6-7B70-9540B979A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611847" y="6887457"/>
                  <a:ext cx="536246" cy="536246"/>
                </a:xfrm>
                <a:prstGeom prst="rect">
                  <a:avLst/>
                </a:prstGeom>
              </p:spPr>
            </p:pic>
          </p:grpSp>
          <p:sp>
            <p:nvSpPr>
              <p:cNvPr id="340" name="圆角矩形 11">
                <a:extLst>
                  <a:ext uri="{FF2B5EF4-FFF2-40B4-BE49-F238E27FC236}">
                    <a16:creationId xmlns:a16="http://schemas.microsoft.com/office/drawing/2014/main" id="{EB32AC1D-F839-B2DB-D170-315733651495}"/>
                  </a:ext>
                </a:extLst>
              </p:cNvPr>
              <p:cNvSpPr/>
              <p:nvPr/>
            </p:nvSpPr>
            <p:spPr>
              <a:xfrm>
                <a:off x="4287516" y="4833181"/>
                <a:ext cx="1120827" cy="561461"/>
              </a:xfrm>
              <a:prstGeom prst="roundRect">
                <a:avLst>
                  <a:gd name="adj" fmla="val 3704"/>
                </a:avLst>
              </a:prstGeom>
              <a:solidFill>
                <a:schemeClr val="bg1">
                  <a:lumMod val="65000"/>
                  <a:alpha val="20000"/>
                </a:schemeClr>
              </a:solidFill>
              <a:ln w="38100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285750" indent="-285750">
                  <a:lnSpc>
                    <a:spcPts val="2400"/>
                  </a:lnSpc>
                  <a:buFont typeface="Arial" panose="020B0604020202020204" pitchFamily="34" charset="0"/>
                  <a:buChar char="•"/>
                </a:pPr>
                <a:endParaRPr lang="en-US" altLang="zh-CN" sz="1600" b="1" dirty="0"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349" name="文本框 348">
            <a:extLst>
              <a:ext uri="{FF2B5EF4-FFF2-40B4-BE49-F238E27FC236}">
                <a16:creationId xmlns:a16="http://schemas.microsoft.com/office/drawing/2014/main" id="{5B023B18-E52D-0A00-2DD0-E631094A1463}"/>
              </a:ext>
            </a:extLst>
          </p:cNvPr>
          <p:cNvSpPr txBox="1"/>
          <p:nvPr/>
        </p:nvSpPr>
        <p:spPr>
          <a:xfrm>
            <a:off x="3428885" y="3158607"/>
            <a:ext cx="1918168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老年人群步行受损发生率</a:t>
            </a:r>
            <a:endParaRPr lang="zh-CN" altLang="en-US" sz="1200" b="1" baseline="30000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50" name="文本框 349">
            <a:extLst>
              <a:ext uri="{FF2B5EF4-FFF2-40B4-BE49-F238E27FC236}">
                <a16:creationId xmlns:a16="http://schemas.microsoft.com/office/drawing/2014/main" id="{D3C4D591-2E90-2E1F-9661-A41F411B614F}"/>
              </a:ext>
            </a:extLst>
          </p:cNvPr>
          <p:cNvSpPr txBox="1"/>
          <p:nvPr/>
        </p:nvSpPr>
        <p:spPr>
          <a:xfrm>
            <a:off x="3202815" y="4540772"/>
            <a:ext cx="2122515" cy="12311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****et al, </a:t>
            </a:r>
            <a:r>
              <a:rPr lang="de-DE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****2017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51" name="文本框 350">
            <a:extLst>
              <a:ext uri="{FF2B5EF4-FFF2-40B4-BE49-F238E27FC236}">
                <a16:creationId xmlns:a16="http://schemas.microsoft.com/office/drawing/2014/main" id="{614DAF5F-E413-7913-2001-EA1F72486DDB}"/>
              </a:ext>
            </a:extLst>
          </p:cNvPr>
          <p:cNvSpPr txBox="1"/>
          <p:nvPr/>
        </p:nvSpPr>
        <p:spPr>
          <a:xfrm>
            <a:off x="6896726" y="5623063"/>
            <a:ext cx="1882235" cy="12311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Brown et al, J Am </a:t>
            </a:r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Geriatr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Soc, </a:t>
            </a:r>
            <a:r>
              <a:rPr lang="de-DE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2023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52" name="文本框 351">
            <a:extLst>
              <a:ext uri="{FF2B5EF4-FFF2-40B4-BE49-F238E27FC236}">
                <a16:creationId xmlns:a16="http://schemas.microsoft.com/office/drawing/2014/main" id="{AD866697-56F4-D52D-3240-DE46C9BBFBFB}"/>
              </a:ext>
            </a:extLst>
          </p:cNvPr>
          <p:cNvSpPr txBox="1"/>
          <p:nvPr/>
        </p:nvSpPr>
        <p:spPr>
          <a:xfrm>
            <a:off x="9756218" y="5623063"/>
            <a:ext cx="1761416" cy="12311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Siviy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et al, Nat Biomed Eng</a:t>
            </a:r>
            <a:r>
              <a:rPr lang="de-DE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2023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grpSp>
        <p:nvGrpSpPr>
          <p:cNvPr id="353" name="组合 352">
            <a:extLst>
              <a:ext uri="{FF2B5EF4-FFF2-40B4-BE49-F238E27FC236}">
                <a16:creationId xmlns:a16="http://schemas.microsoft.com/office/drawing/2014/main" id="{96DA7E37-42AE-B1D9-F28B-A51B3CAE8D41}"/>
              </a:ext>
            </a:extLst>
          </p:cNvPr>
          <p:cNvGrpSpPr/>
          <p:nvPr/>
        </p:nvGrpSpPr>
        <p:grpSpPr>
          <a:xfrm>
            <a:off x="1062692" y="6047980"/>
            <a:ext cx="10066616" cy="610779"/>
            <a:chOff x="403899" y="5579753"/>
            <a:chExt cx="10066616" cy="610779"/>
          </a:xfrm>
        </p:grpSpPr>
        <p:sp>
          <p:nvSpPr>
            <p:cNvPr id="354" name="矩形 353">
              <a:extLst>
                <a:ext uri="{FF2B5EF4-FFF2-40B4-BE49-F238E27FC236}">
                  <a16:creationId xmlns:a16="http://schemas.microsoft.com/office/drawing/2014/main" id="{5F8F06F2-9128-64EA-AA46-63EEB0BF63FE}"/>
                </a:ext>
              </a:extLst>
            </p:cNvPr>
            <p:cNvSpPr/>
            <p:nvPr/>
          </p:nvSpPr>
          <p:spPr>
            <a:xfrm>
              <a:off x="1196949" y="5585061"/>
              <a:ext cx="9273566" cy="56549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5" name="流程图: 离页连接符 919">
              <a:extLst>
                <a:ext uri="{FF2B5EF4-FFF2-40B4-BE49-F238E27FC236}">
                  <a16:creationId xmlns:a16="http://schemas.microsoft.com/office/drawing/2014/main" id="{E2954047-C74D-4B3C-7388-AC17B69D713E}"/>
                </a:ext>
              </a:extLst>
            </p:cNvPr>
            <p:cNvSpPr/>
            <p:nvPr/>
          </p:nvSpPr>
          <p:spPr>
            <a:xfrm rot="16200000">
              <a:off x="796007" y="5209889"/>
              <a:ext cx="565497" cy="1315842"/>
            </a:xfrm>
            <a:custGeom>
              <a:avLst/>
              <a:gdLst>
                <a:gd name="connsiteX0" fmla="*/ 0 w 10000"/>
                <a:gd name="connsiteY0" fmla="*/ 0 h 10000"/>
                <a:gd name="connsiteX1" fmla="*/ 10000 w 10000"/>
                <a:gd name="connsiteY1" fmla="*/ 0 h 10000"/>
                <a:gd name="connsiteX2" fmla="*/ 10000 w 10000"/>
                <a:gd name="connsiteY2" fmla="*/ 8000 h 10000"/>
                <a:gd name="connsiteX3" fmla="*/ 5000 w 10000"/>
                <a:gd name="connsiteY3" fmla="*/ 10000 h 10000"/>
                <a:gd name="connsiteX4" fmla="*/ 0 w 10000"/>
                <a:gd name="connsiteY4" fmla="*/ 8000 h 10000"/>
                <a:gd name="connsiteX5" fmla="*/ 0 w 10000"/>
                <a:gd name="connsiteY5" fmla="*/ 0 h 10000"/>
                <a:gd name="connsiteX0" fmla="*/ 0 w 10000"/>
                <a:gd name="connsiteY0" fmla="*/ 0 h 10000"/>
                <a:gd name="connsiteX1" fmla="*/ 10000 w 10000"/>
                <a:gd name="connsiteY1" fmla="*/ 0 h 10000"/>
                <a:gd name="connsiteX2" fmla="*/ 9877 w 10000"/>
                <a:gd name="connsiteY2" fmla="*/ 5975 h 10000"/>
                <a:gd name="connsiteX3" fmla="*/ 5000 w 10000"/>
                <a:gd name="connsiteY3" fmla="*/ 10000 h 10000"/>
                <a:gd name="connsiteX4" fmla="*/ 0 w 10000"/>
                <a:gd name="connsiteY4" fmla="*/ 8000 h 10000"/>
                <a:gd name="connsiteX5" fmla="*/ 0 w 10000"/>
                <a:gd name="connsiteY5" fmla="*/ 0 h 10000"/>
                <a:gd name="connsiteX0" fmla="*/ 0 w 10000"/>
                <a:gd name="connsiteY0" fmla="*/ 0 h 10000"/>
                <a:gd name="connsiteX1" fmla="*/ 10000 w 10000"/>
                <a:gd name="connsiteY1" fmla="*/ 0 h 10000"/>
                <a:gd name="connsiteX2" fmla="*/ 9877 w 10000"/>
                <a:gd name="connsiteY2" fmla="*/ 5975 h 10000"/>
                <a:gd name="connsiteX3" fmla="*/ 5000 w 10000"/>
                <a:gd name="connsiteY3" fmla="*/ 10000 h 10000"/>
                <a:gd name="connsiteX4" fmla="*/ 123 w 10000"/>
                <a:gd name="connsiteY4" fmla="*/ 6071 h 10000"/>
                <a:gd name="connsiteX5" fmla="*/ 0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lnTo>
                    <a:pt x="10000" y="0"/>
                  </a:lnTo>
                  <a:lnTo>
                    <a:pt x="9877" y="5975"/>
                  </a:lnTo>
                  <a:lnTo>
                    <a:pt x="5000" y="10000"/>
                  </a:lnTo>
                  <a:lnTo>
                    <a:pt x="123" y="60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6" name="文本框 355">
              <a:extLst>
                <a:ext uri="{FF2B5EF4-FFF2-40B4-BE49-F238E27FC236}">
                  <a16:creationId xmlns:a16="http://schemas.microsoft.com/office/drawing/2014/main" id="{AA2EFC69-8169-14C4-55B3-38D03F71A0FE}"/>
                </a:ext>
              </a:extLst>
            </p:cNvPr>
            <p:cNvSpPr txBox="1"/>
            <p:nvPr/>
          </p:nvSpPr>
          <p:spPr>
            <a:xfrm>
              <a:off x="1691833" y="5579753"/>
              <a:ext cx="8686006" cy="61077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 anchorCtr="0">
              <a:noAutofit/>
            </a:bodyPr>
            <a:lstStyle/>
            <a:p>
              <a:pPr algn="ctr">
                <a:lnSpc>
                  <a:spcPts val="2460"/>
                </a:lnSpc>
              </a:pPr>
              <a:r>
                <a:rPr lang="zh-CN" altLang="en-US" sz="2000" b="1" kern="100" dirty="0">
                  <a:solidFill>
                    <a:schemeClr val="bg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rPr>
                <a:t>迫切需要探究</a:t>
              </a:r>
              <a:r>
                <a:rPr lang="en-US" altLang="zh-CN" sz="2000" b="1" kern="100" dirty="0">
                  <a:solidFill>
                    <a:schemeClr val="bg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rPr>
                <a:t>***</a:t>
              </a:r>
              <a:r>
                <a:rPr lang="zh-CN" altLang="en-US" sz="2000" b="1" kern="1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rPr>
                <a:t>机理并提出</a:t>
              </a:r>
              <a:r>
                <a:rPr lang="en-US" altLang="zh-CN" sz="2000" b="1" kern="100" dirty="0">
                  <a:solidFill>
                    <a:schemeClr val="bg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rPr>
                <a:t>***</a:t>
              </a:r>
              <a:r>
                <a:rPr lang="zh-CN" altLang="en-US" sz="2000" b="1" kern="100" dirty="0">
                  <a:solidFill>
                    <a:schemeClr val="bg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rPr>
                <a:t>的</a:t>
              </a:r>
              <a:r>
                <a:rPr lang="en-US" altLang="zh-CN" sz="2000" b="1" kern="1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rPr>
                <a:t>***</a:t>
              </a:r>
              <a:r>
                <a:rPr lang="zh-CN" altLang="en-US" sz="2000" b="1" kern="1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rPr>
                <a:t>策略</a:t>
              </a:r>
              <a:endParaRPr lang="en-US" altLang="zh-CN" sz="2000" b="1" kern="100" dirty="0">
                <a:solidFill>
                  <a:schemeClr val="bg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357" name="文本框 356">
              <a:extLst>
                <a:ext uri="{FF2B5EF4-FFF2-40B4-BE49-F238E27FC236}">
                  <a16:creationId xmlns:a16="http://schemas.microsoft.com/office/drawing/2014/main" id="{FB44C903-C03E-D39D-4F0E-8360C2F0F259}"/>
                </a:ext>
              </a:extLst>
            </p:cNvPr>
            <p:cNvSpPr txBox="1"/>
            <p:nvPr/>
          </p:nvSpPr>
          <p:spPr>
            <a:xfrm>
              <a:off x="403899" y="5606200"/>
              <a:ext cx="910037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zh-CN" altLang="en-US" sz="2800" b="1" dirty="0">
                  <a:solidFill>
                    <a:schemeClr val="accen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需求</a:t>
              </a:r>
              <a:endParaRPr lang="zh-CN" altLang="en-US" sz="28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8" name="箭头: 右 357">
            <a:extLst>
              <a:ext uri="{FF2B5EF4-FFF2-40B4-BE49-F238E27FC236}">
                <a16:creationId xmlns:a16="http://schemas.microsoft.com/office/drawing/2014/main" id="{BF1F4FF9-FEEF-5F78-C1DA-D6CB34160151}"/>
              </a:ext>
            </a:extLst>
          </p:cNvPr>
          <p:cNvSpPr/>
          <p:nvPr/>
        </p:nvSpPr>
        <p:spPr>
          <a:xfrm>
            <a:off x="9610004" y="4070370"/>
            <a:ext cx="378848" cy="202391"/>
          </a:xfrm>
          <a:prstGeom prst="rightArrow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9" name="文本框 358">
            <a:extLst>
              <a:ext uri="{FF2B5EF4-FFF2-40B4-BE49-F238E27FC236}">
                <a16:creationId xmlns:a16="http://schemas.microsoft.com/office/drawing/2014/main" id="{8B214F15-EA8D-3BE4-058A-B3A045C9BC19}"/>
              </a:ext>
            </a:extLst>
          </p:cNvPr>
          <p:cNvSpPr txBox="1"/>
          <p:nvPr/>
        </p:nvSpPr>
        <p:spPr>
          <a:xfrm>
            <a:off x="9608317" y="3634059"/>
            <a:ext cx="3622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?</a:t>
            </a:r>
            <a:endParaRPr lang="zh-CN" altLang="en-US" sz="2800" b="1" baseline="300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60" name="矩形: 圆角 359">
            <a:extLst>
              <a:ext uri="{FF2B5EF4-FFF2-40B4-BE49-F238E27FC236}">
                <a16:creationId xmlns:a16="http://schemas.microsoft.com/office/drawing/2014/main" id="{4485B373-F02A-9DCD-864D-42C69DAF8912}"/>
              </a:ext>
            </a:extLst>
          </p:cNvPr>
          <p:cNvSpPr/>
          <p:nvPr/>
        </p:nvSpPr>
        <p:spPr>
          <a:xfrm>
            <a:off x="398472" y="1065073"/>
            <a:ext cx="11398794" cy="1285002"/>
          </a:xfrm>
          <a:prstGeom prst="roundRect">
            <a:avLst>
              <a:gd name="adj" fmla="val 1988"/>
            </a:avLst>
          </a:prstGeom>
          <a:solidFill>
            <a:schemeClr val="accent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marL="285750" indent="-285750">
              <a:lnSpc>
                <a:spcPct val="125000"/>
              </a:lnSpc>
              <a:buClr>
                <a:srgbClr val="9B0000"/>
              </a:buClr>
              <a:buFont typeface="Arial" panose="020B0604020202020204" pitchFamily="34" charset="0"/>
              <a:buChar char="•"/>
            </a:pP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人口老龄化形势严峻，*****</a:t>
            </a:r>
          </a:p>
          <a:p>
            <a:pPr marL="285750" indent="-285750">
              <a:lnSpc>
                <a:spcPct val="125000"/>
              </a:lnSpc>
              <a:buClr>
                <a:srgbClr val="9B0000"/>
              </a:buClr>
              <a:buFont typeface="Arial" panose="020B0604020202020204" pitchFamily="34" charset="0"/>
              <a:buChar char="•"/>
            </a:pP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***是****最主要的两个特点</a:t>
            </a:r>
          </a:p>
          <a:p>
            <a:pPr marL="285750" indent="-285750">
              <a:lnSpc>
                <a:spcPct val="125000"/>
              </a:lnSpc>
              <a:buClr>
                <a:srgbClr val="9B0000"/>
              </a:buClr>
              <a:buFont typeface="Arial" panose="020B0604020202020204" pitchFamily="34" charset="0"/>
              <a:buChar char="•"/>
            </a:pP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***可通过***的方式提供**改善***</a:t>
            </a: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6CD87E64-EB41-4415-870A-9B88108D0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3</a:t>
            </a:fld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7B92C1FE-54B8-07F2-2C7C-9C0305F8EBAB}"/>
              </a:ext>
            </a:extLst>
          </p:cNvPr>
          <p:cNvSpPr/>
          <p:nvPr/>
        </p:nvSpPr>
        <p:spPr>
          <a:xfrm>
            <a:off x="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研究背景及现状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25381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Tm="50443"/>
    </mc:Choice>
    <mc:Fallback xmlns="">
      <p:transition advTm="50443"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C0E52C29-131E-6995-7194-C238D7D2313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10989"/>
          <a:stretch/>
        </p:blipFill>
        <p:spPr>
          <a:xfrm>
            <a:off x="586279" y="3358483"/>
            <a:ext cx="1409038" cy="830100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83C353EB-AFBC-D211-5554-F0CA904068A6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t="13906"/>
          <a:stretch/>
        </p:blipFill>
        <p:spPr>
          <a:xfrm>
            <a:off x="2008912" y="2406362"/>
            <a:ext cx="2198070" cy="1797794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F1C7426F-5663-196E-D8A7-111B98725AB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82247"/>
          <a:stretch/>
        </p:blipFill>
        <p:spPr>
          <a:xfrm>
            <a:off x="7532302" y="2148433"/>
            <a:ext cx="1178674" cy="947584"/>
          </a:xfrm>
          <a:prstGeom prst="rect">
            <a:avLst/>
          </a:prstGeom>
        </p:spPr>
      </p:pic>
      <p:sp>
        <p:nvSpPr>
          <p:cNvPr id="28" name="文本框 27">
            <a:extLst>
              <a:ext uri="{FF2B5EF4-FFF2-40B4-BE49-F238E27FC236}">
                <a16:creationId xmlns:a16="http://schemas.microsoft.com/office/drawing/2014/main" id="{831A7BCD-3478-2B37-7107-036FC07F2062}"/>
              </a:ext>
            </a:extLst>
          </p:cNvPr>
          <p:cNvSpPr txBox="1"/>
          <p:nvPr/>
        </p:nvSpPr>
        <p:spPr>
          <a:xfrm>
            <a:off x="672799" y="6113723"/>
            <a:ext cx="195710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Kuo et al, Phys </a:t>
            </a:r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Ther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</a:t>
            </a:r>
            <a:r>
              <a:rPr lang="zh-CN" altLang="en-US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2010.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cxnSp>
        <p:nvCxnSpPr>
          <p:cNvPr id="29" name="直接箭头连接符 28">
            <a:extLst>
              <a:ext uri="{FF2B5EF4-FFF2-40B4-BE49-F238E27FC236}">
                <a16:creationId xmlns:a16="http://schemas.microsoft.com/office/drawing/2014/main" id="{1BBED7AF-A8C2-4026-13A5-14DD6C5FB1C9}"/>
              </a:ext>
            </a:extLst>
          </p:cNvPr>
          <p:cNvCxnSpPr>
            <a:cxnSpLocks/>
          </p:cNvCxnSpPr>
          <p:nvPr/>
        </p:nvCxnSpPr>
        <p:spPr>
          <a:xfrm>
            <a:off x="3014472" y="3569114"/>
            <a:ext cx="829363" cy="210827"/>
          </a:xfrm>
          <a:prstGeom prst="straightConnector1">
            <a:avLst/>
          </a:prstGeom>
          <a:ln w="28575">
            <a:solidFill>
              <a:srgbClr val="1A4E7E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箭头连接符 30">
            <a:extLst>
              <a:ext uri="{FF2B5EF4-FFF2-40B4-BE49-F238E27FC236}">
                <a16:creationId xmlns:a16="http://schemas.microsoft.com/office/drawing/2014/main" id="{B54CF2B9-7FE5-3586-5089-81E7786BDD45}"/>
              </a:ext>
            </a:extLst>
          </p:cNvPr>
          <p:cNvCxnSpPr>
            <a:cxnSpLocks/>
          </p:cNvCxnSpPr>
          <p:nvPr/>
        </p:nvCxnSpPr>
        <p:spPr>
          <a:xfrm flipH="1">
            <a:off x="1995317" y="2712069"/>
            <a:ext cx="636159" cy="71213"/>
          </a:xfrm>
          <a:prstGeom prst="straightConnector1">
            <a:avLst/>
          </a:prstGeom>
          <a:ln w="28575">
            <a:solidFill>
              <a:srgbClr val="1A4E7E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C796E326-26A2-68D0-2100-27B40C9C23F1}"/>
              </a:ext>
            </a:extLst>
          </p:cNvPr>
          <p:cNvGrpSpPr/>
          <p:nvPr/>
        </p:nvGrpSpPr>
        <p:grpSpPr>
          <a:xfrm>
            <a:off x="3983938" y="2479094"/>
            <a:ext cx="2088192" cy="1666642"/>
            <a:chOff x="4000766" y="2554160"/>
            <a:chExt cx="2044315" cy="1488154"/>
          </a:xfrm>
        </p:grpSpPr>
        <p:pic>
          <p:nvPicPr>
            <p:cNvPr id="33" name="图片 32">
              <a:extLst>
                <a:ext uri="{FF2B5EF4-FFF2-40B4-BE49-F238E27FC236}">
                  <a16:creationId xmlns:a16="http://schemas.microsoft.com/office/drawing/2014/main" id="{5C9F62DF-B935-AE9D-973D-829ABB7B952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67111" b="28823"/>
            <a:stretch/>
          </p:blipFill>
          <p:spPr>
            <a:xfrm>
              <a:off x="4991288" y="2608844"/>
              <a:ext cx="1053793" cy="1433470"/>
            </a:xfrm>
            <a:prstGeom prst="rect">
              <a:avLst/>
            </a:prstGeom>
          </p:spPr>
        </p:pic>
        <p:pic>
          <p:nvPicPr>
            <p:cNvPr id="34" name="图片 33">
              <a:extLst>
                <a:ext uri="{FF2B5EF4-FFF2-40B4-BE49-F238E27FC236}">
                  <a16:creationId xmlns:a16="http://schemas.microsoft.com/office/drawing/2014/main" id="{5E53B665-5D4C-7630-57B0-0C749CC8B00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r="69730" b="26672"/>
            <a:stretch/>
          </p:blipFill>
          <p:spPr>
            <a:xfrm>
              <a:off x="4000766" y="2554160"/>
              <a:ext cx="969846" cy="1476771"/>
            </a:xfrm>
            <a:prstGeom prst="rect">
              <a:avLst/>
            </a:prstGeom>
          </p:spPr>
        </p:pic>
      </p:grpSp>
      <p:sp>
        <p:nvSpPr>
          <p:cNvPr id="35" name="矩形: 圆角 34">
            <a:extLst>
              <a:ext uri="{FF2B5EF4-FFF2-40B4-BE49-F238E27FC236}">
                <a16:creationId xmlns:a16="http://schemas.microsoft.com/office/drawing/2014/main" id="{F6B6720B-3069-BE26-E65B-0B8969D577B6}"/>
              </a:ext>
            </a:extLst>
          </p:cNvPr>
          <p:cNvSpPr/>
          <p:nvPr/>
        </p:nvSpPr>
        <p:spPr>
          <a:xfrm>
            <a:off x="358346" y="2009051"/>
            <a:ext cx="5737654" cy="4385398"/>
          </a:xfrm>
          <a:prstGeom prst="roundRect">
            <a:avLst>
              <a:gd name="adj" fmla="val 5160"/>
            </a:avLst>
          </a:prstGeom>
          <a:noFill/>
          <a:ln w="19050"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B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文本框 35">
            <a:extLst>
              <a:ext uri="{FF2B5EF4-FFF2-40B4-BE49-F238E27FC236}">
                <a16:creationId xmlns:a16="http://schemas.microsoft.com/office/drawing/2014/main" id="{FC82709E-0883-AA5E-2607-B1CDAAE5F03C}"/>
              </a:ext>
            </a:extLst>
          </p:cNvPr>
          <p:cNvSpPr txBox="1"/>
          <p:nvPr/>
        </p:nvSpPr>
        <p:spPr>
          <a:xfrm>
            <a:off x="2326248" y="1857271"/>
            <a:ext cx="1710171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条件</a:t>
            </a:r>
          </a:p>
        </p:txBody>
      </p:sp>
      <p:pic>
        <p:nvPicPr>
          <p:cNvPr id="39" name="图片 38">
            <a:extLst>
              <a:ext uri="{FF2B5EF4-FFF2-40B4-BE49-F238E27FC236}">
                <a16:creationId xmlns:a16="http://schemas.microsoft.com/office/drawing/2014/main" id="{2E65ED1F-E972-BAEE-1A07-4E06B0D6043D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r="2097"/>
          <a:stretch/>
        </p:blipFill>
        <p:spPr>
          <a:xfrm>
            <a:off x="3235295" y="4553202"/>
            <a:ext cx="2782931" cy="1619516"/>
          </a:xfrm>
          <a:prstGeom prst="rect">
            <a:avLst/>
          </a:prstGeom>
        </p:spPr>
      </p:pic>
      <p:sp>
        <p:nvSpPr>
          <p:cNvPr id="40" name="矩形: 圆角 39">
            <a:extLst>
              <a:ext uri="{FF2B5EF4-FFF2-40B4-BE49-F238E27FC236}">
                <a16:creationId xmlns:a16="http://schemas.microsoft.com/office/drawing/2014/main" id="{EA603603-9F24-C834-688A-72731B65B1F8}"/>
              </a:ext>
            </a:extLst>
          </p:cNvPr>
          <p:cNvSpPr/>
          <p:nvPr/>
        </p:nvSpPr>
        <p:spPr>
          <a:xfrm>
            <a:off x="6220252" y="2009052"/>
            <a:ext cx="5613402" cy="4385397"/>
          </a:xfrm>
          <a:prstGeom prst="roundRect">
            <a:avLst>
              <a:gd name="adj" fmla="val 5160"/>
            </a:avLst>
          </a:prstGeom>
          <a:noFill/>
          <a:ln w="19050"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B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164752BF-0095-11A1-012F-5DB9B4554389}"/>
              </a:ext>
            </a:extLst>
          </p:cNvPr>
          <p:cNvSpPr txBox="1"/>
          <p:nvPr/>
        </p:nvSpPr>
        <p:spPr>
          <a:xfrm>
            <a:off x="8406835" y="1857271"/>
            <a:ext cx="133663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研究现状</a:t>
            </a:r>
          </a:p>
        </p:txBody>
      </p:sp>
      <p:pic>
        <p:nvPicPr>
          <p:cNvPr id="50" name="图片 49">
            <a:extLst>
              <a:ext uri="{FF2B5EF4-FFF2-40B4-BE49-F238E27FC236}">
                <a16:creationId xmlns:a16="http://schemas.microsoft.com/office/drawing/2014/main" id="{CEB070A6-D7FD-52B2-D43C-B1D7243F47C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6858" r="57055"/>
          <a:stretch/>
        </p:blipFill>
        <p:spPr>
          <a:xfrm>
            <a:off x="7530130" y="3016918"/>
            <a:ext cx="1068081" cy="947584"/>
          </a:xfrm>
          <a:prstGeom prst="rect">
            <a:avLst/>
          </a:prstGeom>
        </p:spPr>
      </p:pic>
      <p:pic>
        <p:nvPicPr>
          <p:cNvPr id="52" name="图片 51">
            <a:extLst>
              <a:ext uri="{FF2B5EF4-FFF2-40B4-BE49-F238E27FC236}">
                <a16:creationId xmlns:a16="http://schemas.microsoft.com/office/drawing/2014/main" id="{D6A04CC5-E8A9-5EE5-24A1-444EB7E372B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52365" r="30278"/>
          <a:stretch/>
        </p:blipFill>
        <p:spPr>
          <a:xfrm>
            <a:off x="7433944" y="4194162"/>
            <a:ext cx="1152416" cy="947584"/>
          </a:xfrm>
          <a:prstGeom prst="rect">
            <a:avLst/>
          </a:prstGeom>
        </p:spPr>
      </p:pic>
      <p:pic>
        <p:nvPicPr>
          <p:cNvPr id="53" name="图片 52">
            <a:extLst>
              <a:ext uri="{FF2B5EF4-FFF2-40B4-BE49-F238E27FC236}">
                <a16:creationId xmlns:a16="http://schemas.microsoft.com/office/drawing/2014/main" id="{ADDD7B01-7FE9-FBBB-850B-EF3296FCDA2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78358" r="2917"/>
          <a:stretch/>
        </p:blipFill>
        <p:spPr>
          <a:xfrm>
            <a:off x="7361107" y="5163346"/>
            <a:ext cx="1243277" cy="947584"/>
          </a:xfrm>
          <a:prstGeom prst="rect">
            <a:avLst/>
          </a:prstGeom>
        </p:spPr>
      </p:pic>
      <p:cxnSp>
        <p:nvCxnSpPr>
          <p:cNvPr id="54" name="直接箭头连接符 53">
            <a:extLst>
              <a:ext uri="{FF2B5EF4-FFF2-40B4-BE49-F238E27FC236}">
                <a16:creationId xmlns:a16="http://schemas.microsoft.com/office/drawing/2014/main" id="{8E9C9950-72DE-8B3C-E3E4-907BDC1CE50B}"/>
              </a:ext>
            </a:extLst>
          </p:cNvPr>
          <p:cNvCxnSpPr>
            <a:cxnSpLocks/>
          </p:cNvCxnSpPr>
          <p:nvPr/>
        </p:nvCxnSpPr>
        <p:spPr>
          <a:xfrm>
            <a:off x="7438127" y="2296551"/>
            <a:ext cx="0" cy="3698369"/>
          </a:xfrm>
          <a:prstGeom prst="straightConnector1">
            <a:avLst/>
          </a:prstGeom>
          <a:ln w="19050">
            <a:solidFill>
              <a:schemeClr val="accent1"/>
            </a:solidFill>
            <a:prstDash val="sysDash"/>
            <a:tailEnd type="triangl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箭头: 右 55">
            <a:extLst>
              <a:ext uri="{FF2B5EF4-FFF2-40B4-BE49-F238E27FC236}">
                <a16:creationId xmlns:a16="http://schemas.microsoft.com/office/drawing/2014/main" id="{61F17109-45DD-E684-48AB-4F965BFF7A5B}"/>
              </a:ext>
            </a:extLst>
          </p:cNvPr>
          <p:cNvSpPr/>
          <p:nvPr/>
        </p:nvSpPr>
        <p:spPr>
          <a:xfrm>
            <a:off x="8796285" y="3902796"/>
            <a:ext cx="282039" cy="369332"/>
          </a:xfrm>
          <a:prstGeom prst="rightArrow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6ADC9B69-75D0-48D5-BF69-FDDEBA27F822}"/>
              </a:ext>
            </a:extLst>
          </p:cNvPr>
          <p:cNvSpPr txBox="1"/>
          <p:nvPr/>
        </p:nvSpPr>
        <p:spPr>
          <a:xfrm>
            <a:off x="6304934" y="2259498"/>
            <a:ext cx="110600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这里输入关键词</a:t>
            </a: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3F78F0A3-E5A9-185A-C059-4207794E04B7}"/>
              </a:ext>
            </a:extLst>
          </p:cNvPr>
          <p:cNvSpPr txBox="1"/>
          <p:nvPr/>
        </p:nvSpPr>
        <p:spPr>
          <a:xfrm>
            <a:off x="6247368" y="5292633"/>
            <a:ext cx="110600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这里输入关键词</a:t>
            </a:r>
          </a:p>
        </p:txBody>
      </p:sp>
      <p:sp>
        <p:nvSpPr>
          <p:cNvPr id="66" name="文本框 65">
            <a:extLst>
              <a:ext uri="{FF2B5EF4-FFF2-40B4-BE49-F238E27FC236}">
                <a16:creationId xmlns:a16="http://schemas.microsoft.com/office/drawing/2014/main" id="{233EA67D-1FB8-F9A0-F985-B6C35C3BD0C9}"/>
              </a:ext>
            </a:extLst>
          </p:cNvPr>
          <p:cNvSpPr txBox="1"/>
          <p:nvPr/>
        </p:nvSpPr>
        <p:spPr>
          <a:xfrm>
            <a:off x="6646366" y="3506971"/>
            <a:ext cx="721086" cy="830997"/>
          </a:xfrm>
          <a:prstGeom prst="rect">
            <a:avLst/>
          </a:prstGeom>
          <a:solidFill>
            <a:srgbClr val="FFFFFF">
              <a:alpha val="30196"/>
            </a:srgbClr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运动学习</a:t>
            </a:r>
            <a:br>
              <a:rPr lang="en-US" altLang="zh-CN" sz="16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</a:br>
            <a:r>
              <a:rPr lang="zh-CN" altLang="en-US" sz="16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适应</a:t>
            </a:r>
          </a:p>
        </p:txBody>
      </p:sp>
      <p:pic>
        <p:nvPicPr>
          <p:cNvPr id="67" name="Picture 2" descr="Fig. 1">
            <a:extLst>
              <a:ext uri="{FF2B5EF4-FFF2-40B4-BE49-F238E27FC236}">
                <a16:creationId xmlns:a16="http://schemas.microsoft.com/office/drawing/2014/main" id="{7F6D2051-ACB8-646C-2D4C-FF94E524B3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80" r="58989"/>
          <a:stretch/>
        </p:blipFill>
        <p:spPr bwMode="auto">
          <a:xfrm>
            <a:off x="9293940" y="3442331"/>
            <a:ext cx="2492754" cy="25045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8" name="文本框 67">
            <a:extLst>
              <a:ext uri="{FF2B5EF4-FFF2-40B4-BE49-F238E27FC236}">
                <a16:creationId xmlns:a16="http://schemas.microsoft.com/office/drawing/2014/main" id="{B9FC745C-3D0D-3816-45D4-EC907DA4B126}"/>
              </a:ext>
            </a:extLst>
          </p:cNvPr>
          <p:cNvSpPr txBox="1"/>
          <p:nvPr/>
        </p:nvSpPr>
        <p:spPr>
          <a:xfrm>
            <a:off x="9094284" y="6095513"/>
            <a:ext cx="26025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Dutta et al, Nat </a:t>
            </a:r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Commun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</a:t>
            </a:r>
            <a:r>
              <a:rPr lang="zh-CN" altLang="en-US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2019.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69" name="文本框 68">
            <a:extLst>
              <a:ext uri="{FF2B5EF4-FFF2-40B4-BE49-F238E27FC236}">
                <a16:creationId xmlns:a16="http://schemas.microsoft.com/office/drawing/2014/main" id="{888B177B-D9BD-3744-B366-590646008B1A}"/>
              </a:ext>
            </a:extLst>
          </p:cNvPr>
          <p:cNvSpPr txBox="1"/>
          <p:nvPr/>
        </p:nvSpPr>
        <p:spPr>
          <a:xfrm>
            <a:off x="6304934" y="6095514"/>
            <a:ext cx="26025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Dominici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et al,</a:t>
            </a:r>
            <a:r>
              <a:rPr lang="zh-CN" altLang="en-US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Science, 2010.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70" name="文本框 69">
            <a:extLst>
              <a:ext uri="{FF2B5EF4-FFF2-40B4-BE49-F238E27FC236}">
                <a16:creationId xmlns:a16="http://schemas.microsoft.com/office/drawing/2014/main" id="{FF60931D-E17F-CE84-2AD1-C7EA33AB810B}"/>
              </a:ext>
            </a:extLst>
          </p:cNvPr>
          <p:cNvSpPr txBox="1"/>
          <p:nvPr/>
        </p:nvSpPr>
        <p:spPr>
          <a:xfrm>
            <a:off x="437230" y="2178873"/>
            <a:ext cx="226805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这里输入研究现状</a:t>
            </a:r>
          </a:p>
        </p:txBody>
      </p:sp>
      <p:sp>
        <p:nvSpPr>
          <p:cNvPr id="71" name="文本框 70">
            <a:extLst>
              <a:ext uri="{FF2B5EF4-FFF2-40B4-BE49-F238E27FC236}">
                <a16:creationId xmlns:a16="http://schemas.microsoft.com/office/drawing/2014/main" id="{CFBB71E6-40C3-2773-7ABD-756F9964D125}"/>
              </a:ext>
            </a:extLst>
          </p:cNvPr>
          <p:cNvSpPr txBox="1"/>
          <p:nvPr/>
        </p:nvSpPr>
        <p:spPr>
          <a:xfrm>
            <a:off x="3578830" y="2178873"/>
            <a:ext cx="25257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这里输入研究现状</a:t>
            </a:r>
          </a:p>
        </p:txBody>
      </p:sp>
      <p:sp>
        <p:nvSpPr>
          <p:cNvPr id="72" name="文本框 71">
            <a:extLst>
              <a:ext uri="{FF2B5EF4-FFF2-40B4-BE49-F238E27FC236}">
                <a16:creationId xmlns:a16="http://schemas.microsoft.com/office/drawing/2014/main" id="{9A657B84-708A-003C-8531-973995A8C7A6}"/>
              </a:ext>
            </a:extLst>
          </p:cNvPr>
          <p:cNvSpPr txBox="1"/>
          <p:nvPr/>
        </p:nvSpPr>
        <p:spPr>
          <a:xfrm>
            <a:off x="573332" y="4260696"/>
            <a:ext cx="192403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这里输入研究现状</a:t>
            </a:r>
          </a:p>
        </p:txBody>
      </p:sp>
      <p:sp>
        <p:nvSpPr>
          <p:cNvPr id="73" name="文本框 72">
            <a:extLst>
              <a:ext uri="{FF2B5EF4-FFF2-40B4-BE49-F238E27FC236}">
                <a16:creationId xmlns:a16="http://schemas.microsoft.com/office/drawing/2014/main" id="{613CF843-5151-B35B-A3E0-B7FE5423BC5E}"/>
              </a:ext>
            </a:extLst>
          </p:cNvPr>
          <p:cNvSpPr txBox="1"/>
          <p:nvPr/>
        </p:nvSpPr>
        <p:spPr>
          <a:xfrm>
            <a:off x="4060086" y="4488254"/>
            <a:ext cx="192403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这里输入研究现状</a:t>
            </a:r>
          </a:p>
        </p:txBody>
      </p:sp>
      <p:pic>
        <p:nvPicPr>
          <p:cNvPr id="74" name="图片 73">
            <a:extLst>
              <a:ext uri="{FF2B5EF4-FFF2-40B4-BE49-F238E27FC236}">
                <a16:creationId xmlns:a16="http://schemas.microsoft.com/office/drawing/2014/main" id="{8D76165D-3494-1BB9-3E43-C9BA4E9695F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30700" y="2218274"/>
            <a:ext cx="1459006" cy="1055138"/>
          </a:xfrm>
          <a:prstGeom prst="rect">
            <a:avLst/>
          </a:prstGeom>
        </p:spPr>
      </p:pic>
      <p:sp>
        <p:nvSpPr>
          <p:cNvPr id="75" name="文本框 74">
            <a:extLst>
              <a:ext uri="{FF2B5EF4-FFF2-40B4-BE49-F238E27FC236}">
                <a16:creationId xmlns:a16="http://schemas.microsoft.com/office/drawing/2014/main" id="{E80990D3-D554-9E44-3F15-A278DAA018B7}"/>
              </a:ext>
            </a:extLst>
          </p:cNvPr>
          <p:cNvSpPr txBox="1"/>
          <p:nvPr/>
        </p:nvSpPr>
        <p:spPr>
          <a:xfrm>
            <a:off x="9073357" y="3234420"/>
            <a:ext cx="280431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Takakusaki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et al, J Mov </a:t>
            </a:r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Disord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2017.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76" name="文本框 75">
            <a:extLst>
              <a:ext uri="{FF2B5EF4-FFF2-40B4-BE49-F238E27FC236}">
                <a16:creationId xmlns:a16="http://schemas.microsoft.com/office/drawing/2014/main" id="{76CF06AB-3D48-5A56-0FF1-77DDD072547C}"/>
              </a:ext>
            </a:extLst>
          </p:cNvPr>
          <p:cNvSpPr txBox="1"/>
          <p:nvPr/>
        </p:nvSpPr>
        <p:spPr>
          <a:xfrm>
            <a:off x="3569738" y="4279763"/>
            <a:ext cx="271597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O'Connor  et al, J </a:t>
            </a:r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Neurophysiol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2009.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77" name="文本框 76">
            <a:extLst>
              <a:ext uri="{FF2B5EF4-FFF2-40B4-BE49-F238E27FC236}">
                <a16:creationId xmlns:a16="http://schemas.microsoft.com/office/drawing/2014/main" id="{E6356C96-A102-488D-7C3F-79F5C89388AA}"/>
              </a:ext>
            </a:extLst>
          </p:cNvPr>
          <p:cNvSpPr txBox="1"/>
          <p:nvPr/>
        </p:nvSpPr>
        <p:spPr>
          <a:xfrm>
            <a:off x="3256432" y="6113265"/>
            <a:ext cx="322861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Bruijn  et al, J R Soc Interface, 2018.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cxnSp>
        <p:nvCxnSpPr>
          <p:cNvPr id="78" name="直接连接符 77">
            <a:extLst>
              <a:ext uri="{FF2B5EF4-FFF2-40B4-BE49-F238E27FC236}">
                <a16:creationId xmlns:a16="http://schemas.microsoft.com/office/drawing/2014/main" id="{D96BC42F-69BA-6464-9D97-21FC1A74561E}"/>
              </a:ext>
            </a:extLst>
          </p:cNvPr>
          <p:cNvCxnSpPr>
            <a:cxnSpLocks/>
          </p:cNvCxnSpPr>
          <p:nvPr/>
        </p:nvCxnSpPr>
        <p:spPr>
          <a:xfrm>
            <a:off x="3118657" y="4599250"/>
            <a:ext cx="13523" cy="1615528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9" name="图片 78">
            <a:extLst>
              <a:ext uri="{FF2B5EF4-FFF2-40B4-BE49-F238E27FC236}">
                <a16:creationId xmlns:a16="http://schemas.microsoft.com/office/drawing/2014/main" id="{5F0D25AE-92D3-A8C8-488F-43C5CEE36A12}"/>
              </a:ext>
            </a:extLst>
          </p:cNvPr>
          <p:cNvPicPr>
            <a:picLocks noChangeAspect="1"/>
          </p:cNvPicPr>
          <p:nvPr/>
        </p:nvPicPr>
        <p:blipFill rotWithShape="1">
          <a:blip r:embed="rId10"/>
          <a:srcRect r="1615" b="11280"/>
          <a:stretch/>
        </p:blipFill>
        <p:spPr>
          <a:xfrm>
            <a:off x="573332" y="4671161"/>
            <a:ext cx="2382168" cy="1391670"/>
          </a:xfrm>
          <a:prstGeom prst="rect">
            <a:avLst/>
          </a:prstGeom>
        </p:spPr>
      </p:pic>
      <p:pic>
        <p:nvPicPr>
          <p:cNvPr id="80" name="图片 79">
            <a:extLst>
              <a:ext uri="{FF2B5EF4-FFF2-40B4-BE49-F238E27FC236}">
                <a16:creationId xmlns:a16="http://schemas.microsoft.com/office/drawing/2014/main" id="{ABFC184E-94A3-5249-509B-2AE3FB391F96}"/>
              </a:ext>
            </a:extLst>
          </p:cNvPr>
          <p:cNvPicPr>
            <a:picLocks noChangeAspect="1"/>
          </p:cNvPicPr>
          <p:nvPr/>
        </p:nvPicPr>
        <p:blipFill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415420" y="2780567"/>
            <a:ext cx="1679500" cy="503316"/>
          </a:xfrm>
          <a:prstGeom prst="rect">
            <a:avLst/>
          </a:prstGeom>
        </p:spPr>
      </p:pic>
      <p:sp>
        <p:nvSpPr>
          <p:cNvPr id="81" name="矩形: 圆角 80">
            <a:extLst>
              <a:ext uri="{FF2B5EF4-FFF2-40B4-BE49-F238E27FC236}">
                <a16:creationId xmlns:a16="http://schemas.microsoft.com/office/drawing/2014/main" id="{30694B12-6D92-2F42-749D-D5C6DE7967D5}"/>
              </a:ext>
            </a:extLst>
          </p:cNvPr>
          <p:cNvSpPr/>
          <p:nvPr/>
        </p:nvSpPr>
        <p:spPr>
          <a:xfrm>
            <a:off x="1661561" y="1181227"/>
            <a:ext cx="8886019" cy="496475"/>
          </a:xfrm>
          <a:prstGeom prst="roundRect">
            <a:avLst>
              <a:gd name="adj" fmla="val 1988"/>
            </a:avLst>
          </a:prstGeom>
          <a:solidFill>
            <a:schemeClr val="accent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>
              <a:lnSpc>
                <a:spcPct val="125000"/>
              </a:lnSpc>
              <a:buClr>
                <a:schemeClr val="bg2"/>
              </a:buClr>
            </a:pPr>
            <a:r>
              <a:rPr lang="zh-CN" altLang="en-US" sz="2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******的******和******是由复杂的******和******条件相互协调而成的</a:t>
            </a: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3CD151D8-B86D-A051-31F6-E3DD002336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4</a:t>
            </a:fld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DBC2CDFC-2495-8AB7-D7CB-09CC39CBCA29}"/>
              </a:ext>
            </a:extLst>
          </p:cNvPr>
          <p:cNvSpPr/>
          <p:nvPr/>
        </p:nvSpPr>
        <p:spPr>
          <a:xfrm>
            <a:off x="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研究背景及现状</a:t>
            </a:r>
          </a:p>
        </p:txBody>
      </p:sp>
    </p:spTree>
    <p:extLst>
      <p:ext uri="{BB962C8B-B14F-4D97-AF65-F5344CB8AC3E}">
        <p14:creationId xmlns:p14="http://schemas.microsoft.com/office/powerpoint/2010/main" val="36328851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451"/>
    </mc:Choice>
    <mc:Fallback xmlns="">
      <p:transition spd="slow" advTm="451"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文本框 23">
            <a:extLst>
              <a:ext uri="{FF2B5EF4-FFF2-40B4-BE49-F238E27FC236}">
                <a16:creationId xmlns:a16="http://schemas.microsoft.com/office/drawing/2014/main" id="{CAFFD1B7-AF36-B14E-B33A-7FF760E0D6FC}"/>
              </a:ext>
            </a:extLst>
          </p:cNvPr>
          <p:cNvSpPr txBox="1"/>
          <p:nvPr/>
        </p:nvSpPr>
        <p:spPr>
          <a:xfrm>
            <a:off x="1773528" y="5990218"/>
            <a:ext cx="8487004" cy="635460"/>
          </a:xfrm>
          <a:prstGeom prst="rect">
            <a:avLst/>
          </a:prstGeom>
          <a:solidFill>
            <a:schemeClr val="bg2"/>
          </a:solidFill>
          <a:ln>
            <a:noFill/>
            <a:prstDash val="lgDash"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衰老******和******降低和大脑******存在相关，</a:t>
            </a:r>
            <a:b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</a:b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需要结合******和*****准确描述老年*****行为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3FF5CDDD-1993-2F6F-8157-78900271DFB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0051" y="2390257"/>
            <a:ext cx="2187318" cy="1503467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766BEA27-90CF-B6C3-5909-063428F0C1F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2067" y="2327434"/>
            <a:ext cx="2480326" cy="1751428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540D0113-E038-10AF-4828-9F63C1E3E5D2}"/>
              </a:ext>
            </a:extLst>
          </p:cNvPr>
          <p:cNvSpPr txBox="1"/>
          <p:nvPr/>
        </p:nvSpPr>
        <p:spPr>
          <a:xfrm>
            <a:off x="894654" y="4071730"/>
            <a:ext cx="521008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老年人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，以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endParaRPr lang="zh-CN" altLang="en-US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73154423-EFE4-AC91-3039-01D1136D3041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33081" y="4420144"/>
            <a:ext cx="2360837" cy="134293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7C22A1-3F5E-99C6-0917-F4EC40145DB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4"/>
          <a:stretch/>
        </p:blipFill>
        <p:spPr bwMode="auto">
          <a:xfrm>
            <a:off x="3376623" y="4426145"/>
            <a:ext cx="2602596" cy="14190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文本框 7">
            <a:extLst>
              <a:ext uri="{FF2B5EF4-FFF2-40B4-BE49-F238E27FC236}">
                <a16:creationId xmlns:a16="http://schemas.microsoft.com/office/drawing/2014/main" id="{ABA3AD94-6B4E-4B69-275A-1879BB6C67B4}"/>
              </a:ext>
            </a:extLst>
          </p:cNvPr>
          <p:cNvSpPr txBox="1"/>
          <p:nvPr/>
        </p:nvSpPr>
        <p:spPr>
          <a:xfrm>
            <a:off x="772889" y="1790247"/>
            <a:ext cx="55029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老年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表现与大脑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功能存在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关系</a:t>
            </a:r>
            <a:b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是神经退行性病变的早期标志物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398260CF-D7EB-EFCA-71F1-A898E648E64E}"/>
              </a:ext>
            </a:extLst>
          </p:cNvPr>
          <p:cNvSpPr txBox="1"/>
          <p:nvPr/>
        </p:nvSpPr>
        <p:spPr>
          <a:xfrm>
            <a:off x="912067" y="3658078"/>
            <a:ext cx="26025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Kuo et al, Age Ageing</a:t>
            </a:r>
            <a:r>
              <a:rPr lang="zh-CN" altLang="en-US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，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2022.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84E057FE-C281-9086-FE4C-0983B92B4BE3}"/>
              </a:ext>
            </a:extLst>
          </p:cNvPr>
          <p:cNvSpPr txBox="1"/>
          <p:nvPr/>
        </p:nvSpPr>
        <p:spPr>
          <a:xfrm>
            <a:off x="2336621" y="5671998"/>
            <a:ext cx="26025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Da et al, Exp Gerontol, 2020.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pic>
        <p:nvPicPr>
          <p:cNvPr id="25" name="图片 24">
            <a:extLst>
              <a:ext uri="{FF2B5EF4-FFF2-40B4-BE49-F238E27FC236}">
                <a16:creationId xmlns:a16="http://schemas.microsoft.com/office/drawing/2014/main" id="{1FBDD9D2-C61E-DFAB-8FF1-7285F6B89BA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91060" y="2327434"/>
            <a:ext cx="4746278" cy="3554179"/>
          </a:xfrm>
          <a:prstGeom prst="rect">
            <a:avLst/>
          </a:prstGeom>
        </p:spPr>
      </p:pic>
      <p:sp>
        <p:nvSpPr>
          <p:cNvPr id="26" name="文本框 25">
            <a:extLst>
              <a:ext uri="{FF2B5EF4-FFF2-40B4-BE49-F238E27FC236}">
                <a16:creationId xmlns:a16="http://schemas.microsoft.com/office/drawing/2014/main" id="{743370F9-AAAB-FA15-C54E-761904F8B94C}"/>
              </a:ext>
            </a:extLst>
          </p:cNvPr>
          <p:cNvSpPr txBox="1"/>
          <p:nvPr/>
        </p:nvSpPr>
        <p:spPr>
          <a:xfrm>
            <a:off x="6104743" y="5362765"/>
            <a:ext cx="26025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Sigurdsson et al, </a:t>
            </a:r>
            <a:b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</a:b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Movement </a:t>
            </a:r>
            <a:r>
              <a:rPr lang="en-US" altLang="zh-CN" sz="8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Disord</a:t>
            </a:r>
            <a:r>
              <a:rPr lang="zh-CN" altLang="en-US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，</a:t>
            </a:r>
            <a:r>
              <a:rPr lang="en-US" altLang="zh-CN" sz="8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2022.</a:t>
            </a:r>
            <a:endParaRPr lang="zh-CN" altLang="en-US" sz="8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68218B9B-01B6-A497-7073-B064DECA4610}"/>
              </a:ext>
            </a:extLst>
          </p:cNvPr>
          <p:cNvSpPr txBox="1"/>
          <p:nvPr/>
        </p:nvSpPr>
        <p:spPr>
          <a:xfrm>
            <a:off x="6222425" y="1849311"/>
            <a:ext cx="511491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是多维的，不同的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具有特异性脑网络</a:t>
            </a: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A0BE0334-8E61-7CBD-B889-86124AABB74F}"/>
              </a:ext>
            </a:extLst>
          </p:cNvPr>
          <p:cNvSpPr txBox="1"/>
          <p:nvPr/>
        </p:nvSpPr>
        <p:spPr>
          <a:xfrm>
            <a:off x="1773528" y="5990218"/>
            <a:ext cx="8487004" cy="635460"/>
          </a:xfrm>
          <a:prstGeom prst="rect">
            <a:avLst/>
          </a:prstGeom>
          <a:solidFill>
            <a:schemeClr val="accent1"/>
          </a:solidFill>
          <a:ln>
            <a:noFill/>
            <a:prstDash val="lgDash"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衰老******和******降低和大脑******存在相关，</a:t>
            </a:r>
            <a:b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</a:b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需要结合******和*****准确描述老年*****行为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1" name="矩形: 圆角 30">
            <a:extLst>
              <a:ext uri="{FF2B5EF4-FFF2-40B4-BE49-F238E27FC236}">
                <a16:creationId xmlns:a16="http://schemas.microsoft.com/office/drawing/2014/main" id="{FE97E1BD-CD75-F625-1038-8D8D8983472D}"/>
              </a:ext>
            </a:extLst>
          </p:cNvPr>
          <p:cNvSpPr/>
          <p:nvPr/>
        </p:nvSpPr>
        <p:spPr>
          <a:xfrm>
            <a:off x="912067" y="1109918"/>
            <a:ext cx="10367866" cy="496475"/>
          </a:xfrm>
          <a:prstGeom prst="roundRect">
            <a:avLst>
              <a:gd name="adj" fmla="val 1988"/>
            </a:avLst>
          </a:prstGeom>
          <a:solidFill>
            <a:schemeClr val="accent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>
              <a:lnSpc>
                <a:spcPct val="125000"/>
              </a:lnSpc>
              <a:buClr>
                <a:schemeClr val="bg2"/>
              </a:buClr>
            </a:pPr>
            <a:r>
              <a:rPr lang="zh-CN" altLang="en-US" sz="2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******的******变得越来越清晰，但其潜在的******改变还未得到充分的探讨</a:t>
            </a:r>
          </a:p>
        </p:txBody>
      </p:sp>
      <p:sp>
        <p:nvSpPr>
          <p:cNvPr id="10" name="灯片编号占位符 9">
            <a:extLst>
              <a:ext uri="{FF2B5EF4-FFF2-40B4-BE49-F238E27FC236}">
                <a16:creationId xmlns:a16="http://schemas.microsoft.com/office/drawing/2014/main" id="{E28586F1-C7A6-B072-8AF5-C8BBE0789B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5</a:t>
            </a:fld>
            <a:endParaRPr lang="zh-CN" altLang="en-US" dirty="0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E6F47A8F-29BF-C613-9C73-608CC095116A}"/>
              </a:ext>
            </a:extLst>
          </p:cNvPr>
          <p:cNvSpPr/>
          <p:nvPr/>
        </p:nvSpPr>
        <p:spPr>
          <a:xfrm>
            <a:off x="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研究背景及现状</a:t>
            </a:r>
          </a:p>
        </p:txBody>
      </p:sp>
    </p:spTree>
    <p:extLst>
      <p:ext uri="{BB962C8B-B14F-4D97-AF65-F5344CB8AC3E}">
        <p14:creationId xmlns:p14="http://schemas.microsoft.com/office/powerpoint/2010/main" val="2596812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1846"/>
    </mc:Choice>
    <mc:Fallback xmlns="">
      <p:transition spd="slow" advTm="11846"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: 圆角 9">
            <a:extLst>
              <a:ext uri="{FF2B5EF4-FFF2-40B4-BE49-F238E27FC236}">
                <a16:creationId xmlns:a16="http://schemas.microsoft.com/office/drawing/2014/main" id="{09710076-BE19-A716-7825-59F45E3E45DF}"/>
              </a:ext>
            </a:extLst>
          </p:cNvPr>
          <p:cNvSpPr/>
          <p:nvPr/>
        </p:nvSpPr>
        <p:spPr>
          <a:xfrm>
            <a:off x="419449" y="1805821"/>
            <a:ext cx="5480350" cy="3492263"/>
          </a:xfrm>
          <a:prstGeom prst="roundRect">
            <a:avLst>
              <a:gd name="adj" fmla="val 3248"/>
            </a:avLst>
          </a:prstGeom>
          <a:noFill/>
          <a:ln w="19050"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05779A5A-E9C8-CD8E-B1FE-572A7EF7938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4630" t="2523" r="2312" b="16428"/>
          <a:stretch/>
        </p:blipFill>
        <p:spPr>
          <a:xfrm>
            <a:off x="3071096" y="3505095"/>
            <a:ext cx="2764909" cy="1344230"/>
          </a:xfrm>
          <a:prstGeom prst="rect">
            <a:avLst/>
          </a:prstGeom>
        </p:spPr>
      </p:pic>
      <p:sp>
        <p:nvSpPr>
          <p:cNvPr id="13" name="矩形: 圆角 12">
            <a:extLst>
              <a:ext uri="{FF2B5EF4-FFF2-40B4-BE49-F238E27FC236}">
                <a16:creationId xmlns:a16="http://schemas.microsoft.com/office/drawing/2014/main" id="{5B138C02-5EC6-3A43-F2C4-3338A6191E31}"/>
              </a:ext>
            </a:extLst>
          </p:cNvPr>
          <p:cNvSpPr/>
          <p:nvPr/>
        </p:nvSpPr>
        <p:spPr>
          <a:xfrm>
            <a:off x="6282877" y="1805820"/>
            <a:ext cx="5568811" cy="3492263"/>
          </a:xfrm>
          <a:prstGeom prst="roundRect">
            <a:avLst>
              <a:gd name="adj" fmla="val 3248"/>
            </a:avLst>
          </a:prstGeom>
          <a:noFill/>
          <a:ln w="19050"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" name="图片 13">
            <a:extLst>
              <a:ext uri="{FF2B5EF4-FFF2-40B4-BE49-F238E27FC236}">
                <a16:creationId xmlns:a16="http://schemas.microsoft.com/office/drawing/2014/main" id="{FEE506B9-D492-3DB9-AEC4-65DE925F029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64851" t="9869" r="8345" b="5413"/>
          <a:stretch/>
        </p:blipFill>
        <p:spPr>
          <a:xfrm>
            <a:off x="1761716" y="3556448"/>
            <a:ext cx="1309380" cy="1269216"/>
          </a:xfrm>
          <a:prstGeom prst="rect">
            <a:avLst/>
          </a:prstGeom>
          <a:ln>
            <a:noFill/>
          </a:ln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2484AB97-6335-4B8E-C3E5-2F2C6A23FBC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5465" t="12847" r="41463" b="5835"/>
          <a:stretch/>
        </p:blipFill>
        <p:spPr>
          <a:xfrm>
            <a:off x="557722" y="3548898"/>
            <a:ext cx="1174189" cy="1269217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72DD51B3-321F-971C-7A04-096D7E6F3AB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84773" y="2098009"/>
            <a:ext cx="2585383" cy="1458439"/>
          </a:xfrm>
          <a:prstGeom prst="rect">
            <a:avLst/>
          </a:prstGeom>
        </p:spPr>
      </p:pic>
      <p:pic>
        <p:nvPicPr>
          <p:cNvPr id="17" name="Picture 2" descr="Treadmill with handrails - RehabMill - HealthCare International - with ...">
            <a:extLst>
              <a:ext uri="{FF2B5EF4-FFF2-40B4-BE49-F238E27FC236}">
                <a16:creationId xmlns:a16="http://schemas.microsoft.com/office/drawing/2014/main" id="{0D274BAE-F79E-1674-B013-109EA2B80C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67114" y="2095445"/>
            <a:ext cx="1381721" cy="1425041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4" descr="ThedaCare at Home, Home Medical Equipment, Palliative Care, Home Health ...">
            <a:extLst>
              <a:ext uri="{FF2B5EF4-FFF2-40B4-BE49-F238E27FC236}">
                <a16:creationId xmlns:a16="http://schemas.microsoft.com/office/drawing/2014/main" id="{010CB2B2-E451-E476-3229-8492B8E4508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52" r="7237"/>
          <a:stretch/>
        </p:blipFill>
        <p:spPr bwMode="auto">
          <a:xfrm>
            <a:off x="6344761" y="2086758"/>
            <a:ext cx="1684728" cy="14429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A1A1822E-F1F1-F9FD-E4A3-EE3EE298F5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331142" y="3600677"/>
            <a:ext cx="1458222" cy="1253334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895BACA9-37D9-85A5-D6FF-59BC2D94DDF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789363" y="3673341"/>
            <a:ext cx="1684052" cy="1145713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D2A4EC5C-018F-7199-E453-D1AF17E2446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12976" y="2030925"/>
            <a:ext cx="2170940" cy="1362780"/>
          </a:xfrm>
          <a:prstGeom prst="rect">
            <a:avLst/>
          </a:prstGeom>
        </p:spPr>
      </p:pic>
      <p:pic>
        <p:nvPicPr>
          <p:cNvPr id="28" name="图片 27">
            <a:extLst>
              <a:ext uri="{FF2B5EF4-FFF2-40B4-BE49-F238E27FC236}">
                <a16:creationId xmlns:a16="http://schemas.microsoft.com/office/drawing/2014/main" id="{802C4BC3-22DE-747D-0BDA-690F2E963ABB}"/>
              </a:ext>
            </a:extLst>
          </p:cNvPr>
          <p:cNvPicPr>
            <a:picLocks noChangeAspect="1"/>
          </p:cNvPicPr>
          <p:nvPr/>
        </p:nvPicPr>
        <p:blipFill rotWithShape="1">
          <a:blip r:embed="rId11"/>
          <a:srcRect l="45053"/>
          <a:stretch/>
        </p:blipFill>
        <p:spPr>
          <a:xfrm>
            <a:off x="9657667" y="3376842"/>
            <a:ext cx="1980916" cy="1499534"/>
          </a:xfrm>
          <a:prstGeom prst="rect">
            <a:avLst/>
          </a:prstGeom>
        </p:spPr>
      </p:pic>
      <p:sp>
        <p:nvSpPr>
          <p:cNvPr id="30" name="文本框 29">
            <a:extLst>
              <a:ext uri="{FF2B5EF4-FFF2-40B4-BE49-F238E27FC236}">
                <a16:creationId xmlns:a16="http://schemas.microsoft.com/office/drawing/2014/main" id="{DE8108A8-B19A-A7B4-E319-3FDD9F7C0991}"/>
              </a:ext>
            </a:extLst>
          </p:cNvPr>
          <p:cNvSpPr txBox="1"/>
          <p:nvPr/>
        </p:nvSpPr>
        <p:spPr>
          <a:xfrm>
            <a:off x="1761716" y="1645001"/>
            <a:ext cx="2988893" cy="33855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提高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降低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DFFA21E8-28BB-56DB-282D-1B77F81CF592}"/>
              </a:ext>
            </a:extLst>
          </p:cNvPr>
          <p:cNvSpPr txBox="1"/>
          <p:nvPr/>
        </p:nvSpPr>
        <p:spPr>
          <a:xfrm>
            <a:off x="7713171" y="1643719"/>
            <a:ext cx="2664368" cy="33855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提高</a:t>
            </a:r>
            <a:r>
              <a:rPr lang="en-US" altLang="zh-CN" sz="16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BA04B793-39FD-A9F7-DEF5-4FA481183936}"/>
              </a:ext>
            </a:extLst>
          </p:cNvPr>
          <p:cNvSpPr txBox="1"/>
          <p:nvPr/>
        </p:nvSpPr>
        <p:spPr>
          <a:xfrm>
            <a:off x="8772913" y="3300466"/>
            <a:ext cx="1050858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******</a:t>
            </a: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4FF93B22-BB8C-6413-A8D8-ADA37B4C4A24}"/>
              </a:ext>
            </a:extLst>
          </p:cNvPr>
          <p:cNvSpPr txBox="1"/>
          <p:nvPr/>
        </p:nvSpPr>
        <p:spPr>
          <a:xfrm>
            <a:off x="850127" y="4964582"/>
            <a:ext cx="188716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这里输入内容</a:t>
            </a:r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1A586C71-0F91-CD80-F5C1-13C6404CD3B6}"/>
              </a:ext>
            </a:extLst>
          </p:cNvPr>
          <p:cNvSpPr txBox="1"/>
          <p:nvPr/>
        </p:nvSpPr>
        <p:spPr>
          <a:xfrm>
            <a:off x="3427679" y="4964582"/>
            <a:ext cx="21045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这里输入内容</a:t>
            </a:r>
          </a:p>
        </p:txBody>
      </p:sp>
      <p:sp>
        <p:nvSpPr>
          <p:cNvPr id="36" name="文本框 35">
            <a:extLst>
              <a:ext uri="{FF2B5EF4-FFF2-40B4-BE49-F238E27FC236}">
                <a16:creationId xmlns:a16="http://schemas.microsoft.com/office/drawing/2014/main" id="{3650BB57-B5C4-8CC0-F4BA-176C341772BD}"/>
              </a:ext>
            </a:extLst>
          </p:cNvPr>
          <p:cNvSpPr txBox="1"/>
          <p:nvPr/>
        </p:nvSpPr>
        <p:spPr>
          <a:xfrm>
            <a:off x="9823771" y="4964582"/>
            <a:ext cx="171849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这里输入内容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F912CD58-04F3-84FC-EF82-E5E6C13D851E}"/>
              </a:ext>
            </a:extLst>
          </p:cNvPr>
          <p:cNvSpPr txBox="1"/>
          <p:nvPr/>
        </p:nvSpPr>
        <p:spPr>
          <a:xfrm>
            <a:off x="7187125" y="4964582"/>
            <a:ext cx="171849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这里输入内容</a:t>
            </a:r>
          </a:p>
        </p:txBody>
      </p:sp>
      <p:sp>
        <p:nvSpPr>
          <p:cNvPr id="38" name="箭头: 左右 37">
            <a:extLst>
              <a:ext uri="{FF2B5EF4-FFF2-40B4-BE49-F238E27FC236}">
                <a16:creationId xmlns:a16="http://schemas.microsoft.com/office/drawing/2014/main" id="{1F195B63-9533-436E-C062-EFBA84E91694}"/>
              </a:ext>
            </a:extLst>
          </p:cNvPr>
          <p:cNvSpPr/>
          <p:nvPr/>
        </p:nvSpPr>
        <p:spPr>
          <a:xfrm>
            <a:off x="5492584" y="3251853"/>
            <a:ext cx="1205185" cy="448291"/>
          </a:xfrm>
          <a:prstGeom prst="leftRightArrow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00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B850CCB7-8AEC-55AE-859F-A6BAF3E1FAC3}"/>
              </a:ext>
            </a:extLst>
          </p:cNvPr>
          <p:cNvSpPr txBox="1"/>
          <p:nvPr/>
        </p:nvSpPr>
        <p:spPr>
          <a:xfrm>
            <a:off x="5725359" y="2636300"/>
            <a:ext cx="979155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？</a:t>
            </a: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A9665154-A7B3-697C-829F-706249BBCE34}"/>
              </a:ext>
            </a:extLst>
          </p:cNvPr>
          <p:cNvSpPr txBox="1"/>
          <p:nvPr/>
        </p:nvSpPr>
        <p:spPr>
          <a:xfrm>
            <a:off x="564481" y="4805297"/>
            <a:ext cx="243138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Ishmael et al, Nat Med, 2021.</a:t>
            </a:r>
            <a:endParaRPr lang="zh-CN" altLang="en-US" sz="7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3B858167-D6D2-1B32-F11C-50F32FB3CFCA}"/>
              </a:ext>
            </a:extLst>
          </p:cNvPr>
          <p:cNvSpPr txBox="1"/>
          <p:nvPr/>
        </p:nvSpPr>
        <p:spPr>
          <a:xfrm>
            <a:off x="3161769" y="1968939"/>
            <a:ext cx="243138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Antonellis et al, Sci Robot, 2022.</a:t>
            </a:r>
            <a:endParaRPr lang="zh-CN" altLang="en-US" sz="7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2D81EBFA-E161-1B3C-7D3D-D3994B7163B5}"/>
              </a:ext>
            </a:extLst>
          </p:cNvPr>
          <p:cNvSpPr txBox="1"/>
          <p:nvPr/>
        </p:nvSpPr>
        <p:spPr>
          <a:xfrm>
            <a:off x="585612" y="1962591"/>
            <a:ext cx="243138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Lerner et al, Sci Transl Med, 2017.</a:t>
            </a:r>
            <a:endParaRPr lang="zh-CN" altLang="en-US" sz="7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3" name="文本框 42">
            <a:extLst>
              <a:ext uri="{FF2B5EF4-FFF2-40B4-BE49-F238E27FC236}">
                <a16:creationId xmlns:a16="http://schemas.microsoft.com/office/drawing/2014/main" id="{200B95AC-F144-483A-5956-C30BB9D34875}"/>
              </a:ext>
            </a:extLst>
          </p:cNvPr>
          <p:cNvSpPr txBox="1"/>
          <p:nvPr/>
        </p:nvSpPr>
        <p:spPr>
          <a:xfrm>
            <a:off x="9000255" y="1959910"/>
            <a:ext cx="264966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Bruijn et al, </a:t>
            </a:r>
            <a:r>
              <a:rPr lang="en-US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J R Soc Interface</a:t>
            </a:r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2018.</a:t>
            </a:r>
            <a:endParaRPr lang="zh-CN" altLang="en-US" sz="7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4" name="文本框 43">
            <a:extLst>
              <a:ext uri="{FF2B5EF4-FFF2-40B4-BE49-F238E27FC236}">
                <a16:creationId xmlns:a16="http://schemas.microsoft.com/office/drawing/2014/main" id="{F581D123-3943-6B7C-8D46-F146381A4547}"/>
              </a:ext>
            </a:extLst>
          </p:cNvPr>
          <p:cNvSpPr txBox="1"/>
          <p:nvPr/>
        </p:nvSpPr>
        <p:spPr>
          <a:xfrm>
            <a:off x="6382882" y="4814761"/>
            <a:ext cx="317036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Van Lam et al, Ieee T Ind Inform, 2019.</a:t>
            </a:r>
            <a:endParaRPr lang="zh-CN" altLang="en-US" sz="7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5" name="矩形: 圆角 44">
            <a:extLst>
              <a:ext uri="{FF2B5EF4-FFF2-40B4-BE49-F238E27FC236}">
                <a16:creationId xmlns:a16="http://schemas.microsoft.com/office/drawing/2014/main" id="{4CA73018-920B-7400-2CFF-A7EE0E1A11AB}"/>
              </a:ext>
            </a:extLst>
          </p:cNvPr>
          <p:cNvSpPr/>
          <p:nvPr/>
        </p:nvSpPr>
        <p:spPr>
          <a:xfrm>
            <a:off x="3203615" y="3790580"/>
            <a:ext cx="440863" cy="271401"/>
          </a:xfrm>
          <a:prstGeom prst="roundRect">
            <a:avLst>
              <a:gd name="adj" fmla="val 5720"/>
            </a:avLst>
          </a:prstGeom>
          <a:noFill/>
          <a:ln w="190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94C63391-CCF4-76F9-D7D2-CE6C39606385}"/>
              </a:ext>
            </a:extLst>
          </p:cNvPr>
          <p:cNvSpPr/>
          <p:nvPr/>
        </p:nvSpPr>
        <p:spPr>
          <a:xfrm>
            <a:off x="3588449" y="4015406"/>
            <a:ext cx="1423635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900" b="1" dirty="0">
                <a:solidFill>
                  <a:srgbClr val="FF0000"/>
                </a:solidFill>
                <a:latin typeface="Calibri" panose="020F0502020204030204" pitchFamily="34" charset="0"/>
                <a:ea typeface="微软雅黑" panose="020B0503020204020204" pitchFamily="34" charset="-122"/>
                <a:cs typeface="Calibri" panose="020F0502020204030204" pitchFamily="34" charset="0"/>
              </a:rPr>
              <a:t>Treadmill handrail hold</a:t>
            </a:r>
          </a:p>
        </p:txBody>
      </p:sp>
      <p:cxnSp>
        <p:nvCxnSpPr>
          <p:cNvPr id="47" name="连接符: 肘形 46">
            <a:extLst>
              <a:ext uri="{FF2B5EF4-FFF2-40B4-BE49-F238E27FC236}">
                <a16:creationId xmlns:a16="http://schemas.microsoft.com/office/drawing/2014/main" id="{856F7534-BD49-4E12-810B-3D1957ECC78F}"/>
              </a:ext>
            </a:extLst>
          </p:cNvPr>
          <p:cNvCxnSpPr>
            <a:cxnSpLocks/>
            <a:stCxn id="45" idx="3"/>
            <a:endCxn id="46" idx="0"/>
          </p:cNvCxnSpPr>
          <p:nvPr/>
        </p:nvCxnSpPr>
        <p:spPr>
          <a:xfrm>
            <a:off x="3644478" y="3926281"/>
            <a:ext cx="655789" cy="89125"/>
          </a:xfrm>
          <a:prstGeom prst="bentConnector2">
            <a:avLst/>
          </a:prstGeom>
          <a:ln>
            <a:solidFill>
              <a:srgbClr val="FF0000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文本框 47">
            <a:extLst>
              <a:ext uri="{FF2B5EF4-FFF2-40B4-BE49-F238E27FC236}">
                <a16:creationId xmlns:a16="http://schemas.microsoft.com/office/drawing/2014/main" id="{A90EF43C-4C3A-6E9D-8FD9-ED206245534F}"/>
              </a:ext>
            </a:extLst>
          </p:cNvPr>
          <p:cNvSpPr txBox="1"/>
          <p:nvPr/>
        </p:nvSpPr>
        <p:spPr>
          <a:xfrm>
            <a:off x="2973018" y="4814761"/>
            <a:ext cx="273979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Zhong et al, </a:t>
            </a:r>
            <a:r>
              <a:rPr lang="en-US" altLang="zh-CN" sz="7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Ieee</a:t>
            </a:r>
            <a:r>
              <a:rPr lang="en-US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T </a:t>
            </a:r>
            <a:r>
              <a:rPr lang="en-US" altLang="zh-CN" sz="700" b="1" i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Neur</a:t>
            </a:r>
            <a:r>
              <a:rPr lang="en-US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 Sys Reh</a:t>
            </a:r>
            <a:r>
              <a:rPr lang="pt-BR" altLang="zh-CN" sz="7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2023.</a:t>
            </a:r>
            <a:endParaRPr lang="zh-CN" altLang="en-US" sz="700" b="1" i="1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7BB5C761-8BC9-CF95-A17B-B9509A3352A9}"/>
              </a:ext>
            </a:extLst>
          </p:cNvPr>
          <p:cNvSpPr/>
          <p:nvPr/>
        </p:nvSpPr>
        <p:spPr>
          <a:xfrm>
            <a:off x="2206934" y="5635703"/>
            <a:ext cx="7778133" cy="63824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2460"/>
              </a:lnSpc>
            </a:pP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在将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的步行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纳入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之前</a:t>
            </a:r>
            <a:br>
              <a:rPr lang="en-US" altLang="zh-CN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</a:b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需要定量评估现有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策略对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和</a:t>
            </a:r>
            <a:r>
              <a:rPr lang="en-US" altLang="zh-CN" sz="18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******</a:t>
            </a:r>
            <a:r>
              <a:rPr lang="zh-CN" altLang="en-US" b="1" kern="100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之间关系的影响</a:t>
            </a:r>
            <a:endParaRPr lang="en-US" altLang="zh-CN" b="1" kern="100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pic>
        <p:nvPicPr>
          <p:cNvPr id="50" name="图片 49">
            <a:extLst>
              <a:ext uri="{FF2B5EF4-FFF2-40B4-BE49-F238E27FC236}">
                <a16:creationId xmlns:a16="http://schemas.microsoft.com/office/drawing/2014/main" id="{ECD999B5-AF01-159E-7A17-CD18BE5843C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7492" y="2099473"/>
            <a:ext cx="2585383" cy="1458439"/>
          </a:xfrm>
          <a:prstGeom prst="rect">
            <a:avLst/>
          </a:prstGeom>
        </p:spPr>
      </p:pic>
      <p:sp>
        <p:nvSpPr>
          <p:cNvPr id="51" name="文本框 50">
            <a:extLst>
              <a:ext uri="{FF2B5EF4-FFF2-40B4-BE49-F238E27FC236}">
                <a16:creationId xmlns:a16="http://schemas.microsoft.com/office/drawing/2014/main" id="{1CE3A468-E74A-A3C1-2279-6860DCBEE874}"/>
              </a:ext>
            </a:extLst>
          </p:cNvPr>
          <p:cNvSpPr txBox="1"/>
          <p:nvPr/>
        </p:nvSpPr>
        <p:spPr>
          <a:xfrm>
            <a:off x="2454692" y="3300466"/>
            <a:ext cx="1068668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******</a:t>
            </a:r>
          </a:p>
        </p:txBody>
      </p:sp>
      <p:sp>
        <p:nvSpPr>
          <p:cNvPr id="52" name="矩形: 圆角 51">
            <a:extLst>
              <a:ext uri="{FF2B5EF4-FFF2-40B4-BE49-F238E27FC236}">
                <a16:creationId xmlns:a16="http://schemas.microsoft.com/office/drawing/2014/main" id="{DC601361-F3D1-4292-B5EF-2636A0DC38DF}"/>
              </a:ext>
            </a:extLst>
          </p:cNvPr>
          <p:cNvSpPr/>
          <p:nvPr/>
        </p:nvSpPr>
        <p:spPr>
          <a:xfrm>
            <a:off x="1661561" y="1042231"/>
            <a:ext cx="8886019" cy="496475"/>
          </a:xfrm>
          <a:prstGeom prst="roundRect">
            <a:avLst>
              <a:gd name="adj" fmla="val 1988"/>
            </a:avLst>
          </a:prstGeom>
          <a:solidFill>
            <a:schemeClr val="accent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>
              <a:lnSpc>
                <a:spcPct val="125000"/>
              </a:lnSpc>
              <a:buClr>
                <a:schemeClr val="bg2"/>
              </a:buClr>
            </a:pPr>
            <a:r>
              <a:rPr lang="zh-CN" altLang="en-US" sz="2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******的******和******是由复杂的******和******条件相互协调而成的</a:t>
            </a: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BD754637-3FAC-9E80-5D98-138CB88D5E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6</a:t>
            </a:fld>
            <a:endParaRPr lang="zh-CN" altLang="en-US" dirty="0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275109F9-7A92-D7DA-B58E-3D85936E66B5}"/>
              </a:ext>
            </a:extLst>
          </p:cNvPr>
          <p:cNvSpPr/>
          <p:nvPr/>
        </p:nvSpPr>
        <p:spPr>
          <a:xfrm>
            <a:off x="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研究背景及现状</a:t>
            </a:r>
          </a:p>
        </p:txBody>
      </p:sp>
    </p:spTree>
    <p:extLst>
      <p:ext uri="{BB962C8B-B14F-4D97-AF65-F5344CB8AC3E}">
        <p14:creationId xmlns:p14="http://schemas.microsoft.com/office/powerpoint/2010/main" val="2640859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1846"/>
    </mc:Choice>
    <mc:Fallback xmlns="">
      <p:transition spd="slow" advTm="11846"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îṣlîḓé">
            <a:extLst>
              <a:ext uri="{FF2B5EF4-FFF2-40B4-BE49-F238E27FC236}">
                <a16:creationId xmlns:a16="http://schemas.microsoft.com/office/drawing/2014/main" id="{C04F2120-2C61-5CC3-E284-AF8661418156}"/>
              </a:ext>
            </a:extLst>
          </p:cNvPr>
          <p:cNvSpPr/>
          <p:nvPr/>
        </p:nvSpPr>
        <p:spPr bwMode="auto">
          <a:xfrm rot="10800000" flipH="1">
            <a:off x="5004808" y="2598841"/>
            <a:ext cx="1976033" cy="637571"/>
          </a:xfrm>
          <a:custGeom>
            <a:avLst/>
            <a:gdLst>
              <a:gd name="T0" fmla="*/ 338 w 1031"/>
              <a:gd name="T1" fmla="*/ 0 h 318"/>
              <a:gd name="T2" fmla="*/ 371 w 1031"/>
              <a:gd name="T3" fmla="*/ 14 h 318"/>
              <a:gd name="T4" fmla="*/ 494 w 1031"/>
              <a:gd name="T5" fmla="*/ 134 h 318"/>
              <a:gd name="T6" fmla="*/ 533 w 1031"/>
              <a:gd name="T7" fmla="*/ 149 h 318"/>
              <a:gd name="T8" fmla="*/ 937 w 1031"/>
              <a:gd name="T9" fmla="*/ 152 h 318"/>
              <a:gd name="T10" fmla="*/ 948 w 1031"/>
              <a:gd name="T11" fmla="*/ 157 h 318"/>
              <a:gd name="T12" fmla="*/ 1028 w 1031"/>
              <a:gd name="T13" fmla="*/ 230 h 318"/>
              <a:gd name="T14" fmla="*/ 1028 w 1031"/>
              <a:gd name="T15" fmla="*/ 241 h 318"/>
              <a:gd name="T16" fmla="*/ 947 w 1031"/>
              <a:gd name="T17" fmla="*/ 313 h 318"/>
              <a:gd name="T18" fmla="*/ 936 w 1031"/>
              <a:gd name="T19" fmla="*/ 318 h 318"/>
              <a:gd name="T20" fmla="*/ 548 w 1031"/>
              <a:gd name="T21" fmla="*/ 315 h 318"/>
              <a:gd name="T22" fmla="*/ 478 w 1031"/>
              <a:gd name="T23" fmla="*/ 256 h 318"/>
              <a:gd name="T24" fmla="*/ 359 w 1031"/>
              <a:gd name="T25" fmla="*/ 48 h 318"/>
              <a:gd name="T26" fmla="*/ 331 w 1031"/>
              <a:gd name="T27" fmla="*/ 34 h 318"/>
              <a:gd name="T28" fmla="*/ 43 w 1031"/>
              <a:gd name="T29" fmla="*/ 35 h 318"/>
              <a:gd name="T30" fmla="*/ 0 w 1031"/>
              <a:gd name="T31" fmla="*/ 6 h 318"/>
              <a:gd name="T32" fmla="*/ 20 w 1031"/>
              <a:gd name="T33" fmla="*/ 2 h 318"/>
              <a:gd name="T34" fmla="*/ 338 w 1031"/>
              <a:gd name="T35" fmla="*/ 0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31" h="318">
                <a:moveTo>
                  <a:pt x="338" y="0"/>
                </a:moveTo>
                <a:cubicBezTo>
                  <a:pt x="356" y="0"/>
                  <a:pt x="366" y="9"/>
                  <a:pt x="371" y="14"/>
                </a:cubicBezTo>
                <a:cubicBezTo>
                  <a:pt x="401" y="43"/>
                  <a:pt x="494" y="134"/>
                  <a:pt x="494" y="134"/>
                </a:cubicBezTo>
                <a:cubicBezTo>
                  <a:pt x="503" y="141"/>
                  <a:pt x="515" y="149"/>
                  <a:pt x="533" y="149"/>
                </a:cubicBezTo>
                <a:cubicBezTo>
                  <a:pt x="557" y="149"/>
                  <a:pt x="937" y="152"/>
                  <a:pt x="937" y="152"/>
                </a:cubicBezTo>
                <a:cubicBezTo>
                  <a:pt x="941" y="152"/>
                  <a:pt x="945" y="154"/>
                  <a:pt x="948" y="157"/>
                </a:cubicBezTo>
                <a:cubicBezTo>
                  <a:pt x="1028" y="230"/>
                  <a:pt x="1028" y="230"/>
                  <a:pt x="1028" y="230"/>
                </a:cubicBezTo>
                <a:cubicBezTo>
                  <a:pt x="1031" y="233"/>
                  <a:pt x="1031" y="238"/>
                  <a:pt x="1028" y="241"/>
                </a:cubicBezTo>
                <a:cubicBezTo>
                  <a:pt x="947" y="313"/>
                  <a:pt x="947" y="313"/>
                  <a:pt x="947" y="313"/>
                </a:cubicBezTo>
                <a:cubicBezTo>
                  <a:pt x="944" y="317"/>
                  <a:pt x="940" y="318"/>
                  <a:pt x="936" y="318"/>
                </a:cubicBezTo>
                <a:cubicBezTo>
                  <a:pt x="936" y="318"/>
                  <a:pt x="565" y="315"/>
                  <a:pt x="548" y="315"/>
                </a:cubicBezTo>
                <a:cubicBezTo>
                  <a:pt x="514" y="315"/>
                  <a:pt x="492" y="284"/>
                  <a:pt x="478" y="256"/>
                </a:cubicBezTo>
                <a:cubicBezTo>
                  <a:pt x="462" y="223"/>
                  <a:pt x="384" y="91"/>
                  <a:pt x="359" y="48"/>
                </a:cubicBezTo>
                <a:cubicBezTo>
                  <a:pt x="351" y="34"/>
                  <a:pt x="336" y="34"/>
                  <a:pt x="331" y="34"/>
                </a:cubicBezTo>
                <a:cubicBezTo>
                  <a:pt x="327" y="34"/>
                  <a:pt x="65" y="35"/>
                  <a:pt x="43" y="35"/>
                </a:cubicBezTo>
                <a:cubicBezTo>
                  <a:pt x="0" y="6"/>
                  <a:pt x="0" y="6"/>
                  <a:pt x="0" y="6"/>
                </a:cubicBezTo>
                <a:cubicBezTo>
                  <a:pt x="20" y="2"/>
                  <a:pt x="20" y="2"/>
                  <a:pt x="20" y="2"/>
                </a:cubicBezTo>
                <a:cubicBezTo>
                  <a:pt x="45" y="2"/>
                  <a:pt x="337" y="0"/>
                  <a:pt x="33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="ctr"/>
          <a:lstStyle/>
          <a:p>
            <a:pPr algn="ctr"/>
            <a:endParaRPr sz="12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1CD39D9D-C1C2-C77B-E538-F1F83E1F0009}"/>
              </a:ext>
            </a:extLst>
          </p:cNvPr>
          <p:cNvSpPr txBox="1"/>
          <p:nvPr/>
        </p:nvSpPr>
        <p:spPr>
          <a:xfrm flipH="1">
            <a:off x="6075489" y="2619889"/>
            <a:ext cx="8002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研究现状</a:t>
            </a:r>
          </a:p>
        </p:txBody>
      </p:sp>
      <p:sp>
        <p:nvSpPr>
          <p:cNvPr id="8" name="îṣlîḓé">
            <a:extLst>
              <a:ext uri="{FF2B5EF4-FFF2-40B4-BE49-F238E27FC236}">
                <a16:creationId xmlns:a16="http://schemas.microsoft.com/office/drawing/2014/main" id="{614821B8-5069-F3DE-2BD2-5CAFAE834FBD}"/>
              </a:ext>
            </a:extLst>
          </p:cNvPr>
          <p:cNvSpPr/>
          <p:nvPr/>
        </p:nvSpPr>
        <p:spPr bwMode="auto">
          <a:xfrm rot="10800000">
            <a:off x="379532" y="2738238"/>
            <a:ext cx="1976033" cy="637571"/>
          </a:xfrm>
          <a:custGeom>
            <a:avLst/>
            <a:gdLst>
              <a:gd name="T0" fmla="*/ 338 w 1031"/>
              <a:gd name="T1" fmla="*/ 0 h 318"/>
              <a:gd name="T2" fmla="*/ 371 w 1031"/>
              <a:gd name="T3" fmla="*/ 14 h 318"/>
              <a:gd name="T4" fmla="*/ 494 w 1031"/>
              <a:gd name="T5" fmla="*/ 134 h 318"/>
              <a:gd name="T6" fmla="*/ 533 w 1031"/>
              <a:gd name="T7" fmla="*/ 149 h 318"/>
              <a:gd name="T8" fmla="*/ 937 w 1031"/>
              <a:gd name="T9" fmla="*/ 152 h 318"/>
              <a:gd name="T10" fmla="*/ 948 w 1031"/>
              <a:gd name="T11" fmla="*/ 157 h 318"/>
              <a:gd name="T12" fmla="*/ 1028 w 1031"/>
              <a:gd name="T13" fmla="*/ 230 h 318"/>
              <a:gd name="T14" fmla="*/ 1028 w 1031"/>
              <a:gd name="T15" fmla="*/ 241 h 318"/>
              <a:gd name="T16" fmla="*/ 947 w 1031"/>
              <a:gd name="T17" fmla="*/ 313 h 318"/>
              <a:gd name="T18" fmla="*/ 936 w 1031"/>
              <a:gd name="T19" fmla="*/ 318 h 318"/>
              <a:gd name="T20" fmla="*/ 548 w 1031"/>
              <a:gd name="T21" fmla="*/ 315 h 318"/>
              <a:gd name="T22" fmla="*/ 478 w 1031"/>
              <a:gd name="T23" fmla="*/ 256 h 318"/>
              <a:gd name="T24" fmla="*/ 359 w 1031"/>
              <a:gd name="T25" fmla="*/ 48 h 318"/>
              <a:gd name="T26" fmla="*/ 331 w 1031"/>
              <a:gd name="T27" fmla="*/ 34 h 318"/>
              <a:gd name="T28" fmla="*/ 43 w 1031"/>
              <a:gd name="T29" fmla="*/ 35 h 318"/>
              <a:gd name="T30" fmla="*/ 0 w 1031"/>
              <a:gd name="T31" fmla="*/ 6 h 318"/>
              <a:gd name="T32" fmla="*/ 20 w 1031"/>
              <a:gd name="T33" fmla="*/ 2 h 318"/>
              <a:gd name="T34" fmla="*/ 338 w 1031"/>
              <a:gd name="T35" fmla="*/ 0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31" h="318">
                <a:moveTo>
                  <a:pt x="338" y="0"/>
                </a:moveTo>
                <a:cubicBezTo>
                  <a:pt x="356" y="0"/>
                  <a:pt x="366" y="9"/>
                  <a:pt x="371" y="14"/>
                </a:cubicBezTo>
                <a:cubicBezTo>
                  <a:pt x="401" y="43"/>
                  <a:pt x="494" y="134"/>
                  <a:pt x="494" y="134"/>
                </a:cubicBezTo>
                <a:cubicBezTo>
                  <a:pt x="503" y="141"/>
                  <a:pt x="515" y="149"/>
                  <a:pt x="533" y="149"/>
                </a:cubicBezTo>
                <a:cubicBezTo>
                  <a:pt x="557" y="149"/>
                  <a:pt x="937" y="152"/>
                  <a:pt x="937" y="152"/>
                </a:cubicBezTo>
                <a:cubicBezTo>
                  <a:pt x="941" y="152"/>
                  <a:pt x="945" y="154"/>
                  <a:pt x="948" y="157"/>
                </a:cubicBezTo>
                <a:cubicBezTo>
                  <a:pt x="1028" y="230"/>
                  <a:pt x="1028" y="230"/>
                  <a:pt x="1028" y="230"/>
                </a:cubicBezTo>
                <a:cubicBezTo>
                  <a:pt x="1031" y="233"/>
                  <a:pt x="1031" y="238"/>
                  <a:pt x="1028" y="241"/>
                </a:cubicBezTo>
                <a:cubicBezTo>
                  <a:pt x="947" y="313"/>
                  <a:pt x="947" y="313"/>
                  <a:pt x="947" y="313"/>
                </a:cubicBezTo>
                <a:cubicBezTo>
                  <a:pt x="944" y="317"/>
                  <a:pt x="940" y="318"/>
                  <a:pt x="936" y="318"/>
                </a:cubicBezTo>
                <a:cubicBezTo>
                  <a:pt x="936" y="318"/>
                  <a:pt x="565" y="315"/>
                  <a:pt x="548" y="315"/>
                </a:cubicBezTo>
                <a:cubicBezTo>
                  <a:pt x="514" y="315"/>
                  <a:pt x="492" y="284"/>
                  <a:pt x="478" y="256"/>
                </a:cubicBezTo>
                <a:cubicBezTo>
                  <a:pt x="462" y="223"/>
                  <a:pt x="384" y="91"/>
                  <a:pt x="359" y="48"/>
                </a:cubicBezTo>
                <a:cubicBezTo>
                  <a:pt x="351" y="34"/>
                  <a:pt x="336" y="34"/>
                  <a:pt x="331" y="34"/>
                </a:cubicBezTo>
                <a:cubicBezTo>
                  <a:pt x="327" y="34"/>
                  <a:pt x="65" y="35"/>
                  <a:pt x="43" y="35"/>
                </a:cubicBezTo>
                <a:cubicBezTo>
                  <a:pt x="0" y="6"/>
                  <a:pt x="0" y="6"/>
                  <a:pt x="0" y="6"/>
                </a:cubicBezTo>
                <a:cubicBezTo>
                  <a:pt x="20" y="2"/>
                  <a:pt x="20" y="2"/>
                  <a:pt x="20" y="2"/>
                </a:cubicBezTo>
                <a:cubicBezTo>
                  <a:pt x="45" y="2"/>
                  <a:pt x="337" y="0"/>
                  <a:pt x="33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="ctr"/>
          <a:lstStyle/>
          <a:p>
            <a:pPr algn="ctr"/>
            <a:endParaRPr sz="12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97EC04AD-D4C1-47A1-53B5-B918279584F3}"/>
              </a:ext>
            </a:extLst>
          </p:cNvPr>
          <p:cNvSpPr txBox="1"/>
          <p:nvPr/>
        </p:nvSpPr>
        <p:spPr>
          <a:xfrm>
            <a:off x="484665" y="2759286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现状与不足</a:t>
            </a: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EF2E00A3-9EC5-C33A-9B9B-E00CA4F588DD}"/>
              </a:ext>
            </a:extLst>
          </p:cNvPr>
          <p:cNvSpPr/>
          <p:nvPr/>
        </p:nvSpPr>
        <p:spPr>
          <a:xfrm>
            <a:off x="588294" y="3251427"/>
            <a:ext cx="2829921" cy="1754481"/>
          </a:xfrm>
          <a:prstGeom prst="rect">
            <a:avLst/>
          </a:prstGeom>
          <a:solidFill>
            <a:srgbClr val="A6A6A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ïṣļîḑe">
            <a:extLst>
              <a:ext uri="{FF2B5EF4-FFF2-40B4-BE49-F238E27FC236}">
                <a16:creationId xmlns:a16="http://schemas.microsoft.com/office/drawing/2014/main" id="{76E7410F-18B0-2249-BF18-521A5FF27559}"/>
              </a:ext>
            </a:extLst>
          </p:cNvPr>
          <p:cNvSpPr>
            <a:spLocks noChangeAspect="1"/>
          </p:cNvSpPr>
          <p:nvPr/>
        </p:nvSpPr>
        <p:spPr bwMode="auto">
          <a:xfrm>
            <a:off x="4021976" y="1388765"/>
            <a:ext cx="2484233" cy="394250"/>
          </a:xfrm>
          <a:custGeom>
            <a:avLst/>
            <a:gdLst>
              <a:gd name="T0" fmla="*/ 489 w 1012"/>
              <a:gd name="T1" fmla="*/ 168 h 176"/>
              <a:gd name="T2" fmla="*/ 918 w 1012"/>
              <a:gd name="T3" fmla="*/ 166 h 176"/>
              <a:gd name="T4" fmla="*/ 929 w 1012"/>
              <a:gd name="T5" fmla="*/ 161 h 176"/>
              <a:gd name="T6" fmla="*/ 1009 w 1012"/>
              <a:gd name="T7" fmla="*/ 90 h 176"/>
              <a:gd name="T8" fmla="*/ 1009 w 1012"/>
              <a:gd name="T9" fmla="*/ 79 h 176"/>
              <a:gd name="T10" fmla="*/ 929 w 1012"/>
              <a:gd name="T11" fmla="*/ 5 h 176"/>
              <a:gd name="T12" fmla="*/ 917 w 1012"/>
              <a:gd name="T13" fmla="*/ 0 h 176"/>
              <a:gd name="T14" fmla="*/ 513 w 1012"/>
              <a:gd name="T15" fmla="*/ 2 h 176"/>
              <a:gd name="T16" fmla="*/ 477 w 1012"/>
              <a:gd name="T17" fmla="*/ 16 h 176"/>
              <a:gd name="T18" fmla="*/ 476 w 1012"/>
              <a:gd name="T19" fmla="*/ 17 h 176"/>
              <a:gd name="T20" fmla="*/ 351 w 1012"/>
              <a:gd name="T21" fmla="*/ 128 h 176"/>
              <a:gd name="T22" fmla="*/ 318 w 1012"/>
              <a:gd name="T23" fmla="*/ 140 h 176"/>
              <a:gd name="T24" fmla="*/ 314 w 1012"/>
              <a:gd name="T25" fmla="*/ 140 h 176"/>
              <a:gd name="T26" fmla="*/ 198 w 1012"/>
              <a:gd name="T27" fmla="*/ 138 h 176"/>
              <a:gd name="T28" fmla="*/ 0 w 1012"/>
              <a:gd name="T29" fmla="*/ 139 h 176"/>
              <a:gd name="T30" fmla="*/ 0 w 1012"/>
              <a:gd name="T31" fmla="*/ 175 h 176"/>
              <a:gd name="T32" fmla="*/ 366 w 1012"/>
              <a:gd name="T33" fmla="*/ 176 h 176"/>
              <a:gd name="T34" fmla="*/ 489 w 1012"/>
              <a:gd name="T3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12" h="176">
                <a:moveTo>
                  <a:pt x="489" y="168"/>
                </a:moveTo>
                <a:cubicBezTo>
                  <a:pt x="918" y="166"/>
                  <a:pt x="918" y="166"/>
                  <a:pt x="918" y="166"/>
                </a:cubicBezTo>
                <a:cubicBezTo>
                  <a:pt x="922" y="166"/>
                  <a:pt x="926" y="164"/>
                  <a:pt x="929" y="161"/>
                </a:cubicBezTo>
                <a:cubicBezTo>
                  <a:pt x="1009" y="90"/>
                  <a:pt x="1009" y="90"/>
                  <a:pt x="1009" y="90"/>
                </a:cubicBezTo>
                <a:cubicBezTo>
                  <a:pt x="1012" y="87"/>
                  <a:pt x="1012" y="82"/>
                  <a:pt x="1009" y="79"/>
                </a:cubicBezTo>
                <a:cubicBezTo>
                  <a:pt x="929" y="5"/>
                  <a:pt x="929" y="5"/>
                  <a:pt x="929" y="5"/>
                </a:cubicBezTo>
                <a:cubicBezTo>
                  <a:pt x="926" y="2"/>
                  <a:pt x="922" y="0"/>
                  <a:pt x="917" y="0"/>
                </a:cubicBezTo>
                <a:cubicBezTo>
                  <a:pt x="917" y="0"/>
                  <a:pt x="531" y="2"/>
                  <a:pt x="513" y="2"/>
                </a:cubicBezTo>
                <a:cubicBezTo>
                  <a:pt x="496" y="2"/>
                  <a:pt x="485" y="9"/>
                  <a:pt x="477" y="16"/>
                </a:cubicBezTo>
                <a:cubicBezTo>
                  <a:pt x="477" y="16"/>
                  <a:pt x="476" y="16"/>
                  <a:pt x="476" y="17"/>
                </a:cubicBezTo>
                <a:cubicBezTo>
                  <a:pt x="476" y="17"/>
                  <a:pt x="382" y="102"/>
                  <a:pt x="351" y="128"/>
                </a:cubicBezTo>
                <a:cubicBezTo>
                  <a:pt x="346" y="133"/>
                  <a:pt x="339" y="140"/>
                  <a:pt x="318" y="140"/>
                </a:cubicBezTo>
                <a:cubicBezTo>
                  <a:pt x="317" y="140"/>
                  <a:pt x="315" y="140"/>
                  <a:pt x="314" y="140"/>
                </a:cubicBezTo>
                <a:cubicBezTo>
                  <a:pt x="308" y="140"/>
                  <a:pt x="264" y="138"/>
                  <a:pt x="198" y="138"/>
                </a:cubicBezTo>
                <a:cubicBezTo>
                  <a:pt x="139" y="138"/>
                  <a:pt x="11" y="139"/>
                  <a:pt x="0" y="139"/>
                </a:cubicBezTo>
                <a:cubicBezTo>
                  <a:pt x="0" y="175"/>
                  <a:pt x="0" y="175"/>
                  <a:pt x="0" y="175"/>
                </a:cubicBezTo>
                <a:cubicBezTo>
                  <a:pt x="366" y="176"/>
                  <a:pt x="366" y="176"/>
                  <a:pt x="366" y="176"/>
                </a:cubicBezTo>
                <a:cubicBezTo>
                  <a:pt x="366" y="176"/>
                  <a:pt x="479" y="168"/>
                  <a:pt x="489" y="1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="ctr"/>
          <a:lstStyle/>
          <a:p>
            <a:pPr algn="ctr"/>
            <a:r>
              <a:rPr 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</a:t>
            </a:r>
            <a:r>
              <a:rPr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  <a:endParaRPr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文本框 91">
            <a:extLst>
              <a:ext uri="{FF2B5EF4-FFF2-40B4-BE49-F238E27FC236}">
                <a16:creationId xmlns:a16="http://schemas.microsoft.com/office/drawing/2014/main" id="{85A05004-BA08-51F3-024B-EC2A05B2C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3154" y="1534773"/>
            <a:ext cx="2242953" cy="954107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defTabSz="456971">
              <a:defRPr/>
            </a:pPr>
            <a:r>
              <a:rPr lang="zh-CN" altLang="en-US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令</a:t>
            </a:r>
            <a:r>
              <a:rPr lang="zh-CN" altLang="en-US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负担加重，</a:t>
            </a:r>
            <a:r>
              <a:rPr lang="zh-CN" altLang="en-US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</a:t>
            </a:r>
            <a:r>
              <a:rPr lang="en-US" altLang="zh-CN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和</a:t>
            </a:r>
            <a:r>
              <a:rPr lang="zh-CN" altLang="en-US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</a:t>
            </a:r>
            <a:r>
              <a:rPr lang="en-US" altLang="zh-CN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是老年</a:t>
            </a:r>
            <a:r>
              <a:rPr lang="zh-CN" altLang="en-US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</a:t>
            </a:r>
            <a:r>
              <a:rPr lang="en-US" altLang="zh-CN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最主要的两个特点</a:t>
            </a:r>
          </a:p>
        </p:txBody>
      </p:sp>
      <p:cxnSp>
        <p:nvCxnSpPr>
          <p:cNvPr id="23" name="连接符: 肘形 22">
            <a:extLst>
              <a:ext uri="{FF2B5EF4-FFF2-40B4-BE49-F238E27FC236}">
                <a16:creationId xmlns:a16="http://schemas.microsoft.com/office/drawing/2014/main" id="{D48E4BC7-31F3-D3E0-00EC-F6FC101A4494}"/>
              </a:ext>
            </a:extLst>
          </p:cNvPr>
          <p:cNvCxnSpPr>
            <a:cxnSpLocks/>
            <a:stCxn id="22" idx="1"/>
            <a:endCxn id="17" idx="0"/>
          </p:cNvCxnSpPr>
          <p:nvPr/>
        </p:nvCxnSpPr>
        <p:spPr>
          <a:xfrm rot="10800000" flipV="1">
            <a:off x="2003256" y="2011827"/>
            <a:ext cx="269899" cy="1239600"/>
          </a:xfrm>
          <a:prstGeom prst="bentConnector2">
            <a:avLst/>
          </a:prstGeom>
          <a:noFill/>
          <a:ln w="38100" cap="flat" cmpd="sng" algn="ctr">
            <a:solidFill>
              <a:schemeClr val="accent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24" name="连接符: 肘形 23">
            <a:extLst>
              <a:ext uri="{FF2B5EF4-FFF2-40B4-BE49-F238E27FC236}">
                <a16:creationId xmlns:a16="http://schemas.microsoft.com/office/drawing/2014/main" id="{AE010C28-6F7F-F58E-1671-CA44AD384B7D}"/>
              </a:ext>
            </a:extLst>
          </p:cNvPr>
          <p:cNvCxnSpPr>
            <a:cxnSpLocks/>
            <a:stCxn id="22" idx="3"/>
            <a:endCxn id="27" idx="0"/>
          </p:cNvCxnSpPr>
          <p:nvPr/>
        </p:nvCxnSpPr>
        <p:spPr>
          <a:xfrm>
            <a:off x="4516107" y="2011827"/>
            <a:ext cx="718854" cy="1024457"/>
          </a:xfrm>
          <a:prstGeom prst="bentConnector2">
            <a:avLst/>
          </a:prstGeom>
          <a:noFill/>
          <a:ln w="38100" cap="flat" cmpd="sng" algn="ctr">
            <a:solidFill>
              <a:schemeClr val="accent1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5" name="文本框 91">
            <a:extLst>
              <a:ext uri="{FF2B5EF4-FFF2-40B4-BE49-F238E27FC236}">
                <a16:creationId xmlns:a16="http://schemas.microsoft.com/office/drawing/2014/main" id="{6DD76D8C-FD79-3192-CC13-50C1537BAF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33" y="3358640"/>
            <a:ext cx="2681503" cy="954107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defTabSz="456971">
              <a:defRPr/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这里可以输入现状和不足；这里可以输入现状和不足；这里可以输入现状和不足；这里可以输入现状和不足；</a:t>
            </a: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36F7E211-9871-B195-6A72-2BB3B88D723F}"/>
              </a:ext>
            </a:extLst>
          </p:cNvPr>
          <p:cNvSpPr/>
          <p:nvPr/>
        </p:nvSpPr>
        <p:spPr>
          <a:xfrm>
            <a:off x="3603847" y="3036284"/>
            <a:ext cx="3262227" cy="1871296"/>
          </a:xfrm>
          <a:prstGeom prst="rect">
            <a:avLst/>
          </a:prstGeom>
          <a:solidFill>
            <a:srgbClr val="A6A6A6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文本框 91">
            <a:extLst>
              <a:ext uri="{FF2B5EF4-FFF2-40B4-BE49-F238E27FC236}">
                <a16:creationId xmlns:a16="http://schemas.microsoft.com/office/drawing/2014/main" id="{4D5F09E4-455F-B68B-A48F-00C59E1A2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756" y="3123303"/>
            <a:ext cx="3048859" cy="86746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square" anchor="ctr" anchorCtr="1">
            <a:no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defTabSz="456971">
              <a:defRPr/>
            </a:pP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2" name="文本框 91">
            <a:extLst>
              <a:ext uri="{FF2B5EF4-FFF2-40B4-BE49-F238E27FC236}">
                <a16:creationId xmlns:a16="http://schemas.microsoft.com/office/drawing/2014/main" id="{AF587C83-F1CE-E4E3-6240-CF8A2FEB5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756" y="4062808"/>
            <a:ext cx="3048859" cy="76545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square" anchor="ctr" anchorCtr="1">
            <a:no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defTabSz="456971">
              <a:defRPr/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这里可以输入研究现状可以分为两个主要内容阐述；这里可以输入研究现状可以分为</a:t>
            </a:r>
            <a:r>
              <a:rPr lang="zh-CN" altLang="en-US" sz="1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两个主要内容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阐述；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3" name="文本框 91">
            <a:extLst>
              <a:ext uri="{FF2B5EF4-FFF2-40B4-BE49-F238E27FC236}">
                <a16:creationId xmlns:a16="http://schemas.microsoft.com/office/drawing/2014/main" id="{51947619-5B0C-925F-23F9-296F5FB6D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82" y="4316764"/>
            <a:ext cx="2747461" cy="64633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defTabSz="456971">
              <a:defRPr/>
            </a:pPr>
            <a:r>
              <a: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这里可以输入现状和不足；这里可以输入现状和不足；这里可以输入现状和不足；这里可以输入现状和不足；</a:t>
            </a:r>
          </a:p>
        </p:txBody>
      </p:sp>
      <p:cxnSp>
        <p:nvCxnSpPr>
          <p:cNvPr id="34" name="连接符: 肘形 33">
            <a:extLst>
              <a:ext uri="{FF2B5EF4-FFF2-40B4-BE49-F238E27FC236}">
                <a16:creationId xmlns:a16="http://schemas.microsoft.com/office/drawing/2014/main" id="{F412C007-F675-53CF-8152-E268DE730DF0}"/>
              </a:ext>
            </a:extLst>
          </p:cNvPr>
          <p:cNvCxnSpPr>
            <a:cxnSpLocks/>
            <a:stCxn id="17" idx="1"/>
            <a:endCxn id="42" idx="1"/>
          </p:cNvCxnSpPr>
          <p:nvPr/>
        </p:nvCxnSpPr>
        <p:spPr>
          <a:xfrm rot="10800000" flipH="1" flipV="1">
            <a:off x="588293" y="4128668"/>
            <a:ext cx="2053347" cy="1642918"/>
          </a:xfrm>
          <a:prstGeom prst="bentConnector3">
            <a:avLst>
              <a:gd name="adj1" fmla="val -11133"/>
            </a:avLst>
          </a:prstGeom>
          <a:noFill/>
          <a:ln w="38100" cap="flat" cmpd="sng" algn="ctr">
            <a:solidFill>
              <a:schemeClr val="accent1"/>
            </a:solidFill>
            <a:prstDash val="solid"/>
            <a:miter lim="800000"/>
            <a:tailEnd type="triangle"/>
          </a:ln>
          <a:effectLst/>
        </p:spPr>
      </p:cxnSp>
      <p:sp>
        <p:nvSpPr>
          <p:cNvPr id="42" name="文本框 91">
            <a:extLst>
              <a:ext uri="{FF2B5EF4-FFF2-40B4-BE49-F238E27FC236}">
                <a16:creationId xmlns:a16="http://schemas.microsoft.com/office/drawing/2014/main" id="{F2492249-B1FB-0F45-34D2-E7BC2B3308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1641" y="5534914"/>
            <a:ext cx="1744092" cy="473344"/>
          </a:xfrm>
          <a:prstGeom prst="rect">
            <a:avLst/>
          </a:prstGeom>
          <a:solidFill>
            <a:schemeClr val="accent1"/>
          </a:solidFill>
          <a:ln w="19050">
            <a:noFill/>
            <a:miter lim="800000"/>
            <a:headEnd/>
            <a:tailEnd/>
          </a:ln>
        </p:spPr>
        <p:txBody>
          <a:bodyPr wrap="square" anchor="ctr" anchorCtr="1">
            <a:noAutofit/>
          </a:bodyPr>
          <a:lstStyle>
            <a:defPPr>
              <a:defRPr lang="zh-CN"/>
            </a:defPPr>
            <a:lvl1pPr algn="ctr" defTabSz="457200" eaLnBrk="1" hangingPunct="1">
              <a:defRPr b="1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  <a:lvl2pPr marL="742950" indent="-285750">
              <a:defRPr>
                <a:latin typeface="Arial" panose="020B0604020202020204" pitchFamily="34" charset="0"/>
              </a:defRPr>
            </a:lvl2pPr>
            <a:lvl3pPr marL="1143000" indent="-228600">
              <a:defRPr>
                <a:latin typeface="Arial" panose="020B0604020202020204" pitchFamily="34" charset="0"/>
              </a:defRPr>
            </a:lvl3pPr>
            <a:lvl4pPr marL="1600200" indent="-228600">
              <a:defRPr>
                <a:latin typeface="Arial" panose="020B0604020202020204" pitchFamily="34" charset="0"/>
              </a:defRPr>
            </a:lvl4pPr>
            <a:lvl5pPr marL="2057400" indent="-228600">
              <a:defRPr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9pPr>
          </a:lstStyle>
          <a:p>
            <a:pPr algn="l"/>
            <a:r>
              <a:rPr lang="zh-CN" altLang="en-US" sz="1600" dirty="0">
                <a:solidFill>
                  <a:schemeClr val="bg1"/>
                </a:solidFill>
              </a:rPr>
              <a:t>三点科学问题</a:t>
            </a: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4A8A0D35-A33D-9F24-4DAF-F816B1EA54B3}"/>
              </a:ext>
            </a:extLst>
          </p:cNvPr>
          <p:cNvSpPr/>
          <p:nvPr/>
        </p:nvSpPr>
        <p:spPr>
          <a:xfrm>
            <a:off x="7243188" y="1551447"/>
            <a:ext cx="4516187" cy="4840888"/>
          </a:xfrm>
          <a:prstGeom prst="rect">
            <a:avLst/>
          </a:prstGeom>
          <a:solidFill>
            <a:schemeClr val="bg1">
              <a:lumMod val="65000"/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矩形: 圆角 44">
            <a:extLst>
              <a:ext uri="{FF2B5EF4-FFF2-40B4-BE49-F238E27FC236}">
                <a16:creationId xmlns:a16="http://schemas.microsoft.com/office/drawing/2014/main" id="{EA36B22B-D182-F845-C4C2-945AFD363BBF}"/>
              </a:ext>
            </a:extLst>
          </p:cNvPr>
          <p:cNvSpPr/>
          <p:nvPr/>
        </p:nvSpPr>
        <p:spPr>
          <a:xfrm>
            <a:off x="7336647" y="1612339"/>
            <a:ext cx="4339166" cy="1557491"/>
          </a:xfrm>
          <a:prstGeom prst="roundRect">
            <a:avLst>
              <a:gd name="adj" fmla="val 2991"/>
            </a:avLst>
          </a:prstGeom>
          <a:solidFill>
            <a:schemeClr val="bg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矩形: 圆角 45">
            <a:extLst>
              <a:ext uri="{FF2B5EF4-FFF2-40B4-BE49-F238E27FC236}">
                <a16:creationId xmlns:a16="http://schemas.microsoft.com/office/drawing/2014/main" id="{129A92EF-757A-5DC2-E41B-B00B2BDB9481}"/>
              </a:ext>
            </a:extLst>
          </p:cNvPr>
          <p:cNvSpPr/>
          <p:nvPr/>
        </p:nvSpPr>
        <p:spPr>
          <a:xfrm>
            <a:off x="7346737" y="3212023"/>
            <a:ext cx="4339166" cy="1557491"/>
          </a:xfrm>
          <a:prstGeom prst="roundRect">
            <a:avLst>
              <a:gd name="adj" fmla="val 2991"/>
            </a:avLst>
          </a:prstGeom>
          <a:solidFill>
            <a:schemeClr val="bg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矩形: 圆角 46">
            <a:extLst>
              <a:ext uri="{FF2B5EF4-FFF2-40B4-BE49-F238E27FC236}">
                <a16:creationId xmlns:a16="http://schemas.microsoft.com/office/drawing/2014/main" id="{662B24C3-DBCC-D777-9D7A-A0F15E765CF9}"/>
              </a:ext>
            </a:extLst>
          </p:cNvPr>
          <p:cNvSpPr/>
          <p:nvPr/>
        </p:nvSpPr>
        <p:spPr>
          <a:xfrm>
            <a:off x="7344322" y="4811706"/>
            <a:ext cx="4333573" cy="1494689"/>
          </a:xfrm>
          <a:prstGeom prst="roundRect">
            <a:avLst>
              <a:gd name="adj" fmla="val 2991"/>
            </a:avLst>
          </a:prstGeom>
          <a:solidFill>
            <a:schemeClr val="bg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130C6168-E78F-1846-5607-85211ADA2E4C}"/>
              </a:ext>
            </a:extLst>
          </p:cNvPr>
          <p:cNvSpPr txBox="1"/>
          <p:nvPr/>
        </p:nvSpPr>
        <p:spPr>
          <a:xfrm>
            <a:off x="7310636" y="1597067"/>
            <a:ext cx="4418326" cy="33855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基于数学模型</a:t>
            </a:r>
            <a:endParaRPr lang="en-US" altLang="zh-CN" sz="1600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865D811F-07D8-09B4-C2E1-313E3E535BCF}"/>
              </a:ext>
            </a:extLst>
          </p:cNvPr>
          <p:cNvSpPr txBox="1"/>
          <p:nvPr/>
        </p:nvSpPr>
        <p:spPr>
          <a:xfrm>
            <a:off x="7259568" y="4811117"/>
            <a:ext cx="4418326" cy="33855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altLang="zh-CN" sz="16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</a:t>
            </a:r>
            <a:r>
              <a:rPr lang="zh-CN" altLang="en-US" sz="16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基于知识</a:t>
            </a:r>
            <a:endParaRPr lang="en-US" altLang="zh-CN" sz="1600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pic>
        <p:nvPicPr>
          <p:cNvPr id="50" name="图片 49">
            <a:extLst>
              <a:ext uri="{FF2B5EF4-FFF2-40B4-BE49-F238E27FC236}">
                <a16:creationId xmlns:a16="http://schemas.microsoft.com/office/drawing/2014/main" id="{52EBA448-CFAF-27D7-5F89-BFE1205951A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3906"/>
          <a:stretch/>
        </p:blipFill>
        <p:spPr>
          <a:xfrm>
            <a:off x="8832956" y="2163297"/>
            <a:ext cx="1140297" cy="895395"/>
          </a:xfrm>
          <a:prstGeom prst="rect">
            <a:avLst/>
          </a:prstGeom>
          <a:ln>
            <a:solidFill>
              <a:schemeClr val="bg1">
                <a:lumMod val="95000"/>
              </a:schemeClr>
            </a:solidFill>
          </a:ln>
        </p:spPr>
      </p:pic>
      <p:pic>
        <p:nvPicPr>
          <p:cNvPr id="51" name="图片 50">
            <a:extLst>
              <a:ext uri="{FF2B5EF4-FFF2-40B4-BE49-F238E27FC236}">
                <a16:creationId xmlns:a16="http://schemas.microsoft.com/office/drawing/2014/main" id="{E809D85B-02B9-D8A0-3594-B3B23A6E904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r="51233"/>
          <a:stretch/>
        </p:blipFill>
        <p:spPr>
          <a:xfrm>
            <a:off x="7564070" y="2121415"/>
            <a:ext cx="1059209" cy="995740"/>
          </a:xfrm>
          <a:prstGeom prst="rect">
            <a:avLst/>
          </a:prstGeom>
        </p:spPr>
      </p:pic>
      <p:pic>
        <p:nvPicPr>
          <p:cNvPr id="52" name="图片 51">
            <a:extLst>
              <a:ext uri="{FF2B5EF4-FFF2-40B4-BE49-F238E27FC236}">
                <a16:creationId xmlns:a16="http://schemas.microsoft.com/office/drawing/2014/main" id="{92C13F47-4BEC-F221-783A-820EE7686827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l="55970" r="2501"/>
          <a:stretch/>
        </p:blipFill>
        <p:spPr>
          <a:xfrm>
            <a:off x="10238672" y="2046383"/>
            <a:ext cx="1008835" cy="1113652"/>
          </a:xfrm>
          <a:prstGeom prst="rect">
            <a:avLst/>
          </a:prstGeom>
        </p:spPr>
      </p:pic>
      <p:pic>
        <p:nvPicPr>
          <p:cNvPr id="53" name="图片 52">
            <a:extLst>
              <a:ext uri="{FF2B5EF4-FFF2-40B4-BE49-F238E27FC236}">
                <a16:creationId xmlns:a16="http://schemas.microsoft.com/office/drawing/2014/main" id="{54450FBB-56FB-27EB-D40B-1EAA8F4211F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3906"/>
          <a:stretch/>
        </p:blipFill>
        <p:spPr>
          <a:xfrm>
            <a:off x="7585406" y="3678906"/>
            <a:ext cx="1274847" cy="1001048"/>
          </a:xfrm>
          <a:prstGeom prst="rect">
            <a:avLst/>
          </a:prstGeom>
          <a:ln>
            <a:solidFill>
              <a:schemeClr val="bg1">
                <a:lumMod val="95000"/>
              </a:schemeClr>
            </a:solidFill>
          </a:ln>
        </p:spPr>
      </p:pic>
      <p:pic>
        <p:nvPicPr>
          <p:cNvPr id="54" name="图片 53">
            <a:extLst>
              <a:ext uri="{FF2B5EF4-FFF2-40B4-BE49-F238E27FC236}">
                <a16:creationId xmlns:a16="http://schemas.microsoft.com/office/drawing/2014/main" id="{DE82A51C-7D1A-ACFB-F4EC-DD2AB54E00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85577" y="3731870"/>
            <a:ext cx="1274847" cy="952011"/>
          </a:xfrm>
          <a:prstGeom prst="rect">
            <a:avLst/>
          </a:prstGeom>
        </p:spPr>
      </p:pic>
      <p:sp>
        <p:nvSpPr>
          <p:cNvPr id="55" name="箭头: 左右 54">
            <a:extLst>
              <a:ext uri="{FF2B5EF4-FFF2-40B4-BE49-F238E27FC236}">
                <a16:creationId xmlns:a16="http://schemas.microsoft.com/office/drawing/2014/main" id="{857FD615-C76F-B0D5-22B5-4A070576AA61}"/>
              </a:ext>
            </a:extLst>
          </p:cNvPr>
          <p:cNvSpPr/>
          <p:nvPr/>
        </p:nvSpPr>
        <p:spPr>
          <a:xfrm>
            <a:off x="9014962" y="4100362"/>
            <a:ext cx="737944" cy="290480"/>
          </a:xfrm>
          <a:prstGeom prst="leftRightArrow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7969AA02-699A-C8D5-DC3E-18057571D3DA}"/>
              </a:ext>
            </a:extLst>
          </p:cNvPr>
          <p:cNvGrpSpPr/>
          <p:nvPr/>
        </p:nvGrpSpPr>
        <p:grpSpPr>
          <a:xfrm>
            <a:off x="7848436" y="5368513"/>
            <a:ext cx="3240590" cy="858489"/>
            <a:chOff x="7725631" y="4916019"/>
            <a:chExt cx="3619205" cy="928522"/>
          </a:xfrm>
        </p:grpSpPr>
        <p:sp>
          <p:nvSpPr>
            <p:cNvPr id="57" name="矩形 56">
              <a:extLst>
                <a:ext uri="{FF2B5EF4-FFF2-40B4-BE49-F238E27FC236}">
                  <a16:creationId xmlns:a16="http://schemas.microsoft.com/office/drawing/2014/main" id="{1C0D12DA-3E9E-4E21-5236-5882422EECF2}"/>
                </a:ext>
              </a:extLst>
            </p:cNvPr>
            <p:cNvSpPr/>
            <p:nvPr/>
          </p:nvSpPr>
          <p:spPr>
            <a:xfrm>
              <a:off x="10613439" y="5271279"/>
              <a:ext cx="624222" cy="516033"/>
            </a:xfrm>
            <a:prstGeom prst="rect">
              <a:avLst/>
            </a:prstGeom>
            <a:noFill/>
            <a:ln w="12700">
              <a:solidFill>
                <a:srgbClr val="40404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F89CB347-FDEC-C742-C98C-6A276E65AED8}"/>
                </a:ext>
              </a:extLst>
            </p:cNvPr>
            <p:cNvGrpSpPr/>
            <p:nvPr/>
          </p:nvGrpSpPr>
          <p:grpSpPr>
            <a:xfrm>
              <a:off x="8624581" y="4924894"/>
              <a:ext cx="830011" cy="919647"/>
              <a:chOff x="4921931" y="1234806"/>
              <a:chExt cx="2146807" cy="2327011"/>
            </a:xfrm>
          </p:grpSpPr>
          <p:grpSp>
            <p:nvGrpSpPr>
              <p:cNvPr id="1309" name="组合 1308">
                <a:extLst>
                  <a:ext uri="{FF2B5EF4-FFF2-40B4-BE49-F238E27FC236}">
                    <a16:creationId xmlns:a16="http://schemas.microsoft.com/office/drawing/2014/main" id="{26F6F3AE-137D-382B-A59C-7AFBF3D52F58}"/>
                  </a:ext>
                </a:extLst>
              </p:cNvPr>
              <p:cNvGrpSpPr/>
              <p:nvPr/>
            </p:nvGrpSpPr>
            <p:grpSpPr>
              <a:xfrm>
                <a:off x="4921931" y="3132853"/>
                <a:ext cx="2146807" cy="428964"/>
                <a:chOff x="4389235" y="5094329"/>
                <a:chExt cx="2716057" cy="615793"/>
              </a:xfrm>
            </p:grpSpPr>
            <p:grpSp>
              <p:nvGrpSpPr>
                <p:cNvPr id="1334" name="组合 1333">
                  <a:extLst>
                    <a:ext uri="{FF2B5EF4-FFF2-40B4-BE49-F238E27FC236}">
                      <a16:creationId xmlns:a16="http://schemas.microsoft.com/office/drawing/2014/main" id="{2B9CA8FC-8E61-0F10-9951-20A0A2CC4EFC}"/>
                    </a:ext>
                  </a:extLst>
                </p:cNvPr>
                <p:cNvGrpSpPr/>
                <p:nvPr/>
              </p:nvGrpSpPr>
              <p:grpSpPr>
                <a:xfrm>
                  <a:off x="4389235" y="5094329"/>
                  <a:ext cx="2716057" cy="615793"/>
                  <a:chOff x="4451507" y="4199800"/>
                  <a:chExt cx="2716057" cy="615793"/>
                </a:xfrm>
              </p:grpSpPr>
              <p:sp>
                <p:nvSpPr>
                  <p:cNvPr id="1336" name="矩形: 剪去左右顶角 169">
                    <a:extLst>
                      <a:ext uri="{FF2B5EF4-FFF2-40B4-BE49-F238E27FC236}">
                        <a16:creationId xmlns:a16="http://schemas.microsoft.com/office/drawing/2014/main" id="{CF8F7D5B-A1EB-48D8-599F-C49C40CA1180}"/>
                      </a:ext>
                    </a:extLst>
                  </p:cNvPr>
                  <p:cNvSpPr/>
                  <p:nvPr/>
                </p:nvSpPr>
                <p:spPr>
                  <a:xfrm>
                    <a:off x="4451507" y="4199800"/>
                    <a:ext cx="2716057" cy="615793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16057" h="615793">
                        <a:moveTo>
                          <a:pt x="379658" y="2380"/>
                        </a:moveTo>
                        <a:lnTo>
                          <a:pt x="2341161" y="0"/>
                        </a:lnTo>
                        <a:lnTo>
                          <a:pt x="2711294" y="463001"/>
                        </a:lnTo>
                        <a:lnTo>
                          <a:pt x="2716057" y="615793"/>
                        </a:lnTo>
                        <a:lnTo>
                          <a:pt x="0" y="613414"/>
                        </a:lnTo>
                        <a:cubicBezTo>
                          <a:pt x="794" y="564070"/>
                          <a:pt x="1587" y="512345"/>
                          <a:pt x="2381" y="463001"/>
                        </a:cubicBezTo>
                        <a:lnTo>
                          <a:pt x="379658" y="2380"/>
                        </a:lnTo>
                        <a:close/>
                      </a:path>
                    </a:pathLst>
                  </a:custGeom>
                  <a:solidFill>
                    <a:srgbClr val="A5A5A5"/>
                  </a:solidFill>
                  <a:ln w="9525">
                    <a:solidFill>
                      <a:srgbClr val="A5A5A5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337" name="矩形: 剪去左右顶角 169">
                    <a:extLst>
                      <a:ext uri="{FF2B5EF4-FFF2-40B4-BE49-F238E27FC236}">
                        <a16:creationId xmlns:a16="http://schemas.microsoft.com/office/drawing/2014/main" id="{E474713D-5FBC-F348-4057-E1D173285EBF}"/>
                      </a:ext>
                    </a:extLst>
                  </p:cNvPr>
                  <p:cNvSpPr/>
                  <p:nvPr/>
                </p:nvSpPr>
                <p:spPr>
                  <a:xfrm>
                    <a:off x="4590889" y="4279369"/>
                    <a:ext cx="2431417" cy="330802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7277 w 2713676"/>
                      <a:gd name="connsiteY0" fmla="*/ 2380 h 615793"/>
                      <a:gd name="connsiteX1" fmla="*/ 2338780 w 2713676"/>
                      <a:gd name="connsiteY1" fmla="*/ 0 h 615793"/>
                      <a:gd name="connsiteX2" fmla="*/ 2708913 w 2713676"/>
                      <a:gd name="connsiteY2" fmla="*/ 463001 h 615793"/>
                      <a:gd name="connsiteX3" fmla="*/ 2713676 w 2713676"/>
                      <a:gd name="connsiteY3" fmla="*/ 615793 h 615793"/>
                      <a:gd name="connsiteX4" fmla="*/ 0 w 2713676"/>
                      <a:gd name="connsiteY4" fmla="*/ 463001 h 615793"/>
                      <a:gd name="connsiteX5" fmla="*/ 377277 w 2713676"/>
                      <a:gd name="connsiteY5" fmla="*/ 2380 h 615793"/>
                      <a:gd name="connsiteX0" fmla="*/ 377277 w 2708913"/>
                      <a:gd name="connsiteY0" fmla="*/ 2380 h 463001"/>
                      <a:gd name="connsiteX1" fmla="*/ 2338780 w 2708913"/>
                      <a:gd name="connsiteY1" fmla="*/ 0 h 463001"/>
                      <a:gd name="connsiteX2" fmla="*/ 2708913 w 2708913"/>
                      <a:gd name="connsiteY2" fmla="*/ 463001 h 463001"/>
                      <a:gd name="connsiteX3" fmla="*/ 0 w 2708913"/>
                      <a:gd name="connsiteY3" fmla="*/ 463001 h 463001"/>
                      <a:gd name="connsiteX4" fmla="*/ 377277 w 2708913"/>
                      <a:gd name="connsiteY4" fmla="*/ 2380 h 463001"/>
                      <a:gd name="connsiteX0" fmla="*/ 377277 w 3546583"/>
                      <a:gd name="connsiteY0" fmla="*/ 2380 h 463001"/>
                      <a:gd name="connsiteX1" fmla="*/ 3546583 w 3546583"/>
                      <a:gd name="connsiteY1" fmla="*/ 0 h 463001"/>
                      <a:gd name="connsiteX2" fmla="*/ 2708913 w 3546583"/>
                      <a:gd name="connsiteY2" fmla="*/ 463001 h 463001"/>
                      <a:gd name="connsiteX3" fmla="*/ 0 w 3546583"/>
                      <a:gd name="connsiteY3" fmla="*/ 463001 h 463001"/>
                      <a:gd name="connsiteX4" fmla="*/ 377277 w 3546583"/>
                      <a:gd name="connsiteY4" fmla="*/ 2380 h 463001"/>
                      <a:gd name="connsiteX0" fmla="*/ 377277 w 3972155"/>
                      <a:gd name="connsiteY0" fmla="*/ 2380 h 550122"/>
                      <a:gd name="connsiteX1" fmla="*/ 3546583 w 3972155"/>
                      <a:gd name="connsiteY1" fmla="*/ 0 h 550122"/>
                      <a:gd name="connsiteX2" fmla="*/ 3972155 w 3972155"/>
                      <a:gd name="connsiteY2" fmla="*/ 550122 h 550122"/>
                      <a:gd name="connsiteX3" fmla="*/ 0 w 3972155"/>
                      <a:gd name="connsiteY3" fmla="*/ 463001 h 550122"/>
                      <a:gd name="connsiteX4" fmla="*/ 377277 w 3972155"/>
                      <a:gd name="connsiteY4" fmla="*/ 2380 h 550122"/>
                      <a:gd name="connsiteX0" fmla="*/ 460438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8 w 4055316"/>
                      <a:gd name="connsiteY4" fmla="*/ 2380 h 550122"/>
                      <a:gd name="connsiteX0" fmla="*/ 460439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9 w 4055316"/>
                      <a:gd name="connsiteY4" fmla="*/ 2380 h 550122"/>
                      <a:gd name="connsiteX0" fmla="*/ 448560 w 4043437"/>
                      <a:gd name="connsiteY0" fmla="*/ 2380 h 550122"/>
                      <a:gd name="connsiteX1" fmla="*/ 3617865 w 4043437"/>
                      <a:gd name="connsiteY1" fmla="*/ 0 h 550122"/>
                      <a:gd name="connsiteX2" fmla="*/ 4043437 w 4043437"/>
                      <a:gd name="connsiteY2" fmla="*/ 550122 h 550122"/>
                      <a:gd name="connsiteX3" fmla="*/ 0 w 4043437"/>
                      <a:gd name="connsiteY3" fmla="*/ 546161 h 550122"/>
                      <a:gd name="connsiteX4" fmla="*/ 448560 w 4043437"/>
                      <a:gd name="connsiteY4" fmla="*/ 2380 h 550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3437" h="550122">
                        <a:moveTo>
                          <a:pt x="448560" y="2380"/>
                        </a:moveTo>
                        <a:lnTo>
                          <a:pt x="3617865" y="0"/>
                        </a:lnTo>
                        <a:lnTo>
                          <a:pt x="4043437" y="550122"/>
                        </a:lnTo>
                        <a:lnTo>
                          <a:pt x="0" y="546161"/>
                        </a:lnTo>
                        <a:lnTo>
                          <a:pt x="448560" y="2380"/>
                        </a:lnTo>
                        <a:close/>
                      </a:path>
                    </a:pathLst>
                  </a:custGeom>
                  <a:solidFill>
                    <a:srgbClr val="404040"/>
                  </a:solidFill>
                  <a:ln w="9525">
                    <a:solidFill>
                      <a:srgbClr val="404040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>
                      <a:solidFill>
                        <a:srgbClr val="42526F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cxnSp>
              <p:nvCxnSpPr>
                <p:cNvPr id="1335" name="直接连接符 1334">
                  <a:extLst>
                    <a:ext uri="{FF2B5EF4-FFF2-40B4-BE49-F238E27FC236}">
                      <a16:creationId xmlns:a16="http://schemas.microsoft.com/office/drawing/2014/main" id="{CC1B9705-6124-D619-09F6-CCEA6A66B98D}"/>
                    </a:ext>
                  </a:extLst>
                </p:cNvPr>
                <p:cNvCxnSpPr/>
                <p:nvPr/>
              </p:nvCxnSpPr>
              <p:spPr>
                <a:xfrm>
                  <a:off x="4661435" y="5310740"/>
                  <a:ext cx="2184659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0" name="组合 1309">
                <a:extLst>
                  <a:ext uri="{FF2B5EF4-FFF2-40B4-BE49-F238E27FC236}">
                    <a16:creationId xmlns:a16="http://schemas.microsoft.com/office/drawing/2014/main" id="{067B2807-65C4-6F6D-F039-2EF6809D8290}"/>
                  </a:ext>
                </a:extLst>
              </p:cNvPr>
              <p:cNvGrpSpPr/>
              <p:nvPr/>
            </p:nvGrpSpPr>
            <p:grpSpPr>
              <a:xfrm>
                <a:off x="5367761" y="1234806"/>
                <a:ext cx="1312097" cy="2088607"/>
                <a:chOff x="470873" y="2973002"/>
                <a:chExt cx="1775393" cy="3140416"/>
              </a:xfrm>
              <a:solidFill>
                <a:srgbClr val="E0E0E0"/>
              </a:solidFill>
            </p:grpSpPr>
            <p:grpSp>
              <p:nvGrpSpPr>
                <p:cNvPr id="1325" name="组合 1324">
                  <a:extLst>
                    <a:ext uri="{FF2B5EF4-FFF2-40B4-BE49-F238E27FC236}">
                      <a16:creationId xmlns:a16="http://schemas.microsoft.com/office/drawing/2014/main" id="{17E298ED-025F-8035-2B0F-66E43388E258}"/>
                    </a:ext>
                  </a:extLst>
                </p:cNvPr>
                <p:cNvGrpSpPr/>
                <p:nvPr/>
              </p:nvGrpSpPr>
              <p:grpSpPr>
                <a:xfrm>
                  <a:off x="1381837" y="3989216"/>
                  <a:ext cx="673386" cy="2045725"/>
                  <a:chOff x="2404466" y="3740154"/>
                  <a:chExt cx="673386" cy="2045725"/>
                </a:xfrm>
                <a:grpFill/>
              </p:grpSpPr>
              <p:grpSp>
                <p:nvGrpSpPr>
                  <p:cNvPr id="1330" name="组合 1329">
                    <a:extLst>
                      <a:ext uri="{FF2B5EF4-FFF2-40B4-BE49-F238E27FC236}">
                        <a16:creationId xmlns:a16="http://schemas.microsoft.com/office/drawing/2014/main" id="{B089CFDC-03FE-948A-702D-3D62347519D3}"/>
                      </a:ext>
                    </a:extLst>
                  </p:cNvPr>
                  <p:cNvGrpSpPr/>
                  <p:nvPr/>
                </p:nvGrpSpPr>
                <p:grpSpPr>
                  <a:xfrm>
                    <a:off x="2849080" y="5561145"/>
                    <a:ext cx="228772" cy="224734"/>
                    <a:chOff x="3404010" y="8801965"/>
                    <a:chExt cx="132494" cy="130155"/>
                  </a:xfrm>
                  <a:grpFill/>
                </p:grpSpPr>
                <p:sp>
                  <p:nvSpPr>
                    <p:cNvPr id="1332" name="流程图: 接点 1331">
                      <a:extLst>
                        <a:ext uri="{FF2B5EF4-FFF2-40B4-BE49-F238E27FC236}">
                          <a16:creationId xmlns:a16="http://schemas.microsoft.com/office/drawing/2014/main" id="{CBC5ACA6-5774-BBD4-A47C-64A3E4D50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95" y="8831117"/>
                      <a:ext cx="116309" cy="101003"/>
                    </a:xfrm>
                    <a:prstGeom prst="flowChartConnector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333" name="矩形: 圆角 1332">
                      <a:extLst>
                        <a:ext uri="{FF2B5EF4-FFF2-40B4-BE49-F238E27FC236}">
                          <a16:creationId xmlns:a16="http://schemas.microsoft.com/office/drawing/2014/main" id="{88CDCBB3-72CE-0DDA-3656-5F6C55425D47}"/>
                        </a:ext>
                      </a:extLst>
                    </p:cNvPr>
                    <p:cNvSpPr/>
                    <p:nvPr/>
                  </p:nvSpPr>
                  <p:spPr>
                    <a:xfrm rot="18675530">
                      <a:off x="3428163" y="8777812"/>
                      <a:ext cx="33230" cy="81536"/>
                    </a:xfrm>
                    <a:prstGeom prst="roundRect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</p:grpSp>
              <p:sp>
                <p:nvSpPr>
                  <p:cNvPr id="1331" name="任意多边形: 形状 1330">
                    <a:extLst>
                      <a:ext uri="{FF2B5EF4-FFF2-40B4-BE49-F238E27FC236}">
                        <a16:creationId xmlns:a16="http://schemas.microsoft.com/office/drawing/2014/main" id="{37101D73-3656-2C6A-74AF-7B748403F3F9}"/>
                      </a:ext>
                    </a:extLst>
                  </p:cNvPr>
                  <p:cNvSpPr/>
                  <p:nvPr/>
                </p:nvSpPr>
                <p:spPr>
                  <a:xfrm rot="20796923">
                    <a:off x="2404466" y="3740154"/>
                    <a:ext cx="317646" cy="489038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  <a:gd name="connsiteX0" fmla="*/ 50266 w 292832"/>
                      <a:gd name="connsiteY0" fmla="*/ 0 h 987837"/>
                      <a:gd name="connsiteX1" fmla="*/ 97 w 292832"/>
                      <a:gd name="connsiteY1" fmla="*/ 265387 h 987837"/>
                      <a:gd name="connsiteX2" fmla="*/ 54704 w 292832"/>
                      <a:gd name="connsiteY2" fmla="*/ 643732 h 987837"/>
                      <a:gd name="connsiteX3" fmla="*/ 141296 w 292832"/>
                      <a:gd name="connsiteY3" fmla="*/ 798405 h 987837"/>
                      <a:gd name="connsiteX4" fmla="*/ 180242 w 292832"/>
                      <a:gd name="connsiteY4" fmla="*/ 928207 h 987837"/>
                      <a:gd name="connsiteX5" fmla="*/ 246092 w 292832"/>
                      <a:gd name="connsiteY5" fmla="*/ 987806 h 987837"/>
                      <a:gd name="connsiteX6" fmla="*/ 292832 w 292832"/>
                      <a:gd name="connsiteY6" fmla="*/ 921523 h 987837"/>
                      <a:gd name="connsiteX7" fmla="*/ 246306 w 292832"/>
                      <a:gd name="connsiteY7" fmla="*/ 805785 h 987837"/>
                      <a:gd name="connsiteX8" fmla="*/ 170025 w 292832"/>
                      <a:gd name="connsiteY8" fmla="*/ 644795 h 987837"/>
                      <a:gd name="connsiteX9" fmla="*/ 101949 w 292832"/>
                      <a:gd name="connsiteY9" fmla="*/ 451204 h 987837"/>
                      <a:gd name="connsiteX10" fmla="*/ 187448 w 292832"/>
                      <a:gd name="connsiteY10" fmla="*/ 103378 h 987837"/>
                      <a:gd name="connsiteX0" fmla="*/ 3413 w 245979"/>
                      <a:gd name="connsiteY0" fmla="*/ 0 h 987837"/>
                      <a:gd name="connsiteX1" fmla="*/ 7851 w 245979"/>
                      <a:gd name="connsiteY1" fmla="*/ 643732 h 987837"/>
                      <a:gd name="connsiteX2" fmla="*/ 94443 w 245979"/>
                      <a:gd name="connsiteY2" fmla="*/ 798405 h 987837"/>
                      <a:gd name="connsiteX3" fmla="*/ 133389 w 245979"/>
                      <a:gd name="connsiteY3" fmla="*/ 928207 h 987837"/>
                      <a:gd name="connsiteX4" fmla="*/ 199239 w 245979"/>
                      <a:gd name="connsiteY4" fmla="*/ 987806 h 987837"/>
                      <a:gd name="connsiteX5" fmla="*/ 245979 w 245979"/>
                      <a:gd name="connsiteY5" fmla="*/ 921523 h 987837"/>
                      <a:gd name="connsiteX6" fmla="*/ 199453 w 245979"/>
                      <a:gd name="connsiteY6" fmla="*/ 805785 h 987837"/>
                      <a:gd name="connsiteX7" fmla="*/ 123172 w 245979"/>
                      <a:gd name="connsiteY7" fmla="*/ 644795 h 987837"/>
                      <a:gd name="connsiteX8" fmla="*/ 55096 w 245979"/>
                      <a:gd name="connsiteY8" fmla="*/ 451204 h 987837"/>
                      <a:gd name="connsiteX9" fmla="*/ 140595 w 245979"/>
                      <a:gd name="connsiteY9" fmla="*/ 103378 h 987837"/>
                      <a:gd name="connsiteX0" fmla="*/ 0 w 238128"/>
                      <a:gd name="connsiteY0" fmla="*/ 540354 h 884459"/>
                      <a:gd name="connsiteX1" fmla="*/ 86592 w 238128"/>
                      <a:gd name="connsiteY1" fmla="*/ 695027 h 884459"/>
                      <a:gd name="connsiteX2" fmla="*/ 125538 w 238128"/>
                      <a:gd name="connsiteY2" fmla="*/ 824829 h 884459"/>
                      <a:gd name="connsiteX3" fmla="*/ 191388 w 238128"/>
                      <a:gd name="connsiteY3" fmla="*/ 884428 h 884459"/>
                      <a:gd name="connsiteX4" fmla="*/ 238128 w 238128"/>
                      <a:gd name="connsiteY4" fmla="*/ 818145 h 884459"/>
                      <a:gd name="connsiteX5" fmla="*/ 191602 w 238128"/>
                      <a:gd name="connsiteY5" fmla="*/ 702407 h 884459"/>
                      <a:gd name="connsiteX6" fmla="*/ 115321 w 238128"/>
                      <a:gd name="connsiteY6" fmla="*/ 541417 h 884459"/>
                      <a:gd name="connsiteX7" fmla="*/ 47245 w 238128"/>
                      <a:gd name="connsiteY7" fmla="*/ 347826 h 884459"/>
                      <a:gd name="connsiteX8" fmla="*/ 132744 w 238128"/>
                      <a:gd name="connsiteY8" fmla="*/ 0 h 884459"/>
                      <a:gd name="connsiteX0" fmla="*/ 0 w 238128"/>
                      <a:gd name="connsiteY0" fmla="*/ 192528 h 536633"/>
                      <a:gd name="connsiteX1" fmla="*/ 86592 w 238128"/>
                      <a:gd name="connsiteY1" fmla="*/ 347201 h 536633"/>
                      <a:gd name="connsiteX2" fmla="*/ 125538 w 238128"/>
                      <a:gd name="connsiteY2" fmla="*/ 477003 h 536633"/>
                      <a:gd name="connsiteX3" fmla="*/ 191388 w 238128"/>
                      <a:gd name="connsiteY3" fmla="*/ 536602 h 536633"/>
                      <a:gd name="connsiteX4" fmla="*/ 238128 w 238128"/>
                      <a:gd name="connsiteY4" fmla="*/ 470319 h 536633"/>
                      <a:gd name="connsiteX5" fmla="*/ 191602 w 238128"/>
                      <a:gd name="connsiteY5" fmla="*/ 354581 h 536633"/>
                      <a:gd name="connsiteX6" fmla="*/ 115321 w 238128"/>
                      <a:gd name="connsiteY6" fmla="*/ 193591 h 536633"/>
                      <a:gd name="connsiteX7" fmla="*/ 47245 w 238128"/>
                      <a:gd name="connsiteY7" fmla="*/ 0 h 536633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15321 w 238128"/>
                      <a:gd name="connsiteY6" fmla="*/ 77084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74529 w 238128"/>
                      <a:gd name="connsiteY1" fmla="*/ 247502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51046"/>
                      <a:gd name="connsiteY0" fmla="*/ 132173 h 420126"/>
                      <a:gd name="connsiteX1" fmla="*/ 87447 w 251046"/>
                      <a:gd name="connsiteY1" fmla="*/ 247502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1046" h="420126">
                        <a:moveTo>
                          <a:pt x="0" y="132173"/>
                        </a:moveTo>
                        <a:cubicBezTo>
                          <a:pt x="25997" y="194447"/>
                          <a:pt x="75453" y="220651"/>
                          <a:pt x="98529" y="258705"/>
                        </a:cubicBezTo>
                        <a:cubicBezTo>
                          <a:pt x="121605" y="296759"/>
                          <a:pt x="120676" y="308941"/>
                          <a:pt x="138456" y="360496"/>
                        </a:cubicBezTo>
                        <a:cubicBezTo>
                          <a:pt x="155218" y="392261"/>
                          <a:pt x="185541" y="421209"/>
                          <a:pt x="204306" y="420095"/>
                        </a:cubicBezTo>
                        <a:cubicBezTo>
                          <a:pt x="223071" y="418981"/>
                          <a:pt x="251010" y="384149"/>
                          <a:pt x="251046" y="353812"/>
                        </a:cubicBezTo>
                        <a:cubicBezTo>
                          <a:pt x="251082" y="323475"/>
                          <a:pt x="227162" y="276726"/>
                          <a:pt x="204520" y="238074"/>
                        </a:cubicBezTo>
                        <a:cubicBezTo>
                          <a:pt x="181878" y="199422"/>
                          <a:pt x="143968" y="186044"/>
                          <a:pt x="115196" y="121903"/>
                        </a:cubicBezTo>
                        <a:cubicBezTo>
                          <a:pt x="71474" y="59634"/>
                          <a:pt x="36459" y="43548"/>
                          <a:pt x="1696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26" name="组合 1325">
                  <a:extLst>
                    <a:ext uri="{FF2B5EF4-FFF2-40B4-BE49-F238E27FC236}">
                      <a16:creationId xmlns:a16="http://schemas.microsoft.com/office/drawing/2014/main" id="{1032C1A3-2379-41B9-20E6-522F14B7F870}"/>
                    </a:ext>
                  </a:extLst>
                </p:cNvPr>
                <p:cNvGrpSpPr/>
                <p:nvPr/>
              </p:nvGrpSpPr>
              <p:grpSpPr>
                <a:xfrm>
                  <a:off x="470873" y="2973002"/>
                  <a:ext cx="1775393" cy="3140416"/>
                  <a:chOff x="547538" y="7119093"/>
                  <a:chExt cx="1775393" cy="3140416"/>
                </a:xfrm>
                <a:grpFill/>
              </p:grpSpPr>
              <p:sp>
                <p:nvSpPr>
                  <p:cNvPr id="1327" name="任意多边形: 形状 1326">
                    <a:extLst>
                      <a:ext uri="{FF2B5EF4-FFF2-40B4-BE49-F238E27FC236}">
                        <a16:creationId xmlns:a16="http://schemas.microsoft.com/office/drawing/2014/main" id="{5DF14C6C-1CE8-936C-B2D6-32ACBBF21521}"/>
                      </a:ext>
                    </a:extLst>
                  </p:cNvPr>
                  <p:cNvSpPr/>
                  <p:nvPr/>
                </p:nvSpPr>
                <p:spPr>
                  <a:xfrm>
                    <a:off x="547538" y="8838242"/>
                    <a:ext cx="789084" cy="142126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25826 w 898853"/>
                      <a:gd name="connsiteY13" fmla="*/ 1069554 h 2752057"/>
                      <a:gd name="connsiteX14" fmla="*/ 898853 w 898853"/>
                      <a:gd name="connsiteY14" fmla="*/ 799682 h 2752057"/>
                      <a:gd name="connsiteX15" fmla="*/ 759154 w 898853"/>
                      <a:gd name="connsiteY15" fmla="*/ 440907 h 2752057"/>
                      <a:gd name="connsiteX16" fmla="*/ 848054 w 898853"/>
                      <a:gd name="connsiteY16" fmla="*/ 374232 h 2752057"/>
                      <a:gd name="connsiteX17" fmla="*/ 882978 w 898853"/>
                      <a:gd name="connsiteY17" fmla="*/ 256757 h 2752057"/>
                      <a:gd name="connsiteX18" fmla="*/ 838529 w 898853"/>
                      <a:gd name="connsiteY18" fmla="*/ 82132 h 2752057"/>
                      <a:gd name="connsiteX19" fmla="*/ 662313 w 898853"/>
                      <a:gd name="connsiteY19" fmla="*/ 1166 h 2752057"/>
                      <a:gd name="connsiteX20" fmla="*/ 517853 w 898853"/>
                      <a:gd name="connsiteY20" fmla="*/ 167857 h 2752057"/>
                      <a:gd name="connsiteX21" fmla="*/ 613103 w 898853"/>
                      <a:gd name="connsiteY21" fmla="*/ 399631 h 2752057"/>
                      <a:gd name="connsiteX22" fmla="*/ 530551 w 898853"/>
                      <a:gd name="connsiteY22" fmla="*/ 558379 h 2752057"/>
                      <a:gd name="connsiteX23" fmla="*/ 486101 w 898853"/>
                      <a:gd name="connsiteY23" fmla="*/ 672678 h 2752057"/>
                      <a:gd name="connsiteX0" fmla="*/ 486101 w 882978"/>
                      <a:gd name="connsiteY0" fmla="*/ 672678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25826 w 882978"/>
                      <a:gd name="connsiteY13" fmla="*/ 1069554 h 2752057"/>
                      <a:gd name="connsiteX14" fmla="*/ 759154 w 882978"/>
                      <a:gd name="connsiteY14" fmla="*/ 440907 h 2752057"/>
                      <a:gd name="connsiteX15" fmla="*/ 848054 w 882978"/>
                      <a:gd name="connsiteY15" fmla="*/ 374232 h 2752057"/>
                      <a:gd name="connsiteX16" fmla="*/ 882978 w 882978"/>
                      <a:gd name="connsiteY16" fmla="*/ 256757 h 2752057"/>
                      <a:gd name="connsiteX17" fmla="*/ 838529 w 882978"/>
                      <a:gd name="connsiteY17" fmla="*/ 82132 h 2752057"/>
                      <a:gd name="connsiteX18" fmla="*/ 662313 w 882978"/>
                      <a:gd name="connsiteY18" fmla="*/ 1166 h 2752057"/>
                      <a:gd name="connsiteX19" fmla="*/ 517853 w 882978"/>
                      <a:gd name="connsiteY19" fmla="*/ 167857 h 2752057"/>
                      <a:gd name="connsiteX20" fmla="*/ 613103 w 882978"/>
                      <a:gd name="connsiteY20" fmla="*/ 399631 h 2752057"/>
                      <a:gd name="connsiteX21" fmla="*/ 530551 w 882978"/>
                      <a:gd name="connsiteY21" fmla="*/ 558379 h 2752057"/>
                      <a:gd name="connsiteX22" fmla="*/ 486101 w 882978"/>
                      <a:gd name="connsiteY22" fmla="*/ 672678 h 2752057"/>
                      <a:gd name="connsiteX0" fmla="*/ 486101 w 885823"/>
                      <a:gd name="connsiteY0" fmla="*/ 672678 h 2752057"/>
                      <a:gd name="connsiteX1" fmla="*/ 443239 w 885823"/>
                      <a:gd name="connsiteY1" fmla="*/ 1310854 h 2752057"/>
                      <a:gd name="connsiteX2" fmla="*/ 440063 w 885823"/>
                      <a:gd name="connsiteY2" fmla="*/ 1609304 h 2752057"/>
                      <a:gd name="connsiteX3" fmla="*/ 390851 w 885823"/>
                      <a:gd name="connsiteY3" fmla="*/ 1968079 h 2752057"/>
                      <a:gd name="connsiteX4" fmla="*/ 162250 w 885823"/>
                      <a:gd name="connsiteY4" fmla="*/ 2223666 h 2752057"/>
                      <a:gd name="connsiteX5" fmla="*/ 86054 w 885823"/>
                      <a:gd name="connsiteY5" fmla="*/ 2466557 h 2752057"/>
                      <a:gd name="connsiteX6" fmla="*/ 326 w 885823"/>
                      <a:gd name="connsiteY6" fmla="*/ 2587204 h 2752057"/>
                      <a:gd name="connsiteX7" fmla="*/ 119388 w 885823"/>
                      <a:gd name="connsiteY7" fmla="*/ 2685629 h 2752057"/>
                      <a:gd name="connsiteX8" fmla="*/ 365451 w 885823"/>
                      <a:gd name="connsiteY8" fmla="*/ 2730078 h 2752057"/>
                      <a:gd name="connsiteX9" fmla="*/ 187651 w 885823"/>
                      <a:gd name="connsiteY9" fmla="*/ 2542754 h 2752057"/>
                      <a:gd name="connsiteX10" fmla="*/ 346404 w 885823"/>
                      <a:gd name="connsiteY10" fmla="*/ 2320508 h 2752057"/>
                      <a:gd name="connsiteX11" fmla="*/ 587701 w 885823"/>
                      <a:gd name="connsiteY11" fmla="*/ 2079204 h 2752057"/>
                      <a:gd name="connsiteX12" fmla="*/ 794076 w 885823"/>
                      <a:gd name="connsiteY12" fmla="*/ 1568029 h 2752057"/>
                      <a:gd name="connsiteX13" fmla="*/ 825826 w 885823"/>
                      <a:gd name="connsiteY13" fmla="*/ 1069554 h 2752057"/>
                      <a:gd name="connsiteX14" fmla="*/ 759154 w 885823"/>
                      <a:gd name="connsiteY14" fmla="*/ 440907 h 2752057"/>
                      <a:gd name="connsiteX15" fmla="*/ 882978 w 885823"/>
                      <a:gd name="connsiteY15" fmla="*/ 256757 h 2752057"/>
                      <a:gd name="connsiteX16" fmla="*/ 838529 w 885823"/>
                      <a:gd name="connsiteY16" fmla="*/ 82132 h 2752057"/>
                      <a:gd name="connsiteX17" fmla="*/ 662313 w 885823"/>
                      <a:gd name="connsiteY17" fmla="*/ 1166 h 2752057"/>
                      <a:gd name="connsiteX18" fmla="*/ 517853 w 885823"/>
                      <a:gd name="connsiteY18" fmla="*/ 167857 h 2752057"/>
                      <a:gd name="connsiteX19" fmla="*/ 613103 w 885823"/>
                      <a:gd name="connsiteY19" fmla="*/ 399631 h 2752057"/>
                      <a:gd name="connsiteX20" fmla="*/ 530551 w 885823"/>
                      <a:gd name="connsiteY20" fmla="*/ 558379 h 2752057"/>
                      <a:gd name="connsiteX21" fmla="*/ 486101 w 885823"/>
                      <a:gd name="connsiteY21" fmla="*/ 672678 h 2752057"/>
                      <a:gd name="connsiteX0" fmla="*/ 486101 w 840402"/>
                      <a:gd name="connsiteY0" fmla="*/ 673911 h 2753290"/>
                      <a:gd name="connsiteX1" fmla="*/ 443239 w 840402"/>
                      <a:gd name="connsiteY1" fmla="*/ 1312087 h 2753290"/>
                      <a:gd name="connsiteX2" fmla="*/ 440063 w 840402"/>
                      <a:gd name="connsiteY2" fmla="*/ 1610537 h 2753290"/>
                      <a:gd name="connsiteX3" fmla="*/ 390851 w 840402"/>
                      <a:gd name="connsiteY3" fmla="*/ 1969312 h 2753290"/>
                      <a:gd name="connsiteX4" fmla="*/ 162250 w 840402"/>
                      <a:gd name="connsiteY4" fmla="*/ 2224899 h 2753290"/>
                      <a:gd name="connsiteX5" fmla="*/ 86054 w 840402"/>
                      <a:gd name="connsiteY5" fmla="*/ 2467790 h 2753290"/>
                      <a:gd name="connsiteX6" fmla="*/ 326 w 840402"/>
                      <a:gd name="connsiteY6" fmla="*/ 2588437 h 2753290"/>
                      <a:gd name="connsiteX7" fmla="*/ 119388 w 840402"/>
                      <a:gd name="connsiteY7" fmla="*/ 2686862 h 2753290"/>
                      <a:gd name="connsiteX8" fmla="*/ 365451 w 840402"/>
                      <a:gd name="connsiteY8" fmla="*/ 2731311 h 2753290"/>
                      <a:gd name="connsiteX9" fmla="*/ 187651 w 840402"/>
                      <a:gd name="connsiteY9" fmla="*/ 2543987 h 2753290"/>
                      <a:gd name="connsiteX10" fmla="*/ 346404 w 840402"/>
                      <a:gd name="connsiteY10" fmla="*/ 2321741 h 2753290"/>
                      <a:gd name="connsiteX11" fmla="*/ 587701 w 840402"/>
                      <a:gd name="connsiteY11" fmla="*/ 2080437 h 2753290"/>
                      <a:gd name="connsiteX12" fmla="*/ 794076 w 840402"/>
                      <a:gd name="connsiteY12" fmla="*/ 1569262 h 2753290"/>
                      <a:gd name="connsiteX13" fmla="*/ 825826 w 840402"/>
                      <a:gd name="connsiteY13" fmla="*/ 1070787 h 2753290"/>
                      <a:gd name="connsiteX14" fmla="*/ 759154 w 840402"/>
                      <a:gd name="connsiteY14" fmla="*/ 442140 h 2753290"/>
                      <a:gd name="connsiteX15" fmla="*/ 838529 w 840402"/>
                      <a:gd name="connsiteY15" fmla="*/ 83365 h 2753290"/>
                      <a:gd name="connsiteX16" fmla="*/ 662313 w 840402"/>
                      <a:gd name="connsiteY16" fmla="*/ 2399 h 2753290"/>
                      <a:gd name="connsiteX17" fmla="*/ 517853 w 840402"/>
                      <a:gd name="connsiteY17" fmla="*/ 169090 h 2753290"/>
                      <a:gd name="connsiteX18" fmla="*/ 613103 w 840402"/>
                      <a:gd name="connsiteY18" fmla="*/ 400864 h 2753290"/>
                      <a:gd name="connsiteX19" fmla="*/ 530551 w 840402"/>
                      <a:gd name="connsiteY19" fmla="*/ 559612 h 2753290"/>
                      <a:gd name="connsiteX20" fmla="*/ 486101 w 840402"/>
                      <a:gd name="connsiteY20" fmla="*/ 673911 h 2753290"/>
                      <a:gd name="connsiteX0" fmla="*/ 486101 w 825826"/>
                      <a:gd name="connsiteY0" fmla="*/ 681094 h 2760473"/>
                      <a:gd name="connsiteX1" fmla="*/ 443239 w 825826"/>
                      <a:gd name="connsiteY1" fmla="*/ 1319270 h 2760473"/>
                      <a:gd name="connsiteX2" fmla="*/ 440063 w 825826"/>
                      <a:gd name="connsiteY2" fmla="*/ 1617720 h 2760473"/>
                      <a:gd name="connsiteX3" fmla="*/ 390851 w 825826"/>
                      <a:gd name="connsiteY3" fmla="*/ 1976495 h 2760473"/>
                      <a:gd name="connsiteX4" fmla="*/ 162250 w 825826"/>
                      <a:gd name="connsiteY4" fmla="*/ 2232082 h 2760473"/>
                      <a:gd name="connsiteX5" fmla="*/ 86054 w 825826"/>
                      <a:gd name="connsiteY5" fmla="*/ 2474973 h 2760473"/>
                      <a:gd name="connsiteX6" fmla="*/ 326 w 825826"/>
                      <a:gd name="connsiteY6" fmla="*/ 2595620 h 2760473"/>
                      <a:gd name="connsiteX7" fmla="*/ 119388 w 825826"/>
                      <a:gd name="connsiteY7" fmla="*/ 2694045 h 2760473"/>
                      <a:gd name="connsiteX8" fmla="*/ 365451 w 825826"/>
                      <a:gd name="connsiteY8" fmla="*/ 2738494 h 2760473"/>
                      <a:gd name="connsiteX9" fmla="*/ 187651 w 825826"/>
                      <a:gd name="connsiteY9" fmla="*/ 2551170 h 2760473"/>
                      <a:gd name="connsiteX10" fmla="*/ 346404 w 825826"/>
                      <a:gd name="connsiteY10" fmla="*/ 2328924 h 2760473"/>
                      <a:gd name="connsiteX11" fmla="*/ 587701 w 825826"/>
                      <a:gd name="connsiteY11" fmla="*/ 2087620 h 2760473"/>
                      <a:gd name="connsiteX12" fmla="*/ 794076 w 825826"/>
                      <a:gd name="connsiteY12" fmla="*/ 1576445 h 2760473"/>
                      <a:gd name="connsiteX13" fmla="*/ 825826 w 825826"/>
                      <a:gd name="connsiteY13" fmla="*/ 1077970 h 2760473"/>
                      <a:gd name="connsiteX14" fmla="*/ 759154 w 825826"/>
                      <a:gd name="connsiteY14" fmla="*/ 449323 h 2760473"/>
                      <a:gd name="connsiteX15" fmla="*/ 662313 w 825826"/>
                      <a:gd name="connsiteY15" fmla="*/ 9582 h 2760473"/>
                      <a:gd name="connsiteX16" fmla="*/ 517853 w 825826"/>
                      <a:gd name="connsiteY16" fmla="*/ 176273 h 2760473"/>
                      <a:gd name="connsiteX17" fmla="*/ 613103 w 825826"/>
                      <a:gd name="connsiteY17" fmla="*/ 408047 h 2760473"/>
                      <a:gd name="connsiteX18" fmla="*/ 530551 w 825826"/>
                      <a:gd name="connsiteY18" fmla="*/ 566795 h 2760473"/>
                      <a:gd name="connsiteX19" fmla="*/ 486101 w 825826"/>
                      <a:gd name="connsiteY19" fmla="*/ 681094 h 2760473"/>
                      <a:gd name="connsiteX0" fmla="*/ 486101 w 825826"/>
                      <a:gd name="connsiteY0" fmla="*/ 504821 h 2584200"/>
                      <a:gd name="connsiteX1" fmla="*/ 443239 w 825826"/>
                      <a:gd name="connsiteY1" fmla="*/ 1142997 h 2584200"/>
                      <a:gd name="connsiteX2" fmla="*/ 440063 w 825826"/>
                      <a:gd name="connsiteY2" fmla="*/ 1441447 h 2584200"/>
                      <a:gd name="connsiteX3" fmla="*/ 390851 w 825826"/>
                      <a:gd name="connsiteY3" fmla="*/ 1800222 h 2584200"/>
                      <a:gd name="connsiteX4" fmla="*/ 162250 w 825826"/>
                      <a:gd name="connsiteY4" fmla="*/ 2055809 h 2584200"/>
                      <a:gd name="connsiteX5" fmla="*/ 86054 w 825826"/>
                      <a:gd name="connsiteY5" fmla="*/ 2298700 h 2584200"/>
                      <a:gd name="connsiteX6" fmla="*/ 326 w 825826"/>
                      <a:gd name="connsiteY6" fmla="*/ 2419347 h 2584200"/>
                      <a:gd name="connsiteX7" fmla="*/ 119388 w 825826"/>
                      <a:gd name="connsiteY7" fmla="*/ 2517772 h 2584200"/>
                      <a:gd name="connsiteX8" fmla="*/ 365451 w 825826"/>
                      <a:gd name="connsiteY8" fmla="*/ 2562221 h 2584200"/>
                      <a:gd name="connsiteX9" fmla="*/ 187651 w 825826"/>
                      <a:gd name="connsiteY9" fmla="*/ 2374897 h 2584200"/>
                      <a:gd name="connsiteX10" fmla="*/ 346404 w 825826"/>
                      <a:gd name="connsiteY10" fmla="*/ 2152651 h 2584200"/>
                      <a:gd name="connsiteX11" fmla="*/ 587701 w 825826"/>
                      <a:gd name="connsiteY11" fmla="*/ 1911347 h 2584200"/>
                      <a:gd name="connsiteX12" fmla="*/ 794076 w 825826"/>
                      <a:gd name="connsiteY12" fmla="*/ 1400172 h 2584200"/>
                      <a:gd name="connsiteX13" fmla="*/ 825826 w 825826"/>
                      <a:gd name="connsiteY13" fmla="*/ 901697 h 2584200"/>
                      <a:gd name="connsiteX14" fmla="*/ 759154 w 825826"/>
                      <a:gd name="connsiteY14" fmla="*/ 273050 h 2584200"/>
                      <a:gd name="connsiteX15" fmla="*/ 517853 w 825826"/>
                      <a:gd name="connsiteY15" fmla="*/ 0 h 2584200"/>
                      <a:gd name="connsiteX16" fmla="*/ 613103 w 825826"/>
                      <a:gd name="connsiteY16" fmla="*/ 231774 h 2584200"/>
                      <a:gd name="connsiteX17" fmla="*/ 530551 w 825826"/>
                      <a:gd name="connsiteY17" fmla="*/ 390522 h 2584200"/>
                      <a:gd name="connsiteX18" fmla="*/ 486101 w 825826"/>
                      <a:gd name="connsiteY18" fmla="*/ 504821 h 2584200"/>
                      <a:gd name="connsiteX0" fmla="*/ 486101 w 825826"/>
                      <a:gd name="connsiteY0" fmla="*/ 301686 h 2381065"/>
                      <a:gd name="connsiteX1" fmla="*/ 443239 w 825826"/>
                      <a:gd name="connsiteY1" fmla="*/ 939862 h 2381065"/>
                      <a:gd name="connsiteX2" fmla="*/ 440063 w 825826"/>
                      <a:gd name="connsiteY2" fmla="*/ 1238312 h 2381065"/>
                      <a:gd name="connsiteX3" fmla="*/ 390851 w 825826"/>
                      <a:gd name="connsiteY3" fmla="*/ 1597087 h 2381065"/>
                      <a:gd name="connsiteX4" fmla="*/ 162250 w 825826"/>
                      <a:gd name="connsiteY4" fmla="*/ 1852674 h 2381065"/>
                      <a:gd name="connsiteX5" fmla="*/ 86054 w 825826"/>
                      <a:gd name="connsiteY5" fmla="*/ 2095565 h 2381065"/>
                      <a:gd name="connsiteX6" fmla="*/ 326 w 825826"/>
                      <a:gd name="connsiteY6" fmla="*/ 2216212 h 2381065"/>
                      <a:gd name="connsiteX7" fmla="*/ 119388 w 825826"/>
                      <a:gd name="connsiteY7" fmla="*/ 2314637 h 2381065"/>
                      <a:gd name="connsiteX8" fmla="*/ 365451 w 825826"/>
                      <a:gd name="connsiteY8" fmla="*/ 2359086 h 2381065"/>
                      <a:gd name="connsiteX9" fmla="*/ 187651 w 825826"/>
                      <a:gd name="connsiteY9" fmla="*/ 2171762 h 2381065"/>
                      <a:gd name="connsiteX10" fmla="*/ 346404 w 825826"/>
                      <a:gd name="connsiteY10" fmla="*/ 1949516 h 2381065"/>
                      <a:gd name="connsiteX11" fmla="*/ 587701 w 825826"/>
                      <a:gd name="connsiteY11" fmla="*/ 1708212 h 2381065"/>
                      <a:gd name="connsiteX12" fmla="*/ 794076 w 825826"/>
                      <a:gd name="connsiteY12" fmla="*/ 1197037 h 2381065"/>
                      <a:gd name="connsiteX13" fmla="*/ 825826 w 825826"/>
                      <a:gd name="connsiteY13" fmla="*/ 698562 h 2381065"/>
                      <a:gd name="connsiteX14" fmla="*/ 759154 w 825826"/>
                      <a:gd name="connsiteY14" fmla="*/ 69915 h 2381065"/>
                      <a:gd name="connsiteX15" fmla="*/ 613103 w 825826"/>
                      <a:gd name="connsiteY15" fmla="*/ 28639 h 2381065"/>
                      <a:gd name="connsiteX16" fmla="*/ 530551 w 825826"/>
                      <a:gd name="connsiteY16" fmla="*/ 187387 h 2381065"/>
                      <a:gd name="connsiteX17" fmla="*/ 486101 w 825826"/>
                      <a:gd name="connsiteY17" fmla="*/ 301686 h 2381065"/>
                      <a:gd name="connsiteX0" fmla="*/ 486101 w 825826"/>
                      <a:gd name="connsiteY0" fmla="*/ 273047 h 2352426"/>
                      <a:gd name="connsiteX1" fmla="*/ 443239 w 825826"/>
                      <a:gd name="connsiteY1" fmla="*/ 911223 h 2352426"/>
                      <a:gd name="connsiteX2" fmla="*/ 440063 w 825826"/>
                      <a:gd name="connsiteY2" fmla="*/ 1209673 h 2352426"/>
                      <a:gd name="connsiteX3" fmla="*/ 390851 w 825826"/>
                      <a:gd name="connsiteY3" fmla="*/ 1568448 h 2352426"/>
                      <a:gd name="connsiteX4" fmla="*/ 162250 w 825826"/>
                      <a:gd name="connsiteY4" fmla="*/ 1824035 h 2352426"/>
                      <a:gd name="connsiteX5" fmla="*/ 86054 w 825826"/>
                      <a:gd name="connsiteY5" fmla="*/ 2066926 h 2352426"/>
                      <a:gd name="connsiteX6" fmla="*/ 326 w 825826"/>
                      <a:gd name="connsiteY6" fmla="*/ 2187573 h 2352426"/>
                      <a:gd name="connsiteX7" fmla="*/ 119388 w 825826"/>
                      <a:gd name="connsiteY7" fmla="*/ 2285998 h 2352426"/>
                      <a:gd name="connsiteX8" fmla="*/ 365451 w 825826"/>
                      <a:gd name="connsiteY8" fmla="*/ 2330447 h 2352426"/>
                      <a:gd name="connsiteX9" fmla="*/ 187651 w 825826"/>
                      <a:gd name="connsiteY9" fmla="*/ 2143123 h 2352426"/>
                      <a:gd name="connsiteX10" fmla="*/ 346404 w 825826"/>
                      <a:gd name="connsiteY10" fmla="*/ 1920877 h 2352426"/>
                      <a:gd name="connsiteX11" fmla="*/ 587701 w 825826"/>
                      <a:gd name="connsiteY11" fmla="*/ 1679573 h 2352426"/>
                      <a:gd name="connsiteX12" fmla="*/ 794076 w 825826"/>
                      <a:gd name="connsiteY12" fmla="*/ 1168398 h 2352426"/>
                      <a:gd name="connsiteX13" fmla="*/ 825826 w 825826"/>
                      <a:gd name="connsiteY13" fmla="*/ 669923 h 2352426"/>
                      <a:gd name="connsiteX14" fmla="*/ 613103 w 825826"/>
                      <a:gd name="connsiteY14" fmla="*/ 0 h 2352426"/>
                      <a:gd name="connsiteX15" fmla="*/ 530551 w 825826"/>
                      <a:gd name="connsiteY15" fmla="*/ 158748 h 2352426"/>
                      <a:gd name="connsiteX16" fmla="*/ 486101 w 825826"/>
                      <a:gd name="connsiteY16" fmla="*/ 273047 h 2352426"/>
                      <a:gd name="connsiteX0" fmla="*/ 486101 w 825826"/>
                      <a:gd name="connsiteY0" fmla="*/ 142512 h 2221891"/>
                      <a:gd name="connsiteX1" fmla="*/ 443239 w 825826"/>
                      <a:gd name="connsiteY1" fmla="*/ 780688 h 2221891"/>
                      <a:gd name="connsiteX2" fmla="*/ 440063 w 825826"/>
                      <a:gd name="connsiteY2" fmla="*/ 1079138 h 2221891"/>
                      <a:gd name="connsiteX3" fmla="*/ 390851 w 825826"/>
                      <a:gd name="connsiteY3" fmla="*/ 1437913 h 2221891"/>
                      <a:gd name="connsiteX4" fmla="*/ 162250 w 825826"/>
                      <a:gd name="connsiteY4" fmla="*/ 1693500 h 2221891"/>
                      <a:gd name="connsiteX5" fmla="*/ 86054 w 825826"/>
                      <a:gd name="connsiteY5" fmla="*/ 1936391 h 2221891"/>
                      <a:gd name="connsiteX6" fmla="*/ 326 w 825826"/>
                      <a:gd name="connsiteY6" fmla="*/ 2057038 h 2221891"/>
                      <a:gd name="connsiteX7" fmla="*/ 119388 w 825826"/>
                      <a:gd name="connsiteY7" fmla="*/ 2155463 h 2221891"/>
                      <a:gd name="connsiteX8" fmla="*/ 365451 w 825826"/>
                      <a:gd name="connsiteY8" fmla="*/ 2199912 h 2221891"/>
                      <a:gd name="connsiteX9" fmla="*/ 187651 w 825826"/>
                      <a:gd name="connsiteY9" fmla="*/ 2012588 h 2221891"/>
                      <a:gd name="connsiteX10" fmla="*/ 346404 w 825826"/>
                      <a:gd name="connsiteY10" fmla="*/ 1790342 h 2221891"/>
                      <a:gd name="connsiteX11" fmla="*/ 587701 w 825826"/>
                      <a:gd name="connsiteY11" fmla="*/ 1549038 h 2221891"/>
                      <a:gd name="connsiteX12" fmla="*/ 794076 w 825826"/>
                      <a:gd name="connsiteY12" fmla="*/ 1037863 h 2221891"/>
                      <a:gd name="connsiteX13" fmla="*/ 825826 w 825826"/>
                      <a:gd name="connsiteY13" fmla="*/ 539388 h 2221891"/>
                      <a:gd name="connsiteX14" fmla="*/ 530551 w 825826"/>
                      <a:gd name="connsiteY14" fmla="*/ 28213 h 2221891"/>
                      <a:gd name="connsiteX15" fmla="*/ 486101 w 825826"/>
                      <a:gd name="connsiteY15" fmla="*/ 142512 h 2221891"/>
                      <a:gd name="connsiteX0" fmla="*/ 486101 w 825826"/>
                      <a:gd name="connsiteY0" fmla="*/ 3813 h 2083192"/>
                      <a:gd name="connsiteX1" fmla="*/ 443239 w 825826"/>
                      <a:gd name="connsiteY1" fmla="*/ 641989 h 2083192"/>
                      <a:gd name="connsiteX2" fmla="*/ 440063 w 825826"/>
                      <a:gd name="connsiteY2" fmla="*/ 940439 h 2083192"/>
                      <a:gd name="connsiteX3" fmla="*/ 390851 w 825826"/>
                      <a:gd name="connsiteY3" fmla="*/ 1299214 h 2083192"/>
                      <a:gd name="connsiteX4" fmla="*/ 162250 w 825826"/>
                      <a:gd name="connsiteY4" fmla="*/ 1554801 h 2083192"/>
                      <a:gd name="connsiteX5" fmla="*/ 86054 w 825826"/>
                      <a:gd name="connsiteY5" fmla="*/ 1797692 h 2083192"/>
                      <a:gd name="connsiteX6" fmla="*/ 326 w 825826"/>
                      <a:gd name="connsiteY6" fmla="*/ 1918339 h 2083192"/>
                      <a:gd name="connsiteX7" fmla="*/ 119388 w 825826"/>
                      <a:gd name="connsiteY7" fmla="*/ 2016764 h 2083192"/>
                      <a:gd name="connsiteX8" fmla="*/ 365451 w 825826"/>
                      <a:gd name="connsiteY8" fmla="*/ 2061213 h 2083192"/>
                      <a:gd name="connsiteX9" fmla="*/ 187651 w 825826"/>
                      <a:gd name="connsiteY9" fmla="*/ 1873889 h 2083192"/>
                      <a:gd name="connsiteX10" fmla="*/ 346404 w 825826"/>
                      <a:gd name="connsiteY10" fmla="*/ 1651643 h 2083192"/>
                      <a:gd name="connsiteX11" fmla="*/ 587701 w 825826"/>
                      <a:gd name="connsiteY11" fmla="*/ 1410339 h 2083192"/>
                      <a:gd name="connsiteX12" fmla="*/ 794076 w 825826"/>
                      <a:gd name="connsiteY12" fmla="*/ 899164 h 2083192"/>
                      <a:gd name="connsiteX13" fmla="*/ 825826 w 825826"/>
                      <a:gd name="connsiteY13" fmla="*/ 400689 h 2083192"/>
                      <a:gd name="connsiteX14" fmla="*/ 486101 w 825826"/>
                      <a:gd name="connsiteY14" fmla="*/ 3813 h 2083192"/>
                      <a:gd name="connsiteX0" fmla="*/ 486101 w 883230"/>
                      <a:gd name="connsiteY0" fmla="*/ 0 h 2079379"/>
                      <a:gd name="connsiteX1" fmla="*/ 443239 w 883230"/>
                      <a:gd name="connsiteY1" fmla="*/ 638176 h 2079379"/>
                      <a:gd name="connsiteX2" fmla="*/ 440063 w 883230"/>
                      <a:gd name="connsiteY2" fmla="*/ 936626 h 2079379"/>
                      <a:gd name="connsiteX3" fmla="*/ 390851 w 883230"/>
                      <a:gd name="connsiteY3" fmla="*/ 1295401 h 2079379"/>
                      <a:gd name="connsiteX4" fmla="*/ 162250 w 883230"/>
                      <a:gd name="connsiteY4" fmla="*/ 1550988 h 2079379"/>
                      <a:gd name="connsiteX5" fmla="*/ 86054 w 883230"/>
                      <a:gd name="connsiteY5" fmla="*/ 1793879 h 2079379"/>
                      <a:gd name="connsiteX6" fmla="*/ 326 w 883230"/>
                      <a:gd name="connsiteY6" fmla="*/ 1914526 h 2079379"/>
                      <a:gd name="connsiteX7" fmla="*/ 119388 w 883230"/>
                      <a:gd name="connsiteY7" fmla="*/ 2012951 h 2079379"/>
                      <a:gd name="connsiteX8" fmla="*/ 365451 w 883230"/>
                      <a:gd name="connsiteY8" fmla="*/ 2057400 h 2079379"/>
                      <a:gd name="connsiteX9" fmla="*/ 187651 w 883230"/>
                      <a:gd name="connsiteY9" fmla="*/ 1870076 h 2079379"/>
                      <a:gd name="connsiteX10" fmla="*/ 346404 w 883230"/>
                      <a:gd name="connsiteY10" fmla="*/ 1647830 h 2079379"/>
                      <a:gd name="connsiteX11" fmla="*/ 587701 w 883230"/>
                      <a:gd name="connsiteY11" fmla="*/ 1406526 h 2079379"/>
                      <a:gd name="connsiteX12" fmla="*/ 794076 w 883230"/>
                      <a:gd name="connsiteY12" fmla="*/ 895351 h 2079379"/>
                      <a:gd name="connsiteX13" fmla="*/ 883230 w 883230"/>
                      <a:gd name="connsiteY13" fmla="*/ 456245 h 2079379"/>
                      <a:gd name="connsiteX0" fmla="*/ 486101 w 794076"/>
                      <a:gd name="connsiteY0" fmla="*/ 0 h 2079379"/>
                      <a:gd name="connsiteX1" fmla="*/ 443239 w 794076"/>
                      <a:gd name="connsiteY1" fmla="*/ 638176 h 2079379"/>
                      <a:gd name="connsiteX2" fmla="*/ 440063 w 794076"/>
                      <a:gd name="connsiteY2" fmla="*/ 936626 h 2079379"/>
                      <a:gd name="connsiteX3" fmla="*/ 390851 w 794076"/>
                      <a:gd name="connsiteY3" fmla="*/ 1295401 h 2079379"/>
                      <a:gd name="connsiteX4" fmla="*/ 162250 w 794076"/>
                      <a:gd name="connsiteY4" fmla="*/ 1550988 h 2079379"/>
                      <a:gd name="connsiteX5" fmla="*/ 86054 w 794076"/>
                      <a:gd name="connsiteY5" fmla="*/ 1793879 h 2079379"/>
                      <a:gd name="connsiteX6" fmla="*/ 326 w 794076"/>
                      <a:gd name="connsiteY6" fmla="*/ 1914526 h 2079379"/>
                      <a:gd name="connsiteX7" fmla="*/ 119388 w 794076"/>
                      <a:gd name="connsiteY7" fmla="*/ 2012951 h 2079379"/>
                      <a:gd name="connsiteX8" fmla="*/ 365451 w 794076"/>
                      <a:gd name="connsiteY8" fmla="*/ 2057400 h 2079379"/>
                      <a:gd name="connsiteX9" fmla="*/ 187651 w 794076"/>
                      <a:gd name="connsiteY9" fmla="*/ 1870076 h 2079379"/>
                      <a:gd name="connsiteX10" fmla="*/ 346404 w 794076"/>
                      <a:gd name="connsiteY10" fmla="*/ 1647830 h 2079379"/>
                      <a:gd name="connsiteX11" fmla="*/ 587701 w 794076"/>
                      <a:gd name="connsiteY11" fmla="*/ 1406526 h 2079379"/>
                      <a:gd name="connsiteX12" fmla="*/ 794076 w 794076"/>
                      <a:gd name="connsiteY12" fmla="*/ 895351 h 2079379"/>
                      <a:gd name="connsiteX0" fmla="*/ 443239 w 794076"/>
                      <a:gd name="connsiteY0" fmla="*/ 0 h 1441203"/>
                      <a:gd name="connsiteX1" fmla="*/ 440063 w 794076"/>
                      <a:gd name="connsiteY1" fmla="*/ 298450 h 1441203"/>
                      <a:gd name="connsiteX2" fmla="*/ 390851 w 794076"/>
                      <a:gd name="connsiteY2" fmla="*/ 657225 h 1441203"/>
                      <a:gd name="connsiteX3" fmla="*/ 162250 w 794076"/>
                      <a:gd name="connsiteY3" fmla="*/ 912812 h 1441203"/>
                      <a:gd name="connsiteX4" fmla="*/ 86054 w 794076"/>
                      <a:gd name="connsiteY4" fmla="*/ 1155703 h 1441203"/>
                      <a:gd name="connsiteX5" fmla="*/ 326 w 794076"/>
                      <a:gd name="connsiteY5" fmla="*/ 1276350 h 1441203"/>
                      <a:gd name="connsiteX6" fmla="*/ 119388 w 794076"/>
                      <a:gd name="connsiteY6" fmla="*/ 1374775 h 1441203"/>
                      <a:gd name="connsiteX7" fmla="*/ 365451 w 794076"/>
                      <a:gd name="connsiteY7" fmla="*/ 1419224 h 1441203"/>
                      <a:gd name="connsiteX8" fmla="*/ 187651 w 794076"/>
                      <a:gd name="connsiteY8" fmla="*/ 1231900 h 1441203"/>
                      <a:gd name="connsiteX9" fmla="*/ 346404 w 794076"/>
                      <a:gd name="connsiteY9" fmla="*/ 1009654 h 1441203"/>
                      <a:gd name="connsiteX10" fmla="*/ 587701 w 794076"/>
                      <a:gd name="connsiteY10" fmla="*/ 768350 h 1441203"/>
                      <a:gd name="connsiteX11" fmla="*/ 794076 w 794076"/>
                      <a:gd name="connsiteY11" fmla="*/ 257175 h 1441203"/>
                      <a:gd name="connsiteX0" fmla="*/ 440063 w 794076"/>
                      <a:gd name="connsiteY0" fmla="*/ 41275 h 1184028"/>
                      <a:gd name="connsiteX1" fmla="*/ 390851 w 794076"/>
                      <a:gd name="connsiteY1" fmla="*/ 400050 h 1184028"/>
                      <a:gd name="connsiteX2" fmla="*/ 162250 w 794076"/>
                      <a:gd name="connsiteY2" fmla="*/ 655637 h 1184028"/>
                      <a:gd name="connsiteX3" fmla="*/ 86054 w 794076"/>
                      <a:gd name="connsiteY3" fmla="*/ 898528 h 1184028"/>
                      <a:gd name="connsiteX4" fmla="*/ 326 w 794076"/>
                      <a:gd name="connsiteY4" fmla="*/ 1019175 h 1184028"/>
                      <a:gd name="connsiteX5" fmla="*/ 119388 w 794076"/>
                      <a:gd name="connsiteY5" fmla="*/ 1117600 h 1184028"/>
                      <a:gd name="connsiteX6" fmla="*/ 365451 w 794076"/>
                      <a:gd name="connsiteY6" fmla="*/ 1162049 h 1184028"/>
                      <a:gd name="connsiteX7" fmla="*/ 187651 w 794076"/>
                      <a:gd name="connsiteY7" fmla="*/ 974725 h 1184028"/>
                      <a:gd name="connsiteX8" fmla="*/ 346404 w 794076"/>
                      <a:gd name="connsiteY8" fmla="*/ 752479 h 1184028"/>
                      <a:gd name="connsiteX9" fmla="*/ 587701 w 794076"/>
                      <a:gd name="connsiteY9" fmla="*/ 511175 h 1184028"/>
                      <a:gd name="connsiteX10" fmla="*/ 794076 w 794076"/>
                      <a:gd name="connsiteY10" fmla="*/ 0 h 1184028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87701 w 613360"/>
                      <a:gd name="connsiteY9" fmla="*/ 469900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63783 w 613360"/>
                      <a:gd name="connsiteY9" fmla="*/ 467151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90874 w 613383"/>
                      <a:gd name="connsiteY1" fmla="*/ 358775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66956 w 613383"/>
                      <a:gd name="connsiteY1" fmla="*/ 402752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378962 w 613383"/>
                      <a:gd name="connsiteY0" fmla="*/ 0 h 1208718"/>
                      <a:gd name="connsiteX1" fmla="*/ 366956 w 613383"/>
                      <a:gd name="connsiteY1" fmla="*/ 468717 h 1208718"/>
                      <a:gd name="connsiteX2" fmla="*/ 175561 w 613383"/>
                      <a:gd name="connsiteY2" fmla="*/ 677579 h 1208718"/>
                      <a:gd name="connsiteX3" fmla="*/ 86077 w 613383"/>
                      <a:gd name="connsiteY3" fmla="*/ 923218 h 1208718"/>
                      <a:gd name="connsiteX4" fmla="*/ 349 w 613383"/>
                      <a:gd name="connsiteY4" fmla="*/ 1043865 h 1208718"/>
                      <a:gd name="connsiteX5" fmla="*/ 119411 w 613383"/>
                      <a:gd name="connsiteY5" fmla="*/ 1142290 h 1208718"/>
                      <a:gd name="connsiteX6" fmla="*/ 365474 w 613383"/>
                      <a:gd name="connsiteY6" fmla="*/ 1186739 h 1208718"/>
                      <a:gd name="connsiteX7" fmla="*/ 187674 w 613383"/>
                      <a:gd name="connsiteY7" fmla="*/ 999415 h 1208718"/>
                      <a:gd name="connsiteX8" fmla="*/ 346427 w 613383"/>
                      <a:gd name="connsiteY8" fmla="*/ 777169 h 1208718"/>
                      <a:gd name="connsiteX9" fmla="*/ 547861 w 613383"/>
                      <a:gd name="connsiteY9" fmla="*/ 524870 h 1208718"/>
                      <a:gd name="connsiteX10" fmla="*/ 613383 w 613383"/>
                      <a:gd name="connsiteY10" fmla="*/ 305041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800 w 597276"/>
                      <a:gd name="connsiteY0" fmla="*/ 0 h 1208718"/>
                      <a:gd name="connsiteX1" fmla="*/ 366794 w 597276"/>
                      <a:gd name="connsiteY1" fmla="*/ 468717 h 1208718"/>
                      <a:gd name="connsiteX2" fmla="*/ 175399 w 597276"/>
                      <a:gd name="connsiteY2" fmla="*/ 677579 h 1208718"/>
                      <a:gd name="connsiteX3" fmla="*/ 93888 w 597276"/>
                      <a:gd name="connsiteY3" fmla="*/ 928715 h 1208718"/>
                      <a:gd name="connsiteX4" fmla="*/ 187 w 597276"/>
                      <a:gd name="connsiteY4" fmla="*/ 1043865 h 1208718"/>
                      <a:gd name="connsiteX5" fmla="*/ 119249 w 597276"/>
                      <a:gd name="connsiteY5" fmla="*/ 1142290 h 1208718"/>
                      <a:gd name="connsiteX6" fmla="*/ 365312 w 597276"/>
                      <a:gd name="connsiteY6" fmla="*/ 1186739 h 1208718"/>
                      <a:gd name="connsiteX7" fmla="*/ 187512 w 597276"/>
                      <a:gd name="connsiteY7" fmla="*/ 999415 h 1208718"/>
                      <a:gd name="connsiteX8" fmla="*/ 346265 w 597276"/>
                      <a:gd name="connsiteY8" fmla="*/ 777169 h 1208718"/>
                      <a:gd name="connsiteX9" fmla="*/ 547699 w 597276"/>
                      <a:gd name="connsiteY9" fmla="*/ 524870 h 1208718"/>
                      <a:gd name="connsiteX10" fmla="*/ 597276 w 597276"/>
                      <a:gd name="connsiteY10" fmla="*/ 299544 h 1208718"/>
                      <a:gd name="connsiteX0" fmla="*/ 336458 w 554934"/>
                      <a:gd name="connsiteY0" fmla="*/ 0 h 1208718"/>
                      <a:gd name="connsiteX1" fmla="*/ 324452 w 554934"/>
                      <a:gd name="connsiteY1" fmla="*/ 468717 h 1208718"/>
                      <a:gd name="connsiteX2" fmla="*/ 133057 w 554934"/>
                      <a:gd name="connsiteY2" fmla="*/ 677579 h 1208718"/>
                      <a:gd name="connsiteX3" fmla="*/ 51546 w 554934"/>
                      <a:gd name="connsiteY3" fmla="*/ 928715 h 1208718"/>
                      <a:gd name="connsiteX4" fmla="*/ 367 w 554934"/>
                      <a:gd name="connsiteY4" fmla="*/ 1041117 h 1208718"/>
                      <a:gd name="connsiteX5" fmla="*/ 76907 w 554934"/>
                      <a:gd name="connsiteY5" fmla="*/ 1142290 h 1208718"/>
                      <a:gd name="connsiteX6" fmla="*/ 322970 w 554934"/>
                      <a:gd name="connsiteY6" fmla="*/ 1186739 h 1208718"/>
                      <a:gd name="connsiteX7" fmla="*/ 145170 w 554934"/>
                      <a:gd name="connsiteY7" fmla="*/ 999415 h 1208718"/>
                      <a:gd name="connsiteX8" fmla="*/ 303923 w 554934"/>
                      <a:gd name="connsiteY8" fmla="*/ 777169 h 1208718"/>
                      <a:gd name="connsiteX9" fmla="*/ 505357 w 554934"/>
                      <a:gd name="connsiteY9" fmla="*/ 524870 h 1208718"/>
                      <a:gd name="connsiteX10" fmla="*/ 554934 w 554934"/>
                      <a:gd name="connsiteY10" fmla="*/ 299544 h 1208718"/>
                      <a:gd name="connsiteX0" fmla="*/ 336952 w 555428"/>
                      <a:gd name="connsiteY0" fmla="*/ 0 h 1201578"/>
                      <a:gd name="connsiteX1" fmla="*/ 324946 w 555428"/>
                      <a:gd name="connsiteY1" fmla="*/ 468717 h 1201578"/>
                      <a:gd name="connsiteX2" fmla="*/ 133551 w 555428"/>
                      <a:gd name="connsiteY2" fmla="*/ 677579 h 1201578"/>
                      <a:gd name="connsiteX3" fmla="*/ 52040 w 555428"/>
                      <a:gd name="connsiteY3" fmla="*/ 928715 h 1201578"/>
                      <a:gd name="connsiteX4" fmla="*/ 861 w 555428"/>
                      <a:gd name="connsiteY4" fmla="*/ 1041117 h 1201578"/>
                      <a:gd name="connsiteX5" fmla="*/ 93346 w 555428"/>
                      <a:gd name="connsiteY5" fmla="*/ 1109308 h 1201578"/>
                      <a:gd name="connsiteX6" fmla="*/ 323464 w 555428"/>
                      <a:gd name="connsiteY6" fmla="*/ 1186739 h 1201578"/>
                      <a:gd name="connsiteX7" fmla="*/ 145664 w 555428"/>
                      <a:gd name="connsiteY7" fmla="*/ 999415 h 1201578"/>
                      <a:gd name="connsiteX8" fmla="*/ 304417 w 555428"/>
                      <a:gd name="connsiteY8" fmla="*/ 777169 h 1201578"/>
                      <a:gd name="connsiteX9" fmla="*/ 505851 w 555428"/>
                      <a:gd name="connsiteY9" fmla="*/ 524870 h 1201578"/>
                      <a:gd name="connsiteX10" fmla="*/ 555428 w 555428"/>
                      <a:gd name="connsiteY10" fmla="*/ 299544 h 1201578"/>
                      <a:gd name="connsiteX0" fmla="*/ 336686 w 555162"/>
                      <a:gd name="connsiteY0" fmla="*/ 0 h 1201578"/>
                      <a:gd name="connsiteX1" fmla="*/ 324680 w 555162"/>
                      <a:gd name="connsiteY1" fmla="*/ 468717 h 1201578"/>
                      <a:gd name="connsiteX2" fmla="*/ 133285 w 555162"/>
                      <a:gd name="connsiteY2" fmla="*/ 677579 h 1201578"/>
                      <a:gd name="connsiteX3" fmla="*/ 51774 w 555162"/>
                      <a:gd name="connsiteY3" fmla="*/ 928715 h 1201578"/>
                      <a:gd name="connsiteX4" fmla="*/ 595 w 555162"/>
                      <a:gd name="connsiteY4" fmla="*/ 1041117 h 1201578"/>
                      <a:gd name="connsiteX5" fmla="*/ 85107 w 555162"/>
                      <a:gd name="connsiteY5" fmla="*/ 1109308 h 1201578"/>
                      <a:gd name="connsiteX6" fmla="*/ 323198 w 555162"/>
                      <a:gd name="connsiteY6" fmla="*/ 1186739 h 1201578"/>
                      <a:gd name="connsiteX7" fmla="*/ 145398 w 555162"/>
                      <a:gd name="connsiteY7" fmla="*/ 999415 h 1201578"/>
                      <a:gd name="connsiteX8" fmla="*/ 304151 w 555162"/>
                      <a:gd name="connsiteY8" fmla="*/ 777169 h 1201578"/>
                      <a:gd name="connsiteX9" fmla="*/ 505585 w 555162"/>
                      <a:gd name="connsiteY9" fmla="*/ 524870 h 1201578"/>
                      <a:gd name="connsiteX10" fmla="*/ 555162 w 555162"/>
                      <a:gd name="connsiteY10" fmla="*/ 299544 h 1201578"/>
                      <a:gd name="connsiteX0" fmla="*/ 357761 w 576237"/>
                      <a:gd name="connsiteY0" fmla="*/ 0 h 1201578"/>
                      <a:gd name="connsiteX1" fmla="*/ 345755 w 576237"/>
                      <a:gd name="connsiteY1" fmla="*/ 468717 h 1201578"/>
                      <a:gd name="connsiteX2" fmla="*/ 154360 w 576237"/>
                      <a:gd name="connsiteY2" fmla="*/ 677579 h 1201578"/>
                      <a:gd name="connsiteX3" fmla="*/ 72849 w 576237"/>
                      <a:gd name="connsiteY3" fmla="*/ 928715 h 1201578"/>
                      <a:gd name="connsiteX4" fmla="*/ 409 w 576237"/>
                      <a:gd name="connsiteY4" fmla="*/ 1046614 h 1201578"/>
                      <a:gd name="connsiteX5" fmla="*/ 106182 w 576237"/>
                      <a:gd name="connsiteY5" fmla="*/ 1109308 h 1201578"/>
                      <a:gd name="connsiteX6" fmla="*/ 344273 w 576237"/>
                      <a:gd name="connsiteY6" fmla="*/ 1186739 h 1201578"/>
                      <a:gd name="connsiteX7" fmla="*/ 166473 w 576237"/>
                      <a:gd name="connsiteY7" fmla="*/ 999415 h 1201578"/>
                      <a:gd name="connsiteX8" fmla="*/ 325226 w 576237"/>
                      <a:gd name="connsiteY8" fmla="*/ 777169 h 1201578"/>
                      <a:gd name="connsiteX9" fmla="*/ 526660 w 576237"/>
                      <a:gd name="connsiteY9" fmla="*/ 524870 h 1201578"/>
                      <a:gd name="connsiteX10" fmla="*/ 576237 w 576237"/>
                      <a:gd name="connsiteY10" fmla="*/ 299544 h 1201578"/>
                      <a:gd name="connsiteX0" fmla="*/ 358700 w 577176"/>
                      <a:gd name="connsiteY0" fmla="*/ 0 h 1201578"/>
                      <a:gd name="connsiteX1" fmla="*/ 346694 w 577176"/>
                      <a:gd name="connsiteY1" fmla="*/ 468717 h 1201578"/>
                      <a:gd name="connsiteX2" fmla="*/ 155299 w 577176"/>
                      <a:gd name="connsiteY2" fmla="*/ 677579 h 1201578"/>
                      <a:gd name="connsiteX3" fmla="*/ 73788 w 577176"/>
                      <a:gd name="connsiteY3" fmla="*/ 928715 h 1201578"/>
                      <a:gd name="connsiteX4" fmla="*/ 1348 w 577176"/>
                      <a:gd name="connsiteY4" fmla="*/ 1046614 h 1201578"/>
                      <a:gd name="connsiteX5" fmla="*/ 107121 w 577176"/>
                      <a:gd name="connsiteY5" fmla="*/ 1109308 h 1201578"/>
                      <a:gd name="connsiteX6" fmla="*/ 345212 w 577176"/>
                      <a:gd name="connsiteY6" fmla="*/ 1186739 h 1201578"/>
                      <a:gd name="connsiteX7" fmla="*/ 167412 w 577176"/>
                      <a:gd name="connsiteY7" fmla="*/ 999415 h 1201578"/>
                      <a:gd name="connsiteX8" fmla="*/ 326165 w 577176"/>
                      <a:gd name="connsiteY8" fmla="*/ 777169 h 1201578"/>
                      <a:gd name="connsiteX9" fmla="*/ 527599 w 577176"/>
                      <a:gd name="connsiteY9" fmla="*/ 524870 h 1201578"/>
                      <a:gd name="connsiteX10" fmla="*/ 577176 w 577176"/>
                      <a:gd name="connsiteY10" fmla="*/ 299544 h 1201578"/>
                      <a:gd name="connsiteX0" fmla="*/ 358700 w 577176"/>
                      <a:gd name="connsiteY0" fmla="*/ 0 h 1208605"/>
                      <a:gd name="connsiteX1" fmla="*/ 346694 w 577176"/>
                      <a:gd name="connsiteY1" fmla="*/ 468717 h 1208605"/>
                      <a:gd name="connsiteX2" fmla="*/ 155299 w 577176"/>
                      <a:gd name="connsiteY2" fmla="*/ 677579 h 1208605"/>
                      <a:gd name="connsiteX3" fmla="*/ 73788 w 577176"/>
                      <a:gd name="connsiteY3" fmla="*/ 928715 h 1208605"/>
                      <a:gd name="connsiteX4" fmla="*/ 1348 w 577176"/>
                      <a:gd name="connsiteY4" fmla="*/ 1046614 h 1208605"/>
                      <a:gd name="connsiteX5" fmla="*/ 107121 w 577176"/>
                      <a:gd name="connsiteY5" fmla="*/ 1109308 h 1208605"/>
                      <a:gd name="connsiteX6" fmla="*/ 345212 w 577176"/>
                      <a:gd name="connsiteY6" fmla="*/ 1186739 h 1208605"/>
                      <a:gd name="connsiteX7" fmla="*/ 167412 w 577176"/>
                      <a:gd name="connsiteY7" fmla="*/ 999415 h 1208605"/>
                      <a:gd name="connsiteX8" fmla="*/ 326165 w 577176"/>
                      <a:gd name="connsiteY8" fmla="*/ 777169 h 1208605"/>
                      <a:gd name="connsiteX9" fmla="*/ 527599 w 577176"/>
                      <a:gd name="connsiteY9" fmla="*/ 524870 h 1208605"/>
                      <a:gd name="connsiteX10" fmla="*/ 577176 w 577176"/>
                      <a:gd name="connsiteY10" fmla="*/ 299544 h 1208605"/>
                      <a:gd name="connsiteX0" fmla="*/ 358700 w 585149"/>
                      <a:gd name="connsiteY0" fmla="*/ 0 h 1208605"/>
                      <a:gd name="connsiteX1" fmla="*/ 346694 w 585149"/>
                      <a:gd name="connsiteY1" fmla="*/ 468717 h 1208605"/>
                      <a:gd name="connsiteX2" fmla="*/ 155299 w 585149"/>
                      <a:gd name="connsiteY2" fmla="*/ 677579 h 1208605"/>
                      <a:gd name="connsiteX3" fmla="*/ 73788 w 585149"/>
                      <a:gd name="connsiteY3" fmla="*/ 928715 h 1208605"/>
                      <a:gd name="connsiteX4" fmla="*/ 1348 w 585149"/>
                      <a:gd name="connsiteY4" fmla="*/ 1046614 h 1208605"/>
                      <a:gd name="connsiteX5" fmla="*/ 107121 w 585149"/>
                      <a:gd name="connsiteY5" fmla="*/ 1109308 h 1208605"/>
                      <a:gd name="connsiteX6" fmla="*/ 345212 w 585149"/>
                      <a:gd name="connsiteY6" fmla="*/ 1186739 h 1208605"/>
                      <a:gd name="connsiteX7" fmla="*/ 167412 w 585149"/>
                      <a:gd name="connsiteY7" fmla="*/ 999415 h 1208605"/>
                      <a:gd name="connsiteX8" fmla="*/ 326165 w 585149"/>
                      <a:gd name="connsiteY8" fmla="*/ 777169 h 1208605"/>
                      <a:gd name="connsiteX9" fmla="*/ 527599 w 585149"/>
                      <a:gd name="connsiteY9" fmla="*/ 524870 h 1208605"/>
                      <a:gd name="connsiteX10" fmla="*/ 585149 w 585149"/>
                      <a:gd name="connsiteY10" fmla="*/ 278930 h 1208605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8395"/>
                      <a:gd name="connsiteY0" fmla="*/ 0 h 1220973"/>
                      <a:gd name="connsiteX1" fmla="*/ 346694 w 588395"/>
                      <a:gd name="connsiteY1" fmla="*/ 481085 h 1220973"/>
                      <a:gd name="connsiteX2" fmla="*/ 155299 w 588395"/>
                      <a:gd name="connsiteY2" fmla="*/ 689947 h 1220973"/>
                      <a:gd name="connsiteX3" fmla="*/ 73788 w 588395"/>
                      <a:gd name="connsiteY3" fmla="*/ 941083 h 1220973"/>
                      <a:gd name="connsiteX4" fmla="*/ 1348 w 588395"/>
                      <a:gd name="connsiteY4" fmla="*/ 1058982 h 1220973"/>
                      <a:gd name="connsiteX5" fmla="*/ 107121 w 588395"/>
                      <a:gd name="connsiteY5" fmla="*/ 1121676 h 1220973"/>
                      <a:gd name="connsiteX6" fmla="*/ 345212 w 588395"/>
                      <a:gd name="connsiteY6" fmla="*/ 1199107 h 1220973"/>
                      <a:gd name="connsiteX7" fmla="*/ 167412 w 588395"/>
                      <a:gd name="connsiteY7" fmla="*/ 1011783 h 1220973"/>
                      <a:gd name="connsiteX8" fmla="*/ 326165 w 588395"/>
                      <a:gd name="connsiteY8" fmla="*/ 789537 h 1220973"/>
                      <a:gd name="connsiteX9" fmla="*/ 527599 w 588395"/>
                      <a:gd name="connsiteY9" fmla="*/ 537238 h 1220973"/>
                      <a:gd name="connsiteX10" fmla="*/ 585149 w 588395"/>
                      <a:gd name="connsiteY10" fmla="*/ 291298 h 1220973"/>
                      <a:gd name="connsiteX11" fmla="*/ 581046 w 588395"/>
                      <a:gd name="connsiteY11" fmla="*/ 286449 h 1220973"/>
                      <a:gd name="connsiteX0" fmla="*/ 370659 w 587329"/>
                      <a:gd name="connsiteY0" fmla="*/ 0 h 1220973"/>
                      <a:gd name="connsiteX1" fmla="*/ 346694 w 587329"/>
                      <a:gd name="connsiteY1" fmla="*/ 481085 h 1220973"/>
                      <a:gd name="connsiteX2" fmla="*/ 155299 w 587329"/>
                      <a:gd name="connsiteY2" fmla="*/ 689947 h 1220973"/>
                      <a:gd name="connsiteX3" fmla="*/ 73788 w 587329"/>
                      <a:gd name="connsiteY3" fmla="*/ 941083 h 1220973"/>
                      <a:gd name="connsiteX4" fmla="*/ 1348 w 587329"/>
                      <a:gd name="connsiteY4" fmla="*/ 1058982 h 1220973"/>
                      <a:gd name="connsiteX5" fmla="*/ 107121 w 587329"/>
                      <a:gd name="connsiteY5" fmla="*/ 1121676 h 1220973"/>
                      <a:gd name="connsiteX6" fmla="*/ 345212 w 587329"/>
                      <a:gd name="connsiteY6" fmla="*/ 1199107 h 1220973"/>
                      <a:gd name="connsiteX7" fmla="*/ 167412 w 587329"/>
                      <a:gd name="connsiteY7" fmla="*/ 1011783 h 1220973"/>
                      <a:gd name="connsiteX8" fmla="*/ 326165 w 587329"/>
                      <a:gd name="connsiteY8" fmla="*/ 789537 h 1220973"/>
                      <a:gd name="connsiteX9" fmla="*/ 527599 w 587329"/>
                      <a:gd name="connsiteY9" fmla="*/ 537238 h 1220973"/>
                      <a:gd name="connsiteX10" fmla="*/ 585149 w 587329"/>
                      <a:gd name="connsiteY10" fmla="*/ 291298 h 1220973"/>
                      <a:gd name="connsiteX11" fmla="*/ 463448 w 587329"/>
                      <a:gd name="connsiteY11" fmla="*/ 43203 h 1220973"/>
                      <a:gd name="connsiteX0" fmla="*/ 370659 w 647137"/>
                      <a:gd name="connsiteY0" fmla="*/ 0 h 1220973"/>
                      <a:gd name="connsiteX1" fmla="*/ 346694 w 647137"/>
                      <a:gd name="connsiteY1" fmla="*/ 481085 h 1220973"/>
                      <a:gd name="connsiteX2" fmla="*/ 155299 w 647137"/>
                      <a:gd name="connsiteY2" fmla="*/ 689947 h 1220973"/>
                      <a:gd name="connsiteX3" fmla="*/ 73788 w 647137"/>
                      <a:gd name="connsiteY3" fmla="*/ 941083 h 1220973"/>
                      <a:gd name="connsiteX4" fmla="*/ 1348 w 647137"/>
                      <a:gd name="connsiteY4" fmla="*/ 1058982 h 1220973"/>
                      <a:gd name="connsiteX5" fmla="*/ 107121 w 647137"/>
                      <a:gd name="connsiteY5" fmla="*/ 1121676 h 1220973"/>
                      <a:gd name="connsiteX6" fmla="*/ 345212 w 647137"/>
                      <a:gd name="connsiteY6" fmla="*/ 1199107 h 1220973"/>
                      <a:gd name="connsiteX7" fmla="*/ 167412 w 647137"/>
                      <a:gd name="connsiteY7" fmla="*/ 1011783 h 1220973"/>
                      <a:gd name="connsiteX8" fmla="*/ 326165 w 647137"/>
                      <a:gd name="connsiteY8" fmla="*/ 789537 h 1220973"/>
                      <a:gd name="connsiteX9" fmla="*/ 527599 w 647137"/>
                      <a:gd name="connsiteY9" fmla="*/ 537238 h 1220973"/>
                      <a:gd name="connsiteX10" fmla="*/ 646273 w 647137"/>
                      <a:gd name="connsiteY10" fmla="*/ 285801 h 1220973"/>
                      <a:gd name="connsiteX11" fmla="*/ 463448 w 647137"/>
                      <a:gd name="connsiteY11" fmla="*/ 43203 h 1220973"/>
                      <a:gd name="connsiteX0" fmla="*/ 370659 w 647561"/>
                      <a:gd name="connsiteY0" fmla="*/ 0 h 1220973"/>
                      <a:gd name="connsiteX1" fmla="*/ 346694 w 647561"/>
                      <a:gd name="connsiteY1" fmla="*/ 481085 h 1220973"/>
                      <a:gd name="connsiteX2" fmla="*/ 155299 w 647561"/>
                      <a:gd name="connsiteY2" fmla="*/ 689947 h 1220973"/>
                      <a:gd name="connsiteX3" fmla="*/ 73788 w 647561"/>
                      <a:gd name="connsiteY3" fmla="*/ 941083 h 1220973"/>
                      <a:gd name="connsiteX4" fmla="*/ 1348 w 647561"/>
                      <a:gd name="connsiteY4" fmla="*/ 1058982 h 1220973"/>
                      <a:gd name="connsiteX5" fmla="*/ 107121 w 647561"/>
                      <a:gd name="connsiteY5" fmla="*/ 1121676 h 1220973"/>
                      <a:gd name="connsiteX6" fmla="*/ 345212 w 647561"/>
                      <a:gd name="connsiteY6" fmla="*/ 1199107 h 1220973"/>
                      <a:gd name="connsiteX7" fmla="*/ 167412 w 647561"/>
                      <a:gd name="connsiteY7" fmla="*/ 1011783 h 1220973"/>
                      <a:gd name="connsiteX8" fmla="*/ 326165 w 647561"/>
                      <a:gd name="connsiteY8" fmla="*/ 789537 h 1220973"/>
                      <a:gd name="connsiteX9" fmla="*/ 527599 w 647561"/>
                      <a:gd name="connsiteY9" fmla="*/ 537238 h 1220973"/>
                      <a:gd name="connsiteX10" fmla="*/ 646273 w 647561"/>
                      <a:gd name="connsiteY10" fmla="*/ 285801 h 1220973"/>
                      <a:gd name="connsiteX11" fmla="*/ 447503 w 647561"/>
                      <a:gd name="connsiteY11" fmla="*/ 21215 h 1220973"/>
                      <a:gd name="connsiteX0" fmla="*/ 437099 w 647561"/>
                      <a:gd name="connsiteY0" fmla="*/ 9019 h 1199758"/>
                      <a:gd name="connsiteX1" fmla="*/ 346694 w 647561"/>
                      <a:gd name="connsiteY1" fmla="*/ 459870 h 1199758"/>
                      <a:gd name="connsiteX2" fmla="*/ 155299 w 647561"/>
                      <a:gd name="connsiteY2" fmla="*/ 668732 h 1199758"/>
                      <a:gd name="connsiteX3" fmla="*/ 73788 w 647561"/>
                      <a:gd name="connsiteY3" fmla="*/ 919868 h 1199758"/>
                      <a:gd name="connsiteX4" fmla="*/ 1348 w 647561"/>
                      <a:gd name="connsiteY4" fmla="*/ 1037767 h 1199758"/>
                      <a:gd name="connsiteX5" fmla="*/ 107121 w 647561"/>
                      <a:gd name="connsiteY5" fmla="*/ 1100461 h 1199758"/>
                      <a:gd name="connsiteX6" fmla="*/ 345212 w 647561"/>
                      <a:gd name="connsiteY6" fmla="*/ 1177892 h 1199758"/>
                      <a:gd name="connsiteX7" fmla="*/ 167412 w 647561"/>
                      <a:gd name="connsiteY7" fmla="*/ 990568 h 1199758"/>
                      <a:gd name="connsiteX8" fmla="*/ 326165 w 647561"/>
                      <a:gd name="connsiteY8" fmla="*/ 768322 h 1199758"/>
                      <a:gd name="connsiteX9" fmla="*/ 527599 w 647561"/>
                      <a:gd name="connsiteY9" fmla="*/ 516023 h 1199758"/>
                      <a:gd name="connsiteX10" fmla="*/ 646273 w 647561"/>
                      <a:gd name="connsiteY10" fmla="*/ 264586 h 1199758"/>
                      <a:gd name="connsiteX11" fmla="*/ 447503 w 647561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222 w 647578"/>
                      <a:gd name="connsiteY0" fmla="*/ 9019 h 1199758"/>
                      <a:gd name="connsiteX1" fmla="*/ 346817 w 647578"/>
                      <a:gd name="connsiteY1" fmla="*/ 459870 h 1199758"/>
                      <a:gd name="connsiteX2" fmla="*/ 189970 w 647578"/>
                      <a:gd name="connsiteY2" fmla="*/ 613761 h 1199758"/>
                      <a:gd name="connsiteX3" fmla="*/ 73911 w 647578"/>
                      <a:gd name="connsiteY3" fmla="*/ 919868 h 1199758"/>
                      <a:gd name="connsiteX4" fmla="*/ 1471 w 647578"/>
                      <a:gd name="connsiteY4" fmla="*/ 1037767 h 1199758"/>
                      <a:gd name="connsiteX5" fmla="*/ 107244 w 647578"/>
                      <a:gd name="connsiteY5" fmla="*/ 1100461 h 1199758"/>
                      <a:gd name="connsiteX6" fmla="*/ 345335 w 647578"/>
                      <a:gd name="connsiteY6" fmla="*/ 1177892 h 1199758"/>
                      <a:gd name="connsiteX7" fmla="*/ 167535 w 647578"/>
                      <a:gd name="connsiteY7" fmla="*/ 990568 h 1199758"/>
                      <a:gd name="connsiteX8" fmla="*/ 326288 w 647578"/>
                      <a:gd name="connsiteY8" fmla="*/ 768322 h 1199758"/>
                      <a:gd name="connsiteX9" fmla="*/ 525064 w 647578"/>
                      <a:gd name="connsiteY9" fmla="*/ 560000 h 1199758"/>
                      <a:gd name="connsiteX10" fmla="*/ 646396 w 647578"/>
                      <a:gd name="connsiteY10" fmla="*/ 264586 h 1199758"/>
                      <a:gd name="connsiteX11" fmla="*/ 447626 w 647578"/>
                      <a:gd name="connsiteY11" fmla="*/ 0 h 1199758"/>
                      <a:gd name="connsiteX0" fmla="*/ 437243 w 647599"/>
                      <a:gd name="connsiteY0" fmla="*/ 9019 h 1199758"/>
                      <a:gd name="connsiteX1" fmla="*/ 346838 w 647599"/>
                      <a:gd name="connsiteY1" fmla="*/ 459870 h 1199758"/>
                      <a:gd name="connsiteX2" fmla="*/ 195306 w 647599"/>
                      <a:gd name="connsiteY2" fmla="*/ 627504 h 1199758"/>
                      <a:gd name="connsiteX3" fmla="*/ 73932 w 647599"/>
                      <a:gd name="connsiteY3" fmla="*/ 919868 h 1199758"/>
                      <a:gd name="connsiteX4" fmla="*/ 1492 w 647599"/>
                      <a:gd name="connsiteY4" fmla="*/ 1037767 h 1199758"/>
                      <a:gd name="connsiteX5" fmla="*/ 107265 w 647599"/>
                      <a:gd name="connsiteY5" fmla="*/ 1100461 h 1199758"/>
                      <a:gd name="connsiteX6" fmla="*/ 345356 w 647599"/>
                      <a:gd name="connsiteY6" fmla="*/ 1177892 h 1199758"/>
                      <a:gd name="connsiteX7" fmla="*/ 167556 w 647599"/>
                      <a:gd name="connsiteY7" fmla="*/ 990568 h 1199758"/>
                      <a:gd name="connsiteX8" fmla="*/ 326309 w 647599"/>
                      <a:gd name="connsiteY8" fmla="*/ 768322 h 1199758"/>
                      <a:gd name="connsiteX9" fmla="*/ 525085 w 647599"/>
                      <a:gd name="connsiteY9" fmla="*/ 560000 h 1199758"/>
                      <a:gd name="connsiteX10" fmla="*/ 646417 w 647599"/>
                      <a:gd name="connsiteY10" fmla="*/ 264586 h 1199758"/>
                      <a:gd name="connsiteX11" fmla="*/ 447647 w 647599"/>
                      <a:gd name="connsiteY11" fmla="*/ 0 h 1199758"/>
                      <a:gd name="connsiteX0" fmla="*/ 437243 w 644973"/>
                      <a:gd name="connsiteY0" fmla="*/ 9019 h 1199758"/>
                      <a:gd name="connsiteX1" fmla="*/ 346838 w 644973"/>
                      <a:gd name="connsiteY1" fmla="*/ 459870 h 1199758"/>
                      <a:gd name="connsiteX2" fmla="*/ 195306 w 644973"/>
                      <a:gd name="connsiteY2" fmla="*/ 627504 h 1199758"/>
                      <a:gd name="connsiteX3" fmla="*/ 73932 w 644973"/>
                      <a:gd name="connsiteY3" fmla="*/ 919868 h 1199758"/>
                      <a:gd name="connsiteX4" fmla="*/ 1492 w 644973"/>
                      <a:gd name="connsiteY4" fmla="*/ 1037767 h 1199758"/>
                      <a:gd name="connsiteX5" fmla="*/ 107265 w 644973"/>
                      <a:gd name="connsiteY5" fmla="*/ 1100461 h 1199758"/>
                      <a:gd name="connsiteX6" fmla="*/ 345356 w 644973"/>
                      <a:gd name="connsiteY6" fmla="*/ 1177892 h 1199758"/>
                      <a:gd name="connsiteX7" fmla="*/ 167556 w 644973"/>
                      <a:gd name="connsiteY7" fmla="*/ 990568 h 1199758"/>
                      <a:gd name="connsiteX8" fmla="*/ 326309 w 644973"/>
                      <a:gd name="connsiteY8" fmla="*/ 768322 h 1199758"/>
                      <a:gd name="connsiteX9" fmla="*/ 525085 w 644973"/>
                      <a:gd name="connsiteY9" fmla="*/ 560000 h 1199758"/>
                      <a:gd name="connsiteX10" fmla="*/ 643760 w 644973"/>
                      <a:gd name="connsiteY10" fmla="*/ 226106 h 1199758"/>
                      <a:gd name="connsiteX11" fmla="*/ 447647 w 644973"/>
                      <a:gd name="connsiteY11" fmla="*/ 0 h 1199758"/>
                      <a:gd name="connsiteX0" fmla="*/ 437243 w 644211"/>
                      <a:gd name="connsiteY0" fmla="*/ 9019 h 1199758"/>
                      <a:gd name="connsiteX1" fmla="*/ 346838 w 644211"/>
                      <a:gd name="connsiteY1" fmla="*/ 459870 h 1199758"/>
                      <a:gd name="connsiteX2" fmla="*/ 195306 w 644211"/>
                      <a:gd name="connsiteY2" fmla="*/ 627504 h 1199758"/>
                      <a:gd name="connsiteX3" fmla="*/ 73932 w 644211"/>
                      <a:gd name="connsiteY3" fmla="*/ 919868 h 1199758"/>
                      <a:gd name="connsiteX4" fmla="*/ 1492 w 644211"/>
                      <a:gd name="connsiteY4" fmla="*/ 1037767 h 1199758"/>
                      <a:gd name="connsiteX5" fmla="*/ 107265 w 644211"/>
                      <a:gd name="connsiteY5" fmla="*/ 1100461 h 1199758"/>
                      <a:gd name="connsiteX6" fmla="*/ 345356 w 644211"/>
                      <a:gd name="connsiteY6" fmla="*/ 1177892 h 1199758"/>
                      <a:gd name="connsiteX7" fmla="*/ 167556 w 644211"/>
                      <a:gd name="connsiteY7" fmla="*/ 990568 h 1199758"/>
                      <a:gd name="connsiteX8" fmla="*/ 326309 w 644211"/>
                      <a:gd name="connsiteY8" fmla="*/ 768322 h 1199758"/>
                      <a:gd name="connsiteX9" fmla="*/ 525085 w 644211"/>
                      <a:gd name="connsiteY9" fmla="*/ 560000 h 1199758"/>
                      <a:gd name="connsiteX10" fmla="*/ 643760 w 644211"/>
                      <a:gd name="connsiteY10" fmla="*/ 226106 h 1199758"/>
                      <a:gd name="connsiteX11" fmla="*/ 447647 w 644211"/>
                      <a:gd name="connsiteY11" fmla="*/ 0 h 1199758"/>
                      <a:gd name="connsiteX0" fmla="*/ 437243 w 644059"/>
                      <a:gd name="connsiteY0" fmla="*/ 9019 h 1199758"/>
                      <a:gd name="connsiteX1" fmla="*/ 346838 w 644059"/>
                      <a:gd name="connsiteY1" fmla="*/ 459870 h 1199758"/>
                      <a:gd name="connsiteX2" fmla="*/ 195306 w 644059"/>
                      <a:gd name="connsiteY2" fmla="*/ 627504 h 1199758"/>
                      <a:gd name="connsiteX3" fmla="*/ 73932 w 644059"/>
                      <a:gd name="connsiteY3" fmla="*/ 919868 h 1199758"/>
                      <a:gd name="connsiteX4" fmla="*/ 1492 w 644059"/>
                      <a:gd name="connsiteY4" fmla="*/ 1037767 h 1199758"/>
                      <a:gd name="connsiteX5" fmla="*/ 107265 w 644059"/>
                      <a:gd name="connsiteY5" fmla="*/ 1100461 h 1199758"/>
                      <a:gd name="connsiteX6" fmla="*/ 345356 w 644059"/>
                      <a:gd name="connsiteY6" fmla="*/ 1177892 h 1199758"/>
                      <a:gd name="connsiteX7" fmla="*/ 167556 w 644059"/>
                      <a:gd name="connsiteY7" fmla="*/ 990568 h 1199758"/>
                      <a:gd name="connsiteX8" fmla="*/ 326309 w 644059"/>
                      <a:gd name="connsiteY8" fmla="*/ 768322 h 1199758"/>
                      <a:gd name="connsiteX9" fmla="*/ 525085 w 644059"/>
                      <a:gd name="connsiteY9" fmla="*/ 560000 h 1199758"/>
                      <a:gd name="connsiteX10" fmla="*/ 643760 w 644059"/>
                      <a:gd name="connsiteY10" fmla="*/ 226106 h 1199758"/>
                      <a:gd name="connsiteX11" fmla="*/ 447647 w 644059"/>
                      <a:gd name="connsiteY11" fmla="*/ 0 h 1199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4059" h="1199758">
                        <a:moveTo>
                          <a:pt x="437243" y="9019"/>
                        </a:moveTo>
                        <a:cubicBezTo>
                          <a:pt x="387719" y="202576"/>
                          <a:pt x="387161" y="356789"/>
                          <a:pt x="346838" y="459870"/>
                        </a:cubicBezTo>
                        <a:cubicBezTo>
                          <a:pt x="306515" y="562951"/>
                          <a:pt x="240790" y="550838"/>
                          <a:pt x="195306" y="627504"/>
                        </a:cubicBezTo>
                        <a:cubicBezTo>
                          <a:pt x="149822" y="704170"/>
                          <a:pt x="106234" y="851491"/>
                          <a:pt x="73932" y="919868"/>
                        </a:cubicBezTo>
                        <a:cubicBezTo>
                          <a:pt x="41630" y="988245"/>
                          <a:pt x="-9378" y="982931"/>
                          <a:pt x="1492" y="1037767"/>
                        </a:cubicBezTo>
                        <a:cubicBezTo>
                          <a:pt x="12362" y="1092603"/>
                          <a:pt x="96682" y="1097286"/>
                          <a:pt x="107265" y="1100461"/>
                        </a:cubicBezTo>
                        <a:cubicBezTo>
                          <a:pt x="216273" y="1168194"/>
                          <a:pt x="278554" y="1235658"/>
                          <a:pt x="345356" y="1177892"/>
                        </a:cubicBezTo>
                        <a:cubicBezTo>
                          <a:pt x="335831" y="1115450"/>
                          <a:pt x="231585" y="1096401"/>
                          <a:pt x="167556" y="990568"/>
                        </a:cubicBezTo>
                        <a:cubicBezTo>
                          <a:pt x="164382" y="926540"/>
                          <a:pt x="222956" y="888498"/>
                          <a:pt x="326309" y="768322"/>
                        </a:cubicBezTo>
                        <a:cubicBezTo>
                          <a:pt x="450428" y="638527"/>
                          <a:pt x="405953" y="676521"/>
                          <a:pt x="525085" y="560000"/>
                        </a:cubicBezTo>
                        <a:cubicBezTo>
                          <a:pt x="563185" y="387492"/>
                          <a:pt x="632747" y="338679"/>
                          <a:pt x="643760" y="226106"/>
                        </a:cubicBezTo>
                        <a:cubicBezTo>
                          <a:pt x="652934" y="132333"/>
                          <a:pt x="448502" y="1010"/>
                          <a:pt x="44764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28" name="任意多边形: 形状 1327">
                    <a:extLst>
                      <a:ext uri="{FF2B5EF4-FFF2-40B4-BE49-F238E27FC236}">
                        <a16:creationId xmlns:a16="http://schemas.microsoft.com/office/drawing/2014/main" id="{B700C23E-6199-1756-C1C6-625D7DAD8AA4}"/>
                      </a:ext>
                    </a:extLst>
                  </p:cNvPr>
                  <p:cNvSpPr/>
                  <p:nvPr/>
                </p:nvSpPr>
                <p:spPr>
                  <a:xfrm>
                    <a:off x="1066267" y="7119093"/>
                    <a:ext cx="1256664" cy="312445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42078 w 882978"/>
                      <a:gd name="connsiteY13" fmla="*/ 1247590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95025"/>
                      <a:gd name="connsiteY0" fmla="*/ 1088604 h 2752057"/>
                      <a:gd name="connsiteX1" fmla="*/ 443239 w 895025"/>
                      <a:gd name="connsiteY1" fmla="*/ 1310854 h 2752057"/>
                      <a:gd name="connsiteX2" fmla="*/ 440063 w 895025"/>
                      <a:gd name="connsiteY2" fmla="*/ 1609304 h 2752057"/>
                      <a:gd name="connsiteX3" fmla="*/ 390851 w 895025"/>
                      <a:gd name="connsiteY3" fmla="*/ 1968079 h 2752057"/>
                      <a:gd name="connsiteX4" fmla="*/ 162250 w 895025"/>
                      <a:gd name="connsiteY4" fmla="*/ 2223666 h 2752057"/>
                      <a:gd name="connsiteX5" fmla="*/ 86054 w 895025"/>
                      <a:gd name="connsiteY5" fmla="*/ 2466557 h 2752057"/>
                      <a:gd name="connsiteX6" fmla="*/ 326 w 895025"/>
                      <a:gd name="connsiteY6" fmla="*/ 2587204 h 2752057"/>
                      <a:gd name="connsiteX7" fmla="*/ 119388 w 895025"/>
                      <a:gd name="connsiteY7" fmla="*/ 2685629 h 2752057"/>
                      <a:gd name="connsiteX8" fmla="*/ 365451 w 895025"/>
                      <a:gd name="connsiteY8" fmla="*/ 2730078 h 2752057"/>
                      <a:gd name="connsiteX9" fmla="*/ 187651 w 895025"/>
                      <a:gd name="connsiteY9" fmla="*/ 2542754 h 2752057"/>
                      <a:gd name="connsiteX10" fmla="*/ 346404 w 895025"/>
                      <a:gd name="connsiteY10" fmla="*/ 2320508 h 2752057"/>
                      <a:gd name="connsiteX11" fmla="*/ 587701 w 895025"/>
                      <a:gd name="connsiteY11" fmla="*/ 2079204 h 2752057"/>
                      <a:gd name="connsiteX12" fmla="*/ 884434 w 895025"/>
                      <a:gd name="connsiteY12" fmla="*/ 1463584 h 2752057"/>
                      <a:gd name="connsiteX13" fmla="*/ 842078 w 895025"/>
                      <a:gd name="connsiteY13" fmla="*/ 1247590 h 2752057"/>
                      <a:gd name="connsiteX14" fmla="*/ 825826 w 895025"/>
                      <a:gd name="connsiteY14" fmla="*/ 1069554 h 2752057"/>
                      <a:gd name="connsiteX15" fmla="*/ 880250 w 895025"/>
                      <a:gd name="connsiteY15" fmla="*/ 794184 h 2752057"/>
                      <a:gd name="connsiteX16" fmla="*/ 759154 w 895025"/>
                      <a:gd name="connsiteY16" fmla="*/ 440907 h 2752057"/>
                      <a:gd name="connsiteX17" fmla="*/ 848054 w 895025"/>
                      <a:gd name="connsiteY17" fmla="*/ 374232 h 2752057"/>
                      <a:gd name="connsiteX18" fmla="*/ 882978 w 895025"/>
                      <a:gd name="connsiteY18" fmla="*/ 256757 h 2752057"/>
                      <a:gd name="connsiteX19" fmla="*/ 838529 w 895025"/>
                      <a:gd name="connsiteY19" fmla="*/ 82132 h 2752057"/>
                      <a:gd name="connsiteX20" fmla="*/ 662313 w 895025"/>
                      <a:gd name="connsiteY20" fmla="*/ 1166 h 2752057"/>
                      <a:gd name="connsiteX21" fmla="*/ 517853 w 895025"/>
                      <a:gd name="connsiteY21" fmla="*/ 167857 h 2752057"/>
                      <a:gd name="connsiteX22" fmla="*/ 613103 w 895025"/>
                      <a:gd name="connsiteY22" fmla="*/ 399631 h 2752057"/>
                      <a:gd name="connsiteX23" fmla="*/ 530551 w 895025"/>
                      <a:gd name="connsiteY23" fmla="*/ 558379 h 2752057"/>
                      <a:gd name="connsiteX24" fmla="*/ 486101 w 895025"/>
                      <a:gd name="connsiteY24" fmla="*/ 672678 h 2752057"/>
                      <a:gd name="connsiteX25" fmla="*/ 508326 w 895025"/>
                      <a:gd name="connsiteY25" fmla="*/ 1088604 h 2752057"/>
                      <a:gd name="connsiteX0" fmla="*/ 508326 w 887685"/>
                      <a:gd name="connsiteY0" fmla="*/ 1088604 h 2752057"/>
                      <a:gd name="connsiteX1" fmla="*/ 443239 w 887685"/>
                      <a:gd name="connsiteY1" fmla="*/ 1310854 h 2752057"/>
                      <a:gd name="connsiteX2" fmla="*/ 440063 w 887685"/>
                      <a:gd name="connsiteY2" fmla="*/ 1609304 h 2752057"/>
                      <a:gd name="connsiteX3" fmla="*/ 390851 w 887685"/>
                      <a:gd name="connsiteY3" fmla="*/ 1968079 h 2752057"/>
                      <a:gd name="connsiteX4" fmla="*/ 162250 w 887685"/>
                      <a:gd name="connsiteY4" fmla="*/ 2223666 h 2752057"/>
                      <a:gd name="connsiteX5" fmla="*/ 86054 w 887685"/>
                      <a:gd name="connsiteY5" fmla="*/ 2466557 h 2752057"/>
                      <a:gd name="connsiteX6" fmla="*/ 326 w 887685"/>
                      <a:gd name="connsiteY6" fmla="*/ 2587204 h 2752057"/>
                      <a:gd name="connsiteX7" fmla="*/ 119388 w 887685"/>
                      <a:gd name="connsiteY7" fmla="*/ 2685629 h 2752057"/>
                      <a:gd name="connsiteX8" fmla="*/ 365451 w 887685"/>
                      <a:gd name="connsiteY8" fmla="*/ 2730078 h 2752057"/>
                      <a:gd name="connsiteX9" fmla="*/ 187651 w 887685"/>
                      <a:gd name="connsiteY9" fmla="*/ 2542754 h 2752057"/>
                      <a:gd name="connsiteX10" fmla="*/ 346404 w 887685"/>
                      <a:gd name="connsiteY10" fmla="*/ 2320508 h 2752057"/>
                      <a:gd name="connsiteX11" fmla="*/ 587701 w 887685"/>
                      <a:gd name="connsiteY11" fmla="*/ 2079204 h 2752057"/>
                      <a:gd name="connsiteX12" fmla="*/ 884434 w 887685"/>
                      <a:gd name="connsiteY12" fmla="*/ 1463584 h 2752057"/>
                      <a:gd name="connsiteX13" fmla="*/ 842078 w 887685"/>
                      <a:gd name="connsiteY13" fmla="*/ 1247590 h 2752057"/>
                      <a:gd name="connsiteX14" fmla="*/ 825826 w 887685"/>
                      <a:gd name="connsiteY14" fmla="*/ 1069554 h 2752057"/>
                      <a:gd name="connsiteX15" fmla="*/ 880250 w 887685"/>
                      <a:gd name="connsiteY15" fmla="*/ 794184 h 2752057"/>
                      <a:gd name="connsiteX16" fmla="*/ 759154 w 887685"/>
                      <a:gd name="connsiteY16" fmla="*/ 440907 h 2752057"/>
                      <a:gd name="connsiteX17" fmla="*/ 848054 w 887685"/>
                      <a:gd name="connsiteY17" fmla="*/ 374232 h 2752057"/>
                      <a:gd name="connsiteX18" fmla="*/ 882978 w 887685"/>
                      <a:gd name="connsiteY18" fmla="*/ 256757 h 2752057"/>
                      <a:gd name="connsiteX19" fmla="*/ 838529 w 887685"/>
                      <a:gd name="connsiteY19" fmla="*/ 82132 h 2752057"/>
                      <a:gd name="connsiteX20" fmla="*/ 662313 w 887685"/>
                      <a:gd name="connsiteY20" fmla="*/ 1166 h 2752057"/>
                      <a:gd name="connsiteX21" fmla="*/ 517853 w 887685"/>
                      <a:gd name="connsiteY21" fmla="*/ 167857 h 2752057"/>
                      <a:gd name="connsiteX22" fmla="*/ 613103 w 887685"/>
                      <a:gd name="connsiteY22" fmla="*/ 399631 h 2752057"/>
                      <a:gd name="connsiteX23" fmla="*/ 530551 w 887685"/>
                      <a:gd name="connsiteY23" fmla="*/ 558379 h 2752057"/>
                      <a:gd name="connsiteX24" fmla="*/ 486101 w 887685"/>
                      <a:gd name="connsiteY24" fmla="*/ 672678 h 2752057"/>
                      <a:gd name="connsiteX25" fmla="*/ 508326 w 887685"/>
                      <a:gd name="connsiteY25" fmla="*/ 1088604 h 2752057"/>
                      <a:gd name="connsiteX0" fmla="*/ 508326 w 1037548"/>
                      <a:gd name="connsiteY0" fmla="*/ 1088604 h 2752057"/>
                      <a:gd name="connsiteX1" fmla="*/ 443239 w 1037548"/>
                      <a:gd name="connsiteY1" fmla="*/ 1310854 h 2752057"/>
                      <a:gd name="connsiteX2" fmla="*/ 440063 w 1037548"/>
                      <a:gd name="connsiteY2" fmla="*/ 1609304 h 2752057"/>
                      <a:gd name="connsiteX3" fmla="*/ 390851 w 1037548"/>
                      <a:gd name="connsiteY3" fmla="*/ 1968079 h 2752057"/>
                      <a:gd name="connsiteX4" fmla="*/ 162250 w 1037548"/>
                      <a:gd name="connsiteY4" fmla="*/ 2223666 h 2752057"/>
                      <a:gd name="connsiteX5" fmla="*/ 86054 w 1037548"/>
                      <a:gd name="connsiteY5" fmla="*/ 2466557 h 2752057"/>
                      <a:gd name="connsiteX6" fmla="*/ 326 w 1037548"/>
                      <a:gd name="connsiteY6" fmla="*/ 2587204 h 2752057"/>
                      <a:gd name="connsiteX7" fmla="*/ 119388 w 1037548"/>
                      <a:gd name="connsiteY7" fmla="*/ 2685629 h 2752057"/>
                      <a:gd name="connsiteX8" fmla="*/ 365451 w 1037548"/>
                      <a:gd name="connsiteY8" fmla="*/ 2730078 h 2752057"/>
                      <a:gd name="connsiteX9" fmla="*/ 187651 w 1037548"/>
                      <a:gd name="connsiteY9" fmla="*/ 2542754 h 2752057"/>
                      <a:gd name="connsiteX10" fmla="*/ 346404 w 1037548"/>
                      <a:gd name="connsiteY10" fmla="*/ 2320508 h 2752057"/>
                      <a:gd name="connsiteX11" fmla="*/ 1031517 w 1037548"/>
                      <a:gd name="connsiteY11" fmla="*/ 1930783 h 2752057"/>
                      <a:gd name="connsiteX12" fmla="*/ 884434 w 1037548"/>
                      <a:gd name="connsiteY12" fmla="*/ 1463584 h 2752057"/>
                      <a:gd name="connsiteX13" fmla="*/ 842078 w 1037548"/>
                      <a:gd name="connsiteY13" fmla="*/ 1247590 h 2752057"/>
                      <a:gd name="connsiteX14" fmla="*/ 825826 w 1037548"/>
                      <a:gd name="connsiteY14" fmla="*/ 1069554 h 2752057"/>
                      <a:gd name="connsiteX15" fmla="*/ 880250 w 1037548"/>
                      <a:gd name="connsiteY15" fmla="*/ 794184 h 2752057"/>
                      <a:gd name="connsiteX16" fmla="*/ 759154 w 1037548"/>
                      <a:gd name="connsiteY16" fmla="*/ 440907 h 2752057"/>
                      <a:gd name="connsiteX17" fmla="*/ 848054 w 1037548"/>
                      <a:gd name="connsiteY17" fmla="*/ 374232 h 2752057"/>
                      <a:gd name="connsiteX18" fmla="*/ 882978 w 1037548"/>
                      <a:gd name="connsiteY18" fmla="*/ 256757 h 2752057"/>
                      <a:gd name="connsiteX19" fmla="*/ 838529 w 1037548"/>
                      <a:gd name="connsiteY19" fmla="*/ 82132 h 2752057"/>
                      <a:gd name="connsiteX20" fmla="*/ 662313 w 1037548"/>
                      <a:gd name="connsiteY20" fmla="*/ 1166 h 2752057"/>
                      <a:gd name="connsiteX21" fmla="*/ 517853 w 1037548"/>
                      <a:gd name="connsiteY21" fmla="*/ 167857 h 2752057"/>
                      <a:gd name="connsiteX22" fmla="*/ 613103 w 1037548"/>
                      <a:gd name="connsiteY22" fmla="*/ 399631 h 2752057"/>
                      <a:gd name="connsiteX23" fmla="*/ 530551 w 1037548"/>
                      <a:gd name="connsiteY23" fmla="*/ 558379 h 2752057"/>
                      <a:gd name="connsiteX24" fmla="*/ 486101 w 1037548"/>
                      <a:gd name="connsiteY24" fmla="*/ 672678 h 2752057"/>
                      <a:gd name="connsiteX25" fmla="*/ 508326 w 1037548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346404 w 1031517"/>
                      <a:gd name="connsiteY10" fmla="*/ 2320508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70207"/>
                      <a:gd name="connsiteY0" fmla="*/ 1088604 h 2752057"/>
                      <a:gd name="connsiteX1" fmla="*/ 443239 w 1070207"/>
                      <a:gd name="connsiteY1" fmla="*/ 1310854 h 2752057"/>
                      <a:gd name="connsiteX2" fmla="*/ 440063 w 1070207"/>
                      <a:gd name="connsiteY2" fmla="*/ 1609304 h 2752057"/>
                      <a:gd name="connsiteX3" fmla="*/ 390851 w 1070207"/>
                      <a:gd name="connsiteY3" fmla="*/ 1968079 h 2752057"/>
                      <a:gd name="connsiteX4" fmla="*/ 162250 w 1070207"/>
                      <a:gd name="connsiteY4" fmla="*/ 2223666 h 2752057"/>
                      <a:gd name="connsiteX5" fmla="*/ 86054 w 1070207"/>
                      <a:gd name="connsiteY5" fmla="*/ 2466557 h 2752057"/>
                      <a:gd name="connsiteX6" fmla="*/ 326 w 1070207"/>
                      <a:gd name="connsiteY6" fmla="*/ 2587204 h 2752057"/>
                      <a:gd name="connsiteX7" fmla="*/ 119388 w 1070207"/>
                      <a:gd name="connsiteY7" fmla="*/ 2685629 h 2752057"/>
                      <a:gd name="connsiteX8" fmla="*/ 365451 w 1070207"/>
                      <a:gd name="connsiteY8" fmla="*/ 2730078 h 2752057"/>
                      <a:gd name="connsiteX9" fmla="*/ 187651 w 1070207"/>
                      <a:gd name="connsiteY9" fmla="*/ 2542754 h 2752057"/>
                      <a:gd name="connsiteX10" fmla="*/ 1005484 w 1070207"/>
                      <a:gd name="connsiteY10" fmla="*/ 2235303 h 2752057"/>
                      <a:gd name="connsiteX11" fmla="*/ 1031517 w 1070207"/>
                      <a:gd name="connsiteY11" fmla="*/ 1930783 h 2752057"/>
                      <a:gd name="connsiteX12" fmla="*/ 884434 w 1070207"/>
                      <a:gd name="connsiteY12" fmla="*/ 1463584 h 2752057"/>
                      <a:gd name="connsiteX13" fmla="*/ 842078 w 1070207"/>
                      <a:gd name="connsiteY13" fmla="*/ 1247590 h 2752057"/>
                      <a:gd name="connsiteX14" fmla="*/ 825826 w 1070207"/>
                      <a:gd name="connsiteY14" fmla="*/ 1069554 h 2752057"/>
                      <a:gd name="connsiteX15" fmla="*/ 880250 w 1070207"/>
                      <a:gd name="connsiteY15" fmla="*/ 794184 h 2752057"/>
                      <a:gd name="connsiteX16" fmla="*/ 759154 w 1070207"/>
                      <a:gd name="connsiteY16" fmla="*/ 440907 h 2752057"/>
                      <a:gd name="connsiteX17" fmla="*/ 848054 w 1070207"/>
                      <a:gd name="connsiteY17" fmla="*/ 374232 h 2752057"/>
                      <a:gd name="connsiteX18" fmla="*/ 882978 w 1070207"/>
                      <a:gd name="connsiteY18" fmla="*/ 256757 h 2752057"/>
                      <a:gd name="connsiteX19" fmla="*/ 838529 w 1070207"/>
                      <a:gd name="connsiteY19" fmla="*/ 82132 h 2752057"/>
                      <a:gd name="connsiteX20" fmla="*/ 662313 w 1070207"/>
                      <a:gd name="connsiteY20" fmla="*/ 1166 h 2752057"/>
                      <a:gd name="connsiteX21" fmla="*/ 517853 w 1070207"/>
                      <a:gd name="connsiteY21" fmla="*/ 167857 h 2752057"/>
                      <a:gd name="connsiteX22" fmla="*/ 613103 w 1070207"/>
                      <a:gd name="connsiteY22" fmla="*/ 399631 h 2752057"/>
                      <a:gd name="connsiteX23" fmla="*/ 530551 w 1070207"/>
                      <a:gd name="connsiteY23" fmla="*/ 558379 h 2752057"/>
                      <a:gd name="connsiteX24" fmla="*/ 486101 w 1070207"/>
                      <a:gd name="connsiteY24" fmla="*/ 672678 h 2752057"/>
                      <a:gd name="connsiteX25" fmla="*/ 508326 w 107020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213220"/>
                      <a:gd name="connsiteY0" fmla="*/ 1088604 h 2716480"/>
                      <a:gd name="connsiteX1" fmla="*/ 443239 w 1213220"/>
                      <a:gd name="connsiteY1" fmla="*/ 1310854 h 2716480"/>
                      <a:gd name="connsiteX2" fmla="*/ 440063 w 1213220"/>
                      <a:gd name="connsiteY2" fmla="*/ 1609304 h 2716480"/>
                      <a:gd name="connsiteX3" fmla="*/ 390851 w 1213220"/>
                      <a:gd name="connsiteY3" fmla="*/ 1968079 h 2716480"/>
                      <a:gd name="connsiteX4" fmla="*/ 162250 w 1213220"/>
                      <a:gd name="connsiteY4" fmla="*/ 2223666 h 2716480"/>
                      <a:gd name="connsiteX5" fmla="*/ 86054 w 1213220"/>
                      <a:gd name="connsiteY5" fmla="*/ 2466557 h 2716480"/>
                      <a:gd name="connsiteX6" fmla="*/ 326 w 1213220"/>
                      <a:gd name="connsiteY6" fmla="*/ 2587204 h 2716480"/>
                      <a:gd name="connsiteX7" fmla="*/ 119388 w 1213220"/>
                      <a:gd name="connsiteY7" fmla="*/ 2685629 h 2716480"/>
                      <a:gd name="connsiteX8" fmla="*/ 1213220 w 1213220"/>
                      <a:gd name="connsiteY8" fmla="*/ 2653118 h 2716480"/>
                      <a:gd name="connsiteX9" fmla="*/ 1011502 w 1213220"/>
                      <a:gd name="connsiteY9" fmla="*/ 2553749 h 2716480"/>
                      <a:gd name="connsiteX10" fmla="*/ 1005484 w 1213220"/>
                      <a:gd name="connsiteY10" fmla="*/ 2235303 h 2716480"/>
                      <a:gd name="connsiteX11" fmla="*/ 1031517 w 1213220"/>
                      <a:gd name="connsiteY11" fmla="*/ 1930783 h 2716480"/>
                      <a:gd name="connsiteX12" fmla="*/ 884434 w 1213220"/>
                      <a:gd name="connsiteY12" fmla="*/ 1463584 h 2716480"/>
                      <a:gd name="connsiteX13" fmla="*/ 842078 w 1213220"/>
                      <a:gd name="connsiteY13" fmla="*/ 1247590 h 2716480"/>
                      <a:gd name="connsiteX14" fmla="*/ 825826 w 1213220"/>
                      <a:gd name="connsiteY14" fmla="*/ 1069554 h 2716480"/>
                      <a:gd name="connsiteX15" fmla="*/ 880250 w 1213220"/>
                      <a:gd name="connsiteY15" fmla="*/ 794184 h 2716480"/>
                      <a:gd name="connsiteX16" fmla="*/ 759154 w 1213220"/>
                      <a:gd name="connsiteY16" fmla="*/ 440907 h 2716480"/>
                      <a:gd name="connsiteX17" fmla="*/ 848054 w 1213220"/>
                      <a:gd name="connsiteY17" fmla="*/ 374232 h 2716480"/>
                      <a:gd name="connsiteX18" fmla="*/ 882978 w 1213220"/>
                      <a:gd name="connsiteY18" fmla="*/ 256757 h 2716480"/>
                      <a:gd name="connsiteX19" fmla="*/ 838529 w 1213220"/>
                      <a:gd name="connsiteY19" fmla="*/ 82132 h 2716480"/>
                      <a:gd name="connsiteX20" fmla="*/ 662313 w 1213220"/>
                      <a:gd name="connsiteY20" fmla="*/ 1166 h 2716480"/>
                      <a:gd name="connsiteX21" fmla="*/ 517853 w 1213220"/>
                      <a:gd name="connsiteY21" fmla="*/ 167857 h 2716480"/>
                      <a:gd name="connsiteX22" fmla="*/ 613103 w 1213220"/>
                      <a:gd name="connsiteY22" fmla="*/ 399631 h 2716480"/>
                      <a:gd name="connsiteX23" fmla="*/ 530551 w 1213220"/>
                      <a:gd name="connsiteY23" fmla="*/ 558379 h 2716480"/>
                      <a:gd name="connsiteX24" fmla="*/ 486101 w 1213220"/>
                      <a:gd name="connsiteY24" fmla="*/ 672678 h 2716480"/>
                      <a:gd name="connsiteX25" fmla="*/ 508326 w 1213220"/>
                      <a:gd name="connsiteY25" fmla="*/ 1088604 h 2716480"/>
                      <a:gd name="connsiteX0" fmla="*/ 563788 w 1268682"/>
                      <a:gd name="connsiteY0" fmla="*/ 1088604 h 2701084"/>
                      <a:gd name="connsiteX1" fmla="*/ 498701 w 1268682"/>
                      <a:gd name="connsiteY1" fmla="*/ 1310854 h 2701084"/>
                      <a:gd name="connsiteX2" fmla="*/ 495525 w 1268682"/>
                      <a:gd name="connsiteY2" fmla="*/ 1609304 h 2701084"/>
                      <a:gd name="connsiteX3" fmla="*/ 446313 w 1268682"/>
                      <a:gd name="connsiteY3" fmla="*/ 1968079 h 2701084"/>
                      <a:gd name="connsiteX4" fmla="*/ 217712 w 1268682"/>
                      <a:gd name="connsiteY4" fmla="*/ 2223666 h 2701084"/>
                      <a:gd name="connsiteX5" fmla="*/ 141516 w 1268682"/>
                      <a:gd name="connsiteY5" fmla="*/ 2466557 h 2701084"/>
                      <a:gd name="connsiteX6" fmla="*/ 55788 w 1268682"/>
                      <a:gd name="connsiteY6" fmla="*/ 2587204 h 2701084"/>
                      <a:gd name="connsiteX7" fmla="*/ 1075770 w 1268682"/>
                      <a:gd name="connsiteY7" fmla="*/ 2663640 h 2701084"/>
                      <a:gd name="connsiteX8" fmla="*/ 1268682 w 1268682"/>
                      <a:gd name="connsiteY8" fmla="*/ 2653118 h 2701084"/>
                      <a:gd name="connsiteX9" fmla="*/ 1066964 w 1268682"/>
                      <a:gd name="connsiteY9" fmla="*/ 2553749 h 2701084"/>
                      <a:gd name="connsiteX10" fmla="*/ 1060946 w 1268682"/>
                      <a:gd name="connsiteY10" fmla="*/ 2235303 h 2701084"/>
                      <a:gd name="connsiteX11" fmla="*/ 1086979 w 1268682"/>
                      <a:gd name="connsiteY11" fmla="*/ 1930783 h 2701084"/>
                      <a:gd name="connsiteX12" fmla="*/ 939896 w 1268682"/>
                      <a:gd name="connsiteY12" fmla="*/ 1463584 h 2701084"/>
                      <a:gd name="connsiteX13" fmla="*/ 897540 w 1268682"/>
                      <a:gd name="connsiteY13" fmla="*/ 1247590 h 2701084"/>
                      <a:gd name="connsiteX14" fmla="*/ 881288 w 1268682"/>
                      <a:gd name="connsiteY14" fmla="*/ 1069554 h 2701084"/>
                      <a:gd name="connsiteX15" fmla="*/ 935712 w 1268682"/>
                      <a:gd name="connsiteY15" fmla="*/ 794184 h 2701084"/>
                      <a:gd name="connsiteX16" fmla="*/ 814616 w 1268682"/>
                      <a:gd name="connsiteY16" fmla="*/ 440907 h 2701084"/>
                      <a:gd name="connsiteX17" fmla="*/ 903516 w 1268682"/>
                      <a:gd name="connsiteY17" fmla="*/ 374232 h 2701084"/>
                      <a:gd name="connsiteX18" fmla="*/ 938440 w 1268682"/>
                      <a:gd name="connsiteY18" fmla="*/ 256757 h 2701084"/>
                      <a:gd name="connsiteX19" fmla="*/ 893991 w 1268682"/>
                      <a:gd name="connsiteY19" fmla="*/ 82132 h 2701084"/>
                      <a:gd name="connsiteX20" fmla="*/ 717775 w 1268682"/>
                      <a:gd name="connsiteY20" fmla="*/ 1166 h 2701084"/>
                      <a:gd name="connsiteX21" fmla="*/ 573315 w 1268682"/>
                      <a:gd name="connsiteY21" fmla="*/ 167857 h 2701084"/>
                      <a:gd name="connsiteX22" fmla="*/ 668565 w 1268682"/>
                      <a:gd name="connsiteY22" fmla="*/ 399631 h 2701084"/>
                      <a:gd name="connsiteX23" fmla="*/ 586013 w 1268682"/>
                      <a:gd name="connsiteY23" fmla="*/ 558379 h 2701084"/>
                      <a:gd name="connsiteX24" fmla="*/ 541563 w 1268682"/>
                      <a:gd name="connsiteY24" fmla="*/ 672678 h 2701084"/>
                      <a:gd name="connsiteX25" fmla="*/ 563788 w 1268682"/>
                      <a:gd name="connsiteY25" fmla="*/ 1088604 h 2701084"/>
                      <a:gd name="connsiteX0" fmla="*/ 464979 w 1169873"/>
                      <a:gd name="connsiteY0" fmla="*/ 1088604 h 2701084"/>
                      <a:gd name="connsiteX1" fmla="*/ 399892 w 1169873"/>
                      <a:gd name="connsiteY1" fmla="*/ 1310854 h 2701084"/>
                      <a:gd name="connsiteX2" fmla="*/ 396716 w 1169873"/>
                      <a:gd name="connsiteY2" fmla="*/ 1609304 h 2701084"/>
                      <a:gd name="connsiteX3" fmla="*/ 347504 w 1169873"/>
                      <a:gd name="connsiteY3" fmla="*/ 1968079 h 2701084"/>
                      <a:gd name="connsiteX4" fmla="*/ 118903 w 1169873"/>
                      <a:gd name="connsiteY4" fmla="*/ 2223666 h 2701084"/>
                      <a:gd name="connsiteX5" fmla="*/ 42707 w 1169873"/>
                      <a:gd name="connsiteY5" fmla="*/ 2466557 h 2701084"/>
                      <a:gd name="connsiteX6" fmla="*/ 831323 w 1169873"/>
                      <a:gd name="connsiteY6" fmla="*/ 2672409 h 2701084"/>
                      <a:gd name="connsiteX7" fmla="*/ 976961 w 1169873"/>
                      <a:gd name="connsiteY7" fmla="*/ 2663640 h 2701084"/>
                      <a:gd name="connsiteX8" fmla="*/ 1169873 w 1169873"/>
                      <a:gd name="connsiteY8" fmla="*/ 2653118 h 2701084"/>
                      <a:gd name="connsiteX9" fmla="*/ 968155 w 1169873"/>
                      <a:gd name="connsiteY9" fmla="*/ 2553749 h 2701084"/>
                      <a:gd name="connsiteX10" fmla="*/ 962137 w 1169873"/>
                      <a:gd name="connsiteY10" fmla="*/ 2235303 h 2701084"/>
                      <a:gd name="connsiteX11" fmla="*/ 988170 w 1169873"/>
                      <a:gd name="connsiteY11" fmla="*/ 1930783 h 2701084"/>
                      <a:gd name="connsiteX12" fmla="*/ 841087 w 1169873"/>
                      <a:gd name="connsiteY12" fmla="*/ 1463584 h 2701084"/>
                      <a:gd name="connsiteX13" fmla="*/ 798731 w 1169873"/>
                      <a:gd name="connsiteY13" fmla="*/ 1247590 h 2701084"/>
                      <a:gd name="connsiteX14" fmla="*/ 782479 w 1169873"/>
                      <a:gd name="connsiteY14" fmla="*/ 1069554 h 2701084"/>
                      <a:gd name="connsiteX15" fmla="*/ 836903 w 1169873"/>
                      <a:gd name="connsiteY15" fmla="*/ 794184 h 2701084"/>
                      <a:gd name="connsiteX16" fmla="*/ 715807 w 1169873"/>
                      <a:gd name="connsiteY16" fmla="*/ 440907 h 2701084"/>
                      <a:gd name="connsiteX17" fmla="*/ 804707 w 1169873"/>
                      <a:gd name="connsiteY17" fmla="*/ 374232 h 2701084"/>
                      <a:gd name="connsiteX18" fmla="*/ 839631 w 1169873"/>
                      <a:gd name="connsiteY18" fmla="*/ 256757 h 2701084"/>
                      <a:gd name="connsiteX19" fmla="*/ 795182 w 1169873"/>
                      <a:gd name="connsiteY19" fmla="*/ 82132 h 2701084"/>
                      <a:gd name="connsiteX20" fmla="*/ 618966 w 1169873"/>
                      <a:gd name="connsiteY20" fmla="*/ 1166 h 2701084"/>
                      <a:gd name="connsiteX21" fmla="*/ 474506 w 1169873"/>
                      <a:gd name="connsiteY21" fmla="*/ 167857 h 2701084"/>
                      <a:gd name="connsiteX22" fmla="*/ 569756 w 1169873"/>
                      <a:gd name="connsiteY22" fmla="*/ 399631 h 2701084"/>
                      <a:gd name="connsiteX23" fmla="*/ 487204 w 1169873"/>
                      <a:gd name="connsiteY23" fmla="*/ 558379 h 2701084"/>
                      <a:gd name="connsiteX24" fmla="*/ 442754 w 1169873"/>
                      <a:gd name="connsiteY24" fmla="*/ 672678 h 2701084"/>
                      <a:gd name="connsiteX25" fmla="*/ 464979 w 1169873"/>
                      <a:gd name="connsiteY25" fmla="*/ 1088604 h 2701084"/>
                      <a:gd name="connsiteX0" fmla="*/ 362436 w 1067330"/>
                      <a:gd name="connsiteY0" fmla="*/ 1088604 h 2701084"/>
                      <a:gd name="connsiteX1" fmla="*/ 297349 w 1067330"/>
                      <a:gd name="connsiteY1" fmla="*/ 1310854 h 2701084"/>
                      <a:gd name="connsiteX2" fmla="*/ 294173 w 1067330"/>
                      <a:gd name="connsiteY2" fmla="*/ 1609304 h 2701084"/>
                      <a:gd name="connsiteX3" fmla="*/ 244961 w 1067330"/>
                      <a:gd name="connsiteY3" fmla="*/ 1968079 h 2701084"/>
                      <a:gd name="connsiteX4" fmla="*/ 16360 w 1067330"/>
                      <a:gd name="connsiteY4" fmla="*/ 2223666 h 2701084"/>
                      <a:gd name="connsiteX5" fmla="*/ 750727 w 1067330"/>
                      <a:gd name="connsiteY5" fmla="*/ 2540768 h 2701084"/>
                      <a:gd name="connsiteX6" fmla="*/ 728780 w 1067330"/>
                      <a:gd name="connsiteY6" fmla="*/ 2672409 h 2701084"/>
                      <a:gd name="connsiteX7" fmla="*/ 874418 w 1067330"/>
                      <a:gd name="connsiteY7" fmla="*/ 2663640 h 2701084"/>
                      <a:gd name="connsiteX8" fmla="*/ 1067330 w 1067330"/>
                      <a:gd name="connsiteY8" fmla="*/ 2653118 h 2701084"/>
                      <a:gd name="connsiteX9" fmla="*/ 865612 w 1067330"/>
                      <a:gd name="connsiteY9" fmla="*/ 2553749 h 2701084"/>
                      <a:gd name="connsiteX10" fmla="*/ 859594 w 1067330"/>
                      <a:gd name="connsiteY10" fmla="*/ 2235303 h 2701084"/>
                      <a:gd name="connsiteX11" fmla="*/ 885627 w 1067330"/>
                      <a:gd name="connsiteY11" fmla="*/ 1930783 h 2701084"/>
                      <a:gd name="connsiteX12" fmla="*/ 738544 w 1067330"/>
                      <a:gd name="connsiteY12" fmla="*/ 1463584 h 2701084"/>
                      <a:gd name="connsiteX13" fmla="*/ 696188 w 1067330"/>
                      <a:gd name="connsiteY13" fmla="*/ 1247590 h 2701084"/>
                      <a:gd name="connsiteX14" fmla="*/ 679936 w 1067330"/>
                      <a:gd name="connsiteY14" fmla="*/ 1069554 h 2701084"/>
                      <a:gd name="connsiteX15" fmla="*/ 734360 w 1067330"/>
                      <a:gd name="connsiteY15" fmla="*/ 794184 h 2701084"/>
                      <a:gd name="connsiteX16" fmla="*/ 613264 w 1067330"/>
                      <a:gd name="connsiteY16" fmla="*/ 440907 h 2701084"/>
                      <a:gd name="connsiteX17" fmla="*/ 702164 w 1067330"/>
                      <a:gd name="connsiteY17" fmla="*/ 374232 h 2701084"/>
                      <a:gd name="connsiteX18" fmla="*/ 737088 w 1067330"/>
                      <a:gd name="connsiteY18" fmla="*/ 256757 h 2701084"/>
                      <a:gd name="connsiteX19" fmla="*/ 692639 w 1067330"/>
                      <a:gd name="connsiteY19" fmla="*/ 82132 h 2701084"/>
                      <a:gd name="connsiteX20" fmla="*/ 516423 w 1067330"/>
                      <a:gd name="connsiteY20" fmla="*/ 1166 h 2701084"/>
                      <a:gd name="connsiteX21" fmla="*/ 371963 w 1067330"/>
                      <a:gd name="connsiteY21" fmla="*/ 167857 h 2701084"/>
                      <a:gd name="connsiteX22" fmla="*/ 467213 w 1067330"/>
                      <a:gd name="connsiteY22" fmla="*/ 399631 h 2701084"/>
                      <a:gd name="connsiteX23" fmla="*/ 384661 w 1067330"/>
                      <a:gd name="connsiteY23" fmla="*/ 558379 h 2701084"/>
                      <a:gd name="connsiteX24" fmla="*/ 340211 w 1067330"/>
                      <a:gd name="connsiteY24" fmla="*/ 672678 h 2701084"/>
                      <a:gd name="connsiteX25" fmla="*/ 362436 w 1067330"/>
                      <a:gd name="connsiteY25" fmla="*/ 1088604 h 2701084"/>
                      <a:gd name="connsiteX0" fmla="*/ 142705 w 847599"/>
                      <a:gd name="connsiteY0" fmla="*/ 1088604 h 2701084"/>
                      <a:gd name="connsiteX1" fmla="*/ 77618 w 847599"/>
                      <a:gd name="connsiteY1" fmla="*/ 1310854 h 2701084"/>
                      <a:gd name="connsiteX2" fmla="*/ 74442 w 847599"/>
                      <a:gd name="connsiteY2" fmla="*/ 1609304 h 2701084"/>
                      <a:gd name="connsiteX3" fmla="*/ 25230 w 847599"/>
                      <a:gd name="connsiteY3" fmla="*/ 1968079 h 2701084"/>
                      <a:gd name="connsiteX4" fmla="*/ 461024 w 847599"/>
                      <a:gd name="connsiteY4" fmla="*/ 2322614 h 2701084"/>
                      <a:gd name="connsiteX5" fmla="*/ 530996 w 847599"/>
                      <a:gd name="connsiteY5" fmla="*/ 2540768 h 2701084"/>
                      <a:gd name="connsiteX6" fmla="*/ 509049 w 847599"/>
                      <a:gd name="connsiteY6" fmla="*/ 2672409 h 2701084"/>
                      <a:gd name="connsiteX7" fmla="*/ 654687 w 847599"/>
                      <a:gd name="connsiteY7" fmla="*/ 2663640 h 2701084"/>
                      <a:gd name="connsiteX8" fmla="*/ 847599 w 847599"/>
                      <a:gd name="connsiteY8" fmla="*/ 2653118 h 2701084"/>
                      <a:gd name="connsiteX9" fmla="*/ 645881 w 847599"/>
                      <a:gd name="connsiteY9" fmla="*/ 2553749 h 2701084"/>
                      <a:gd name="connsiteX10" fmla="*/ 639863 w 847599"/>
                      <a:gd name="connsiteY10" fmla="*/ 2235303 h 2701084"/>
                      <a:gd name="connsiteX11" fmla="*/ 665896 w 847599"/>
                      <a:gd name="connsiteY11" fmla="*/ 1930783 h 2701084"/>
                      <a:gd name="connsiteX12" fmla="*/ 518813 w 847599"/>
                      <a:gd name="connsiteY12" fmla="*/ 1463584 h 2701084"/>
                      <a:gd name="connsiteX13" fmla="*/ 476457 w 847599"/>
                      <a:gd name="connsiteY13" fmla="*/ 1247590 h 2701084"/>
                      <a:gd name="connsiteX14" fmla="*/ 460205 w 847599"/>
                      <a:gd name="connsiteY14" fmla="*/ 1069554 h 2701084"/>
                      <a:gd name="connsiteX15" fmla="*/ 514629 w 847599"/>
                      <a:gd name="connsiteY15" fmla="*/ 794184 h 2701084"/>
                      <a:gd name="connsiteX16" fmla="*/ 393533 w 847599"/>
                      <a:gd name="connsiteY16" fmla="*/ 440907 h 2701084"/>
                      <a:gd name="connsiteX17" fmla="*/ 482433 w 847599"/>
                      <a:gd name="connsiteY17" fmla="*/ 374232 h 2701084"/>
                      <a:gd name="connsiteX18" fmla="*/ 517357 w 847599"/>
                      <a:gd name="connsiteY18" fmla="*/ 256757 h 2701084"/>
                      <a:gd name="connsiteX19" fmla="*/ 472908 w 847599"/>
                      <a:gd name="connsiteY19" fmla="*/ 82132 h 2701084"/>
                      <a:gd name="connsiteX20" fmla="*/ 296692 w 847599"/>
                      <a:gd name="connsiteY20" fmla="*/ 1166 h 2701084"/>
                      <a:gd name="connsiteX21" fmla="*/ 152232 w 847599"/>
                      <a:gd name="connsiteY21" fmla="*/ 167857 h 2701084"/>
                      <a:gd name="connsiteX22" fmla="*/ 247482 w 847599"/>
                      <a:gd name="connsiteY22" fmla="*/ 399631 h 2701084"/>
                      <a:gd name="connsiteX23" fmla="*/ 164930 w 847599"/>
                      <a:gd name="connsiteY23" fmla="*/ 558379 h 2701084"/>
                      <a:gd name="connsiteX24" fmla="*/ 120480 w 847599"/>
                      <a:gd name="connsiteY24" fmla="*/ 672678 h 2701084"/>
                      <a:gd name="connsiteX25" fmla="*/ 142705 w 847599"/>
                      <a:gd name="connsiteY25" fmla="*/ 1088604 h 2701084"/>
                      <a:gd name="connsiteX0" fmla="*/ 93780 w 798674"/>
                      <a:gd name="connsiteY0" fmla="*/ 1088604 h 2701084"/>
                      <a:gd name="connsiteX1" fmla="*/ 28693 w 798674"/>
                      <a:gd name="connsiteY1" fmla="*/ 1310854 h 2701084"/>
                      <a:gd name="connsiteX2" fmla="*/ 25517 w 798674"/>
                      <a:gd name="connsiteY2" fmla="*/ 1609304 h 2701084"/>
                      <a:gd name="connsiteX3" fmla="*/ 454670 w 798674"/>
                      <a:gd name="connsiteY3" fmla="*/ 1987319 h 2701084"/>
                      <a:gd name="connsiteX4" fmla="*/ 412099 w 798674"/>
                      <a:gd name="connsiteY4" fmla="*/ 2322614 h 2701084"/>
                      <a:gd name="connsiteX5" fmla="*/ 482071 w 798674"/>
                      <a:gd name="connsiteY5" fmla="*/ 2540768 h 2701084"/>
                      <a:gd name="connsiteX6" fmla="*/ 460124 w 798674"/>
                      <a:gd name="connsiteY6" fmla="*/ 2672409 h 2701084"/>
                      <a:gd name="connsiteX7" fmla="*/ 605762 w 798674"/>
                      <a:gd name="connsiteY7" fmla="*/ 2663640 h 2701084"/>
                      <a:gd name="connsiteX8" fmla="*/ 798674 w 798674"/>
                      <a:gd name="connsiteY8" fmla="*/ 2653118 h 2701084"/>
                      <a:gd name="connsiteX9" fmla="*/ 596956 w 798674"/>
                      <a:gd name="connsiteY9" fmla="*/ 2553749 h 2701084"/>
                      <a:gd name="connsiteX10" fmla="*/ 590938 w 798674"/>
                      <a:gd name="connsiteY10" fmla="*/ 2235303 h 2701084"/>
                      <a:gd name="connsiteX11" fmla="*/ 616971 w 798674"/>
                      <a:gd name="connsiteY11" fmla="*/ 1930783 h 2701084"/>
                      <a:gd name="connsiteX12" fmla="*/ 469888 w 798674"/>
                      <a:gd name="connsiteY12" fmla="*/ 1463584 h 2701084"/>
                      <a:gd name="connsiteX13" fmla="*/ 427532 w 798674"/>
                      <a:gd name="connsiteY13" fmla="*/ 1247590 h 2701084"/>
                      <a:gd name="connsiteX14" fmla="*/ 411280 w 798674"/>
                      <a:gd name="connsiteY14" fmla="*/ 1069554 h 2701084"/>
                      <a:gd name="connsiteX15" fmla="*/ 465704 w 798674"/>
                      <a:gd name="connsiteY15" fmla="*/ 794184 h 2701084"/>
                      <a:gd name="connsiteX16" fmla="*/ 344608 w 798674"/>
                      <a:gd name="connsiteY16" fmla="*/ 440907 h 2701084"/>
                      <a:gd name="connsiteX17" fmla="*/ 433508 w 798674"/>
                      <a:gd name="connsiteY17" fmla="*/ 374232 h 2701084"/>
                      <a:gd name="connsiteX18" fmla="*/ 468432 w 798674"/>
                      <a:gd name="connsiteY18" fmla="*/ 256757 h 2701084"/>
                      <a:gd name="connsiteX19" fmla="*/ 423983 w 798674"/>
                      <a:gd name="connsiteY19" fmla="*/ 82132 h 2701084"/>
                      <a:gd name="connsiteX20" fmla="*/ 247767 w 798674"/>
                      <a:gd name="connsiteY20" fmla="*/ 1166 h 2701084"/>
                      <a:gd name="connsiteX21" fmla="*/ 103307 w 798674"/>
                      <a:gd name="connsiteY21" fmla="*/ 167857 h 2701084"/>
                      <a:gd name="connsiteX22" fmla="*/ 198557 w 798674"/>
                      <a:gd name="connsiteY22" fmla="*/ 399631 h 2701084"/>
                      <a:gd name="connsiteX23" fmla="*/ 116005 w 798674"/>
                      <a:gd name="connsiteY23" fmla="*/ 558379 h 2701084"/>
                      <a:gd name="connsiteX24" fmla="*/ 71555 w 798674"/>
                      <a:gd name="connsiteY24" fmla="*/ 672678 h 2701084"/>
                      <a:gd name="connsiteX25" fmla="*/ 93780 w 798674"/>
                      <a:gd name="connsiteY25" fmla="*/ 1088604 h 2701084"/>
                      <a:gd name="connsiteX0" fmla="*/ 65087 w 769981"/>
                      <a:gd name="connsiteY0" fmla="*/ 1088604 h 2701084"/>
                      <a:gd name="connsiteX1" fmla="*/ 0 w 769981"/>
                      <a:gd name="connsiteY1" fmla="*/ 1310854 h 2701084"/>
                      <a:gd name="connsiteX2" fmla="*/ 201457 w 769981"/>
                      <a:gd name="connsiteY2" fmla="*/ 1634041 h 2701084"/>
                      <a:gd name="connsiteX3" fmla="*/ 425977 w 769981"/>
                      <a:gd name="connsiteY3" fmla="*/ 1987319 h 2701084"/>
                      <a:gd name="connsiteX4" fmla="*/ 383406 w 769981"/>
                      <a:gd name="connsiteY4" fmla="*/ 2322614 h 2701084"/>
                      <a:gd name="connsiteX5" fmla="*/ 453378 w 769981"/>
                      <a:gd name="connsiteY5" fmla="*/ 2540768 h 2701084"/>
                      <a:gd name="connsiteX6" fmla="*/ 431431 w 769981"/>
                      <a:gd name="connsiteY6" fmla="*/ 2672409 h 2701084"/>
                      <a:gd name="connsiteX7" fmla="*/ 577069 w 769981"/>
                      <a:gd name="connsiteY7" fmla="*/ 2663640 h 2701084"/>
                      <a:gd name="connsiteX8" fmla="*/ 769981 w 769981"/>
                      <a:gd name="connsiteY8" fmla="*/ 2653118 h 2701084"/>
                      <a:gd name="connsiteX9" fmla="*/ 568263 w 769981"/>
                      <a:gd name="connsiteY9" fmla="*/ 2553749 h 2701084"/>
                      <a:gd name="connsiteX10" fmla="*/ 562245 w 769981"/>
                      <a:gd name="connsiteY10" fmla="*/ 2235303 h 2701084"/>
                      <a:gd name="connsiteX11" fmla="*/ 588278 w 769981"/>
                      <a:gd name="connsiteY11" fmla="*/ 1930783 h 2701084"/>
                      <a:gd name="connsiteX12" fmla="*/ 441195 w 769981"/>
                      <a:gd name="connsiteY12" fmla="*/ 1463584 h 2701084"/>
                      <a:gd name="connsiteX13" fmla="*/ 398839 w 769981"/>
                      <a:gd name="connsiteY13" fmla="*/ 1247590 h 2701084"/>
                      <a:gd name="connsiteX14" fmla="*/ 382587 w 769981"/>
                      <a:gd name="connsiteY14" fmla="*/ 1069554 h 2701084"/>
                      <a:gd name="connsiteX15" fmla="*/ 437011 w 769981"/>
                      <a:gd name="connsiteY15" fmla="*/ 794184 h 2701084"/>
                      <a:gd name="connsiteX16" fmla="*/ 315915 w 769981"/>
                      <a:gd name="connsiteY16" fmla="*/ 440907 h 2701084"/>
                      <a:gd name="connsiteX17" fmla="*/ 404815 w 769981"/>
                      <a:gd name="connsiteY17" fmla="*/ 374232 h 2701084"/>
                      <a:gd name="connsiteX18" fmla="*/ 439739 w 769981"/>
                      <a:gd name="connsiteY18" fmla="*/ 256757 h 2701084"/>
                      <a:gd name="connsiteX19" fmla="*/ 395290 w 769981"/>
                      <a:gd name="connsiteY19" fmla="*/ 82132 h 2701084"/>
                      <a:gd name="connsiteX20" fmla="*/ 219074 w 769981"/>
                      <a:gd name="connsiteY20" fmla="*/ 1166 h 2701084"/>
                      <a:gd name="connsiteX21" fmla="*/ 74614 w 769981"/>
                      <a:gd name="connsiteY21" fmla="*/ 167857 h 2701084"/>
                      <a:gd name="connsiteX22" fmla="*/ 169864 w 769981"/>
                      <a:gd name="connsiteY22" fmla="*/ 399631 h 2701084"/>
                      <a:gd name="connsiteX23" fmla="*/ 87312 w 769981"/>
                      <a:gd name="connsiteY23" fmla="*/ 558379 h 2701084"/>
                      <a:gd name="connsiteX24" fmla="*/ 42862 w 769981"/>
                      <a:gd name="connsiteY24" fmla="*/ 672678 h 2701084"/>
                      <a:gd name="connsiteX25" fmla="*/ 65087 w 769981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78067 w 728457"/>
                      <a:gd name="connsiteY1" fmla="*/ 1330093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91354 w 728457"/>
                      <a:gd name="connsiteY1" fmla="*/ 1327344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32925 w 727189"/>
                      <a:gd name="connsiteY0" fmla="*/ 1083108 h 2701084"/>
                      <a:gd name="connsiteX1" fmla="*/ 90086 w 727189"/>
                      <a:gd name="connsiteY1" fmla="*/ 1327344 h 2701084"/>
                      <a:gd name="connsiteX2" fmla="*/ 158665 w 727189"/>
                      <a:gd name="connsiteY2" fmla="*/ 1634041 h 2701084"/>
                      <a:gd name="connsiteX3" fmla="*/ 383185 w 727189"/>
                      <a:gd name="connsiteY3" fmla="*/ 1987319 h 2701084"/>
                      <a:gd name="connsiteX4" fmla="*/ 340614 w 727189"/>
                      <a:gd name="connsiteY4" fmla="*/ 2322614 h 2701084"/>
                      <a:gd name="connsiteX5" fmla="*/ 410586 w 727189"/>
                      <a:gd name="connsiteY5" fmla="*/ 2540768 h 2701084"/>
                      <a:gd name="connsiteX6" fmla="*/ 388639 w 727189"/>
                      <a:gd name="connsiteY6" fmla="*/ 2672409 h 2701084"/>
                      <a:gd name="connsiteX7" fmla="*/ 534277 w 727189"/>
                      <a:gd name="connsiteY7" fmla="*/ 2663640 h 2701084"/>
                      <a:gd name="connsiteX8" fmla="*/ 727189 w 727189"/>
                      <a:gd name="connsiteY8" fmla="*/ 2653118 h 2701084"/>
                      <a:gd name="connsiteX9" fmla="*/ 525471 w 727189"/>
                      <a:gd name="connsiteY9" fmla="*/ 2553749 h 2701084"/>
                      <a:gd name="connsiteX10" fmla="*/ 519453 w 727189"/>
                      <a:gd name="connsiteY10" fmla="*/ 2235303 h 2701084"/>
                      <a:gd name="connsiteX11" fmla="*/ 545486 w 727189"/>
                      <a:gd name="connsiteY11" fmla="*/ 1930783 h 2701084"/>
                      <a:gd name="connsiteX12" fmla="*/ 398403 w 727189"/>
                      <a:gd name="connsiteY12" fmla="*/ 1463584 h 2701084"/>
                      <a:gd name="connsiteX13" fmla="*/ 356047 w 727189"/>
                      <a:gd name="connsiteY13" fmla="*/ 1247590 h 2701084"/>
                      <a:gd name="connsiteX14" fmla="*/ 339795 w 727189"/>
                      <a:gd name="connsiteY14" fmla="*/ 1069554 h 2701084"/>
                      <a:gd name="connsiteX15" fmla="*/ 394219 w 727189"/>
                      <a:gd name="connsiteY15" fmla="*/ 794184 h 2701084"/>
                      <a:gd name="connsiteX16" fmla="*/ 273123 w 727189"/>
                      <a:gd name="connsiteY16" fmla="*/ 440907 h 2701084"/>
                      <a:gd name="connsiteX17" fmla="*/ 362023 w 727189"/>
                      <a:gd name="connsiteY17" fmla="*/ 374232 h 2701084"/>
                      <a:gd name="connsiteX18" fmla="*/ 396947 w 727189"/>
                      <a:gd name="connsiteY18" fmla="*/ 256757 h 2701084"/>
                      <a:gd name="connsiteX19" fmla="*/ 352498 w 727189"/>
                      <a:gd name="connsiteY19" fmla="*/ 82132 h 2701084"/>
                      <a:gd name="connsiteX20" fmla="*/ 176282 w 727189"/>
                      <a:gd name="connsiteY20" fmla="*/ 1166 h 2701084"/>
                      <a:gd name="connsiteX21" fmla="*/ 31822 w 727189"/>
                      <a:gd name="connsiteY21" fmla="*/ 167857 h 2701084"/>
                      <a:gd name="connsiteX22" fmla="*/ 127072 w 727189"/>
                      <a:gd name="connsiteY22" fmla="*/ 399631 h 2701084"/>
                      <a:gd name="connsiteX23" fmla="*/ 44520 w 727189"/>
                      <a:gd name="connsiteY23" fmla="*/ 558379 h 2701084"/>
                      <a:gd name="connsiteX24" fmla="*/ 70 w 727189"/>
                      <a:gd name="connsiteY24" fmla="*/ 672678 h 2701084"/>
                      <a:gd name="connsiteX25" fmla="*/ 32925 w 727189"/>
                      <a:gd name="connsiteY25" fmla="*/ 1083108 h 2701084"/>
                      <a:gd name="connsiteX0" fmla="*/ 7793 w 702057"/>
                      <a:gd name="connsiteY0" fmla="*/ 1083108 h 2701084"/>
                      <a:gd name="connsiteX1" fmla="*/ 64954 w 702057"/>
                      <a:gd name="connsiteY1" fmla="*/ 1327344 h 2701084"/>
                      <a:gd name="connsiteX2" fmla="*/ 133533 w 702057"/>
                      <a:gd name="connsiteY2" fmla="*/ 1634041 h 2701084"/>
                      <a:gd name="connsiteX3" fmla="*/ 358053 w 702057"/>
                      <a:gd name="connsiteY3" fmla="*/ 1987319 h 2701084"/>
                      <a:gd name="connsiteX4" fmla="*/ 315482 w 702057"/>
                      <a:gd name="connsiteY4" fmla="*/ 2322614 h 2701084"/>
                      <a:gd name="connsiteX5" fmla="*/ 385454 w 702057"/>
                      <a:gd name="connsiteY5" fmla="*/ 2540768 h 2701084"/>
                      <a:gd name="connsiteX6" fmla="*/ 363507 w 702057"/>
                      <a:gd name="connsiteY6" fmla="*/ 2672409 h 2701084"/>
                      <a:gd name="connsiteX7" fmla="*/ 509145 w 702057"/>
                      <a:gd name="connsiteY7" fmla="*/ 2663640 h 2701084"/>
                      <a:gd name="connsiteX8" fmla="*/ 702057 w 702057"/>
                      <a:gd name="connsiteY8" fmla="*/ 2653118 h 2701084"/>
                      <a:gd name="connsiteX9" fmla="*/ 500339 w 702057"/>
                      <a:gd name="connsiteY9" fmla="*/ 2553749 h 2701084"/>
                      <a:gd name="connsiteX10" fmla="*/ 494321 w 702057"/>
                      <a:gd name="connsiteY10" fmla="*/ 2235303 h 2701084"/>
                      <a:gd name="connsiteX11" fmla="*/ 520354 w 702057"/>
                      <a:gd name="connsiteY11" fmla="*/ 1930783 h 2701084"/>
                      <a:gd name="connsiteX12" fmla="*/ 373271 w 702057"/>
                      <a:gd name="connsiteY12" fmla="*/ 1463584 h 2701084"/>
                      <a:gd name="connsiteX13" fmla="*/ 330915 w 702057"/>
                      <a:gd name="connsiteY13" fmla="*/ 1247590 h 2701084"/>
                      <a:gd name="connsiteX14" fmla="*/ 314663 w 702057"/>
                      <a:gd name="connsiteY14" fmla="*/ 1069554 h 2701084"/>
                      <a:gd name="connsiteX15" fmla="*/ 369087 w 702057"/>
                      <a:gd name="connsiteY15" fmla="*/ 794184 h 2701084"/>
                      <a:gd name="connsiteX16" fmla="*/ 247991 w 702057"/>
                      <a:gd name="connsiteY16" fmla="*/ 440907 h 2701084"/>
                      <a:gd name="connsiteX17" fmla="*/ 336891 w 702057"/>
                      <a:gd name="connsiteY17" fmla="*/ 374232 h 2701084"/>
                      <a:gd name="connsiteX18" fmla="*/ 371815 w 702057"/>
                      <a:gd name="connsiteY18" fmla="*/ 256757 h 2701084"/>
                      <a:gd name="connsiteX19" fmla="*/ 327366 w 702057"/>
                      <a:gd name="connsiteY19" fmla="*/ 82132 h 2701084"/>
                      <a:gd name="connsiteX20" fmla="*/ 151150 w 702057"/>
                      <a:gd name="connsiteY20" fmla="*/ 1166 h 2701084"/>
                      <a:gd name="connsiteX21" fmla="*/ 6690 w 702057"/>
                      <a:gd name="connsiteY21" fmla="*/ 167857 h 2701084"/>
                      <a:gd name="connsiteX22" fmla="*/ 101940 w 702057"/>
                      <a:gd name="connsiteY22" fmla="*/ 399631 h 2701084"/>
                      <a:gd name="connsiteX23" fmla="*/ 19388 w 702057"/>
                      <a:gd name="connsiteY23" fmla="*/ 558379 h 2701084"/>
                      <a:gd name="connsiteX24" fmla="*/ 1514 w 702057"/>
                      <a:gd name="connsiteY24" fmla="*/ 708409 h 2701084"/>
                      <a:gd name="connsiteX25" fmla="*/ 7793 w 702057"/>
                      <a:gd name="connsiteY25" fmla="*/ 1083108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6832 w 706065"/>
                      <a:gd name="connsiteY4" fmla="*/ 2275888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680239"/>
                      <a:gd name="connsiteX1" fmla="*/ 68962 w 706065"/>
                      <a:gd name="connsiteY1" fmla="*/ 1327344 h 2680239"/>
                      <a:gd name="connsiteX2" fmla="*/ 137541 w 706065"/>
                      <a:gd name="connsiteY2" fmla="*/ 1634041 h 2680239"/>
                      <a:gd name="connsiteX3" fmla="*/ 362061 w 706065"/>
                      <a:gd name="connsiteY3" fmla="*/ 1987319 h 2680239"/>
                      <a:gd name="connsiteX4" fmla="*/ 314174 w 706065"/>
                      <a:gd name="connsiteY4" fmla="*/ 2207174 h 2680239"/>
                      <a:gd name="connsiteX5" fmla="*/ 389462 w 706065"/>
                      <a:gd name="connsiteY5" fmla="*/ 2540768 h 2680239"/>
                      <a:gd name="connsiteX6" fmla="*/ 367515 w 706065"/>
                      <a:gd name="connsiteY6" fmla="*/ 2672409 h 2680239"/>
                      <a:gd name="connsiteX7" fmla="*/ 706065 w 706065"/>
                      <a:gd name="connsiteY7" fmla="*/ 2653118 h 2680239"/>
                      <a:gd name="connsiteX8" fmla="*/ 504347 w 706065"/>
                      <a:gd name="connsiteY8" fmla="*/ 2553749 h 2680239"/>
                      <a:gd name="connsiteX9" fmla="*/ 498329 w 706065"/>
                      <a:gd name="connsiteY9" fmla="*/ 2235303 h 2680239"/>
                      <a:gd name="connsiteX10" fmla="*/ 524362 w 706065"/>
                      <a:gd name="connsiteY10" fmla="*/ 1930783 h 2680239"/>
                      <a:gd name="connsiteX11" fmla="*/ 377279 w 706065"/>
                      <a:gd name="connsiteY11" fmla="*/ 1463584 h 2680239"/>
                      <a:gd name="connsiteX12" fmla="*/ 334923 w 706065"/>
                      <a:gd name="connsiteY12" fmla="*/ 1247590 h 2680239"/>
                      <a:gd name="connsiteX13" fmla="*/ 318671 w 706065"/>
                      <a:gd name="connsiteY13" fmla="*/ 1069554 h 2680239"/>
                      <a:gd name="connsiteX14" fmla="*/ 373095 w 706065"/>
                      <a:gd name="connsiteY14" fmla="*/ 794184 h 2680239"/>
                      <a:gd name="connsiteX15" fmla="*/ 251999 w 706065"/>
                      <a:gd name="connsiteY15" fmla="*/ 440907 h 2680239"/>
                      <a:gd name="connsiteX16" fmla="*/ 340899 w 706065"/>
                      <a:gd name="connsiteY16" fmla="*/ 374232 h 2680239"/>
                      <a:gd name="connsiteX17" fmla="*/ 375823 w 706065"/>
                      <a:gd name="connsiteY17" fmla="*/ 256757 h 2680239"/>
                      <a:gd name="connsiteX18" fmla="*/ 331374 w 706065"/>
                      <a:gd name="connsiteY18" fmla="*/ 82132 h 2680239"/>
                      <a:gd name="connsiteX19" fmla="*/ 155158 w 706065"/>
                      <a:gd name="connsiteY19" fmla="*/ 1166 h 2680239"/>
                      <a:gd name="connsiteX20" fmla="*/ 10698 w 706065"/>
                      <a:gd name="connsiteY20" fmla="*/ 167857 h 2680239"/>
                      <a:gd name="connsiteX21" fmla="*/ 105948 w 706065"/>
                      <a:gd name="connsiteY21" fmla="*/ 399631 h 2680239"/>
                      <a:gd name="connsiteX22" fmla="*/ 23396 w 706065"/>
                      <a:gd name="connsiteY22" fmla="*/ 558379 h 2680239"/>
                      <a:gd name="connsiteX23" fmla="*/ 5522 w 706065"/>
                      <a:gd name="connsiteY23" fmla="*/ 708409 h 2680239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7596"/>
                      <a:gd name="connsiteY0" fmla="*/ 708409 h 2680768"/>
                      <a:gd name="connsiteX1" fmla="*/ 68962 w 707596"/>
                      <a:gd name="connsiteY1" fmla="*/ 1327344 h 2680768"/>
                      <a:gd name="connsiteX2" fmla="*/ 137541 w 707596"/>
                      <a:gd name="connsiteY2" fmla="*/ 1634041 h 2680768"/>
                      <a:gd name="connsiteX3" fmla="*/ 362061 w 707596"/>
                      <a:gd name="connsiteY3" fmla="*/ 1987319 h 2680768"/>
                      <a:gd name="connsiteX4" fmla="*/ 314174 w 707596"/>
                      <a:gd name="connsiteY4" fmla="*/ 2207174 h 2680768"/>
                      <a:gd name="connsiteX5" fmla="*/ 389462 w 707596"/>
                      <a:gd name="connsiteY5" fmla="*/ 2540768 h 2680768"/>
                      <a:gd name="connsiteX6" fmla="*/ 367515 w 707596"/>
                      <a:gd name="connsiteY6" fmla="*/ 2672409 h 2680768"/>
                      <a:gd name="connsiteX7" fmla="*/ 706065 w 707596"/>
                      <a:gd name="connsiteY7" fmla="*/ 2653118 h 2680768"/>
                      <a:gd name="connsiteX8" fmla="*/ 480429 w 707596"/>
                      <a:gd name="connsiteY8" fmla="*/ 2537258 h 2680768"/>
                      <a:gd name="connsiteX9" fmla="*/ 498329 w 707596"/>
                      <a:gd name="connsiteY9" fmla="*/ 2235303 h 2680768"/>
                      <a:gd name="connsiteX10" fmla="*/ 524362 w 707596"/>
                      <a:gd name="connsiteY10" fmla="*/ 1930783 h 2680768"/>
                      <a:gd name="connsiteX11" fmla="*/ 377279 w 707596"/>
                      <a:gd name="connsiteY11" fmla="*/ 1463584 h 2680768"/>
                      <a:gd name="connsiteX12" fmla="*/ 334923 w 707596"/>
                      <a:gd name="connsiteY12" fmla="*/ 1247590 h 2680768"/>
                      <a:gd name="connsiteX13" fmla="*/ 318671 w 707596"/>
                      <a:gd name="connsiteY13" fmla="*/ 1069554 h 2680768"/>
                      <a:gd name="connsiteX14" fmla="*/ 373095 w 707596"/>
                      <a:gd name="connsiteY14" fmla="*/ 794184 h 2680768"/>
                      <a:gd name="connsiteX15" fmla="*/ 251999 w 707596"/>
                      <a:gd name="connsiteY15" fmla="*/ 440907 h 2680768"/>
                      <a:gd name="connsiteX16" fmla="*/ 340899 w 707596"/>
                      <a:gd name="connsiteY16" fmla="*/ 374232 h 2680768"/>
                      <a:gd name="connsiteX17" fmla="*/ 375823 w 707596"/>
                      <a:gd name="connsiteY17" fmla="*/ 256757 h 2680768"/>
                      <a:gd name="connsiteX18" fmla="*/ 331374 w 707596"/>
                      <a:gd name="connsiteY18" fmla="*/ 82132 h 2680768"/>
                      <a:gd name="connsiteX19" fmla="*/ 155158 w 707596"/>
                      <a:gd name="connsiteY19" fmla="*/ 1166 h 2680768"/>
                      <a:gd name="connsiteX20" fmla="*/ 10698 w 707596"/>
                      <a:gd name="connsiteY20" fmla="*/ 167857 h 2680768"/>
                      <a:gd name="connsiteX21" fmla="*/ 105948 w 707596"/>
                      <a:gd name="connsiteY21" fmla="*/ 399631 h 2680768"/>
                      <a:gd name="connsiteX22" fmla="*/ 23396 w 707596"/>
                      <a:gd name="connsiteY22" fmla="*/ 558379 h 2680768"/>
                      <a:gd name="connsiteX23" fmla="*/ 5522 w 707596"/>
                      <a:gd name="connsiteY23" fmla="*/ 708409 h 2680768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4362 w 707980"/>
                      <a:gd name="connsiteY10" fmla="*/ 1930783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9677 w 707980"/>
                      <a:gd name="connsiteY10" fmla="*/ 1944526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9536 h 2682178"/>
                      <a:gd name="connsiteX1" fmla="*/ 68962 w 707980"/>
                      <a:gd name="connsiteY1" fmla="*/ 1328471 h 2682178"/>
                      <a:gd name="connsiteX2" fmla="*/ 137541 w 707980"/>
                      <a:gd name="connsiteY2" fmla="*/ 1635168 h 2682178"/>
                      <a:gd name="connsiteX3" fmla="*/ 362061 w 707980"/>
                      <a:gd name="connsiteY3" fmla="*/ 1988446 h 2682178"/>
                      <a:gd name="connsiteX4" fmla="*/ 314174 w 707980"/>
                      <a:gd name="connsiteY4" fmla="*/ 2208301 h 2682178"/>
                      <a:gd name="connsiteX5" fmla="*/ 389462 w 707980"/>
                      <a:gd name="connsiteY5" fmla="*/ 2541895 h 2682178"/>
                      <a:gd name="connsiteX6" fmla="*/ 367515 w 707980"/>
                      <a:gd name="connsiteY6" fmla="*/ 2673536 h 2682178"/>
                      <a:gd name="connsiteX7" fmla="*/ 706065 w 707980"/>
                      <a:gd name="connsiteY7" fmla="*/ 2654245 h 2682178"/>
                      <a:gd name="connsiteX8" fmla="*/ 491059 w 707980"/>
                      <a:gd name="connsiteY8" fmla="*/ 2530140 h 2682178"/>
                      <a:gd name="connsiteX9" fmla="*/ 498329 w 707980"/>
                      <a:gd name="connsiteY9" fmla="*/ 2236430 h 2682178"/>
                      <a:gd name="connsiteX10" fmla="*/ 529677 w 707980"/>
                      <a:gd name="connsiteY10" fmla="*/ 1945653 h 2682178"/>
                      <a:gd name="connsiteX11" fmla="*/ 377279 w 707980"/>
                      <a:gd name="connsiteY11" fmla="*/ 1464711 h 2682178"/>
                      <a:gd name="connsiteX12" fmla="*/ 334923 w 707980"/>
                      <a:gd name="connsiteY12" fmla="*/ 1248717 h 2682178"/>
                      <a:gd name="connsiteX13" fmla="*/ 318671 w 707980"/>
                      <a:gd name="connsiteY13" fmla="*/ 1070681 h 2682178"/>
                      <a:gd name="connsiteX14" fmla="*/ 373095 w 707980"/>
                      <a:gd name="connsiteY14" fmla="*/ 795311 h 2682178"/>
                      <a:gd name="connsiteX15" fmla="*/ 251999 w 707980"/>
                      <a:gd name="connsiteY15" fmla="*/ 442034 h 2682178"/>
                      <a:gd name="connsiteX16" fmla="*/ 340899 w 707980"/>
                      <a:gd name="connsiteY16" fmla="*/ 375359 h 2682178"/>
                      <a:gd name="connsiteX17" fmla="*/ 375823 w 707980"/>
                      <a:gd name="connsiteY17" fmla="*/ 257884 h 2682178"/>
                      <a:gd name="connsiteX18" fmla="*/ 331374 w 707980"/>
                      <a:gd name="connsiteY18" fmla="*/ 83259 h 2682178"/>
                      <a:gd name="connsiteX19" fmla="*/ 155158 w 707980"/>
                      <a:gd name="connsiteY19" fmla="*/ 2293 h 2682178"/>
                      <a:gd name="connsiteX20" fmla="*/ 32623 w 707980"/>
                      <a:gd name="connsiteY20" fmla="*/ 168984 h 2682178"/>
                      <a:gd name="connsiteX21" fmla="*/ 105948 w 707980"/>
                      <a:gd name="connsiteY21" fmla="*/ 400758 h 2682178"/>
                      <a:gd name="connsiteX22" fmla="*/ 23396 w 707980"/>
                      <a:gd name="connsiteY22" fmla="*/ 559506 h 2682178"/>
                      <a:gd name="connsiteX23" fmla="*/ 5522 w 707980"/>
                      <a:gd name="connsiteY23" fmla="*/ 709536 h 2682178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6678 w 707980"/>
                      <a:gd name="connsiteY13" fmla="*/ 886090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4685 w 707980"/>
                      <a:gd name="connsiteY13" fmla="*/ 91082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5729 w 707980"/>
                      <a:gd name="connsiteY2" fmla="*/ 1488357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205310 w 707980"/>
                      <a:gd name="connsiteY3" fmla="*/ 1712376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668414 w 707980"/>
                      <a:gd name="connsiteY10" fmla="*/ 2211255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806576"/>
                      <a:gd name="connsiteY0" fmla="*/ 689858 h 2664101"/>
                      <a:gd name="connsiteX1" fmla="*/ 68962 w 806576"/>
                      <a:gd name="connsiteY1" fmla="*/ 1308793 h 2664101"/>
                      <a:gd name="connsiteX2" fmla="*/ 91742 w 806576"/>
                      <a:gd name="connsiteY2" fmla="*/ 1488358 h 2664101"/>
                      <a:gd name="connsiteX3" fmla="*/ 207303 w 806576"/>
                      <a:gd name="connsiteY3" fmla="*/ 1710315 h 2664101"/>
                      <a:gd name="connsiteX4" fmla="*/ 362061 w 806576"/>
                      <a:gd name="connsiteY4" fmla="*/ 1968768 h 2664101"/>
                      <a:gd name="connsiteX5" fmla="*/ 314174 w 806576"/>
                      <a:gd name="connsiteY5" fmla="*/ 2188623 h 2664101"/>
                      <a:gd name="connsiteX6" fmla="*/ 389462 w 806576"/>
                      <a:gd name="connsiteY6" fmla="*/ 2522217 h 2664101"/>
                      <a:gd name="connsiteX7" fmla="*/ 367515 w 806576"/>
                      <a:gd name="connsiteY7" fmla="*/ 2653858 h 2664101"/>
                      <a:gd name="connsiteX8" fmla="*/ 706065 w 806576"/>
                      <a:gd name="connsiteY8" fmla="*/ 2634567 h 2664101"/>
                      <a:gd name="connsiteX9" fmla="*/ 770105 w 806576"/>
                      <a:gd name="connsiteY9" fmla="*/ 2469234 h 2664101"/>
                      <a:gd name="connsiteX10" fmla="*/ 668414 w 806576"/>
                      <a:gd name="connsiteY10" fmla="*/ 2211255 h 2664101"/>
                      <a:gd name="connsiteX11" fmla="*/ 617377 w 806576"/>
                      <a:gd name="connsiteY11" fmla="*/ 1871004 h 2664101"/>
                      <a:gd name="connsiteX12" fmla="*/ 377279 w 806576"/>
                      <a:gd name="connsiteY12" fmla="*/ 1445033 h 2664101"/>
                      <a:gd name="connsiteX13" fmla="*/ 328944 w 806576"/>
                      <a:gd name="connsiteY13" fmla="*/ 1206364 h 2664101"/>
                      <a:gd name="connsiteX14" fmla="*/ 310699 w 806576"/>
                      <a:gd name="connsiteY14" fmla="*/ 939687 h 2664101"/>
                      <a:gd name="connsiteX15" fmla="*/ 373095 w 806576"/>
                      <a:gd name="connsiteY15" fmla="*/ 775633 h 2664101"/>
                      <a:gd name="connsiteX16" fmla="*/ 251999 w 806576"/>
                      <a:gd name="connsiteY16" fmla="*/ 422356 h 2664101"/>
                      <a:gd name="connsiteX17" fmla="*/ 340899 w 806576"/>
                      <a:gd name="connsiteY17" fmla="*/ 355681 h 2664101"/>
                      <a:gd name="connsiteX18" fmla="*/ 375823 w 806576"/>
                      <a:gd name="connsiteY18" fmla="*/ 238206 h 2664101"/>
                      <a:gd name="connsiteX19" fmla="*/ 331374 w 806576"/>
                      <a:gd name="connsiteY19" fmla="*/ 63581 h 2664101"/>
                      <a:gd name="connsiteX20" fmla="*/ 151171 w 806576"/>
                      <a:gd name="connsiteY20" fmla="*/ 3229 h 2664101"/>
                      <a:gd name="connsiteX21" fmla="*/ 32623 w 806576"/>
                      <a:gd name="connsiteY21" fmla="*/ 149306 h 2664101"/>
                      <a:gd name="connsiteX22" fmla="*/ 105948 w 806576"/>
                      <a:gd name="connsiteY22" fmla="*/ 381080 h 2664101"/>
                      <a:gd name="connsiteX23" fmla="*/ 23396 w 806576"/>
                      <a:gd name="connsiteY23" fmla="*/ 539828 h 2664101"/>
                      <a:gd name="connsiteX24" fmla="*/ 5522 w 806576"/>
                      <a:gd name="connsiteY24" fmla="*/ 689858 h 2664101"/>
                      <a:gd name="connsiteX0" fmla="*/ 5522 w 996293"/>
                      <a:gd name="connsiteY0" fmla="*/ 689858 h 2654114"/>
                      <a:gd name="connsiteX1" fmla="*/ 68962 w 996293"/>
                      <a:gd name="connsiteY1" fmla="*/ 1308793 h 2654114"/>
                      <a:gd name="connsiteX2" fmla="*/ 91742 w 996293"/>
                      <a:gd name="connsiteY2" fmla="*/ 1488358 h 2654114"/>
                      <a:gd name="connsiteX3" fmla="*/ 207303 w 996293"/>
                      <a:gd name="connsiteY3" fmla="*/ 1710315 h 2654114"/>
                      <a:gd name="connsiteX4" fmla="*/ 362061 w 996293"/>
                      <a:gd name="connsiteY4" fmla="*/ 1968768 h 2654114"/>
                      <a:gd name="connsiteX5" fmla="*/ 314174 w 996293"/>
                      <a:gd name="connsiteY5" fmla="*/ 2188623 h 2654114"/>
                      <a:gd name="connsiteX6" fmla="*/ 389462 w 996293"/>
                      <a:gd name="connsiteY6" fmla="*/ 2522217 h 2654114"/>
                      <a:gd name="connsiteX7" fmla="*/ 367515 w 996293"/>
                      <a:gd name="connsiteY7" fmla="*/ 2653858 h 2654114"/>
                      <a:gd name="connsiteX8" fmla="*/ 982453 w 996293"/>
                      <a:gd name="connsiteY8" fmla="*/ 2494392 h 2654114"/>
                      <a:gd name="connsiteX9" fmla="*/ 770105 w 996293"/>
                      <a:gd name="connsiteY9" fmla="*/ 2469234 h 2654114"/>
                      <a:gd name="connsiteX10" fmla="*/ 668414 w 996293"/>
                      <a:gd name="connsiteY10" fmla="*/ 2211255 h 2654114"/>
                      <a:gd name="connsiteX11" fmla="*/ 617377 w 996293"/>
                      <a:gd name="connsiteY11" fmla="*/ 1871004 h 2654114"/>
                      <a:gd name="connsiteX12" fmla="*/ 377279 w 996293"/>
                      <a:gd name="connsiteY12" fmla="*/ 1445033 h 2654114"/>
                      <a:gd name="connsiteX13" fmla="*/ 328944 w 996293"/>
                      <a:gd name="connsiteY13" fmla="*/ 1206364 h 2654114"/>
                      <a:gd name="connsiteX14" fmla="*/ 310699 w 996293"/>
                      <a:gd name="connsiteY14" fmla="*/ 939687 h 2654114"/>
                      <a:gd name="connsiteX15" fmla="*/ 373095 w 996293"/>
                      <a:gd name="connsiteY15" fmla="*/ 775633 h 2654114"/>
                      <a:gd name="connsiteX16" fmla="*/ 251999 w 996293"/>
                      <a:gd name="connsiteY16" fmla="*/ 422356 h 2654114"/>
                      <a:gd name="connsiteX17" fmla="*/ 340899 w 996293"/>
                      <a:gd name="connsiteY17" fmla="*/ 355681 h 2654114"/>
                      <a:gd name="connsiteX18" fmla="*/ 375823 w 996293"/>
                      <a:gd name="connsiteY18" fmla="*/ 238206 h 2654114"/>
                      <a:gd name="connsiteX19" fmla="*/ 331374 w 996293"/>
                      <a:gd name="connsiteY19" fmla="*/ 63581 h 2654114"/>
                      <a:gd name="connsiteX20" fmla="*/ 151171 w 996293"/>
                      <a:gd name="connsiteY20" fmla="*/ 3229 h 2654114"/>
                      <a:gd name="connsiteX21" fmla="*/ 32623 w 996293"/>
                      <a:gd name="connsiteY21" fmla="*/ 149306 h 2654114"/>
                      <a:gd name="connsiteX22" fmla="*/ 105948 w 996293"/>
                      <a:gd name="connsiteY22" fmla="*/ 381080 h 2654114"/>
                      <a:gd name="connsiteX23" fmla="*/ 23396 w 996293"/>
                      <a:gd name="connsiteY23" fmla="*/ 539828 h 2654114"/>
                      <a:gd name="connsiteX24" fmla="*/ 5522 w 996293"/>
                      <a:gd name="connsiteY24" fmla="*/ 689858 h 2654114"/>
                      <a:gd name="connsiteX0" fmla="*/ 5522 w 983171"/>
                      <a:gd name="connsiteY0" fmla="*/ 689858 h 2602400"/>
                      <a:gd name="connsiteX1" fmla="*/ 68962 w 983171"/>
                      <a:gd name="connsiteY1" fmla="*/ 1308793 h 2602400"/>
                      <a:gd name="connsiteX2" fmla="*/ 91742 w 983171"/>
                      <a:gd name="connsiteY2" fmla="*/ 1488358 h 2602400"/>
                      <a:gd name="connsiteX3" fmla="*/ 207303 w 983171"/>
                      <a:gd name="connsiteY3" fmla="*/ 1710315 h 2602400"/>
                      <a:gd name="connsiteX4" fmla="*/ 362061 w 983171"/>
                      <a:gd name="connsiteY4" fmla="*/ 1968768 h 2602400"/>
                      <a:gd name="connsiteX5" fmla="*/ 314174 w 983171"/>
                      <a:gd name="connsiteY5" fmla="*/ 2188623 h 2602400"/>
                      <a:gd name="connsiteX6" fmla="*/ 389462 w 983171"/>
                      <a:gd name="connsiteY6" fmla="*/ 2522217 h 2602400"/>
                      <a:gd name="connsiteX7" fmla="*/ 821962 w 983171"/>
                      <a:gd name="connsiteY7" fmla="*/ 2601635 h 2602400"/>
                      <a:gd name="connsiteX8" fmla="*/ 982453 w 983171"/>
                      <a:gd name="connsiteY8" fmla="*/ 2494392 h 2602400"/>
                      <a:gd name="connsiteX9" fmla="*/ 770105 w 983171"/>
                      <a:gd name="connsiteY9" fmla="*/ 2469234 h 2602400"/>
                      <a:gd name="connsiteX10" fmla="*/ 668414 w 983171"/>
                      <a:gd name="connsiteY10" fmla="*/ 2211255 h 2602400"/>
                      <a:gd name="connsiteX11" fmla="*/ 617377 w 983171"/>
                      <a:gd name="connsiteY11" fmla="*/ 1871004 h 2602400"/>
                      <a:gd name="connsiteX12" fmla="*/ 377279 w 983171"/>
                      <a:gd name="connsiteY12" fmla="*/ 1445033 h 2602400"/>
                      <a:gd name="connsiteX13" fmla="*/ 328944 w 983171"/>
                      <a:gd name="connsiteY13" fmla="*/ 1206364 h 2602400"/>
                      <a:gd name="connsiteX14" fmla="*/ 310699 w 983171"/>
                      <a:gd name="connsiteY14" fmla="*/ 939687 h 2602400"/>
                      <a:gd name="connsiteX15" fmla="*/ 373095 w 983171"/>
                      <a:gd name="connsiteY15" fmla="*/ 775633 h 2602400"/>
                      <a:gd name="connsiteX16" fmla="*/ 251999 w 983171"/>
                      <a:gd name="connsiteY16" fmla="*/ 422356 h 2602400"/>
                      <a:gd name="connsiteX17" fmla="*/ 340899 w 983171"/>
                      <a:gd name="connsiteY17" fmla="*/ 355681 h 2602400"/>
                      <a:gd name="connsiteX18" fmla="*/ 375823 w 983171"/>
                      <a:gd name="connsiteY18" fmla="*/ 238206 h 2602400"/>
                      <a:gd name="connsiteX19" fmla="*/ 331374 w 983171"/>
                      <a:gd name="connsiteY19" fmla="*/ 63581 h 2602400"/>
                      <a:gd name="connsiteX20" fmla="*/ 151171 w 983171"/>
                      <a:gd name="connsiteY20" fmla="*/ 3229 h 2602400"/>
                      <a:gd name="connsiteX21" fmla="*/ 32623 w 983171"/>
                      <a:gd name="connsiteY21" fmla="*/ 149306 h 2602400"/>
                      <a:gd name="connsiteX22" fmla="*/ 105948 w 983171"/>
                      <a:gd name="connsiteY22" fmla="*/ 381080 h 2602400"/>
                      <a:gd name="connsiteX23" fmla="*/ 23396 w 983171"/>
                      <a:gd name="connsiteY23" fmla="*/ 539828 h 2602400"/>
                      <a:gd name="connsiteX24" fmla="*/ 5522 w 983171"/>
                      <a:gd name="connsiteY24" fmla="*/ 689858 h 2602400"/>
                      <a:gd name="connsiteX0" fmla="*/ 5522 w 982912"/>
                      <a:gd name="connsiteY0" fmla="*/ 689858 h 2601944"/>
                      <a:gd name="connsiteX1" fmla="*/ 68962 w 982912"/>
                      <a:gd name="connsiteY1" fmla="*/ 1308793 h 2601944"/>
                      <a:gd name="connsiteX2" fmla="*/ 91742 w 982912"/>
                      <a:gd name="connsiteY2" fmla="*/ 1488358 h 2601944"/>
                      <a:gd name="connsiteX3" fmla="*/ 207303 w 982912"/>
                      <a:gd name="connsiteY3" fmla="*/ 1710315 h 2601944"/>
                      <a:gd name="connsiteX4" fmla="*/ 362061 w 982912"/>
                      <a:gd name="connsiteY4" fmla="*/ 1968768 h 2601944"/>
                      <a:gd name="connsiteX5" fmla="*/ 314174 w 982912"/>
                      <a:gd name="connsiteY5" fmla="*/ 2188623 h 2601944"/>
                      <a:gd name="connsiteX6" fmla="*/ 660535 w 982912"/>
                      <a:gd name="connsiteY6" fmla="*/ 2513972 h 2601944"/>
                      <a:gd name="connsiteX7" fmla="*/ 821962 w 982912"/>
                      <a:gd name="connsiteY7" fmla="*/ 2601635 h 2601944"/>
                      <a:gd name="connsiteX8" fmla="*/ 982453 w 982912"/>
                      <a:gd name="connsiteY8" fmla="*/ 2494392 h 2601944"/>
                      <a:gd name="connsiteX9" fmla="*/ 770105 w 982912"/>
                      <a:gd name="connsiteY9" fmla="*/ 2469234 h 2601944"/>
                      <a:gd name="connsiteX10" fmla="*/ 668414 w 982912"/>
                      <a:gd name="connsiteY10" fmla="*/ 2211255 h 2601944"/>
                      <a:gd name="connsiteX11" fmla="*/ 617377 w 982912"/>
                      <a:gd name="connsiteY11" fmla="*/ 1871004 h 2601944"/>
                      <a:gd name="connsiteX12" fmla="*/ 377279 w 982912"/>
                      <a:gd name="connsiteY12" fmla="*/ 1445033 h 2601944"/>
                      <a:gd name="connsiteX13" fmla="*/ 328944 w 982912"/>
                      <a:gd name="connsiteY13" fmla="*/ 1206364 h 2601944"/>
                      <a:gd name="connsiteX14" fmla="*/ 310699 w 982912"/>
                      <a:gd name="connsiteY14" fmla="*/ 939687 h 2601944"/>
                      <a:gd name="connsiteX15" fmla="*/ 373095 w 982912"/>
                      <a:gd name="connsiteY15" fmla="*/ 775633 h 2601944"/>
                      <a:gd name="connsiteX16" fmla="*/ 251999 w 982912"/>
                      <a:gd name="connsiteY16" fmla="*/ 422356 h 2601944"/>
                      <a:gd name="connsiteX17" fmla="*/ 340899 w 982912"/>
                      <a:gd name="connsiteY17" fmla="*/ 355681 h 2601944"/>
                      <a:gd name="connsiteX18" fmla="*/ 375823 w 982912"/>
                      <a:gd name="connsiteY18" fmla="*/ 238206 h 2601944"/>
                      <a:gd name="connsiteX19" fmla="*/ 331374 w 982912"/>
                      <a:gd name="connsiteY19" fmla="*/ 63581 h 2601944"/>
                      <a:gd name="connsiteX20" fmla="*/ 151171 w 982912"/>
                      <a:gd name="connsiteY20" fmla="*/ 3229 h 2601944"/>
                      <a:gd name="connsiteX21" fmla="*/ 32623 w 982912"/>
                      <a:gd name="connsiteY21" fmla="*/ 149306 h 2601944"/>
                      <a:gd name="connsiteX22" fmla="*/ 105948 w 982912"/>
                      <a:gd name="connsiteY22" fmla="*/ 381080 h 2601944"/>
                      <a:gd name="connsiteX23" fmla="*/ 23396 w 982912"/>
                      <a:gd name="connsiteY23" fmla="*/ 539828 h 2601944"/>
                      <a:gd name="connsiteX24" fmla="*/ 5522 w 982912"/>
                      <a:gd name="connsiteY24" fmla="*/ 689858 h 2601944"/>
                      <a:gd name="connsiteX0" fmla="*/ 5522 w 983056"/>
                      <a:gd name="connsiteY0" fmla="*/ 689858 h 2637511"/>
                      <a:gd name="connsiteX1" fmla="*/ 68962 w 983056"/>
                      <a:gd name="connsiteY1" fmla="*/ 1308793 h 2637511"/>
                      <a:gd name="connsiteX2" fmla="*/ 91742 w 983056"/>
                      <a:gd name="connsiteY2" fmla="*/ 1488358 h 2637511"/>
                      <a:gd name="connsiteX3" fmla="*/ 207303 w 983056"/>
                      <a:gd name="connsiteY3" fmla="*/ 1710315 h 2637511"/>
                      <a:gd name="connsiteX4" fmla="*/ 362061 w 983056"/>
                      <a:gd name="connsiteY4" fmla="*/ 1968768 h 2637511"/>
                      <a:gd name="connsiteX5" fmla="*/ 314174 w 983056"/>
                      <a:gd name="connsiteY5" fmla="*/ 2188623 h 2637511"/>
                      <a:gd name="connsiteX6" fmla="*/ 660535 w 983056"/>
                      <a:gd name="connsiteY6" fmla="*/ 2513972 h 2637511"/>
                      <a:gd name="connsiteX7" fmla="*/ 705028 w 983056"/>
                      <a:gd name="connsiteY7" fmla="*/ 2637366 h 2637511"/>
                      <a:gd name="connsiteX8" fmla="*/ 982453 w 983056"/>
                      <a:gd name="connsiteY8" fmla="*/ 2494392 h 2637511"/>
                      <a:gd name="connsiteX9" fmla="*/ 770105 w 983056"/>
                      <a:gd name="connsiteY9" fmla="*/ 2469234 h 2637511"/>
                      <a:gd name="connsiteX10" fmla="*/ 668414 w 983056"/>
                      <a:gd name="connsiteY10" fmla="*/ 2211255 h 2637511"/>
                      <a:gd name="connsiteX11" fmla="*/ 617377 w 983056"/>
                      <a:gd name="connsiteY11" fmla="*/ 1871004 h 2637511"/>
                      <a:gd name="connsiteX12" fmla="*/ 377279 w 983056"/>
                      <a:gd name="connsiteY12" fmla="*/ 1445033 h 2637511"/>
                      <a:gd name="connsiteX13" fmla="*/ 328944 w 983056"/>
                      <a:gd name="connsiteY13" fmla="*/ 1206364 h 2637511"/>
                      <a:gd name="connsiteX14" fmla="*/ 310699 w 983056"/>
                      <a:gd name="connsiteY14" fmla="*/ 939687 h 2637511"/>
                      <a:gd name="connsiteX15" fmla="*/ 373095 w 983056"/>
                      <a:gd name="connsiteY15" fmla="*/ 775633 h 2637511"/>
                      <a:gd name="connsiteX16" fmla="*/ 251999 w 983056"/>
                      <a:gd name="connsiteY16" fmla="*/ 422356 h 2637511"/>
                      <a:gd name="connsiteX17" fmla="*/ 340899 w 983056"/>
                      <a:gd name="connsiteY17" fmla="*/ 355681 h 2637511"/>
                      <a:gd name="connsiteX18" fmla="*/ 375823 w 983056"/>
                      <a:gd name="connsiteY18" fmla="*/ 238206 h 2637511"/>
                      <a:gd name="connsiteX19" fmla="*/ 331374 w 983056"/>
                      <a:gd name="connsiteY19" fmla="*/ 63581 h 2637511"/>
                      <a:gd name="connsiteX20" fmla="*/ 151171 w 983056"/>
                      <a:gd name="connsiteY20" fmla="*/ 3229 h 2637511"/>
                      <a:gd name="connsiteX21" fmla="*/ 32623 w 983056"/>
                      <a:gd name="connsiteY21" fmla="*/ 149306 h 2637511"/>
                      <a:gd name="connsiteX22" fmla="*/ 105948 w 983056"/>
                      <a:gd name="connsiteY22" fmla="*/ 381080 h 2637511"/>
                      <a:gd name="connsiteX23" fmla="*/ 23396 w 983056"/>
                      <a:gd name="connsiteY23" fmla="*/ 539828 h 2637511"/>
                      <a:gd name="connsiteX24" fmla="*/ 5522 w 983056"/>
                      <a:gd name="connsiteY24" fmla="*/ 689858 h 2637511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362061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447103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22741 w 1000275"/>
                      <a:gd name="connsiteY0" fmla="*/ 689858 h 2637483"/>
                      <a:gd name="connsiteX1" fmla="*/ 86181 w 1000275"/>
                      <a:gd name="connsiteY1" fmla="*/ 1308793 h 2637483"/>
                      <a:gd name="connsiteX2" fmla="*/ 0 w 1000275"/>
                      <a:gd name="connsiteY2" fmla="*/ 1444382 h 2637483"/>
                      <a:gd name="connsiteX3" fmla="*/ 224522 w 1000275"/>
                      <a:gd name="connsiteY3" fmla="*/ 1710315 h 2637483"/>
                      <a:gd name="connsiteX4" fmla="*/ 464322 w 1000275"/>
                      <a:gd name="connsiteY4" fmla="*/ 1968768 h 2637483"/>
                      <a:gd name="connsiteX5" fmla="*/ 528055 w 1000275"/>
                      <a:gd name="connsiteY5" fmla="*/ 2268331 h 2637483"/>
                      <a:gd name="connsiteX6" fmla="*/ 677754 w 1000275"/>
                      <a:gd name="connsiteY6" fmla="*/ 2513972 h 2637483"/>
                      <a:gd name="connsiteX7" fmla="*/ 722247 w 1000275"/>
                      <a:gd name="connsiteY7" fmla="*/ 2637366 h 2637483"/>
                      <a:gd name="connsiteX8" fmla="*/ 999672 w 1000275"/>
                      <a:gd name="connsiteY8" fmla="*/ 2494392 h 2637483"/>
                      <a:gd name="connsiteX9" fmla="*/ 787324 w 1000275"/>
                      <a:gd name="connsiteY9" fmla="*/ 2469234 h 2637483"/>
                      <a:gd name="connsiteX10" fmla="*/ 685633 w 1000275"/>
                      <a:gd name="connsiteY10" fmla="*/ 2211255 h 2637483"/>
                      <a:gd name="connsiteX11" fmla="*/ 634596 w 1000275"/>
                      <a:gd name="connsiteY11" fmla="*/ 1871004 h 2637483"/>
                      <a:gd name="connsiteX12" fmla="*/ 394498 w 1000275"/>
                      <a:gd name="connsiteY12" fmla="*/ 1445033 h 2637483"/>
                      <a:gd name="connsiteX13" fmla="*/ 346163 w 1000275"/>
                      <a:gd name="connsiteY13" fmla="*/ 1206364 h 2637483"/>
                      <a:gd name="connsiteX14" fmla="*/ 327918 w 1000275"/>
                      <a:gd name="connsiteY14" fmla="*/ 939687 h 2637483"/>
                      <a:gd name="connsiteX15" fmla="*/ 390314 w 1000275"/>
                      <a:gd name="connsiteY15" fmla="*/ 775633 h 2637483"/>
                      <a:gd name="connsiteX16" fmla="*/ 269218 w 1000275"/>
                      <a:gd name="connsiteY16" fmla="*/ 422356 h 2637483"/>
                      <a:gd name="connsiteX17" fmla="*/ 358118 w 1000275"/>
                      <a:gd name="connsiteY17" fmla="*/ 355681 h 2637483"/>
                      <a:gd name="connsiteX18" fmla="*/ 393042 w 1000275"/>
                      <a:gd name="connsiteY18" fmla="*/ 238206 h 2637483"/>
                      <a:gd name="connsiteX19" fmla="*/ 348593 w 1000275"/>
                      <a:gd name="connsiteY19" fmla="*/ 63581 h 2637483"/>
                      <a:gd name="connsiteX20" fmla="*/ 168390 w 1000275"/>
                      <a:gd name="connsiteY20" fmla="*/ 3229 h 2637483"/>
                      <a:gd name="connsiteX21" fmla="*/ 49842 w 1000275"/>
                      <a:gd name="connsiteY21" fmla="*/ 149306 h 2637483"/>
                      <a:gd name="connsiteX22" fmla="*/ 123167 w 1000275"/>
                      <a:gd name="connsiteY22" fmla="*/ 381080 h 2637483"/>
                      <a:gd name="connsiteX23" fmla="*/ 40615 w 1000275"/>
                      <a:gd name="connsiteY23" fmla="*/ 539828 h 2637483"/>
                      <a:gd name="connsiteX24" fmla="*/ 22741 w 1000275"/>
                      <a:gd name="connsiteY24" fmla="*/ 689858 h 2637483"/>
                      <a:gd name="connsiteX0" fmla="*/ 30887 w 1008421"/>
                      <a:gd name="connsiteY0" fmla="*/ 689858 h 2637483"/>
                      <a:gd name="connsiteX1" fmla="*/ 6627 w 1008421"/>
                      <a:gd name="connsiteY1" fmla="*/ 1256570 h 2637483"/>
                      <a:gd name="connsiteX2" fmla="*/ 8146 w 1008421"/>
                      <a:gd name="connsiteY2" fmla="*/ 1444382 h 2637483"/>
                      <a:gd name="connsiteX3" fmla="*/ 232668 w 1008421"/>
                      <a:gd name="connsiteY3" fmla="*/ 1710315 h 2637483"/>
                      <a:gd name="connsiteX4" fmla="*/ 472468 w 1008421"/>
                      <a:gd name="connsiteY4" fmla="*/ 1968768 h 2637483"/>
                      <a:gd name="connsiteX5" fmla="*/ 536201 w 1008421"/>
                      <a:gd name="connsiteY5" fmla="*/ 2268331 h 2637483"/>
                      <a:gd name="connsiteX6" fmla="*/ 685900 w 1008421"/>
                      <a:gd name="connsiteY6" fmla="*/ 2513972 h 2637483"/>
                      <a:gd name="connsiteX7" fmla="*/ 730393 w 1008421"/>
                      <a:gd name="connsiteY7" fmla="*/ 2637366 h 2637483"/>
                      <a:gd name="connsiteX8" fmla="*/ 1007818 w 1008421"/>
                      <a:gd name="connsiteY8" fmla="*/ 2494392 h 2637483"/>
                      <a:gd name="connsiteX9" fmla="*/ 795470 w 1008421"/>
                      <a:gd name="connsiteY9" fmla="*/ 2469234 h 2637483"/>
                      <a:gd name="connsiteX10" fmla="*/ 693779 w 1008421"/>
                      <a:gd name="connsiteY10" fmla="*/ 2211255 h 2637483"/>
                      <a:gd name="connsiteX11" fmla="*/ 642742 w 1008421"/>
                      <a:gd name="connsiteY11" fmla="*/ 1871004 h 2637483"/>
                      <a:gd name="connsiteX12" fmla="*/ 402644 w 1008421"/>
                      <a:gd name="connsiteY12" fmla="*/ 1445033 h 2637483"/>
                      <a:gd name="connsiteX13" fmla="*/ 354309 w 1008421"/>
                      <a:gd name="connsiteY13" fmla="*/ 1206364 h 2637483"/>
                      <a:gd name="connsiteX14" fmla="*/ 336064 w 1008421"/>
                      <a:gd name="connsiteY14" fmla="*/ 939687 h 2637483"/>
                      <a:gd name="connsiteX15" fmla="*/ 398460 w 1008421"/>
                      <a:gd name="connsiteY15" fmla="*/ 775633 h 2637483"/>
                      <a:gd name="connsiteX16" fmla="*/ 277364 w 1008421"/>
                      <a:gd name="connsiteY16" fmla="*/ 422356 h 2637483"/>
                      <a:gd name="connsiteX17" fmla="*/ 366264 w 1008421"/>
                      <a:gd name="connsiteY17" fmla="*/ 355681 h 2637483"/>
                      <a:gd name="connsiteX18" fmla="*/ 401188 w 1008421"/>
                      <a:gd name="connsiteY18" fmla="*/ 238206 h 2637483"/>
                      <a:gd name="connsiteX19" fmla="*/ 356739 w 1008421"/>
                      <a:gd name="connsiteY19" fmla="*/ 63581 h 2637483"/>
                      <a:gd name="connsiteX20" fmla="*/ 176536 w 1008421"/>
                      <a:gd name="connsiteY20" fmla="*/ 3229 h 2637483"/>
                      <a:gd name="connsiteX21" fmla="*/ 57988 w 1008421"/>
                      <a:gd name="connsiteY21" fmla="*/ 149306 h 2637483"/>
                      <a:gd name="connsiteX22" fmla="*/ 131313 w 1008421"/>
                      <a:gd name="connsiteY22" fmla="*/ 381080 h 2637483"/>
                      <a:gd name="connsiteX23" fmla="*/ 48761 w 1008421"/>
                      <a:gd name="connsiteY23" fmla="*/ 539828 h 2637483"/>
                      <a:gd name="connsiteX24" fmla="*/ 30887 w 1008421"/>
                      <a:gd name="connsiteY24" fmla="*/ 689858 h 2637483"/>
                      <a:gd name="connsiteX0" fmla="*/ 33167 w 1010701"/>
                      <a:gd name="connsiteY0" fmla="*/ 689858 h 2637483"/>
                      <a:gd name="connsiteX1" fmla="*/ 923 w 1010701"/>
                      <a:gd name="connsiteY1" fmla="*/ 1032556 h 2637483"/>
                      <a:gd name="connsiteX2" fmla="*/ 8907 w 1010701"/>
                      <a:gd name="connsiteY2" fmla="*/ 1256570 h 2637483"/>
                      <a:gd name="connsiteX3" fmla="*/ 10426 w 1010701"/>
                      <a:gd name="connsiteY3" fmla="*/ 1444382 h 2637483"/>
                      <a:gd name="connsiteX4" fmla="*/ 234948 w 1010701"/>
                      <a:gd name="connsiteY4" fmla="*/ 1710315 h 2637483"/>
                      <a:gd name="connsiteX5" fmla="*/ 474748 w 1010701"/>
                      <a:gd name="connsiteY5" fmla="*/ 1968768 h 2637483"/>
                      <a:gd name="connsiteX6" fmla="*/ 538481 w 1010701"/>
                      <a:gd name="connsiteY6" fmla="*/ 2268331 h 2637483"/>
                      <a:gd name="connsiteX7" fmla="*/ 688180 w 1010701"/>
                      <a:gd name="connsiteY7" fmla="*/ 2513972 h 2637483"/>
                      <a:gd name="connsiteX8" fmla="*/ 732673 w 1010701"/>
                      <a:gd name="connsiteY8" fmla="*/ 2637366 h 2637483"/>
                      <a:gd name="connsiteX9" fmla="*/ 1010098 w 1010701"/>
                      <a:gd name="connsiteY9" fmla="*/ 2494392 h 2637483"/>
                      <a:gd name="connsiteX10" fmla="*/ 797750 w 1010701"/>
                      <a:gd name="connsiteY10" fmla="*/ 2469234 h 2637483"/>
                      <a:gd name="connsiteX11" fmla="*/ 696059 w 1010701"/>
                      <a:gd name="connsiteY11" fmla="*/ 2211255 h 2637483"/>
                      <a:gd name="connsiteX12" fmla="*/ 645022 w 1010701"/>
                      <a:gd name="connsiteY12" fmla="*/ 1871004 h 2637483"/>
                      <a:gd name="connsiteX13" fmla="*/ 404924 w 1010701"/>
                      <a:gd name="connsiteY13" fmla="*/ 1445033 h 2637483"/>
                      <a:gd name="connsiteX14" fmla="*/ 356589 w 1010701"/>
                      <a:gd name="connsiteY14" fmla="*/ 1206364 h 2637483"/>
                      <a:gd name="connsiteX15" fmla="*/ 338344 w 1010701"/>
                      <a:gd name="connsiteY15" fmla="*/ 939687 h 2637483"/>
                      <a:gd name="connsiteX16" fmla="*/ 400740 w 1010701"/>
                      <a:gd name="connsiteY16" fmla="*/ 775633 h 2637483"/>
                      <a:gd name="connsiteX17" fmla="*/ 279644 w 1010701"/>
                      <a:gd name="connsiteY17" fmla="*/ 422356 h 2637483"/>
                      <a:gd name="connsiteX18" fmla="*/ 368544 w 1010701"/>
                      <a:gd name="connsiteY18" fmla="*/ 355681 h 2637483"/>
                      <a:gd name="connsiteX19" fmla="*/ 403468 w 1010701"/>
                      <a:gd name="connsiteY19" fmla="*/ 238206 h 2637483"/>
                      <a:gd name="connsiteX20" fmla="*/ 359019 w 1010701"/>
                      <a:gd name="connsiteY20" fmla="*/ 63581 h 2637483"/>
                      <a:gd name="connsiteX21" fmla="*/ 178816 w 1010701"/>
                      <a:gd name="connsiteY21" fmla="*/ 3229 h 2637483"/>
                      <a:gd name="connsiteX22" fmla="*/ 60268 w 1010701"/>
                      <a:gd name="connsiteY22" fmla="*/ 149306 h 2637483"/>
                      <a:gd name="connsiteX23" fmla="*/ 133593 w 1010701"/>
                      <a:gd name="connsiteY23" fmla="*/ 381080 h 2637483"/>
                      <a:gd name="connsiteX24" fmla="*/ 51041 w 1010701"/>
                      <a:gd name="connsiteY24" fmla="*/ 539828 h 2637483"/>
                      <a:gd name="connsiteX25" fmla="*/ 33167 w 1010701"/>
                      <a:gd name="connsiteY25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0 w 1009778"/>
                      <a:gd name="connsiteY2" fmla="*/ 1032556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47836 w 1009778"/>
                      <a:gd name="connsiteY2" fmla="*/ 1040801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31923 w 1001837"/>
                      <a:gd name="connsiteY1" fmla="*/ 963842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509"/>
                      <a:gd name="connsiteX1" fmla="*/ 13320 w 1001826"/>
                      <a:gd name="connsiteY1" fmla="*/ 873140 h 2637509"/>
                      <a:gd name="connsiteX2" fmla="*/ 39895 w 1001826"/>
                      <a:gd name="connsiteY2" fmla="*/ 1040801 h 2637509"/>
                      <a:gd name="connsiteX3" fmla="*/ 43 w 1001826"/>
                      <a:gd name="connsiteY3" fmla="*/ 1256570 h 2637509"/>
                      <a:gd name="connsiteX4" fmla="*/ 1562 w 1001826"/>
                      <a:gd name="connsiteY4" fmla="*/ 1444382 h 2637509"/>
                      <a:gd name="connsiteX5" fmla="*/ 226084 w 1001826"/>
                      <a:gd name="connsiteY5" fmla="*/ 1710315 h 2637509"/>
                      <a:gd name="connsiteX6" fmla="*/ 465884 w 1001826"/>
                      <a:gd name="connsiteY6" fmla="*/ 1968768 h 2637509"/>
                      <a:gd name="connsiteX7" fmla="*/ 481780 w 1001826"/>
                      <a:gd name="connsiteY7" fmla="*/ 2194120 h 2637509"/>
                      <a:gd name="connsiteX8" fmla="*/ 679316 w 1001826"/>
                      <a:gd name="connsiteY8" fmla="*/ 2513972 h 2637509"/>
                      <a:gd name="connsiteX9" fmla="*/ 723809 w 1001826"/>
                      <a:gd name="connsiteY9" fmla="*/ 2637366 h 2637509"/>
                      <a:gd name="connsiteX10" fmla="*/ 1001234 w 1001826"/>
                      <a:gd name="connsiteY10" fmla="*/ 2494392 h 2637509"/>
                      <a:gd name="connsiteX11" fmla="*/ 788886 w 1001826"/>
                      <a:gd name="connsiteY11" fmla="*/ 2469234 h 2637509"/>
                      <a:gd name="connsiteX12" fmla="*/ 692510 w 1001826"/>
                      <a:gd name="connsiteY12" fmla="*/ 2178273 h 2637509"/>
                      <a:gd name="connsiteX13" fmla="*/ 636158 w 1001826"/>
                      <a:gd name="connsiteY13" fmla="*/ 1871004 h 2637509"/>
                      <a:gd name="connsiteX14" fmla="*/ 396060 w 1001826"/>
                      <a:gd name="connsiteY14" fmla="*/ 1445033 h 2637509"/>
                      <a:gd name="connsiteX15" fmla="*/ 347725 w 1001826"/>
                      <a:gd name="connsiteY15" fmla="*/ 1206364 h 2637509"/>
                      <a:gd name="connsiteX16" fmla="*/ 329480 w 1001826"/>
                      <a:gd name="connsiteY16" fmla="*/ 939687 h 2637509"/>
                      <a:gd name="connsiteX17" fmla="*/ 391876 w 1001826"/>
                      <a:gd name="connsiteY17" fmla="*/ 775633 h 2637509"/>
                      <a:gd name="connsiteX18" fmla="*/ 262807 w 1001826"/>
                      <a:gd name="connsiteY18" fmla="*/ 466333 h 2637509"/>
                      <a:gd name="connsiteX19" fmla="*/ 359680 w 1001826"/>
                      <a:gd name="connsiteY19" fmla="*/ 355681 h 2637509"/>
                      <a:gd name="connsiteX20" fmla="*/ 394604 w 1001826"/>
                      <a:gd name="connsiteY20" fmla="*/ 238206 h 2637509"/>
                      <a:gd name="connsiteX21" fmla="*/ 350155 w 1001826"/>
                      <a:gd name="connsiteY21" fmla="*/ 63581 h 2637509"/>
                      <a:gd name="connsiteX22" fmla="*/ 169952 w 1001826"/>
                      <a:gd name="connsiteY22" fmla="*/ 3229 h 2637509"/>
                      <a:gd name="connsiteX23" fmla="*/ 51404 w 1001826"/>
                      <a:gd name="connsiteY23" fmla="*/ 149306 h 2637509"/>
                      <a:gd name="connsiteX24" fmla="*/ 124729 w 1001826"/>
                      <a:gd name="connsiteY24" fmla="*/ 381080 h 2637509"/>
                      <a:gd name="connsiteX25" fmla="*/ 42177 w 1001826"/>
                      <a:gd name="connsiteY25" fmla="*/ 539828 h 2637509"/>
                      <a:gd name="connsiteX26" fmla="*/ 24303 w 1001826"/>
                      <a:gd name="connsiteY26" fmla="*/ 689858 h 2637509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30714 w 1008237"/>
                      <a:gd name="connsiteY0" fmla="*/ 689858 h 2637500"/>
                      <a:gd name="connsiteX1" fmla="*/ 19731 w 1008237"/>
                      <a:gd name="connsiteY1" fmla="*/ 873140 h 2637500"/>
                      <a:gd name="connsiteX2" fmla="*/ 46306 w 1008237"/>
                      <a:gd name="connsiteY2" fmla="*/ 1040801 h 2637500"/>
                      <a:gd name="connsiteX3" fmla="*/ 6454 w 1008237"/>
                      <a:gd name="connsiteY3" fmla="*/ 1256570 h 2637500"/>
                      <a:gd name="connsiteX4" fmla="*/ 0 w 1008237"/>
                      <a:gd name="connsiteY4" fmla="*/ 1433388 h 2637500"/>
                      <a:gd name="connsiteX5" fmla="*/ 232495 w 1008237"/>
                      <a:gd name="connsiteY5" fmla="*/ 1710315 h 2637500"/>
                      <a:gd name="connsiteX6" fmla="*/ 472295 w 1008237"/>
                      <a:gd name="connsiteY6" fmla="*/ 1968768 h 2637500"/>
                      <a:gd name="connsiteX7" fmla="*/ 506794 w 1008237"/>
                      <a:gd name="connsiteY7" fmla="*/ 2216108 h 2637500"/>
                      <a:gd name="connsiteX8" fmla="*/ 685727 w 1008237"/>
                      <a:gd name="connsiteY8" fmla="*/ 2513972 h 2637500"/>
                      <a:gd name="connsiteX9" fmla="*/ 730220 w 1008237"/>
                      <a:gd name="connsiteY9" fmla="*/ 2637366 h 2637500"/>
                      <a:gd name="connsiteX10" fmla="*/ 1007645 w 1008237"/>
                      <a:gd name="connsiteY10" fmla="*/ 2494392 h 2637500"/>
                      <a:gd name="connsiteX11" fmla="*/ 795297 w 1008237"/>
                      <a:gd name="connsiteY11" fmla="*/ 2469234 h 2637500"/>
                      <a:gd name="connsiteX12" fmla="*/ 698921 w 1008237"/>
                      <a:gd name="connsiteY12" fmla="*/ 2178273 h 2637500"/>
                      <a:gd name="connsiteX13" fmla="*/ 642569 w 1008237"/>
                      <a:gd name="connsiteY13" fmla="*/ 1871004 h 2637500"/>
                      <a:gd name="connsiteX14" fmla="*/ 402471 w 1008237"/>
                      <a:gd name="connsiteY14" fmla="*/ 1445033 h 2637500"/>
                      <a:gd name="connsiteX15" fmla="*/ 354136 w 1008237"/>
                      <a:gd name="connsiteY15" fmla="*/ 1206364 h 2637500"/>
                      <a:gd name="connsiteX16" fmla="*/ 335891 w 1008237"/>
                      <a:gd name="connsiteY16" fmla="*/ 939687 h 2637500"/>
                      <a:gd name="connsiteX17" fmla="*/ 398287 w 1008237"/>
                      <a:gd name="connsiteY17" fmla="*/ 775633 h 2637500"/>
                      <a:gd name="connsiteX18" fmla="*/ 269218 w 1008237"/>
                      <a:gd name="connsiteY18" fmla="*/ 466333 h 2637500"/>
                      <a:gd name="connsiteX19" fmla="*/ 366091 w 1008237"/>
                      <a:gd name="connsiteY19" fmla="*/ 355681 h 2637500"/>
                      <a:gd name="connsiteX20" fmla="*/ 401015 w 1008237"/>
                      <a:gd name="connsiteY20" fmla="*/ 238206 h 2637500"/>
                      <a:gd name="connsiteX21" fmla="*/ 356566 w 1008237"/>
                      <a:gd name="connsiteY21" fmla="*/ 63581 h 2637500"/>
                      <a:gd name="connsiteX22" fmla="*/ 176363 w 1008237"/>
                      <a:gd name="connsiteY22" fmla="*/ 3229 h 2637500"/>
                      <a:gd name="connsiteX23" fmla="*/ 57815 w 1008237"/>
                      <a:gd name="connsiteY23" fmla="*/ 149306 h 2637500"/>
                      <a:gd name="connsiteX24" fmla="*/ 131140 w 1008237"/>
                      <a:gd name="connsiteY24" fmla="*/ 381080 h 2637500"/>
                      <a:gd name="connsiteX25" fmla="*/ 48588 w 1008237"/>
                      <a:gd name="connsiteY25" fmla="*/ 539828 h 2637500"/>
                      <a:gd name="connsiteX26" fmla="*/ 30714 w 1008237"/>
                      <a:gd name="connsiteY26" fmla="*/ 689858 h 2637500"/>
                      <a:gd name="connsiteX0" fmla="*/ 48205 w 1025728"/>
                      <a:gd name="connsiteY0" fmla="*/ 689858 h 2637500"/>
                      <a:gd name="connsiteX1" fmla="*/ 37222 w 1025728"/>
                      <a:gd name="connsiteY1" fmla="*/ 873140 h 2637500"/>
                      <a:gd name="connsiteX2" fmla="*/ 63797 w 1025728"/>
                      <a:gd name="connsiteY2" fmla="*/ 1040801 h 2637500"/>
                      <a:gd name="connsiteX3" fmla="*/ 27 w 1025728"/>
                      <a:gd name="connsiteY3" fmla="*/ 1267564 h 2637500"/>
                      <a:gd name="connsiteX4" fmla="*/ 17491 w 1025728"/>
                      <a:gd name="connsiteY4" fmla="*/ 1433388 h 2637500"/>
                      <a:gd name="connsiteX5" fmla="*/ 249986 w 1025728"/>
                      <a:gd name="connsiteY5" fmla="*/ 1710315 h 2637500"/>
                      <a:gd name="connsiteX6" fmla="*/ 489786 w 1025728"/>
                      <a:gd name="connsiteY6" fmla="*/ 1968768 h 2637500"/>
                      <a:gd name="connsiteX7" fmla="*/ 524285 w 1025728"/>
                      <a:gd name="connsiteY7" fmla="*/ 2216108 h 2637500"/>
                      <a:gd name="connsiteX8" fmla="*/ 703218 w 1025728"/>
                      <a:gd name="connsiteY8" fmla="*/ 2513972 h 2637500"/>
                      <a:gd name="connsiteX9" fmla="*/ 747711 w 1025728"/>
                      <a:gd name="connsiteY9" fmla="*/ 2637366 h 2637500"/>
                      <a:gd name="connsiteX10" fmla="*/ 1025136 w 1025728"/>
                      <a:gd name="connsiteY10" fmla="*/ 2494392 h 2637500"/>
                      <a:gd name="connsiteX11" fmla="*/ 812788 w 1025728"/>
                      <a:gd name="connsiteY11" fmla="*/ 2469234 h 2637500"/>
                      <a:gd name="connsiteX12" fmla="*/ 716412 w 1025728"/>
                      <a:gd name="connsiteY12" fmla="*/ 2178273 h 2637500"/>
                      <a:gd name="connsiteX13" fmla="*/ 660060 w 1025728"/>
                      <a:gd name="connsiteY13" fmla="*/ 1871004 h 2637500"/>
                      <a:gd name="connsiteX14" fmla="*/ 419962 w 1025728"/>
                      <a:gd name="connsiteY14" fmla="*/ 1445033 h 2637500"/>
                      <a:gd name="connsiteX15" fmla="*/ 371627 w 1025728"/>
                      <a:gd name="connsiteY15" fmla="*/ 1206364 h 2637500"/>
                      <a:gd name="connsiteX16" fmla="*/ 353382 w 1025728"/>
                      <a:gd name="connsiteY16" fmla="*/ 939687 h 2637500"/>
                      <a:gd name="connsiteX17" fmla="*/ 415778 w 1025728"/>
                      <a:gd name="connsiteY17" fmla="*/ 775633 h 2637500"/>
                      <a:gd name="connsiteX18" fmla="*/ 286709 w 1025728"/>
                      <a:gd name="connsiteY18" fmla="*/ 466333 h 2637500"/>
                      <a:gd name="connsiteX19" fmla="*/ 383582 w 1025728"/>
                      <a:gd name="connsiteY19" fmla="*/ 355681 h 2637500"/>
                      <a:gd name="connsiteX20" fmla="*/ 418506 w 1025728"/>
                      <a:gd name="connsiteY20" fmla="*/ 238206 h 2637500"/>
                      <a:gd name="connsiteX21" fmla="*/ 374057 w 1025728"/>
                      <a:gd name="connsiteY21" fmla="*/ 63581 h 2637500"/>
                      <a:gd name="connsiteX22" fmla="*/ 193854 w 1025728"/>
                      <a:gd name="connsiteY22" fmla="*/ 3229 h 2637500"/>
                      <a:gd name="connsiteX23" fmla="*/ 75306 w 1025728"/>
                      <a:gd name="connsiteY23" fmla="*/ 149306 h 2637500"/>
                      <a:gd name="connsiteX24" fmla="*/ 148631 w 1025728"/>
                      <a:gd name="connsiteY24" fmla="*/ 381080 h 2637500"/>
                      <a:gd name="connsiteX25" fmla="*/ 66079 w 1025728"/>
                      <a:gd name="connsiteY25" fmla="*/ 539828 h 2637500"/>
                      <a:gd name="connsiteX26" fmla="*/ 48205 w 1025728"/>
                      <a:gd name="connsiteY26" fmla="*/ 689858 h 2637500"/>
                      <a:gd name="connsiteX0" fmla="*/ 48178 w 1025701"/>
                      <a:gd name="connsiteY0" fmla="*/ 689858 h 2637500"/>
                      <a:gd name="connsiteX1" fmla="*/ 37195 w 1025701"/>
                      <a:gd name="connsiteY1" fmla="*/ 873140 h 2637500"/>
                      <a:gd name="connsiteX2" fmla="*/ 63770 w 1025701"/>
                      <a:gd name="connsiteY2" fmla="*/ 1040801 h 2637500"/>
                      <a:gd name="connsiteX3" fmla="*/ 0 w 1025701"/>
                      <a:gd name="connsiteY3" fmla="*/ 1267564 h 2637500"/>
                      <a:gd name="connsiteX4" fmla="*/ 17464 w 1025701"/>
                      <a:gd name="connsiteY4" fmla="*/ 1433388 h 2637500"/>
                      <a:gd name="connsiteX5" fmla="*/ 249959 w 1025701"/>
                      <a:gd name="connsiteY5" fmla="*/ 1710315 h 2637500"/>
                      <a:gd name="connsiteX6" fmla="*/ 489759 w 1025701"/>
                      <a:gd name="connsiteY6" fmla="*/ 1968768 h 2637500"/>
                      <a:gd name="connsiteX7" fmla="*/ 524258 w 1025701"/>
                      <a:gd name="connsiteY7" fmla="*/ 2216108 h 2637500"/>
                      <a:gd name="connsiteX8" fmla="*/ 703191 w 1025701"/>
                      <a:gd name="connsiteY8" fmla="*/ 2513972 h 2637500"/>
                      <a:gd name="connsiteX9" fmla="*/ 747684 w 1025701"/>
                      <a:gd name="connsiteY9" fmla="*/ 2637366 h 2637500"/>
                      <a:gd name="connsiteX10" fmla="*/ 1025109 w 1025701"/>
                      <a:gd name="connsiteY10" fmla="*/ 2494392 h 2637500"/>
                      <a:gd name="connsiteX11" fmla="*/ 812761 w 1025701"/>
                      <a:gd name="connsiteY11" fmla="*/ 2469234 h 2637500"/>
                      <a:gd name="connsiteX12" fmla="*/ 716385 w 1025701"/>
                      <a:gd name="connsiteY12" fmla="*/ 2178273 h 2637500"/>
                      <a:gd name="connsiteX13" fmla="*/ 660033 w 1025701"/>
                      <a:gd name="connsiteY13" fmla="*/ 1871004 h 2637500"/>
                      <a:gd name="connsiteX14" fmla="*/ 419935 w 1025701"/>
                      <a:gd name="connsiteY14" fmla="*/ 1445033 h 2637500"/>
                      <a:gd name="connsiteX15" fmla="*/ 371600 w 1025701"/>
                      <a:gd name="connsiteY15" fmla="*/ 1206364 h 2637500"/>
                      <a:gd name="connsiteX16" fmla="*/ 353355 w 1025701"/>
                      <a:gd name="connsiteY16" fmla="*/ 939687 h 2637500"/>
                      <a:gd name="connsiteX17" fmla="*/ 415751 w 1025701"/>
                      <a:gd name="connsiteY17" fmla="*/ 775633 h 2637500"/>
                      <a:gd name="connsiteX18" fmla="*/ 286682 w 1025701"/>
                      <a:gd name="connsiteY18" fmla="*/ 466333 h 2637500"/>
                      <a:gd name="connsiteX19" fmla="*/ 383555 w 1025701"/>
                      <a:gd name="connsiteY19" fmla="*/ 355681 h 2637500"/>
                      <a:gd name="connsiteX20" fmla="*/ 418479 w 1025701"/>
                      <a:gd name="connsiteY20" fmla="*/ 238206 h 2637500"/>
                      <a:gd name="connsiteX21" fmla="*/ 374030 w 1025701"/>
                      <a:gd name="connsiteY21" fmla="*/ 63581 h 2637500"/>
                      <a:gd name="connsiteX22" fmla="*/ 193827 w 1025701"/>
                      <a:gd name="connsiteY22" fmla="*/ 3229 h 2637500"/>
                      <a:gd name="connsiteX23" fmla="*/ 75279 w 1025701"/>
                      <a:gd name="connsiteY23" fmla="*/ 149306 h 2637500"/>
                      <a:gd name="connsiteX24" fmla="*/ 148604 w 1025701"/>
                      <a:gd name="connsiteY24" fmla="*/ 381080 h 2637500"/>
                      <a:gd name="connsiteX25" fmla="*/ 66052 w 1025701"/>
                      <a:gd name="connsiteY25" fmla="*/ 539828 h 2637500"/>
                      <a:gd name="connsiteX26" fmla="*/ 48178 w 1025701"/>
                      <a:gd name="connsiteY26" fmla="*/ 689858 h 2637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025701" h="2637500">
                        <a:moveTo>
                          <a:pt x="48178" y="689858"/>
                        </a:moveTo>
                        <a:cubicBezTo>
                          <a:pt x="43369" y="745410"/>
                          <a:pt x="41238" y="778688"/>
                          <a:pt x="37195" y="873140"/>
                        </a:cubicBezTo>
                        <a:lnTo>
                          <a:pt x="63770" y="1040801"/>
                        </a:lnTo>
                        <a:cubicBezTo>
                          <a:pt x="65101" y="1078137"/>
                          <a:pt x="17019" y="1198926"/>
                          <a:pt x="0" y="1267564"/>
                        </a:cubicBezTo>
                        <a:cubicBezTo>
                          <a:pt x="15034" y="1400647"/>
                          <a:pt x="17993" y="1378150"/>
                          <a:pt x="17464" y="1433388"/>
                        </a:cubicBezTo>
                        <a:cubicBezTo>
                          <a:pt x="54805" y="1500996"/>
                          <a:pt x="171243" y="1621085"/>
                          <a:pt x="249959" y="1710315"/>
                        </a:cubicBezTo>
                        <a:cubicBezTo>
                          <a:pt x="328675" y="1799545"/>
                          <a:pt x="395653" y="1818274"/>
                          <a:pt x="489759" y="1968768"/>
                        </a:cubicBezTo>
                        <a:cubicBezTo>
                          <a:pt x="488193" y="2138502"/>
                          <a:pt x="507289" y="2169218"/>
                          <a:pt x="524258" y="2216108"/>
                        </a:cubicBezTo>
                        <a:cubicBezTo>
                          <a:pt x="541227" y="2262998"/>
                          <a:pt x="665953" y="2443762"/>
                          <a:pt x="703191" y="2513972"/>
                        </a:cubicBezTo>
                        <a:cubicBezTo>
                          <a:pt x="740429" y="2584182"/>
                          <a:pt x="694031" y="2640629"/>
                          <a:pt x="747684" y="2637366"/>
                        </a:cubicBezTo>
                        <a:cubicBezTo>
                          <a:pt x="801337" y="2634103"/>
                          <a:pt x="1014263" y="2522414"/>
                          <a:pt x="1025109" y="2494392"/>
                        </a:cubicBezTo>
                        <a:cubicBezTo>
                          <a:pt x="1035955" y="2466370"/>
                          <a:pt x="895393" y="2465125"/>
                          <a:pt x="812761" y="2469234"/>
                        </a:cubicBezTo>
                        <a:cubicBezTo>
                          <a:pt x="756436" y="2320001"/>
                          <a:pt x="772488" y="2361667"/>
                          <a:pt x="716385" y="2178273"/>
                        </a:cubicBezTo>
                        <a:cubicBezTo>
                          <a:pt x="691681" y="2053976"/>
                          <a:pt x="668465" y="2050741"/>
                          <a:pt x="660033" y="1871004"/>
                        </a:cubicBezTo>
                        <a:cubicBezTo>
                          <a:pt x="621063" y="1690250"/>
                          <a:pt x="468007" y="1555806"/>
                          <a:pt x="419935" y="1445033"/>
                        </a:cubicBezTo>
                        <a:cubicBezTo>
                          <a:pt x="371863" y="1334260"/>
                          <a:pt x="356783" y="1221181"/>
                          <a:pt x="371600" y="1206364"/>
                        </a:cubicBezTo>
                        <a:cubicBezTo>
                          <a:pt x="356960" y="1108855"/>
                          <a:pt x="345997" y="1011475"/>
                          <a:pt x="353355" y="939687"/>
                        </a:cubicBezTo>
                        <a:cubicBezTo>
                          <a:pt x="360713" y="867899"/>
                          <a:pt x="359012" y="886140"/>
                          <a:pt x="415751" y="775633"/>
                        </a:cubicBezTo>
                        <a:cubicBezTo>
                          <a:pt x="376064" y="651809"/>
                          <a:pt x="292048" y="536325"/>
                          <a:pt x="286682" y="466333"/>
                        </a:cubicBezTo>
                        <a:cubicBezTo>
                          <a:pt x="281316" y="396341"/>
                          <a:pt x="361589" y="393702"/>
                          <a:pt x="383555" y="355681"/>
                        </a:cubicBezTo>
                        <a:cubicBezTo>
                          <a:pt x="405521" y="317660"/>
                          <a:pt x="398900" y="283186"/>
                          <a:pt x="418479" y="238206"/>
                        </a:cubicBezTo>
                        <a:cubicBezTo>
                          <a:pt x="390433" y="193227"/>
                          <a:pt x="411472" y="102744"/>
                          <a:pt x="374030" y="63581"/>
                        </a:cubicBezTo>
                        <a:cubicBezTo>
                          <a:pt x="336588" y="24418"/>
                          <a:pt x="243619" y="-11058"/>
                          <a:pt x="193827" y="3229"/>
                        </a:cubicBezTo>
                        <a:cubicBezTo>
                          <a:pt x="144035" y="17516"/>
                          <a:pt x="82816" y="86331"/>
                          <a:pt x="75279" y="149306"/>
                        </a:cubicBezTo>
                        <a:cubicBezTo>
                          <a:pt x="67742" y="212281"/>
                          <a:pt x="150142" y="315993"/>
                          <a:pt x="148604" y="381080"/>
                        </a:cubicBezTo>
                        <a:cubicBezTo>
                          <a:pt x="147066" y="446167"/>
                          <a:pt x="104152" y="459924"/>
                          <a:pt x="66052" y="539828"/>
                        </a:cubicBezTo>
                        <a:cubicBezTo>
                          <a:pt x="36420" y="601210"/>
                          <a:pt x="52987" y="634306"/>
                          <a:pt x="48178" y="689858"/>
                        </a:cubicBezTo>
                        <a:close/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29" name="任意多边形: 形状 1328">
                    <a:extLst>
                      <a:ext uri="{FF2B5EF4-FFF2-40B4-BE49-F238E27FC236}">
                        <a16:creationId xmlns:a16="http://schemas.microsoft.com/office/drawing/2014/main" id="{22776A6B-DF29-DCE4-3275-942093517926}"/>
                      </a:ext>
                    </a:extLst>
                  </p:cNvPr>
                  <p:cNvSpPr/>
                  <p:nvPr/>
                </p:nvSpPr>
                <p:spPr>
                  <a:xfrm rot="1261961">
                    <a:off x="910780" y="7723621"/>
                    <a:ext cx="385513" cy="1170221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4658" h="987837">
                        <a:moveTo>
                          <a:pt x="72092" y="0"/>
                        </a:moveTo>
                        <a:cubicBezTo>
                          <a:pt x="23540" y="80028"/>
                          <a:pt x="33207" y="190781"/>
                          <a:pt x="21923" y="265387"/>
                        </a:cubicBezTo>
                        <a:cubicBezTo>
                          <a:pt x="10639" y="339993"/>
                          <a:pt x="-8720" y="389118"/>
                          <a:pt x="4389" y="447637"/>
                        </a:cubicBezTo>
                        <a:cubicBezTo>
                          <a:pt x="17498" y="506156"/>
                          <a:pt x="50075" y="585271"/>
                          <a:pt x="76530" y="643732"/>
                        </a:cubicBezTo>
                        <a:cubicBezTo>
                          <a:pt x="102986" y="702193"/>
                          <a:pt x="142199" y="750992"/>
                          <a:pt x="163122" y="798405"/>
                        </a:cubicBezTo>
                        <a:cubicBezTo>
                          <a:pt x="184045" y="845818"/>
                          <a:pt x="184288" y="876652"/>
                          <a:pt x="202068" y="928207"/>
                        </a:cubicBezTo>
                        <a:cubicBezTo>
                          <a:pt x="218830" y="959972"/>
                          <a:pt x="249153" y="988920"/>
                          <a:pt x="267918" y="987806"/>
                        </a:cubicBezTo>
                        <a:cubicBezTo>
                          <a:pt x="286683" y="986692"/>
                          <a:pt x="314622" y="951860"/>
                          <a:pt x="314658" y="921523"/>
                        </a:cubicBezTo>
                        <a:cubicBezTo>
                          <a:pt x="314694" y="891186"/>
                          <a:pt x="288600" y="851906"/>
                          <a:pt x="268132" y="805785"/>
                        </a:cubicBezTo>
                        <a:cubicBezTo>
                          <a:pt x="247664" y="759664"/>
                          <a:pt x="220623" y="708936"/>
                          <a:pt x="191851" y="644795"/>
                        </a:cubicBezTo>
                        <a:cubicBezTo>
                          <a:pt x="167457" y="581632"/>
                          <a:pt x="143267" y="494752"/>
                          <a:pt x="123775" y="451204"/>
                        </a:cubicBezTo>
                        <a:cubicBezTo>
                          <a:pt x="104283" y="407656"/>
                          <a:pt x="216550" y="124545"/>
                          <a:pt x="209274" y="103378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grpSp>
            <p:nvGrpSpPr>
              <p:cNvPr id="1311" name="组合 1310">
                <a:extLst>
                  <a:ext uri="{FF2B5EF4-FFF2-40B4-BE49-F238E27FC236}">
                    <a16:creationId xmlns:a16="http://schemas.microsoft.com/office/drawing/2014/main" id="{B7D040C9-E3F1-F133-B17C-39A600A9D970}"/>
                  </a:ext>
                </a:extLst>
              </p:cNvPr>
              <p:cNvGrpSpPr/>
              <p:nvPr/>
            </p:nvGrpSpPr>
            <p:grpSpPr>
              <a:xfrm>
                <a:off x="6011704" y="1449193"/>
                <a:ext cx="242158" cy="452186"/>
                <a:chOff x="6011704" y="1449193"/>
                <a:chExt cx="242158" cy="452186"/>
              </a:xfrm>
            </p:grpSpPr>
            <p:grpSp>
              <p:nvGrpSpPr>
                <p:cNvPr id="1320" name="组合 1319">
                  <a:extLst>
                    <a:ext uri="{FF2B5EF4-FFF2-40B4-BE49-F238E27FC236}">
                      <a16:creationId xmlns:a16="http://schemas.microsoft.com/office/drawing/2014/main" id="{4D3055E4-66F8-DD8E-B2D9-6301D975057C}"/>
                    </a:ext>
                  </a:extLst>
                </p:cNvPr>
                <p:cNvGrpSpPr/>
                <p:nvPr/>
              </p:nvGrpSpPr>
              <p:grpSpPr>
                <a:xfrm>
                  <a:off x="6011704" y="1449193"/>
                  <a:ext cx="203234" cy="452186"/>
                  <a:chOff x="10080438" y="4594640"/>
                  <a:chExt cx="236025" cy="583555"/>
                </a:xfrm>
              </p:grpSpPr>
              <p:sp>
                <p:nvSpPr>
                  <p:cNvPr id="1322" name="梯形 1321">
                    <a:extLst>
                      <a:ext uri="{FF2B5EF4-FFF2-40B4-BE49-F238E27FC236}">
                        <a16:creationId xmlns:a16="http://schemas.microsoft.com/office/drawing/2014/main" id="{A6FFF4F5-B09B-5C72-FB1F-1A5416492707}"/>
                      </a:ext>
                    </a:extLst>
                  </p:cNvPr>
                  <p:cNvSpPr/>
                  <p:nvPr/>
                </p:nvSpPr>
                <p:spPr>
                  <a:xfrm rot="7072032">
                    <a:off x="10251077" y="4690820"/>
                    <a:ext cx="82740" cy="48033"/>
                  </a:xfrm>
                  <a:prstGeom prst="trapezoid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23" name="弦形 191">
                    <a:extLst>
                      <a:ext uri="{FF2B5EF4-FFF2-40B4-BE49-F238E27FC236}">
                        <a16:creationId xmlns:a16="http://schemas.microsoft.com/office/drawing/2014/main" id="{335ED789-5E34-C378-DC2B-E9CBEC70A673}"/>
                      </a:ext>
                    </a:extLst>
                  </p:cNvPr>
                  <p:cNvSpPr/>
                  <p:nvPr/>
                </p:nvSpPr>
                <p:spPr>
                  <a:xfrm rot="14277974">
                    <a:off x="10114612" y="4560466"/>
                    <a:ext cx="157336" cy="225684"/>
                  </a:xfrm>
                  <a:custGeom>
                    <a:avLst/>
                    <a:gdLst>
                      <a:gd name="connsiteX0" fmla="*/ 147934 w 164111"/>
                      <a:gd name="connsiteY0" fmla="*/ 175384 h 219755"/>
                      <a:gd name="connsiteX1" fmla="*/ 32004 w 164111"/>
                      <a:gd name="connsiteY1" fmla="*/ 196947 h 219755"/>
                      <a:gd name="connsiteX2" fmla="*/ 1583 w 164111"/>
                      <a:gd name="connsiteY2" fmla="*/ 88395 h 219755"/>
                      <a:gd name="connsiteX3" fmla="*/ 82056 w 164111"/>
                      <a:gd name="connsiteY3" fmla="*/ -2 h 219755"/>
                      <a:gd name="connsiteX4" fmla="*/ 147934 w 164111"/>
                      <a:gd name="connsiteY4" fmla="*/ 175384 h 219755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6352 w 146352"/>
                      <a:gd name="connsiteY0" fmla="*/ 165552 h 209929"/>
                      <a:gd name="connsiteX1" fmla="*/ 30422 w 146352"/>
                      <a:gd name="connsiteY1" fmla="*/ 187115 h 209929"/>
                      <a:gd name="connsiteX2" fmla="*/ 1 w 146352"/>
                      <a:gd name="connsiteY2" fmla="*/ 78563 h 209929"/>
                      <a:gd name="connsiteX3" fmla="*/ 60275 w 146352"/>
                      <a:gd name="connsiteY3" fmla="*/ 0 h 209929"/>
                      <a:gd name="connsiteX4" fmla="*/ 146352 w 146352"/>
                      <a:gd name="connsiteY4" fmla="*/ 165552 h 20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352" h="209929">
                        <a:moveTo>
                          <a:pt x="146352" y="165552"/>
                        </a:moveTo>
                        <a:cubicBezTo>
                          <a:pt x="119003" y="214869"/>
                          <a:pt x="66773" y="224584"/>
                          <a:pt x="30422" y="187115"/>
                        </a:cubicBezTo>
                        <a:cubicBezTo>
                          <a:pt x="5690" y="161623"/>
                          <a:pt x="-39" y="112107"/>
                          <a:pt x="1" y="78563"/>
                        </a:cubicBezTo>
                        <a:cubicBezTo>
                          <a:pt x="2093" y="40547"/>
                          <a:pt x="12170" y="21072"/>
                          <a:pt x="60275" y="0"/>
                        </a:cubicBezTo>
                        <a:cubicBezTo>
                          <a:pt x="82234" y="58462"/>
                          <a:pt x="124393" y="107090"/>
                          <a:pt x="146352" y="16555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75000"/>
                      <a:lumOff val="25000"/>
                    </a:schemeClr>
                  </a:solidFill>
                  <a:ln w="9525">
                    <a:solidFill>
                      <a:schemeClr val="tx1">
                        <a:lumMod val="85000"/>
                        <a:lumOff val="15000"/>
                      </a:schemeClr>
                    </a:solidFill>
                  </a:ln>
                  <a:scene3d>
                    <a:camera prst="orthographicFront">
                      <a:rot lat="20699986" lon="0" rev="0"/>
                    </a:camera>
                    <a:lightRig rig="threePt" dir="t"/>
                  </a:scene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 dirty="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24" name="矩形 1323">
                    <a:extLst>
                      <a:ext uri="{FF2B5EF4-FFF2-40B4-BE49-F238E27FC236}">
                        <a16:creationId xmlns:a16="http://schemas.microsoft.com/office/drawing/2014/main" id="{20BBBDCA-1AC6-7947-D3F6-B84E8B32CBD0}"/>
                      </a:ext>
                    </a:extLst>
                  </p:cNvPr>
                  <p:cNvSpPr/>
                  <p:nvPr/>
                </p:nvSpPr>
                <p:spPr>
                  <a:xfrm rot="21145286">
                    <a:off x="10113781" y="4962295"/>
                    <a:ext cx="82012" cy="215900"/>
                  </a:xfrm>
                  <a:prstGeom prst="rect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  <a:scene3d>
                    <a:camera prst="orthographicFront">
                      <a:rot lat="887528" lon="620448" rev="161679"/>
                    </a:camera>
                    <a:lightRig rig="threePt" dir="t"/>
                  </a:scene3d>
                  <a:sp3d extrusionH="1905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21" name="任意多边形: 形状 1320">
                  <a:extLst>
                    <a:ext uri="{FF2B5EF4-FFF2-40B4-BE49-F238E27FC236}">
                      <a16:creationId xmlns:a16="http://schemas.microsoft.com/office/drawing/2014/main" id="{75F8A321-38E6-E648-D0DF-59BA7ED98D52}"/>
                    </a:ext>
                  </a:extLst>
                </p:cNvPr>
                <p:cNvSpPr/>
                <p:nvPr/>
              </p:nvSpPr>
              <p:spPr>
                <a:xfrm>
                  <a:off x="6065973" y="1553926"/>
                  <a:ext cx="187889" cy="145800"/>
                </a:xfrm>
                <a:custGeom>
                  <a:avLst/>
                  <a:gdLst>
                    <a:gd name="connsiteX0" fmla="*/ 163186 w 202972"/>
                    <a:gd name="connsiteY0" fmla="*/ 0 h 175022"/>
                    <a:gd name="connsiteX1" fmla="*/ 182236 w 202972"/>
                    <a:gd name="connsiteY1" fmla="*/ 5953 h 175022"/>
                    <a:gd name="connsiteX2" fmla="*/ 196524 w 202972"/>
                    <a:gd name="connsiteY2" fmla="*/ 22622 h 175022"/>
                    <a:gd name="connsiteX3" fmla="*/ 200096 w 202972"/>
                    <a:gd name="connsiteY3" fmla="*/ 27384 h 175022"/>
                    <a:gd name="connsiteX4" fmla="*/ 200096 w 202972"/>
                    <a:gd name="connsiteY4" fmla="*/ 70247 h 175022"/>
                    <a:gd name="connsiteX5" fmla="*/ 190571 w 202972"/>
                    <a:gd name="connsiteY5" fmla="*/ 78581 h 175022"/>
                    <a:gd name="connsiteX6" fmla="*/ 167949 w 202972"/>
                    <a:gd name="connsiteY6" fmla="*/ 91678 h 175022"/>
                    <a:gd name="connsiteX7" fmla="*/ 110799 w 202972"/>
                    <a:gd name="connsiteY7" fmla="*/ 97631 h 175022"/>
                    <a:gd name="connsiteX8" fmla="*/ 23883 w 202972"/>
                    <a:gd name="connsiteY8" fmla="*/ 105966 h 175022"/>
                    <a:gd name="connsiteX9" fmla="*/ 16739 w 202972"/>
                    <a:gd name="connsiteY9" fmla="*/ 109537 h 175022"/>
                    <a:gd name="connsiteX10" fmla="*/ 3643 w 202972"/>
                    <a:gd name="connsiteY10" fmla="*/ 126206 h 175022"/>
                    <a:gd name="connsiteX11" fmla="*/ 2452 w 202972"/>
                    <a:gd name="connsiteY11" fmla="*/ 135731 h 175022"/>
                    <a:gd name="connsiteX12" fmla="*/ 71 w 202972"/>
                    <a:gd name="connsiteY12" fmla="*/ 142875 h 175022"/>
                    <a:gd name="connsiteX13" fmla="*/ 1261 w 202972"/>
                    <a:gd name="connsiteY13" fmla="*/ 171450 h 175022"/>
                    <a:gd name="connsiteX14" fmla="*/ 2452 w 202972"/>
                    <a:gd name="connsiteY14" fmla="*/ 175022 h 175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02972" h="175022">
                      <a:moveTo>
                        <a:pt x="163186" y="0"/>
                      </a:moveTo>
                      <a:cubicBezTo>
                        <a:pt x="169536" y="1984"/>
                        <a:pt x="176431" y="2702"/>
                        <a:pt x="182236" y="5953"/>
                      </a:cubicBezTo>
                      <a:cubicBezTo>
                        <a:pt x="191195" y="10970"/>
                        <a:pt x="191907" y="15698"/>
                        <a:pt x="196524" y="22622"/>
                      </a:cubicBezTo>
                      <a:cubicBezTo>
                        <a:pt x="197625" y="24273"/>
                        <a:pt x="198905" y="25797"/>
                        <a:pt x="200096" y="27384"/>
                      </a:cubicBezTo>
                      <a:cubicBezTo>
                        <a:pt x="202203" y="42137"/>
                        <a:pt x="205349" y="55013"/>
                        <a:pt x="200096" y="70247"/>
                      </a:cubicBezTo>
                      <a:cubicBezTo>
                        <a:pt x="198721" y="74235"/>
                        <a:pt x="193554" y="75598"/>
                        <a:pt x="190571" y="78581"/>
                      </a:cubicBezTo>
                      <a:cubicBezTo>
                        <a:pt x="181336" y="87815"/>
                        <a:pt x="189344" y="87942"/>
                        <a:pt x="167949" y="91678"/>
                      </a:cubicBezTo>
                      <a:cubicBezTo>
                        <a:pt x="149081" y="94972"/>
                        <a:pt x="129896" y="96162"/>
                        <a:pt x="110799" y="97631"/>
                      </a:cubicBezTo>
                      <a:cubicBezTo>
                        <a:pt x="40492" y="103040"/>
                        <a:pt x="69377" y="99467"/>
                        <a:pt x="23883" y="105966"/>
                      </a:cubicBezTo>
                      <a:cubicBezTo>
                        <a:pt x="21502" y="107156"/>
                        <a:pt x="18869" y="107940"/>
                        <a:pt x="16739" y="109537"/>
                      </a:cubicBezTo>
                      <a:cubicBezTo>
                        <a:pt x="9830" y="114719"/>
                        <a:pt x="8177" y="118951"/>
                        <a:pt x="3643" y="126206"/>
                      </a:cubicBezTo>
                      <a:cubicBezTo>
                        <a:pt x="3246" y="129381"/>
                        <a:pt x="3122" y="132602"/>
                        <a:pt x="2452" y="135731"/>
                      </a:cubicBezTo>
                      <a:cubicBezTo>
                        <a:pt x="1926" y="138185"/>
                        <a:pt x="155" y="140366"/>
                        <a:pt x="71" y="142875"/>
                      </a:cubicBezTo>
                      <a:cubicBezTo>
                        <a:pt x="-247" y="152403"/>
                        <a:pt x="557" y="161943"/>
                        <a:pt x="1261" y="171450"/>
                      </a:cubicBezTo>
                      <a:cubicBezTo>
                        <a:pt x="1354" y="172702"/>
                        <a:pt x="2452" y="175022"/>
                        <a:pt x="2452" y="175022"/>
                      </a:cubicBezTo>
                    </a:path>
                  </a:pathLst>
                </a:custGeom>
                <a:noFill/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312" name="流程图: 接点 1311">
                <a:extLst>
                  <a:ext uri="{FF2B5EF4-FFF2-40B4-BE49-F238E27FC236}">
                    <a16:creationId xmlns:a16="http://schemas.microsoft.com/office/drawing/2014/main" id="{A8DBDA1E-161C-04AD-B9FF-3FB735923165}"/>
                  </a:ext>
                </a:extLst>
              </p:cNvPr>
              <p:cNvSpPr/>
              <p:nvPr/>
            </p:nvSpPr>
            <p:spPr>
              <a:xfrm>
                <a:off x="5693782" y="191985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3" name="流程图: 接点 1312">
                <a:extLst>
                  <a:ext uri="{FF2B5EF4-FFF2-40B4-BE49-F238E27FC236}">
                    <a16:creationId xmlns:a16="http://schemas.microsoft.com/office/drawing/2014/main" id="{7AEC869D-79C7-0AD7-BDC7-06088FBC3C29}"/>
                  </a:ext>
                </a:extLst>
              </p:cNvPr>
              <p:cNvSpPr/>
              <p:nvPr/>
            </p:nvSpPr>
            <p:spPr>
              <a:xfrm>
                <a:off x="5721121" y="2349307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4" name="流程图: 接点 1313">
                <a:extLst>
                  <a:ext uri="{FF2B5EF4-FFF2-40B4-BE49-F238E27FC236}">
                    <a16:creationId xmlns:a16="http://schemas.microsoft.com/office/drawing/2014/main" id="{E43E42A1-832F-3248-D898-FCDA5EFF7ABF}"/>
                  </a:ext>
                </a:extLst>
              </p:cNvPr>
              <p:cNvSpPr/>
              <p:nvPr/>
            </p:nvSpPr>
            <p:spPr>
              <a:xfrm>
                <a:off x="6246325" y="2718712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5" name="流程图: 接点 1314">
                <a:extLst>
                  <a:ext uri="{FF2B5EF4-FFF2-40B4-BE49-F238E27FC236}">
                    <a16:creationId xmlns:a16="http://schemas.microsoft.com/office/drawing/2014/main" id="{9A6D876F-6306-4E6E-68BD-EFECE171DAAE}"/>
                  </a:ext>
                </a:extLst>
              </p:cNvPr>
              <p:cNvSpPr/>
              <p:nvPr/>
            </p:nvSpPr>
            <p:spPr>
              <a:xfrm>
                <a:off x="6433300" y="318443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6" name="流程图: 接点 1315">
                <a:extLst>
                  <a:ext uri="{FF2B5EF4-FFF2-40B4-BE49-F238E27FC236}">
                    <a16:creationId xmlns:a16="http://schemas.microsoft.com/office/drawing/2014/main" id="{92514869-0208-33BB-2A07-D1791C8F83A5}"/>
                  </a:ext>
                </a:extLst>
              </p:cNvPr>
              <p:cNvSpPr/>
              <p:nvPr/>
            </p:nvSpPr>
            <p:spPr>
              <a:xfrm>
                <a:off x="5454200" y="3107979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7" name="流程图: 接点 1316">
                <a:extLst>
                  <a:ext uri="{FF2B5EF4-FFF2-40B4-BE49-F238E27FC236}">
                    <a16:creationId xmlns:a16="http://schemas.microsoft.com/office/drawing/2014/main" id="{FE4C4F5A-932D-D014-A5AB-E0B13AC98F98}"/>
                  </a:ext>
                </a:extLst>
              </p:cNvPr>
              <p:cNvSpPr/>
              <p:nvPr/>
            </p:nvSpPr>
            <p:spPr>
              <a:xfrm>
                <a:off x="5721121" y="275872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8" name="流程图: 接点 1317">
                <a:extLst>
                  <a:ext uri="{FF2B5EF4-FFF2-40B4-BE49-F238E27FC236}">
                    <a16:creationId xmlns:a16="http://schemas.microsoft.com/office/drawing/2014/main" id="{60323727-FCB4-A296-603B-ED069307F9B7}"/>
                  </a:ext>
                </a:extLst>
              </p:cNvPr>
              <p:cNvSpPr/>
              <p:nvPr/>
            </p:nvSpPr>
            <p:spPr>
              <a:xfrm>
                <a:off x="5904444" y="224446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9" name="流程图: 接点 1318">
                <a:extLst>
                  <a:ext uri="{FF2B5EF4-FFF2-40B4-BE49-F238E27FC236}">
                    <a16:creationId xmlns:a16="http://schemas.microsoft.com/office/drawing/2014/main" id="{8E31BBED-AC41-4663-9B89-5FBE2F5E93C5}"/>
                  </a:ext>
                </a:extLst>
              </p:cNvPr>
              <p:cNvSpPr/>
              <p:nvPr/>
            </p:nvSpPr>
            <p:spPr>
              <a:xfrm>
                <a:off x="5854707" y="1660585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9" name="组合 58">
              <a:extLst>
                <a:ext uri="{FF2B5EF4-FFF2-40B4-BE49-F238E27FC236}">
                  <a16:creationId xmlns:a16="http://schemas.microsoft.com/office/drawing/2014/main" id="{D5271E59-D99D-F0D2-2600-1E8305A5B293}"/>
                </a:ext>
              </a:extLst>
            </p:cNvPr>
            <p:cNvGrpSpPr/>
            <p:nvPr/>
          </p:nvGrpSpPr>
          <p:grpSpPr>
            <a:xfrm>
              <a:off x="7725631" y="4923596"/>
              <a:ext cx="830011" cy="919647"/>
              <a:chOff x="4921931" y="1234806"/>
              <a:chExt cx="2146807" cy="2327011"/>
            </a:xfrm>
          </p:grpSpPr>
          <p:grpSp>
            <p:nvGrpSpPr>
              <p:cNvPr id="1120" name="组合 1119">
                <a:extLst>
                  <a:ext uri="{FF2B5EF4-FFF2-40B4-BE49-F238E27FC236}">
                    <a16:creationId xmlns:a16="http://schemas.microsoft.com/office/drawing/2014/main" id="{D8D5A0ED-38C1-7929-6DBE-A04631FB3980}"/>
                  </a:ext>
                </a:extLst>
              </p:cNvPr>
              <p:cNvGrpSpPr/>
              <p:nvPr/>
            </p:nvGrpSpPr>
            <p:grpSpPr>
              <a:xfrm>
                <a:off x="4921931" y="3132853"/>
                <a:ext cx="2146807" cy="428964"/>
                <a:chOff x="4389235" y="5094329"/>
                <a:chExt cx="2716057" cy="615793"/>
              </a:xfrm>
            </p:grpSpPr>
            <p:grpSp>
              <p:nvGrpSpPr>
                <p:cNvPr id="1305" name="组合 1304">
                  <a:extLst>
                    <a:ext uri="{FF2B5EF4-FFF2-40B4-BE49-F238E27FC236}">
                      <a16:creationId xmlns:a16="http://schemas.microsoft.com/office/drawing/2014/main" id="{D3CEA84A-416C-01D9-9819-78B6348EEF89}"/>
                    </a:ext>
                  </a:extLst>
                </p:cNvPr>
                <p:cNvGrpSpPr/>
                <p:nvPr/>
              </p:nvGrpSpPr>
              <p:grpSpPr>
                <a:xfrm>
                  <a:off x="4389235" y="5094329"/>
                  <a:ext cx="2716057" cy="615793"/>
                  <a:chOff x="4451507" y="4199800"/>
                  <a:chExt cx="2716057" cy="615793"/>
                </a:xfrm>
              </p:grpSpPr>
              <p:sp>
                <p:nvSpPr>
                  <p:cNvPr id="1307" name="矩形: 剪去左右顶角 169">
                    <a:extLst>
                      <a:ext uri="{FF2B5EF4-FFF2-40B4-BE49-F238E27FC236}">
                        <a16:creationId xmlns:a16="http://schemas.microsoft.com/office/drawing/2014/main" id="{689AC2DE-3622-E1DC-4441-F33E3E4AC4D2}"/>
                      </a:ext>
                    </a:extLst>
                  </p:cNvPr>
                  <p:cNvSpPr/>
                  <p:nvPr/>
                </p:nvSpPr>
                <p:spPr>
                  <a:xfrm>
                    <a:off x="4451507" y="4199800"/>
                    <a:ext cx="2716057" cy="615793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16057" h="615793">
                        <a:moveTo>
                          <a:pt x="379658" y="2380"/>
                        </a:moveTo>
                        <a:lnTo>
                          <a:pt x="2341161" y="0"/>
                        </a:lnTo>
                        <a:lnTo>
                          <a:pt x="2711294" y="463001"/>
                        </a:lnTo>
                        <a:lnTo>
                          <a:pt x="2716057" y="615793"/>
                        </a:lnTo>
                        <a:lnTo>
                          <a:pt x="0" y="613414"/>
                        </a:lnTo>
                        <a:cubicBezTo>
                          <a:pt x="794" y="564070"/>
                          <a:pt x="1587" y="512345"/>
                          <a:pt x="2381" y="463001"/>
                        </a:cubicBezTo>
                        <a:lnTo>
                          <a:pt x="379658" y="2380"/>
                        </a:lnTo>
                        <a:close/>
                      </a:path>
                    </a:pathLst>
                  </a:custGeom>
                  <a:solidFill>
                    <a:srgbClr val="A5A5A5"/>
                  </a:solidFill>
                  <a:ln w="9525">
                    <a:solidFill>
                      <a:srgbClr val="A5A5A5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308" name="矩形: 剪去左右顶角 169">
                    <a:extLst>
                      <a:ext uri="{FF2B5EF4-FFF2-40B4-BE49-F238E27FC236}">
                        <a16:creationId xmlns:a16="http://schemas.microsoft.com/office/drawing/2014/main" id="{5E83E47D-7FFB-82F1-910B-31A6353948BD}"/>
                      </a:ext>
                    </a:extLst>
                  </p:cNvPr>
                  <p:cNvSpPr/>
                  <p:nvPr/>
                </p:nvSpPr>
                <p:spPr>
                  <a:xfrm>
                    <a:off x="4590889" y="4279369"/>
                    <a:ext cx="2431417" cy="330802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7277 w 2713676"/>
                      <a:gd name="connsiteY0" fmla="*/ 2380 h 615793"/>
                      <a:gd name="connsiteX1" fmla="*/ 2338780 w 2713676"/>
                      <a:gd name="connsiteY1" fmla="*/ 0 h 615793"/>
                      <a:gd name="connsiteX2" fmla="*/ 2708913 w 2713676"/>
                      <a:gd name="connsiteY2" fmla="*/ 463001 h 615793"/>
                      <a:gd name="connsiteX3" fmla="*/ 2713676 w 2713676"/>
                      <a:gd name="connsiteY3" fmla="*/ 615793 h 615793"/>
                      <a:gd name="connsiteX4" fmla="*/ 0 w 2713676"/>
                      <a:gd name="connsiteY4" fmla="*/ 463001 h 615793"/>
                      <a:gd name="connsiteX5" fmla="*/ 377277 w 2713676"/>
                      <a:gd name="connsiteY5" fmla="*/ 2380 h 615793"/>
                      <a:gd name="connsiteX0" fmla="*/ 377277 w 2708913"/>
                      <a:gd name="connsiteY0" fmla="*/ 2380 h 463001"/>
                      <a:gd name="connsiteX1" fmla="*/ 2338780 w 2708913"/>
                      <a:gd name="connsiteY1" fmla="*/ 0 h 463001"/>
                      <a:gd name="connsiteX2" fmla="*/ 2708913 w 2708913"/>
                      <a:gd name="connsiteY2" fmla="*/ 463001 h 463001"/>
                      <a:gd name="connsiteX3" fmla="*/ 0 w 2708913"/>
                      <a:gd name="connsiteY3" fmla="*/ 463001 h 463001"/>
                      <a:gd name="connsiteX4" fmla="*/ 377277 w 2708913"/>
                      <a:gd name="connsiteY4" fmla="*/ 2380 h 463001"/>
                      <a:gd name="connsiteX0" fmla="*/ 377277 w 3546583"/>
                      <a:gd name="connsiteY0" fmla="*/ 2380 h 463001"/>
                      <a:gd name="connsiteX1" fmla="*/ 3546583 w 3546583"/>
                      <a:gd name="connsiteY1" fmla="*/ 0 h 463001"/>
                      <a:gd name="connsiteX2" fmla="*/ 2708913 w 3546583"/>
                      <a:gd name="connsiteY2" fmla="*/ 463001 h 463001"/>
                      <a:gd name="connsiteX3" fmla="*/ 0 w 3546583"/>
                      <a:gd name="connsiteY3" fmla="*/ 463001 h 463001"/>
                      <a:gd name="connsiteX4" fmla="*/ 377277 w 3546583"/>
                      <a:gd name="connsiteY4" fmla="*/ 2380 h 463001"/>
                      <a:gd name="connsiteX0" fmla="*/ 377277 w 3972155"/>
                      <a:gd name="connsiteY0" fmla="*/ 2380 h 550122"/>
                      <a:gd name="connsiteX1" fmla="*/ 3546583 w 3972155"/>
                      <a:gd name="connsiteY1" fmla="*/ 0 h 550122"/>
                      <a:gd name="connsiteX2" fmla="*/ 3972155 w 3972155"/>
                      <a:gd name="connsiteY2" fmla="*/ 550122 h 550122"/>
                      <a:gd name="connsiteX3" fmla="*/ 0 w 3972155"/>
                      <a:gd name="connsiteY3" fmla="*/ 463001 h 550122"/>
                      <a:gd name="connsiteX4" fmla="*/ 377277 w 3972155"/>
                      <a:gd name="connsiteY4" fmla="*/ 2380 h 550122"/>
                      <a:gd name="connsiteX0" fmla="*/ 460438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8 w 4055316"/>
                      <a:gd name="connsiteY4" fmla="*/ 2380 h 550122"/>
                      <a:gd name="connsiteX0" fmla="*/ 460439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9 w 4055316"/>
                      <a:gd name="connsiteY4" fmla="*/ 2380 h 550122"/>
                      <a:gd name="connsiteX0" fmla="*/ 448560 w 4043437"/>
                      <a:gd name="connsiteY0" fmla="*/ 2380 h 550122"/>
                      <a:gd name="connsiteX1" fmla="*/ 3617865 w 4043437"/>
                      <a:gd name="connsiteY1" fmla="*/ 0 h 550122"/>
                      <a:gd name="connsiteX2" fmla="*/ 4043437 w 4043437"/>
                      <a:gd name="connsiteY2" fmla="*/ 550122 h 550122"/>
                      <a:gd name="connsiteX3" fmla="*/ 0 w 4043437"/>
                      <a:gd name="connsiteY3" fmla="*/ 546161 h 550122"/>
                      <a:gd name="connsiteX4" fmla="*/ 448560 w 4043437"/>
                      <a:gd name="connsiteY4" fmla="*/ 2380 h 550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3437" h="550122">
                        <a:moveTo>
                          <a:pt x="448560" y="2380"/>
                        </a:moveTo>
                        <a:lnTo>
                          <a:pt x="3617865" y="0"/>
                        </a:lnTo>
                        <a:lnTo>
                          <a:pt x="4043437" y="550122"/>
                        </a:lnTo>
                        <a:lnTo>
                          <a:pt x="0" y="546161"/>
                        </a:lnTo>
                        <a:lnTo>
                          <a:pt x="448560" y="2380"/>
                        </a:lnTo>
                        <a:close/>
                      </a:path>
                    </a:pathLst>
                  </a:custGeom>
                  <a:solidFill>
                    <a:srgbClr val="404040"/>
                  </a:solidFill>
                  <a:ln w="9525">
                    <a:solidFill>
                      <a:srgbClr val="404040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>
                      <a:solidFill>
                        <a:srgbClr val="42526F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cxnSp>
              <p:nvCxnSpPr>
                <p:cNvPr id="1306" name="直接连接符 1305">
                  <a:extLst>
                    <a:ext uri="{FF2B5EF4-FFF2-40B4-BE49-F238E27FC236}">
                      <a16:creationId xmlns:a16="http://schemas.microsoft.com/office/drawing/2014/main" id="{CB490AA9-D444-FB50-9B9F-E56FA27E79E9}"/>
                    </a:ext>
                  </a:extLst>
                </p:cNvPr>
                <p:cNvCxnSpPr/>
                <p:nvPr/>
              </p:nvCxnSpPr>
              <p:spPr>
                <a:xfrm>
                  <a:off x="4661435" y="5310740"/>
                  <a:ext cx="2184659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1" name="组合 1120">
                <a:extLst>
                  <a:ext uri="{FF2B5EF4-FFF2-40B4-BE49-F238E27FC236}">
                    <a16:creationId xmlns:a16="http://schemas.microsoft.com/office/drawing/2014/main" id="{B1067F2C-8665-0B8A-36DA-4BB946A3A9CD}"/>
                  </a:ext>
                </a:extLst>
              </p:cNvPr>
              <p:cNvGrpSpPr/>
              <p:nvPr/>
            </p:nvGrpSpPr>
            <p:grpSpPr>
              <a:xfrm>
                <a:off x="5367761" y="1234806"/>
                <a:ext cx="1312097" cy="2088607"/>
                <a:chOff x="470873" y="2973002"/>
                <a:chExt cx="1775393" cy="3140416"/>
              </a:xfrm>
              <a:solidFill>
                <a:srgbClr val="E0E0E0"/>
              </a:solidFill>
            </p:grpSpPr>
            <p:grpSp>
              <p:nvGrpSpPr>
                <p:cNvPr id="1296" name="组合 1295">
                  <a:extLst>
                    <a:ext uri="{FF2B5EF4-FFF2-40B4-BE49-F238E27FC236}">
                      <a16:creationId xmlns:a16="http://schemas.microsoft.com/office/drawing/2014/main" id="{273156C9-B8D8-80B0-DACE-1C1B5BADC9FF}"/>
                    </a:ext>
                  </a:extLst>
                </p:cNvPr>
                <p:cNvGrpSpPr/>
                <p:nvPr/>
              </p:nvGrpSpPr>
              <p:grpSpPr>
                <a:xfrm>
                  <a:off x="1381837" y="3989216"/>
                  <a:ext cx="673386" cy="2045725"/>
                  <a:chOff x="2404466" y="3740154"/>
                  <a:chExt cx="673386" cy="2045725"/>
                </a:xfrm>
                <a:grpFill/>
              </p:grpSpPr>
              <p:grpSp>
                <p:nvGrpSpPr>
                  <p:cNvPr id="1301" name="组合 1300">
                    <a:extLst>
                      <a:ext uri="{FF2B5EF4-FFF2-40B4-BE49-F238E27FC236}">
                        <a16:creationId xmlns:a16="http://schemas.microsoft.com/office/drawing/2014/main" id="{0A7E9A78-8205-BF75-C23F-DE8FC25055D4}"/>
                      </a:ext>
                    </a:extLst>
                  </p:cNvPr>
                  <p:cNvGrpSpPr/>
                  <p:nvPr/>
                </p:nvGrpSpPr>
                <p:grpSpPr>
                  <a:xfrm>
                    <a:off x="2849080" y="5561145"/>
                    <a:ext cx="228772" cy="224734"/>
                    <a:chOff x="3404010" y="8801965"/>
                    <a:chExt cx="132494" cy="130155"/>
                  </a:xfrm>
                  <a:grpFill/>
                </p:grpSpPr>
                <p:sp>
                  <p:nvSpPr>
                    <p:cNvPr id="1303" name="流程图: 接点 1302">
                      <a:extLst>
                        <a:ext uri="{FF2B5EF4-FFF2-40B4-BE49-F238E27FC236}">
                          <a16:creationId xmlns:a16="http://schemas.microsoft.com/office/drawing/2014/main" id="{FADBEAC2-84BA-B8D9-ABDC-FBEAC7154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95" y="8831117"/>
                      <a:ext cx="116309" cy="101003"/>
                    </a:xfrm>
                    <a:prstGeom prst="flowChartConnector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304" name="矩形: 圆角 1303">
                      <a:extLst>
                        <a:ext uri="{FF2B5EF4-FFF2-40B4-BE49-F238E27FC236}">
                          <a16:creationId xmlns:a16="http://schemas.microsoft.com/office/drawing/2014/main" id="{252D642F-6F18-13FA-D57C-734CC4FC530A}"/>
                        </a:ext>
                      </a:extLst>
                    </p:cNvPr>
                    <p:cNvSpPr/>
                    <p:nvPr/>
                  </p:nvSpPr>
                  <p:spPr>
                    <a:xfrm rot="18675530">
                      <a:off x="3428163" y="8777812"/>
                      <a:ext cx="33230" cy="81536"/>
                    </a:xfrm>
                    <a:prstGeom prst="roundRect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</p:grpSp>
              <p:sp>
                <p:nvSpPr>
                  <p:cNvPr id="1302" name="任意多边形: 形状 1301">
                    <a:extLst>
                      <a:ext uri="{FF2B5EF4-FFF2-40B4-BE49-F238E27FC236}">
                        <a16:creationId xmlns:a16="http://schemas.microsoft.com/office/drawing/2014/main" id="{DFFD07FD-9CE1-5FA8-5C7E-2D2FDE31F501}"/>
                      </a:ext>
                    </a:extLst>
                  </p:cNvPr>
                  <p:cNvSpPr/>
                  <p:nvPr/>
                </p:nvSpPr>
                <p:spPr>
                  <a:xfrm rot="20796923">
                    <a:off x="2404466" y="3740154"/>
                    <a:ext cx="317646" cy="489038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  <a:gd name="connsiteX0" fmla="*/ 50266 w 292832"/>
                      <a:gd name="connsiteY0" fmla="*/ 0 h 987837"/>
                      <a:gd name="connsiteX1" fmla="*/ 97 w 292832"/>
                      <a:gd name="connsiteY1" fmla="*/ 265387 h 987837"/>
                      <a:gd name="connsiteX2" fmla="*/ 54704 w 292832"/>
                      <a:gd name="connsiteY2" fmla="*/ 643732 h 987837"/>
                      <a:gd name="connsiteX3" fmla="*/ 141296 w 292832"/>
                      <a:gd name="connsiteY3" fmla="*/ 798405 h 987837"/>
                      <a:gd name="connsiteX4" fmla="*/ 180242 w 292832"/>
                      <a:gd name="connsiteY4" fmla="*/ 928207 h 987837"/>
                      <a:gd name="connsiteX5" fmla="*/ 246092 w 292832"/>
                      <a:gd name="connsiteY5" fmla="*/ 987806 h 987837"/>
                      <a:gd name="connsiteX6" fmla="*/ 292832 w 292832"/>
                      <a:gd name="connsiteY6" fmla="*/ 921523 h 987837"/>
                      <a:gd name="connsiteX7" fmla="*/ 246306 w 292832"/>
                      <a:gd name="connsiteY7" fmla="*/ 805785 h 987837"/>
                      <a:gd name="connsiteX8" fmla="*/ 170025 w 292832"/>
                      <a:gd name="connsiteY8" fmla="*/ 644795 h 987837"/>
                      <a:gd name="connsiteX9" fmla="*/ 101949 w 292832"/>
                      <a:gd name="connsiteY9" fmla="*/ 451204 h 987837"/>
                      <a:gd name="connsiteX10" fmla="*/ 187448 w 292832"/>
                      <a:gd name="connsiteY10" fmla="*/ 103378 h 987837"/>
                      <a:gd name="connsiteX0" fmla="*/ 3413 w 245979"/>
                      <a:gd name="connsiteY0" fmla="*/ 0 h 987837"/>
                      <a:gd name="connsiteX1" fmla="*/ 7851 w 245979"/>
                      <a:gd name="connsiteY1" fmla="*/ 643732 h 987837"/>
                      <a:gd name="connsiteX2" fmla="*/ 94443 w 245979"/>
                      <a:gd name="connsiteY2" fmla="*/ 798405 h 987837"/>
                      <a:gd name="connsiteX3" fmla="*/ 133389 w 245979"/>
                      <a:gd name="connsiteY3" fmla="*/ 928207 h 987837"/>
                      <a:gd name="connsiteX4" fmla="*/ 199239 w 245979"/>
                      <a:gd name="connsiteY4" fmla="*/ 987806 h 987837"/>
                      <a:gd name="connsiteX5" fmla="*/ 245979 w 245979"/>
                      <a:gd name="connsiteY5" fmla="*/ 921523 h 987837"/>
                      <a:gd name="connsiteX6" fmla="*/ 199453 w 245979"/>
                      <a:gd name="connsiteY6" fmla="*/ 805785 h 987837"/>
                      <a:gd name="connsiteX7" fmla="*/ 123172 w 245979"/>
                      <a:gd name="connsiteY7" fmla="*/ 644795 h 987837"/>
                      <a:gd name="connsiteX8" fmla="*/ 55096 w 245979"/>
                      <a:gd name="connsiteY8" fmla="*/ 451204 h 987837"/>
                      <a:gd name="connsiteX9" fmla="*/ 140595 w 245979"/>
                      <a:gd name="connsiteY9" fmla="*/ 103378 h 987837"/>
                      <a:gd name="connsiteX0" fmla="*/ 0 w 238128"/>
                      <a:gd name="connsiteY0" fmla="*/ 540354 h 884459"/>
                      <a:gd name="connsiteX1" fmla="*/ 86592 w 238128"/>
                      <a:gd name="connsiteY1" fmla="*/ 695027 h 884459"/>
                      <a:gd name="connsiteX2" fmla="*/ 125538 w 238128"/>
                      <a:gd name="connsiteY2" fmla="*/ 824829 h 884459"/>
                      <a:gd name="connsiteX3" fmla="*/ 191388 w 238128"/>
                      <a:gd name="connsiteY3" fmla="*/ 884428 h 884459"/>
                      <a:gd name="connsiteX4" fmla="*/ 238128 w 238128"/>
                      <a:gd name="connsiteY4" fmla="*/ 818145 h 884459"/>
                      <a:gd name="connsiteX5" fmla="*/ 191602 w 238128"/>
                      <a:gd name="connsiteY5" fmla="*/ 702407 h 884459"/>
                      <a:gd name="connsiteX6" fmla="*/ 115321 w 238128"/>
                      <a:gd name="connsiteY6" fmla="*/ 541417 h 884459"/>
                      <a:gd name="connsiteX7" fmla="*/ 47245 w 238128"/>
                      <a:gd name="connsiteY7" fmla="*/ 347826 h 884459"/>
                      <a:gd name="connsiteX8" fmla="*/ 132744 w 238128"/>
                      <a:gd name="connsiteY8" fmla="*/ 0 h 884459"/>
                      <a:gd name="connsiteX0" fmla="*/ 0 w 238128"/>
                      <a:gd name="connsiteY0" fmla="*/ 192528 h 536633"/>
                      <a:gd name="connsiteX1" fmla="*/ 86592 w 238128"/>
                      <a:gd name="connsiteY1" fmla="*/ 347201 h 536633"/>
                      <a:gd name="connsiteX2" fmla="*/ 125538 w 238128"/>
                      <a:gd name="connsiteY2" fmla="*/ 477003 h 536633"/>
                      <a:gd name="connsiteX3" fmla="*/ 191388 w 238128"/>
                      <a:gd name="connsiteY3" fmla="*/ 536602 h 536633"/>
                      <a:gd name="connsiteX4" fmla="*/ 238128 w 238128"/>
                      <a:gd name="connsiteY4" fmla="*/ 470319 h 536633"/>
                      <a:gd name="connsiteX5" fmla="*/ 191602 w 238128"/>
                      <a:gd name="connsiteY5" fmla="*/ 354581 h 536633"/>
                      <a:gd name="connsiteX6" fmla="*/ 115321 w 238128"/>
                      <a:gd name="connsiteY6" fmla="*/ 193591 h 536633"/>
                      <a:gd name="connsiteX7" fmla="*/ 47245 w 238128"/>
                      <a:gd name="connsiteY7" fmla="*/ 0 h 536633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15321 w 238128"/>
                      <a:gd name="connsiteY6" fmla="*/ 77084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74529 w 238128"/>
                      <a:gd name="connsiteY1" fmla="*/ 247502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51046"/>
                      <a:gd name="connsiteY0" fmla="*/ 132173 h 420126"/>
                      <a:gd name="connsiteX1" fmla="*/ 87447 w 251046"/>
                      <a:gd name="connsiteY1" fmla="*/ 247502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1046" h="420126">
                        <a:moveTo>
                          <a:pt x="0" y="132173"/>
                        </a:moveTo>
                        <a:cubicBezTo>
                          <a:pt x="25997" y="194447"/>
                          <a:pt x="75453" y="220651"/>
                          <a:pt x="98529" y="258705"/>
                        </a:cubicBezTo>
                        <a:cubicBezTo>
                          <a:pt x="121605" y="296759"/>
                          <a:pt x="120676" y="308941"/>
                          <a:pt x="138456" y="360496"/>
                        </a:cubicBezTo>
                        <a:cubicBezTo>
                          <a:pt x="155218" y="392261"/>
                          <a:pt x="185541" y="421209"/>
                          <a:pt x="204306" y="420095"/>
                        </a:cubicBezTo>
                        <a:cubicBezTo>
                          <a:pt x="223071" y="418981"/>
                          <a:pt x="251010" y="384149"/>
                          <a:pt x="251046" y="353812"/>
                        </a:cubicBezTo>
                        <a:cubicBezTo>
                          <a:pt x="251082" y="323475"/>
                          <a:pt x="227162" y="276726"/>
                          <a:pt x="204520" y="238074"/>
                        </a:cubicBezTo>
                        <a:cubicBezTo>
                          <a:pt x="181878" y="199422"/>
                          <a:pt x="143968" y="186044"/>
                          <a:pt x="115196" y="121903"/>
                        </a:cubicBezTo>
                        <a:cubicBezTo>
                          <a:pt x="71474" y="59634"/>
                          <a:pt x="36459" y="43548"/>
                          <a:pt x="1696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297" name="组合 1296">
                  <a:extLst>
                    <a:ext uri="{FF2B5EF4-FFF2-40B4-BE49-F238E27FC236}">
                      <a16:creationId xmlns:a16="http://schemas.microsoft.com/office/drawing/2014/main" id="{93ABB310-59C4-42D8-EC5E-54F9F45DA2DE}"/>
                    </a:ext>
                  </a:extLst>
                </p:cNvPr>
                <p:cNvGrpSpPr/>
                <p:nvPr/>
              </p:nvGrpSpPr>
              <p:grpSpPr>
                <a:xfrm>
                  <a:off x="470873" y="2973002"/>
                  <a:ext cx="1775393" cy="3140416"/>
                  <a:chOff x="547538" y="7119093"/>
                  <a:chExt cx="1775393" cy="3140416"/>
                </a:xfrm>
                <a:grpFill/>
              </p:grpSpPr>
              <p:sp>
                <p:nvSpPr>
                  <p:cNvPr id="1298" name="任意多边形: 形状 1297">
                    <a:extLst>
                      <a:ext uri="{FF2B5EF4-FFF2-40B4-BE49-F238E27FC236}">
                        <a16:creationId xmlns:a16="http://schemas.microsoft.com/office/drawing/2014/main" id="{D5862D9F-D585-71F7-A051-7F1E59D3CA5C}"/>
                      </a:ext>
                    </a:extLst>
                  </p:cNvPr>
                  <p:cNvSpPr/>
                  <p:nvPr/>
                </p:nvSpPr>
                <p:spPr>
                  <a:xfrm>
                    <a:off x="547538" y="8838242"/>
                    <a:ext cx="789084" cy="142126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25826 w 898853"/>
                      <a:gd name="connsiteY13" fmla="*/ 1069554 h 2752057"/>
                      <a:gd name="connsiteX14" fmla="*/ 898853 w 898853"/>
                      <a:gd name="connsiteY14" fmla="*/ 799682 h 2752057"/>
                      <a:gd name="connsiteX15" fmla="*/ 759154 w 898853"/>
                      <a:gd name="connsiteY15" fmla="*/ 440907 h 2752057"/>
                      <a:gd name="connsiteX16" fmla="*/ 848054 w 898853"/>
                      <a:gd name="connsiteY16" fmla="*/ 374232 h 2752057"/>
                      <a:gd name="connsiteX17" fmla="*/ 882978 w 898853"/>
                      <a:gd name="connsiteY17" fmla="*/ 256757 h 2752057"/>
                      <a:gd name="connsiteX18" fmla="*/ 838529 w 898853"/>
                      <a:gd name="connsiteY18" fmla="*/ 82132 h 2752057"/>
                      <a:gd name="connsiteX19" fmla="*/ 662313 w 898853"/>
                      <a:gd name="connsiteY19" fmla="*/ 1166 h 2752057"/>
                      <a:gd name="connsiteX20" fmla="*/ 517853 w 898853"/>
                      <a:gd name="connsiteY20" fmla="*/ 167857 h 2752057"/>
                      <a:gd name="connsiteX21" fmla="*/ 613103 w 898853"/>
                      <a:gd name="connsiteY21" fmla="*/ 399631 h 2752057"/>
                      <a:gd name="connsiteX22" fmla="*/ 530551 w 898853"/>
                      <a:gd name="connsiteY22" fmla="*/ 558379 h 2752057"/>
                      <a:gd name="connsiteX23" fmla="*/ 486101 w 898853"/>
                      <a:gd name="connsiteY23" fmla="*/ 672678 h 2752057"/>
                      <a:gd name="connsiteX0" fmla="*/ 486101 w 882978"/>
                      <a:gd name="connsiteY0" fmla="*/ 672678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25826 w 882978"/>
                      <a:gd name="connsiteY13" fmla="*/ 1069554 h 2752057"/>
                      <a:gd name="connsiteX14" fmla="*/ 759154 w 882978"/>
                      <a:gd name="connsiteY14" fmla="*/ 440907 h 2752057"/>
                      <a:gd name="connsiteX15" fmla="*/ 848054 w 882978"/>
                      <a:gd name="connsiteY15" fmla="*/ 374232 h 2752057"/>
                      <a:gd name="connsiteX16" fmla="*/ 882978 w 882978"/>
                      <a:gd name="connsiteY16" fmla="*/ 256757 h 2752057"/>
                      <a:gd name="connsiteX17" fmla="*/ 838529 w 882978"/>
                      <a:gd name="connsiteY17" fmla="*/ 82132 h 2752057"/>
                      <a:gd name="connsiteX18" fmla="*/ 662313 w 882978"/>
                      <a:gd name="connsiteY18" fmla="*/ 1166 h 2752057"/>
                      <a:gd name="connsiteX19" fmla="*/ 517853 w 882978"/>
                      <a:gd name="connsiteY19" fmla="*/ 167857 h 2752057"/>
                      <a:gd name="connsiteX20" fmla="*/ 613103 w 882978"/>
                      <a:gd name="connsiteY20" fmla="*/ 399631 h 2752057"/>
                      <a:gd name="connsiteX21" fmla="*/ 530551 w 882978"/>
                      <a:gd name="connsiteY21" fmla="*/ 558379 h 2752057"/>
                      <a:gd name="connsiteX22" fmla="*/ 486101 w 882978"/>
                      <a:gd name="connsiteY22" fmla="*/ 672678 h 2752057"/>
                      <a:gd name="connsiteX0" fmla="*/ 486101 w 885823"/>
                      <a:gd name="connsiteY0" fmla="*/ 672678 h 2752057"/>
                      <a:gd name="connsiteX1" fmla="*/ 443239 w 885823"/>
                      <a:gd name="connsiteY1" fmla="*/ 1310854 h 2752057"/>
                      <a:gd name="connsiteX2" fmla="*/ 440063 w 885823"/>
                      <a:gd name="connsiteY2" fmla="*/ 1609304 h 2752057"/>
                      <a:gd name="connsiteX3" fmla="*/ 390851 w 885823"/>
                      <a:gd name="connsiteY3" fmla="*/ 1968079 h 2752057"/>
                      <a:gd name="connsiteX4" fmla="*/ 162250 w 885823"/>
                      <a:gd name="connsiteY4" fmla="*/ 2223666 h 2752057"/>
                      <a:gd name="connsiteX5" fmla="*/ 86054 w 885823"/>
                      <a:gd name="connsiteY5" fmla="*/ 2466557 h 2752057"/>
                      <a:gd name="connsiteX6" fmla="*/ 326 w 885823"/>
                      <a:gd name="connsiteY6" fmla="*/ 2587204 h 2752057"/>
                      <a:gd name="connsiteX7" fmla="*/ 119388 w 885823"/>
                      <a:gd name="connsiteY7" fmla="*/ 2685629 h 2752057"/>
                      <a:gd name="connsiteX8" fmla="*/ 365451 w 885823"/>
                      <a:gd name="connsiteY8" fmla="*/ 2730078 h 2752057"/>
                      <a:gd name="connsiteX9" fmla="*/ 187651 w 885823"/>
                      <a:gd name="connsiteY9" fmla="*/ 2542754 h 2752057"/>
                      <a:gd name="connsiteX10" fmla="*/ 346404 w 885823"/>
                      <a:gd name="connsiteY10" fmla="*/ 2320508 h 2752057"/>
                      <a:gd name="connsiteX11" fmla="*/ 587701 w 885823"/>
                      <a:gd name="connsiteY11" fmla="*/ 2079204 h 2752057"/>
                      <a:gd name="connsiteX12" fmla="*/ 794076 w 885823"/>
                      <a:gd name="connsiteY12" fmla="*/ 1568029 h 2752057"/>
                      <a:gd name="connsiteX13" fmla="*/ 825826 w 885823"/>
                      <a:gd name="connsiteY13" fmla="*/ 1069554 h 2752057"/>
                      <a:gd name="connsiteX14" fmla="*/ 759154 w 885823"/>
                      <a:gd name="connsiteY14" fmla="*/ 440907 h 2752057"/>
                      <a:gd name="connsiteX15" fmla="*/ 882978 w 885823"/>
                      <a:gd name="connsiteY15" fmla="*/ 256757 h 2752057"/>
                      <a:gd name="connsiteX16" fmla="*/ 838529 w 885823"/>
                      <a:gd name="connsiteY16" fmla="*/ 82132 h 2752057"/>
                      <a:gd name="connsiteX17" fmla="*/ 662313 w 885823"/>
                      <a:gd name="connsiteY17" fmla="*/ 1166 h 2752057"/>
                      <a:gd name="connsiteX18" fmla="*/ 517853 w 885823"/>
                      <a:gd name="connsiteY18" fmla="*/ 167857 h 2752057"/>
                      <a:gd name="connsiteX19" fmla="*/ 613103 w 885823"/>
                      <a:gd name="connsiteY19" fmla="*/ 399631 h 2752057"/>
                      <a:gd name="connsiteX20" fmla="*/ 530551 w 885823"/>
                      <a:gd name="connsiteY20" fmla="*/ 558379 h 2752057"/>
                      <a:gd name="connsiteX21" fmla="*/ 486101 w 885823"/>
                      <a:gd name="connsiteY21" fmla="*/ 672678 h 2752057"/>
                      <a:gd name="connsiteX0" fmla="*/ 486101 w 840402"/>
                      <a:gd name="connsiteY0" fmla="*/ 673911 h 2753290"/>
                      <a:gd name="connsiteX1" fmla="*/ 443239 w 840402"/>
                      <a:gd name="connsiteY1" fmla="*/ 1312087 h 2753290"/>
                      <a:gd name="connsiteX2" fmla="*/ 440063 w 840402"/>
                      <a:gd name="connsiteY2" fmla="*/ 1610537 h 2753290"/>
                      <a:gd name="connsiteX3" fmla="*/ 390851 w 840402"/>
                      <a:gd name="connsiteY3" fmla="*/ 1969312 h 2753290"/>
                      <a:gd name="connsiteX4" fmla="*/ 162250 w 840402"/>
                      <a:gd name="connsiteY4" fmla="*/ 2224899 h 2753290"/>
                      <a:gd name="connsiteX5" fmla="*/ 86054 w 840402"/>
                      <a:gd name="connsiteY5" fmla="*/ 2467790 h 2753290"/>
                      <a:gd name="connsiteX6" fmla="*/ 326 w 840402"/>
                      <a:gd name="connsiteY6" fmla="*/ 2588437 h 2753290"/>
                      <a:gd name="connsiteX7" fmla="*/ 119388 w 840402"/>
                      <a:gd name="connsiteY7" fmla="*/ 2686862 h 2753290"/>
                      <a:gd name="connsiteX8" fmla="*/ 365451 w 840402"/>
                      <a:gd name="connsiteY8" fmla="*/ 2731311 h 2753290"/>
                      <a:gd name="connsiteX9" fmla="*/ 187651 w 840402"/>
                      <a:gd name="connsiteY9" fmla="*/ 2543987 h 2753290"/>
                      <a:gd name="connsiteX10" fmla="*/ 346404 w 840402"/>
                      <a:gd name="connsiteY10" fmla="*/ 2321741 h 2753290"/>
                      <a:gd name="connsiteX11" fmla="*/ 587701 w 840402"/>
                      <a:gd name="connsiteY11" fmla="*/ 2080437 h 2753290"/>
                      <a:gd name="connsiteX12" fmla="*/ 794076 w 840402"/>
                      <a:gd name="connsiteY12" fmla="*/ 1569262 h 2753290"/>
                      <a:gd name="connsiteX13" fmla="*/ 825826 w 840402"/>
                      <a:gd name="connsiteY13" fmla="*/ 1070787 h 2753290"/>
                      <a:gd name="connsiteX14" fmla="*/ 759154 w 840402"/>
                      <a:gd name="connsiteY14" fmla="*/ 442140 h 2753290"/>
                      <a:gd name="connsiteX15" fmla="*/ 838529 w 840402"/>
                      <a:gd name="connsiteY15" fmla="*/ 83365 h 2753290"/>
                      <a:gd name="connsiteX16" fmla="*/ 662313 w 840402"/>
                      <a:gd name="connsiteY16" fmla="*/ 2399 h 2753290"/>
                      <a:gd name="connsiteX17" fmla="*/ 517853 w 840402"/>
                      <a:gd name="connsiteY17" fmla="*/ 169090 h 2753290"/>
                      <a:gd name="connsiteX18" fmla="*/ 613103 w 840402"/>
                      <a:gd name="connsiteY18" fmla="*/ 400864 h 2753290"/>
                      <a:gd name="connsiteX19" fmla="*/ 530551 w 840402"/>
                      <a:gd name="connsiteY19" fmla="*/ 559612 h 2753290"/>
                      <a:gd name="connsiteX20" fmla="*/ 486101 w 840402"/>
                      <a:gd name="connsiteY20" fmla="*/ 673911 h 2753290"/>
                      <a:gd name="connsiteX0" fmla="*/ 486101 w 825826"/>
                      <a:gd name="connsiteY0" fmla="*/ 681094 h 2760473"/>
                      <a:gd name="connsiteX1" fmla="*/ 443239 w 825826"/>
                      <a:gd name="connsiteY1" fmla="*/ 1319270 h 2760473"/>
                      <a:gd name="connsiteX2" fmla="*/ 440063 w 825826"/>
                      <a:gd name="connsiteY2" fmla="*/ 1617720 h 2760473"/>
                      <a:gd name="connsiteX3" fmla="*/ 390851 w 825826"/>
                      <a:gd name="connsiteY3" fmla="*/ 1976495 h 2760473"/>
                      <a:gd name="connsiteX4" fmla="*/ 162250 w 825826"/>
                      <a:gd name="connsiteY4" fmla="*/ 2232082 h 2760473"/>
                      <a:gd name="connsiteX5" fmla="*/ 86054 w 825826"/>
                      <a:gd name="connsiteY5" fmla="*/ 2474973 h 2760473"/>
                      <a:gd name="connsiteX6" fmla="*/ 326 w 825826"/>
                      <a:gd name="connsiteY6" fmla="*/ 2595620 h 2760473"/>
                      <a:gd name="connsiteX7" fmla="*/ 119388 w 825826"/>
                      <a:gd name="connsiteY7" fmla="*/ 2694045 h 2760473"/>
                      <a:gd name="connsiteX8" fmla="*/ 365451 w 825826"/>
                      <a:gd name="connsiteY8" fmla="*/ 2738494 h 2760473"/>
                      <a:gd name="connsiteX9" fmla="*/ 187651 w 825826"/>
                      <a:gd name="connsiteY9" fmla="*/ 2551170 h 2760473"/>
                      <a:gd name="connsiteX10" fmla="*/ 346404 w 825826"/>
                      <a:gd name="connsiteY10" fmla="*/ 2328924 h 2760473"/>
                      <a:gd name="connsiteX11" fmla="*/ 587701 w 825826"/>
                      <a:gd name="connsiteY11" fmla="*/ 2087620 h 2760473"/>
                      <a:gd name="connsiteX12" fmla="*/ 794076 w 825826"/>
                      <a:gd name="connsiteY12" fmla="*/ 1576445 h 2760473"/>
                      <a:gd name="connsiteX13" fmla="*/ 825826 w 825826"/>
                      <a:gd name="connsiteY13" fmla="*/ 1077970 h 2760473"/>
                      <a:gd name="connsiteX14" fmla="*/ 759154 w 825826"/>
                      <a:gd name="connsiteY14" fmla="*/ 449323 h 2760473"/>
                      <a:gd name="connsiteX15" fmla="*/ 662313 w 825826"/>
                      <a:gd name="connsiteY15" fmla="*/ 9582 h 2760473"/>
                      <a:gd name="connsiteX16" fmla="*/ 517853 w 825826"/>
                      <a:gd name="connsiteY16" fmla="*/ 176273 h 2760473"/>
                      <a:gd name="connsiteX17" fmla="*/ 613103 w 825826"/>
                      <a:gd name="connsiteY17" fmla="*/ 408047 h 2760473"/>
                      <a:gd name="connsiteX18" fmla="*/ 530551 w 825826"/>
                      <a:gd name="connsiteY18" fmla="*/ 566795 h 2760473"/>
                      <a:gd name="connsiteX19" fmla="*/ 486101 w 825826"/>
                      <a:gd name="connsiteY19" fmla="*/ 681094 h 2760473"/>
                      <a:gd name="connsiteX0" fmla="*/ 486101 w 825826"/>
                      <a:gd name="connsiteY0" fmla="*/ 504821 h 2584200"/>
                      <a:gd name="connsiteX1" fmla="*/ 443239 w 825826"/>
                      <a:gd name="connsiteY1" fmla="*/ 1142997 h 2584200"/>
                      <a:gd name="connsiteX2" fmla="*/ 440063 w 825826"/>
                      <a:gd name="connsiteY2" fmla="*/ 1441447 h 2584200"/>
                      <a:gd name="connsiteX3" fmla="*/ 390851 w 825826"/>
                      <a:gd name="connsiteY3" fmla="*/ 1800222 h 2584200"/>
                      <a:gd name="connsiteX4" fmla="*/ 162250 w 825826"/>
                      <a:gd name="connsiteY4" fmla="*/ 2055809 h 2584200"/>
                      <a:gd name="connsiteX5" fmla="*/ 86054 w 825826"/>
                      <a:gd name="connsiteY5" fmla="*/ 2298700 h 2584200"/>
                      <a:gd name="connsiteX6" fmla="*/ 326 w 825826"/>
                      <a:gd name="connsiteY6" fmla="*/ 2419347 h 2584200"/>
                      <a:gd name="connsiteX7" fmla="*/ 119388 w 825826"/>
                      <a:gd name="connsiteY7" fmla="*/ 2517772 h 2584200"/>
                      <a:gd name="connsiteX8" fmla="*/ 365451 w 825826"/>
                      <a:gd name="connsiteY8" fmla="*/ 2562221 h 2584200"/>
                      <a:gd name="connsiteX9" fmla="*/ 187651 w 825826"/>
                      <a:gd name="connsiteY9" fmla="*/ 2374897 h 2584200"/>
                      <a:gd name="connsiteX10" fmla="*/ 346404 w 825826"/>
                      <a:gd name="connsiteY10" fmla="*/ 2152651 h 2584200"/>
                      <a:gd name="connsiteX11" fmla="*/ 587701 w 825826"/>
                      <a:gd name="connsiteY11" fmla="*/ 1911347 h 2584200"/>
                      <a:gd name="connsiteX12" fmla="*/ 794076 w 825826"/>
                      <a:gd name="connsiteY12" fmla="*/ 1400172 h 2584200"/>
                      <a:gd name="connsiteX13" fmla="*/ 825826 w 825826"/>
                      <a:gd name="connsiteY13" fmla="*/ 901697 h 2584200"/>
                      <a:gd name="connsiteX14" fmla="*/ 759154 w 825826"/>
                      <a:gd name="connsiteY14" fmla="*/ 273050 h 2584200"/>
                      <a:gd name="connsiteX15" fmla="*/ 517853 w 825826"/>
                      <a:gd name="connsiteY15" fmla="*/ 0 h 2584200"/>
                      <a:gd name="connsiteX16" fmla="*/ 613103 w 825826"/>
                      <a:gd name="connsiteY16" fmla="*/ 231774 h 2584200"/>
                      <a:gd name="connsiteX17" fmla="*/ 530551 w 825826"/>
                      <a:gd name="connsiteY17" fmla="*/ 390522 h 2584200"/>
                      <a:gd name="connsiteX18" fmla="*/ 486101 w 825826"/>
                      <a:gd name="connsiteY18" fmla="*/ 504821 h 2584200"/>
                      <a:gd name="connsiteX0" fmla="*/ 486101 w 825826"/>
                      <a:gd name="connsiteY0" fmla="*/ 301686 h 2381065"/>
                      <a:gd name="connsiteX1" fmla="*/ 443239 w 825826"/>
                      <a:gd name="connsiteY1" fmla="*/ 939862 h 2381065"/>
                      <a:gd name="connsiteX2" fmla="*/ 440063 w 825826"/>
                      <a:gd name="connsiteY2" fmla="*/ 1238312 h 2381065"/>
                      <a:gd name="connsiteX3" fmla="*/ 390851 w 825826"/>
                      <a:gd name="connsiteY3" fmla="*/ 1597087 h 2381065"/>
                      <a:gd name="connsiteX4" fmla="*/ 162250 w 825826"/>
                      <a:gd name="connsiteY4" fmla="*/ 1852674 h 2381065"/>
                      <a:gd name="connsiteX5" fmla="*/ 86054 w 825826"/>
                      <a:gd name="connsiteY5" fmla="*/ 2095565 h 2381065"/>
                      <a:gd name="connsiteX6" fmla="*/ 326 w 825826"/>
                      <a:gd name="connsiteY6" fmla="*/ 2216212 h 2381065"/>
                      <a:gd name="connsiteX7" fmla="*/ 119388 w 825826"/>
                      <a:gd name="connsiteY7" fmla="*/ 2314637 h 2381065"/>
                      <a:gd name="connsiteX8" fmla="*/ 365451 w 825826"/>
                      <a:gd name="connsiteY8" fmla="*/ 2359086 h 2381065"/>
                      <a:gd name="connsiteX9" fmla="*/ 187651 w 825826"/>
                      <a:gd name="connsiteY9" fmla="*/ 2171762 h 2381065"/>
                      <a:gd name="connsiteX10" fmla="*/ 346404 w 825826"/>
                      <a:gd name="connsiteY10" fmla="*/ 1949516 h 2381065"/>
                      <a:gd name="connsiteX11" fmla="*/ 587701 w 825826"/>
                      <a:gd name="connsiteY11" fmla="*/ 1708212 h 2381065"/>
                      <a:gd name="connsiteX12" fmla="*/ 794076 w 825826"/>
                      <a:gd name="connsiteY12" fmla="*/ 1197037 h 2381065"/>
                      <a:gd name="connsiteX13" fmla="*/ 825826 w 825826"/>
                      <a:gd name="connsiteY13" fmla="*/ 698562 h 2381065"/>
                      <a:gd name="connsiteX14" fmla="*/ 759154 w 825826"/>
                      <a:gd name="connsiteY14" fmla="*/ 69915 h 2381065"/>
                      <a:gd name="connsiteX15" fmla="*/ 613103 w 825826"/>
                      <a:gd name="connsiteY15" fmla="*/ 28639 h 2381065"/>
                      <a:gd name="connsiteX16" fmla="*/ 530551 w 825826"/>
                      <a:gd name="connsiteY16" fmla="*/ 187387 h 2381065"/>
                      <a:gd name="connsiteX17" fmla="*/ 486101 w 825826"/>
                      <a:gd name="connsiteY17" fmla="*/ 301686 h 2381065"/>
                      <a:gd name="connsiteX0" fmla="*/ 486101 w 825826"/>
                      <a:gd name="connsiteY0" fmla="*/ 273047 h 2352426"/>
                      <a:gd name="connsiteX1" fmla="*/ 443239 w 825826"/>
                      <a:gd name="connsiteY1" fmla="*/ 911223 h 2352426"/>
                      <a:gd name="connsiteX2" fmla="*/ 440063 w 825826"/>
                      <a:gd name="connsiteY2" fmla="*/ 1209673 h 2352426"/>
                      <a:gd name="connsiteX3" fmla="*/ 390851 w 825826"/>
                      <a:gd name="connsiteY3" fmla="*/ 1568448 h 2352426"/>
                      <a:gd name="connsiteX4" fmla="*/ 162250 w 825826"/>
                      <a:gd name="connsiteY4" fmla="*/ 1824035 h 2352426"/>
                      <a:gd name="connsiteX5" fmla="*/ 86054 w 825826"/>
                      <a:gd name="connsiteY5" fmla="*/ 2066926 h 2352426"/>
                      <a:gd name="connsiteX6" fmla="*/ 326 w 825826"/>
                      <a:gd name="connsiteY6" fmla="*/ 2187573 h 2352426"/>
                      <a:gd name="connsiteX7" fmla="*/ 119388 w 825826"/>
                      <a:gd name="connsiteY7" fmla="*/ 2285998 h 2352426"/>
                      <a:gd name="connsiteX8" fmla="*/ 365451 w 825826"/>
                      <a:gd name="connsiteY8" fmla="*/ 2330447 h 2352426"/>
                      <a:gd name="connsiteX9" fmla="*/ 187651 w 825826"/>
                      <a:gd name="connsiteY9" fmla="*/ 2143123 h 2352426"/>
                      <a:gd name="connsiteX10" fmla="*/ 346404 w 825826"/>
                      <a:gd name="connsiteY10" fmla="*/ 1920877 h 2352426"/>
                      <a:gd name="connsiteX11" fmla="*/ 587701 w 825826"/>
                      <a:gd name="connsiteY11" fmla="*/ 1679573 h 2352426"/>
                      <a:gd name="connsiteX12" fmla="*/ 794076 w 825826"/>
                      <a:gd name="connsiteY12" fmla="*/ 1168398 h 2352426"/>
                      <a:gd name="connsiteX13" fmla="*/ 825826 w 825826"/>
                      <a:gd name="connsiteY13" fmla="*/ 669923 h 2352426"/>
                      <a:gd name="connsiteX14" fmla="*/ 613103 w 825826"/>
                      <a:gd name="connsiteY14" fmla="*/ 0 h 2352426"/>
                      <a:gd name="connsiteX15" fmla="*/ 530551 w 825826"/>
                      <a:gd name="connsiteY15" fmla="*/ 158748 h 2352426"/>
                      <a:gd name="connsiteX16" fmla="*/ 486101 w 825826"/>
                      <a:gd name="connsiteY16" fmla="*/ 273047 h 2352426"/>
                      <a:gd name="connsiteX0" fmla="*/ 486101 w 825826"/>
                      <a:gd name="connsiteY0" fmla="*/ 142512 h 2221891"/>
                      <a:gd name="connsiteX1" fmla="*/ 443239 w 825826"/>
                      <a:gd name="connsiteY1" fmla="*/ 780688 h 2221891"/>
                      <a:gd name="connsiteX2" fmla="*/ 440063 w 825826"/>
                      <a:gd name="connsiteY2" fmla="*/ 1079138 h 2221891"/>
                      <a:gd name="connsiteX3" fmla="*/ 390851 w 825826"/>
                      <a:gd name="connsiteY3" fmla="*/ 1437913 h 2221891"/>
                      <a:gd name="connsiteX4" fmla="*/ 162250 w 825826"/>
                      <a:gd name="connsiteY4" fmla="*/ 1693500 h 2221891"/>
                      <a:gd name="connsiteX5" fmla="*/ 86054 w 825826"/>
                      <a:gd name="connsiteY5" fmla="*/ 1936391 h 2221891"/>
                      <a:gd name="connsiteX6" fmla="*/ 326 w 825826"/>
                      <a:gd name="connsiteY6" fmla="*/ 2057038 h 2221891"/>
                      <a:gd name="connsiteX7" fmla="*/ 119388 w 825826"/>
                      <a:gd name="connsiteY7" fmla="*/ 2155463 h 2221891"/>
                      <a:gd name="connsiteX8" fmla="*/ 365451 w 825826"/>
                      <a:gd name="connsiteY8" fmla="*/ 2199912 h 2221891"/>
                      <a:gd name="connsiteX9" fmla="*/ 187651 w 825826"/>
                      <a:gd name="connsiteY9" fmla="*/ 2012588 h 2221891"/>
                      <a:gd name="connsiteX10" fmla="*/ 346404 w 825826"/>
                      <a:gd name="connsiteY10" fmla="*/ 1790342 h 2221891"/>
                      <a:gd name="connsiteX11" fmla="*/ 587701 w 825826"/>
                      <a:gd name="connsiteY11" fmla="*/ 1549038 h 2221891"/>
                      <a:gd name="connsiteX12" fmla="*/ 794076 w 825826"/>
                      <a:gd name="connsiteY12" fmla="*/ 1037863 h 2221891"/>
                      <a:gd name="connsiteX13" fmla="*/ 825826 w 825826"/>
                      <a:gd name="connsiteY13" fmla="*/ 539388 h 2221891"/>
                      <a:gd name="connsiteX14" fmla="*/ 530551 w 825826"/>
                      <a:gd name="connsiteY14" fmla="*/ 28213 h 2221891"/>
                      <a:gd name="connsiteX15" fmla="*/ 486101 w 825826"/>
                      <a:gd name="connsiteY15" fmla="*/ 142512 h 2221891"/>
                      <a:gd name="connsiteX0" fmla="*/ 486101 w 825826"/>
                      <a:gd name="connsiteY0" fmla="*/ 3813 h 2083192"/>
                      <a:gd name="connsiteX1" fmla="*/ 443239 w 825826"/>
                      <a:gd name="connsiteY1" fmla="*/ 641989 h 2083192"/>
                      <a:gd name="connsiteX2" fmla="*/ 440063 w 825826"/>
                      <a:gd name="connsiteY2" fmla="*/ 940439 h 2083192"/>
                      <a:gd name="connsiteX3" fmla="*/ 390851 w 825826"/>
                      <a:gd name="connsiteY3" fmla="*/ 1299214 h 2083192"/>
                      <a:gd name="connsiteX4" fmla="*/ 162250 w 825826"/>
                      <a:gd name="connsiteY4" fmla="*/ 1554801 h 2083192"/>
                      <a:gd name="connsiteX5" fmla="*/ 86054 w 825826"/>
                      <a:gd name="connsiteY5" fmla="*/ 1797692 h 2083192"/>
                      <a:gd name="connsiteX6" fmla="*/ 326 w 825826"/>
                      <a:gd name="connsiteY6" fmla="*/ 1918339 h 2083192"/>
                      <a:gd name="connsiteX7" fmla="*/ 119388 w 825826"/>
                      <a:gd name="connsiteY7" fmla="*/ 2016764 h 2083192"/>
                      <a:gd name="connsiteX8" fmla="*/ 365451 w 825826"/>
                      <a:gd name="connsiteY8" fmla="*/ 2061213 h 2083192"/>
                      <a:gd name="connsiteX9" fmla="*/ 187651 w 825826"/>
                      <a:gd name="connsiteY9" fmla="*/ 1873889 h 2083192"/>
                      <a:gd name="connsiteX10" fmla="*/ 346404 w 825826"/>
                      <a:gd name="connsiteY10" fmla="*/ 1651643 h 2083192"/>
                      <a:gd name="connsiteX11" fmla="*/ 587701 w 825826"/>
                      <a:gd name="connsiteY11" fmla="*/ 1410339 h 2083192"/>
                      <a:gd name="connsiteX12" fmla="*/ 794076 w 825826"/>
                      <a:gd name="connsiteY12" fmla="*/ 899164 h 2083192"/>
                      <a:gd name="connsiteX13" fmla="*/ 825826 w 825826"/>
                      <a:gd name="connsiteY13" fmla="*/ 400689 h 2083192"/>
                      <a:gd name="connsiteX14" fmla="*/ 486101 w 825826"/>
                      <a:gd name="connsiteY14" fmla="*/ 3813 h 2083192"/>
                      <a:gd name="connsiteX0" fmla="*/ 486101 w 883230"/>
                      <a:gd name="connsiteY0" fmla="*/ 0 h 2079379"/>
                      <a:gd name="connsiteX1" fmla="*/ 443239 w 883230"/>
                      <a:gd name="connsiteY1" fmla="*/ 638176 h 2079379"/>
                      <a:gd name="connsiteX2" fmla="*/ 440063 w 883230"/>
                      <a:gd name="connsiteY2" fmla="*/ 936626 h 2079379"/>
                      <a:gd name="connsiteX3" fmla="*/ 390851 w 883230"/>
                      <a:gd name="connsiteY3" fmla="*/ 1295401 h 2079379"/>
                      <a:gd name="connsiteX4" fmla="*/ 162250 w 883230"/>
                      <a:gd name="connsiteY4" fmla="*/ 1550988 h 2079379"/>
                      <a:gd name="connsiteX5" fmla="*/ 86054 w 883230"/>
                      <a:gd name="connsiteY5" fmla="*/ 1793879 h 2079379"/>
                      <a:gd name="connsiteX6" fmla="*/ 326 w 883230"/>
                      <a:gd name="connsiteY6" fmla="*/ 1914526 h 2079379"/>
                      <a:gd name="connsiteX7" fmla="*/ 119388 w 883230"/>
                      <a:gd name="connsiteY7" fmla="*/ 2012951 h 2079379"/>
                      <a:gd name="connsiteX8" fmla="*/ 365451 w 883230"/>
                      <a:gd name="connsiteY8" fmla="*/ 2057400 h 2079379"/>
                      <a:gd name="connsiteX9" fmla="*/ 187651 w 883230"/>
                      <a:gd name="connsiteY9" fmla="*/ 1870076 h 2079379"/>
                      <a:gd name="connsiteX10" fmla="*/ 346404 w 883230"/>
                      <a:gd name="connsiteY10" fmla="*/ 1647830 h 2079379"/>
                      <a:gd name="connsiteX11" fmla="*/ 587701 w 883230"/>
                      <a:gd name="connsiteY11" fmla="*/ 1406526 h 2079379"/>
                      <a:gd name="connsiteX12" fmla="*/ 794076 w 883230"/>
                      <a:gd name="connsiteY12" fmla="*/ 895351 h 2079379"/>
                      <a:gd name="connsiteX13" fmla="*/ 883230 w 883230"/>
                      <a:gd name="connsiteY13" fmla="*/ 456245 h 2079379"/>
                      <a:gd name="connsiteX0" fmla="*/ 486101 w 794076"/>
                      <a:gd name="connsiteY0" fmla="*/ 0 h 2079379"/>
                      <a:gd name="connsiteX1" fmla="*/ 443239 w 794076"/>
                      <a:gd name="connsiteY1" fmla="*/ 638176 h 2079379"/>
                      <a:gd name="connsiteX2" fmla="*/ 440063 w 794076"/>
                      <a:gd name="connsiteY2" fmla="*/ 936626 h 2079379"/>
                      <a:gd name="connsiteX3" fmla="*/ 390851 w 794076"/>
                      <a:gd name="connsiteY3" fmla="*/ 1295401 h 2079379"/>
                      <a:gd name="connsiteX4" fmla="*/ 162250 w 794076"/>
                      <a:gd name="connsiteY4" fmla="*/ 1550988 h 2079379"/>
                      <a:gd name="connsiteX5" fmla="*/ 86054 w 794076"/>
                      <a:gd name="connsiteY5" fmla="*/ 1793879 h 2079379"/>
                      <a:gd name="connsiteX6" fmla="*/ 326 w 794076"/>
                      <a:gd name="connsiteY6" fmla="*/ 1914526 h 2079379"/>
                      <a:gd name="connsiteX7" fmla="*/ 119388 w 794076"/>
                      <a:gd name="connsiteY7" fmla="*/ 2012951 h 2079379"/>
                      <a:gd name="connsiteX8" fmla="*/ 365451 w 794076"/>
                      <a:gd name="connsiteY8" fmla="*/ 2057400 h 2079379"/>
                      <a:gd name="connsiteX9" fmla="*/ 187651 w 794076"/>
                      <a:gd name="connsiteY9" fmla="*/ 1870076 h 2079379"/>
                      <a:gd name="connsiteX10" fmla="*/ 346404 w 794076"/>
                      <a:gd name="connsiteY10" fmla="*/ 1647830 h 2079379"/>
                      <a:gd name="connsiteX11" fmla="*/ 587701 w 794076"/>
                      <a:gd name="connsiteY11" fmla="*/ 1406526 h 2079379"/>
                      <a:gd name="connsiteX12" fmla="*/ 794076 w 794076"/>
                      <a:gd name="connsiteY12" fmla="*/ 895351 h 2079379"/>
                      <a:gd name="connsiteX0" fmla="*/ 443239 w 794076"/>
                      <a:gd name="connsiteY0" fmla="*/ 0 h 1441203"/>
                      <a:gd name="connsiteX1" fmla="*/ 440063 w 794076"/>
                      <a:gd name="connsiteY1" fmla="*/ 298450 h 1441203"/>
                      <a:gd name="connsiteX2" fmla="*/ 390851 w 794076"/>
                      <a:gd name="connsiteY2" fmla="*/ 657225 h 1441203"/>
                      <a:gd name="connsiteX3" fmla="*/ 162250 w 794076"/>
                      <a:gd name="connsiteY3" fmla="*/ 912812 h 1441203"/>
                      <a:gd name="connsiteX4" fmla="*/ 86054 w 794076"/>
                      <a:gd name="connsiteY4" fmla="*/ 1155703 h 1441203"/>
                      <a:gd name="connsiteX5" fmla="*/ 326 w 794076"/>
                      <a:gd name="connsiteY5" fmla="*/ 1276350 h 1441203"/>
                      <a:gd name="connsiteX6" fmla="*/ 119388 w 794076"/>
                      <a:gd name="connsiteY6" fmla="*/ 1374775 h 1441203"/>
                      <a:gd name="connsiteX7" fmla="*/ 365451 w 794076"/>
                      <a:gd name="connsiteY7" fmla="*/ 1419224 h 1441203"/>
                      <a:gd name="connsiteX8" fmla="*/ 187651 w 794076"/>
                      <a:gd name="connsiteY8" fmla="*/ 1231900 h 1441203"/>
                      <a:gd name="connsiteX9" fmla="*/ 346404 w 794076"/>
                      <a:gd name="connsiteY9" fmla="*/ 1009654 h 1441203"/>
                      <a:gd name="connsiteX10" fmla="*/ 587701 w 794076"/>
                      <a:gd name="connsiteY10" fmla="*/ 768350 h 1441203"/>
                      <a:gd name="connsiteX11" fmla="*/ 794076 w 794076"/>
                      <a:gd name="connsiteY11" fmla="*/ 257175 h 1441203"/>
                      <a:gd name="connsiteX0" fmla="*/ 440063 w 794076"/>
                      <a:gd name="connsiteY0" fmla="*/ 41275 h 1184028"/>
                      <a:gd name="connsiteX1" fmla="*/ 390851 w 794076"/>
                      <a:gd name="connsiteY1" fmla="*/ 400050 h 1184028"/>
                      <a:gd name="connsiteX2" fmla="*/ 162250 w 794076"/>
                      <a:gd name="connsiteY2" fmla="*/ 655637 h 1184028"/>
                      <a:gd name="connsiteX3" fmla="*/ 86054 w 794076"/>
                      <a:gd name="connsiteY3" fmla="*/ 898528 h 1184028"/>
                      <a:gd name="connsiteX4" fmla="*/ 326 w 794076"/>
                      <a:gd name="connsiteY4" fmla="*/ 1019175 h 1184028"/>
                      <a:gd name="connsiteX5" fmla="*/ 119388 w 794076"/>
                      <a:gd name="connsiteY5" fmla="*/ 1117600 h 1184028"/>
                      <a:gd name="connsiteX6" fmla="*/ 365451 w 794076"/>
                      <a:gd name="connsiteY6" fmla="*/ 1162049 h 1184028"/>
                      <a:gd name="connsiteX7" fmla="*/ 187651 w 794076"/>
                      <a:gd name="connsiteY7" fmla="*/ 974725 h 1184028"/>
                      <a:gd name="connsiteX8" fmla="*/ 346404 w 794076"/>
                      <a:gd name="connsiteY8" fmla="*/ 752479 h 1184028"/>
                      <a:gd name="connsiteX9" fmla="*/ 587701 w 794076"/>
                      <a:gd name="connsiteY9" fmla="*/ 511175 h 1184028"/>
                      <a:gd name="connsiteX10" fmla="*/ 794076 w 794076"/>
                      <a:gd name="connsiteY10" fmla="*/ 0 h 1184028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87701 w 613360"/>
                      <a:gd name="connsiteY9" fmla="*/ 469900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63783 w 613360"/>
                      <a:gd name="connsiteY9" fmla="*/ 467151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90874 w 613383"/>
                      <a:gd name="connsiteY1" fmla="*/ 358775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66956 w 613383"/>
                      <a:gd name="connsiteY1" fmla="*/ 402752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378962 w 613383"/>
                      <a:gd name="connsiteY0" fmla="*/ 0 h 1208718"/>
                      <a:gd name="connsiteX1" fmla="*/ 366956 w 613383"/>
                      <a:gd name="connsiteY1" fmla="*/ 468717 h 1208718"/>
                      <a:gd name="connsiteX2" fmla="*/ 175561 w 613383"/>
                      <a:gd name="connsiteY2" fmla="*/ 677579 h 1208718"/>
                      <a:gd name="connsiteX3" fmla="*/ 86077 w 613383"/>
                      <a:gd name="connsiteY3" fmla="*/ 923218 h 1208718"/>
                      <a:gd name="connsiteX4" fmla="*/ 349 w 613383"/>
                      <a:gd name="connsiteY4" fmla="*/ 1043865 h 1208718"/>
                      <a:gd name="connsiteX5" fmla="*/ 119411 w 613383"/>
                      <a:gd name="connsiteY5" fmla="*/ 1142290 h 1208718"/>
                      <a:gd name="connsiteX6" fmla="*/ 365474 w 613383"/>
                      <a:gd name="connsiteY6" fmla="*/ 1186739 h 1208718"/>
                      <a:gd name="connsiteX7" fmla="*/ 187674 w 613383"/>
                      <a:gd name="connsiteY7" fmla="*/ 999415 h 1208718"/>
                      <a:gd name="connsiteX8" fmla="*/ 346427 w 613383"/>
                      <a:gd name="connsiteY8" fmla="*/ 777169 h 1208718"/>
                      <a:gd name="connsiteX9" fmla="*/ 547861 w 613383"/>
                      <a:gd name="connsiteY9" fmla="*/ 524870 h 1208718"/>
                      <a:gd name="connsiteX10" fmla="*/ 613383 w 613383"/>
                      <a:gd name="connsiteY10" fmla="*/ 305041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800 w 597276"/>
                      <a:gd name="connsiteY0" fmla="*/ 0 h 1208718"/>
                      <a:gd name="connsiteX1" fmla="*/ 366794 w 597276"/>
                      <a:gd name="connsiteY1" fmla="*/ 468717 h 1208718"/>
                      <a:gd name="connsiteX2" fmla="*/ 175399 w 597276"/>
                      <a:gd name="connsiteY2" fmla="*/ 677579 h 1208718"/>
                      <a:gd name="connsiteX3" fmla="*/ 93888 w 597276"/>
                      <a:gd name="connsiteY3" fmla="*/ 928715 h 1208718"/>
                      <a:gd name="connsiteX4" fmla="*/ 187 w 597276"/>
                      <a:gd name="connsiteY4" fmla="*/ 1043865 h 1208718"/>
                      <a:gd name="connsiteX5" fmla="*/ 119249 w 597276"/>
                      <a:gd name="connsiteY5" fmla="*/ 1142290 h 1208718"/>
                      <a:gd name="connsiteX6" fmla="*/ 365312 w 597276"/>
                      <a:gd name="connsiteY6" fmla="*/ 1186739 h 1208718"/>
                      <a:gd name="connsiteX7" fmla="*/ 187512 w 597276"/>
                      <a:gd name="connsiteY7" fmla="*/ 999415 h 1208718"/>
                      <a:gd name="connsiteX8" fmla="*/ 346265 w 597276"/>
                      <a:gd name="connsiteY8" fmla="*/ 777169 h 1208718"/>
                      <a:gd name="connsiteX9" fmla="*/ 547699 w 597276"/>
                      <a:gd name="connsiteY9" fmla="*/ 524870 h 1208718"/>
                      <a:gd name="connsiteX10" fmla="*/ 597276 w 597276"/>
                      <a:gd name="connsiteY10" fmla="*/ 299544 h 1208718"/>
                      <a:gd name="connsiteX0" fmla="*/ 336458 w 554934"/>
                      <a:gd name="connsiteY0" fmla="*/ 0 h 1208718"/>
                      <a:gd name="connsiteX1" fmla="*/ 324452 w 554934"/>
                      <a:gd name="connsiteY1" fmla="*/ 468717 h 1208718"/>
                      <a:gd name="connsiteX2" fmla="*/ 133057 w 554934"/>
                      <a:gd name="connsiteY2" fmla="*/ 677579 h 1208718"/>
                      <a:gd name="connsiteX3" fmla="*/ 51546 w 554934"/>
                      <a:gd name="connsiteY3" fmla="*/ 928715 h 1208718"/>
                      <a:gd name="connsiteX4" fmla="*/ 367 w 554934"/>
                      <a:gd name="connsiteY4" fmla="*/ 1041117 h 1208718"/>
                      <a:gd name="connsiteX5" fmla="*/ 76907 w 554934"/>
                      <a:gd name="connsiteY5" fmla="*/ 1142290 h 1208718"/>
                      <a:gd name="connsiteX6" fmla="*/ 322970 w 554934"/>
                      <a:gd name="connsiteY6" fmla="*/ 1186739 h 1208718"/>
                      <a:gd name="connsiteX7" fmla="*/ 145170 w 554934"/>
                      <a:gd name="connsiteY7" fmla="*/ 999415 h 1208718"/>
                      <a:gd name="connsiteX8" fmla="*/ 303923 w 554934"/>
                      <a:gd name="connsiteY8" fmla="*/ 777169 h 1208718"/>
                      <a:gd name="connsiteX9" fmla="*/ 505357 w 554934"/>
                      <a:gd name="connsiteY9" fmla="*/ 524870 h 1208718"/>
                      <a:gd name="connsiteX10" fmla="*/ 554934 w 554934"/>
                      <a:gd name="connsiteY10" fmla="*/ 299544 h 1208718"/>
                      <a:gd name="connsiteX0" fmla="*/ 336952 w 555428"/>
                      <a:gd name="connsiteY0" fmla="*/ 0 h 1201578"/>
                      <a:gd name="connsiteX1" fmla="*/ 324946 w 555428"/>
                      <a:gd name="connsiteY1" fmla="*/ 468717 h 1201578"/>
                      <a:gd name="connsiteX2" fmla="*/ 133551 w 555428"/>
                      <a:gd name="connsiteY2" fmla="*/ 677579 h 1201578"/>
                      <a:gd name="connsiteX3" fmla="*/ 52040 w 555428"/>
                      <a:gd name="connsiteY3" fmla="*/ 928715 h 1201578"/>
                      <a:gd name="connsiteX4" fmla="*/ 861 w 555428"/>
                      <a:gd name="connsiteY4" fmla="*/ 1041117 h 1201578"/>
                      <a:gd name="connsiteX5" fmla="*/ 93346 w 555428"/>
                      <a:gd name="connsiteY5" fmla="*/ 1109308 h 1201578"/>
                      <a:gd name="connsiteX6" fmla="*/ 323464 w 555428"/>
                      <a:gd name="connsiteY6" fmla="*/ 1186739 h 1201578"/>
                      <a:gd name="connsiteX7" fmla="*/ 145664 w 555428"/>
                      <a:gd name="connsiteY7" fmla="*/ 999415 h 1201578"/>
                      <a:gd name="connsiteX8" fmla="*/ 304417 w 555428"/>
                      <a:gd name="connsiteY8" fmla="*/ 777169 h 1201578"/>
                      <a:gd name="connsiteX9" fmla="*/ 505851 w 555428"/>
                      <a:gd name="connsiteY9" fmla="*/ 524870 h 1201578"/>
                      <a:gd name="connsiteX10" fmla="*/ 555428 w 555428"/>
                      <a:gd name="connsiteY10" fmla="*/ 299544 h 1201578"/>
                      <a:gd name="connsiteX0" fmla="*/ 336686 w 555162"/>
                      <a:gd name="connsiteY0" fmla="*/ 0 h 1201578"/>
                      <a:gd name="connsiteX1" fmla="*/ 324680 w 555162"/>
                      <a:gd name="connsiteY1" fmla="*/ 468717 h 1201578"/>
                      <a:gd name="connsiteX2" fmla="*/ 133285 w 555162"/>
                      <a:gd name="connsiteY2" fmla="*/ 677579 h 1201578"/>
                      <a:gd name="connsiteX3" fmla="*/ 51774 w 555162"/>
                      <a:gd name="connsiteY3" fmla="*/ 928715 h 1201578"/>
                      <a:gd name="connsiteX4" fmla="*/ 595 w 555162"/>
                      <a:gd name="connsiteY4" fmla="*/ 1041117 h 1201578"/>
                      <a:gd name="connsiteX5" fmla="*/ 85107 w 555162"/>
                      <a:gd name="connsiteY5" fmla="*/ 1109308 h 1201578"/>
                      <a:gd name="connsiteX6" fmla="*/ 323198 w 555162"/>
                      <a:gd name="connsiteY6" fmla="*/ 1186739 h 1201578"/>
                      <a:gd name="connsiteX7" fmla="*/ 145398 w 555162"/>
                      <a:gd name="connsiteY7" fmla="*/ 999415 h 1201578"/>
                      <a:gd name="connsiteX8" fmla="*/ 304151 w 555162"/>
                      <a:gd name="connsiteY8" fmla="*/ 777169 h 1201578"/>
                      <a:gd name="connsiteX9" fmla="*/ 505585 w 555162"/>
                      <a:gd name="connsiteY9" fmla="*/ 524870 h 1201578"/>
                      <a:gd name="connsiteX10" fmla="*/ 555162 w 555162"/>
                      <a:gd name="connsiteY10" fmla="*/ 299544 h 1201578"/>
                      <a:gd name="connsiteX0" fmla="*/ 357761 w 576237"/>
                      <a:gd name="connsiteY0" fmla="*/ 0 h 1201578"/>
                      <a:gd name="connsiteX1" fmla="*/ 345755 w 576237"/>
                      <a:gd name="connsiteY1" fmla="*/ 468717 h 1201578"/>
                      <a:gd name="connsiteX2" fmla="*/ 154360 w 576237"/>
                      <a:gd name="connsiteY2" fmla="*/ 677579 h 1201578"/>
                      <a:gd name="connsiteX3" fmla="*/ 72849 w 576237"/>
                      <a:gd name="connsiteY3" fmla="*/ 928715 h 1201578"/>
                      <a:gd name="connsiteX4" fmla="*/ 409 w 576237"/>
                      <a:gd name="connsiteY4" fmla="*/ 1046614 h 1201578"/>
                      <a:gd name="connsiteX5" fmla="*/ 106182 w 576237"/>
                      <a:gd name="connsiteY5" fmla="*/ 1109308 h 1201578"/>
                      <a:gd name="connsiteX6" fmla="*/ 344273 w 576237"/>
                      <a:gd name="connsiteY6" fmla="*/ 1186739 h 1201578"/>
                      <a:gd name="connsiteX7" fmla="*/ 166473 w 576237"/>
                      <a:gd name="connsiteY7" fmla="*/ 999415 h 1201578"/>
                      <a:gd name="connsiteX8" fmla="*/ 325226 w 576237"/>
                      <a:gd name="connsiteY8" fmla="*/ 777169 h 1201578"/>
                      <a:gd name="connsiteX9" fmla="*/ 526660 w 576237"/>
                      <a:gd name="connsiteY9" fmla="*/ 524870 h 1201578"/>
                      <a:gd name="connsiteX10" fmla="*/ 576237 w 576237"/>
                      <a:gd name="connsiteY10" fmla="*/ 299544 h 1201578"/>
                      <a:gd name="connsiteX0" fmla="*/ 358700 w 577176"/>
                      <a:gd name="connsiteY0" fmla="*/ 0 h 1201578"/>
                      <a:gd name="connsiteX1" fmla="*/ 346694 w 577176"/>
                      <a:gd name="connsiteY1" fmla="*/ 468717 h 1201578"/>
                      <a:gd name="connsiteX2" fmla="*/ 155299 w 577176"/>
                      <a:gd name="connsiteY2" fmla="*/ 677579 h 1201578"/>
                      <a:gd name="connsiteX3" fmla="*/ 73788 w 577176"/>
                      <a:gd name="connsiteY3" fmla="*/ 928715 h 1201578"/>
                      <a:gd name="connsiteX4" fmla="*/ 1348 w 577176"/>
                      <a:gd name="connsiteY4" fmla="*/ 1046614 h 1201578"/>
                      <a:gd name="connsiteX5" fmla="*/ 107121 w 577176"/>
                      <a:gd name="connsiteY5" fmla="*/ 1109308 h 1201578"/>
                      <a:gd name="connsiteX6" fmla="*/ 345212 w 577176"/>
                      <a:gd name="connsiteY6" fmla="*/ 1186739 h 1201578"/>
                      <a:gd name="connsiteX7" fmla="*/ 167412 w 577176"/>
                      <a:gd name="connsiteY7" fmla="*/ 999415 h 1201578"/>
                      <a:gd name="connsiteX8" fmla="*/ 326165 w 577176"/>
                      <a:gd name="connsiteY8" fmla="*/ 777169 h 1201578"/>
                      <a:gd name="connsiteX9" fmla="*/ 527599 w 577176"/>
                      <a:gd name="connsiteY9" fmla="*/ 524870 h 1201578"/>
                      <a:gd name="connsiteX10" fmla="*/ 577176 w 577176"/>
                      <a:gd name="connsiteY10" fmla="*/ 299544 h 1201578"/>
                      <a:gd name="connsiteX0" fmla="*/ 358700 w 577176"/>
                      <a:gd name="connsiteY0" fmla="*/ 0 h 1208605"/>
                      <a:gd name="connsiteX1" fmla="*/ 346694 w 577176"/>
                      <a:gd name="connsiteY1" fmla="*/ 468717 h 1208605"/>
                      <a:gd name="connsiteX2" fmla="*/ 155299 w 577176"/>
                      <a:gd name="connsiteY2" fmla="*/ 677579 h 1208605"/>
                      <a:gd name="connsiteX3" fmla="*/ 73788 w 577176"/>
                      <a:gd name="connsiteY3" fmla="*/ 928715 h 1208605"/>
                      <a:gd name="connsiteX4" fmla="*/ 1348 w 577176"/>
                      <a:gd name="connsiteY4" fmla="*/ 1046614 h 1208605"/>
                      <a:gd name="connsiteX5" fmla="*/ 107121 w 577176"/>
                      <a:gd name="connsiteY5" fmla="*/ 1109308 h 1208605"/>
                      <a:gd name="connsiteX6" fmla="*/ 345212 w 577176"/>
                      <a:gd name="connsiteY6" fmla="*/ 1186739 h 1208605"/>
                      <a:gd name="connsiteX7" fmla="*/ 167412 w 577176"/>
                      <a:gd name="connsiteY7" fmla="*/ 999415 h 1208605"/>
                      <a:gd name="connsiteX8" fmla="*/ 326165 w 577176"/>
                      <a:gd name="connsiteY8" fmla="*/ 777169 h 1208605"/>
                      <a:gd name="connsiteX9" fmla="*/ 527599 w 577176"/>
                      <a:gd name="connsiteY9" fmla="*/ 524870 h 1208605"/>
                      <a:gd name="connsiteX10" fmla="*/ 577176 w 577176"/>
                      <a:gd name="connsiteY10" fmla="*/ 299544 h 1208605"/>
                      <a:gd name="connsiteX0" fmla="*/ 358700 w 585149"/>
                      <a:gd name="connsiteY0" fmla="*/ 0 h 1208605"/>
                      <a:gd name="connsiteX1" fmla="*/ 346694 w 585149"/>
                      <a:gd name="connsiteY1" fmla="*/ 468717 h 1208605"/>
                      <a:gd name="connsiteX2" fmla="*/ 155299 w 585149"/>
                      <a:gd name="connsiteY2" fmla="*/ 677579 h 1208605"/>
                      <a:gd name="connsiteX3" fmla="*/ 73788 w 585149"/>
                      <a:gd name="connsiteY3" fmla="*/ 928715 h 1208605"/>
                      <a:gd name="connsiteX4" fmla="*/ 1348 w 585149"/>
                      <a:gd name="connsiteY4" fmla="*/ 1046614 h 1208605"/>
                      <a:gd name="connsiteX5" fmla="*/ 107121 w 585149"/>
                      <a:gd name="connsiteY5" fmla="*/ 1109308 h 1208605"/>
                      <a:gd name="connsiteX6" fmla="*/ 345212 w 585149"/>
                      <a:gd name="connsiteY6" fmla="*/ 1186739 h 1208605"/>
                      <a:gd name="connsiteX7" fmla="*/ 167412 w 585149"/>
                      <a:gd name="connsiteY7" fmla="*/ 999415 h 1208605"/>
                      <a:gd name="connsiteX8" fmla="*/ 326165 w 585149"/>
                      <a:gd name="connsiteY8" fmla="*/ 777169 h 1208605"/>
                      <a:gd name="connsiteX9" fmla="*/ 527599 w 585149"/>
                      <a:gd name="connsiteY9" fmla="*/ 524870 h 1208605"/>
                      <a:gd name="connsiteX10" fmla="*/ 585149 w 585149"/>
                      <a:gd name="connsiteY10" fmla="*/ 278930 h 1208605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8395"/>
                      <a:gd name="connsiteY0" fmla="*/ 0 h 1220973"/>
                      <a:gd name="connsiteX1" fmla="*/ 346694 w 588395"/>
                      <a:gd name="connsiteY1" fmla="*/ 481085 h 1220973"/>
                      <a:gd name="connsiteX2" fmla="*/ 155299 w 588395"/>
                      <a:gd name="connsiteY2" fmla="*/ 689947 h 1220973"/>
                      <a:gd name="connsiteX3" fmla="*/ 73788 w 588395"/>
                      <a:gd name="connsiteY3" fmla="*/ 941083 h 1220973"/>
                      <a:gd name="connsiteX4" fmla="*/ 1348 w 588395"/>
                      <a:gd name="connsiteY4" fmla="*/ 1058982 h 1220973"/>
                      <a:gd name="connsiteX5" fmla="*/ 107121 w 588395"/>
                      <a:gd name="connsiteY5" fmla="*/ 1121676 h 1220973"/>
                      <a:gd name="connsiteX6" fmla="*/ 345212 w 588395"/>
                      <a:gd name="connsiteY6" fmla="*/ 1199107 h 1220973"/>
                      <a:gd name="connsiteX7" fmla="*/ 167412 w 588395"/>
                      <a:gd name="connsiteY7" fmla="*/ 1011783 h 1220973"/>
                      <a:gd name="connsiteX8" fmla="*/ 326165 w 588395"/>
                      <a:gd name="connsiteY8" fmla="*/ 789537 h 1220973"/>
                      <a:gd name="connsiteX9" fmla="*/ 527599 w 588395"/>
                      <a:gd name="connsiteY9" fmla="*/ 537238 h 1220973"/>
                      <a:gd name="connsiteX10" fmla="*/ 585149 w 588395"/>
                      <a:gd name="connsiteY10" fmla="*/ 291298 h 1220973"/>
                      <a:gd name="connsiteX11" fmla="*/ 581046 w 588395"/>
                      <a:gd name="connsiteY11" fmla="*/ 286449 h 1220973"/>
                      <a:gd name="connsiteX0" fmla="*/ 370659 w 587329"/>
                      <a:gd name="connsiteY0" fmla="*/ 0 h 1220973"/>
                      <a:gd name="connsiteX1" fmla="*/ 346694 w 587329"/>
                      <a:gd name="connsiteY1" fmla="*/ 481085 h 1220973"/>
                      <a:gd name="connsiteX2" fmla="*/ 155299 w 587329"/>
                      <a:gd name="connsiteY2" fmla="*/ 689947 h 1220973"/>
                      <a:gd name="connsiteX3" fmla="*/ 73788 w 587329"/>
                      <a:gd name="connsiteY3" fmla="*/ 941083 h 1220973"/>
                      <a:gd name="connsiteX4" fmla="*/ 1348 w 587329"/>
                      <a:gd name="connsiteY4" fmla="*/ 1058982 h 1220973"/>
                      <a:gd name="connsiteX5" fmla="*/ 107121 w 587329"/>
                      <a:gd name="connsiteY5" fmla="*/ 1121676 h 1220973"/>
                      <a:gd name="connsiteX6" fmla="*/ 345212 w 587329"/>
                      <a:gd name="connsiteY6" fmla="*/ 1199107 h 1220973"/>
                      <a:gd name="connsiteX7" fmla="*/ 167412 w 587329"/>
                      <a:gd name="connsiteY7" fmla="*/ 1011783 h 1220973"/>
                      <a:gd name="connsiteX8" fmla="*/ 326165 w 587329"/>
                      <a:gd name="connsiteY8" fmla="*/ 789537 h 1220973"/>
                      <a:gd name="connsiteX9" fmla="*/ 527599 w 587329"/>
                      <a:gd name="connsiteY9" fmla="*/ 537238 h 1220973"/>
                      <a:gd name="connsiteX10" fmla="*/ 585149 w 587329"/>
                      <a:gd name="connsiteY10" fmla="*/ 291298 h 1220973"/>
                      <a:gd name="connsiteX11" fmla="*/ 463448 w 587329"/>
                      <a:gd name="connsiteY11" fmla="*/ 43203 h 1220973"/>
                      <a:gd name="connsiteX0" fmla="*/ 370659 w 647137"/>
                      <a:gd name="connsiteY0" fmla="*/ 0 h 1220973"/>
                      <a:gd name="connsiteX1" fmla="*/ 346694 w 647137"/>
                      <a:gd name="connsiteY1" fmla="*/ 481085 h 1220973"/>
                      <a:gd name="connsiteX2" fmla="*/ 155299 w 647137"/>
                      <a:gd name="connsiteY2" fmla="*/ 689947 h 1220973"/>
                      <a:gd name="connsiteX3" fmla="*/ 73788 w 647137"/>
                      <a:gd name="connsiteY3" fmla="*/ 941083 h 1220973"/>
                      <a:gd name="connsiteX4" fmla="*/ 1348 w 647137"/>
                      <a:gd name="connsiteY4" fmla="*/ 1058982 h 1220973"/>
                      <a:gd name="connsiteX5" fmla="*/ 107121 w 647137"/>
                      <a:gd name="connsiteY5" fmla="*/ 1121676 h 1220973"/>
                      <a:gd name="connsiteX6" fmla="*/ 345212 w 647137"/>
                      <a:gd name="connsiteY6" fmla="*/ 1199107 h 1220973"/>
                      <a:gd name="connsiteX7" fmla="*/ 167412 w 647137"/>
                      <a:gd name="connsiteY7" fmla="*/ 1011783 h 1220973"/>
                      <a:gd name="connsiteX8" fmla="*/ 326165 w 647137"/>
                      <a:gd name="connsiteY8" fmla="*/ 789537 h 1220973"/>
                      <a:gd name="connsiteX9" fmla="*/ 527599 w 647137"/>
                      <a:gd name="connsiteY9" fmla="*/ 537238 h 1220973"/>
                      <a:gd name="connsiteX10" fmla="*/ 646273 w 647137"/>
                      <a:gd name="connsiteY10" fmla="*/ 285801 h 1220973"/>
                      <a:gd name="connsiteX11" fmla="*/ 463448 w 647137"/>
                      <a:gd name="connsiteY11" fmla="*/ 43203 h 1220973"/>
                      <a:gd name="connsiteX0" fmla="*/ 370659 w 647561"/>
                      <a:gd name="connsiteY0" fmla="*/ 0 h 1220973"/>
                      <a:gd name="connsiteX1" fmla="*/ 346694 w 647561"/>
                      <a:gd name="connsiteY1" fmla="*/ 481085 h 1220973"/>
                      <a:gd name="connsiteX2" fmla="*/ 155299 w 647561"/>
                      <a:gd name="connsiteY2" fmla="*/ 689947 h 1220973"/>
                      <a:gd name="connsiteX3" fmla="*/ 73788 w 647561"/>
                      <a:gd name="connsiteY3" fmla="*/ 941083 h 1220973"/>
                      <a:gd name="connsiteX4" fmla="*/ 1348 w 647561"/>
                      <a:gd name="connsiteY4" fmla="*/ 1058982 h 1220973"/>
                      <a:gd name="connsiteX5" fmla="*/ 107121 w 647561"/>
                      <a:gd name="connsiteY5" fmla="*/ 1121676 h 1220973"/>
                      <a:gd name="connsiteX6" fmla="*/ 345212 w 647561"/>
                      <a:gd name="connsiteY6" fmla="*/ 1199107 h 1220973"/>
                      <a:gd name="connsiteX7" fmla="*/ 167412 w 647561"/>
                      <a:gd name="connsiteY7" fmla="*/ 1011783 h 1220973"/>
                      <a:gd name="connsiteX8" fmla="*/ 326165 w 647561"/>
                      <a:gd name="connsiteY8" fmla="*/ 789537 h 1220973"/>
                      <a:gd name="connsiteX9" fmla="*/ 527599 w 647561"/>
                      <a:gd name="connsiteY9" fmla="*/ 537238 h 1220973"/>
                      <a:gd name="connsiteX10" fmla="*/ 646273 w 647561"/>
                      <a:gd name="connsiteY10" fmla="*/ 285801 h 1220973"/>
                      <a:gd name="connsiteX11" fmla="*/ 447503 w 647561"/>
                      <a:gd name="connsiteY11" fmla="*/ 21215 h 1220973"/>
                      <a:gd name="connsiteX0" fmla="*/ 437099 w 647561"/>
                      <a:gd name="connsiteY0" fmla="*/ 9019 h 1199758"/>
                      <a:gd name="connsiteX1" fmla="*/ 346694 w 647561"/>
                      <a:gd name="connsiteY1" fmla="*/ 459870 h 1199758"/>
                      <a:gd name="connsiteX2" fmla="*/ 155299 w 647561"/>
                      <a:gd name="connsiteY2" fmla="*/ 668732 h 1199758"/>
                      <a:gd name="connsiteX3" fmla="*/ 73788 w 647561"/>
                      <a:gd name="connsiteY3" fmla="*/ 919868 h 1199758"/>
                      <a:gd name="connsiteX4" fmla="*/ 1348 w 647561"/>
                      <a:gd name="connsiteY4" fmla="*/ 1037767 h 1199758"/>
                      <a:gd name="connsiteX5" fmla="*/ 107121 w 647561"/>
                      <a:gd name="connsiteY5" fmla="*/ 1100461 h 1199758"/>
                      <a:gd name="connsiteX6" fmla="*/ 345212 w 647561"/>
                      <a:gd name="connsiteY6" fmla="*/ 1177892 h 1199758"/>
                      <a:gd name="connsiteX7" fmla="*/ 167412 w 647561"/>
                      <a:gd name="connsiteY7" fmla="*/ 990568 h 1199758"/>
                      <a:gd name="connsiteX8" fmla="*/ 326165 w 647561"/>
                      <a:gd name="connsiteY8" fmla="*/ 768322 h 1199758"/>
                      <a:gd name="connsiteX9" fmla="*/ 527599 w 647561"/>
                      <a:gd name="connsiteY9" fmla="*/ 516023 h 1199758"/>
                      <a:gd name="connsiteX10" fmla="*/ 646273 w 647561"/>
                      <a:gd name="connsiteY10" fmla="*/ 264586 h 1199758"/>
                      <a:gd name="connsiteX11" fmla="*/ 447503 w 647561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222 w 647578"/>
                      <a:gd name="connsiteY0" fmla="*/ 9019 h 1199758"/>
                      <a:gd name="connsiteX1" fmla="*/ 346817 w 647578"/>
                      <a:gd name="connsiteY1" fmla="*/ 459870 h 1199758"/>
                      <a:gd name="connsiteX2" fmla="*/ 189970 w 647578"/>
                      <a:gd name="connsiteY2" fmla="*/ 613761 h 1199758"/>
                      <a:gd name="connsiteX3" fmla="*/ 73911 w 647578"/>
                      <a:gd name="connsiteY3" fmla="*/ 919868 h 1199758"/>
                      <a:gd name="connsiteX4" fmla="*/ 1471 w 647578"/>
                      <a:gd name="connsiteY4" fmla="*/ 1037767 h 1199758"/>
                      <a:gd name="connsiteX5" fmla="*/ 107244 w 647578"/>
                      <a:gd name="connsiteY5" fmla="*/ 1100461 h 1199758"/>
                      <a:gd name="connsiteX6" fmla="*/ 345335 w 647578"/>
                      <a:gd name="connsiteY6" fmla="*/ 1177892 h 1199758"/>
                      <a:gd name="connsiteX7" fmla="*/ 167535 w 647578"/>
                      <a:gd name="connsiteY7" fmla="*/ 990568 h 1199758"/>
                      <a:gd name="connsiteX8" fmla="*/ 326288 w 647578"/>
                      <a:gd name="connsiteY8" fmla="*/ 768322 h 1199758"/>
                      <a:gd name="connsiteX9" fmla="*/ 525064 w 647578"/>
                      <a:gd name="connsiteY9" fmla="*/ 560000 h 1199758"/>
                      <a:gd name="connsiteX10" fmla="*/ 646396 w 647578"/>
                      <a:gd name="connsiteY10" fmla="*/ 264586 h 1199758"/>
                      <a:gd name="connsiteX11" fmla="*/ 447626 w 647578"/>
                      <a:gd name="connsiteY11" fmla="*/ 0 h 1199758"/>
                      <a:gd name="connsiteX0" fmla="*/ 437243 w 647599"/>
                      <a:gd name="connsiteY0" fmla="*/ 9019 h 1199758"/>
                      <a:gd name="connsiteX1" fmla="*/ 346838 w 647599"/>
                      <a:gd name="connsiteY1" fmla="*/ 459870 h 1199758"/>
                      <a:gd name="connsiteX2" fmla="*/ 195306 w 647599"/>
                      <a:gd name="connsiteY2" fmla="*/ 627504 h 1199758"/>
                      <a:gd name="connsiteX3" fmla="*/ 73932 w 647599"/>
                      <a:gd name="connsiteY3" fmla="*/ 919868 h 1199758"/>
                      <a:gd name="connsiteX4" fmla="*/ 1492 w 647599"/>
                      <a:gd name="connsiteY4" fmla="*/ 1037767 h 1199758"/>
                      <a:gd name="connsiteX5" fmla="*/ 107265 w 647599"/>
                      <a:gd name="connsiteY5" fmla="*/ 1100461 h 1199758"/>
                      <a:gd name="connsiteX6" fmla="*/ 345356 w 647599"/>
                      <a:gd name="connsiteY6" fmla="*/ 1177892 h 1199758"/>
                      <a:gd name="connsiteX7" fmla="*/ 167556 w 647599"/>
                      <a:gd name="connsiteY7" fmla="*/ 990568 h 1199758"/>
                      <a:gd name="connsiteX8" fmla="*/ 326309 w 647599"/>
                      <a:gd name="connsiteY8" fmla="*/ 768322 h 1199758"/>
                      <a:gd name="connsiteX9" fmla="*/ 525085 w 647599"/>
                      <a:gd name="connsiteY9" fmla="*/ 560000 h 1199758"/>
                      <a:gd name="connsiteX10" fmla="*/ 646417 w 647599"/>
                      <a:gd name="connsiteY10" fmla="*/ 264586 h 1199758"/>
                      <a:gd name="connsiteX11" fmla="*/ 447647 w 647599"/>
                      <a:gd name="connsiteY11" fmla="*/ 0 h 1199758"/>
                      <a:gd name="connsiteX0" fmla="*/ 437243 w 644973"/>
                      <a:gd name="connsiteY0" fmla="*/ 9019 h 1199758"/>
                      <a:gd name="connsiteX1" fmla="*/ 346838 w 644973"/>
                      <a:gd name="connsiteY1" fmla="*/ 459870 h 1199758"/>
                      <a:gd name="connsiteX2" fmla="*/ 195306 w 644973"/>
                      <a:gd name="connsiteY2" fmla="*/ 627504 h 1199758"/>
                      <a:gd name="connsiteX3" fmla="*/ 73932 w 644973"/>
                      <a:gd name="connsiteY3" fmla="*/ 919868 h 1199758"/>
                      <a:gd name="connsiteX4" fmla="*/ 1492 w 644973"/>
                      <a:gd name="connsiteY4" fmla="*/ 1037767 h 1199758"/>
                      <a:gd name="connsiteX5" fmla="*/ 107265 w 644973"/>
                      <a:gd name="connsiteY5" fmla="*/ 1100461 h 1199758"/>
                      <a:gd name="connsiteX6" fmla="*/ 345356 w 644973"/>
                      <a:gd name="connsiteY6" fmla="*/ 1177892 h 1199758"/>
                      <a:gd name="connsiteX7" fmla="*/ 167556 w 644973"/>
                      <a:gd name="connsiteY7" fmla="*/ 990568 h 1199758"/>
                      <a:gd name="connsiteX8" fmla="*/ 326309 w 644973"/>
                      <a:gd name="connsiteY8" fmla="*/ 768322 h 1199758"/>
                      <a:gd name="connsiteX9" fmla="*/ 525085 w 644973"/>
                      <a:gd name="connsiteY9" fmla="*/ 560000 h 1199758"/>
                      <a:gd name="connsiteX10" fmla="*/ 643760 w 644973"/>
                      <a:gd name="connsiteY10" fmla="*/ 226106 h 1199758"/>
                      <a:gd name="connsiteX11" fmla="*/ 447647 w 644973"/>
                      <a:gd name="connsiteY11" fmla="*/ 0 h 1199758"/>
                      <a:gd name="connsiteX0" fmla="*/ 437243 w 644211"/>
                      <a:gd name="connsiteY0" fmla="*/ 9019 h 1199758"/>
                      <a:gd name="connsiteX1" fmla="*/ 346838 w 644211"/>
                      <a:gd name="connsiteY1" fmla="*/ 459870 h 1199758"/>
                      <a:gd name="connsiteX2" fmla="*/ 195306 w 644211"/>
                      <a:gd name="connsiteY2" fmla="*/ 627504 h 1199758"/>
                      <a:gd name="connsiteX3" fmla="*/ 73932 w 644211"/>
                      <a:gd name="connsiteY3" fmla="*/ 919868 h 1199758"/>
                      <a:gd name="connsiteX4" fmla="*/ 1492 w 644211"/>
                      <a:gd name="connsiteY4" fmla="*/ 1037767 h 1199758"/>
                      <a:gd name="connsiteX5" fmla="*/ 107265 w 644211"/>
                      <a:gd name="connsiteY5" fmla="*/ 1100461 h 1199758"/>
                      <a:gd name="connsiteX6" fmla="*/ 345356 w 644211"/>
                      <a:gd name="connsiteY6" fmla="*/ 1177892 h 1199758"/>
                      <a:gd name="connsiteX7" fmla="*/ 167556 w 644211"/>
                      <a:gd name="connsiteY7" fmla="*/ 990568 h 1199758"/>
                      <a:gd name="connsiteX8" fmla="*/ 326309 w 644211"/>
                      <a:gd name="connsiteY8" fmla="*/ 768322 h 1199758"/>
                      <a:gd name="connsiteX9" fmla="*/ 525085 w 644211"/>
                      <a:gd name="connsiteY9" fmla="*/ 560000 h 1199758"/>
                      <a:gd name="connsiteX10" fmla="*/ 643760 w 644211"/>
                      <a:gd name="connsiteY10" fmla="*/ 226106 h 1199758"/>
                      <a:gd name="connsiteX11" fmla="*/ 447647 w 644211"/>
                      <a:gd name="connsiteY11" fmla="*/ 0 h 1199758"/>
                      <a:gd name="connsiteX0" fmla="*/ 437243 w 644059"/>
                      <a:gd name="connsiteY0" fmla="*/ 9019 h 1199758"/>
                      <a:gd name="connsiteX1" fmla="*/ 346838 w 644059"/>
                      <a:gd name="connsiteY1" fmla="*/ 459870 h 1199758"/>
                      <a:gd name="connsiteX2" fmla="*/ 195306 w 644059"/>
                      <a:gd name="connsiteY2" fmla="*/ 627504 h 1199758"/>
                      <a:gd name="connsiteX3" fmla="*/ 73932 w 644059"/>
                      <a:gd name="connsiteY3" fmla="*/ 919868 h 1199758"/>
                      <a:gd name="connsiteX4" fmla="*/ 1492 w 644059"/>
                      <a:gd name="connsiteY4" fmla="*/ 1037767 h 1199758"/>
                      <a:gd name="connsiteX5" fmla="*/ 107265 w 644059"/>
                      <a:gd name="connsiteY5" fmla="*/ 1100461 h 1199758"/>
                      <a:gd name="connsiteX6" fmla="*/ 345356 w 644059"/>
                      <a:gd name="connsiteY6" fmla="*/ 1177892 h 1199758"/>
                      <a:gd name="connsiteX7" fmla="*/ 167556 w 644059"/>
                      <a:gd name="connsiteY7" fmla="*/ 990568 h 1199758"/>
                      <a:gd name="connsiteX8" fmla="*/ 326309 w 644059"/>
                      <a:gd name="connsiteY8" fmla="*/ 768322 h 1199758"/>
                      <a:gd name="connsiteX9" fmla="*/ 525085 w 644059"/>
                      <a:gd name="connsiteY9" fmla="*/ 560000 h 1199758"/>
                      <a:gd name="connsiteX10" fmla="*/ 643760 w 644059"/>
                      <a:gd name="connsiteY10" fmla="*/ 226106 h 1199758"/>
                      <a:gd name="connsiteX11" fmla="*/ 447647 w 644059"/>
                      <a:gd name="connsiteY11" fmla="*/ 0 h 1199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4059" h="1199758">
                        <a:moveTo>
                          <a:pt x="437243" y="9019"/>
                        </a:moveTo>
                        <a:cubicBezTo>
                          <a:pt x="387719" y="202576"/>
                          <a:pt x="387161" y="356789"/>
                          <a:pt x="346838" y="459870"/>
                        </a:cubicBezTo>
                        <a:cubicBezTo>
                          <a:pt x="306515" y="562951"/>
                          <a:pt x="240790" y="550838"/>
                          <a:pt x="195306" y="627504"/>
                        </a:cubicBezTo>
                        <a:cubicBezTo>
                          <a:pt x="149822" y="704170"/>
                          <a:pt x="106234" y="851491"/>
                          <a:pt x="73932" y="919868"/>
                        </a:cubicBezTo>
                        <a:cubicBezTo>
                          <a:pt x="41630" y="988245"/>
                          <a:pt x="-9378" y="982931"/>
                          <a:pt x="1492" y="1037767"/>
                        </a:cubicBezTo>
                        <a:cubicBezTo>
                          <a:pt x="12362" y="1092603"/>
                          <a:pt x="96682" y="1097286"/>
                          <a:pt x="107265" y="1100461"/>
                        </a:cubicBezTo>
                        <a:cubicBezTo>
                          <a:pt x="216273" y="1168194"/>
                          <a:pt x="278554" y="1235658"/>
                          <a:pt x="345356" y="1177892"/>
                        </a:cubicBezTo>
                        <a:cubicBezTo>
                          <a:pt x="335831" y="1115450"/>
                          <a:pt x="231585" y="1096401"/>
                          <a:pt x="167556" y="990568"/>
                        </a:cubicBezTo>
                        <a:cubicBezTo>
                          <a:pt x="164382" y="926540"/>
                          <a:pt x="222956" y="888498"/>
                          <a:pt x="326309" y="768322"/>
                        </a:cubicBezTo>
                        <a:cubicBezTo>
                          <a:pt x="450428" y="638527"/>
                          <a:pt x="405953" y="676521"/>
                          <a:pt x="525085" y="560000"/>
                        </a:cubicBezTo>
                        <a:cubicBezTo>
                          <a:pt x="563185" y="387492"/>
                          <a:pt x="632747" y="338679"/>
                          <a:pt x="643760" y="226106"/>
                        </a:cubicBezTo>
                        <a:cubicBezTo>
                          <a:pt x="652934" y="132333"/>
                          <a:pt x="448502" y="1010"/>
                          <a:pt x="44764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299" name="任意多边形: 形状 1298">
                    <a:extLst>
                      <a:ext uri="{FF2B5EF4-FFF2-40B4-BE49-F238E27FC236}">
                        <a16:creationId xmlns:a16="http://schemas.microsoft.com/office/drawing/2014/main" id="{5C7F9E85-41D0-F0D0-F677-A30294ACFCCA}"/>
                      </a:ext>
                    </a:extLst>
                  </p:cNvPr>
                  <p:cNvSpPr/>
                  <p:nvPr/>
                </p:nvSpPr>
                <p:spPr>
                  <a:xfrm>
                    <a:off x="1066267" y="7119093"/>
                    <a:ext cx="1256664" cy="312445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42078 w 882978"/>
                      <a:gd name="connsiteY13" fmla="*/ 1247590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95025"/>
                      <a:gd name="connsiteY0" fmla="*/ 1088604 h 2752057"/>
                      <a:gd name="connsiteX1" fmla="*/ 443239 w 895025"/>
                      <a:gd name="connsiteY1" fmla="*/ 1310854 h 2752057"/>
                      <a:gd name="connsiteX2" fmla="*/ 440063 w 895025"/>
                      <a:gd name="connsiteY2" fmla="*/ 1609304 h 2752057"/>
                      <a:gd name="connsiteX3" fmla="*/ 390851 w 895025"/>
                      <a:gd name="connsiteY3" fmla="*/ 1968079 h 2752057"/>
                      <a:gd name="connsiteX4" fmla="*/ 162250 w 895025"/>
                      <a:gd name="connsiteY4" fmla="*/ 2223666 h 2752057"/>
                      <a:gd name="connsiteX5" fmla="*/ 86054 w 895025"/>
                      <a:gd name="connsiteY5" fmla="*/ 2466557 h 2752057"/>
                      <a:gd name="connsiteX6" fmla="*/ 326 w 895025"/>
                      <a:gd name="connsiteY6" fmla="*/ 2587204 h 2752057"/>
                      <a:gd name="connsiteX7" fmla="*/ 119388 w 895025"/>
                      <a:gd name="connsiteY7" fmla="*/ 2685629 h 2752057"/>
                      <a:gd name="connsiteX8" fmla="*/ 365451 w 895025"/>
                      <a:gd name="connsiteY8" fmla="*/ 2730078 h 2752057"/>
                      <a:gd name="connsiteX9" fmla="*/ 187651 w 895025"/>
                      <a:gd name="connsiteY9" fmla="*/ 2542754 h 2752057"/>
                      <a:gd name="connsiteX10" fmla="*/ 346404 w 895025"/>
                      <a:gd name="connsiteY10" fmla="*/ 2320508 h 2752057"/>
                      <a:gd name="connsiteX11" fmla="*/ 587701 w 895025"/>
                      <a:gd name="connsiteY11" fmla="*/ 2079204 h 2752057"/>
                      <a:gd name="connsiteX12" fmla="*/ 884434 w 895025"/>
                      <a:gd name="connsiteY12" fmla="*/ 1463584 h 2752057"/>
                      <a:gd name="connsiteX13" fmla="*/ 842078 w 895025"/>
                      <a:gd name="connsiteY13" fmla="*/ 1247590 h 2752057"/>
                      <a:gd name="connsiteX14" fmla="*/ 825826 w 895025"/>
                      <a:gd name="connsiteY14" fmla="*/ 1069554 h 2752057"/>
                      <a:gd name="connsiteX15" fmla="*/ 880250 w 895025"/>
                      <a:gd name="connsiteY15" fmla="*/ 794184 h 2752057"/>
                      <a:gd name="connsiteX16" fmla="*/ 759154 w 895025"/>
                      <a:gd name="connsiteY16" fmla="*/ 440907 h 2752057"/>
                      <a:gd name="connsiteX17" fmla="*/ 848054 w 895025"/>
                      <a:gd name="connsiteY17" fmla="*/ 374232 h 2752057"/>
                      <a:gd name="connsiteX18" fmla="*/ 882978 w 895025"/>
                      <a:gd name="connsiteY18" fmla="*/ 256757 h 2752057"/>
                      <a:gd name="connsiteX19" fmla="*/ 838529 w 895025"/>
                      <a:gd name="connsiteY19" fmla="*/ 82132 h 2752057"/>
                      <a:gd name="connsiteX20" fmla="*/ 662313 w 895025"/>
                      <a:gd name="connsiteY20" fmla="*/ 1166 h 2752057"/>
                      <a:gd name="connsiteX21" fmla="*/ 517853 w 895025"/>
                      <a:gd name="connsiteY21" fmla="*/ 167857 h 2752057"/>
                      <a:gd name="connsiteX22" fmla="*/ 613103 w 895025"/>
                      <a:gd name="connsiteY22" fmla="*/ 399631 h 2752057"/>
                      <a:gd name="connsiteX23" fmla="*/ 530551 w 895025"/>
                      <a:gd name="connsiteY23" fmla="*/ 558379 h 2752057"/>
                      <a:gd name="connsiteX24" fmla="*/ 486101 w 895025"/>
                      <a:gd name="connsiteY24" fmla="*/ 672678 h 2752057"/>
                      <a:gd name="connsiteX25" fmla="*/ 508326 w 895025"/>
                      <a:gd name="connsiteY25" fmla="*/ 1088604 h 2752057"/>
                      <a:gd name="connsiteX0" fmla="*/ 508326 w 887685"/>
                      <a:gd name="connsiteY0" fmla="*/ 1088604 h 2752057"/>
                      <a:gd name="connsiteX1" fmla="*/ 443239 w 887685"/>
                      <a:gd name="connsiteY1" fmla="*/ 1310854 h 2752057"/>
                      <a:gd name="connsiteX2" fmla="*/ 440063 w 887685"/>
                      <a:gd name="connsiteY2" fmla="*/ 1609304 h 2752057"/>
                      <a:gd name="connsiteX3" fmla="*/ 390851 w 887685"/>
                      <a:gd name="connsiteY3" fmla="*/ 1968079 h 2752057"/>
                      <a:gd name="connsiteX4" fmla="*/ 162250 w 887685"/>
                      <a:gd name="connsiteY4" fmla="*/ 2223666 h 2752057"/>
                      <a:gd name="connsiteX5" fmla="*/ 86054 w 887685"/>
                      <a:gd name="connsiteY5" fmla="*/ 2466557 h 2752057"/>
                      <a:gd name="connsiteX6" fmla="*/ 326 w 887685"/>
                      <a:gd name="connsiteY6" fmla="*/ 2587204 h 2752057"/>
                      <a:gd name="connsiteX7" fmla="*/ 119388 w 887685"/>
                      <a:gd name="connsiteY7" fmla="*/ 2685629 h 2752057"/>
                      <a:gd name="connsiteX8" fmla="*/ 365451 w 887685"/>
                      <a:gd name="connsiteY8" fmla="*/ 2730078 h 2752057"/>
                      <a:gd name="connsiteX9" fmla="*/ 187651 w 887685"/>
                      <a:gd name="connsiteY9" fmla="*/ 2542754 h 2752057"/>
                      <a:gd name="connsiteX10" fmla="*/ 346404 w 887685"/>
                      <a:gd name="connsiteY10" fmla="*/ 2320508 h 2752057"/>
                      <a:gd name="connsiteX11" fmla="*/ 587701 w 887685"/>
                      <a:gd name="connsiteY11" fmla="*/ 2079204 h 2752057"/>
                      <a:gd name="connsiteX12" fmla="*/ 884434 w 887685"/>
                      <a:gd name="connsiteY12" fmla="*/ 1463584 h 2752057"/>
                      <a:gd name="connsiteX13" fmla="*/ 842078 w 887685"/>
                      <a:gd name="connsiteY13" fmla="*/ 1247590 h 2752057"/>
                      <a:gd name="connsiteX14" fmla="*/ 825826 w 887685"/>
                      <a:gd name="connsiteY14" fmla="*/ 1069554 h 2752057"/>
                      <a:gd name="connsiteX15" fmla="*/ 880250 w 887685"/>
                      <a:gd name="connsiteY15" fmla="*/ 794184 h 2752057"/>
                      <a:gd name="connsiteX16" fmla="*/ 759154 w 887685"/>
                      <a:gd name="connsiteY16" fmla="*/ 440907 h 2752057"/>
                      <a:gd name="connsiteX17" fmla="*/ 848054 w 887685"/>
                      <a:gd name="connsiteY17" fmla="*/ 374232 h 2752057"/>
                      <a:gd name="connsiteX18" fmla="*/ 882978 w 887685"/>
                      <a:gd name="connsiteY18" fmla="*/ 256757 h 2752057"/>
                      <a:gd name="connsiteX19" fmla="*/ 838529 w 887685"/>
                      <a:gd name="connsiteY19" fmla="*/ 82132 h 2752057"/>
                      <a:gd name="connsiteX20" fmla="*/ 662313 w 887685"/>
                      <a:gd name="connsiteY20" fmla="*/ 1166 h 2752057"/>
                      <a:gd name="connsiteX21" fmla="*/ 517853 w 887685"/>
                      <a:gd name="connsiteY21" fmla="*/ 167857 h 2752057"/>
                      <a:gd name="connsiteX22" fmla="*/ 613103 w 887685"/>
                      <a:gd name="connsiteY22" fmla="*/ 399631 h 2752057"/>
                      <a:gd name="connsiteX23" fmla="*/ 530551 w 887685"/>
                      <a:gd name="connsiteY23" fmla="*/ 558379 h 2752057"/>
                      <a:gd name="connsiteX24" fmla="*/ 486101 w 887685"/>
                      <a:gd name="connsiteY24" fmla="*/ 672678 h 2752057"/>
                      <a:gd name="connsiteX25" fmla="*/ 508326 w 887685"/>
                      <a:gd name="connsiteY25" fmla="*/ 1088604 h 2752057"/>
                      <a:gd name="connsiteX0" fmla="*/ 508326 w 1037548"/>
                      <a:gd name="connsiteY0" fmla="*/ 1088604 h 2752057"/>
                      <a:gd name="connsiteX1" fmla="*/ 443239 w 1037548"/>
                      <a:gd name="connsiteY1" fmla="*/ 1310854 h 2752057"/>
                      <a:gd name="connsiteX2" fmla="*/ 440063 w 1037548"/>
                      <a:gd name="connsiteY2" fmla="*/ 1609304 h 2752057"/>
                      <a:gd name="connsiteX3" fmla="*/ 390851 w 1037548"/>
                      <a:gd name="connsiteY3" fmla="*/ 1968079 h 2752057"/>
                      <a:gd name="connsiteX4" fmla="*/ 162250 w 1037548"/>
                      <a:gd name="connsiteY4" fmla="*/ 2223666 h 2752057"/>
                      <a:gd name="connsiteX5" fmla="*/ 86054 w 1037548"/>
                      <a:gd name="connsiteY5" fmla="*/ 2466557 h 2752057"/>
                      <a:gd name="connsiteX6" fmla="*/ 326 w 1037548"/>
                      <a:gd name="connsiteY6" fmla="*/ 2587204 h 2752057"/>
                      <a:gd name="connsiteX7" fmla="*/ 119388 w 1037548"/>
                      <a:gd name="connsiteY7" fmla="*/ 2685629 h 2752057"/>
                      <a:gd name="connsiteX8" fmla="*/ 365451 w 1037548"/>
                      <a:gd name="connsiteY8" fmla="*/ 2730078 h 2752057"/>
                      <a:gd name="connsiteX9" fmla="*/ 187651 w 1037548"/>
                      <a:gd name="connsiteY9" fmla="*/ 2542754 h 2752057"/>
                      <a:gd name="connsiteX10" fmla="*/ 346404 w 1037548"/>
                      <a:gd name="connsiteY10" fmla="*/ 2320508 h 2752057"/>
                      <a:gd name="connsiteX11" fmla="*/ 1031517 w 1037548"/>
                      <a:gd name="connsiteY11" fmla="*/ 1930783 h 2752057"/>
                      <a:gd name="connsiteX12" fmla="*/ 884434 w 1037548"/>
                      <a:gd name="connsiteY12" fmla="*/ 1463584 h 2752057"/>
                      <a:gd name="connsiteX13" fmla="*/ 842078 w 1037548"/>
                      <a:gd name="connsiteY13" fmla="*/ 1247590 h 2752057"/>
                      <a:gd name="connsiteX14" fmla="*/ 825826 w 1037548"/>
                      <a:gd name="connsiteY14" fmla="*/ 1069554 h 2752057"/>
                      <a:gd name="connsiteX15" fmla="*/ 880250 w 1037548"/>
                      <a:gd name="connsiteY15" fmla="*/ 794184 h 2752057"/>
                      <a:gd name="connsiteX16" fmla="*/ 759154 w 1037548"/>
                      <a:gd name="connsiteY16" fmla="*/ 440907 h 2752057"/>
                      <a:gd name="connsiteX17" fmla="*/ 848054 w 1037548"/>
                      <a:gd name="connsiteY17" fmla="*/ 374232 h 2752057"/>
                      <a:gd name="connsiteX18" fmla="*/ 882978 w 1037548"/>
                      <a:gd name="connsiteY18" fmla="*/ 256757 h 2752057"/>
                      <a:gd name="connsiteX19" fmla="*/ 838529 w 1037548"/>
                      <a:gd name="connsiteY19" fmla="*/ 82132 h 2752057"/>
                      <a:gd name="connsiteX20" fmla="*/ 662313 w 1037548"/>
                      <a:gd name="connsiteY20" fmla="*/ 1166 h 2752057"/>
                      <a:gd name="connsiteX21" fmla="*/ 517853 w 1037548"/>
                      <a:gd name="connsiteY21" fmla="*/ 167857 h 2752057"/>
                      <a:gd name="connsiteX22" fmla="*/ 613103 w 1037548"/>
                      <a:gd name="connsiteY22" fmla="*/ 399631 h 2752057"/>
                      <a:gd name="connsiteX23" fmla="*/ 530551 w 1037548"/>
                      <a:gd name="connsiteY23" fmla="*/ 558379 h 2752057"/>
                      <a:gd name="connsiteX24" fmla="*/ 486101 w 1037548"/>
                      <a:gd name="connsiteY24" fmla="*/ 672678 h 2752057"/>
                      <a:gd name="connsiteX25" fmla="*/ 508326 w 1037548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346404 w 1031517"/>
                      <a:gd name="connsiteY10" fmla="*/ 2320508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70207"/>
                      <a:gd name="connsiteY0" fmla="*/ 1088604 h 2752057"/>
                      <a:gd name="connsiteX1" fmla="*/ 443239 w 1070207"/>
                      <a:gd name="connsiteY1" fmla="*/ 1310854 h 2752057"/>
                      <a:gd name="connsiteX2" fmla="*/ 440063 w 1070207"/>
                      <a:gd name="connsiteY2" fmla="*/ 1609304 h 2752057"/>
                      <a:gd name="connsiteX3" fmla="*/ 390851 w 1070207"/>
                      <a:gd name="connsiteY3" fmla="*/ 1968079 h 2752057"/>
                      <a:gd name="connsiteX4" fmla="*/ 162250 w 1070207"/>
                      <a:gd name="connsiteY4" fmla="*/ 2223666 h 2752057"/>
                      <a:gd name="connsiteX5" fmla="*/ 86054 w 1070207"/>
                      <a:gd name="connsiteY5" fmla="*/ 2466557 h 2752057"/>
                      <a:gd name="connsiteX6" fmla="*/ 326 w 1070207"/>
                      <a:gd name="connsiteY6" fmla="*/ 2587204 h 2752057"/>
                      <a:gd name="connsiteX7" fmla="*/ 119388 w 1070207"/>
                      <a:gd name="connsiteY7" fmla="*/ 2685629 h 2752057"/>
                      <a:gd name="connsiteX8" fmla="*/ 365451 w 1070207"/>
                      <a:gd name="connsiteY8" fmla="*/ 2730078 h 2752057"/>
                      <a:gd name="connsiteX9" fmla="*/ 187651 w 1070207"/>
                      <a:gd name="connsiteY9" fmla="*/ 2542754 h 2752057"/>
                      <a:gd name="connsiteX10" fmla="*/ 1005484 w 1070207"/>
                      <a:gd name="connsiteY10" fmla="*/ 2235303 h 2752057"/>
                      <a:gd name="connsiteX11" fmla="*/ 1031517 w 1070207"/>
                      <a:gd name="connsiteY11" fmla="*/ 1930783 h 2752057"/>
                      <a:gd name="connsiteX12" fmla="*/ 884434 w 1070207"/>
                      <a:gd name="connsiteY12" fmla="*/ 1463584 h 2752057"/>
                      <a:gd name="connsiteX13" fmla="*/ 842078 w 1070207"/>
                      <a:gd name="connsiteY13" fmla="*/ 1247590 h 2752057"/>
                      <a:gd name="connsiteX14" fmla="*/ 825826 w 1070207"/>
                      <a:gd name="connsiteY14" fmla="*/ 1069554 h 2752057"/>
                      <a:gd name="connsiteX15" fmla="*/ 880250 w 1070207"/>
                      <a:gd name="connsiteY15" fmla="*/ 794184 h 2752057"/>
                      <a:gd name="connsiteX16" fmla="*/ 759154 w 1070207"/>
                      <a:gd name="connsiteY16" fmla="*/ 440907 h 2752057"/>
                      <a:gd name="connsiteX17" fmla="*/ 848054 w 1070207"/>
                      <a:gd name="connsiteY17" fmla="*/ 374232 h 2752057"/>
                      <a:gd name="connsiteX18" fmla="*/ 882978 w 1070207"/>
                      <a:gd name="connsiteY18" fmla="*/ 256757 h 2752057"/>
                      <a:gd name="connsiteX19" fmla="*/ 838529 w 1070207"/>
                      <a:gd name="connsiteY19" fmla="*/ 82132 h 2752057"/>
                      <a:gd name="connsiteX20" fmla="*/ 662313 w 1070207"/>
                      <a:gd name="connsiteY20" fmla="*/ 1166 h 2752057"/>
                      <a:gd name="connsiteX21" fmla="*/ 517853 w 1070207"/>
                      <a:gd name="connsiteY21" fmla="*/ 167857 h 2752057"/>
                      <a:gd name="connsiteX22" fmla="*/ 613103 w 1070207"/>
                      <a:gd name="connsiteY22" fmla="*/ 399631 h 2752057"/>
                      <a:gd name="connsiteX23" fmla="*/ 530551 w 1070207"/>
                      <a:gd name="connsiteY23" fmla="*/ 558379 h 2752057"/>
                      <a:gd name="connsiteX24" fmla="*/ 486101 w 1070207"/>
                      <a:gd name="connsiteY24" fmla="*/ 672678 h 2752057"/>
                      <a:gd name="connsiteX25" fmla="*/ 508326 w 107020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213220"/>
                      <a:gd name="connsiteY0" fmla="*/ 1088604 h 2716480"/>
                      <a:gd name="connsiteX1" fmla="*/ 443239 w 1213220"/>
                      <a:gd name="connsiteY1" fmla="*/ 1310854 h 2716480"/>
                      <a:gd name="connsiteX2" fmla="*/ 440063 w 1213220"/>
                      <a:gd name="connsiteY2" fmla="*/ 1609304 h 2716480"/>
                      <a:gd name="connsiteX3" fmla="*/ 390851 w 1213220"/>
                      <a:gd name="connsiteY3" fmla="*/ 1968079 h 2716480"/>
                      <a:gd name="connsiteX4" fmla="*/ 162250 w 1213220"/>
                      <a:gd name="connsiteY4" fmla="*/ 2223666 h 2716480"/>
                      <a:gd name="connsiteX5" fmla="*/ 86054 w 1213220"/>
                      <a:gd name="connsiteY5" fmla="*/ 2466557 h 2716480"/>
                      <a:gd name="connsiteX6" fmla="*/ 326 w 1213220"/>
                      <a:gd name="connsiteY6" fmla="*/ 2587204 h 2716480"/>
                      <a:gd name="connsiteX7" fmla="*/ 119388 w 1213220"/>
                      <a:gd name="connsiteY7" fmla="*/ 2685629 h 2716480"/>
                      <a:gd name="connsiteX8" fmla="*/ 1213220 w 1213220"/>
                      <a:gd name="connsiteY8" fmla="*/ 2653118 h 2716480"/>
                      <a:gd name="connsiteX9" fmla="*/ 1011502 w 1213220"/>
                      <a:gd name="connsiteY9" fmla="*/ 2553749 h 2716480"/>
                      <a:gd name="connsiteX10" fmla="*/ 1005484 w 1213220"/>
                      <a:gd name="connsiteY10" fmla="*/ 2235303 h 2716480"/>
                      <a:gd name="connsiteX11" fmla="*/ 1031517 w 1213220"/>
                      <a:gd name="connsiteY11" fmla="*/ 1930783 h 2716480"/>
                      <a:gd name="connsiteX12" fmla="*/ 884434 w 1213220"/>
                      <a:gd name="connsiteY12" fmla="*/ 1463584 h 2716480"/>
                      <a:gd name="connsiteX13" fmla="*/ 842078 w 1213220"/>
                      <a:gd name="connsiteY13" fmla="*/ 1247590 h 2716480"/>
                      <a:gd name="connsiteX14" fmla="*/ 825826 w 1213220"/>
                      <a:gd name="connsiteY14" fmla="*/ 1069554 h 2716480"/>
                      <a:gd name="connsiteX15" fmla="*/ 880250 w 1213220"/>
                      <a:gd name="connsiteY15" fmla="*/ 794184 h 2716480"/>
                      <a:gd name="connsiteX16" fmla="*/ 759154 w 1213220"/>
                      <a:gd name="connsiteY16" fmla="*/ 440907 h 2716480"/>
                      <a:gd name="connsiteX17" fmla="*/ 848054 w 1213220"/>
                      <a:gd name="connsiteY17" fmla="*/ 374232 h 2716480"/>
                      <a:gd name="connsiteX18" fmla="*/ 882978 w 1213220"/>
                      <a:gd name="connsiteY18" fmla="*/ 256757 h 2716480"/>
                      <a:gd name="connsiteX19" fmla="*/ 838529 w 1213220"/>
                      <a:gd name="connsiteY19" fmla="*/ 82132 h 2716480"/>
                      <a:gd name="connsiteX20" fmla="*/ 662313 w 1213220"/>
                      <a:gd name="connsiteY20" fmla="*/ 1166 h 2716480"/>
                      <a:gd name="connsiteX21" fmla="*/ 517853 w 1213220"/>
                      <a:gd name="connsiteY21" fmla="*/ 167857 h 2716480"/>
                      <a:gd name="connsiteX22" fmla="*/ 613103 w 1213220"/>
                      <a:gd name="connsiteY22" fmla="*/ 399631 h 2716480"/>
                      <a:gd name="connsiteX23" fmla="*/ 530551 w 1213220"/>
                      <a:gd name="connsiteY23" fmla="*/ 558379 h 2716480"/>
                      <a:gd name="connsiteX24" fmla="*/ 486101 w 1213220"/>
                      <a:gd name="connsiteY24" fmla="*/ 672678 h 2716480"/>
                      <a:gd name="connsiteX25" fmla="*/ 508326 w 1213220"/>
                      <a:gd name="connsiteY25" fmla="*/ 1088604 h 2716480"/>
                      <a:gd name="connsiteX0" fmla="*/ 563788 w 1268682"/>
                      <a:gd name="connsiteY0" fmla="*/ 1088604 h 2701084"/>
                      <a:gd name="connsiteX1" fmla="*/ 498701 w 1268682"/>
                      <a:gd name="connsiteY1" fmla="*/ 1310854 h 2701084"/>
                      <a:gd name="connsiteX2" fmla="*/ 495525 w 1268682"/>
                      <a:gd name="connsiteY2" fmla="*/ 1609304 h 2701084"/>
                      <a:gd name="connsiteX3" fmla="*/ 446313 w 1268682"/>
                      <a:gd name="connsiteY3" fmla="*/ 1968079 h 2701084"/>
                      <a:gd name="connsiteX4" fmla="*/ 217712 w 1268682"/>
                      <a:gd name="connsiteY4" fmla="*/ 2223666 h 2701084"/>
                      <a:gd name="connsiteX5" fmla="*/ 141516 w 1268682"/>
                      <a:gd name="connsiteY5" fmla="*/ 2466557 h 2701084"/>
                      <a:gd name="connsiteX6" fmla="*/ 55788 w 1268682"/>
                      <a:gd name="connsiteY6" fmla="*/ 2587204 h 2701084"/>
                      <a:gd name="connsiteX7" fmla="*/ 1075770 w 1268682"/>
                      <a:gd name="connsiteY7" fmla="*/ 2663640 h 2701084"/>
                      <a:gd name="connsiteX8" fmla="*/ 1268682 w 1268682"/>
                      <a:gd name="connsiteY8" fmla="*/ 2653118 h 2701084"/>
                      <a:gd name="connsiteX9" fmla="*/ 1066964 w 1268682"/>
                      <a:gd name="connsiteY9" fmla="*/ 2553749 h 2701084"/>
                      <a:gd name="connsiteX10" fmla="*/ 1060946 w 1268682"/>
                      <a:gd name="connsiteY10" fmla="*/ 2235303 h 2701084"/>
                      <a:gd name="connsiteX11" fmla="*/ 1086979 w 1268682"/>
                      <a:gd name="connsiteY11" fmla="*/ 1930783 h 2701084"/>
                      <a:gd name="connsiteX12" fmla="*/ 939896 w 1268682"/>
                      <a:gd name="connsiteY12" fmla="*/ 1463584 h 2701084"/>
                      <a:gd name="connsiteX13" fmla="*/ 897540 w 1268682"/>
                      <a:gd name="connsiteY13" fmla="*/ 1247590 h 2701084"/>
                      <a:gd name="connsiteX14" fmla="*/ 881288 w 1268682"/>
                      <a:gd name="connsiteY14" fmla="*/ 1069554 h 2701084"/>
                      <a:gd name="connsiteX15" fmla="*/ 935712 w 1268682"/>
                      <a:gd name="connsiteY15" fmla="*/ 794184 h 2701084"/>
                      <a:gd name="connsiteX16" fmla="*/ 814616 w 1268682"/>
                      <a:gd name="connsiteY16" fmla="*/ 440907 h 2701084"/>
                      <a:gd name="connsiteX17" fmla="*/ 903516 w 1268682"/>
                      <a:gd name="connsiteY17" fmla="*/ 374232 h 2701084"/>
                      <a:gd name="connsiteX18" fmla="*/ 938440 w 1268682"/>
                      <a:gd name="connsiteY18" fmla="*/ 256757 h 2701084"/>
                      <a:gd name="connsiteX19" fmla="*/ 893991 w 1268682"/>
                      <a:gd name="connsiteY19" fmla="*/ 82132 h 2701084"/>
                      <a:gd name="connsiteX20" fmla="*/ 717775 w 1268682"/>
                      <a:gd name="connsiteY20" fmla="*/ 1166 h 2701084"/>
                      <a:gd name="connsiteX21" fmla="*/ 573315 w 1268682"/>
                      <a:gd name="connsiteY21" fmla="*/ 167857 h 2701084"/>
                      <a:gd name="connsiteX22" fmla="*/ 668565 w 1268682"/>
                      <a:gd name="connsiteY22" fmla="*/ 399631 h 2701084"/>
                      <a:gd name="connsiteX23" fmla="*/ 586013 w 1268682"/>
                      <a:gd name="connsiteY23" fmla="*/ 558379 h 2701084"/>
                      <a:gd name="connsiteX24" fmla="*/ 541563 w 1268682"/>
                      <a:gd name="connsiteY24" fmla="*/ 672678 h 2701084"/>
                      <a:gd name="connsiteX25" fmla="*/ 563788 w 1268682"/>
                      <a:gd name="connsiteY25" fmla="*/ 1088604 h 2701084"/>
                      <a:gd name="connsiteX0" fmla="*/ 464979 w 1169873"/>
                      <a:gd name="connsiteY0" fmla="*/ 1088604 h 2701084"/>
                      <a:gd name="connsiteX1" fmla="*/ 399892 w 1169873"/>
                      <a:gd name="connsiteY1" fmla="*/ 1310854 h 2701084"/>
                      <a:gd name="connsiteX2" fmla="*/ 396716 w 1169873"/>
                      <a:gd name="connsiteY2" fmla="*/ 1609304 h 2701084"/>
                      <a:gd name="connsiteX3" fmla="*/ 347504 w 1169873"/>
                      <a:gd name="connsiteY3" fmla="*/ 1968079 h 2701084"/>
                      <a:gd name="connsiteX4" fmla="*/ 118903 w 1169873"/>
                      <a:gd name="connsiteY4" fmla="*/ 2223666 h 2701084"/>
                      <a:gd name="connsiteX5" fmla="*/ 42707 w 1169873"/>
                      <a:gd name="connsiteY5" fmla="*/ 2466557 h 2701084"/>
                      <a:gd name="connsiteX6" fmla="*/ 831323 w 1169873"/>
                      <a:gd name="connsiteY6" fmla="*/ 2672409 h 2701084"/>
                      <a:gd name="connsiteX7" fmla="*/ 976961 w 1169873"/>
                      <a:gd name="connsiteY7" fmla="*/ 2663640 h 2701084"/>
                      <a:gd name="connsiteX8" fmla="*/ 1169873 w 1169873"/>
                      <a:gd name="connsiteY8" fmla="*/ 2653118 h 2701084"/>
                      <a:gd name="connsiteX9" fmla="*/ 968155 w 1169873"/>
                      <a:gd name="connsiteY9" fmla="*/ 2553749 h 2701084"/>
                      <a:gd name="connsiteX10" fmla="*/ 962137 w 1169873"/>
                      <a:gd name="connsiteY10" fmla="*/ 2235303 h 2701084"/>
                      <a:gd name="connsiteX11" fmla="*/ 988170 w 1169873"/>
                      <a:gd name="connsiteY11" fmla="*/ 1930783 h 2701084"/>
                      <a:gd name="connsiteX12" fmla="*/ 841087 w 1169873"/>
                      <a:gd name="connsiteY12" fmla="*/ 1463584 h 2701084"/>
                      <a:gd name="connsiteX13" fmla="*/ 798731 w 1169873"/>
                      <a:gd name="connsiteY13" fmla="*/ 1247590 h 2701084"/>
                      <a:gd name="connsiteX14" fmla="*/ 782479 w 1169873"/>
                      <a:gd name="connsiteY14" fmla="*/ 1069554 h 2701084"/>
                      <a:gd name="connsiteX15" fmla="*/ 836903 w 1169873"/>
                      <a:gd name="connsiteY15" fmla="*/ 794184 h 2701084"/>
                      <a:gd name="connsiteX16" fmla="*/ 715807 w 1169873"/>
                      <a:gd name="connsiteY16" fmla="*/ 440907 h 2701084"/>
                      <a:gd name="connsiteX17" fmla="*/ 804707 w 1169873"/>
                      <a:gd name="connsiteY17" fmla="*/ 374232 h 2701084"/>
                      <a:gd name="connsiteX18" fmla="*/ 839631 w 1169873"/>
                      <a:gd name="connsiteY18" fmla="*/ 256757 h 2701084"/>
                      <a:gd name="connsiteX19" fmla="*/ 795182 w 1169873"/>
                      <a:gd name="connsiteY19" fmla="*/ 82132 h 2701084"/>
                      <a:gd name="connsiteX20" fmla="*/ 618966 w 1169873"/>
                      <a:gd name="connsiteY20" fmla="*/ 1166 h 2701084"/>
                      <a:gd name="connsiteX21" fmla="*/ 474506 w 1169873"/>
                      <a:gd name="connsiteY21" fmla="*/ 167857 h 2701084"/>
                      <a:gd name="connsiteX22" fmla="*/ 569756 w 1169873"/>
                      <a:gd name="connsiteY22" fmla="*/ 399631 h 2701084"/>
                      <a:gd name="connsiteX23" fmla="*/ 487204 w 1169873"/>
                      <a:gd name="connsiteY23" fmla="*/ 558379 h 2701084"/>
                      <a:gd name="connsiteX24" fmla="*/ 442754 w 1169873"/>
                      <a:gd name="connsiteY24" fmla="*/ 672678 h 2701084"/>
                      <a:gd name="connsiteX25" fmla="*/ 464979 w 1169873"/>
                      <a:gd name="connsiteY25" fmla="*/ 1088604 h 2701084"/>
                      <a:gd name="connsiteX0" fmla="*/ 362436 w 1067330"/>
                      <a:gd name="connsiteY0" fmla="*/ 1088604 h 2701084"/>
                      <a:gd name="connsiteX1" fmla="*/ 297349 w 1067330"/>
                      <a:gd name="connsiteY1" fmla="*/ 1310854 h 2701084"/>
                      <a:gd name="connsiteX2" fmla="*/ 294173 w 1067330"/>
                      <a:gd name="connsiteY2" fmla="*/ 1609304 h 2701084"/>
                      <a:gd name="connsiteX3" fmla="*/ 244961 w 1067330"/>
                      <a:gd name="connsiteY3" fmla="*/ 1968079 h 2701084"/>
                      <a:gd name="connsiteX4" fmla="*/ 16360 w 1067330"/>
                      <a:gd name="connsiteY4" fmla="*/ 2223666 h 2701084"/>
                      <a:gd name="connsiteX5" fmla="*/ 750727 w 1067330"/>
                      <a:gd name="connsiteY5" fmla="*/ 2540768 h 2701084"/>
                      <a:gd name="connsiteX6" fmla="*/ 728780 w 1067330"/>
                      <a:gd name="connsiteY6" fmla="*/ 2672409 h 2701084"/>
                      <a:gd name="connsiteX7" fmla="*/ 874418 w 1067330"/>
                      <a:gd name="connsiteY7" fmla="*/ 2663640 h 2701084"/>
                      <a:gd name="connsiteX8" fmla="*/ 1067330 w 1067330"/>
                      <a:gd name="connsiteY8" fmla="*/ 2653118 h 2701084"/>
                      <a:gd name="connsiteX9" fmla="*/ 865612 w 1067330"/>
                      <a:gd name="connsiteY9" fmla="*/ 2553749 h 2701084"/>
                      <a:gd name="connsiteX10" fmla="*/ 859594 w 1067330"/>
                      <a:gd name="connsiteY10" fmla="*/ 2235303 h 2701084"/>
                      <a:gd name="connsiteX11" fmla="*/ 885627 w 1067330"/>
                      <a:gd name="connsiteY11" fmla="*/ 1930783 h 2701084"/>
                      <a:gd name="connsiteX12" fmla="*/ 738544 w 1067330"/>
                      <a:gd name="connsiteY12" fmla="*/ 1463584 h 2701084"/>
                      <a:gd name="connsiteX13" fmla="*/ 696188 w 1067330"/>
                      <a:gd name="connsiteY13" fmla="*/ 1247590 h 2701084"/>
                      <a:gd name="connsiteX14" fmla="*/ 679936 w 1067330"/>
                      <a:gd name="connsiteY14" fmla="*/ 1069554 h 2701084"/>
                      <a:gd name="connsiteX15" fmla="*/ 734360 w 1067330"/>
                      <a:gd name="connsiteY15" fmla="*/ 794184 h 2701084"/>
                      <a:gd name="connsiteX16" fmla="*/ 613264 w 1067330"/>
                      <a:gd name="connsiteY16" fmla="*/ 440907 h 2701084"/>
                      <a:gd name="connsiteX17" fmla="*/ 702164 w 1067330"/>
                      <a:gd name="connsiteY17" fmla="*/ 374232 h 2701084"/>
                      <a:gd name="connsiteX18" fmla="*/ 737088 w 1067330"/>
                      <a:gd name="connsiteY18" fmla="*/ 256757 h 2701084"/>
                      <a:gd name="connsiteX19" fmla="*/ 692639 w 1067330"/>
                      <a:gd name="connsiteY19" fmla="*/ 82132 h 2701084"/>
                      <a:gd name="connsiteX20" fmla="*/ 516423 w 1067330"/>
                      <a:gd name="connsiteY20" fmla="*/ 1166 h 2701084"/>
                      <a:gd name="connsiteX21" fmla="*/ 371963 w 1067330"/>
                      <a:gd name="connsiteY21" fmla="*/ 167857 h 2701084"/>
                      <a:gd name="connsiteX22" fmla="*/ 467213 w 1067330"/>
                      <a:gd name="connsiteY22" fmla="*/ 399631 h 2701084"/>
                      <a:gd name="connsiteX23" fmla="*/ 384661 w 1067330"/>
                      <a:gd name="connsiteY23" fmla="*/ 558379 h 2701084"/>
                      <a:gd name="connsiteX24" fmla="*/ 340211 w 1067330"/>
                      <a:gd name="connsiteY24" fmla="*/ 672678 h 2701084"/>
                      <a:gd name="connsiteX25" fmla="*/ 362436 w 1067330"/>
                      <a:gd name="connsiteY25" fmla="*/ 1088604 h 2701084"/>
                      <a:gd name="connsiteX0" fmla="*/ 142705 w 847599"/>
                      <a:gd name="connsiteY0" fmla="*/ 1088604 h 2701084"/>
                      <a:gd name="connsiteX1" fmla="*/ 77618 w 847599"/>
                      <a:gd name="connsiteY1" fmla="*/ 1310854 h 2701084"/>
                      <a:gd name="connsiteX2" fmla="*/ 74442 w 847599"/>
                      <a:gd name="connsiteY2" fmla="*/ 1609304 h 2701084"/>
                      <a:gd name="connsiteX3" fmla="*/ 25230 w 847599"/>
                      <a:gd name="connsiteY3" fmla="*/ 1968079 h 2701084"/>
                      <a:gd name="connsiteX4" fmla="*/ 461024 w 847599"/>
                      <a:gd name="connsiteY4" fmla="*/ 2322614 h 2701084"/>
                      <a:gd name="connsiteX5" fmla="*/ 530996 w 847599"/>
                      <a:gd name="connsiteY5" fmla="*/ 2540768 h 2701084"/>
                      <a:gd name="connsiteX6" fmla="*/ 509049 w 847599"/>
                      <a:gd name="connsiteY6" fmla="*/ 2672409 h 2701084"/>
                      <a:gd name="connsiteX7" fmla="*/ 654687 w 847599"/>
                      <a:gd name="connsiteY7" fmla="*/ 2663640 h 2701084"/>
                      <a:gd name="connsiteX8" fmla="*/ 847599 w 847599"/>
                      <a:gd name="connsiteY8" fmla="*/ 2653118 h 2701084"/>
                      <a:gd name="connsiteX9" fmla="*/ 645881 w 847599"/>
                      <a:gd name="connsiteY9" fmla="*/ 2553749 h 2701084"/>
                      <a:gd name="connsiteX10" fmla="*/ 639863 w 847599"/>
                      <a:gd name="connsiteY10" fmla="*/ 2235303 h 2701084"/>
                      <a:gd name="connsiteX11" fmla="*/ 665896 w 847599"/>
                      <a:gd name="connsiteY11" fmla="*/ 1930783 h 2701084"/>
                      <a:gd name="connsiteX12" fmla="*/ 518813 w 847599"/>
                      <a:gd name="connsiteY12" fmla="*/ 1463584 h 2701084"/>
                      <a:gd name="connsiteX13" fmla="*/ 476457 w 847599"/>
                      <a:gd name="connsiteY13" fmla="*/ 1247590 h 2701084"/>
                      <a:gd name="connsiteX14" fmla="*/ 460205 w 847599"/>
                      <a:gd name="connsiteY14" fmla="*/ 1069554 h 2701084"/>
                      <a:gd name="connsiteX15" fmla="*/ 514629 w 847599"/>
                      <a:gd name="connsiteY15" fmla="*/ 794184 h 2701084"/>
                      <a:gd name="connsiteX16" fmla="*/ 393533 w 847599"/>
                      <a:gd name="connsiteY16" fmla="*/ 440907 h 2701084"/>
                      <a:gd name="connsiteX17" fmla="*/ 482433 w 847599"/>
                      <a:gd name="connsiteY17" fmla="*/ 374232 h 2701084"/>
                      <a:gd name="connsiteX18" fmla="*/ 517357 w 847599"/>
                      <a:gd name="connsiteY18" fmla="*/ 256757 h 2701084"/>
                      <a:gd name="connsiteX19" fmla="*/ 472908 w 847599"/>
                      <a:gd name="connsiteY19" fmla="*/ 82132 h 2701084"/>
                      <a:gd name="connsiteX20" fmla="*/ 296692 w 847599"/>
                      <a:gd name="connsiteY20" fmla="*/ 1166 h 2701084"/>
                      <a:gd name="connsiteX21" fmla="*/ 152232 w 847599"/>
                      <a:gd name="connsiteY21" fmla="*/ 167857 h 2701084"/>
                      <a:gd name="connsiteX22" fmla="*/ 247482 w 847599"/>
                      <a:gd name="connsiteY22" fmla="*/ 399631 h 2701084"/>
                      <a:gd name="connsiteX23" fmla="*/ 164930 w 847599"/>
                      <a:gd name="connsiteY23" fmla="*/ 558379 h 2701084"/>
                      <a:gd name="connsiteX24" fmla="*/ 120480 w 847599"/>
                      <a:gd name="connsiteY24" fmla="*/ 672678 h 2701084"/>
                      <a:gd name="connsiteX25" fmla="*/ 142705 w 847599"/>
                      <a:gd name="connsiteY25" fmla="*/ 1088604 h 2701084"/>
                      <a:gd name="connsiteX0" fmla="*/ 93780 w 798674"/>
                      <a:gd name="connsiteY0" fmla="*/ 1088604 h 2701084"/>
                      <a:gd name="connsiteX1" fmla="*/ 28693 w 798674"/>
                      <a:gd name="connsiteY1" fmla="*/ 1310854 h 2701084"/>
                      <a:gd name="connsiteX2" fmla="*/ 25517 w 798674"/>
                      <a:gd name="connsiteY2" fmla="*/ 1609304 h 2701084"/>
                      <a:gd name="connsiteX3" fmla="*/ 454670 w 798674"/>
                      <a:gd name="connsiteY3" fmla="*/ 1987319 h 2701084"/>
                      <a:gd name="connsiteX4" fmla="*/ 412099 w 798674"/>
                      <a:gd name="connsiteY4" fmla="*/ 2322614 h 2701084"/>
                      <a:gd name="connsiteX5" fmla="*/ 482071 w 798674"/>
                      <a:gd name="connsiteY5" fmla="*/ 2540768 h 2701084"/>
                      <a:gd name="connsiteX6" fmla="*/ 460124 w 798674"/>
                      <a:gd name="connsiteY6" fmla="*/ 2672409 h 2701084"/>
                      <a:gd name="connsiteX7" fmla="*/ 605762 w 798674"/>
                      <a:gd name="connsiteY7" fmla="*/ 2663640 h 2701084"/>
                      <a:gd name="connsiteX8" fmla="*/ 798674 w 798674"/>
                      <a:gd name="connsiteY8" fmla="*/ 2653118 h 2701084"/>
                      <a:gd name="connsiteX9" fmla="*/ 596956 w 798674"/>
                      <a:gd name="connsiteY9" fmla="*/ 2553749 h 2701084"/>
                      <a:gd name="connsiteX10" fmla="*/ 590938 w 798674"/>
                      <a:gd name="connsiteY10" fmla="*/ 2235303 h 2701084"/>
                      <a:gd name="connsiteX11" fmla="*/ 616971 w 798674"/>
                      <a:gd name="connsiteY11" fmla="*/ 1930783 h 2701084"/>
                      <a:gd name="connsiteX12" fmla="*/ 469888 w 798674"/>
                      <a:gd name="connsiteY12" fmla="*/ 1463584 h 2701084"/>
                      <a:gd name="connsiteX13" fmla="*/ 427532 w 798674"/>
                      <a:gd name="connsiteY13" fmla="*/ 1247590 h 2701084"/>
                      <a:gd name="connsiteX14" fmla="*/ 411280 w 798674"/>
                      <a:gd name="connsiteY14" fmla="*/ 1069554 h 2701084"/>
                      <a:gd name="connsiteX15" fmla="*/ 465704 w 798674"/>
                      <a:gd name="connsiteY15" fmla="*/ 794184 h 2701084"/>
                      <a:gd name="connsiteX16" fmla="*/ 344608 w 798674"/>
                      <a:gd name="connsiteY16" fmla="*/ 440907 h 2701084"/>
                      <a:gd name="connsiteX17" fmla="*/ 433508 w 798674"/>
                      <a:gd name="connsiteY17" fmla="*/ 374232 h 2701084"/>
                      <a:gd name="connsiteX18" fmla="*/ 468432 w 798674"/>
                      <a:gd name="connsiteY18" fmla="*/ 256757 h 2701084"/>
                      <a:gd name="connsiteX19" fmla="*/ 423983 w 798674"/>
                      <a:gd name="connsiteY19" fmla="*/ 82132 h 2701084"/>
                      <a:gd name="connsiteX20" fmla="*/ 247767 w 798674"/>
                      <a:gd name="connsiteY20" fmla="*/ 1166 h 2701084"/>
                      <a:gd name="connsiteX21" fmla="*/ 103307 w 798674"/>
                      <a:gd name="connsiteY21" fmla="*/ 167857 h 2701084"/>
                      <a:gd name="connsiteX22" fmla="*/ 198557 w 798674"/>
                      <a:gd name="connsiteY22" fmla="*/ 399631 h 2701084"/>
                      <a:gd name="connsiteX23" fmla="*/ 116005 w 798674"/>
                      <a:gd name="connsiteY23" fmla="*/ 558379 h 2701084"/>
                      <a:gd name="connsiteX24" fmla="*/ 71555 w 798674"/>
                      <a:gd name="connsiteY24" fmla="*/ 672678 h 2701084"/>
                      <a:gd name="connsiteX25" fmla="*/ 93780 w 798674"/>
                      <a:gd name="connsiteY25" fmla="*/ 1088604 h 2701084"/>
                      <a:gd name="connsiteX0" fmla="*/ 65087 w 769981"/>
                      <a:gd name="connsiteY0" fmla="*/ 1088604 h 2701084"/>
                      <a:gd name="connsiteX1" fmla="*/ 0 w 769981"/>
                      <a:gd name="connsiteY1" fmla="*/ 1310854 h 2701084"/>
                      <a:gd name="connsiteX2" fmla="*/ 201457 w 769981"/>
                      <a:gd name="connsiteY2" fmla="*/ 1634041 h 2701084"/>
                      <a:gd name="connsiteX3" fmla="*/ 425977 w 769981"/>
                      <a:gd name="connsiteY3" fmla="*/ 1987319 h 2701084"/>
                      <a:gd name="connsiteX4" fmla="*/ 383406 w 769981"/>
                      <a:gd name="connsiteY4" fmla="*/ 2322614 h 2701084"/>
                      <a:gd name="connsiteX5" fmla="*/ 453378 w 769981"/>
                      <a:gd name="connsiteY5" fmla="*/ 2540768 h 2701084"/>
                      <a:gd name="connsiteX6" fmla="*/ 431431 w 769981"/>
                      <a:gd name="connsiteY6" fmla="*/ 2672409 h 2701084"/>
                      <a:gd name="connsiteX7" fmla="*/ 577069 w 769981"/>
                      <a:gd name="connsiteY7" fmla="*/ 2663640 h 2701084"/>
                      <a:gd name="connsiteX8" fmla="*/ 769981 w 769981"/>
                      <a:gd name="connsiteY8" fmla="*/ 2653118 h 2701084"/>
                      <a:gd name="connsiteX9" fmla="*/ 568263 w 769981"/>
                      <a:gd name="connsiteY9" fmla="*/ 2553749 h 2701084"/>
                      <a:gd name="connsiteX10" fmla="*/ 562245 w 769981"/>
                      <a:gd name="connsiteY10" fmla="*/ 2235303 h 2701084"/>
                      <a:gd name="connsiteX11" fmla="*/ 588278 w 769981"/>
                      <a:gd name="connsiteY11" fmla="*/ 1930783 h 2701084"/>
                      <a:gd name="connsiteX12" fmla="*/ 441195 w 769981"/>
                      <a:gd name="connsiteY12" fmla="*/ 1463584 h 2701084"/>
                      <a:gd name="connsiteX13" fmla="*/ 398839 w 769981"/>
                      <a:gd name="connsiteY13" fmla="*/ 1247590 h 2701084"/>
                      <a:gd name="connsiteX14" fmla="*/ 382587 w 769981"/>
                      <a:gd name="connsiteY14" fmla="*/ 1069554 h 2701084"/>
                      <a:gd name="connsiteX15" fmla="*/ 437011 w 769981"/>
                      <a:gd name="connsiteY15" fmla="*/ 794184 h 2701084"/>
                      <a:gd name="connsiteX16" fmla="*/ 315915 w 769981"/>
                      <a:gd name="connsiteY16" fmla="*/ 440907 h 2701084"/>
                      <a:gd name="connsiteX17" fmla="*/ 404815 w 769981"/>
                      <a:gd name="connsiteY17" fmla="*/ 374232 h 2701084"/>
                      <a:gd name="connsiteX18" fmla="*/ 439739 w 769981"/>
                      <a:gd name="connsiteY18" fmla="*/ 256757 h 2701084"/>
                      <a:gd name="connsiteX19" fmla="*/ 395290 w 769981"/>
                      <a:gd name="connsiteY19" fmla="*/ 82132 h 2701084"/>
                      <a:gd name="connsiteX20" fmla="*/ 219074 w 769981"/>
                      <a:gd name="connsiteY20" fmla="*/ 1166 h 2701084"/>
                      <a:gd name="connsiteX21" fmla="*/ 74614 w 769981"/>
                      <a:gd name="connsiteY21" fmla="*/ 167857 h 2701084"/>
                      <a:gd name="connsiteX22" fmla="*/ 169864 w 769981"/>
                      <a:gd name="connsiteY22" fmla="*/ 399631 h 2701084"/>
                      <a:gd name="connsiteX23" fmla="*/ 87312 w 769981"/>
                      <a:gd name="connsiteY23" fmla="*/ 558379 h 2701084"/>
                      <a:gd name="connsiteX24" fmla="*/ 42862 w 769981"/>
                      <a:gd name="connsiteY24" fmla="*/ 672678 h 2701084"/>
                      <a:gd name="connsiteX25" fmla="*/ 65087 w 769981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78067 w 728457"/>
                      <a:gd name="connsiteY1" fmla="*/ 1330093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91354 w 728457"/>
                      <a:gd name="connsiteY1" fmla="*/ 1327344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32925 w 727189"/>
                      <a:gd name="connsiteY0" fmla="*/ 1083108 h 2701084"/>
                      <a:gd name="connsiteX1" fmla="*/ 90086 w 727189"/>
                      <a:gd name="connsiteY1" fmla="*/ 1327344 h 2701084"/>
                      <a:gd name="connsiteX2" fmla="*/ 158665 w 727189"/>
                      <a:gd name="connsiteY2" fmla="*/ 1634041 h 2701084"/>
                      <a:gd name="connsiteX3" fmla="*/ 383185 w 727189"/>
                      <a:gd name="connsiteY3" fmla="*/ 1987319 h 2701084"/>
                      <a:gd name="connsiteX4" fmla="*/ 340614 w 727189"/>
                      <a:gd name="connsiteY4" fmla="*/ 2322614 h 2701084"/>
                      <a:gd name="connsiteX5" fmla="*/ 410586 w 727189"/>
                      <a:gd name="connsiteY5" fmla="*/ 2540768 h 2701084"/>
                      <a:gd name="connsiteX6" fmla="*/ 388639 w 727189"/>
                      <a:gd name="connsiteY6" fmla="*/ 2672409 h 2701084"/>
                      <a:gd name="connsiteX7" fmla="*/ 534277 w 727189"/>
                      <a:gd name="connsiteY7" fmla="*/ 2663640 h 2701084"/>
                      <a:gd name="connsiteX8" fmla="*/ 727189 w 727189"/>
                      <a:gd name="connsiteY8" fmla="*/ 2653118 h 2701084"/>
                      <a:gd name="connsiteX9" fmla="*/ 525471 w 727189"/>
                      <a:gd name="connsiteY9" fmla="*/ 2553749 h 2701084"/>
                      <a:gd name="connsiteX10" fmla="*/ 519453 w 727189"/>
                      <a:gd name="connsiteY10" fmla="*/ 2235303 h 2701084"/>
                      <a:gd name="connsiteX11" fmla="*/ 545486 w 727189"/>
                      <a:gd name="connsiteY11" fmla="*/ 1930783 h 2701084"/>
                      <a:gd name="connsiteX12" fmla="*/ 398403 w 727189"/>
                      <a:gd name="connsiteY12" fmla="*/ 1463584 h 2701084"/>
                      <a:gd name="connsiteX13" fmla="*/ 356047 w 727189"/>
                      <a:gd name="connsiteY13" fmla="*/ 1247590 h 2701084"/>
                      <a:gd name="connsiteX14" fmla="*/ 339795 w 727189"/>
                      <a:gd name="connsiteY14" fmla="*/ 1069554 h 2701084"/>
                      <a:gd name="connsiteX15" fmla="*/ 394219 w 727189"/>
                      <a:gd name="connsiteY15" fmla="*/ 794184 h 2701084"/>
                      <a:gd name="connsiteX16" fmla="*/ 273123 w 727189"/>
                      <a:gd name="connsiteY16" fmla="*/ 440907 h 2701084"/>
                      <a:gd name="connsiteX17" fmla="*/ 362023 w 727189"/>
                      <a:gd name="connsiteY17" fmla="*/ 374232 h 2701084"/>
                      <a:gd name="connsiteX18" fmla="*/ 396947 w 727189"/>
                      <a:gd name="connsiteY18" fmla="*/ 256757 h 2701084"/>
                      <a:gd name="connsiteX19" fmla="*/ 352498 w 727189"/>
                      <a:gd name="connsiteY19" fmla="*/ 82132 h 2701084"/>
                      <a:gd name="connsiteX20" fmla="*/ 176282 w 727189"/>
                      <a:gd name="connsiteY20" fmla="*/ 1166 h 2701084"/>
                      <a:gd name="connsiteX21" fmla="*/ 31822 w 727189"/>
                      <a:gd name="connsiteY21" fmla="*/ 167857 h 2701084"/>
                      <a:gd name="connsiteX22" fmla="*/ 127072 w 727189"/>
                      <a:gd name="connsiteY22" fmla="*/ 399631 h 2701084"/>
                      <a:gd name="connsiteX23" fmla="*/ 44520 w 727189"/>
                      <a:gd name="connsiteY23" fmla="*/ 558379 h 2701084"/>
                      <a:gd name="connsiteX24" fmla="*/ 70 w 727189"/>
                      <a:gd name="connsiteY24" fmla="*/ 672678 h 2701084"/>
                      <a:gd name="connsiteX25" fmla="*/ 32925 w 727189"/>
                      <a:gd name="connsiteY25" fmla="*/ 1083108 h 2701084"/>
                      <a:gd name="connsiteX0" fmla="*/ 7793 w 702057"/>
                      <a:gd name="connsiteY0" fmla="*/ 1083108 h 2701084"/>
                      <a:gd name="connsiteX1" fmla="*/ 64954 w 702057"/>
                      <a:gd name="connsiteY1" fmla="*/ 1327344 h 2701084"/>
                      <a:gd name="connsiteX2" fmla="*/ 133533 w 702057"/>
                      <a:gd name="connsiteY2" fmla="*/ 1634041 h 2701084"/>
                      <a:gd name="connsiteX3" fmla="*/ 358053 w 702057"/>
                      <a:gd name="connsiteY3" fmla="*/ 1987319 h 2701084"/>
                      <a:gd name="connsiteX4" fmla="*/ 315482 w 702057"/>
                      <a:gd name="connsiteY4" fmla="*/ 2322614 h 2701084"/>
                      <a:gd name="connsiteX5" fmla="*/ 385454 w 702057"/>
                      <a:gd name="connsiteY5" fmla="*/ 2540768 h 2701084"/>
                      <a:gd name="connsiteX6" fmla="*/ 363507 w 702057"/>
                      <a:gd name="connsiteY6" fmla="*/ 2672409 h 2701084"/>
                      <a:gd name="connsiteX7" fmla="*/ 509145 w 702057"/>
                      <a:gd name="connsiteY7" fmla="*/ 2663640 h 2701084"/>
                      <a:gd name="connsiteX8" fmla="*/ 702057 w 702057"/>
                      <a:gd name="connsiteY8" fmla="*/ 2653118 h 2701084"/>
                      <a:gd name="connsiteX9" fmla="*/ 500339 w 702057"/>
                      <a:gd name="connsiteY9" fmla="*/ 2553749 h 2701084"/>
                      <a:gd name="connsiteX10" fmla="*/ 494321 w 702057"/>
                      <a:gd name="connsiteY10" fmla="*/ 2235303 h 2701084"/>
                      <a:gd name="connsiteX11" fmla="*/ 520354 w 702057"/>
                      <a:gd name="connsiteY11" fmla="*/ 1930783 h 2701084"/>
                      <a:gd name="connsiteX12" fmla="*/ 373271 w 702057"/>
                      <a:gd name="connsiteY12" fmla="*/ 1463584 h 2701084"/>
                      <a:gd name="connsiteX13" fmla="*/ 330915 w 702057"/>
                      <a:gd name="connsiteY13" fmla="*/ 1247590 h 2701084"/>
                      <a:gd name="connsiteX14" fmla="*/ 314663 w 702057"/>
                      <a:gd name="connsiteY14" fmla="*/ 1069554 h 2701084"/>
                      <a:gd name="connsiteX15" fmla="*/ 369087 w 702057"/>
                      <a:gd name="connsiteY15" fmla="*/ 794184 h 2701084"/>
                      <a:gd name="connsiteX16" fmla="*/ 247991 w 702057"/>
                      <a:gd name="connsiteY16" fmla="*/ 440907 h 2701084"/>
                      <a:gd name="connsiteX17" fmla="*/ 336891 w 702057"/>
                      <a:gd name="connsiteY17" fmla="*/ 374232 h 2701084"/>
                      <a:gd name="connsiteX18" fmla="*/ 371815 w 702057"/>
                      <a:gd name="connsiteY18" fmla="*/ 256757 h 2701084"/>
                      <a:gd name="connsiteX19" fmla="*/ 327366 w 702057"/>
                      <a:gd name="connsiteY19" fmla="*/ 82132 h 2701084"/>
                      <a:gd name="connsiteX20" fmla="*/ 151150 w 702057"/>
                      <a:gd name="connsiteY20" fmla="*/ 1166 h 2701084"/>
                      <a:gd name="connsiteX21" fmla="*/ 6690 w 702057"/>
                      <a:gd name="connsiteY21" fmla="*/ 167857 h 2701084"/>
                      <a:gd name="connsiteX22" fmla="*/ 101940 w 702057"/>
                      <a:gd name="connsiteY22" fmla="*/ 399631 h 2701084"/>
                      <a:gd name="connsiteX23" fmla="*/ 19388 w 702057"/>
                      <a:gd name="connsiteY23" fmla="*/ 558379 h 2701084"/>
                      <a:gd name="connsiteX24" fmla="*/ 1514 w 702057"/>
                      <a:gd name="connsiteY24" fmla="*/ 708409 h 2701084"/>
                      <a:gd name="connsiteX25" fmla="*/ 7793 w 702057"/>
                      <a:gd name="connsiteY25" fmla="*/ 1083108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6832 w 706065"/>
                      <a:gd name="connsiteY4" fmla="*/ 2275888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680239"/>
                      <a:gd name="connsiteX1" fmla="*/ 68962 w 706065"/>
                      <a:gd name="connsiteY1" fmla="*/ 1327344 h 2680239"/>
                      <a:gd name="connsiteX2" fmla="*/ 137541 w 706065"/>
                      <a:gd name="connsiteY2" fmla="*/ 1634041 h 2680239"/>
                      <a:gd name="connsiteX3" fmla="*/ 362061 w 706065"/>
                      <a:gd name="connsiteY3" fmla="*/ 1987319 h 2680239"/>
                      <a:gd name="connsiteX4" fmla="*/ 314174 w 706065"/>
                      <a:gd name="connsiteY4" fmla="*/ 2207174 h 2680239"/>
                      <a:gd name="connsiteX5" fmla="*/ 389462 w 706065"/>
                      <a:gd name="connsiteY5" fmla="*/ 2540768 h 2680239"/>
                      <a:gd name="connsiteX6" fmla="*/ 367515 w 706065"/>
                      <a:gd name="connsiteY6" fmla="*/ 2672409 h 2680239"/>
                      <a:gd name="connsiteX7" fmla="*/ 706065 w 706065"/>
                      <a:gd name="connsiteY7" fmla="*/ 2653118 h 2680239"/>
                      <a:gd name="connsiteX8" fmla="*/ 504347 w 706065"/>
                      <a:gd name="connsiteY8" fmla="*/ 2553749 h 2680239"/>
                      <a:gd name="connsiteX9" fmla="*/ 498329 w 706065"/>
                      <a:gd name="connsiteY9" fmla="*/ 2235303 h 2680239"/>
                      <a:gd name="connsiteX10" fmla="*/ 524362 w 706065"/>
                      <a:gd name="connsiteY10" fmla="*/ 1930783 h 2680239"/>
                      <a:gd name="connsiteX11" fmla="*/ 377279 w 706065"/>
                      <a:gd name="connsiteY11" fmla="*/ 1463584 h 2680239"/>
                      <a:gd name="connsiteX12" fmla="*/ 334923 w 706065"/>
                      <a:gd name="connsiteY12" fmla="*/ 1247590 h 2680239"/>
                      <a:gd name="connsiteX13" fmla="*/ 318671 w 706065"/>
                      <a:gd name="connsiteY13" fmla="*/ 1069554 h 2680239"/>
                      <a:gd name="connsiteX14" fmla="*/ 373095 w 706065"/>
                      <a:gd name="connsiteY14" fmla="*/ 794184 h 2680239"/>
                      <a:gd name="connsiteX15" fmla="*/ 251999 w 706065"/>
                      <a:gd name="connsiteY15" fmla="*/ 440907 h 2680239"/>
                      <a:gd name="connsiteX16" fmla="*/ 340899 w 706065"/>
                      <a:gd name="connsiteY16" fmla="*/ 374232 h 2680239"/>
                      <a:gd name="connsiteX17" fmla="*/ 375823 w 706065"/>
                      <a:gd name="connsiteY17" fmla="*/ 256757 h 2680239"/>
                      <a:gd name="connsiteX18" fmla="*/ 331374 w 706065"/>
                      <a:gd name="connsiteY18" fmla="*/ 82132 h 2680239"/>
                      <a:gd name="connsiteX19" fmla="*/ 155158 w 706065"/>
                      <a:gd name="connsiteY19" fmla="*/ 1166 h 2680239"/>
                      <a:gd name="connsiteX20" fmla="*/ 10698 w 706065"/>
                      <a:gd name="connsiteY20" fmla="*/ 167857 h 2680239"/>
                      <a:gd name="connsiteX21" fmla="*/ 105948 w 706065"/>
                      <a:gd name="connsiteY21" fmla="*/ 399631 h 2680239"/>
                      <a:gd name="connsiteX22" fmla="*/ 23396 w 706065"/>
                      <a:gd name="connsiteY22" fmla="*/ 558379 h 2680239"/>
                      <a:gd name="connsiteX23" fmla="*/ 5522 w 706065"/>
                      <a:gd name="connsiteY23" fmla="*/ 708409 h 2680239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7596"/>
                      <a:gd name="connsiteY0" fmla="*/ 708409 h 2680768"/>
                      <a:gd name="connsiteX1" fmla="*/ 68962 w 707596"/>
                      <a:gd name="connsiteY1" fmla="*/ 1327344 h 2680768"/>
                      <a:gd name="connsiteX2" fmla="*/ 137541 w 707596"/>
                      <a:gd name="connsiteY2" fmla="*/ 1634041 h 2680768"/>
                      <a:gd name="connsiteX3" fmla="*/ 362061 w 707596"/>
                      <a:gd name="connsiteY3" fmla="*/ 1987319 h 2680768"/>
                      <a:gd name="connsiteX4" fmla="*/ 314174 w 707596"/>
                      <a:gd name="connsiteY4" fmla="*/ 2207174 h 2680768"/>
                      <a:gd name="connsiteX5" fmla="*/ 389462 w 707596"/>
                      <a:gd name="connsiteY5" fmla="*/ 2540768 h 2680768"/>
                      <a:gd name="connsiteX6" fmla="*/ 367515 w 707596"/>
                      <a:gd name="connsiteY6" fmla="*/ 2672409 h 2680768"/>
                      <a:gd name="connsiteX7" fmla="*/ 706065 w 707596"/>
                      <a:gd name="connsiteY7" fmla="*/ 2653118 h 2680768"/>
                      <a:gd name="connsiteX8" fmla="*/ 480429 w 707596"/>
                      <a:gd name="connsiteY8" fmla="*/ 2537258 h 2680768"/>
                      <a:gd name="connsiteX9" fmla="*/ 498329 w 707596"/>
                      <a:gd name="connsiteY9" fmla="*/ 2235303 h 2680768"/>
                      <a:gd name="connsiteX10" fmla="*/ 524362 w 707596"/>
                      <a:gd name="connsiteY10" fmla="*/ 1930783 h 2680768"/>
                      <a:gd name="connsiteX11" fmla="*/ 377279 w 707596"/>
                      <a:gd name="connsiteY11" fmla="*/ 1463584 h 2680768"/>
                      <a:gd name="connsiteX12" fmla="*/ 334923 w 707596"/>
                      <a:gd name="connsiteY12" fmla="*/ 1247590 h 2680768"/>
                      <a:gd name="connsiteX13" fmla="*/ 318671 w 707596"/>
                      <a:gd name="connsiteY13" fmla="*/ 1069554 h 2680768"/>
                      <a:gd name="connsiteX14" fmla="*/ 373095 w 707596"/>
                      <a:gd name="connsiteY14" fmla="*/ 794184 h 2680768"/>
                      <a:gd name="connsiteX15" fmla="*/ 251999 w 707596"/>
                      <a:gd name="connsiteY15" fmla="*/ 440907 h 2680768"/>
                      <a:gd name="connsiteX16" fmla="*/ 340899 w 707596"/>
                      <a:gd name="connsiteY16" fmla="*/ 374232 h 2680768"/>
                      <a:gd name="connsiteX17" fmla="*/ 375823 w 707596"/>
                      <a:gd name="connsiteY17" fmla="*/ 256757 h 2680768"/>
                      <a:gd name="connsiteX18" fmla="*/ 331374 w 707596"/>
                      <a:gd name="connsiteY18" fmla="*/ 82132 h 2680768"/>
                      <a:gd name="connsiteX19" fmla="*/ 155158 w 707596"/>
                      <a:gd name="connsiteY19" fmla="*/ 1166 h 2680768"/>
                      <a:gd name="connsiteX20" fmla="*/ 10698 w 707596"/>
                      <a:gd name="connsiteY20" fmla="*/ 167857 h 2680768"/>
                      <a:gd name="connsiteX21" fmla="*/ 105948 w 707596"/>
                      <a:gd name="connsiteY21" fmla="*/ 399631 h 2680768"/>
                      <a:gd name="connsiteX22" fmla="*/ 23396 w 707596"/>
                      <a:gd name="connsiteY22" fmla="*/ 558379 h 2680768"/>
                      <a:gd name="connsiteX23" fmla="*/ 5522 w 707596"/>
                      <a:gd name="connsiteY23" fmla="*/ 708409 h 2680768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4362 w 707980"/>
                      <a:gd name="connsiteY10" fmla="*/ 1930783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9677 w 707980"/>
                      <a:gd name="connsiteY10" fmla="*/ 1944526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9536 h 2682178"/>
                      <a:gd name="connsiteX1" fmla="*/ 68962 w 707980"/>
                      <a:gd name="connsiteY1" fmla="*/ 1328471 h 2682178"/>
                      <a:gd name="connsiteX2" fmla="*/ 137541 w 707980"/>
                      <a:gd name="connsiteY2" fmla="*/ 1635168 h 2682178"/>
                      <a:gd name="connsiteX3" fmla="*/ 362061 w 707980"/>
                      <a:gd name="connsiteY3" fmla="*/ 1988446 h 2682178"/>
                      <a:gd name="connsiteX4" fmla="*/ 314174 w 707980"/>
                      <a:gd name="connsiteY4" fmla="*/ 2208301 h 2682178"/>
                      <a:gd name="connsiteX5" fmla="*/ 389462 w 707980"/>
                      <a:gd name="connsiteY5" fmla="*/ 2541895 h 2682178"/>
                      <a:gd name="connsiteX6" fmla="*/ 367515 w 707980"/>
                      <a:gd name="connsiteY6" fmla="*/ 2673536 h 2682178"/>
                      <a:gd name="connsiteX7" fmla="*/ 706065 w 707980"/>
                      <a:gd name="connsiteY7" fmla="*/ 2654245 h 2682178"/>
                      <a:gd name="connsiteX8" fmla="*/ 491059 w 707980"/>
                      <a:gd name="connsiteY8" fmla="*/ 2530140 h 2682178"/>
                      <a:gd name="connsiteX9" fmla="*/ 498329 w 707980"/>
                      <a:gd name="connsiteY9" fmla="*/ 2236430 h 2682178"/>
                      <a:gd name="connsiteX10" fmla="*/ 529677 w 707980"/>
                      <a:gd name="connsiteY10" fmla="*/ 1945653 h 2682178"/>
                      <a:gd name="connsiteX11" fmla="*/ 377279 w 707980"/>
                      <a:gd name="connsiteY11" fmla="*/ 1464711 h 2682178"/>
                      <a:gd name="connsiteX12" fmla="*/ 334923 w 707980"/>
                      <a:gd name="connsiteY12" fmla="*/ 1248717 h 2682178"/>
                      <a:gd name="connsiteX13" fmla="*/ 318671 w 707980"/>
                      <a:gd name="connsiteY13" fmla="*/ 1070681 h 2682178"/>
                      <a:gd name="connsiteX14" fmla="*/ 373095 w 707980"/>
                      <a:gd name="connsiteY14" fmla="*/ 795311 h 2682178"/>
                      <a:gd name="connsiteX15" fmla="*/ 251999 w 707980"/>
                      <a:gd name="connsiteY15" fmla="*/ 442034 h 2682178"/>
                      <a:gd name="connsiteX16" fmla="*/ 340899 w 707980"/>
                      <a:gd name="connsiteY16" fmla="*/ 375359 h 2682178"/>
                      <a:gd name="connsiteX17" fmla="*/ 375823 w 707980"/>
                      <a:gd name="connsiteY17" fmla="*/ 257884 h 2682178"/>
                      <a:gd name="connsiteX18" fmla="*/ 331374 w 707980"/>
                      <a:gd name="connsiteY18" fmla="*/ 83259 h 2682178"/>
                      <a:gd name="connsiteX19" fmla="*/ 155158 w 707980"/>
                      <a:gd name="connsiteY19" fmla="*/ 2293 h 2682178"/>
                      <a:gd name="connsiteX20" fmla="*/ 32623 w 707980"/>
                      <a:gd name="connsiteY20" fmla="*/ 168984 h 2682178"/>
                      <a:gd name="connsiteX21" fmla="*/ 105948 w 707980"/>
                      <a:gd name="connsiteY21" fmla="*/ 400758 h 2682178"/>
                      <a:gd name="connsiteX22" fmla="*/ 23396 w 707980"/>
                      <a:gd name="connsiteY22" fmla="*/ 559506 h 2682178"/>
                      <a:gd name="connsiteX23" fmla="*/ 5522 w 707980"/>
                      <a:gd name="connsiteY23" fmla="*/ 709536 h 2682178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6678 w 707980"/>
                      <a:gd name="connsiteY13" fmla="*/ 886090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4685 w 707980"/>
                      <a:gd name="connsiteY13" fmla="*/ 91082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5729 w 707980"/>
                      <a:gd name="connsiteY2" fmla="*/ 1488357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205310 w 707980"/>
                      <a:gd name="connsiteY3" fmla="*/ 1712376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668414 w 707980"/>
                      <a:gd name="connsiteY10" fmla="*/ 2211255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806576"/>
                      <a:gd name="connsiteY0" fmla="*/ 689858 h 2664101"/>
                      <a:gd name="connsiteX1" fmla="*/ 68962 w 806576"/>
                      <a:gd name="connsiteY1" fmla="*/ 1308793 h 2664101"/>
                      <a:gd name="connsiteX2" fmla="*/ 91742 w 806576"/>
                      <a:gd name="connsiteY2" fmla="*/ 1488358 h 2664101"/>
                      <a:gd name="connsiteX3" fmla="*/ 207303 w 806576"/>
                      <a:gd name="connsiteY3" fmla="*/ 1710315 h 2664101"/>
                      <a:gd name="connsiteX4" fmla="*/ 362061 w 806576"/>
                      <a:gd name="connsiteY4" fmla="*/ 1968768 h 2664101"/>
                      <a:gd name="connsiteX5" fmla="*/ 314174 w 806576"/>
                      <a:gd name="connsiteY5" fmla="*/ 2188623 h 2664101"/>
                      <a:gd name="connsiteX6" fmla="*/ 389462 w 806576"/>
                      <a:gd name="connsiteY6" fmla="*/ 2522217 h 2664101"/>
                      <a:gd name="connsiteX7" fmla="*/ 367515 w 806576"/>
                      <a:gd name="connsiteY7" fmla="*/ 2653858 h 2664101"/>
                      <a:gd name="connsiteX8" fmla="*/ 706065 w 806576"/>
                      <a:gd name="connsiteY8" fmla="*/ 2634567 h 2664101"/>
                      <a:gd name="connsiteX9" fmla="*/ 770105 w 806576"/>
                      <a:gd name="connsiteY9" fmla="*/ 2469234 h 2664101"/>
                      <a:gd name="connsiteX10" fmla="*/ 668414 w 806576"/>
                      <a:gd name="connsiteY10" fmla="*/ 2211255 h 2664101"/>
                      <a:gd name="connsiteX11" fmla="*/ 617377 w 806576"/>
                      <a:gd name="connsiteY11" fmla="*/ 1871004 h 2664101"/>
                      <a:gd name="connsiteX12" fmla="*/ 377279 w 806576"/>
                      <a:gd name="connsiteY12" fmla="*/ 1445033 h 2664101"/>
                      <a:gd name="connsiteX13" fmla="*/ 328944 w 806576"/>
                      <a:gd name="connsiteY13" fmla="*/ 1206364 h 2664101"/>
                      <a:gd name="connsiteX14" fmla="*/ 310699 w 806576"/>
                      <a:gd name="connsiteY14" fmla="*/ 939687 h 2664101"/>
                      <a:gd name="connsiteX15" fmla="*/ 373095 w 806576"/>
                      <a:gd name="connsiteY15" fmla="*/ 775633 h 2664101"/>
                      <a:gd name="connsiteX16" fmla="*/ 251999 w 806576"/>
                      <a:gd name="connsiteY16" fmla="*/ 422356 h 2664101"/>
                      <a:gd name="connsiteX17" fmla="*/ 340899 w 806576"/>
                      <a:gd name="connsiteY17" fmla="*/ 355681 h 2664101"/>
                      <a:gd name="connsiteX18" fmla="*/ 375823 w 806576"/>
                      <a:gd name="connsiteY18" fmla="*/ 238206 h 2664101"/>
                      <a:gd name="connsiteX19" fmla="*/ 331374 w 806576"/>
                      <a:gd name="connsiteY19" fmla="*/ 63581 h 2664101"/>
                      <a:gd name="connsiteX20" fmla="*/ 151171 w 806576"/>
                      <a:gd name="connsiteY20" fmla="*/ 3229 h 2664101"/>
                      <a:gd name="connsiteX21" fmla="*/ 32623 w 806576"/>
                      <a:gd name="connsiteY21" fmla="*/ 149306 h 2664101"/>
                      <a:gd name="connsiteX22" fmla="*/ 105948 w 806576"/>
                      <a:gd name="connsiteY22" fmla="*/ 381080 h 2664101"/>
                      <a:gd name="connsiteX23" fmla="*/ 23396 w 806576"/>
                      <a:gd name="connsiteY23" fmla="*/ 539828 h 2664101"/>
                      <a:gd name="connsiteX24" fmla="*/ 5522 w 806576"/>
                      <a:gd name="connsiteY24" fmla="*/ 689858 h 2664101"/>
                      <a:gd name="connsiteX0" fmla="*/ 5522 w 996293"/>
                      <a:gd name="connsiteY0" fmla="*/ 689858 h 2654114"/>
                      <a:gd name="connsiteX1" fmla="*/ 68962 w 996293"/>
                      <a:gd name="connsiteY1" fmla="*/ 1308793 h 2654114"/>
                      <a:gd name="connsiteX2" fmla="*/ 91742 w 996293"/>
                      <a:gd name="connsiteY2" fmla="*/ 1488358 h 2654114"/>
                      <a:gd name="connsiteX3" fmla="*/ 207303 w 996293"/>
                      <a:gd name="connsiteY3" fmla="*/ 1710315 h 2654114"/>
                      <a:gd name="connsiteX4" fmla="*/ 362061 w 996293"/>
                      <a:gd name="connsiteY4" fmla="*/ 1968768 h 2654114"/>
                      <a:gd name="connsiteX5" fmla="*/ 314174 w 996293"/>
                      <a:gd name="connsiteY5" fmla="*/ 2188623 h 2654114"/>
                      <a:gd name="connsiteX6" fmla="*/ 389462 w 996293"/>
                      <a:gd name="connsiteY6" fmla="*/ 2522217 h 2654114"/>
                      <a:gd name="connsiteX7" fmla="*/ 367515 w 996293"/>
                      <a:gd name="connsiteY7" fmla="*/ 2653858 h 2654114"/>
                      <a:gd name="connsiteX8" fmla="*/ 982453 w 996293"/>
                      <a:gd name="connsiteY8" fmla="*/ 2494392 h 2654114"/>
                      <a:gd name="connsiteX9" fmla="*/ 770105 w 996293"/>
                      <a:gd name="connsiteY9" fmla="*/ 2469234 h 2654114"/>
                      <a:gd name="connsiteX10" fmla="*/ 668414 w 996293"/>
                      <a:gd name="connsiteY10" fmla="*/ 2211255 h 2654114"/>
                      <a:gd name="connsiteX11" fmla="*/ 617377 w 996293"/>
                      <a:gd name="connsiteY11" fmla="*/ 1871004 h 2654114"/>
                      <a:gd name="connsiteX12" fmla="*/ 377279 w 996293"/>
                      <a:gd name="connsiteY12" fmla="*/ 1445033 h 2654114"/>
                      <a:gd name="connsiteX13" fmla="*/ 328944 w 996293"/>
                      <a:gd name="connsiteY13" fmla="*/ 1206364 h 2654114"/>
                      <a:gd name="connsiteX14" fmla="*/ 310699 w 996293"/>
                      <a:gd name="connsiteY14" fmla="*/ 939687 h 2654114"/>
                      <a:gd name="connsiteX15" fmla="*/ 373095 w 996293"/>
                      <a:gd name="connsiteY15" fmla="*/ 775633 h 2654114"/>
                      <a:gd name="connsiteX16" fmla="*/ 251999 w 996293"/>
                      <a:gd name="connsiteY16" fmla="*/ 422356 h 2654114"/>
                      <a:gd name="connsiteX17" fmla="*/ 340899 w 996293"/>
                      <a:gd name="connsiteY17" fmla="*/ 355681 h 2654114"/>
                      <a:gd name="connsiteX18" fmla="*/ 375823 w 996293"/>
                      <a:gd name="connsiteY18" fmla="*/ 238206 h 2654114"/>
                      <a:gd name="connsiteX19" fmla="*/ 331374 w 996293"/>
                      <a:gd name="connsiteY19" fmla="*/ 63581 h 2654114"/>
                      <a:gd name="connsiteX20" fmla="*/ 151171 w 996293"/>
                      <a:gd name="connsiteY20" fmla="*/ 3229 h 2654114"/>
                      <a:gd name="connsiteX21" fmla="*/ 32623 w 996293"/>
                      <a:gd name="connsiteY21" fmla="*/ 149306 h 2654114"/>
                      <a:gd name="connsiteX22" fmla="*/ 105948 w 996293"/>
                      <a:gd name="connsiteY22" fmla="*/ 381080 h 2654114"/>
                      <a:gd name="connsiteX23" fmla="*/ 23396 w 996293"/>
                      <a:gd name="connsiteY23" fmla="*/ 539828 h 2654114"/>
                      <a:gd name="connsiteX24" fmla="*/ 5522 w 996293"/>
                      <a:gd name="connsiteY24" fmla="*/ 689858 h 2654114"/>
                      <a:gd name="connsiteX0" fmla="*/ 5522 w 983171"/>
                      <a:gd name="connsiteY0" fmla="*/ 689858 h 2602400"/>
                      <a:gd name="connsiteX1" fmla="*/ 68962 w 983171"/>
                      <a:gd name="connsiteY1" fmla="*/ 1308793 h 2602400"/>
                      <a:gd name="connsiteX2" fmla="*/ 91742 w 983171"/>
                      <a:gd name="connsiteY2" fmla="*/ 1488358 h 2602400"/>
                      <a:gd name="connsiteX3" fmla="*/ 207303 w 983171"/>
                      <a:gd name="connsiteY3" fmla="*/ 1710315 h 2602400"/>
                      <a:gd name="connsiteX4" fmla="*/ 362061 w 983171"/>
                      <a:gd name="connsiteY4" fmla="*/ 1968768 h 2602400"/>
                      <a:gd name="connsiteX5" fmla="*/ 314174 w 983171"/>
                      <a:gd name="connsiteY5" fmla="*/ 2188623 h 2602400"/>
                      <a:gd name="connsiteX6" fmla="*/ 389462 w 983171"/>
                      <a:gd name="connsiteY6" fmla="*/ 2522217 h 2602400"/>
                      <a:gd name="connsiteX7" fmla="*/ 821962 w 983171"/>
                      <a:gd name="connsiteY7" fmla="*/ 2601635 h 2602400"/>
                      <a:gd name="connsiteX8" fmla="*/ 982453 w 983171"/>
                      <a:gd name="connsiteY8" fmla="*/ 2494392 h 2602400"/>
                      <a:gd name="connsiteX9" fmla="*/ 770105 w 983171"/>
                      <a:gd name="connsiteY9" fmla="*/ 2469234 h 2602400"/>
                      <a:gd name="connsiteX10" fmla="*/ 668414 w 983171"/>
                      <a:gd name="connsiteY10" fmla="*/ 2211255 h 2602400"/>
                      <a:gd name="connsiteX11" fmla="*/ 617377 w 983171"/>
                      <a:gd name="connsiteY11" fmla="*/ 1871004 h 2602400"/>
                      <a:gd name="connsiteX12" fmla="*/ 377279 w 983171"/>
                      <a:gd name="connsiteY12" fmla="*/ 1445033 h 2602400"/>
                      <a:gd name="connsiteX13" fmla="*/ 328944 w 983171"/>
                      <a:gd name="connsiteY13" fmla="*/ 1206364 h 2602400"/>
                      <a:gd name="connsiteX14" fmla="*/ 310699 w 983171"/>
                      <a:gd name="connsiteY14" fmla="*/ 939687 h 2602400"/>
                      <a:gd name="connsiteX15" fmla="*/ 373095 w 983171"/>
                      <a:gd name="connsiteY15" fmla="*/ 775633 h 2602400"/>
                      <a:gd name="connsiteX16" fmla="*/ 251999 w 983171"/>
                      <a:gd name="connsiteY16" fmla="*/ 422356 h 2602400"/>
                      <a:gd name="connsiteX17" fmla="*/ 340899 w 983171"/>
                      <a:gd name="connsiteY17" fmla="*/ 355681 h 2602400"/>
                      <a:gd name="connsiteX18" fmla="*/ 375823 w 983171"/>
                      <a:gd name="connsiteY18" fmla="*/ 238206 h 2602400"/>
                      <a:gd name="connsiteX19" fmla="*/ 331374 w 983171"/>
                      <a:gd name="connsiteY19" fmla="*/ 63581 h 2602400"/>
                      <a:gd name="connsiteX20" fmla="*/ 151171 w 983171"/>
                      <a:gd name="connsiteY20" fmla="*/ 3229 h 2602400"/>
                      <a:gd name="connsiteX21" fmla="*/ 32623 w 983171"/>
                      <a:gd name="connsiteY21" fmla="*/ 149306 h 2602400"/>
                      <a:gd name="connsiteX22" fmla="*/ 105948 w 983171"/>
                      <a:gd name="connsiteY22" fmla="*/ 381080 h 2602400"/>
                      <a:gd name="connsiteX23" fmla="*/ 23396 w 983171"/>
                      <a:gd name="connsiteY23" fmla="*/ 539828 h 2602400"/>
                      <a:gd name="connsiteX24" fmla="*/ 5522 w 983171"/>
                      <a:gd name="connsiteY24" fmla="*/ 689858 h 2602400"/>
                      <a:gd name="connsiteX0" fmla="*/ 5522 w 982912"/>
                      <a:gd name="connsiteY0" fmla="*/ 689858 h 2601944"/>
                      <a:gd name="connsiteX1" fmla="*/ 68962 w 982912"/>
                      <a:gd name="connsiteY1" fmla="*/ 1308793 h 2601944"/>
                      <a:gd name="connsiteX2" fmla="*/ 91742 w 982912"/>
                      <a:gd name="connsiteY2" fmla="*/ 1488358 h 2601944"/>
                      <a:gd name="connsiteX3" fmla="*/ 207303 w 982912"/>
                      <a:gd name="connsiteY3" fmla="*/ 1710315 h 2601944"/>
                      <a:gd name="connsiteX4" fmla="*/ 362061 w 982912"/>
                      <a:gd name="connsiteY4" fmla="*/ 1968768 h 2601944"/>
                      <a:gd name="connsiteX5" fmla="*/ 314174 w 982912"/>
                      <a:gd name="connsiteY5" fmla="*/ 2188623 h 2601944"/>
                      <a:gd name="connsiteX6" fmla="*/ 660535 w 982912"/>
                      <a:gd name="connsiteY6" fmla="*/ 2513972 h 2601944"/>
                      <a:gd name="connsiteX7" fmla="*/ 821962 w 982912"/>
                      <a:gd name="connsiteY7" fmla="*/ 2601635 h 2601944"/>
                      <a:gd name="connsiteX8" fmla="*/ 982453 w 982912"/>
                      <a:gd name="connsiteY8" fmla="*/ 2494392 h 2601944"/>
                      <a:gd name="connsiteX9" fmla="*/ 770105 w 982912"/>
                      <a:gd name="connsiteY9" fmla="*/ 2469234 h 2601944"/>
                      <a:gd name="connsiteX10" fmla="*/ 668414 w 982912"/>
                      <a:gd name="connsiteY10" fmla="*/ 2211255 h 2601944"/>
                      <a:gd name="connsiteX11" fmla="*/ 617377 w 982912"/>
                      <a:gd name="connsiteY11" fmla="*/ 1871004 h 2601944"/>
                      <a:gd name="connsiteX12" fmla="*/ 377279 w 982912"/>
                      <a:gd name="connsiteY12" fmla="*/ 1445033 h 2601944"/>
                      <a:gd name="connsiteX13" fmla="*/ 328944 w 982912"/>
                      <a:gd name="connsiteY13" fmla="*/ 1206364 h 2601944"/>
                      <a:gd name="connsiteX14" fmla="*/ 310699 w 982912"/>
                      <a:gd name="connsiteY14" fmla="*/ 939687 h 2601944"/>
                      <a:gd name="connsiteX15" fmla="*/ 373095 w 982912"/>
                      <a:gd name="connsiteY15" fmla="*/ 775633 h 2601944"/>
                      <a:gd name="connsiteX16" fmla="*/ 251999 w 982912"/>
                      <a:gd name="connsiteY16" fmla="*/ 422356 h 2601944"/>
                      <a:gd name="connsiteX17" fmla="*/ 340899 w 982912"/>
                      <a:gd name="connsiteY17" fmla="*/ 355681 h 2601944"/>
                      <a:gd name="connsiteX18" fmla="*/ 375823 w 982912"/>
                      <a:gd name="connsiteY18" fmla="*/ 238206 h 2601944"/>
                      <a:gd name="connsiteX19" fmla="*/ 331374 w 982912"/>
                      <a:gd name="connsiteY19" fmla="*/ 63581 h 2601944"/>
                      <a:gd name="connsiteX20" fmla="*/ 151171 w 982912"/>
                      <a:gd name="connsiteY20" fmla="*/ 3229 h 2601944"/>
                      <a:gd name="connsiteX21" fmla="*/ 32623 w 982912"/>
                      <a:gd name="connsiteY21" fmla="*/ 149306 h 2601944"/>
                      <a:gd name="connsiteX22" fmla="*/ 105948 w 982912"/>
                      <a:gd name="connsiteY22" fmla="*/ 381080 h 2601944"/>
                      <a:gd name="connsiteX23" fmla="*/ 23396 w 982912"/>
                      <a:gd name="connsiteY23" fmla="*/ 539828 h 2601944"/>
                      <a:gd name="connsiteX24" fmla="*/ 5522 w 982912"/>
                      <a:gd name="connsiteY24" fmla="*/ 689858 h 2601944"/>
                      <a:gd name="connsiteX0" fmla="*/ 5522 w 983056"/>
                      <a:gd name="connsiteY0" fmla="*/ 689858 h 2637511"/>
                      <a:gd name="connsiteX1" fmla="*/ 68962 w 983056"/>
                      <a:gd name="connsiteY1" fmla="*/ 1308793 h 2637511"/>
                      <a:gd name="connsiteX2" fmla="*/ 91742 w 983056"/>
                      <a:gd name="connsiteY2" fmla="*/ 1488358 h 2637511"/>
                      <a:gd name="connsiteX3" fmla="*/ 207303 w 983056"/>
                      <a:gd name="connsiteY3" fmla="*/ 1710315 h 2637511"/>
                      <a:gd name="connsiteX4" fmla="*/ 362061 w 983056"/>
                      <a:gd name="connsiteY4" fmla="*/ 1968768 h 2637511"/>
                      <a:gd name="connsiteX5" fmla="*/ 314174 w 983056"/>
                      <a:gd name="connsiteY5" fmla="*/ 2188623 h 2637511"/>
                      <a:gd name="connsiteX6" fmla="*/ 660535 w 983056"/>
                      <a:gd name="connsiteY6" fmla="*/ 2513972 h 2637511"/>
                      <a:gd name="connsiteX7" fmla="*/ 705028 w 983056"/>
                      <a:gd name="connsiteY7" fmla="*/ 2637366 h 2637511"/>
                      <a:gd name="connsiteX8" fmla="*/ 982453 w 983056"/>
                      <a:gd name="connsiteY8" fmla="*/ 2494392 h 2637511"/>
                      <a:gd name="connsiteX9" fmla="*/ 770105 w 983056"/>
                      <a:gd name="connsiteY9" fmla="*/ 2469234 h 2637511"/>
                      <a:gd name="connsiteX10" fmla="*/ 668414 w 983056"/>
                      <a:gd name="connsiteY10" fmla="*/ 2211255 h 2637511"/>
                      <a:gd name="connsiteX11" fmla="*/ 617377 w 983056"/>
                      <a:gd name="connsiteY11" fmla="*/ 1871004 h 2637511"/>
                      <a:gd name="connsiteX12" fmla="*/ 377279 w 983056"/>
                      <a:gd name="connsiteY12" fmla="*/ 1445033 h 2637511"/>
                      <a:gd name="connsiteX13" fmla="*/ 328944 w 983056"/>
                      <a:gd name="connsiteY13" fmla="*/ 1206364 h 2637511"/>
                      <a:gd name="connsiteX14" fmla="*/ 310699 w 983056"/>
                      <a:gd name="connsiteY14" fmla="*/ 939687 h 2637511"/>
                      <a:gd name="connsiteX15" fmla="*/ 373095 w 983056"/>
                      <a:gd name="connsiteY15" fmla="*/ 775633 h 2637511"/>
                      <a:gd name="connsiteX16" fmla="*/ 251999 w 983056"/>
                      <a:gd name="connsiteY16" fmla="*/ 422356 h 2637511"/>
                      <a:gd name="connsiteX17" fmla="*/ 340899 w 983056"/>
                      <a:gd name="connsiteY17" fmla="*/ 355681 h 2637511"/>
                      <a:gd name="connsiteX18" fmla="*/ 375823 w 983056"/>
                      <a:gd name="connsiteY18" fmla="*/ 238206 h 2637511"/>
                      <a:gd name="connsiteX19" fmla="*/ 331374 w 983056"/>
                      <a:gd name="connsiteY19" fmla="*/ 63581 h 2637511"/>
                      <a:gd name="connsiteX20" fmla="*/ 151171 w 983056"/>
                      <a:gd name="connsiteY20" fmla="*/ 3229 h 2637511"/>
                      <a:gd name="connsiteX21" fmla="*/ 32623 w 983056"/>
                      <a:gd name="connsiteY21" fmla="*/ 149306 h 2637511"/>
                      <a:gd name="connsiteX22" fmla="*/ 105948 w 983056"/>
                      <a:gd name="connsiteY22" fmla="*/ 381080 h 2637511"/>
                      <a:gd name="connsiteX23" fmla="*/ 23396 w 983056"/>
                      <a:gd name="connsiteY23" fmla="*/ 539828 h 2637511"/>
                      <a:gd name="connsiteX24" fmla="*/ 5522 w 983056"/>
                      <a:gd name="connsiteY24" fmla="*/ 689858 h 2637511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362061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447103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22741 w 1000275"/>
                      <a:gd name="connsiteY0" fmla="*/ 689858 h 2637483"/>
                      <a:gd name="connsiteX1" fmla="*/ 86181 w 1000275"/>
                      <a:gd name="connsiteY1" fmla="*/ 1308793 h 2637483"/>
                      <a:gd name="connsiteX2" fmla="*/ 0 w 1000275"/>
                      <a:gd name="connsiteY2" fmla="*/ 1444382 h 2637483"/>
                      <a:gd name="connsiteX3" fmla="*/ 224522 w 1000275"/>
                      <a:gd name="connsiteY3" fmla="*/ 1710315 h 2637483"/>
                      <a:gd name="connsiteX4" fmla="*/ 464322 w 1000275"/>
                      <a:gd name="connsiteY4" fmla="*/ 1968768 h 2637483"/>
                      <a:gd name="connsiteX5" fmla="*/ 528055 w 1000275"/>
                      <a:gd name="connsiteY5" fmla="*/ 2268331 h 2637483"/>
                      <a:gd name="connsiteX6" fmla="*/ 677754 w 1000275"/>
                      <a:gd name="connsiteY6" fmla="*/ 2513972 h 2637483"/>
                      <a:gd name="connsiteX7" fmla="*/ 722247 w 1000275"/>
                      <a:gd name="connsiteY7" fmla="*/ 2637366 h 2637483"/>
                      <a:gd name="connsiteX8" fmla="*/ 999672 w 1000275"/>
                      <a:gd name="connsiteY8" fmla="*/ 2494392 h 2637483"/>
                      <a:gd name="connsiteX9" fmla="*/ 787324 w 1000275"/>
                      <a:gd name="connsiteY9" fmla="*/ 2469234 h 2637483"/>
                      <a:gd name="connsiteX10" fmla="*/ 685633 w 1000275"/>
                      <a:gd name="connsiteY10" fmla="*/ 2211255 h 2637483"/>
                      <a:gd name="connsiteX11" fmla="*/ 634596 w 1000275"/>
                      <a:gd name="connsiteY11" fmla="*/ 1871004 h 2637483"/>
                      <a:gd name="connsiteX12" fmla="*/ 394498 w 1000275"/>
                      <a:gd name="connsiteY12" fmla="*/ 1445033 h 2637483"/>
                      <a:gd name="connsiteX13" fmla="*/ 346163 w 1000275"/>
                      <a:gd name="connsiteY13" fmla="*/ 1206364 h 2637483"/>
                      <a:gd name="connsiteX14" fmla="*/ 327918 w 1000275"/>
                      <a:gd name="connsiteY14" fmla="*/ 939687 h 2637483"/>
                      <a:gd name="connsiteX15" fmla="*/ 390314 w 1000275"/>
                      <a:gd name="connsiteY15" fmla="*/ 775633 h 2637483"/>
                      <a:gd name="connsiteX16" fmla="*/ 269218 w 1000275"/>
                      <a:gd name="connsiteY16" fmla="*/ 422356 h 2637483"/>
                      <a:gd name="connsiteX17" fmla="*/ 358118 w 1000275"/>
                      <a:gd name="connsiteY17" fmla="*/ 355681 h 2637483"/>
                      <a:gd name="connsiteX18" fmla="*/ 393042 w 1000275"/>
                      <a:gd name="connsiteY18" fmla="*/ 238206 h 2637483"/>
                      <a:gd name="connsiteX19" fmla="*/ 348593 w 1000275"/>
                      <a:gd name="connsiteY19" fmla="*/ 63581 h 2637483"/>
                      <a:gd name="connsiteX20" fmla="*/ 168390 w 1000275"/>
                      <a:gd name="connsiteY20" fmla="*/ 3229 h 2637483"/>
                      <a:gd name="connsiteX21" fmla="*/ 49842 w 1000275"/>
                      <a:gd name="connsiteY21" fmla="*/ 149306 h 2637483"/>
                      <a:gd name="connsiteX22" fmla="*/ 123167 w 1000275"/>
                      <a:gd name="connsiteY22" fmla="*/ 381080 h 2637483"/>
                      <a:gd name="connsiteX23" fmla="*/ 40615 w 1000275"/>
                      <a:gd name="connsiteY23" fmla="*/ 539828 h 2637483"/>
                      <a:gd name="connsiteX24" fmla="*/ 22741 w 1000275"/>
                      <a:gd name="connsiteY24" fmla="*/ 689858 h 2637483"/>
                      <a:gd name="connsiteX0" fmla="*/ 30887 w 1008421"/>
                      <a:gd name="connsiteY0" fmla="*/ 689858 h 2637483"/>
                      <a:gd name="connsiteX1" fmla="*/ 6627 w 1008421"/>
                      <a:gd name="connsiteY1" fmla="*/ 1256570 h 2637483"/>
                      <a:gd name="connsiteX2" fmla="*/ 8146 w 1008421"/>
                      <a:gd name="connsiteY2" fmla="*/ 1444382 h 2637483"/>
                      <a:gd name="connsiteX3" fmla="*/ 232668 w 1008421"/>
                      <a:gd name="connsiteY3" fmla="*/ 1710315 h 2637483"/>
                      <a:gd name="connsiteX4" fmla="*/ 472468 w 1008421"/>
                      <a:gd name="connsiteY4" fmla="*/ 1968768 h 2637483"/>
                      <a:gd name="connsiteX5" fmla="*/ 536201 w 1008421"/>
                      <a:gd name="connsiteY5" fmla="*/ 2268331 h 2637483"/>
                      <a:gd name="connsiteX6" fmla="*/ 685900 w 1008421"/>
                      <a:gd name="connsiteY6" fmla="*/ 2513972 h 2637483"/>
                      <a:gd name="connsiteX7" fmla="*/ 730393 w 1008421"/>
                      <a:gd name="connsiteY7" fmla="*/ 2637366 h 2637483"/>
                      <a:gd name="connsiteX8" fmla="*/ 1007818 w 1008421"/>
                      <a:gd name="connsiteY8" fmla="*/ 2494392 h 2637483"/>
                      <a:gd name="connsiteX9" fmla="*/ 795470 w 1008421"/>
                      <a:gd name="connsiteY9" fmla="*/ 2469234 h 2637483"/>
                      <a:gd name="connsiteX10" fmla="*/ 693779 w 1008421"/>
                      <a:gd name="connsiteY10" fmla="*/ 2211255 h 2637483"/>
                      <a:gd name="connsiteX11" fmla="*/ 642742 w 1008421"/>
                      <a:gd name="connsiteY11" fmla="*/ 1871004 h 2637483"/>
                      <a:gd name="connsiteX12" fmla="*/ 402644 w 1008421"/>
                      <a:gd name="connsiteY12" fmla="*/ 1445033 h 2637483"/>
                      <a:gd name="connsiteX13" fmla="*/ 354309 w 1008421"/>
                      <a:gd name="connsiteY13" fmla="*/ 1206364 h 2637483"/>
                      <a:gd name="connsiteX14" fmla="*/ 336064 w 1008421"/>
                      <a:gd name="connsiteY14" fmla="*/ 939687 h 2637483"/>
                      <a:gd name="connsiteX15" fmla="*/ 398460 w 1008421"/>
                      <a:gd name="connsiteY15" fmla="*/ 775633 h 2637483"/>
                      <a:gd name="connsiteX16" fmla="*/ 277364 w 1008421"/>
                      <a:gd name="connsiteY16" fmla="*/ 422356 h 2637483"/>
                      <a:gd name="connsiteX17" fmla="*/ 366264 w 1008421"/>
                      <a:gd name="connsiteY17" fmla="*/ 355681 h 2637483"/>
                      <a:gd name="connsiteX18" fmla="*/ 401188 w 1008421"/>
                      <a:gd name="connsiteY18" fmla="*/ 238206 h 2637483"/>
                      <a:gd name="connsiteX19" fmla="*/ 356739 w 1008421"/>
                      <a:gd name="connsiteY19" fmla="*/ 63581 h 2637483"/>
                      <a:gd name="connsiteX20" fmla="*/ 176536 w 1008421"/>
                      <a:gd name="connsiteY20" fmla="*/ 3229 h 2637483"/>
                      <a:gd name="connsiteX21" fmla="*/ 57988 w 1008421"/>
                      <a:gd name="connsiteY21" fmla="*/ 149306 h 2637483"/>
                      <a:gd name="connsiteX22" fmla="*/ 131313 w 1008421"/>
                      <a:gd name="connsiteY22" fmla="*/ 381080 h 2637483"/>
                      <a:gd name="connsiteX23" fmla="*/ 48761 w 1008421"/>
                      <a:gd name="connsiteY23" fmla="*/ 539828 h 2637483"/>
                      <a:gd name="connsiteX24" fmla="*/ 30887 w 1008421"/>
                      <a:gd name="connsiteY24" fmla="*/ 689858 h 2637483"/>
                      <a:gd name="connsiteX0" fmla="*/ 33167 w 1010701"/>
                      <a:gd name="connsiteY0" fmla="*/ 689858 h 2637483"/>
                      <a:gd name="connsiteX1" fmla="*/ 923 w 1010701"/>
                      <a:gd name="connsiteY1" fmla="*/ 1032556 h 2637483"/>
                      <a:gd name="connsiteX2" fmla="*/ 8907 w 1010701"/>
                      <a:gd name="connsiteY2" fmla="*/ 1256570 h 2637483"/>
                      <a:gd name="connsiteX3" fmla="*/ 10426 w 1010701"/>
                      <a:gd name="connsiteY3" fmla="*/ 1444382 h 2637483"/>
                      <a:gd name="connsiteX4" fmla="*/ 234948 w 1010701"/>
                      <a:gd name="connsiteY4" fmla="*/ 1710315 h 2637483"/>
                      <a:gd name="connsiteX5" fmla="*/ 474748 w 1010701"/>
                      <a:gd name="connsiteY5" fmla="*/ 1968768 h 2637483"/>
                      <a:gd name="connsiteX6" fmla="*/ 538481 w 1010701"/>
                      <a:gd name="connsiteY6" fmla="*/ 2268331 h 2637483"/>
                      <a:gd name="connsiteX7" fmla="*/ 688180 w 1010701"/>
                      <a:gd name="connsiteY7" fmla="*/ 2513972 h 2637483"/>
                      <a:gd name="connsiteX8" fmla="*/ 732673 w 1010701"/>
                      <a:gd name="connsiteY8" fmla="*/ 2637366 h 2637483"/>
                      <a:gd name="connsiteX9" fmla="*/ 1010098 w 1010701"/>
                      <a:gd name="connsiteY9" fmla="*/ 2494392 h 2637483"/>
                      <a:gd name="connsiteX10" fmla="*/ 797750 w 1010701"/>
                      <a:gd name="connsiteY10" fmla="*/ 2469234 h 2637483"/>
                      <a:gd name="connsiteX11" fmla="*/ 696059 w 1010701"/>
                      <a:gd name="connsiteY11" fmla="*/ 2211255 h 2637483"/>
                      <a:gd name="connsiteX12" fmla="*/ 645022 w 1010701"/>
                      <a:gd name="connsiteY12" fmla="*/ 1871004 h 2637483"/>
                      <a:gd name="connsiteX13" fmla="*/ 404924 w 1010701"/>
                      <a:gd name="connsiteY13" fmla="*/ 1445033 h 2637483"/>
                      <a:gd name="connsiteX14" fmla="*/ 356589 w 1010701"/>
                      <a:gd name="connsiteY14" fmla="*/ 1206364 h 2637483"/>
                      <a:gd name="connsiteX15" fmla="*/ 338344 w 1010701"/>
                      <a:gd name="connsiteY15" fmla="*/ 939687 h 2637483"/>
                      <a:gd name="connsiteX16" fmla="*/ 400740 w 1010701"/>
                      <a:gd name="connsiteY16" fmla="*/ 775633 h 2637483"/>
                      <a:gd name="connsiteX17" fmla="*/ 279644 w 1010701"/>
                      <a:gd name="connsiteY17" fmla="*/ 422356 h 2637483"/>
                      <a:gd name="connsiteX18" fmla="*/ 368544 w 1010701"/>
                      <a:gd name="connsiteY18" fmla="*/ 355681 h 2637483"/>
                      <a:gd name="connsiteX19" fmla="*/ 403468 w 1010701"/>
                      <a:gd name="connsiteY19" fmla="*/ 238206 h 2637483"/>
                      <a:gd name="connsiteX20" fmla="*/ 359019 w 1010701"/>
                      <a:gd name="connsiteY20" fmla="*/ 63581 h 2637483"/>
                      <a:gd name="connsiteX21" fmla="*/ 178816 w 1010701"/>
                      <a:gd name="connsiteY21" fmla="*/ 3229 h 2637483"/>
                      <a:gd name="connsiteX22" fmla="*/ 60268 w 1010701"/>
                      <a:gd name="connsiteY22" fmla="*/ 149306 h 2637483"/>
                      <a:gd name="connsiteX23" fmla="*/ 133593 w 1010701"/>
                      <a:gd name="connsiteY23" fmla="*/ 381080 h 2637483"/>
                      <a:gd name="connsiteX24" fmla="*/ 51041 w 1010701"/>
                      <a:gd name="connsiteY24" fmla="*/ 539828 h 2637483"/>
                      <a:gd name="connsiteX25" fmla="*/ 33167 w 1010701"/>
                      <a:gd name="connsiteY25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0 w 1009778"/>
                      <a:gd name="connsiteY2" fmla="*/ 1032556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47836 w 1009778"/>
                      <a:gd name="connsiteY2" fmla="*/ 1040801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31923 w 1001837"/>
                      <a:gd name="connsiteY1" fmla="*/ 963842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509"/>
                      <a:gd name="connsiteX1" fmla="*/ 13320 w 1001826"/>
                      <a:gd name="connsiteY1" fmla="*/ 873140 h 2637509"/>
                      <a:gd name="connsiteX2" fmla="*/ 39895 w 1001826"/>
                      <a:gd name="connsiteY2" fmla="*/ 1040801 h 2637509"/>
                      <a:gd name="connsiteX3" fmla="*/ 43 w 1001826"/>
                      <a:gd name="connsiteY3" fmla="*/ 1256570 h 2637509"/>
                      <a:gd name="connsiteX4" fmla="*/ 1562 w 1001826"/>
                      <a:gd name="connsiteY4" fmla="*/ 1444382 h 2637509"/>
                      <a:gd name="connsiteX5" fmla="*/ 226084 w 1001826"/>
                      <a:gd name="connsiteY5" fmla="*/ 1710315 h 2637509"/>
                      <a:gd name="connsiteX6" fmla="*/ 465884 w 1001826"/>
                      <a:gd name="connsiteY6" fmla="*/ 1968768 h 2637509"/>
                      <a:gd name="connsiteX7" fmla="*/ 481780 w 1001826"/>
                      <a:gd name="connsiteY7" fmla="*/ 2194120 h 2637509"/>
                      <a:gd name="connsiteX8" fmla="*/ 679316 w 1001826"/>
                      <a:gd name="connsiteY8" fmla="*/ 2513972 h 2637509"/>
                      <a:gd name="connsiteX9" fmla="*/ 723809 w 1001826"/>
                      <a:gd name="connsiteY9" fmla="*/ 2637366 h 2637509"/>
                      <a:gd name="connsiteX10" fmla="*/ 1001234 w 1001826"/>
                      <a:gd name="connsiteY10" fmla="*/ 2494392 h 2637509"/>
                      <a:gd name="connsiteX11" fmla="*/ 788886 w 1001826"/>
                      <a:gd name="connsiteY11" fmla="*/ 2469234 h 2637509"/>
                      <a:gd name="connsiteX12" fmla="*/ 692510 w 1001826"/>
                      <a:gd name="connsiteY12" fmla="*/ 2178273 h 2637509"/>
                      <a:gd name="connsiteX13" fmla="*/ 636158 w 1001826"/>
                      <a:gd name="connsiteY13" fmla="*/ 1871004 h 2637509"/>
                      <a:gd name="connsiteX14" fmla="*/ 396060 w 1001826"/>
                      <a:gd name="connsiteY14" fmla="*/ 1445033 h 2637509"/>
                      <a:gd name="connsiteX15" fmla="*/ 347725 w 1001826"/>
                      <a:gd name="connsiteY15" fmla="*/ 1206364 h 2637509"/>
                      <a:gd name="connsiteX16" fmla="*/ 329480 w 1001826"/>
                      <a:gd name="connsiteY16" fmla="*/ 939687 h 2637509"/>
                      <a:gd name="connsiteX17" fmla="*/ 391876 w 1001826"/>
                      <a:gd name="connsiteY17" fmla="*/ 775633 h 2637509"/>
                      <a:gd name="connsiteX18" fmla="*/ 262807 w 1001826"/>
                      <a:gd name="connsiteY18" fmla="*/ 466333 h 2637509"/>
                      <a:gd name="connsiteX19" fmla="*/ 359680 w 1001826"/>
                      <a:gd name="connsiteY19" fmla="*/ 355681 h 2637509"/>
                      <a:gd name="connsiteX20" fmla="*/ 394604 w 1001826"/>
                      <a:gd name="connsiteY20" fmla="*/ 238206 h 2637509"/>
                      <a:gd name="connsiteX21" fmla="*/ 350155 w 1001826"/>
                      <a:gd name="connsiteY21" fmla="*/ 63581 h 2637509"/>
                      <a:gd name="connsiteX22" fmla="*/ 169952 w 1001826"/>
                      <a:gd name="connsiteY22" fmla="*/ 3229 h 2637509"/>
                      <a:gd name="connsiteX23" fmla="*/ 51404 w 1001826"/>
                      <a:gd name="connsiteY23" fmla="*/ 149306 h 2637509"/>
                      <a:gd name="connsiteX24" fmla="*/ 124729 w 1001826"/>
                      <a:gd name="connsiteY24" fmla="*/ 381080 h 2637509"/>
                      <a:gd name="connsiteX25" fmla="*/ 42177 w 1001826"/>
                      <a:gd name="connsiteY25" fmla="*/ 539828 h 2637509"/>
                      <a:gd name="connsiteX26" fmla="*/ 24303 w 1001826"/>
                      <a:gd name="connsiteY26" fmla="*/ 689858 h 2637509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30714 w 1008237"/>
                      <a:gd name="connsiteY0" fmla="*/ 689858 h 2637500"/>
                      <a:gd name="connsiteX1" fmla="*/ 19731 w 1008237"/>
                      <a:gd name="connsiteY1" fmla="*/ 873140 h 2637500"/>
                      <a:gd name="connsiteX2" fmla="*/ 46306 w 1008237"/>
                      <a:gd name="connsiteY2" fmla="*/ 1040801 h 2637500"/>
                      <a:gd name="connsiteX3" fmla="*/ 6454 w 1008237"/>
                      <a:gd name="connsiteY3" fmla="*/ 1256570 h 2637500"/>
                      <a:gd name="connsiteX4" fmla="*/ 0 w 1008237"/>
                      <a:gd name="connsiteY4" fmla="*/ 1433388 h 2637500"/>
                      <a:gd name="connsiteX5" fmla="*/ 232495 w 1008237"/>
                      <a:gd name="connsiteY5" fmla="*/ 1710315 h 2637500"/>
                      <a:gd name="connsiteX6" fmla="*/ 472295 w 1008237"/>
                      <a:gd name="connsiteY6" fmla="*/ 1968768 h 2637500"/>
                      <a:gd name="connsiteX7" fmla="*/ 506794 w 1008237"/>
                      <a:gd name="connsiteY7" fmla="*/ 2216108 h 2637500"/>
                      <a:gd name="connsiteX8" fmla="*/ 685727 w 1008237"/>
                      <a:gd name="connsiteY8" fmla="*/ 2513972 h 2637500"/>
                      <a:gd name="connsiteX9" fmla="*/ 730220 w 1008237"/>
                      <a:gd name="connsiteY9" fmla="*/ 2637366 h 2637500"/>
                      <a:gd name="connsiteX10" fmla="*/ 1007645 w 1008237"/>
                      <a:gd name="connsiteY10" fmla="*/ 2494392 h 2637500"/>
                      <a:gd name="connsiteX11" fmla="*/ 795297 w 1008237"/>
                      <a:gd name="connsiteY11" fmla="*/ 2469234 h 2637500"/>
                      <a:gd name="connsiteX12" fmla="*/ 698921 w 1008237"/>
                      <a:gd name="connsiteY12" fmla="*/ 2178273 h 2637500"/>
                      <a:gd name="connsiteX13" fmla="*/ 642569 w 1008237"/>
                      <a:gd name="connsiteY13" fmla="*/ 1871004 h 2637500"/>
                      <a:gd name="connsiteX14" fmla="*/ 402471 w 1008237"/>
                      <a:gd name="connsiteY14" fmla="*/ 1445033 h 2637500"/>
                      <a:gd name="connsiteX15" fmla="*/ 354136 w 1008237"/>
                      <a:gd name="connsiteY15" fmla="*/ 1206364 h 2637500"/>
                      <a:gd name="connsiteX16" fmla="*/ 335891 w 1008237"/>
                      <a:gd name="connsiteY16" fmla="*/ 939687 h 2637500"/>
                      <a:gd name="connsiteX17" fmla="*/ 398287 w 1008237"/>
                      <a:gd name="connsiteY17" fmla="*/ 775633 h 2637500"/>
                      <a:gd name="connsiteX18" fmla="*/ 269218 w 1008237"/>
                      <a:gd name="connsiteY18" fmla="*/ 466333 h 2637500"/>
                      <a:gd name="connsiteX19" fmla="*/ 366091 w 1008237"/>
                      <a:gd name="connsiteY19" fmla="*/ 355681 h 2637500"/>
                      <a:gd name="connsiteX20" fmla="*/ 401015 w 1008237"/>
                      <a:gd name="connsiteY20" fmla="*/ 238206 h 2637500"/>
                      <a:gd name="connsiteX21" fmla="*/ 356566 w 1008237"/>
                      <a:gd name="connsiteY21" fmla="*/ 63581 h 2637500"/>
                      <a:gd name="connsiteX22" fmla="*/ 176363 w 1008237"/>
                      <a:gd name="connsiteY22" fmla="*/ 3229 h 2637500"/>
                      <a:gd name="connsiteX23" fmla="*/ 57815 w 1008237"/>
                      <a:gd name="connsiteY23" fmla="*/ 149306 h 2637500"/>
                      <a:gd name="connsiteX24" fmla="*/ 131140 w 1008237"/>
                      <a:gd name="connsiteY24" fmla="*/ 381080 h 2637500"/>
                      <a:gd name="connsiteX25" fmla="*/ 48588 w 1008237"/>
                      <a:gd name="connsiteY25" fmla="*/ 539828 h 2637500"/>
                      <a:gd name="connsiteX26" fmla="*/ 30714 w 1008237"/>
                      <a:gd name="connsiteY26" fmla="*/ 689858 h 2637500"/>
                      <a:gd name="connsiteX0" fmla="*/ 48205 w 1025728"/>
                      <a:gd name="connsiteY0" fmla="*/ 689858 h 2637500"/>
                      <a:gd name="connsiteX1" fmla="*/ 37222 w 1025728"/>
                      <a:gd name="connsiteY1" fmla="*/ 873140 h 2637500"/>
                      <a:gd name="connsiteX2" fmla="*/ 63797 w 1025728"/>
                      <a:gd name="connsiteY2" fmla="*/ 1040801 h 2637500"/>
                      <a:gd name="connsiteX3" fmla="*/ 27 w 1025728"/>
                      <a:gd name="connsiteY3" fmla="*/ 1267564 h 2637500"/>
                      <a:gd name="connsiteX4" fmla="*/ 17491 w 1025728"/>
                      <a:gd name="connsiteY4" fmla="*/ 1433388 h 2637500"/>
                      <a:gd name="connsiteX5" fmla="*/ 249986 w 1025728"/>
                      <a:gd name="connsiteY5" fmla="*/ 1710315 h 2637500"/>
                      <a:gd name="connsiteX6" fmla="*/ 489786 w 1025728"/>
                      <a:gd name="connsiteY6" fmla="*/ 1968768 h 2637500"/>
                      <a:gd name="connsiteX7" fmla="*/ 524285 w 1025728"/>
                      <a:gd name="connsiteY7" fmla="*/ 2216108 h 2637500"/>
                      <a:gd name="connsiteX8" fmla="*/ 703218 w 1025728"/>
                      <a:gd name="connsiteY8" fmla="*/ 2513972 h 2637500"/>
                      <a:gd name="connsiteX9" fmla="*/ 747711 w 1025728"/>
                      <a:gd name="connsiteY9" fmla="*/ 2637366 h 2637500"/>
                      <a:gd name="connsiteX10" fmla="*/ 1025136 w 1025728"/>
                      <a:gd name="connsiteY10" fmla="*/ 2494392 h 2637500"/>
                      <a:gd name="connsiteX11" fmla="*/ 812788 w 1025728"/>
                      <a:gd name="connsiteY11" fmla="*/ 2469234 h 2637500"/>
                      <a:gd name="connsiteX12" fmla="*/ 716412 w 1025728"/>
                      <a:gd name="connsiteY12" fmla="*/ 2178273 h 2637500"/>
                      <a:gd name="connsiteX13" fmla="*/ 660060 w 1025728"/>
                      <a:gd name="connsiteY13" fmla="*/ 1871004 h 2637500"/>
                      <a:gd name="connsiteX14" fmla="*/ 419962 w 1025728"/>
                      <a:gd name="connsiteY14" fmla="*/ 1445033 h 2637500"/>
                      <a:gd name="connsiteX15" fmla="*/ 371627 w 1025728"/>
                      <a:gd name="connsiteY15" fmla="*/ 1206364 h 2637500"/>
                      <a:gd name="connsiteX16" fmla="*/ 353382 w 1025728"/>
                      <a:gd name="connsiteY16" fmla="*/ 939687 h 2637500"/>
                      <a:gd name="connsiteX17" fmla="*/ 415778 w 1025728"/>
                      <a:gd name="connsiteY17" fmla="*/ 775633 h 2637500"/>
                      <a:gd name="connsiteX18" fmla="*/ 286709 w 1025728"/>
                      <a:gd name="connsiteY18" fmla="*/ 466333 h 2637500"/>
                      <a:gd name="connsiteX19" fmla="*/ 383582 w 1025728"/>
                      <a:gd name="connsiteY19" fmla="*/ 355681 h 2637500"/>
                      <a:gd name="connsiteX20" fmla="*/ 418506 w 1025728"/>
                      <a:gd name="connsiteY20" fmla="*/ 238206 h 2637500"/>
                      <a:gd name="connsiteX21" fmla="*/ 374057 w 1025728"/>
                      <a:gd name="connsiteY21" fmla="*/ 63581 h 2637500"/>
                      <a:gd name="connsiteX22" fmla="*/ 193854 w 1025728"/>
                      <a:gd name="connsiteY22" fmla="*/ 3229 h 2637500"/>
                      <a:gd name="connsiteX23" fmla="*/ 75306 w 1025728"/>
                      <a:gd name="connsiteY23" fmla="*/ 149306 h 2637500"/>
                      <a:gd name="connsiteX24" fmla="*/ 148631 w 1025728"/>
                      <a:gd name="connsiteY24" fmla="*/ 381080 h 2637500"/>
                      <a:gd name="connsiteX25" fmla="*/ 66079 w 1025728"/>
                      <a:gd name="connsiteY25" fmla="*/ 539828 h 2637500"/>
                      <a:gd name="connsiteX26" fmla="*/ 48205 w 1025728"/>
                      <a:gd name="connsiteY26" fmla="*/ 689858 h 2637500"/>
                      <a:gd name="connsiteX0" fmla="*/ 48178 w 1025701"/>
                      <a:gd name="connsiteY0" fmla="*/ 689858 h 2637500"/>
                      <a:gd name="connsiteX1" fmla="*/ 37195 w 1025701"/>
                      <a:gd name="connsiteY1" fmla="*/ 873140 h 2637500"/>
                      <a:gd name="connsiteX2" fmla="*/ 63770 w 1025701"/>
                      <a:gd name="connsiteY2" fmla="*/ 1040801 h 2637500"/>
                      <a:gd name="connsiteX3" fmla="*/ 0 w 1025701"/>
                      <a:gd name="connsiteY3" fmla="*/ 1267564 h 2637500"/>
                      <a:gd name="connsiteX4" fmla="*/ 17464 w 1025701"/>
                      <a:gd name="connsiteY4" fmla="*/ 1433388 h 2637500"/>
                      <a:gd name="connsiteX5" fmla="*/ 249959 w 1025701"/>
                      <a:gd name="connsiteY5" fmla="*/ 1710315 h 2637500"/>
                      <a:gd name="connsiteX6" fmla="*/ 489759 w 1025701"/>
                      <a:gd name="connsiteY6" fmla="*/ 1968768 h 2637500"/>
                      <a:gd name="connsiteX7" fmla="*/ 524258 w 1025701"/>
                      <a:gd name="connsiteY7" fmla="*/ 2216108 h 2637500"/>
                      <a:gd name="connsiteX8" fmla="*/ 703191 w 1025701"/>
                      <a:gd name="connsiteY8" fmla="*/ 2513972 h 2637500"/>
                      <a:gd name="connsiteX9" fmla="*/ 747684 w 1025701"/>
                      <a:gd name="connsiteY9" fmla="*/ 2637366 h 2637500"/>
                      <a:gd name="connsiteX10" fmla="*/ 1025109 w 1025701"/>
                      <a:gd name="connsiteY10" fmla="*/ 2494392 h 2637500"/>
                      <a:gd name="connsiteX11" fmla="*/ 812761 w 1025701"/>
                      <a:gd name="connsiteY11" fmla="*/ 2469234 h 2637500"/>
                      <a:gd name="connsiteX12" fmla="*/ 716385 w 1025701"/>
                      <a:gd name="connsiteY12" fmla="*/ 2178273 h 2637500"/>
                      <a:gd name="connsiteX13" fmla="*/ 660033 w 1025701"/>
                      <a:gd name="connsiteY13" fmla="*/ 1871004 h 2637500"/>
                      <a:gd name="connsiteX14" fmla="*/ 419935 w 1025701"/>
                      <a:gd name="connsiteY14" fmla="*/ 1445033 h 2637500"/>
                      <a:gd name="connsiteX15" fmla="*/ 371600 w 1025701"/>
                      <a:gd name="connsiteY15" fmla="*/ 1206364 h 2637500"/>
                      <a:gd name="connsiteX16" fmla="*/ 353355 w 1025701"/>
                      <a:gd name="connsiteY16" fmla="*/ 939687 h 2637500"/>
                      <a:gd name="connsiteX17" fmla="*/ 415751 w 1025701"/>
                      <a:gd name="connsiteY17" fmla="*/ 775633 h 2637500"/>
                      <a:gd name="connsiteX18" fmla="*/ 286682 w 1025701"/>
                      <a:gd name="connsiteY18" fmla="*/ 466333 h 2637500"/>
                      <a:gd name="connsiteX19" fmla="*/ 383555 w 1025701"/>
                      <a:gd name="connsiteY19" fmla="*/ 355681 h 2637500"/>
                      <a:gd name="connsiteX20" fmla="*/ 418479 w 1025701"/>
                      <a:gd name="connsiteY20" fmla="*/ 238206 h 2637500"/>
                      <a:gd name="connsiteX21" fmla="*/ 374030 w 1025701"/>
                      <a:gd name="connsiteY21" fmla="*/ 63581 h 2637500"/>
                      <a:gd name="connsiteX22" fmla="*/ 193827 w 1025701"/>
                      <a:gd name="connsiteY22" fmla="*/ 3229 h 2637500"/>
                      <a:gd name="connsiteX23" fmla="*/ 75279 w 1025701"/>
                      <a:gd name="connsiteY23" fmla="*/ 149306 h 2637500"/>
                      <a:gd name="connsiteX24" fmla="*/ 148604 w 1025701"/>
                      <a:gd name="connsiteY24" fmla="*/ 381080 h 2637500"/>
                      <a:gd name="connsiteX25" fmla="*/ 66052 w 1025701"/>
                      <a:gd name="connsiteY25" fmla="*/ 539828 h 2637500"/>
                      <a:gd name="connsiteX26" fmla="*/ 48178 w 1025701"/>
                      <a:gd name="connsiteY26" fmla="*/ 689858 h 2637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025701" h="2637500">
                        <a:moveTo>
                          <a:pt x="48178" y="689858"/>
                        </a:moveTo>
                        <a:cubicBezTo>
                          <a:pt x="43369" y="745410"/>
                          <a:pt x="41238" y="778688"/>
                          <a:pt x="37195" y="873140"/>
                        </a:cubicBezTo>
                        <a:lnTo>
                          <a:pt x="63770" y="1040801"/>
                        </a:lnTo>
                        <a:cubicBezTo>
                          <a:pt x="65101" y="1078137"/>
                          <a:pt x="17019" y="1198926"/>
                          <a:pt x="0" y="1267564"/>
                        </a:cubicBezTo>
                        <a:cubicBezTo>
                          <a:pt x="15034" y="1400647"/>
                          <a:pt x="17993" y="1378150"/>
                          <a:pt x="17464" y="1433388"/>
                        </a:cubicBezTo>
                        <a:cubicBezTo>
                          <a:pt x="54805" y="1500996"/>
                          <a:pt x="171243" y="1621085"/>
                          <a:pt x="249959" y="1710315"/>
                        </a:cubicBezTo>
                        <a:cubicBezTo>
                          <a:pt x="328675" y="1799545"/>
                          <a:pt x="395653" y="1818274"/>
                          <a:pt x="489759" y="1968768"/>
                        </a:cubicBezTo>
                        <a:cubicBezTo>
                          <a:pt x="488193" y="2138502"/>
                          <a:pt x="507289" y="2169218"/>
                          <a:pt x="524258" y="2216108"/>
                        </a:cubicBezTo>
                        <a:cubicBezTo>
                          <a:pt x="541227" y="2262998"/>
                          <a:pt x="665953" y="2443762"/>
                          <a:pt x="703191" y="2513972"/>
                        </a:cubicBezTo>
                        <a:cubicBezTo>
                          <a:pt x="740429" y="2584182"/>
                          <a:pt x="694031" y="2640629"/>
                          <a:pt x="747684" y="2637366"/>
                        </a:cubicBezTo>
                        <a:cubicBezTo>
                          <a:pt x="801337" y="2634103"/>
                          <a:pt x="1014263" y="2522414"/>
                          <a:pt x="1025109" y="2494392"/>
                        </a:cubicBezTo>
                        <a:cubicBezTo>
                          <a:pt x="1035955" y="2466370"/>
                          <a:pt x="895393" y="2465125"/>
                          <a:pt x="812761" y="2469234"/>
                        </a:cubicBezTo>
                        <a:cubicBezTo>
                          <a:pt x="756436" y="2320001"/>
                          <a:pt x="772488" y="2361667"/>
                          <a:pt x="716385" y="2178273"/>
                        </a:cubicBezTo>
                        <a:cubicBezTo>
                          <a:pt x="691681" y="2053976"/>
                          <a:pt x="668465" y="2050741"/>
                          <a:pt x="660033" y="1871004"/>
                        </a:cubicBezTo>
                        <a:cubicBezTo>
                          <a:pt x="621063" y="1690250"/>
                          <a:pt x="468007" y="1555806"/>
                          <a:pt x="419935" y="1445033"/>
                        </a:cubicBezTo>
                        <a:cubicBezTo>
                          <a:pt x="371863" y="1334260"/>
                          <a:pt x="356783" y="1221181"/>
                          <a:pt x="371600" y="1206364"/>
                        </a:cubicBezTo>
                        <a:cubicBezTo>
                          <a:pt x="356960" y="1108855"/>
                          <a:pt x="345997" y="1011475"/>
                          <a:pt x="353355" y="939687"/>
                        </a:cubicBezTo>
                        <a:cubicBezTo>
                          <a:pt x="360713" y="867899"/>
                          <a:pt x="359012" y="886140"/>
                          <a:pt x="415751" y="775633"/>
                        </a:cubicBezTo>
                        <a:cubicBezTo>
                          <a:pt x="376064" y="651809"/>
                          <a:pt x="292048" y="536325"/>
                          <a:pt x="286682" y="466333"/>
                        </a:cubicBezTo>
                        <a:cubicBezTo>
                          <a:pt x="281316" y="396341"/>
                          <a:pt x="361589" y="393702"/>
                          <a:pt x="383555" y="355681"/>
                        </a:cubicBezTo>
                        <a:cubicBezTo>
                          <a:pt x="405521" y="317660"/>
                          <a:pt x="398900" y="283186"/>
                          <a:pt x="418479" y="238206"/>
                        </a:cubicBezTo>
                        <a:cubicBezTo>
                          <a:pt x="390433" y="193227"/>
                          <a:pt x="411472" y="102744"/>
                          <a:pt x="374030" y="63581"/>
                        </a:cubicBezTo>
                        <a:cubicBezTo>
                          <a:pt x="336588" y="24418"/>
                          <a:pt x="243619" y="-11058"/>
                          <a:pt x="193827" y="3229"/>
                        </a:cubicBezTo>
                        <a:cubicBezTo>
                          <a:pt x="144035" y="17516"/>
                          <a:pt x="82816" y="86331"/>
                          <a:pt x="75279" y="149306"/>
                        </a:cubicBezTo>
                        <a:cubicBezTo>
                          <a:pt x="67742" y="212281"/>
                          <a:pt x="150142" y="315993"/>
                          <a:pt x="148604" y="381080"/>
                        </a:cubicBezTo>
                        <a:cubicBezTo>
                          <a:pt x="147066" y="446167"/>
                          <a:pt x="104152" y="459924"/>
                          <a:pt x="66052" y="539828"/>
                        </a:cubicBezTo>
                        <a:cubicBezTo>
                          <a:pt x="36420" y="601210"/>
                          <a:pt x="52987" y="634306"/>
                          <a:pt x="48178" y="689858"/>
                        </a:cubicBezTo>
                        <a:close/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00" name="任意多边形: 形状 1299">
                    <a:extLst>
                      <a:ext uri="{FF2B5EF4-FFF2-40B4-BE49-F238E27FC236}">
                        <a16:creationId xmlns:a16="http://schemas.microsoft.com/office/drawing/2014/main" id="{B24075CF-B7C3-D5D1-F433-F8D178A3448C}"/>
                      </a:ext>
                    </a:extLst>
                  </p:cNvPr>
                  <p:cNvSpPr/>
                  <p:nvPr/>
                </p:nvSpPr>
                <p:spPr>
                  <a:xfrm rot="1261961">
                    <a:off x="910780" y="7723621"/>
                    <a:ext cx="385513" cy="1170221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4658" h="987837">
                        <a:moveTo>
                          <a:pt x="72092" y="0"/>
                        </a:moveTo>
                        <a:cubicBezTo>
                          <a:pt x="23540" y="80028"/>
                          <a:pt x="33207" y="190781"/>
                          <a:pt x="21923" y="265387"/>
                        </a:cubicBezTo>
                        <a:cubicBezTo>
                          <a:pt x="10639" y="339993"/>
                          <a:pt x="-8720" y="389118"/>
                          <a:pt x="4389" y="447637"/>
                        </a:cubicBezTo>
                        <a:cubicBezTo>
                          <a:pt x="17498" y="506156"/>
                          <a:pt x="50075" y="585271"/>
                          <a:pt x="76530" y="643732"/>
                        </a:cubicBezTo>
                        <a:cubicBezTo>
                          <a:pt x="102986" y="702193"/>
                          <a:pt x="142199" y="750992"/>
                          <a:pt x="163122" y="798405"/>
                        </a:cubicBezTo>
                        <a:cubicBezTo>
                          <a:pt x="184045" y="845818"/>
                          <a:pt x="184288" y="876652"/>
                          <a:pt x="202068" y="928207"/>
                        </a:cubicBezTo>
                        <a:cubicBezTo>
                          <a:pt x="218830" y="959972"/>
                          <a:pt x="249153" y="988920"/>
                          <a:pt x="267918" y="987806"/>
                        </a:cubicBezTo>
                        <a:cubicBezTo>
                          <a:pt x="286683" y="986692"/>
                          <a:pt x="314622" y="951860"/>
                          <a:pt x="314658" y="921523"/>
                        </a:cubicBezTo>
                        <a:cubicBezTo>
                          <a:pt x="314694" y="891186"/>
                          <a:pt x="288600" y="851906"/>
                          <a:pt x="268132" y="805785"/>
                        </a:cubicBezTo>
                        <a:cubicBezTo>
                          <a:pt x="247664" y="759664"/>
                          <a:pt x="220623" y="708936"/>
                          <a:pt x="191851" y="644795"/>
                        </a:cubicBezTo>
                        <a:cubicBezTo>
                          <a:pt x="167457" y="581632"/>
                          <a:pt x="143267" y="494752"/>
                          <a:pt x="123775" y="451204"/>
                        </a:cubicBezTo>
                        <a:cubicBezTo>
                          <a:pt x="104283" y="407656"/>
                          <a:pt x="216550" y="124545"/>
                          <a:pt x="209274" y="103378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grpSp>
            <p:nvGrpSpPr>
              <p:cNvPr id="1122" name="组合 1121">
                <a:extLst>
                  <a:ext uri="{FF2B5EF4-FFF2-40B4-BE49-F238E27FC236}">
                    <a16:creationId xmlns:a16="http://schemas.microsoft.com/office/drawing/2014/main" id="{ED8AE713-8FED-07F3-43FC-7FAB70EC2DE2}"/>
                  </a:ext>
                </a:extLst>
              </p:cNvPr>
              <p:cNvGrpSpPr/>
              <p:nvPr/>
            </p:nvGrpSpPr>
            <p:grpSpPr>
              <a:xfrm>
                <a:off x="6011704" y="1449193"/>
                <a:ext cx="242158" cy="452186"/>
                <a:chOff x="6011704" y="1449193"/>
                <a:chExt cx="242158" cy="452186"/>
              </a:xfrm>
            </p:grpSpPr>
            <p:grpSp>
              <p:nvGrpSpPr>
                <p:cNvPr id="1291" name="组合 1290">
                  <a:extLst>
                    <a:ext uri="{FF2B5EF4-FFF2-40B4-BE49-F238E27FC236}">
                      <a16:creationId xmlns:a16="http://schemas.microsoft.com/office/drawing/2014/main" id="{C058153F-656D-EA28-7FF6-0B70D457D8F4}"/>
                    </a:ext>
                  </a:extLst>
                </p:cNvPr>
                <p:cNvGrpSpPr/>
                <p:nvPr/>
              </p:nvGrpSpPr>
              <p:grpSpPr>
                <a:xfrm>
                  <a:off x="6011704" y="1449193"/>
                  <a:ext cx="203234" cy="452186"/>
                  <a:chOff x="10080438" y="4594640"/>
                  <a:chExt cx="236025" cy="583555"/>
                </a:xfrm>
              </p:grpSpPr>
              <p:sp>
                <p:nvSpPr>
                  <p:cNvPr id="1293" name="梯形 1292">
                    <a:extLst>
                      <a:ext uri="{FF2B5EF4-FFF2-40B4-BE49-F238E27FC236}">
                        <a16:creationId xmlns:a16="http://schemas.microsoft.com/office/drawing/2014/main" id="{5D5930EB-C03E-E42D-59FF-D7AA18D0D6FA}"/>
                      </a:ext>
                    </a:extLst>
                  </p:cNvPr>
                  <p:cNvSpPr/>
                  <p:nvPr/>
                </p:nvSpPr>
                <p:spPr>
                  <a:xfrm rot="7072032">
                    <a:off x="10251077" y="4690820"/>
                    <a:ext cx="82740" cy="48033"/>
                  </a:xfrm>
                  <a:prstGeom prst="trapezoid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294" name="弦形 191">
                    <a:extLst>
                      <a:ext uri="{FF2B5EF4-FFF2-40B4-BE49-F238E27FC236}">
                        <a16:creationId xmlns:a16="http://schemas.microsoft.com/office/drawing/2014/main" id="{4E1022C2-3281-3731-6D51-7CCD10BE05F5}"/>
                      </a:ext>
                    </a:extLst>
                  </p:cNvPr>
                  <p:cNvSpPr/>
                  <p:nvPr/>
                </p:nvSpPr>
                <p:spPr>
                  <a:xfrm rot="14277974">
                    <a:off x="10114612" y="4560466"/>
                    <a:ext cx="157336" cy="225684"/>
                  </a:xfrm>
                  <a:custGeom>
                    <a:avLst/>
                    <a:gdLst>
                      <a:gd name="connsiteX0" fmla="*/ 147934 w 164111"/>
                      <a:gd name="connsiteY0" fmla="*/ 175384 h 219755"/>
                      <a:gd name="connsiteX1" fmla="*/ 32004 w 164111"/>
                      <a:gd name="connsiteY1" fmla="*/ 196947 h 219755"/>
                      <a:gd name="connsiteX2" fmla="*/ 1583 w 164111"/>
                      <a:gd name="connsiteY2" fmla="*/ 88395 h 219755"/>
                      <a:gd name="connsiteX3" fmla="*/ 82056 w 164111"/>
                      <a:gd name="connsiteY3" fmla="*/ -2 h 219755"/>
                      <a:gd name="connsiteX4" fmla="*/ 147934 w 164111"/>
                      <a:gd name="connsiteY4" fmla="*/ 175384 h 219755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6352 w 146352"/>
                      <a:gd name="connsiteY0" fmla="*/ 165552 h 209929"/>
                      <a:gd name="connsiteX1" fmla="*/ 30422 w 146352"/>
                      <a:gd name="connsiteY1" fmla="*/ 187115 h 209929"/>
                      <a:gd name="connsiteX2" fmla="*/ 1 w 146352"/>
                      <a:gd name="connsiteY2" fmla="*/ 78563 h 209929"/>
                      <a:gd name="connsiteX3" fmla="*/ 60275 w 146352"/>
                      <a:gd name="connsiteY3" fmla="*/ 0 h 209929"/>
                      <a:gd name="connsiteX4" fmla="*/ 146352 w 146352"/>
                      <a:gd name="connsiteY4" fmla="*/ 165552 h 20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352" h="209929">
                        <a:moveTo>
                          <a:pt x="146352" y="165552"/>
                        </a:moveTo>
                        <a:cubicBezTo>
                          <a:pt x="119003" y="214869"/>
                          <a:pt x="66773" y="224584"/>
                          <a:pt x="30422" y="187115"/>
                        </a:cubicBezTo>
                        <a:cubicBezTo>
                          <a:pt x="5690" y="161623"/>
                          <a:pt x="-39" y="112107"/>
                          <a:pt x="1" y="78563"/>
                        </a:cubicBezTo>
                        <a:cubicBezTo>
                          <a:pt x="2093" y="40547"/>
                          <a:pt x="12170" y="21072"/>
                          <a:pt x="60275" y="0"/>
                        </a:cubicBezTo>
                        <a:cubicBezTo>
                          <a:pt x="82234" y="58462"/>
                          <a:pt x="124393" y="107090"/>
                          <a:pt x="146352" y="16555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75000"/>
                      <a:lumOff val="25000"/>
                    </a:schemeClr>
                  </a:solidFill>
                  <a:ln w="9525">
                    <a:solidFill>
                      <a:schemeClr val="tx1">
                        <a:lumMod val="85000"/>
                        <a:lumOff val="15000"/>
                      </a:schemeClr>
                    </a:solidFill>
                  </a:ln>
                  <a:scene3d>
                    <a:camera prst="orthographicFront">
                      <a:rot lat="20699986" lon="0" rev="0"/>
                    </a:camera>
                    <a:lightRig rig="threePt" dir="t"/>
                  </a:scene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 dirty="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295" name="矩形 1294">
                    <a:extLst>
                      <a:ext uri="{FF2B5EF4-FFF2-40B4-BE49-F238E27FC236}">
                        <a16:creationId xmlns:a16="http://schemas.microsoft.com/office/drawing/2014/main" id="{A9AA3C1C-67C3-E499-63F8-C3D14F796187}"/>
                      </a:ext>
                    </a:extLst>
                  </p:cNvPr>
                  <p:cNvSpPr/>
                  <p:nvPr/>
                </p:nvSpPr>
                <p:spPr>
                  <a:xfrm rot="21145286">
                    <a:off x="10113781" y="4962295"/>
                    <a:ext cx="82012" cy="215900"/>
                  </a:xfrm>
                  <a:prstGeom prst="rect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  <a:scene3d>
                    <a:camera prst="orthographicFront">
                      <a:rot lat="887528" lon="620448" rev="161679"/>
                    </a:camera>
                    <a:lightRig rig="threePt" dir="t"/>
                  </a:scene3d>
                  <a:sp3d extrusionH="1905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292" name="任意多边形: 形状 1291">
                  <a:extLst>
                    <a:ext uri="{FF2B5EF4-FFF2-40B4-BE49-F238E27FC236}">
                      <a16:creationId xmlns:a16="http://schemas.microsoft.com/office/drawing/2014/main" id="{45942DAC-6A38-7B7A-EB4E-4597DBCFB759}"/>
                    </a:ext>
                  </a:extLst>
                </p:cNvPr>
                <p:cNvSpPr/>
                <p:nvPr/>
              </p:nvSpPr>
              <p:spPr>
                <a:xfrm>
                  <a:off x="6065973" y="1553926"/>
                  <a:ext cx="187889" cy="145800"/>
                </a:xfrm>
                <a:custGeom>
                  <a:avLst/>
                  <a:gdLst>
                    <a:gd name="connsiteX0" fmla="*/ 163186 w 202972"/>
                    <a:gd name="connsiteY0" fmla="*/ 0 h 175022"/>
                    <a:gd name="connsiteX1" fmla="*/ 182236 w 202972"/>
                    <a:gd name="connsiteY1" fmla="*/ 5953 h 175022"/>
                    <a:gd name="connsiteX2" fmla="*/ 196524 w 202972"/>
                    <a:gd name="connsiteY2" fmla="*/ 22622 h 175022"/>
                    <a:gd name="connsiteX3" fmla="*/ 200096 w 202972"/>
                    <a:gd name="connsiteY3" fmla="*/ 27384 h 175022"/>
                    <a:gd name="connsiteX4" fmla="*/ 200096 w 202972"/>
                    <a:gd name="connsiteY4" fmla="*/ 70247 h 175022"/>
                    <a:gd name="connsiteX5" fmla="*/ 190571 w 202972"/>
                    <a:gd name="connsiteY5" fmla="*/ 78581 h 175022"/>
                    <a:gd name="connsiteX6" fmla="*/ 167949 w 202972"/>
                    <a:gd name="connsiteY6" fmla="*/ 91678 h 175022"/>
                    <a:gd name="connsiteX7" fmla="*/ 110799 w 202972"/>
                    <a:gd name="connsiteY7" fmla="*/ 97631 h 175022"/>
                    <a:gd name="connsiteX8" fmla="*/ 23883 w 202972"/>
                    <a:gd name="connsiteY8" fmla="*/ 105966 h 175022"/>
                    <a:gd name="connsiteX9" fmla="*/ 16739 w 202972"/>
                    <a:gd name="connsiteY9" fmla="*/ 109537 h 175022"/>
                    <a:gd name="connsiteX10" fmla="*/ 3643 w 202972"/>
                    <a:gd name="connsiteY10" fmla="*/ 126206 h 175022"/>
                    <a:gd name="connsiteX11" fmla="*/ 2452 w 202972"/>
                    <a:gd name="connsiteY11" fmla="*/ 135731 h 175022"/>
                    <a:gd name="connsiteX12" fmla="*/ 71 w 202972"/>
                    <a:gd name="connsiteY12" fmla="*/ 142875 h 175022"/>
                    <a:gd name="connsiteX13" fmla="*/ 1261 w 202972"/>
                    <a:gd name="connsiteY13" fmla="*/ 171450 h 175022"/>
                    <a:gd name="connsiteX14" fmla="*/ 2452 w 202972"/>
                    <a:gd name="connsiteY14" fmla="*/ 175022 h 175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02972" h="175022">
                      <a:moveTo>
                        <a:pt x="163186" y="0"/>
                      </a:moveTo>
                      <a:cubicBezTo>
                        <a:pt x="169536" y="1984"/>
                        <a:pt x="176431" y="2702"/>
                        <a:pt x="182236" y="5953"/>
                      </a:cubicBezTo>
                      <a:cubicBezTo>
                        <a:pt x="191195" y="10970"/>
                        <a:pt x="191907" y="15698"/>
                        <a:pt x="196524" y="22622"/>
                      </a:cubicBezTo>
                      <a:cubicBezTo>
                        <a:pt x="197625" y="24273"/>
                        <a:pt x="198905" y="25797"/>
                        <a:pt x="200096" y="27384"/>
                      </a:cubicBezTo>
                      <a:cubicBezTo>
                        <a:pt x="202203" y="42137"/>
                        <a:pt x="205349" y="55013"/>
                        <a:pt x="200096" y="70247"/>
                      </a:cubicBezTo>
                      <a:cubicBezTo>
                        <a:pt x="198721" y="74235"/>
                        <a:pt x="193554" y="75598"/>
                        <a:pt x="190571" y="78581"/>
                      </a:cubicBezTo>
                      <a:cubicBezTo>
                        <a:pt x="181336" y="87815"/>
                        <a:pt x="189344" y="87942"/>
                        <a:pt x="167949" y="91678"/>
                      </a:cubicBezTo>
                      <a:cubicBezTo>
                        <a:pt x="149081" y="94972"/>
                        <a:pt x="129896" y="96162"/>
                        <a:pt x="110799" y="97631"/>
                      </a:cubicBezTo>
                      <a:cubicBezTo>
                        <a:pt x="40492" y="103040"/>
                        <a:pt x="69377" y="99467"/>
                        <a:pt x="23883" y="105966"/>
                      </a:cubicBezTo>
                      <a:cubicBezTo>
                        <a:pt x="21502" y="107156"/>
                        <a:pt x="18869" y="107940"/>
                        <a:pt x="16739" y="109537"/>
                      </a:cubicBezTo>
                      <a:cubicBezTo>
                        <a:pt x="9830" y="114719"/>
                        <a:pt x="8177" y="118951"/>
                        <a:pt x="3643" y="126206"/>
                      </a:cubicBezTo>
                      <a:cubicBezTo>
                        <a:pt x="3246" y="129381"/>
                        <a:pt x="3122" y="132602"/>
                        <a:pt x="2452" y="135731"/>
                      </a:cubicBezTo>
                      <a:cubicBezTo>
                        <a:pt x="1926" y="138185"/>
                        <a:pt x="155" y="140366"/>
                        <a:pt x="71" y="142875"/>
                      </a:cubicBezTo>
                      <a:cubicBezTo>
                        <a:pt x="-247" y="152403"/>
                        <a:pt x="557" y="161943"/>
                        <a:pt x="1261" y="171450"/>
                      </a:cubicBezTo>
                      <a:cubicBezTo>
                        <a:pt x="1354" y="172702"/>
                        <a:pt x="2452" y="175022"/>
                        <a:pt x="2452" y="175022"/>
                      </a:cubicBezTo>
                    </a:path>
                  </a:pathLst>
                </a:custGeom>
                <a:noFill/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123" name="流程图: 接点 1122">
                <a:extLst>
                  <a:ext uri="{FF2B5EF4-FFF2-40B4-BE49-F238E27FC236}">
                    <a16:creationId xmlns:a16="http://schemas.microsoft.com/office/drawing/2014/main" id="{6F6A3506-F523-9910-212B-EF02DA1ADF9D}"/>
                  </a:ext>
                </a:extLst>
              </p:cNvPr>
              <p:cNvSpPr/>
              <p:nvPr/>
            </p:nvSpPr>
            <p:spPr>
              <a:xfrm>
                <a:off x="5693782" y="191985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4" name="流程图: 接点 1123">
                <a:extLst>
                  <a:ext uri="{FF2B5EF4-FFF2-40B4-BE49-F238E27FC236}">
                    <a16:creationId xmlns:a16="http://schemas.microsoft.com/office/drawing/2014/main" id="{180D92D9-BB75-CE2F-3E11-F4845E47A213}"/>
                  </a:ext>
                </a:extLst>
              </p:cNvPr>
              <p:cNvSpPr/>
              <p:nvPr/>
            </p:nvSpPr>
            <p:spPr>
              <a:xfrm>
                <a:off x="5721121" y="2349307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5" name="流程图: 接点 1124">
                <a:extLst>
                  <a:ext uri="{FF2B5EF4-FFF2-40B4-BE49-F238E27FC236}">
                    <a16:creationId xmlns:a16="http://schemas.microsoft.com/office/drawing/2014/main" id="{4F4A7766-99E9-7335-9B83-C198A9A64D1B}"/>
                  </a:ext>
                </a:extLst>
              </p:cNvPr>
              <p:cNvSpPr/>
              <p:nvPr/>
            </p:nvSpPr>
            <p:spPr>
              <a:xfrm>
                <a:off x="6246325" y="2718712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6" name="流程图: 接点 1125">
                <a:extLst>
                  <a:ext uri="{FF2B5EF4-FFF2-40B4-BE49-F238E27FC236}">
                    <a16:creationId xmlns:a16="http://schemas.microsoft.com/office/drawing/2014/main" id="{48D630B3-5D2C-06FC-A1AB-4A363FD6D411}"/>
                  </a:ext>
                </a:extLst>
              </p:cNvPr>
              <p:cNvSpPr/>
              <p:nvPr/>
            </p:nvSpPr>
            <p:spPr>
              <a:xfrm>
                <a:off x="6433300" y="318443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2" name="流程图: 接点 1131">
                <a:extLst>
                  <a:ext uri="{FF2B5EF4-FFF2-40B4-BE49-F238E27FC236}">
                    <a16:creationId xmlns:a16="http://schemas.microsoft.com/office/drawing/2014/main" id="{FE711433-B444-C336-E247-6393AE568C64}"/>
                  </a:ext>
                </a:extLst>
              </p:cNvPr>
              <p:cNvSpPr/>
              <p:nvPr/>
            </p:nvSpPr>
            <p:spPr>
              <a:xfrm>
                <a:off x="5454200" y="3107979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88" name="流程图: 接点 1287">
                <a:extLst>
                  <a:ext uri="{FF2B5EF4-FFF2-40B4-BE49-F238E27FC236}">
                    <a16:creationId xmlns:a16="http://schemas.microsoft.com/office/drawing/2014/main" id="{C2CBD79B-9082-3A06-F00A-0F7A28907BA3}"/>
                  </a:ext>
                </a:extLst>
              </p:cNvPr>
              <p:cNvSpPr/>
              <p:nvPr/>
            </p:nvSpPr>
            <p:spPr>
              <a:xfrm>
                <a:off x="5721121" y="275872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89" name="流程图: 接点 1288">
                <a:extLst>
                  <a:ext uri="{FF2B5EF4-FFF2-40B4-BE49-F238E27FC236}">
                    <a16:creationId xmlns:a16="http://schemas.microsoft.com/office/drawing/2014/main" id="{9F5785F9-3295-C961-6922-1C167F0FF4EC}"/>
                  </a:ext>
                </a:extLst>
              </p:cNvPr>
              <p:cNvSpPr/>
              <p:nvPr/>
            </p:nvSpPr>
            <p:spPr>
              <a:xfrm>
                <a:off x="5904444" y="224446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0" name="流程图: 接点 1289">
                <a:extLst>
                  <a:ext uri="{FF2B5EF4-FFF2-40B4-BE49-F238E27FC236}">
                    <a16:creationId xmlns:a16="http://schemas.microsoft.com/office/drawing/2014/main" id="{31ABA957-7F57-D668-ED86-950E4C96E772}"/>
                  </a:ext>
                </a:extLst>
              </p:cNvPr>
              <p:cNvSpPr/>
              <p:nvPr/>
            </p:nvSpPr>
            <p:spPr>
              <a:xfrm>
                <a:off x="5854707" y="1660585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0" name="组合 59">
              <a:extLst>
                <a:ext uri="{FF2B5EF4-FFF2-40B4-BE49-F238E27FC236}">
                  <a16:creationId xmlns:a16="http://schemas.microsoft.com/office/drawing/2014/main" id="{623B606D-165F-8120-BA65-984529B06DEF}"/>
                </a:ext>
              </a:extLst>
            </p:cNvPr>
            <p:cNvGrpSpPr/>
            <p:nvPr/>
          </p:nvGrpSpPr>
          <p:grpSpPr>
            <a:xfrm>
              <a:off x="10514825" y="4916019"/>
              <a:ext cx="830011" cy="919647"/>
              <a:chOff x="4921931" y="1234806"/>
              <a:chExt cx="2146807" cy="2327011"/>
            </a:xfrm>
          </p:grpSpPr>
          <p:grpSp>
            <p:nvGrpSpPr>
              <p:cNvPr id="1091" name="组合 1090">
                <a:extLst>
                  <a:ext uri="{FF2B5EF4-FFF2-40B4-BE49-F238E27FC236}">
                    <a16:creationId xmlns:a16="http://schemas.microsoft.com/office/drawing/2014/main" id="{0344B7D4-026D-1E23-A2FB-214AC4AC5164}"/>
                  </a:ext>
                </a:extLst>
              </p:cNvPr>
              <p:cNvGrpSpPr/>
              <p:nvPr/>
            </p:nvGrpSpPr>
            <p:grpSpPr>
              <a:xfrm>
                <a:off x="4921931" y="3132853"/>
                <a:ext cx="2146807" cy="428964"/>
                <a:chOff x="4389235" y="5094329"/>
                <a:chExt cx="2716057" cy="615793"/>
              </a:xfrm>
            </p:grpSpPr>
            <p:grpSp>
              <p:nvGrpSpPr>
                <p:cNvPr id="1116" name="组合 1115">
                  <a:extLst>
                    <a:ext uri="{FF2B5EF4-FFF2-40B4-BE49-F238E27FC236}">
                      <a16:creationId xmlns:a16="http://schemas.microsoft.com/office/drawing/2014/main" id="{7FF7CF36-F4DE-9602-1474-CD78BD7F8934}"/>
                    </a:ext>
                  </a:extLst>
                </p:cNvPr>
                <p:cNvGrpSpPr/>
                <p:nvPr/>
              </p:nvGrpSpPr>
              <p:grpSpPr>
                <a:xfrm>
                  <a:off x="4389235" y="5094329"/>
                  <a:ext cx="2716057" cy="615793"/>
                  <a:chOff x="4451507" y="4199800"/>
                  <a:chExt cx="2716057" cy="615793"/>
                </a:xfrm>
              </p:grpSpPr>
              <p:sp>
                <p:nvSpPr>
                  <p:cNvPr id="1118" name="矩形: 剪去左右顶角 169">
                    <a:extLst>
                      <a:ext uri="{FF2B5EF4-FFF2-40B4-BE49-F238E27FC236}">
                        <a16:creationId xmlns:a16="http://schemas.microsoft.com/office/drawing/2014/main" id="{C002273E-7F5E-6F77-C893-E212A7DD7AF5}"/>
                      </a:ext>
                    </a:extLst>
                  </p:cNvPr>
                  <p:cNvSpPr/>
                  <p:nvPr/>
                </p:nvSpPr>
                <p:spPr>
                  <a:xfrm>
                    <a:off x="4451507" y="4199800"/>
                    <a:ext cx="2716057" cy="615793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16057" h="615793">
                        <a:moveTo>
                          <a:pt x="379658" y="2380"/>
                        </a:moveTo>
                        <a:lnTo>
                          <a:pt x="2341161" y="0"/>
                        </a:lnTo>
                        <a:lnTo>
                          <a:pt x="2711294" y="463001"/>
                        </a:lnTo>
                        <a:lnTo>
                          <a:pt x="2716057" y="615793"/>
                        </a:lnTo>
                        <a:lnTo>
                          <a:pt x="0" y="613414"/>
                        </a:lnTo>
                        <a:cubicBezTo>
                          <a:pt x="794" y="564070"/>
                          <a:pt x="1587" y="512345"/>
                          <a:pt x="2381" y="463001"/>
                        </a:cubicBezTo>
                        <a:lnTo>
                          <a:pt x="379658" y="2380"/>
                        </a:lnTo>
                        <a:close/>
                      </a:path>
                    </a:pathLst>
                  </a:custGeom>
                  <a:solidFill>
                    <a:srgbClr val="A5A5A5"/>
                  </a:solidFill>
                  <a:ln w="9525">
                    <a:solidFill>
                      <a:srgbClr val="A5A5A5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119" name="矩形: 剪去左右顶角 169">
                    <a:extLst>
                      <a:ext uri="{FF2B5EF4-FFF2-40B4-BE49-F238E27FC236}">
                        <a16:creationId xmlns:a16="http://schemas.microsoft.com/office/drawing/2014/main" id="{F14EC0A4-E452-5AD5-D9B1-0584C895D466}"/>
                      </a:ext>
                    </a:extLst>
                  </p:cNvPr>
                  <p:cNvSpPr/>
                  <p:nvPr/>
                </p:nvSpPr>
                <p:spPr>
                  <a:xfrm>
                    <a:off x="4590889" y="4279369"/>
                    <a:ext cx="2431417" cy="330802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7277 w 2713676"/>
                      <a:gd name="connsiteY0" fmla="*/ 2380 h 615793"/>
                      <a:gd name="connsiteX1" fmla="*/ 2338780 w 2713676"/>
                      <a:gd name="connsiteY1" fmla="*/ 0 h 615793"/>
                      <a:gd name="connsiteX2" fmla="*/ 2708913 w 2713676"/>
                      <a:gd name="connsiteY2" fmla="*/ 463001 h 615793"/>
                      <a:gd name="connsiteX3" fmla="*/ 2713676 w 2713676"/>
                      <a:gd name="connsiteY3" fmla="*/ 615793 h 615793"/>
                      <a:gd name="connsiteX4" fmla="*/ 0 w 2713676"/>
                      <a:gd name="connsiteY4" fmla="*/ 463001 h 615793"/>
                      <a:gd name="connsiteX5" fmla="*/ 377277 w 2713676"/>
                      <a:gd name="connsiteY5" fmla="*/ 2380 h 615793"/>
                      <a:gd name="connsiteX0" fmla="*/ 377277 w 2708913"/>
                      <a:gd name="connsiteY0" fmla="*/ 2380 h 463001"/>
                      <a:gd name="connsiteX1" fmla="*/ 2338780 w 2708913"/>
                      <a:gd name="connsiteY1" fmla="*/ 0 h 463001"/>
                      <a:gd name="connsiteX2" fmla="*/ 2708913 w 2708913"/>
                      <a:gd name="connsiteY2" fmla="*/ 463001 h 463001"/>
                      <a:gd name="connsiteX3" fmla="*/ 0 w 2708913"/>
                      <a:gd name="connsiteY3" fmla="*/ 463001 h 463001"/>
                      <a:gd name="connsiteX4" fmla="*/ 377277 w 2708913"/>
                      <a:gd name="connsiteY4" fmla="*/ 2380 h 463001"/>
                      <a:gd name="connsiteX0" fmla="*/ 377277 w 3546583"/>
                      <a:gd name="connsiteY0" fmla="*/ 2380 h 463001"/>
                      <a:gd name="connsiteX1" fmla="*/ 3546583 w 3546583"/>
                      <a:gd name="connsiteY1" fmla="*/ 0 h 463001"/>
                      <a:gd name="connsiteX2" fmla="*/ 2708913 w 3546583"/>
                      <a:gd name="connsiteY2" fmla="*/ 463001 h 463001"/>
                      <a:gd name="connsiteX3" fmla="*/ 0 w 3546583"/>
                      <a:gd name="connsiteY3" fmla="*/ 463001 h 463001"/>
                      <a:gd name="connsiteX4" fmla="*/ 377277 w 3546583"/>
                      <a:gd name="connsiteY4" fmla="*/ 2380 h 463001"/>
                      <a:gd name="connsiteX0" fmla="*/ 377277 w 3972155"/>
                      <a:gd name="connsiteY0" fmla="*/ 2380 h 550122"/>
                      <a:gd name="connsiteX1" fmla="*/ 3546583 w 3972155"/>
                      <a:gd name="connsiteY1" fmla="*/ 0 h 550122"/>
                      <a:gd name="connsiteX2" fmla="*/ 3972155 w 3972155"/>
                      <a:gd name="connsiteY2" fmla="*/ 550122 h 550122"/>
                      <a:gd name="connsiteX3" fmla="*/ 0 w 3972155"/>
                      <a:gd name="connsiteY3" fmla="*/ 463001 h 550122"/>
                      <a:gd name="connsiteX4" fmla="*/ 377277 w 3972155"/>
                      <a:gd name="connsiteY4" fmla="*/ 2380 h 550122"/>
                      <a:gd name="connsiteX0" fmla="*/ 460438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8 w 4055316"/>
                      <a:gd name="connsiteY4" fmla="*/ 2380 h 550122"/>
                      <a:gd name="connsiteX0" fmla="*/ 460439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9 w 4055316"/>
                      <a:gd name="connsiteY4" fmla="*/ 2380 h 550122"/>
                      <a:gd name="connsiteX0" fmla="*/ 448560 w 4043437"/>
                      <a:gd name="connsiteY0" fmla="*/ 2380 h 550122"/>
                      <a:gd name="connsiteX1" fmla="*/ 3617865 w 4043437"/>
                      <a:gd name="connsiteY1" fmla="*/ 0 h 550122"/>
                      <a:gd name="connsiteX2" fmla="*/ 4043437 w 4043437"/>
                      <a:gd name="connsiteY2" fmla="*/ 550122 h 550122"/>
                      <a:gd name="connsiteX3" fmla="*/ 0 w 4043437"/>
                      <a:gd name="connsiteY3" fmla="*/ 546161 h 550122"/>
                      <a:gd name="connsiteX4" fmla="*/ 448560 w 4043437"/>
                      <a:gd name="connsiteY4" fmla="*/ 2380 h 550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3437" h="550122">
                        <a:moveTo>
                          <a:pt x="448560" y="2380"/>
                        </a:moveTo>
                        <a:lnTo>
                          <a:pt x="3617865" y="0"/>
                        </a:lnTo>
                        <a:lnTo>
                          <a:pt x="4043437" y="550122"/>
                        </a:lnTo>
                        <a:lnTo>
                          <a:pt x="0" y="546161"/>
                        </a:lnTo>
                        <a:lnTo>
                          <a:pt x="448560" y="2380"/>
                        </a:lnTo>
                        <a:close/>
                      </a:path>
                    </a:pathLst>
                  </a:custGeom>
                  <a:solidFill>
                    <a:srgbClr val="404040"/>
                  </a:solidFill>
                  <a:ln w="9525">
                    <a:solidFill>
                      <a:srgbClr val="404040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>
                      <a:solidFill>
                        <a:srgbClr val="42526F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cxnSp>
              <p:nvCxnSpPr>
                <p:cNvPr id="1117" name="直接连接符 1116">
                  <a:extLst>
                    <a:ext uri="{FF2B5EF4-FFF2-40B4-BE49-F238E27FC236}">
                      <a16:creationId xmlns:a16="http://schemas.microsoft.com/office/drawing/2014/main" id="{75F6C647-D035-D16C-D834-21D54E826D85}"/>
                    </a:ext>
                  </a:extLst>
                </p:cNvPr>
                <p:cNvCxnSpPr/>
                <p:nvPr/>
              </p:nvCxnSpPr>
              <p:spPr>
                <a:xfrm>
                  <a:off x="4661435" y="5310740"/>
                  <a:ext cx="2184659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92" name="组合 1091">
                <a:extLst>
                  <a:ext uri="{FF2B5EF4-FFF2-40B4-BE49-F238E27FC236}">
                    <a16:creationId xmlns:a16="http://schemas.microsoft.com/office/drawing/2014/main" id="{6624BBCB-FE67-2838-48A9-B5C41BAC209D}"/>
                  </a:ext>
                </a:extLst>
              </p:cNvPr>
              <p:cNvGrpSpPr/>
              <p:nvPr/>
            </p:nvGrpSpPr>
            <p:grpSpPr>
              <a:xfrm>
                <a:off x="5367761" y="1234806"/>
                <a:ext cx="1312097" cy="2088607"/>
                <a:chOff x="470873" y="2973002"/>
                <a:chExt cx="1775393" cy="3140416"/>
              </a:xfrm>
              <a:solidFill>
                <a:srgbClr val="E0E0E0"/>
              </a:solidFill>
            </p:grpSpPr>
            <p:grpSp>
              <p:nvGrpSpPr>
                <p:cNvPr id="1107" name="组合 1106">
                  <a:extLst>
                    <a:ext uri="{FF2B5EF4-FFF2-40B4-BE49-F238E27FC236}">
                      <a16:creationId xmlns:a16="http://schemas.microsoft.com/office/drawing/2014/main" id="{7D1788CD-24E7-A46E-40CA-5D23D7C2DD2C}"/>
                    </a:ext>
                  </a:extLst>
                </p:cNvPr>
                <p:cNvGrpSpPr/>
                <p:nvPr/>
              </p:nvGrpSpPr>
              <p:grpSpPr>
                <a:xfrm>
                  <a:off x="1381837" y="3989216"/>
                  <a:ext cx="673386" cy="2045725"/>
                  <a:chOff x="2404466" y="3740154"/>
                  <a:chExt cx="673386" cy="2045725"/>
                </a:xfrm>
                <a:grpFill/>
              </p:grpSpPr>
              <p:grpSp>
                <p:nvGrpSpPr>
                  <p:cNvPr id="1112" name="组合 1111">
                    <a:extLst>
                      <a:ext uri="{FF2B5EF4-FFF2-40B4-BE49-F238E27FC236}">
                        <a16:creationId xmlns:a16="http://schemas.microsoft.com/office/drawing/2014/main" id="{B441316C-8191-577E-3F68-53B1CFEC2FAC}"/>
                      </a:ext>
                    </a:extLst>
                  </p:cNvPr>
                  <p:cNvGrpSpPr/>
                  <p:nvPr/>
                </p:nvGrpSpPr>
                <p:grpSpPr>
                  <a:xfrm>
                    <a:off x="2849080" y="5561145"/>
                    <a:ext cx="228772" cy="224734"/>
                    <a:chOff x="3404010" y="8801965"/>
                    <a:chExt cx="132494" cy="130155"/>
                  </a:xfrm>
                  <a:grpFill/>
                </p:grpSpPr>
                <p:sp>
                  <p:nvSpPr>
                    <p:cNvPr id="1114" name="流程图: 接点 1113">
                      <a:extLst>
                        <a:ext uri="{FF2B5EF4-FFF2-40B4-BE49-F238E27FC236}">
                          <a16:creationId xmlns:a16="http://schemas.microsoft.com/office/drawing/2014/main" id="{ACE351ED-6EF4-E298-C5E5-4745C0DFE9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95" y="8831117"/>
                      <a:ext cx="116309" cy="101003"/>
                    </a:xfrm>
                    <a:prstGeom prst="flowChartConnector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115" name="矩形: 圆角 1114">
                      <a:extLst>
                        <a:ext uri="{FF2B5EF4-FFF2-40B4-BE49-F238E27FC236}">
                          <a16:creationId xmlns:a16="http://schemas.microsoft.com/office/drawing/2014/main" id="{4050360E-D254-6DC8-FCA4-1767A2FAE766}"/>
                        </a:ext>
                      </a:extLst>
                    </p:cNvPr>
                    <p:cNvSpPr/>
                    <p:nvPr/>
                  </p:nvSpPr>
                  <p:spPr>
                    <a:xfrm rot="18675530">
                      <a:off x="3428163" y="8777812"/>
                      <a:ext cx="33230" cy="81536"/>
                    </a:xfrm>
                    <a:prstGeom prst="roundRect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</p:grpSp>
              <p:sp>
                <p:nvSpPr>
                  <p:cNvPr id="1113" name="任意多边形: 形状 1112">
                    <a:extLst>
                      <a:ext uri="{FF2B5EF4-FFF2-40B4-BE49-F238E27FC236}">
                        <a16:creationId xmlns:a16="http://schemas.microsoft.com/office/drawing/2014/main" id="{6FFCA197-97A2-507A-6030-FAE6483C8ADC}"/>
                      </a:ext>
                    </a:extLst>
                  </p:cNvPr>
                  <p:cNvSpPr/>
                  <p:nvPr/>
                </p:nvSpPr>
                <p:spPr>
                  <a:xfrm rot="20796923">
                    <a:off x="2404466" y="3740154"/>
                    <a:ext cx="317646" cy="489038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  <a:gd name="connsiteX0" fmla="*/ 50266 w 292832"/>
                      <a:gd name="connsiteY0" fmla="*/ 0 h 987837"/>
                      <a:gd name="connsiteX1" fmla="*/ 97 w 292832"/>
                      <a:gd name="connsiteY1" fmla="*/ 265387 h 987837"/>
                      <a:gd name="connsiteX2" fmla="*/ 54704 w 292832"/>
                      <a:gd name="connsiteY2" fmla="*/ 643732 h 987837"/>
                      <a:gd name="connsiteX3" fmla="*/ 141296 w 292832"/>
                      <a:gd name="connsiteY3" fmla="*/ 798405 h 987837"/>
                      <a:gd name="connsiteX4" fmla="*/ 180242 w 292832"/>
                      <a:gd name="connsiteY4" fmla="*/ 928207 h 987837"/>
                      <a:gd name="connsiteX5" fmla="*/ 246092 w 292832"/>
                      <a:gd name="connsiteY5" fmla="*/ 987806 h 987837"/>
                      <a:gd name="connsiteX6" fmla="*/ 292832 w 292832"/>
                      <a:gd name="connsiteY6" fmla="*/ 921523 h 987837"/>
                      <a:gd name="connsiteX7" fmla="*/ 246306 w 292832"/>
                      <a:gd name="connsiteY7" fmla="*/ 805785 h 987837"/>
                      <a:gd name="connsiteX8" fmla="*/ 170025 w 292832"/>
                      <a:gd name="connsiteY8" fmla="*/ 644795 h 987837"/>
                      <a:gd name="connsiteX9" fmla="*/ 101949 w 292832"/>
                      <a:gd name="connsiteY9" fmla="*/ 451204 h 987837"/>
                      <a:gd name="connsiteX10" fmla="*/ 187448 w 292832"/>
                      <a:gd name="connsiteY10" fmla="*/ 103378 h 987837"/>
                      <a:gd name="connsiteX0" fmla="*/ 3413 w 245979"/>
                      <a:gd name="connsiteY0" fmla="*/ 0 h 987837"/>
                      <a:gd name="connsiteX1" fmla="*/ 7851 w 245979"/>
                      <a:gd name="connsiteY1" fmla="*/ 643732 h 987837"/>
                      <a:gd name="connsiteX2" fmla="*/ 94443 w 245979"/>
                      <a:gd name="connsiteY2" fmla="*/ 798405 h 987837"/>
                      <a:gd name="connsiteX3" fmla="*/ 133389 w 245979"/>
                      <a:gd name="connsiteY3" fmla="*/ 928207 h 987837"/>
                      <a:gd name="connsiteX4" fmla="*/ 199239 w 245979"/>
                      <a:gd name="connsiteY4" fmla="*/ 987806 h 987837"/>
                      <a:gd name="connsiteX5" fmla="*/ 245979 w 245979"/>
                      <a:gd name="connsiteY5" fmla="*/ 921523 h 987837"/>
                      <a:gd name="connsiteX6" fmla="*/ 199453 w 245979"/>
                      <a:gd name="connsiteY6" fmla="*/ 805785 h 987837"/>
                      <a:gd name="connsiteX7" fmla="*/ 123172 w 245979"/>
                      <a:gd name="connsiteY7" fmla="*/ 644795 h 987837"/>
                      <a:gd name="connsiteX8" fmla="*/ 55096 w 245979"/>
                      <a:gd name="connsiteY8" fmla="*/ 451204 h 987837"/>
                      <a:gd name="connsiteX9" fmla="*/ 140595 w 245979"/>
                      <a:gd name="connsiteY9" fmla="*/ 103378 h 987837"/>
                      <a:gd name="connsiteX0" fmla="*/ 0 w 238128"/>
                      <a:gd name="connsiteY0" fmla="*/ 540354 h 884459"/>
                      <a:gd name="connsiteX1" fmla="*/ 86592 w 238128"/>
                      <a:gd name="connsiteY1" fmla="*/ 695027 h 884459"/>
                      <a:gd name="connsiteX2" fmla="*/ 125538 w 238128"/>
                      <a:gd name="connsiteY2" fmla="*/ 824829 h 884459"/>
                      <a:gd name="connsiteX3" fmla="*/ 191388 w 238128"/>
                      <a:gd name="connsiteY3" fmla="*/ 884428 h 884459"/>
                      <a:gd name="connsiteX4" fmla="*/ 238128 w 238128"/>
                      <a:gd name="connsiteY4" fmla="*/ 818145 h 884459"/>
                      <a:gd name="connsiteX5" fmla="*/ 191602 w 238128"/>
                      <a:gd name="connsiteY5" fmla="*/ 702407 h 884459"/>
                      <a:gd name="connsiteX6" fmla="*/ 115321 w 238128"/>
                      <a:gd name="connsiteY6" fmla="*/ 541417 h 884459"/>
                      <a:gd name="connsiteX7" fmla="*/ 47245 w 238128"/>
                      <a:gd name="connsiteY7" fmla="*/ 347826 h 884459"/>
                      <a:gd name="connsiteX8" fmla="*/ 132744 w 238128"/>
                      <a:gd name="connsiteY8" fmla="*/ 0 h 884459"/>
                      <a:gd name="connsiteX0" fmla="*/ 0 w 238128"/>
                      <a:gd name="connsiteY0" fmla="*/ 192528 h 536633"/>
                      <a:gd name="connsiteX1" fmla="*/ 86592 w 238128"/>
                      <a:gd name="connsiteY1" fmla="*/ 347201 h 536633"/>
                      <a:gd name="connsiteX2" fmla="*/ 125538 w 238128"/>
                      <a:gd name="connsiteY2" fmla="*/ 477003 h 536633"/>
                      <a:gd name="connsiteX3" fmla="*/ 191388 w 238128"/>
                      <a:gd name="connsiteY3" fmla="*/ 536602 h 536633"/>
                      <a:gd name="connsiteX4" fmla="*/ 238128 w 238128"/>
                      <a:gd name="connsiteY4" fmla="*/ 470319 h 536633"/>
                      <a:gd name="connsiteX5" fmla="*/ 191602 w 238128"/>
                      <a:gd name="connsiteY5" fmla="*/ 354581 h 536633"/>
                      <a:gd name="connsiteX6" fmla="*/ 115321 w 238128"/>
                      <a:gd name="connsiteY6" fmla="*/ 193591 h 536633"/>
                      <a:gd name="connsiteX7" fmla="*/ 47245 w 238128"/>
                      <a:gd name="connsiteY7" fmla="*/ 0 h 536633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15321 w 238128"/>
                      <a:gd name="connsiteY6" fmla="*/ 77084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74529 w 238128"/>
                      <a:gd name="connsiteY1" fmla="*/ 247502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51046"/>
                      <a:gd name="connsiteY0" fmla="*/ 132173 h 420126"/>
                      <a:gd name="connsiteX1" fmla="*/ 87447 w 251046"/>
                      <a:gd name="connsiteY1" fmla="*/ 247502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1046" h="420126">
                        <a:moveTo>
                          <a:pt x="0" y="132173"/>
                        </a:moveTo>
                        <a:cubicBezTo>
                          <a:pt x="25997" y="194447"/>
                          <a:pt x="75453" y="220651"/>
                          <a:pt x="98529" y="258705"/>
                        </a:cubicBezTo>
                        <a:cubicBezTo>
                          <a:pt x="121605" y="296759"/>
                          <a:pt x="120676" y="308941"/>
                          <a:pt x="138456" y="360496"/>
                        </a:cubicBezTo>
                        <a:cubicBezTo>
                          <a:pt x="155218" y="392261"/>
                          <a:pt x="185541" y="421209"/>
                          <a:pt x="204306" y="420095"/>
                        </a:cubicBezTo>
                        <a:cubicBezTo>
                          <a:pt x="223071" y="418981"/>
                          <a:pt x="251010" y="384149"/>
                          <a:pt x="251046" y="353812"/>
                        </a:cubicBezTo>
                        <a:cubicBezTo>
                          <a:pt x="251082" y="323475"/>
                          <a:pt x="227162" y="276726"/>
                          <a:pt x="204520" y="238074"/>
                        </a:cubicBezTo>
                        <a:cubicBezTo>
                          <a:pt x="181878" y="199422"/>
                          <a:pt x="143968" y="186044"/>
                          <a:pt x="115196" y="121903"/>
                        </a:cubicBezTo>
                        <a:cubicBezTo>
                          <a:pt x="71474" y="59634"/>
                          <a:pt x="36459" y="43548"/>
                          <a:pt x="1696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108" name="组合 1107">
                  <a:extLst>
                    <a:ext uri="{FF2B5EF4-FFF2-40B4-BE49-F238E27FC236}">
                      <a16:creationId xmlns:a16="http://schemas.microsoft.com/office/drawing/2014/main" id="{6B1A7CD4-D5FB-F33A-9530-D36B2B90100F}"/>
                    </a:ext>
                  </a:extLst>
                </p:cNvPr>
                <p:cNvGrpSpPr/>
                <p:nvPr/>
              </p:nvGrpSpPr>
              <p:grpSpPr>
                <a:xfrm>
                  <a:off x="470873" y="2973002"/>
                  <a:ext cx="1775393" cy="3140416"/>
                  <a:chOff x="547538" y="7119093"/>
                  <a:chExt cx="1775393" cy="3140416"/>
                </a:xfrm>
                <a:grpFill/>
              </p:grpSpPr>
              <p:sp>
                <p:nvSpPr>
                  <p:cNvPr id="1109" name="任意多边形: 形状 1108">
                    <a:extLst>
                      <a:ext uri="{FF2B5EF4-FFF2-40B4-BE49-F238E27FC236}">
                        <a16:creationId xmlns:a16="http://schemas.microsoft.com/office/drawing/2014/main" id="{156787A4-019C-BCC2-EFFD-EF2919D788D1}"/>
                      </a:ext>
                    </a:extLst>
                  </p:cNvPr>
                  <p:cNvSpPr/>
                  <p:nvPr/>
                </p:nvSpPr>
                <p:spPr>
                  <a:xfrm>
                    <a:off x="547538" y="8838242"/>
                    <a:ext cx="789084" cy="142126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25826 w 898853"/>
                      <a:gd name="connsiteY13" fmla="*/ 1069554 h 2752057"/>
                      <a:gd name="connsiteX14" fmla="*/ 898853 w 898853"/>
                      <a:gd name="connsiteY14" fmla="*/ 799682 h 2752057"/>
                      <a:gd name="connsiteX15" fmla="*/ 759154 w 898853"/>
                      <a:gd name="connsiteY15" fmla="*/ 440907 h 2752057"/>
                      <a:gd name="connsiteX16" fmla="*/ 848054 w 898853"/>
                      <a:gd name="connsiteY16" fmla="*/ 374232 h 2752057"/>
                      <a:gd name="connsiteX17" fmla="*/ 882978 w 898853"/>
                      <a:gd name="connsiteY17" fmla="*/ 256757 h 2752057"/>
                      <a:gd name="connsiteX18" fmla="*/ 838529 w 898853"/>
                      <a:gd name="connsiteY18" fmla="*/ 82132 h 2752057"/>
                      <a:gd name="connsiteX19" fmla="*/ 662313 w 898853"/>
                      <a:gd name="connsiteY19" fmla="*/ 1166 h 2752057"/>
                      <a:gd name="connsiteX20" fmla="*/ 517853 w 898853"/>
                      <a:gd name="connsiteY20" fmla="*/ 167857 h 2752057"/>
                      <a:gd name="connsiteX21" fmla="*/ 613103 w 898853"/>
                      <a:gd name="connsiteY21" fmla="*/ 399631 h 2752057"/>
                      <a:gd name="connsiteX22" fmla="*/ 530551 w 898853"/>
                      <a:gd name="connsiteY22" fmla="*/ 558379 h 2752057"/>
                      <a:gd name="connsiteX23" fmla="*/ 486101 w 898853"/>
                      <a:gd name="connsiteY23" fmla="*/ 672678 h 2752057"/>
                      <a:gd name="connsiteX0" fmla="*/ 486101 w 882978"/>
                      <a:gd name="connsiteY0" fmla="*/ 672678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25826 w 882978"/>
                      <a:gd name="connsiteY13" fmla="*/ 1069554 h 2752057"/>
                      <a:gd name="connsiteX14" fmla="*/ 759154 w 882978"/>
                      <a:gd name="connsiteY14" fmla="*/ 440907 h 2752057"/>
                      <a:gd name="connsiteX15" fmla="*/ 848054 w 882978"/>
                      <a:gd name="connsiteY15" fmla="*/ 374232 h 2752057"/>
                      <a:gd name="connsiteX16" fmla="*/ 882978 w 882978"/>
                      <a:gd name="connsiteY16" fmla="*/ 256757 h 2752057"/>
                      <a:gd name="connsiteX17" fmla="*/ 838529 w 882978"/>
                      <a:gd name="connsiteY17" fmla="*/ 82132 h 2752057"/>
                      <a:gd name="connsiteX18" fmla="*/ 662313 w 882978"/>
                      <a:gd name="connsiteY18" fmla="*/ 1166 h 2752057"/>
                      <a:gd name="connsiteX19" fmla="*/ 517853 w 882978"/>
                      <a:gd name="connsiteY19" fmla="*/ 167857 h 2752057"/>
                      <a:gd name="connsiteX20" fmla="*/ 613103 w 882978"/>
                      <a:gd name="connsiteY20" fmla="*/ 399631 h 2752057"/>
                      <a:gd name="connsiteX21" fmla="*/ 530551 w 882978"/>
                      <a:gd name="connsiteY21" fmla="*/ 558379 h 2752057"/>
                      <a:gd name="connsiteX22" fmla="*/ 486101 w 882978"/>
                      <a:gd name="connsiteY22" fmla="*/ 672678 h 2752057"/>
                      <a:gd name="connsiteX0" fmla="*/ 486101 w 885823"/>
                      <a:gd name="connsiteY0" fmla="*/ 672678 h 2752057"/>
                      <a:gd name="connsiteX1" fmla="*/ 443239 w 885823"/>
                      <a:gd name="connsiteY1" fmla="*/ 1310854 h 2752057"/>
                      <a:gd name="connsiteX2" fmla="*/ 440063 w 885823"/>
                      <a:gd name="connsiteY2" fmla="*/ 1609304 h 2752057"/>
                      <a:gd name="connsiteX3" fmla="*/ 390851 w 885823"/>
                      <a:gd name="connsiteY3" fmla="*/ 1968079 h 2752057"/>
                      <a:gd name="connsiteX4" fmla="*/ 162250 w 885823"/>
                      <a:gd name="connsiteY4" fmla="*/ 2223666 h 2752057"/>
                      <a:gd name="connsiteX5" fmla="*/ 86054 w 885823"/>
                      <a:gd name="connsiteY5" fmla="*/ 2466557 h 2752057"/>
                      <a:gd name="connsiteX6" fmla="*/ 326 w 885823"/>
                      <a:gd name="connsiteY6" fmla="*/ 2587204 h 2752057"/>
                      <a:gd name="connsiteX7" fmla="*/ 119388 w 885823"/>
                      <a:gd name="connsiteY7" fmla="*/ 2685629 h 2752057"/>
                      <a:gd name="connsiteX8" fmla="*/ 365451 w 885823"/>
                      <a:gd name="connsiteY8" fmla="*/ 2730078 h 2752057"/>
                      <a:gd name="connsiteX9" fmla="*/ 187651 w 885823"/>
                      <a:gd name="connsiteY9" fmla="*/ 2542754 h 2752057"/>
                      <a:gd name="connsiteX10" fmla="*/ 346404 w 885823"/>
                      <a:gd name="connsiteY10" fmla="*/ 2320508 h 2752057"/>
                      <a:gd name="connsiteX11" fmla="*/ 587701 w 885823"/>
                      <a:gd name="connsiteY11" fmla="*/ 2079204 h 2752057"/>
                      <a:gd name="connsiteX12" fmla="*/ 794076 w 885823"/>
                      <a:gd name="connsiteY12" fmla="*/ 1568029 h 2752057"/>
                      <a:gd name="connsiteX13" fmla="*/ 825826 w 885823"/>
                      <a:gd name="connsiteY13" fmla="*/ 1069554 h 2752057"/>
                      <a:gd name="connsiteX14" fmla="*/ 759154 w 885823"/>
                      <a:gd name="connsiteY14" fmla="*/ 440907 h 2752057"/>
                      <a:gd name="connsiteX15" fmla="*/ 882978 w 885823"/>
                      <a:gd name="connsiteY15" fmla="*/ 256757 h 2752057"/>
                      <a:gd name="connsiteX16" fmla="*/ 838529 w 885823"/>
                      <a:gd name="connsiteY16" fmla="*/ 82132 h 2752057"/>
                      <a:gd name="connsiteX17" fmla="*/ 662313 w 885823"/>
                      <a:gd name="connsiteY17" fmla="*/ 1166 h 2752057"/>
                      <a:gd name="connsiteX18" fmla="*/ 517853 w 885823"/>
                      <a:gd name="connsiteY18" fmla="*/ 167857 h 2752057"/>
                      <a:gd name="connsiteX19" fmla="*/ 613103 w 885823"/>
                      <a:gd name="connsiteY19" fmla="*/ 399631 h 2752057"/>
                      <a:gd name="connsiteX20" fmla="*/ 530551 w 885823"/>
                      <a:gd name="connsiteY20" fmla="*/ 558379 h 2752057"/>
                      <a:gd name="connsiteX21" fmla="*/ 486101 w 885823"/>
                      <a:gd name="connsiteY21" fmla="*/ 672678 h 2752057"/>
                      <a:gd name="connsiteX0" fmla="*/ 486101 w 840402"/>
                      <a:gd name="connsiteY0" fmla="*/ 673911 h 2753290"/>
                      <a:gd name="connsiteX1" fmla="*/ 443239 w 840402"/>
                      <a:gd name="connsiteY1" fmla="*/ 1312087 h 2753290"/>
                      <a:gd name="connsiteX2" fmla="*/ 440063 w 840402"/>
                      <a:gd name="connsiteY2" fmla="*/ 1610537 h 2753290"/>
                      <a:gd name="connsiteX3" fmla="*/ 390851 w 840402"/>
                      <a:gd name="connsiteY3" fmla="*/ 1969312 h 2753290"/>
                      <a:gd name="connsiteX4" fmla="*/ 162250 w 840402"/>
                      <a:gd name="connsiteY4" fmla="*/ 2224899 h 2753290"/>
                      <a:gd name="connsiteX5" fmla="*/ 86054 w 840402"/>
                      <a:gd name="connsiteY5" fmla="*/ 2467790 h 2753290"/>
                      <a:gd name="connsiteX6" fmla="*/ 326 w 840402"/>
                      <a:gd name="connsiteY6" fmla="*/ 2588437 h 2753290"/>
                      <a:gd name="connsiteX7" fmla="*/ 119388 w 840402"/>
                      <a:gd name="connsiteY7" fmla="*/ 2686862 h 2753290"/>
                      <a:gd name="connsiteX8" fmla="*/ 365451 w 840402"/>
                      <a:gd name="connsiteY8" fmla="*/ 2731311 h 2753290"/>
                      <a:gd name="connsiteX9" fmla="*/ 187651 w 840402"/>
                      <a:gd name="connsiteY9" fmla="*/ 2543987 h 2753290"/>
                      <a:gd name="connsiteX10" fmla="*/ 346404 w 840402"/>
                      <a:gd name="connsiteY10" fmla="*/ 2321741 h 2753290"/>
                      <a:gd name="connsiteX11" fmla="*/ 587701 w 840402"/>
                      <a:gd name="connsiteY11" fmla="*/ 2080437 h 2753290"/>
                      <a:gd name="connsiteX12" fmla="*/ 794076 w 840402"/>
                      <a:gd name="connsiteY12" fmla="*/ 1569262 h 2753290"/>
                      <a:gd name="connsiteX13" fmla="*/ 825826 w 840402"/>
                      <a:gd name="connsiteY13" fmla="*/ 1070787 h 2753290"/>
                      <a:gd name="connsiteX14" fmla="*/ 759154 w 840402"/>
                      <a:gd name="connsiteY14" fmla="*/ 442140 h 2753290"/>
                      <a:gd name="connsiteX15" fmla="*/ 838529 w 840402"/>
                      <a:gd name="connsiteY15" fmla="*/ 83365 h 2753290"/>
                      <a:gd name="connsiteX16" fmla="*/ 662313 w 840402"/>
                      <a:gd name="connsiteY16" fmla="*/ 2399 h 2753290"/>
                      <a:gd name="connsiteX17" fmla="*/ 517853 w 840402"/>
                      <a:gd name="connsiteY17" fmla="*/ 169090 h 2753290"/>
                      <a:gd name="connsiteX18" fmla="*/ 613103 w 840402"/>
                      <a:gd name="connsiteY18" fmla="*/ 400864 h 2753290"/>
                      <a:gd name="connsiteX19" fmla="*/ 530551 w 840402"/>
                      <a:gd name="connsiteY19" fmla="*/ 559612 h 2753290"/>
                      <a:gd name="connsiteX20" fmla="*/ 486101 w 840402"/>
                      <a:gd name="connsiteY20" fmla="*/ 673911 h 2753290"/>
                      <a:gd name="connsiteX0" fmla="*/ 486101 w 825826"/>
                      <a:gd name="connsiteY0" fmla="*/ 681094 h 2760473"/>
                      <a:gd name="connsiteX1" fmla="*/ 443239 w 825826"/>
                      <a:gd name="connsiteY1" fmla="*/ 1319270 h 2760473"/>
                      <a:gd name="connsiteX2" fmla="*/ 440063 w 825826"/>
                      <a:gd name="connsiteY2" fmla="*/ 1617720 h 2760473"/>
                      <a:gd name="connsiteX3" fmla="*/ 390851 w 825826"/>
                      <a:gd name="connsiteY3" fmla="*/ 1976495 h 2760473"/>
                      <a:gd name="connsiteX4" fmla="*/ 162250 w 825826"/>
                      <a:gd name="connsiteY4" fmla="*/ 2232082 h 2760473"/>
                      <a:gd name="connsiteX5" fmla="*/ 86054 w 825826"/>
                      <a:gd name="connsiteY5" fmla="*/ 2474973 h 2760473"/>
                      <a:gd name="connsiteX6" fmla="*/ 326 w 825826"/>
                      <a:gd name="connsiteY6" fmla="*/ 2595620 h 2760473"/>
                      <a:gd name="connsiteX7" fmla="*/ 119388 w 825826"/>
                      <a:gd name="connsiteY7" fmla="*/ 2694045 h 2760473"/>
                      <a:gd name="connsiteX8" fmla="*/ 365451 w 825826"/>
                      <a:gd name="connsiteY8" fmla="*/ 2738494 h 2760473"/>
                      <a:gd name="connsiteX9" fmla="*/ 187651 w 825826"/>
                      <a:gd name="connsiteY9" fmla="*/ 2551170 h 2760473"/>
                      <a:gd name="connsiteX10" fmla="*/ 346404 w 825826"/>
                      <a:gd name="connsiteY10" fmla="*/ 2328924 h 2760473"/>
                      <a:gd name="connsiteX11" fmla="*/ 587701 w 825826"/>
                      <a:gd name="connsiteY11" fmla="*/ 2087620 h 2760473"/>
                      <a:gd name="connsiteX12" fmla="*/ 794076 w 825826"/>
                      <a:gd name="connsiteY12" fmla="*/ 1576445 h 2760473"/>
                      <a:gd name="connsiteX13" fmla="*/ 825826 w 825826"/>
                      <a:gd name="connsiteY13" fmla="*/ 1077970 h 2760473"/>
                      <a:gd name="connsiteX14" fmla="*/ 759154 w 825826"/>
                      <a:gd name="connsiteY14" fmla="*/ 449323 h 2760473"/>
                      <a:gd name="connsiteX15" fmla="*/ 662313 w 825826"/>
                      <a:gd name="connsiteY15" fmla="*/ 9582 h 2760473"/>
                      <a:gd name="connsiteX16" fmla="*/ 517853 w 825826"/>
                      <a:gd name="connsiteY16" fmla="*/ 176273 h 2760473"/>
                      <a:gd name="connsiteX17" fmla="*/ 613103 w 825826"/>
                      <a:gd name="connsiteY17" fmla="*/ 408047 h 2760473"/>
                      <a:gd name="connsiteX18" fmla="*/ 530551 w 825826"/>
                      <a:gd name="connsiteY18" fmla="*/ 566795 h 2760473"/>
                      <a:gd name="connsiteX19" fmla="*/ 486101 w 825826"/>
                      <a:gd name="connsiteY19" fmla="*/ 681094 h 2760473"/>
                      <a:gd name="connsiteX0" fmla="*/ 486101 w 825826"/>
                      <a:gd name="connsiteY0" fmla="*/ 504821 h 2584200"/>
                      <a:gd name="connsiteX1" fmla="*/ 443239 w 825826"/>
                      <a:gd name="connsiteY1" fmla="*/ 1142997 h 2584200"/>
                      <a:gd name="connsiteX2" fmla="*/ 440063 w 825826"/>
                      <a:gd name="connsiteY2" fmla="*/ 1441447 h 2584200"/>
                      <a:gd name="connsiteX3" fmla="*/ 390851 w 825826"/>
                      <a:gd name="connsiteY3" fmla="*/ 1800222 h 2584200"/>
                      <a:gd name="connsiteX4" fmla="*/ 162250 w 825826"/>
                      <a:gd name="connsiteY4" fmla="*/ 2055809 h 2584200"/>
                      <a:gd name="connsiteX5" fmla="*/ 86054 w 825826"/>
                      <a:gd name="connsiteY5" fmla="*/ 2298700 h 2584200"/>
                      <a:gd name="connsiteX6" fmla="*/ 326 w 825826"/>
                      <a:gd name="connsiteY6" fmla="*/ 2419347 h 2584200"/>
                      <a:gd name="connsiteX7" fmla="*/ 119388 w 825826"/>
                      <a:gd name="connsiteY7" fmla="*/ 2517772 h 2584200"/>
                      <a:gd name="connsiteX8" fmla="*/ 365451 w 825826"/>
                      <a:gd name="connsiteY8" fmla="*/ 2562221 h 2584200"/>
                      <a:gd name="connsiteX9" fmla="*/ 187651 w 825826"/>
                      <a:gd name="connsiteY9" fmla="*/ 2374897 h 2584200"/>
                      <a:gd name="connsiteX10" fmla="*/ 346404 w 825826"/>
                      <a:gd name="connsiteY10" fmla="*/ 2152651 h 2584200"/>
                      <a:gd name="connsiteX11" fmla="*/ 587701 w 825826"/>
                      <a:gd name="connsiteY11" fmla="*/ 1911347 h 2584200"/>
                      <a:gd name="connsiteX12" fmla="*/ 794076 w 825826"/>
                      <a:gd name="connsiteY12" fmla="*/ 1400172 h 2584200"/>
                      <a:gd name="connsiteX13" fmla="*/ 825826 w 825826"/>
                      <a:gd name="connsiteY13" fmla="*/ 901697 h 2584200"/>
                      <a:gd name="connsiteX14" fmla="*/ 759154 w 825826"/>
                      <a:gd name="connsiteY14" fmla="*/ 273050 h 2584200"/>
                      <a:gd name="connsiteX15" fmla="*/ 517853 w 825826"/>
                      <a:gd name="connsiteY15" fmla="*/ 0 h 2584200"/>
                      <a:gd name="connsiteX16" fmla="*/ 613103 w 825826"/>
                      <a:gd name="connsiteY16" fmla="*/ 231774 h 2584200"/>
                      <a:gd name="connsiteX17" fmla="*/ 530551 w 825826"/>
                      <a:gd name="connsiteY17" fmla="*/ 390522 h 2584200"/>
                      <a:gd name="connsiteX18" fmla="*/ 486101 w 825826"/>
                      <a:gd name="connsiteY18" fmla="*/ 504821 h 2584200"/>
                      <a:gd name="connsiteX0" fmla="*/ 486101 w 825826"/>
                      <a:gd name="connsiteY0" fmla="*/ 301686 h 2381065"/>
                      <a:gd name="connsiteX1" fmla="*/ 443239 w 825826"/>
                      <a:gd name="connsiteY1" fmla="*/ 939862 h 2381065"/>
                      <a:gd name="connsiteX2" fmla="*/ 440063 w 825826"/>
                      <a:gd name="connsiteY2" fmla="*/ 1238312 h 2381065"/>
                      <a:gd name="connsiteX3" fmla="*/ 390851 w 825826"/>
                      <a:gd name="connsiteY3" fmla="*/ 1597087 h 2381065"/>
                      <a:gd name="connsiteX4" fmla="*/ 162250 w 825826"/>
                      <a:gd name="connsiteY4" fmla="*/ 1852674 h 2381065"/>
                      <a:gd name="connsiteX5" fmla="*/ 86054 w 825826"/>
                      <a:gd name="connsiteY5" fmla="*/ 2095565 h 2381065"/>
                      <a:gd name="connsiteX6" fmla="*/ 326 w 825826"/>
                      <a:gd name="connsiteY6" fmla="*/ 2216212 h 2381065"/>
                      <a:gd name="connsiteX7" fmla="*/ 119388 w 825826"/>
                      <a:gd name="connsiteY7" fmla="*/ 2314637 h 2381065"/>
                      <a:gd name="connsiteX8" fmla="*/ 365451 w 825826"/>
                      <a:gd name="connsiteY8" fmla="*/ 2359086 h 2381065"/>
                      <a:gd name="connsiteX9" fmla="*/ 187651 w 825826"/>
                      <a:gd name="connsiteY9" fmla="*/ 2171762 h 2381065"/>
                      <a:gd name="connsiteX10" fmla="*/ 346404 w 825826"/>
                      <a:gd name="connsiteY10" fmla="*/ 1949516 h 2381065"/>
                      <a:gd name="connsiteX11" fmla="*/ 587701 w 825826"/>
                      <a:gd name="connsiteY11" fmla="*/ 1708212 h 2381065"/>
                      <a:gd name="connsiteX12" fmla="*/ 794076 w 825826"/>
                      <a:gd name="connsiteY12" fmla="*/ 1197037 h 2381065"/>
                      <a:gd name="connsiteX13" fmla="*/ 825826 w 825826"/>
                      <a:gd name="connsiteY13" fmla="*/ 698562 h 2381065"/>
                      <a:gd name="connsiteX14" fmla="*/ 759154 w 825826"/>
                      <a:gd name="connsiteY14" fmla="*/ 69915 h 2381065"/>
                      <a:gd name="connsiteX15" fmla="*/ 613103 w 825826"/>
                      <a:gd name="connsiteY15" fmla="*/ 28639 h 2381065"/>
                      <a:gd name="connsiteX16" fmla="*/ 530551 w 825826"/>
                      <a:gd name="connsiteY16" fmla="*/ 187387 h 2381065"/>
                      <a:gd name="connsiteX17" fmla="*/ 486101 w 825826"/>
                      <a:gd name="connsiteY17" fmla="*/ 301686 h 2381065"/>
                      <a:gd name="connsiteX0" fmla="*/ 486101 w 825826"/>
                      <a:gd name="connsiteY0" fmla="*/ 273047 h 2352426"/>
                      <a:gd name="connsiteX1" fmla="*/ 443239 w 825826"/>
                      <a:gd name="connsiteY1" fmla="*/ 911223 h 2352426"/>
                      <a:gd name="connsiteX2" fmla="*/ 440063 w 825826"/>
                      <a:gd name="connsiteY2" fmla="*/ 1209673 h 2352426"/>
                      <a:gd name="connsiteX3" fmla="*/ 390851 w 825826"/>
                      <a:gd name="connsiteY3" fmla="*/ 1568448 h 2352426"/>
                      <a:gd name="connsiteX4" fmla="*/ 162250 w 825826"/>
                      <a:gd name="connsiteY4" fmla="*/ 1824035 h 2352426"/>
                      <a:gd name="connsiteX5" fmla="*/ 86054 w 825826"/>
                      <a:gd name="connsiteY5" fmla="*/ 2066926 h 2352426"/>
                      <a:gd name="connsiteX6" fmla="*/ 326 w 825826"/>
                      <a:gd name="connsiteY6" fmla="*/ 2187573 h 2352426"/>
                      <a:gd name="connsiteX7" fmla="*/ 119388 w 825826"/>
                      <a:gd name="connsiteY7" fmla="*/ 2285998 h 2352426"/>
                      <a:gd name="connsiteX8" fmla="*/ 365451 w 825826"/>
                      <a:gd name="connsiteY8" fmla="*/ 2330447 h 2352426"/>
                      <a:gd name="connsiteX9" fmla="*/ 187651 w 825826"/>
                      <a:gd name="connsiteY9" fmla="*/ 2143123 h 2352426"/>
                      <a:gd name="connsiteX10" fmla="*/ 346404 w 825826"/>
                      <a:gd name="connsiteY10" fmla="*/ 1920877 h 2352426"/>
                      <a:gd name="connsiteX11" fmla="*/ 587701 w 825826"/>
                      <a:gd name="connsiteY11" fmla="*/ 1679573 h 2352426"/>
                      <a:gd name="connsiteX12" fmla="*/ 794076 w 825826"/>
                      <a:gd name="connsiteY12" fmla="*/ 1168398 h 2352426"/>
                      <a:gd name="connsiteX13" fmla="*/ 825826 w 825826"/>
                      <a:gd name="connsiteY13" fmla="*/ 669923 h 2352426"/>
                      <a:gd name="connsiteX14" fmla="*/ 613103 w 825826"/>
                      <a:gd name="connsiteY14" fmla="*/ 0 h 2352426"/>
                      <a:gd name="connsiteX15" fmla="*/ 530551 w 825826"/>
                      <a:gd name="connsiteY15" fmla="*/ 158748 h 2352426"/>
                      <a:gd name="connsiteX16" fmla="*/ 486101 w 825826"/>
                      <a:gd name="connsiteY16" fmla="*/ 273047 h 2352426"/>
                      <a:gd name="connsiteX0" fmla="*/ 486101 w 825826"/>
                      <a:gd name="connsiteY0" fmla="*/ 142512 h 2221891"/>
                      <a:gd name="connsiteX1" fmla="*/ 443239 w 825826"/>
                      <a:gd name="connsiteY1" fmla="*/ 780688 h 2221891"/>
                      <a:gd name="connsiteX2" fmla="*/ 440063 w 825826"/>
                      <a:gd name="connsiteY2" fmla="*/ 1079138 h 2221891"/>
                      <a:gd name="connsiteX3" fmla="*/ 390851 w 825826"/>
                      <a:gd name="connsiteY3" fmla="*/ 1437913 h 2221891"/>
                      <a:gd name="connsiteX4" fmla="*/ 162250 w 825826"/>
                      <a:gd name="connsiteY4" fmla="*/ 1693500 h 2221891"/>
                      <a:gd name="connsiteX5" fmla="*/ 86054 w 825826"/>
                      <a:gd name="connsiteY5" fmla="*/ 1936391 h 2221891"/>
                      <a:gd name="connsiteX6" fmla="*/ 326 w 825826"/>
                      <a:gd name="connsiteY6" fmla="*/ 2057038 h 2221891"/>
                      <a:gd name="connsiteX7" fmla="*/ 119388 w 825826"/>
                      <a:gd name="connsiteY7" fmla="*/ 2155463 h 2221891"/>
                      <a:gd name="connsiteX8" fmla="*/ 365451 w 825826"/>
                      <a:gd name="connsiteY8" fmla="*/ 2199912 h 2221891"/>
                      <a:gd name="connsiteX9" fmla="*/ 187651 w 825826"/>
                      <a:gd name="connsiteY9" fmla="*/ 2012588 h 2221891"/>
                      <a:gd name="connsiteX10" fmla="*/ 346404 w 825826"/>
                      <a:gd name="connsiteY10" fmla="*/ 1790342 h 2221891"/>
                      <a:gd name="connsiteX11" fmla="*/ 587701 w 825826"/>
                      <a:gd name="connsiteY11" fmla="*/ 1549038 h 2221891"/>
                      <a:gd name="connsiteX12" fmla="*/ 794076 w 825826"/>
                      <a:gd name="connsiteY12" fmla="*/ 1037863 h 2221891"/>
                      <a:gd name="connsiteX13" fmla="*/ 825826 w 825826"/>
                      <a:gd name="connsiteY13" fmla="*/ 539388 h 2221891"/>
                      <a:gd name="connsiteX14" fmla="*/ 530551 w 825826"/>
                      <a:gd name="connsiteY14" fmla="*/ 28213 h 2221891"/>
                      <a:gd name="connsiteX15" fmla="*/ 486101 w 825826"/>
                      <a:gd name="connsiteY15" fmla="*/ 142512 h 2221891"/>
                      <a:gd name="connsiteX0" fmla="*/ 486101 w 825826"/>
                      <a:gd name="connsiteY0" fmla="*/ 3813 h 2083192"/>
                      <a:gd name="connsiteX1" fmla="*/ 443239 w 825826"/>
                      <a:gd name="connsiteY1" fmla="*/ 641989 h 2083192"/>
                      <a:gd name="connsiteX2" fmla="*/ 440063 w 825826"/>
                      <a:gd name="connsiteY2" fmla="*/ 940439 h 2083192"/>
                      <a:gd name="connsiteX3" fmla="*/ 390851 w 825826"/>
                      <a:gd name="connsiteY3" fmla="*/ 1299214 h 2083192"/>
                      <a:gd name="connsiteX4" fmla="*/ 162250 w 825826"/>
                      <a:gd name="connsiteY4" fmla="*/ 1554801 h 2083192"/>
                      <a:gd name="connsiteX5" fmla="*/ 86054 w 825826"/>
                      <a:gd name="connsiteY5" fmla="*/ 1797692 h 2083192"/>
                      <a:gd name="connsiteX6" fmla="*/ 326 w 825826"/>
                      <a:gd name="connsiteY6" fmla="*/ 1918339 h 2083192"/>
                      <a:gd name="connsiteX7" fmla="*/ 119388 w 825826"/>
                      <a:gd name="connsiteY7" fmla="*/ 2016764 h 2083192"/>
                      <a:gd name="connsiteX8" fmla="*/ 365451 w 825826"/>
                      <a:gd name="connsiteY8" fmla="*/ 2061213 h 2083192"/>
                      <a:gd name="connsiteX9" fmla="*/ 187651 w 825826"/>
                      <a:gd name="connsiteY9" fmla="*/ 1873889 h 2083192"/>
                      <a:gd name="connsiteX10" fmla="*/ 346404 w 825826"/>
                      <a:gd name="connsiteY10" fmla="*/ 1651643 h 2083192"/>
                      <a:gd name="connsiteX11" fmla="*/ 587701 w 825826"/>
                      <a:gd name="connsiteY11" fmla="*/ 1410339 h 2083192"/>
                      <a:gd name="connsiteX12" fmla="*/ 794076 w 825826"/>
                      <a:gd name="connsiteY12" fmla="*/ 899164 h 2083192"/>
                      <a:gd name="connsiteX13" fmla="*/ 825826 w 825826"/>
                      <a:gd name="connsiteY13" fmla="*/ 400689 h 2083192"/>
                      <a:gd name="connsiteX14" fmla="*/ 486101 w 825826"/>
                      <a:gd name="connsiteY14" fmla="*/ 3813 h 2083192"/>
                      <a:gd name="connsiteX0" fmla="*/ 486101 w 883230"/>
                      <a:gd name="connsiteY0" fmla="*/ 0 h 2079379"/>
                      <a:gd name="connsiteX1" fmla="*/ 443239 w 883230"/>
                      <a:gd name="connsiteY1" fmla="*/ 638176 h 2079379"/>
                      <a:gd name="connsiteX2" fmla="*/ 440063 w 883230"/>
                      <a:gd name="connsiteY2" fmla="*/ 936626 h 2079379"/>
                      <a:gd name="connsiteX3" fmla="*/ 390851 w 883230"/>
                      <a:gd name="connsiteY3" fmla="*/ 1295401 h 2079379"/>
                      <a:gd name="connsiteX4" fmla="*/ 162250 w 883230"/>
                      <a:gd name="connsiteY4" fmla="*/ 1550988 h 2079379"/>
                      <a:gd name="connsiteX5" fmla="*/ 86054 w 883230"/>
                      <a:gd name="connsiteY5" fmla="*/ 1793879 h 2079379"/>
                      <a:gd name="connsiteX6" fmla="*/ 326 w 883230"/>
                      <a:gd name="connsiteY6" fmla="*/ 1914526 h 2079379"/>
                      <a:gd name="connsiteX7" fmla="*/ 119388 w 883230"/>
                      <a:gd name="connsiteY7" fmla="*/ 2012951 h 2079379"/>
                      <a:gd name="connsiteX8" fmla="*/ 365451 w 883230"/>
                      <a:gd name="connsiteY8" fmla="*/ 2057400 h 2079379"/>
                      <a:gd name="connsiteX9" fmla="*/ 187651 w 883230"/>
                      <a:gd name="connsiteY9" fmla="*/ 1870076 h 2079379"/>
                      <a:gd name="connsiteX10" fmla="*/ 346404 w 883230"/>
                      <a:gd name="connsiteY10" fmla="*/ 1647830 h 2079379"/>
                      <a:gd name="connsiteX11" fmla="*/ 587701 w 883230"/>
                      <a:gd name="connsiteY11" fmla="*/ 1406526 h 2079379"/>
                      <a:gd name="connsiteX12" fmla="*/ 794076 w 883230"/>
                      <a:gd name="connsiteY12" fmla="*/ 895351 h 2079379"/>
                      <a:gd name="connsiteX13" fmla="*/ 883230 w 883230"/>
                      <a:gd name="connsiteY13" fmla="*/ 456245 h 2079379"/>
                      <a:gd name="connsiteX0" fmla="*/ 486101 w 794076"/>
                      <a:gd name="connsiteY0" fmla="*/ 0 h 2079379"/>
                      <a:gd name="connsiteX1" fmla="*/ 443239 w 794076"/>
                      <a:gd name="connsiteY1" fmla="*/ 638176 h 2079379"/>
                      <a:gd name="connsiteX2" fmla="*/ 440063 w 794076"/>
                      <a:gd name="connsiteY2" fmla="*/ 936626 h 2079379"/>
                      <a:gd name="connsiteX3" fmla="*/ 390851 w 794076"/>
                      <a:gd name="connsiteY3" fmla="*/ 1295401 h 2079379"/>
                      <a:gd name="connsiteX4" fmla="*/ 162250 w 794076"/>
                      <a:gd name="connsiteY4" fmla="*/ 1550988 h 2079379"/>
                      <a:gd name="connsiteX5" fmla="*/ 86054 w 794076"/>
                      <a:gd name="connsiteY5" fmla="*/ 1793879 h 2079379"/>
                      <a:gd name="connsiteX6" fmla="*/ 326 w 794076"/>
                      <a:gd name="connsiteY6" fmla="*/ 1914526 h 2079379"/>
                      <a:gd name="connsiteX7" fmla="*/ 119388 w 794076"/>
                      <a:gd name="connsiteY7" fmla="*/ 2012951 h 2079379"/>
                      <a:gd name="connsiteX8" fmla="*/ 365451 w 794076"/>
                      <a:gd name="connsiteY8" fmla="*/ 2057400 h 2079379"/>
                      <a:gd name="connsiteX9" fmla="*/ 187651 w 794076"/>
                      <a:gd name="connsiteY9" fmla="*/ 1870076 h 2079379"/>
                      <a:gd name="connsiteX10" fmla="*/ 346404 w 794076"/>
                      <a:gd name="connsiteY10" fmla="*/ 1647830 h 2079379"/>
                      <a:gd name="connsiteX11" fmla="*/ 587701 w 794076"/>
                      <a:gd name="connsiteY11" fmla="*/ 1406526 h 2079379"/>
                      <a:gd name="connsiteX12" fmla="*/ 794076 w 794076"/>
                      <a:gd name="connsiteY12" fmla="*/ 895351 h 2079379"/>
                      <a:gd name="connsiteX0" fmla="*/ 443239 w 794076"/>
                      <a:gd name="connsiteY0" fmla="*/ 0 h 1441203"/>
                      <a:gd name="connsiteX1" fmla="*/ 440063 w 794076"/>
                      <a:gd name="connsiteY1" fmla="*/ 298450 h 1441203"/>
                      <a:gd name="connsiteX2" fmla="*/ 390851 w 794076"/>
                      <a:gd name="connsiteY2" fmla="*/ 657225 h 1441203"/>
                      <a:gd name="connsiteX3" fmla="*/ 162250 w 794076"/>
                      <a:gd name="connsiteY3" fmla="*/ 912812 h 1441203"/>
                      <a:gd name="connsiteX4" fmla="*/ 86054 w 794076"/>
                      <a:gd name="connsiteY4" fmla="*/ 1155703 h 1441203"/>
                      <a:gd name="connsiteX5" fmla="*/ 326 w 794076"/>
                      <a:gd name="connsiteY5" fmla="*/ 1276350 h 1441203"/>
                      <a:gd name="connsiteX6" fmla="*/ 119388 w 794076"/>
                      <a:gd name="connsiteY6" fmla="*/ 1374775 h 1441203"/>
                      <a:gd name="connsiteX7" fmla="*/ 365451 w 794076"/>
                      <a:gd name="connsiteY7" fmla="*/ 1419224 h 1441203"/>
                      <a:gd name="connsiteX8" fmla="*/ 187651 w 794076"/>
                      <a:gd name="connsiteY8" fmla="*/ 1231900 h 1441203"/>
                      <a:gd name="connsiteX9" fmla="*/ 346404 w 794076"/>
                      <a:gd name="connsiteY9" fmla="*/ 1009654 h 1441203"/>
                      <a:gd name="connsiteX10" fmla="*/ 587701 w 794076"/>
                      <a:gd name="connsiteY10" fmla="*/ 768350 h 1441203"/>
                      <a:gd name="connsiteX11" fmla="*/ 794076 w 794076"/>
                      <a:gd name="connsiteY11" fmla="*/ 257175 h 1441203"/>
                      <a:gd name="connsiteX0" fmla="*/ 440063 w 794076"/>
                      <a:gd name="connsiteY0" fmla="*/ 41275 h 1184028"/>
                      <a:gd name="connsiteX1" fmla="*/ 390851 w 794076"/>
                      <a:gd name="connsiteY1" fmla="*/ 400050 h 1184028"/>
                      <a:gd name="connsiteX2" fmla="*/ 162250 w 794076"/>
                      <a:gd name="connsiteY2" fmla="*/ 655637 h 1184028"/>
                      <a:gd name="connsiteX3" fmla="*/ 86054 w 794076"/>
                      <a:gd name="connsiteY3" fmla="*/ 898528 h 1184028"/>
                      <a:gd name="connsiteX4" fmla="*/ 326 w 794076"/>
                      <a:gd name="connsiteY4" fmla="*/ 1019175 h 1184028"/>
                      <a:gd name="connsiteX5" fmla="*/ 119388 w 794076"/>
                      <a:gd name="connsiteY5" fmla="*/ 1117600 h 1184028"/>
                      <a:gd name="connsiteX6" fmla="*/ 365451 w 794076"/>
                      <a:gd name="connsiteY6" fmla="*/ 1162049 h 1184028"/>
                      <a:gd name="connsiteX7" fmla="*/ 187651 w 794076"/>
                      <a:gd name="connsiteY7" fmla="*/ 974725 h 1184028"/>
                      <a:gd name="connsiteX8" fmla="*/ 346404 w 794076"/>
                      <a:gd name="connsiteY8" fmla="*/ 752479 h 1184028"/>
                      <a:gd name="connsiteX9" fmla="*/ 587701 w 794076"/>
                      <a:gd name="connsiteY9" fmla="*/ 511175 h 1184028"/>
                      <a:gd name="connsiteX10" fmla="*/ 794076 w 794076"/>
                      <a:gd name="connsiteY10" fmla="*/ 0 h 1184028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87701 w 613360"/>
                      <a:gd name="connsiteY9" fmla="*/ 469900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63783 w 613360"/>
                      <a:gd name="connsiteY9" fmla="*/ 467151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90874 w 613383"/>
                      <a:gd name="connsiteY1" fmla="*/ 358775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66956 w 613383"/>
                      <a:gd name="connsiteY1" fmla="*/ 402752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378962 w 613383"/>
                      <a:gd name="connsiteY0" fmla="*/ 0 h 1208718"/>
                      <a:gd name="connsiteX1" fmla="*/ 366956 w 613383"/>
                      <a:gd name="connsiteY1" fmla="*/ 468717 h 1208718"/>
                      <a:gd name="connsiteX2" fmla="*/ 175561 w 613383"/>
                      <a:gd name="connsiteY2" fmla="*/ 677579 h 1208718"/>
                      <a:gd name="connsiteX3" fmla="*/ 86077 w 613383"/>
                      <a:gd name="connsiteY3" fmla="*/ 923218 h 1208718"/>
                      <a:gd name="connsiteX4" fmla="*/ 349 w 613383"/>
                      <a:gd name="connsiteY4" fmla="*/ 1043865 h 1208718"/>
                      <a:gd name="connsiteX5" fmla="*/ 119411 w 613383"/>
                      <a:gd name="connsiteY5" fmla="*/ 1142290 h 1208718"/>
                      <a:gd name="connsiteX6" fmla="*/ 365474 w 613383"/>
                      <a:gd name="connsiteY6" fmla="*/ 1186739 h 1208718"/>
                      <a:gd name="connsiteX7" fmla="*/ 187674 w 613383"/>
                      <a:gd name="connsiteY7" fmla="*/ 999415 h 1208718"/>
                      <a:gd name="connsiteX8" fmla="*/ 346427 w 613383"/>
                      <a:gd name="connsiteY8" fmla="*/ 777169 h 1208718"/>
                      <a:gd name="connsiteX9" fmla="*/ 547861 w 613383"/>
                      <a:gd name="connsiteY9" fmla="*/ 524870 h 1208718"/>
                      <a:gd name="connsiteX10" fmla="*/ 613383 w 613383"/>
                      <a:gd name="connsiteY10" fmla="*/ 305041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800 w 597276"/>
                      <a:gd name="connsiteY0" fmla="*/ 0 h 1208718"/>
                      <a:gd name="connsiteX1" fmla="*/ 366794 w 597276"/>
                      <a:gd name="connsiteY1" fmla="*/ 468717 h 1208718"/>
                      <a:gd name="connsiteX2" fmla="*/ 175399 w 597276"/>
                      <a:gd name="connsiteY2" fmla="*/ 677579 h 1208718"/>
                      <a:gd name="connsiteX3" fmla="*/ 93888 w 597276"/>
                      <a:gd name="connsiteY3" fmla="*/ 928715 h 1208718"/>
                      <a:gd name="connsiteX4" fmla="*/ 187 w 597276"/>
                      <a:gd name="connsiteY4" fmla="*/ 1043865 h 1208718"/>
                      <a:gd name="connsiteX5" fmla="*/ 119249 w 597276"/>
                      <a:gd name="connsiteY5" fmla="*/ 1142290 h 1208718"/>
                      <a:gd name="connsiteX6" fmla="*/ 365312 w 597276"/>
                      <a:gd name="connsiteY6" fmla="*/ 1186739 h 1208718"/>
                      <a:gd name="connsiteX7" fmla="*/ 187512 w 597276"/>
                      <a:gd name="connsiteY7" fmla="*/ 999415 h 1208718"/>
                      <a:gd name="connsiteX8" fmla="*/ 346265 w 597276"/>
                      <a:gd name="connsiteY8" fmla="*/ 777169 h 1208718"/>
                      <a:gd name="connsiteX9" fmla="*/ 547699 w 597276"/>
                      <a:gd name="connsiteY9" fmla="*/ 524870 h 1208718"/>
                      <a:gd name="connsiteX10" fmla="*/ 597276 w 597276"/>
                      <a:gd name="connsiteY10" fmla="*/ 299544 h 1208718"/>
                      <a:gd name="connsiteX0" fmla="*/ 336458 w 554934"/>
                      <a:gd name="connsiteY0" fmla="*/ 0 h 1208718"/>
                      <a:gd name="connsiteX1" fmla="*/ 324452 w 554934"/>
                      <a:gd name="connsiteY1" fmla="*/ 468717 h 1208718"/>
                      <a:gd name="connsiteX2" fmla="*/ 133057 w 554934"/>
                      <a:gd name="connsiteY2" fmla="*/ 677579 h 1208718"/>
                      <a:gd name="connsiteX3" fmla="*/ 51546 w 554934"/>
                      <a:gd name="connsiteY3" fmla="*/ 928715 h 1208718"/>
                      <a:gd name="connsiteX4" fmla="*/ 367 w 554934"/>
                      <a:gd name="connsiteY4" fmla="*/ 1041117 h 1208718"/>
                      <a:gd name="connsiteX5" fmla="*/ 76907 w 554934"/>
                      <a:gd name="connsiteY5" fmla="*/ 1142290 h 1208718"/>
                      <a:gd name="connsiteX6" fmla="*/ 322970 w 554934"/>
                      <a:gd name="connsiteY6" fmla="*/ 1186739 h 1208718"/>
                      <a:gd name="connsiteX7" fmla="*/ 145170 w 554934"/>
                      <a:gd name="connsiteY7" fmla="*/ 999415 h 1208718"/>
                      <a:gd name="connsiteX8" fmla="*/ 303923 w 554934"/>
                      <a:gd name="connsiteY8" fmla="*/ 777169 h 1208718"/>
                      <a:gd name="connsiteX9" fmla="*/ 505357 w 554934"/>
                      <a:gd name="connsiteY9" fmla="*/ 524870 h 1208718"/>
                      <a:gd name="connsiteX10" fmla="*/ 554934 w 554934"/>
                      <a:gd name="connsiteY10" fmla="*/ 299544 h 1208718"/>
                      <a:gd name="connsiteX0" fmla="*/ 336952 w 555428"/>
                      <a:gd name="connsiteY0" fmla="*/ 0 h 1201578"/>
                      <a:gd name="connsiteX1" fmla="*/ 324946 w 555428"/>
                      <a:gd name="connsiteY1" fmla="*/ 468717 h 1201578"/>
                      <a:gd name="connsiteX2" fmla="*/ 133551 w 555428"/>
                      <a:gd name="connsiteY2" fmla="*/ 677579 h 1201578"/>
                      <a:gd name="connsiteX3" fmla="*/ 52040 w 555428"/>
                      <a:gd name="connsiteY3" fmla="*/ 928715 h 1201578"/>
                      <a:gd name="connsiteX4" fmla="*/ 861 w 555428"/>
                      <a:gd name="connsiteY4" fmla="*/ 1041117 h 1201578"/>
                      <a:gd name="connsiteX5" fmla="*/ 93346 w 555428"/>
                      <a:gd name="connsiteY5" fmla="*/ 1109308 h 1201578"/>
                      <a:gd name="connsiteX6" fmla="*/ 323464 w 555428"/>
                      <a:gd name="connsiteY6" fmla="*/ 1186739 h 1201578"/>
                      <a:gd name="connsiteX7" fmla="*/ 145664 w 555428"/>
                      <a:gd name="connsiteY7" fmla="*/ 999415 h 1201578"/>
                      <a:gd name="connsiteX8" fmla="*/ 304417 w 555428"/>
                      <a:gd name="connsiteY8" fmla="*/ 777169 h 1201578"/>
                      <a:gd name="connsiteX9" fmla="*/ 505851 w 555428"/>
                      <a:gd name="connsiteY9" fmla="*/ 524870 h 1201578"/>
                      <a:gd name="connsiteX10" fmla="*/ 555428 w 555428"/>
                      <a:gd name="connsiteY10" fmla="*/ 299544 h 1201578"/>
                      <a:gd name="connsiteX0" fmla="*/ 336686 w 555162"/>
                      <a:gd name="connsiteY0" fmla="*/ 0 h 1201578"/>
                      <a:gd name="connsiteX1" fmla="*/ 324680 w 555162"/>
                      <a:gd name="connsiteY1" fmla="*/ 468717 h 1201578"/>
                      <a:gd name="connsiteX2" fmla="*/ 133285 w 555162"/>
                      <a:gd name="connsiteY2" fmla="*/ 677579 h 1201578"/>
                      <a:gd name="connsiteX3" fmla="*/ 51774 w 555162"/>
                      <a:gd name="connsiteY3" fmla="*/ 928715 h 1201578"/>
                      <a:gd name="connsiteX4" fmla="*/ 595 w 555162"/>
                      <a:gd name="connsiteY4" fmla="*/ 1041117 h 1201578"/>
                      <a:gd name="connsiteX5" fmla="*/ 85107 w 555162"/>
                      <a:gd name="connsiteY5" fmla="*/ 1109308 h 1201578"/>
                      <a:gd name="connsiteX6" fmla="*/ 323198 w 555162"/>
                      <a:gd name="connsiteY6" fmla="*/ 1186739 h 1201578"/>
                      <a:gd name="connsiteX7" fmla="*/ 145398 w 555162"/>
                      <a:gd name="connsiteY7" fmla="*/ 999415 h 1201578"/>
                      <a:gd name="connsiteX8" fmla="*/ 304151 w 555162"/>
                      <a:gd name="connsiteY8" fmla="*/ 777169 h 1201578"/>
                      <a:gd name="connsiteX9" fmla="*/ 505585 w 555162"/>
                      <a:gd name="connsiteY9" fmla="*/ 524870 h 1201578"/>
                      <a:gd name="connsiteX10" fmla="*/ 555162 w 555162"/>
                      <a:gd name="connsiteY10" fmla="*/ 299544 h 1201578"/>
                      <a:gd name="connsiteX0" fmla="*/ 357761 w 576237"/>
                      <a:gd name="connsiteY0" fmla="*/ 0 h 1201578"/>
                      <a:gd name="connsiteX1" fmla="*/ 345755 w 576237"/>
                      <a:gd name="connsiteY1" fmla="*/ 468717 h 1201578"/>
                      <a:gd name="connsiteX2" fmla="*/ 154360 w 576237"/>
                      <a:gd name="connsiteY2" fmla="*/ 677579 h 1201578"/>
                      <a:gd name="connsiteX3" fmla="*/ 72849 w 576237"/>
                      <a:gd name="connsiteY3" fmla="*/ 928715 h 1201578"/>
                      <a:gd name="connsiteX4" fmla="*/ 409 w 576237"/>
                      <a:gd name="connsiteY4" fmla="*/ 1046614 h 1201578"/>
                      <a:gd name="connsiteX5" fmla="*/ 106182 w 576237"/>
                      <a:gd name="connsiteY5" fmla="*/ 1109308 h 1201578"/>
                      <a:gd name="connsiteX6" fmla="*/ 344273 w 576237"/>
                      <a:gd name="connsiteY6" fmla="*/ 1186739 h 1201578"/>
                      <a:gd name="connsiteX7" fmla="*/ 166473 w 576237"/>
                      <a:gd name="connsiteY7" fmla="*/ 999415 h 1201578"/>
                      <a:gd name="connsiteX8" fmla="*/ 325226 w 576237"/>
                      <a:gd name="connsiteY8" fmla="*/ 777169 h 1201578"/>
                      <a:gd name="connsiteX9" fmla="*/ 526660 w 576237"/>
                      <a:gd name="connsiteY9" fmla="*/ 524870 h 1201578"/>
                      <a:gd name="connsiteX10" fmla="*/ 576237 w 576237"/>
                      <a:gd name="connsiteY10" fmla="*/ 299544 h 1201578"/>
                      <a:gd name="connsiteX0" fmla="*/ 358700 w 577176"/>
                      <a:gd name="connsiteY0" fmla="*/ 0 h 1201578"/>
                      <a:gd name="connsiteX1" fmla="*/ 346694 w 577176"/>
                      <a:gd name="connsiteY1" fmla="*/ 468717 h 1201578"/>
                      <a:gd name="connsiteX2" fmla="*/ 155299 w 577176"/>
                      <a:gd name="connsiteY2" fmla="*/ 677579 h 1201578"/>
                      <a:gd name="connsiteX3" fmla="*/ 73788 w 577176"/>
                      <a:gd name="connsiteY3" fmla="*/ 928715 h 1201578"/>
                      <a:gd name="connsiteX4" fmla="*/ 1348 w 577176"/>
                      <a:gd name="connsiteY4" fmla="*/ 1046614 h 1201578"/>
                      <a:gd name="connsiteX5" fmla="*/ 107121 w 577176"/>
                      <a:gd name="connsiteY5" fmla="*/ 1109308 h 1201578"/>
                      <a:gd name="connsiteX6" fmla="*/ 345212 w 577176"/>
                      <a:gd name="connsiteY6" fmla="*/ 1186739 h 1201578"/>
                      <a:gd name="connsiteX7" fmla="*/ 167412 w 577176"/>
                      <a:gd name="connsiteY7" fmla="*/ 999415 h 1201578"/>
                      <a:gd name="connsiteX8" fmla="*/ 326165 w 577176"/>
                      <a:gd name="connsiteY8" fmla="*/ 777169 h 1201578"/>
                      <a:gd name="connsiteX9" fmla="*/ 527599 w 577176"/>
                      <a:gd name="connsiteY9" fmla="*/ 524870 h 1201578"/>
                      <a:gd name="connsiteX10" fmla="*/ 577176 w 577176"/>
                      <a:gd name="connsiteY10" fmla="*/ 299544 h 1201578"/>
                      <a:gd name="connsiteX0" fmla="*/ 358700 w 577176"/>
                      <a:gd name="connsiteY0" fmla="*/ 0 h 1208605"/>
                      <a:gd name="connsiteX1" fmla="*/ 346694 w 577176"/>
                      <a:gd name="connsiteY1" fmla="*/ 468717 h 1208605"/>
                      <a:gd name="connsiteX2" fmla="*/ 155299 w 577176"/>
                      <a:gd name="connsiteY2" fmla="*/ 677579 h 1208605"/>
                      <a:gd name="connsiteX3" fmla="*/ 73788 w 577176"/>
                      <a:gd name="connsiteY3" fmla="*/ 928715 h 1208605"/>
                      <a:gd name="connsiteX4" fmla="*/ 1348 w 577176"/>
                      <a:gd name="connsiteY4" fmla="*/ 1046614 h 1208605"/>
                      <a:gd name="connsiteX5" fmla="*/ 107121 w 577176"/>
                      <a:gd name="connsiteY5" fmla="*/ 1109308 h 1208605"/>
                      <a:gd name="connsiteX6" fmla="*/ 345212 w 577176"/>
                      <a:gd name="connsiteY6" fmla="*/ 1186739 h 1208605"/>
                      <a:gd name="connsiteX7" fmla="*/ 167412 w 577176"/>
                      <a:gd name="connsiteY7" fmla="*/ 999415 h 1208605"/>
                      <a:gd name="connsiteX8" fmla="*/ 326165 w 577176"/>
                      <a:gd name="connsiteY8" fmla="*/ 777169 h 1208605"/>
                      <a:gd name="connsiteX9" fmla="*/ 527599 w 577176"/>
                      <a:gd name="connsiteY9" fmla="*/ 524870 h 1208605"/>
                      <a:gd name="connsiteX10" fmla="*/ 577176 w 577176"/>
                      <a:gd name="connsiteY10" fmla="*/ 299544 h 1208605"/>
                      <a:gd name="connsiteX0" fmla="*/ 358700 w 585149"/>
                      <a:gd name="connsiteY0" fmla="*/ 0 h 1208605"/>
                      <a:gd name="connsiteX1" fmla="*/ 346694 w 585149"/>
                      <a:gd name="connsiteY1" fmla="*/ 468717 h 1208605"/>
                      <a:gd name="connsiteX2" fmla="*/ 155299 w 585149"/>
                      <a:gd name="connsiteY2" fmla="*/ 677579 h 1208605"/>
                      <a:gd name="connsiteX3" fmla="*/ 73788 w 585149"/>
                      <a:gd name="connsiteY3" fmla="*/ 928715 h 1208605"/>
                      <a:gd name="connsiteX4" fmla="*/ 1348 w 585149"/>
                      <a:gd name="connsiteY4" fmla="*/ 1046614 h 1208605"/>
                      <a:gd name="connsiteX5" fmla="*/ 107121 w 585149"/>
                      <a:gd name="connsiteY5" fmla="*/ 1109308 h 1208605"/>
                      <a:gd name="connsiteX6" fmla="*/ 345212 w 585149"/>
                      <a:gd name="connsiteY6" fmla="*/ 1186739 h 1208605"/>
                      <a:gd name="connsiteX7" fmla="*/ 167412 w 585149"/>
                      <a:gd name="connsiteY7" fmla="*/ 999415 h 1208605"/>
                      <a:gd name="connsiteX8" fmla="*/ 326165 w 585149"/>
                      <a:gd name="connsiteY8" fmla="*/ 777169 h 1208605"/>
                      <a:gd name="connsiteX9" fmla="*/ 527599 w 585149"/>
                      <a:gd name="connsiteY9" fmla="*/ 524870 h 1208605"/>
                      <a:gd name="connsiteX10" fmla="*/ 585149 w 585149"/>
                      <a:gd name="connsiteY10" fmla="*/ 278930 h 1208605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8395"/>
                      <a:gd name="connsiteY0" fmla="*/ 0 h 1220973"/>
                      <a:gd name="connsiteX1" fmla="*/ 346694 w 588395"/>
                      <a:gd name="connsiteY1" fmla="*/ 481085 h 1220973"/>
                      <a:gd name="connsiteX2" fmla="*/ 155299 w 588395"/>
                      <a:gd name="connsiteY2" fmla="*/ 689947 h 1220973"/>
                      <a:gd name="connsiteX3" fmla="*/ 73788 w 588395"/>
                      <a:gd name="connsiteY3" fmla="*/ 941083 h 1220973"/>
                      <a:gd name="connsiteX4" fmla="*/ 1348 w 588395"/>
                      <a:gd name="connsiteY4" fmla="*/ 1058982 h 1220973"/>
                      <a:gd name="connsiteX5" fmla="*/ 107121 w 588395"/>
                      <a:gd name="connsiteY5" fmla="*/ 1121676 h 1220973"/>
                      <a:gd name="connsiteX6" fmla="*/ 345212 w 588395"/>
                      <a:gd name="connsiteY6" fmla="*/ 1199107 h 1220973"/>
                      <a:gd name="connsiteX7" fmla="*/ 167412 w 588395"/>
                      <a:gd name="connsiteY7" fmla="*/ 1011783 h 1220973"/>
                      <a:gd name="connsiteX8" fmla="*/ 326165 w 588395"/>
                      <a:gd name="connsiteY8" fmla="*/ 789537 h 1220973"/>
                      <a:gd name="connsiteX9" fmla="*/ 527599 w 588395"/>
                      <a:gd name="connsiteY9" fmla="*/ 537238 h 1220973"/>
                      <a:gd name="connsiteX10" fmla="*/ 585149 w 588395"/>
                      <a:gd name="connsiteY10" fmla="*/ 291298 h 1220973"/>
                      <a:gd name="connsiteX11" fmla="*/ 581046 w 588395"/>
                      <a:gd name="connsiteY11" fmla="*/ 286449 h 1220973"/>
                      <a:gd name="connsiteX0" fmla="*/ 370659 w 587329"/>
                      <a:gd name="connsiteY0" fmla="*/ 0 h 1220973"/>
                      <a:gd name="connsiteX1" fmla="*/ 346694 w 587329"/>
                      <a:gd name="connsiteY1" fmla="*/ 481085 h 1220973"/>
                      <a:gd name="connsiteX2" fmla="*/ 155299 w 587329"/>
                      <a:gd name="connsiteY2" fmla="*/ 689947 h 1220973"/>
                      <a:gd name="connsiteX3" fmla="*/ 73788 w 587329"/>
                      <a:gd name="connsiteY3" fmla="*/ 941083 h 1220973"/>
                      <a:gd name="connsiteX4" fmla="*/ 1348 w 587329"/>
                      <a:gd name="connsiteY4" fmla="*/ 1058982 h 1220973"/>
                      <a:gd name="connsiteX5" fmla="*/ 107121 w 587329"/>
                      <a:gd name="connsiteY5" fmla="*/ 1121676 h 1220973"/>
                      <a:gd name="connsiteX6" fmla="*/ 345212 w 587329"/>
                      <a:gd name="connsiteY6" fmla="*/ 1199107 h 1220973"/>
                      <a:gd name="connsiteX7" fmla="*/ 167412 w 587329"/>
                      <a:gd name="connsiteY7" fmla="*/ 1011783 h 1220973"/>
                      <a:gd name="connsiteX8" fmla="*/ 326165 w 587329"/>
                      <a:gd name="connsiteY8" fmla="*/ 789537 h 1220973"/>
                      <a:gd name="connsiteX9" fmla="*/ 527599 w 587329"/>
                      <a:gd name="connsiteY9" fmla="*/ 537238 h 1220973"/>
                      <a:gd name="connsiteX10" fmla="*/ 585149 w 587329"/>
                      <a:gd name="connsiteY10" fmla="*/ 291298 h 1220973"/>
                      <a:gd name="connsiteX11" fmla="*/ 463448 w 587329"/>
                      <a:gd name="connsiteY11" fmla="*/ 43203 h 1220973"/>
                      <a:gd name="connsiteX0" fmla="*/ 370659 w 647137"/>
                      <a:gd name="connsiteY0" fmla="*/ 0 h 1220973"/>
                      <a:gd name="connsiteX1" fmla="*/ 346694 w 647137"/>
                      <a:gd name="connsiteY1" fmla="*/ 481085 h 1220973"/>
                      <a:gd name="connsiteX2" fmla="*/ 155299 w 647137"/>
                      <a:gd name="connsiteY2" fmla="*/ 689947 h 1220973"/>
                      <a:gd name="connsiteX3" fmla="*/ 73788 w 647137"/>
                      <a:gd name="connsiteY3" fmla="*/ 941083 h 1220973"/>
                      <a:gd name="connsiteX4" fmla="*/ 1348 w 647137"/>
                      <a:gd name="connsiteY4" fmla="*/ 1058982 h 1220973"/>
                      <a:gd name="connsiteX5" fmla="*/ 107121 w 647137"/>
                      <a:gd name="connsiteY5" fmla="*/ 1121676 h 1220973"/>
                      <a:gd name="connsiteX6" fmla="*/ 345212 w 647137"/>
                      <a:gd name="connsiteY6" fmla="*/ 1199107 h 1220973"/>
                      <a:gd name="connsiteX7" fmla="*/ 167412 w 647137"/>
                      <a:gd name="connsiteY7" fmla="*/ 1011783 h 1220973"/>
                      <a:gd name="connsiteX8" fmla="*/ 326165 w 647137"/>
                      <a:gd name="connsiteY8" fmla="*/ 789537 h 1220973"/>
                      <a:gd name="connsiteX9" fmla="*/ 527599 w 647137"/>
                      <a:gd name="connsiteY9" fmla="*/ 537238 h 1220973"/>
                      <a:gd name="connsiteX10" fmla="*/ 646273 w 647137"/>
                      <a:gd name="connsiteY10" fmla="*/ 285801 h 1220973"/>
                      <a:gd name="connsiteX11" fmla="*/ 463448 w 647137"/>
                      <a:gd name="connsiteY11" fmla="*/ 43203 h 1220973"/>
                      <a:gd name="connsiteX0" fmla="*/ 370659 w 647561"/>
                      <a:gd name="connsiteY0" fmla="*/ 0 h 1220973"/>
                      <a:gd name="connsiteX1" fmla="*/ 346694 w 647561"/>
                      <a:gd name="connsiteY1" fmla="*/ 481085 h 1220973"/>
                      <a:gd name="connsiteX2" fmla="*/ 155299 w 647561"/>
                      <a:gd name="connsiteY2" fmla="*/ 689947 h 1220973"/>
                      <a:gd name="connsiteX3" fmla="*/ 73788 w 647561"/>
                      <a:gd name="connsiteY3" fmla="*/ 941083 h 1220973"/>
                      <a:gd name="connsiteX4" fmla="*/ 1348 w 647561"/>
                      <a:gd name="connsiteY4" fmla="*/ 1058982 h 1220973"/>
                      <a:gd name="connsiteX5" fmla="*/ 107121 w 647561"/>
                      <a:gd name="connsiteY5" fmla="*/ 1121676 h 1220973"/>
                      <a:gd name="connsiteX6" fmla="*/ 345212 w 647561"/>
                      <a:gd name="connsiteY6" fmla="*/ 1199107 h 1220973"/>
                      <a:gd name="connsiteX7" fmla="*/ 167412 w 647561"/>
                      <a:gd name="connsiteY7" fmla="*/ 1011783 h 1220973"/>
                      <a:gd name="connsiteX8" fmla="*/ 326165 w 647561"/>
                      <a:gd name="connsiteY8" fmla="*/ 789537 h 1220973"/>
                      <a:gd name="connsiteX9" fmla="*/ 527599 w 647561"/>
                      <a:gd name="connsiteY9" fmla="*/ 537238 h 1220973"/>
                      <a:gd name="connsiteX10" fmla="*/ 646273 w 647561"/>
                      <a:gd name="connsiteY10" fmla="*/ 285801 h 1220973"/>
                      <a:gd name="connsiteX11" fmla="*/ 447503 w 647561"/>
                      <a:gd name="connsiteY11" fmla="*/ 21215 h 1220973"/>
                      <a:gd name="connsiteX0" fmla="*/ 437099 w 647561"/>
                      <a:gd name="connsiteY0" fmla="*/ 9019 h 1199758"/>
                      <a:gd name="connsiteX1" fmla="*/ 346694 w 647561"/>
                      <a:gd name="connsiteY1" fmla="*/ 459870 h 1199758"/>
                      <a:gd name="connsiteX2" fmla="*/ 155299 w 647561"/>
                      <a:gd name="connsiteY2" fmla="*/ 668732 h 1199758"/>
                      <a:gd name="connsiteX3" fmla="*/ 73788 w 647561"/>
                      <a:gd name="connsiteY3" fmla="*/ 919868 h 1199758"/>
                      <a:gd name="connsiteX4" fmla="*/ 1348 w 647561"/>
                      <a:gd name="connsiteY4" fmla="*/ 1037767 h 1199758"/>
                      <a:gd name="connsiteX5" fmla="*/ 107121 w 647561"/>
                      <a:gd name="connsiteY5" fmla="*/ 1100461 h 1199758"/>
                      <a:gd name="connsiteX6" fmla="*/ 345212 w 647561"/>
                      <a:gd name="connsiteY6" fmla="*/ 1177892 h 1199758"/>
                      <a:gd name="connsiteX7" fmla="*/ 167412 w 647561"/>
                      <a:gd name="connsiteY7" fmla="*/ 990568 h 1199758"/>
                      <a:gd name="connsiteX8" fmla="*/ 326165 w 647561"/>
                      <a:gd name="connsiteY8" fmla="*/ 768322 h 1199758"/>
                      <a:gd name="connsiteX9" fmla="*/ 527599 w 647561"/>
                      <a:gd name="connsiteY9" fmla="*/ 516023 h 1199758"/>
                      <a:gd name="connsiteX10" fmla="*/ 646273 w 647561"/>
                      <a:gd name="connsiteY10" fmla="*/ 264586 h 1199758"/>
                      <a:gd name="connsiteX11" fmla="*/ 447503 w 647561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222 w 647578"/>
                      <a:gd name="connsiteY0" fmla="*/ 9019 h 1199758"/>
                      <a:gd name="connsiteX1" fmla="*/ 346817 w 647578"/>
                      <a:gd name="connsiteY1" fmla="*/ 459870 h 1199758"/>
                      <a:gd name="connsiteX2" fmla="*/ 189970 w 647578"/>
                      <a:gd name="connsiteY2" fmla="*/ 613761 h 1199758"/>
                      <a:gd name="connsiteX3" fmla="*/ 73911 w 647578"/>
                      <a:gd name="connsiteY3" fmla="*/ 919868 h 1199758"/>
                      <a:gd name="connsiteX4" fmla="*/ 1471 w 647578"/>
                      <a:gd name="connsiteY4" fmla="*/ 1037767 h 1199758"/>
                      <a:gd name="connsiteX5" fmla="*/ 107244 w 647578"/>
                      <a:gd name="connsiteY5" fmla="*/ 1100461 h 1199758"/>
                      <a:gd name="connsiteX6" fmla="*/ 345335 w 647578"/>
                      <a:gd name="connsiteY6" fmla="*/ 1177892 h 1199758"/>
                      <a:gd name="connsiteX7" fmla="*/ 167535 w 647578"/>
                      <a:gd name="connsiteY7" fmla="*/ 990568 h 1199758"/>
                      <a:gd name="connsiteX8" fmla="*/ 326288 w 647578"/>
                      <a:gd name="connsiteY8" fmla="*/ 768322 h 1199758"/>
                      <a:gd name="connsiteX9" fmla="*/ 525064 w 647578"/>
                      <a:gd name="connsiteY9" fmla="*/ 560000 h 1199758"/>
                      <a:gd name="connsiteX10" fmla="*/ 646396 w 647578"/>
                      <a:gd name="connsiteY10" fmla="*/ 264586 h 1199758"/>
                      <a:gd name="connsiteX11" fmla="*/ 447626 w 647578"/>
                      <a:gd name="connsiteY11" fmla="*/ 0 h 1199758"/>
                      <a:gd name="connsiteX0" fmla="*/ 437243 w 647599"/>
                      <a:gd name="connsiteY0" fmla="*/ 9019 h 1199758"/>
                      <a:gd name="connsiteX1" fmla="*/ 346838 w 647599"/>
                      <a:gd name="connsiteY1" fmla="*/ 459870 h 1199758"/>
                      <a:gd name="connsiteX2" fmla="*/ 195306 w 647599"/>
                      <a:gd name="connsiteY2" fmla="*/ 627504 h 1199758"/>
                      <a:gd name="connsiteX3" fmla="*/ 73932 w 647599"/>
                      <a:gd name="connsiteY3" fmla="*/ 919868 h 1199758"/>
                      <a:gd name="connsiteX4" fmla="*/ 1492 w 647599"/>
                      <a:gd name="connsiteY4" fmla="*/ 1037767 h 1199758"/>
                      <a:gd name="connsiteX5" fmla="*/ 107265 w 647599"/>
                      <a:gd name="connsiteY5" fmla="*/ 1100461 h 1199758"/>
                      <a:gd name="connsiteX6" fmla="*/ 345356 w 647599"/>
                      <a:gd name="connsiteY6" fmla="*/ 1177892 h 1199758"/>
                      <a:gd name="connsiteX7" fmla="*/ 167556 w 647599"/>
                      <a:gd name="connsiteY7" fmla="*/ 990568 h 1199758"/>
                      <a:gd name="connsiteX8" fmla="*/ 326309 w 647599"/>
                      <a:gd name="connsiteY8" fmla="*/ 768322 h 1199758"/>
                      <a:gd name="connsiteX9" fmla="*/ 525085 w 647599"/>
                      <a:gd name="connsiteY9" fmla="*/ 560000 h 1199758"/>
                      <a:gd name="connsiteX10" fmla="*/ 646417 w 647599"/>
                      <a:gd name="connsiteY10" fmla="*/ 264586 h 1199758"/>
                      <a:gd name="connsiteX11" fmla="*/ 447647 w 647599"/>
                      <a:gd name="connsiteY11" fmla="*/ 0 h 1199758"/>
                      <a:gd name="connsiteX0" fmla="*/ 437243 w 644973"/>
                      <a:gd name="connsiteY0" fmla="*/ 9019 h 1199758"/>
                      <a:gd name="connsiteX1" fmla="*/ 346838 w 644973"/>
                      <a:gd name="connsiteY1" fmla="*/ 459870 h 1199758"/>
                      <a:gd name="connsiteX2" fmla="*/ 195306 w 644973"/>
                      <a:gd name="connsiteY2" fmla="*/ 627504 h 1199758"/>
                      <a:gd name="connsiteX3" fmla="*/ 73932 w 644973"/>
                      <a:gd name="connsiteY3" fmla="*/ 919868 h 1199758"/>
                      <a:gd name="connsiteX4" fmla="*/ 1492 w 644973"/>
                      <a:gd name="connsiteY4" fmla="*/ 1037767 h 1199758"/>
                      <a:gd name="connsiteX5" fmla="*/ 107265 w 644973"/>
                      <a:gd name="connsiteY5" fmla="*/ 1100461 h 1199758"/>
                      <a:gd name="connsiteX6" fmla="*/ 345356 w 644973"/>
                      <a:gd name="connsiteY6" fmla="*/ 1177892 h 1199758"/>
                      <a:gd name="connsiteX7" fmla="*/ 167556 w 644973"/>
                      <a:gd name="connsiteY7" fmla="*/ 990568 h 1199758"/>
                      <a:gd name="connsiteX8" fmla="*/ 326309 w 644973"/>
                      <a:gd name="connsiteY8" fmla="*/ 768322 h 1199758"/>
                      <a:gd name="connsiteX9" fmla="*/ 525085 w 644973"/>
                      <a:gd name="connsiteY9" fmla="*/ 560000 h 1199758"/>
                      <a:gd name="connsiteX10" fmla="*/ 643760 w 644973"/>
                      <a:gd name="connsiteY10" fmla="*/ 226106 h 1199758"/>
                      <a:gd name="connsiteX11" fmla="*/ 447647 w 644973"/>
                      <a:gd name="connsiteY11" fmla="*/ 0 h 1199758"/>
                      <a:gd name="connsiteX0" fmla="*/ 437243 w 644211"/>
                      <a:gd name="connsiteY0" fmla="*/ 9019 h 1199758"/>
                      <a:gd name="connsiteX1" fmla="*/ 346838 w 644211"/>
                      <a:gd name="connsiteY1" fmla="*/ 459870 h 1199758"/>
                      <a:gd name="connsiteX2" fmla="*/ 195306 w 644211"/>
                      <a:gd name="connsiteY2" fmla="*/ 627504 h 1199758"/>
                      <a:gd name="connsiteX3" fmla="*/ 73932 w 644211"/>
                      <a:gd name="connsiteY3" fmla="*/ 919868 h 1199758"/>
                      <a:gd name="connsiteX4" fmla="*/ 1492 w 644211"/>
                      <a:gd name="connsiteY4" fmla="*/ 1037767 h 1199758"/>
                      <a:gd name="connsiteX5" fmla="*/ 107265 w 644211"/>
                      <a:gd name="connsiteY5" fmla="*/ 1100461 h 1199758"/>
                      <a:gd name="connsiteX6" fmla="*/ 345356 w 644211"/>
                      <a:gd name="connsiteY6" fmla="*/ 1177892 h 1199758"/>
                      <a:gd name="connsiteX7" fmla="*/ 167556 w 644211"/>
                      <a:gd name="connsiteY7" fmla="*/ 990568 h 1199758"/>
                      <a:gd name="connsiteX8" fmla="*/ 326309 w 644211"/>
                      <a:gd name="connsiteY8" fmla="*/ 768322 h 1199758"/>
                      <a:gd name="connsiteX9" fmla="*/ 525085 w 644211"/>
                      <a:gd name="connsiteY9" fmla="*/ 560000 h 1199758"/>
                      <a:gd name="connsiteX10" fmla="*/ 643760 w 644211"/>
                      <a:gd name="connsiteY10" fmla="*/ 226106 h 1199758"/>
                      <a:gd name="connsiteX11" fmla="*/ 447647 w 644211"/>
                      <a:gd name="connsiteY11" fmla="*/ 0 h 1199758"/>
                      <a:gd name="connsiteX0" fmla="*/ 437243 w 644059"/>
                      <a:gd name="connsiteY0" fmla="*/ 9019 h 1199758"/>
                      <a:gd name="connsiteX1" fmla="*/ 346838 w 644059"/>
                      <a:gd name="connsiteY1" fmla="*/ 459870 h 1199758"/>
                      <a:gd name="connsiteX2" fmla="*/ 195306 w 644059"/>
                      <a:gd name="connsiteY2" fmla="*/ 627504 h 1199758"/>
                      <a:gd name="connsiteX3" fmla="*/ 73932 w 644059"/>
                      <a:gd name="connsiteY3" fmla="*/ 919868 h 1199758"/>
                      <a:gd name="connsiteX4" fmla="*/ 1492 w 644059"/>
                      <a:gd name="connsiteY4" fmla="*/ 1037767 h 1199758"/>
                      <a:gd name="connsiteX5" fmla="*/ 107265 w 644059"/>
                      <a:gd name="connsiteY5" fmla="*/ 1100461 h 1199758"/>
                      <a:gd name="connsiteX6" fmla="*/ 345356 w 644059"/>
                      <a:gd name="connsiteY6" fmla="*/ 1177892 h 1199758"/>
                      <a:gd name="connsiteX7" fmla="*/ 167556 w 644059"/>
                      <a:gd name="connsiteY7" fmla="*/ 990568 h 1199758"/>
                      <a:gd name="connsiteX8" fmla="*/ 326309 w 644059"/>
                      <a:gd name="connsiteY8" fmla="*/ 768322 h 1199758"/>
                      <a:gd name="connsiteX9" fmla="*/ 525085 w 644059"/>
                      <a:gd name="connsiteY9" fmla="*/ 560000 h 1199758"/>
                      <a:gd name="connsiteX10" fmla="*/ 643760 w 644059"/>
                      <a:gd name="connsiteY10" fmla="*/ 226106 h 1199758"/>
                      <a:gd name="connsiteX11" fmla="*/ 447647 w 644059"/>
                      <a:gd name="connsiteY11" fmla="*/ 0 h 1199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4059" h="1199758">
                        <a:moveTo>
                          <a:pt x="437243" y="9019"/>
                        </a:moveTo>
                        <a:cubicBezTo>
                          <a:pt x="387719" y="202576"/>
                          <a:pt x="387161" y="356789"/>
                          <a:pt x="346838" y="459870"/>
                        </a:cubicBezTo>
                        <a:cubicBezTo>
                          <a:pt x="306515" y="562951"/>
                          <a:pt x="240790" y="550838"/>
                          <a:pt x="195306" y="627504"/>
                        </a:cubicBezTo>
                        <a:cubicBezTo>
                          <a:pt x="149822" y="704170"/>
                          <a:pt x="106234" y="851491"/>
                          <a:pt x="73932" y="919868"/>
                        </a:cubicBezTo>
                        <a:cubicBezTo>
                          <a:pt x="41630" y="988245"/>
                          <a:pt x="-9378" y="982931"/>
                          <a:pt x="1492" y="1037767"/>
                        </a:cubicBezTo>
                        <a:cubicBezTo>
                          <a:pt x="12362" y="1092603"/>
                          <a:pt x="96682" y="1097286"/>
                          <a:pt x="107265" y="1100461"/>
                        </a:cubicBezTo>
                        <a:cubicBezTo>
                          <a:pt x="216273" y="1168194"/>
                          <a:pt x="278554" y="1235658"/>
                          <a:pt x="345356" y="1177892"/>
                        </a:cubicBezTo>
                        <a:cubicBezTo>
                          <a:pt x="335831" y="1115450"/>
                          <a:pt x="231585" y="1096401"/>
                          <a:pt x="167556" y="990568"/>
                        </a:cubicBezTo>
                        <a:cubicBezTo>
                          <a:pt x="164382" y="926540"/>
                          <a:pt x="222956" y="888498"/>
                          <a:pt x="326309" y="768322"/>
                        </a:cubicBezTo>
                        <a:cubicBezTo>
                          <a:pt x="450428" y="638527"/>
                          <a:pt x="405953" y="676521"/>
                          <a:pt x="525085" y="560000"/>
                        </a:cubicBezTo>
                        <a:cubicBezTo>
                          <a:pt x="563185" y="387492"/>
                          <a:pt x="632747" y="338679"/>
                          <a:pt x="643760" y="226106"/>
                        </a:cubicBezTo>
                        <a:cubicBezTo>
                          <a:pt x="652934" y="132333"/>
                          <a:pt x="448502" y="1010"/>
                          <a:pt x="44764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0" name="任意多边形: 形状 1109">
                    <a:extLst>
                      <a:ext uri="{FF2B5EF4-FFF2-40B4-BE49-F238E27FC236}">
                        <a16:creationId xmlns:a16="http://schemas.microsoft.com/office/drawing/2014/main" id="{B724EB62-7B1B-558A-EF6A-EBDA9F8ECD69}"/>
                      </a:ext>
                    </a:extLst>
                  </p:cNvPr>
                  <p:cNvSpPr/>
                  <p:nvPr/>
                </p:nvSpPr>
                <p:spPr>
                  <a:xfrm>
                    <a:off x="1066267" y="7119093"/>
                    <a:ext cx="1256664" cy="312445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42078 w 882978"/>
                      <a:gd name="connsiteY13" fmla="*/ 1247590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95025"/>
                      <a:gd name="connsiteY0" fmla="*/ 1088604 h 2752057"/>
                      <a:gd name="connsiteX1" fmla="*/ 443239 w 895025"/>
                      <a:gd name="connsiteY1" fmla="*/ 1310854 h 2752057"/>
                      <a:gd name="connsiteX2" fmla="*/ 440063 w 895025"/>
                      <a:gd name="connsiteY2" fmla="*/ 1609304 h 2752057"/>
                      <a:gd name="connsiteX3" fmla="*/ 390851 w 895025"/>
                      <a:gd name="connsiteY3" fmla="*/ 1968079 h 2752057"/>
                      <a:gd name="connsiteX4" fmla="*/ 162250 w 895025"/>
                      <a:gd name="connsiteY4" fmla="*/ 2223666 h 2752057"/>
                      <a:gd name="connsiteX5" fmla="*/ 86054 w 895025"/>
                      <a:gd name="connsiteY5" fmla="*/ 2466557 h 2752057"/>
                      <a:gd name="connsiteX6" fmla="*/ 326 w 895025"/>
                      <a:gd name="connsiteY6" fmla="*/ 2587204 h 2752057"/>
                      <a:gd name="connsiteX7" fmla="*/ 119388 w 895025"/>
                      <a:gd name="connsiteY7" fmla="*/ 2685629 h 2752057"/>
                      <a:gd name="connsiteX8" fmla="*/ 365451 w 895025"/>
                      <a:gd name="connsiteY8" fmla="*/ 2730078 h 2752057"/>
                      <a:gd name="connsiteX9" fmla="*/ 187651 w 895025"/>
                      <a:gd name="connsiteY9" fmla="*/ 2542754 h 2752057"/>
                      <a:gd name="connsiteX10" fmla="*/ 346404 w 895025"/>
                      <a:gd name="connsiteY10" fmla="*/ 2320508 h 2752057"/>
                      <a:gd name="connsiteX11" fmla="*/ 587701 w 895025"/>
                      <a:gd name="connsiteY11" fmla="*/ 2079204 h 2752057"/>
                      <a:gd name="connsiteX12" fmla="*/ 884434 w 895025"/>
                      <a:gd name="connsiteY12" fmla="*/ 1463584 h 2752057"/>
                      <a:gd name="connsiteX13" fmla="*/ 842078 w 895025"/>
                      <a:gd name="connsiteY13" fmla="*/ 1247590 h 2752057"/>
                      <a:gd name="connsiteX14" fmla="*/ 825826 w 895025"/>
                      <a:gd name="connsiteY14" fmla="*/ 1069554 h 2752057"/>
                      <a:gd name="connsiteX15" fmla="*/ 880250 w 895025"/>
                      <a:gd name="connsiteY15" fmla="*/ 794184 h 2752057"/>
                      <a:gd name="connsiteX16" fmla="*/ 759154 w 895025"/>
                      <a:gd name="connsiteY16" fmla="*/ 440907 h 2752057"/>
                      <a:gd name="connsiteX17" fmla="*/ 848054 w 895025"/>
                      <a:gd name="connsiteY17" fmla="*/ 374232 h 2752057"/>
                      <a:gd name="connsiteX18" fmla="*/ 882978 w 895025"/>
                      <a:gd name="connsiteY18" fmla="*/ 256757 h 2752057"/>
                      <a:gd name="connsiteX19" fmla="*/ 838529 w 895025"/>
                      <a:gd name="connsiteY19" fmla="*/ 82132 h 2752057"/>
                      <a:gd name="connsiteX20" fmla="*/ 662313 w 895025"/>
                      <a:gd name="connsiteY20" fmla="*/ 1166 h 2752057"/>
                      <a:gd name="connsiteX21" fmla="*/ 517853 w 895025"/>
                      <a:gd name="connsiteY21" fmla="*/ 167857 h 2752057"/>
                      <a:gd name="connsiteX22" fmla="*/ 613103 w 895025"/>
                      <a:gd name="connsiteY22" fmla="*/ 399631 h 2752057"/>
                      <a:gd name="connsiteX23" fmla="*/ 530551 w 895025"/>
                      <a:gd name="connsiteY23" fmla="*/ 558379 h 2752057"/>
                      <a:gd name="connsiteX24" fmla="*/ 486101 w 895025"/>
                      <a:gd name="connsiteY24" fmla="*/ 672678 h 2752057"/>
                      <a:gd name="connsiteX25" fmla="*/ 508326 w 895025"/>
                      <a:gd name="connsiteY25" fmla="*/ 1088604 h 2752057"/>
                      <a:gd name="connsiteX0" fmla="*/ 508326 w 887685"/>
                      <a:gd name="connsiteY0" fmla="*/ 1088604 h 2752057"/>
                      <a:gd name="connsiteX1" fmla="*/ 443239 w 887685"/>
                      <a:gd name="connsiteY1" fmla="*/ 1310854 h 2752057"/>
                      <a:gd name="connsiteX2" fmla="*/ 440063 w 887685"/>
                      <a:gd name="connsiteY2" fmla="*/ 1609304 h 2752057"/>
                      <a:gd name="connsiteX3" fmla="*/ 390851 w 887685"/>
                      <a:gd name="connsiteY3" fmla="*/ 1968079 h 2752057"/>
                      <a:gd name="connsiteX4" fmla="*/ 162250 w 887685"/>
                      <a:gd name="connsiteY4" fmla="*/ 2223666 h 2752057"/>
                      <a:gd name="connsiteX5" fmla="*/ 86054 w 887685"/>
                      <a:gd name="connsiteY5" fmla="*/ 2466557 h 2752057"/>
                      <a:gd name="connsiteX6" fmla="*/ 326 w 887685"/>
                      <a:gd name="connsiteY6" fmla="*/ 2587204 h 2752057"/>
                      <a:gd name="connsiteX7" fmla="*/ 119388 w 887685"/>
                      <a:gd name="connsiteY7" fmla="*/ 2685629 h 2752057"/>
                      <a:gd name="connsiteX8" fmla="*/ 365451 w 887685"/>
                      <a:gd name="connsiteY8" fmla="*/ 2730078 h 2752057"/>
                      <a:gd name="connsiteX9" fmla="*/ 187651 w 887685"/>
                      <a:gd name="connsiteY9" fmla="*/ 2542754 h 2752057"/>
                      <a:gd name="connsiteX10" fmla="*/ 346404 w 887685"/>
                      <a:gd name="connsiteY10" fmla="*/ 2320508 h 2752057"/>
                      <a:gd name="connsiteX11" fmla="*/ 587701 w 887685"/>
                      <a:gd name="connsiteY11" fmla="*/ 2079204 h 2752057"/>
                      <a:gd name="connsiteX12" fmla="*/ 884434 w 887685"/>
                      <a:gd name="connsiteY12" fmla="*/ 1463584 h 2752057"/>
                      <a:gd name="connsiteX13" fmla="*/ 842078 w 887685"/>
                      <a:gd name="connsiteY13" fmla="*/ 1247590 h 2752057"/>
                      <a:gd name="connsiteX14" fmla="*/ 825826 w 887685"/>
                      <a:gd name="connsiteY14" fmla="*/ 1069554 h 2752057"/>
                      <a:gd name="connsiteX15" fmla="*/ 880250 w 887685"/>
                      <a:gd name="connsiteY15" fmla="*/ 794184 h 2752057"/>
                      <a:gd name="connsiteX16" fmla="*/ 759154 w 887685"/>
                      <a:gd name="connsiteY16" fmla="*/ 440907 h 2752057"/>
                      <a:gd name="connsiteX17" fmla="*/ 848054 w 887685"/>
                      <a:gd name="connsiteY17" fmla="*/ 374232 h 2752057"/>
                      <a:gd name="connsiteX18" fmla="*/ 882978 w 887685"/>
                      <a:gd name="connsiteY18" fmla="*/ 256757 h 2752057"/>
                      <a:gd name="connsiteX19" fmla="*/ 838529 w 887685"/>
                      <a:gd name="connsiteY19" fmla="*/ 82132 h 2752057"/>
                      <a:gd name="connsiteX20" fmla="*/ 662313 w 887685"/>
                      <a:gd name="connsiteY20" fmla="*/ 1166 h 2752057"/>
                      <a:gd name="connsiteX21" fmla="*/ 517853 w 887685"/>
                      <a:gd name="connsiteY21" fmla="*/ 167857 h 2752057"/>
                      <a:gd name="connsiteX22" fmla="*/ 613103 w 887685"/>
                      <a:gd name="connsiteY22" fmla="*/ 399631 h 2752057"/>
                      <a:gd name="connsiteX23" fmla="*/ 530551 w 887685"/>
                      <a:gd name="connsiteY23" fmla="*/ 558379 h 2752057"/>
                      <a:gd name="connsiteX24" fmla="*/ 486101 w 887685"/>
                      <a:gd name="connsiteY24" fmla="*/ 672678 h 2752057"/>
                      <a:gd name="connsiteX25" fmla="*/ 508326 w 887685"/>
                      <a:gd name="connsiteY25" fmla="*/ 1088604 h 2752057"/>
                      <a:gd name="connsiteX0" fmla="*/ 508326 w 1037548"/>
                      <a:gd name="connsiteY0" fmla="*/ 1088604 h 2752057"/>
                      <a:gd name="connsiteX1" fmla="*/ 443239 w 1037548"/>
                      <a:gd name="connsiteY1" fmla="*/ 1310854 h 2752057"/>
                      <a:gd name="connsiteX2" fmla="*/ 440063 w 1037548"/>
                      <a:gd name="connsiteY2" fmla="*/ 1609304 h 2752057"/>
                      <a:gd name="connsiteX3" fmla="*/ 390851 w 1037548"/>
                      <a:gd name="connsiteY3" fmla="*/ 1968079 h 2752057"/>
                      <a:gd name="connsiteX4" fmla="*/ 162250 w 1037548"/>
                      <a:gd name="connsiteY4" fmla="*/ 2223666 h 2752057"/>
                      <a:gd name="connsiteX5" fmla="*/ 86054 w 1037548"/>
                      <a:gd name="connsiteY5" fmla="*/ 2466557 h 2752057"/>
                      <a:gd name="connsiteX6" fmla="*/ 326 w 1037548"/>
                      <a:gd name="connsiteY6" fmla="*/ 2587204 h 2752057"/>
                      <a:gd name="connsiteX7" fmla="*/ 119388 w 1037548"/>
                      <a:gd name="connsiteY7" fmla="*/ 2685629 h 2752057"/>
                      <a:gd name="connsiteX8" fmla="*/ 365451 w 1037548"/>
                      <a:gd name="connsiteY8" fmla="*/ 2730078 h 2752057"/>
                      <a:gd name="connsiteX9" fmla="*/ 187651 w 1037548"/>
                      <a:gd name="connsiteY9" fmla="*/ 2542754 h 2752057"/>
                      <a:gd name="connsiteX10" fmla="*/ 346404 w 1037548"/>
                      <a:gd name="connsiteY10" fmla="*/ 2320508 h 2752057"/>
                      <a:gd name="connsiteX11" fmla="*/ 1031517 w 1037548"/>
                      <a:gd name="connsiteY11" fmla="*/ 1930783 h 2752057"/>
                      <a:gd name="connsiteX12" fmla="*/ 884434 w 1037548"/>
                      <a:gd name="connsiteY12" fmla="*/ 1463584 h 2752057"/>
                      <a:gd name="connsiteX13" fmla="*/ 842078 w 1037548"/>
                      <a:gd name="connsiteY13" fmla="*/ 1247590 h 2752057"/>
                      <a:gd name="connsiteX14" fmla="*/ 825826 w 1037548"/>
                      <a:gd name="connsiteY14" fmla="*/ 1069554 h 2752057"/>
                      <a:gd name="connsiteX15" fmla="*/ 880250 w 1037548"/>
                      <a:gd name="connsiteY15" fmla="*/ 794184 h 2752057"/>
                      <a:gd name="connsiteX16" fmla="*/ 759154 w 1037548"/>
                      <a:gd name="connsiteY16" fmla="*/ 440907 h 2752057"/>
                      <a:gd name="connsiteX17" fmla="*/ 848054 w 1037548"/>
                      <a:gd name="connsiteY17" fmla="*/ 374232 h 2752057"/>
                      <a:gd name="connsiteX18" fmla="*/ 882978 w 1037548"/>
                      <a:gd name="connsiteY18" fmla="*/ 256757 h 2752057"/>
                      <a:gd name="connsiteX19" fmla="*/ 838529 w 1037548"/>
                      <a:gd name="connsiteY19" fmla="*/ 82132 h 2752057"/>
                      <a:gd name="connsiteX20" fmla="*/ 662313 w 1037548"/>
                      <a:gd name="connsiteY20" fmla="*/ 1166 h 2752057"/>
                      <a:gd name="connsiteX21" fmla="*/ 517853 w 1037548"/>
                      <a:gd name="connsiteY21" fmla="*/ 167857 h 2752057"/>
                      <a:gd name="connsiteX22" fmla="*/ 613103 w 1037548"/>
                      <a:gd name="connsiteY22" fmla="*/ 399631 h 2752057"/>
                      <a:gd name="connsiteX23" fmla="*/ 530551 w 1037548"/>
                      <a:gd name="connsiteY23" fmla="*/ 558379 h 2752057"/>
                      <a:gd name="connsiteX24" fmla="*/ 486101 w 1037548"/>
                      <a:gd name="connsiteY24" fmla="*/ 672678 h 2752057"/>
                      <a:gd name="connsiteX25" fmla="*/ 508326 w 1037548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346404 w 1031517"/>
                      <a:gd name="connsiteY10" fmla="*/ 2320508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70207"/>
                      <a:gd name="connsiteY0" fmla="*/ 1088604 h 2752057"/>
                      <a:gd name="connsiteX1" fmla="*/ 443239 w 1070207"/>
                      <a:gd name="connsiteY1" fmla="*/ 1310854 h 2752057"/>
                      <a:gd name="connsiteX2" fmla="*/ 440063 w 1070207"/>
                      <a:gd name="connsiteY2" fmla="*/ 1609304 h 2752057"/>
                      <a:gd name="connsiteX3" fmla="*/ 390851 w 1070207"/>
                      <a:gd name="connsiteY3" fmla="*/ 1968079 h 2752057"/>
                      <a:gd name="connsiteX4" fmla="*/ 162250 w 1070207"/>
                      <a:gd name="connsiteY4" fmla="*/ 2223666 h 2752057"/>
                      <a:gd name="connsiteX5" fmla="*/ 86054 w 1070207"/>
                      <a:gd name="connsiteY5" fmla="*/ 2466557 h 2752057"/>
                      <a:gd name="connsiteX6" fmla="*/ 326 w 1070207"/>
                      <a:gd name="connsiteY6" fmla="*/ 2587204 h 2752057"/>
                      <a:gd name="connsiteX7" fmla="*/ 119388 w 1070207"/>
                      <a:gd name="connsiteY7" fmla="*/ 2685629 h 2752057"/>
                      <a:gd name="connsiteX8" fmla="*/ 365451 w 1070207"/>
                      <a:gd name="connsiteY8" fmla="*/ 2730078 h 2752057"/>
                      <a:gd name="connsiteX9" fmla="*/ 187651 w 1070207"/>
                      <a:gd name="connsiteY9" fmla="*/ 2542754 h 2752057"/>
                      <a:gd name="connsiteX10" fmla="*/ 1005484 w 1070207"/>
                      <a:gd name="connsiteY10" fmla="*/ 2235303 h 2752057"/>
                      <a:gd name="connsiteX11" fmla="*/ 1031517 w 1070207"/>
                      <a:gd name="connsiteY11" fmla="*/ 1930783 h 2752057"/>
                      <a:gd name="connsiteX12" fmla="*/ 884434 w 1070207"/>
                      <a:gd name="connsiteY12" fmla="*/ 1463584 h 2752057"/>
                      <a:gd name="connsiteX13" fmla="*/ 842078 w 1070207"/>
                      <a:gd name="connsiteY13" fmla="*/ 1247590 h 2752057"/>
                      <a:gd name="connsiteX14" fmla="*/ 825826 w 1070207"/>
                      <a:gd name="connsiteY14" fmla="*/ 1069554 h 2752057"/>
                      <a:gd name="connsiteX15" fmla="*/ 880250 w 1070207"/>
                      <a:gd name="connsiteY15" fmla="*/ 794184 h 2752057"/>
                      <a:gd name="connsiteX16" fmla="*/ 759154 w 1070207"/>
                      <a:gd name="connsiteY16" fmla="*/ 440907 h 2752057"/>
                      <a:gd name="connsiteX17" fmla="*/ 848054 w 1070207"/>
                      <a:gd name="connsiteY17" fmla="*/ 374232 h 2752057"/>
                      <a:gd name="connsiteX18" fmla="*/ 882978 w 1070207"/>
                      <a:gd name="connsiteY18" fmla="*/ 256757 h 2752057"/>
                      <a:gd name="connsiteX19" fmla="*/ 838529 w 1070207"/>
                      <a:gd name="connsiteY19" fmla="*/ 82132 h 2752057"/>
                      <a:gd name="connsiteX20" fmla="*/ 662313 w 1070207"/>
                      <a:gd name="connsiteY20" fmla="*/ 1166 h 2752057"/>
                      <a:gd name="connsiteX21" fmla="*/ 517853 w 1070207"/>
                      <a:gd name="connsiteY21" fmla="*/ 167857 h 2752057"/>
                      <a:gd name="connsiteX22" fmla="*/ 613103 w 1070207"/>
                      <a:gd name="connsiteY22" fmla="*/ 399631 h 2752057"/>
                      <a:gd name="connsiteX23" fmla="*/ 530551 w 1070207"/>
                      <a:gd name="connsiteY23" fmla="*/ 558379 h 2752057"/>
                      <a:gd name="connsiteX24" fmla="*/ 486101 w 1070207"/>
                      <a:gd name="connsiteY24" fmla="*/ 672678 h 2752057"/>
                      <a:gd name="connsiteX25" fmla="*/ 508326 w 107020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213220"/>
                      <a:gd name="connsiteY0" fmla="*/ 1088604 h 2716480"/>
                      <a:gd name="connsiteX1" fmla="*/ 443239 w 1213220"/>
                      <a:gd name="connsiteY1" fmla="*/ 1310854 h 2716480"/>
                      <a:gd name="connsiteX2" fmla="*/ 440063 w 1213220"/>
                      <a:gd name="connsiteY2" fmla="*/ 1609304 h 2716480"/>
                      <a:gd name="connsiteX3" fmla="*/ 390851 w 1213220"/>
                      <a:gd name="connsiteY3" fmla="*/ 1968079 h 2716480"/>
                      <a:gd name="connsiteX4" fmla="*/ 162250 w 1213220"/>
                      <a:gd name="connsiteY4" fmla="*/ 2223666 h 2716480"/>
                      <a:gd name="connsiteX5" fmla="*/ 86054 w 1213220"/>
                      <a:gd name="connsiteY5" fmla="*/ 2466557 h 2716480"/>
                      <a:gd name="connsiteX6" fmla="*/ 326 w 1213220"/>
                      <a:gd name="connsiteY6" fmla="*/ 2587204 h 2716480"/>
                      <a:gd name="connsiteX7" fmla="*/ 119388 w 1213220"/>
                      <a:gd name="connsiteY7" fmla="*/ 2685629 h 2716480"/>
                      <a:gd name="connsiteX8" fmla="*/ 1213220 w 1213220"/>
                      <a:gd name="connsiteY8" fmla="*/ 2653118 h 2716480"/>
                      <a:gd name="connsiteX9" fmla="*/ 1011502 w 1213220"/>
                      <a:gd name="connsiteY9" fmla="*/ 2553749 h 2716480"/>
                      <a:gd name="connsiteX10" fmla="*/ 1005484 w 1213220"/>
                      <a:gd name="connsiteY10" fmla="*/ 2235303 h 2716480"/>
                      <a:gd name="connsiteX11" fmla="*/ 1031517 w 1213220"/>
                      <a:gd name="connsiteY11" fmla="*/ 1930783 h 2716480"/>
                      <a:gd name="connsiteX12" fmla="*/ 884434 w 1213220"/>
                      <a:gd name="connsiteY12" fmla="*/ 1463584 h 2716480"/>
                      <a:gd name="connsiteX13" fmla="*/ 842078 w 1213220"/>
                      <a:gd name="connsiteY13" fmla="*/ 1247590 h 2716480"/>
                      <a:gd name="connsiteX14" fmla="*/ 825826 w 1213220"/>
                      <a:gd name="connsiteY14" fmla="*/ 1069554 h 2716480"/>
                      <a:gd name="connsiteX15" fmla="*/ 880250 w 1213220"/>
                      <a:gd name="connsiteY15" fmla="*/ 794184 h 2716480"/>
                      <a:gd name="connsiteX16" fmla="*/ 759154 w 1213220"/>
                      <a:gd name="connsiteY16" fmla="*/ 440907 h 2716480"/>
                      <a:gd name="connsiteX17" fmla="*/ 848054 w 1213220"/>
                      <a:gd name="connsiteY17" fmla="*/ 374232 h 2716480"/>
                      <a:gd name="connsiteX18" fmla="*/ 882978 w 1213220"/>
                      <a:gd name="connsiteY18" fmla="*/ 256757 h 2716480"/>
                      <a:gd name="connsiteX19" fmla="*/ 838529 w 1213220"/>
                      <a:gd name="connsiteY19" fmla="*/ 82132 h 2716480"/>
                      <a:gd name="connsiteX20" fmla="*/ 662313 w 1213220"/>
                      <a:gd name="connsiteY20" fmla="*/ 1166 h 2716480"/>
                      <a:gd name="connsiteX21" fmla="*/ 517853 w 1213220"/>
                      <a:gd name="connsiteY21" fmla="*/ 167857 h 2716480"/>
                      <a:gd name="connsiteX22" fmla="*/ 613103 w 1213220"/>
                      <a:gd name="connsiteY22" fmla="*/ 399631 h 2716480"/>
                      <a:gd name="connsiteX23" fmla="*/ 530551 w 1213220"/>
                      <a:gd name="connsiteY23" fmla="*/ 558379 h 2716480"/>
                      <a:gd name="connsiteX24" fmla="*/ 486101 w 1213220"/>
                      <a:gd name="connsiteY24" fmla="*/ 672678 h 2716480"/>
                      <a:gd name="connsiteX25" fmla="*/ 508326 w 1213220"/>
                      <a:gd name="connsiteY25" fmla="*/ 1088604 h 2716480"/>
                      <a:gd name="connsiteX0" fmla="*/ 563788 w 1268682"/>
                      <a:gd name="connsiteY0" fmla="*/ 1088604 h 2701084"/>
                      <a:gd name="connsiteX1" fmla="*/ 498701 w 1268682"/>
                      <a:gd name="connsiteY1" fmla="*/ 1310854 h 2701084"/>
                      <a:gd name="connsiteX2" fmla="*/ 495525 w 1268682"/>
                      <a:gd name="connsiteY2" fmla="*/ 1609304 h 2701084"/>
                      <a:gd name="connsiteX3" fmla="*/ 446313 w 1268682"/>
                      <a:gd name="connsiteY3" fmla="*/ 1968079 h 2701084"/>
                      <a:gd name="connsiteX4" fmla="*/ 217712 w 1268682"/>
                      <a:gd name="connsiteY4" fmla="*/ 2223666 h 2701084"/>
                      <a:gd name="connsiteX5" fmla="*/ 141516 w 1268682"/>
                      <a:gd name="connsiteY5" fmla="*/ 2466557 h 2701084"/>
                      <a:gd name="connsiteX6" fmla="*/ 55788 w 1268682"/>
                      <a:gd name="connsiteY6" fmla="*/ 2587204 h 2701084"/>
                      <a:gd name="connsiteX7" fmla="*/ 1075770 w 1268682"/>
                      <a:gd name="connsiteY7" fmla="*/ 2663640 h 2701084"/>
                      <a:gd name="connsiteX8" fmla="*/ 1268682 w 1268682"/>
                      <a:gd name="connsiteY8" fmla="*/ 2653118 h 2701084"/>
                      <a:gd name="connsiteX9" fmla="*/ 1066964 w 1268682"/>
                      <a:gd name="connsiteY9" fmla="*/ 2553749 h 2701084"/>
                      <a:gd name="connsiteX10" fmla="*/ 1060946 w 1268682"/>
                      <a:gd name="connsiteY10" fmla="*/ 2235303 h 2701084"/>
                      <a:gd name="connsiteX11" fmla="*/ 1086979 w 1268682"/>
                      <a:gd name="connsiteY11" fmla="*/ 1930783 h 2701084"/>
                      <a:gd name="connsiteX12" fmla="*/ 939896 w 1268682"/>
                      <a:gd name="connsiteY12" fmla="*/ 1463584 h 2701084"/>
                      <a:gd name="connsiteX13" fmla="*/ 897540 w 1268682"/>
                      <a:gd name="connsiteY13" fmla="*/ 1247590 h 2701084"/>
                      <a:gd name="connsiteX14" fmla="*/ 881288 w 1268682"/>
                      <a:gd name="connsiteY14" fmla="*/ 1069554 h 2701084"/>
                      <a:gd name="connsiteX15" fmla="*/ 935712 w 1268682"/>
                      <a:gd name="connsiteY15" fmla="*/ 794184 h 2701084"/>
                      <a:gd name="connsiteX16" fmla="*/ 814616 w 1268682"/>
                      <a:gd name="connsiteY16" fmla="*/ 440907 h 2701084"/>
                      <a:gd name="connsiteX17" fmla="*/ 903516 w 1268682"/>
                      <a:gd name="connsiteY17" fmla="*/ 374232 h 2701084"/>
                      <a:gd name="connsiteX18" fmla="*/ 938440 w 1268682"/>
                      <a:gd name="connsiteY18" fmla="*/ 256757 h 2701084"/>
                      <a:gd name="connsiteX19" fmla="*/ 893991 w 1268682"/>
                      <a:gd name="connsiteY19" fmla="*/ 82132 h 2701084"/>
                      <a:gd name="connsiteX20" fmla="*/ 717775 w 1268682"/>
                      <a:gd name="connsiteY20" fmla="*/ 1166 h 2701084"/>
                      <a:gd name="connsiteX21" fmla="*/ 573315 w 1268682"/>
                      <a:gd name="connsiteY21" fmla="*/ 167857 h 2701084"/>
                      <a:gd name="connsiteX22" fmla="*/ 668565 w 1268682"/>
                      <a:gd name="connsiteY22" fmla="*/ 399631 h 2701084"/>
                      <a:gd name="connsiteX23" fmla="*/ 586013 w 1268682"/>
                      <a:gd name="connsiteY23" fmla="*/ 558379 h 2701084"/>
                      <a:gd name="connsiteX24" fmla="*/ 541563 w 1268682"/>
                      <a:gd name="connsiteY24" fmla="*/ 672678 h 2701084"/>
                      <a:gd name="connsiteX25" fmla="*/ 563788 w 1268682"/>
                      <a:gd name="connsiteY25" fmla="*/ 1088604 h 2701084"/>
                      <a:gd name="connsiteX0" fmla="*/ 464979 w 1169873"/>
                      <a:gd name="connsiteY0" fmla="*/ 1088604 h 2701084"/>
                      <a:gd name="connsiteX1" fmla="*/ 399892 w 1169873"/>
                      <a:gd name="connsiteY1" fmla="*/ 1310854 h 2701084"/>
                      <a:gd name="connsiteX2" fmla="*/ 396716 w 1169873"/>
                      <a:gd name="connsiteY2" fmla="*/ 1609304 h 2701084"/>
                      <a:gd name="connsiteX3" fmla="*/ 347504 w 1169873"/>
                      <a:gd name="connsiteY3" fmla="*/ 1968079 h 2701084"/>
                      <a:gd name="connsiteX4" fmla="*/ 118903 w 1169873"/>
                      <a:gd name="connsiteY4" fmla="*/ 2223666 h 2701084"/>
                      <a:gd name="connsiteX5" fmla="*/ 42707 w 1169873"/>
                      <a:gd name="connsiteY5" fmla="*/ 2466557 h 2701084"/>
                      <a:gd name="connsiteX6" fmla="*/ 831323 w 1169873"/>
                      <a:gd name="connsiteY6" fmla="*/ 2672409 h 2701084"/>
                      <a:gd name="connsiteX7" fmla="*/ 976961 w 1169873"/>
                      <a:gd name="connsiteY7" fmla="*/ 2663640 h 2701084"/>
                      <a:gd name="connsiteX8" fmla="*/ 1169873 w 1169873"/>
                      <a:gd name="connsiteY8" fmla="*/ 2653118 h 2701084"/>
                      <a:gd name="connsiteX9" fmla="*/ 968155 w 1169873"/>
                      <a:gd name="connsiteY9" fmla="*/ 2553749 h 2701084"/>
                      <a:gd name="connsiteX10" fmla="*/ 962137 w 1169873"/>
                      <a:gd name="connsiteY10" fmla="*/ 2235303 h 2701084"/>
                      <a:gd name="connsiteX11" fmla="*/ 988170 w 1169873"/>
                      <a:gd name="connsiteY11" fmla="*/ 1930783 h 2701084"/>
                      <a:gd name="connsiteX12" fmla="*/ 841087 w 1169873"/>
                      <a:gd name="connsiteY12" fmla="*/ 1463584 h 2701084"/>
                      <a:gd name="connsiteX13" fmla="*/ 798731 w 1169873"/>
                      <a:gd name="connsiteY13" fmla="*/ 1247590 h 2701084"/>
                      <a:gd name="connsiteX14" fmla="*/ 782479 w 1169873"/>
                      <a:gd name="connsiteY14" fmla="*/ 1069554 h 2701084"/>
                      <a:gd name="connsiteX15" fmla="*/ 836903 w 1169873"/>
                      <a:gd name="connsiteY15" fmla="*/ 794184 h 2701084"/>
                      <a:gd name="connsiteX16" fmla="*/ 715807 w 1169873"/>
                      <a:gd name="connsiteY16" fmla="*/ 440907 h 2701084"/>
                      <a:gd name="connsiteX17" fmla="*/ 804707 w 1169873"/>
                      <a:gd name="connsiteY17" fmla="*/ 374232 h 2701084"/>
                      <a:gd name="connsiteX18" fmla="*/ 839631 w 1169873"/>
                      <a:gd name="connsiteY18" fmla="*/ 256757 h 2701084"/>
                      <a:gd name="connsiteX19" fmla="*/ 795182 w 1169873"/>
                      <a:gd name="connsiteY19" fmla="*/ 82132 h 2701084"/>
                      <a:gd name="connsiteX20" fmla="*/ 618966 w 1169873"/>
                      <a:gd name="connsiteY20" fmla="*/ 1166 h 2701084"/>
                      <a:gd name="connsiteX21" fmla="*/ 474506 w 1169873"/>
                      <a:gd name="connsiteY21" fmla="*/ 167857 h 2701084"/>
                      <a:gd name="connsiteX22" fmla="*/ 569756 w 1169873"/>
                      <a:gd name="connsiteY22" fmla="*/ 399631 h 2701084"/>
                      <a:gd name="connsiteX23" fmla="*/ 487204 w 1169873"/>
                      <a:gd name="connsiteY23" fmla="*/ 558379 h 2701084"/>
                      <a:gd name="connsiteX24" fmla="*/ 442754 w 1169873"/>
                      <a:gd name="connsiteY24" fmla="*/ 672678 h 2701084"/>
                      <a:gd name="connsiteX25" fmla="*/ 464979 w 1169873"/>
                      <a:gd name="connsiteY25" fmla="*/ 1088604 h 2701084"/>
                      <a:gd name="connsiteX0" fmla="*/ 362436 w 1067330"/>
                      <a:gd name="connsiteY0" fmla="*/ 1088604 h 2701084"/>
                      <a:gd name="connsiteX1" fmla="*/ 297349 w 1067330"/>
                      <a:gd name="connsiteY1" fmla="*/ 1310854 h 2701084"/>
                      <a:gd name="connsiteX2" fmla="*/ 294173 w 1067330"/>
                      <a:gd name="connsiteY2" fmla="*/ 1609304 h 2701084"/>
                      <a:gd name="connsiteX3" fmla="*/ 244961 w 1067330"/>
                      <a:gd name="connsiteY3" fmla="*/ 1968079 h 2701084"/>
                      <a:gd name="connsiteX4" fmla="*/ 16360 w 1067330"/>
                      <a:gd name="connsiteY4" fmla="*/ 2223666 h 2701084"/>
                      <a:gd name="connsiteX5" fmla="*/ 750727 w 1067330"/>
                      <a:gd name="connsiteY5" fmla="*/ 2540768 h 2701084"/>
                      <a:gd name="connsiteX6" fmla="*/ 728780 w 1067330"/>
                      <a:gd name="connsiteY6" fmla="*/ 2672409 h 2701084"/>
                      <a:gd name="connsiteX7" fmla="*/ 874418 w 1067330"/>
                      <a:gd name="connsiteY7" fmla="*/ 2663640 h 2701084"/>
                      <a:gd name="connsiteX8" fmla="*/ 1067330 w 1067330"/>
                      <a:gd name="connsiteY8" fmla="*/ 2653118 h 2701084"/>
                      <a:gd name="connsiteX9" fmla="*/ 865612 w 1067330"/>
                      <a:gd name="connsiteY9" fmla="*/ 2553749 h 2701084"/>
                      <a:gd name="connsiteX10" fmla="*/ 859594 w 1067330"/>
                      <a:gd name="connsiteY10" fmla="*/ 2235303 h 2701084"/>
                      <a:gd name="connsiteX11" fmla="*/ 885627 w 1067330"/>
                      <a:gd name="connsiteY11" fmla="*/ 1930783 h 2701084"/>
                      <a:gd name="connsiteX12" fmla="*/ 738544 w 1067330"/>
                      <a:gd name="connsiteY12" fmla="*/ 1463584 h 2701084"/>
                      <a:gd name="connsiteX13" fmla="*/ 696188 w 1067330"/>
                      <a:gd name="connsiteY13" fmla="*/ 1247590 h 2701084"/>
                      <a:gd name="connsiteX14" fmla="*/ 679936 w 1067330"/>
                      <a:gd name="connsiteY14" fmla="*/ 1069554 h 2701084"/>
                      <a:gd name="connsiteX15" fmla="*/ 734360 w 1067330"/>
                      <a:gd name="connsiteY15" fmla="*/ 794184 h 2701084"/>
                      <a:gd name="connsiteX16" fmla="*/ 613264 w 1067330"/>
                      <a:gd name="connsiteY16" fmla="*/ 440907 h 2701084"/>
                      <a:gd name="connsiteX17" fmla="*/ 702164 w 1067330"/>
                      <a:gd name="connsiteY17" fmla="*/ 374232 h 2701084"/>
                      <a:gd name="connsiteX18" fmla="*/ 737088 w 1067330"/>
                      <a:gd name="connsiteY18" fmla="*/ 256757 h 2701084"/>
                      <a:gd name="connsiteX19" fmla="*/ 692639 w 1067330"/>
                      <a:gd name="connsiteY19" fmla="*/ 82132 h 2701084"/>
                      <a:gd name="connsiteX20" fmla="*/ 516423 w 1067330"/>
                      <a:gd name="connsiteY20" fmla="*/ 1166 h 2701084"/>
                      <a:gd name="connsiteX21" fmla="*/ 371963 w 1067330"/>
                      <a:gd name="connsiteY21" fmla="*/ 167857 h 2701084"/>
                      <a:gd name="connsiteX22" fmla="*/ 467213 w 1067330"/>
                      <a:gd name="connsiteY22" fmla="*/ 399631 h 2701084"/>
                      <a:gd name="connsiteX23" fmla="*/ 384661 w 1067330"/>
                      <a:gd name="connsiteY23" fmla="*/ 558379 h 2701084"/>
                      <a:gd name="connsiteX24" fmla="*/ 340211 w 1067330"/>
                      <a:gd name="connsiteY24" fmla="*/ 672678 h 2701084"/>
                      <a:gd name="connsiteX25" fmla="*/ 362436 w 1067330"/>
                      <a:gd name="connsiteY25" fmla="*/ 1088604 h 2701084"/>
                      <a:gd name="connsiteX0" fmla="*/ 142705 w 847599"/>
                      <a:gd name="connsiteY0" fmla="*/ 1088604 h 2701084"/>
                      <a:gd name="connsiteX1" fmla="*/ 77618 w 847599"/>
                      <a:gd name="connsiteY1" fmla="*/ 1310854 h 2701084"/>
                      <a:gd name="connsiteX2" fmla="*/ 74442 w 847599"/>
                      <a:gd name="connsiteY2" fmla="*/ 1609304 h 2701084"/>
                      <a:gd name="connsiteX3" fmla="*/ 25230 w 847599"/>
                      <a:gd name="connsiteY3" fmla="*/ 1968079 h 2701084"/>
                      <a:gd name="connsiteX4" fmla="*/ 461024 w 847599"/>
                      <a:gd name="connsiteY4" fmla="*/ 2322614 h 2701084"/>
                      <a:gd name="connsiteX5" fmla="*/ 530996 w 847599"/>
                      <a:gd name="connsiteY5" fmla="*/ 2540768 h 2701084"/>
                      <a:gd name="connsiteX6" fmla="*/ 509049 w 847599"/>
                      <a:gd name="connsiteY6" fmla="*/ 2672409 h 2701084"/>
                      <a:gd name="connsiteX7" fmla="*/ 654687 w 847599"/>
                      <a:gd name="connsiteY7" fmla="*/ 2663640 h 2701084"/>
                      <a:gd name="connsiteX8" fmla="*/ 847599 w 847599"/>
                      <a:gd name="connsiteY8" fmla="*/ 2653118 h 2701084"/>
                      <a:gd name="connsiteX9" fmla="*/ 645881 w 847599"/>
                      <a:gd name="connsiteY9" fmla="*/ 2553749 h 2701084"/>
                      <a:gd name="connsiteX10" fmla="*/ 639863 w 847599"/>
                      <a:gd name="connsiteY10" fmla="*/ 2235303 h 2701084"/>
                      <a:gd name="connsiteX11" fmla="*/ 665896 w 847599"/>
                      <a:gd name="connsiteY11" fmla="*/ 1930783 h 2701084"/>
                      <a:gd name="connsiteX12" fmla="*/ 518813 w 847599"/>
                      <a:gd name="connsiteY12" fmla="*/ 1463584 h 2701084"/>
                      <a:gd name="connsiteX13" fmla="*/ 476457 w 847599"/>
                      <a:gd name="connsiteY13" fmla="*/ 1247590 h 2701084"/>
                      <a:gd name="connsiteX14" fmla="*/ 460205 w 847599"/>
                      <a:gd name="connsiteY14" fmla="*/ 1069554 h 2701084"/>
                      <a:gd name="connsiteX15" fmla="*/ 514629 w 847599"/>
                      <a:gd name="connsiteY15" fmla="*/ 794184 h 2701084"/>
                      <a:gd name="connsiteX16" fmla="*/ 393533 w 847599"/>
                      <a:gd name="connsiteY16" fmla="*/ 440907 h 2701084"/>
                      <a:gd name="connsiteX17" fmla="*/ 482433 w 847599"/>
                      <a:gd name="connsiteY17" fmla="*/ 374232 h 2701084"/>
                      <a:gd name="connsiteX18" fmla="*/ 517357 w 847599"/>
                      <a:gd name="connsiteY18" fmla="*/ 256757 h 2701084"/>
                      <a:gd name="connsiteX19" fmla="*/ 472908 w 847599"/>
                      <a:gd name="connsiteY19" fmla="*/ 82132 h 2701084"/>
                      <a:gd name="connsiteX20" fmla="*/ 296692 w 847599"/>
                      <a:gd name="connsiteY20" fmla="*/ 1166 h 2701084"/>
                      <a:gd name="connsiteX21" fmla="*/ 152232 w 847599"/>
                      <a:gd name="connsiteY21" fmla="*/ 167857 h 2701084"/>
                      <a:gd name="connsiteX22" fmla="*/ 247482 w 847599"/>
                      <a:gd name="connsiteY22" fmla="*/ 399631 h 2701084"/>
                      <a:gd name="connsiteX23" fmla="*/ 164930 w 847599"/>
                      <a:gd name="connsiteY23" fmla="*/ 558379 h 2701084"/>
                      <a:gd name="connsiteX24" fmla="*/ 120480 w 847599"/>
                      <a:gd name="connsiteY24" fmla="*/ 672678 h 2701084"/>
                      <a:gd name="connsiteX25" fmla="*/ 142705 w 847599"/>
                      <a:gd name="connsiteY25" fmla="*/ 1088604 h 2701084"/>
                      <a:gd name="connsiteX0" fmla="*/ 93780 w 798674"/>
                      <a:gd name="connsiteY0" fmla="*/ 1088604 h 2701084"/>
                      <a:gd name="connsiteX1" fmla="*/ 28693 w 798674"/>
                      <a:gd name="connsiteY1" fmla="*/ 1310854 h 2701084"/>
                      <a:gd name="connsiteX2" fmla="*/ 25517 w 798674"/>
                      <a:gd name="connsiteY2" fmla="*/ 1609304 h 2701084"/>
                      <a:gd name="connsiteX3" fmla="*/ 454670 w 798674"/>
                      <a:gd name="connsiteY3" fmla="*/ 1987319 h 2701084"/>
                      <a:gd name="connsiteX4" fmla="*/ 412099 w 798674"/>
                      <a:gd name="connsiteY4" fmla="*/ 2322614 h 2701084"/>
                      <a:gd name="connsiteX5" fmla="*/ 482071 w 798674"/>
                      <a:gd name="connsiteY5" fmla="*/ 2540768 h 2701084"/>
                      <a:gd name="connsiteX6" fmla="*/ 460124 w 798674"/>
                      <a:gd name="connsiteY6" fmla="*/ 2672409 h 2701084"/>
                      <a:gd name="connsiteX7" fmla="*/ 605762 w 798674"/>
                      <a:gd name="connsiteY7" fmla="*/ 2663640 h 2701084"/>
                      <a:gd name="connsiteX8" fmla="*/ 798674 w 798674"/>
                      <a:gd name="connsiteY8" fmla="*/ 2653118 h 2701084"/>
                      <a:gd name="connsiteX9" fmla="*/ 596956 w 798674"/>
                      <a:gd name="connsiteY9" fmla="*/ 2553749 h 2701084"/>
                      <a:gd name="connsiteX10" fmla="*/ 590938 w 798674"/>
                      <a:gd name="connsiteY10" fmla="*/ 2235303 h 2701084"/>
                      <a:gd name="connsiteX11" fmla="*/ 616971 w 798674"/>
                      <a:gd name="connsiteY11" fmla="*/ 1930783 h 2701084"/>
                      <a:gd name="connsiteX12" fmla="*/ 469888 w 798674"/>
                      <a:gd name="connsiteY12" fmla="*/ 1463584 h 2701084"/>
                      <a:gd name="connsiteX13" fmla="*/ 427532 w 798674"/>
                      <a:gd name="connsiteY13" fmla="*/ 1247590 h 2701084"/>
                      <a:gd name="connsiteX14" fmla="*/ 411280 w 798674"/>
                      <a:gd name="connsiteY14" fmla="*/ 1069554 h 2701084"/>
                      <a:gd name="connsiteX15" fmla="*/ 465704 w 798674"/>
                      <a:gd name="connsiteY15" fmla="*/ 794184 h 2701084"/>
                      <a:gd name="connsiteX16" fmla="*/ 344608 w 798674"/>
                      <a:gd name="connsiteY16" fmla="*/ 440907 h 2701084"/>
                      <a:gd name="connsiteX17" fmla="*/ 433508 w 798674"/>
                      <a:gd name="connsiteY17" fmla="*/ 374232 h 2701084"/>
                      <a:gd name="connsiteX18" fmla="*/ 468432 w 798674"/>
                      <a:gd name="connsiteY18" fmla="*/ 256757 h 2701084"/>
                      <a:gd name="connsiteX19" fmla="*/ 423983 w 798674"/>
                      <a:gd name="connsiteY19" fmla="*/ 82132 h 2701084"/>
                      <a:gd name="connsiteX20" fmla="*/ 247767 w 798674"/>
                      <a:gd name="connsiteY20" fmla="*/ 1166 h 2701084"/>
                      <a:gd name="connsiteX21" fmla="*/ 103307 w 798674"/>
                      <a:gd name="connsiteY21" fmla="*/ 167857 h 2701084"/>
                      <a:gd name="connsiteX22" fmla="*/ 198557 w 798674"/>
                      <a:gd name="connsiteY22" fmla="*/ 399631 h 2701084"/>
                      <a:gd name="connsiteX23" fmla="*/ 116005 w 798674"/>
                      <a:gd name="connsiteY23" fmla="*/ 558379 h 2701084"/>
                      <a:gd name="connsiteX24" fmla="*/ 71555 w 798674"/>
                      <a:gd name="connsiteY24" fmla="*/ 672678 h 2701084"/>
                      <a:gd name="connsiteX25" fmla="*/ 93780 w 798674"/>
                      <a:gd name="connsiteY25" fmla="*/ 1088604 h 2701084"/>
                      <a:gd name="connsiteX0" fmla="*/ 65087 w 769981"/>
                      <a:gd name="connsiteY0" fmla="*/ 1088604 h 2701084"/>
                      <a:gd name="connsiteX1" fmla="*/ 0 w 769981"/>
                      <a:gd name="connsiteY1" fmla="*/ 1310854 h 2701084"/>
                      <a:gd name="connsiteX2" fmla="*/ 201457 w 769981"/>
                      <a:gd name="connsiteY2" fmla="*/ 1634041 h 2701084"/>
                      <a:gd name="connsiteX3" fmla="*/ 425977 w 769981"/>
                      <a:gd name="connsiteY3" fmla="*/ 1987319 h 2701084"/>
                      <a:gd name="connsiteX4" fmla="*/ 383406 w 769981"/>
                      <a:gd name="connsiteY4" fmla="*/ 2322614 h 2701084"/>
                      <a:gd name="connsiteX5" fmla="*/ 453378 w 769981"/>
                      <a:gd name="connsiteY5" fmla="*/ 2540768 h 2701084"/>
                      <a:gd name="connsiteX6" fmla="*/ 431431 w 769981"/>
                      <a:gd name="connsiteY6" fmla="*/ 2672409 h 2701084"/>
                      <a:gd name="connsiteX7" fmla="*/ 577069 w 769981"/>
                      <a:gd name="connsiteY7" fmla="*/ 2663640 h 2701084"/>
                      <a:gd name="connsiteX8" fmla="*/ 769981 w 769981"/>
                      <a:gd name="connsiteY8" fmla="*/ 2653118 h 2701084"/>
                      <a:gd name="connsiteX9" fmla="*/ 568263 w 769981"/>
                      <a:gd name="connsiteY9" fmla="*/ 2553749 h 2701084"/>
                      <a:gd name="connsiteX10" fmla="*/ 562245 w 769981"/>
                      <a:gd name="connsiteY10" fmla="*/ 2235303 h 2701084"/>
                      <a:gd name="connsiteX11" fmla="*/ 588278 w 769981"/>
                      <a:gd name="connsiteY11" fmla="*/ 1930783 h 2701084"/>
                      <a:gd name="connsiteX12" fmla="*/ 441195 w 769981"/>
                      <a:gd name="connsiteY12" fmla="*/ 1463584 h 2701084"/>
                      <a:gd name="connsiteX13" fmla="*/ 398839 w 769981"/>
                      <a:gd name="connsiteY13" fmla="*/ 1247590 h 2701084"/>
                      <a:gd name="connsiteX14" fmla="*/ 382587 w 769981"/>
                      <a:gd name="connsiteY14" fmla="*/ 1069554 h 2701084"/>
                      <a:gd name="connsiteX15" fmla="*/ 437011 w 769981"/>
                      <a:gd name="connsiteY15" fmla="*/ 794184 h 2701084"/>
                      <a:gd name="connsiteX16" fmla="*/ 315915 w 769981"/>
                      <a:gd name="connsiteY16" fmla="*/ 440907 h 2701084"/>
                      <a:gd name="connsiteX17" fmla="*/ 404815 w 769981"/>
                      <a:gd name="connsiteY17" fmla="*/ 374232 h 2701084"/>
                      <a:gd name="connsiteX18" fmla="*/ 439739 w 769981"/>
                      <a:gd name="connsiteY18" fmla="*/ 256757 h 2701084"/>
                      <a:gd name="connsiteX19" fmla="*/ 395290 w 769981"/>
                      <a:gd name="connsiteY19" fmla="*/ 82132 h 2701084"/>
                      <a:gd name="connsiteX20" fmla="*/ 219074 w 769981"/>
                      <a:gd name="connsiteY20" fmla="*/ 1166 h 2701084"/>
                      <a:gd name="connsiteX21" fmla="*/ 74614 w 769981"/>
                      <a:gd name="connsiteY21" fmla="*/ 167857 h 2701084"/>
                      <a:gd name="connsiteX22" fmla="*/ 169864 w 769981"/>
                      <a:gd name="connsiteY22" fmla="*/ 399631 h 2701084"/>
                      <a:gd name="connsiteX23" fmla="*/ 87312 w 769981"/>
                      <a:gd name="connsiteY23" fmla="*/ 558379 h 2701084"/>
                      <a:gd name="connsiteX24" fmla="*/ 42862 w 769981"/>
                      <a:gd name="connsiteY24" fmla="*/ 672678 h 2701084"/>
                      <a:gd name="connsiteX25" fmla="*/ 65087 w 769981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78067 w 728457"/>
                      <a:gd name="connsiteY1" fmla="*/ 1330093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91354 w 728457"/>
                      <a:gd name="connsiteY1" fmla="*/ 1327344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32925 w 727189"/>
                      <a:gd name="connsiteY0" fmla="*/ 1083108 h 2701084"/>
                      <a:gd name="connsiteX1" fmla="*/ 90086 w 727189"/>
                      <a:gd name="connsiteY1" fmla="*/ 1327344 h 2701084"/>
                      <a:gd name="connsiteX2" fmla="*/ 158665 w 727189"/>
                      <a:gd name="connsiteY2" fmla="*/ 1634041 h 2701084"/>
                      <a:gd name="connsiteX3" fmla="*/ 383185 w 727189"/>
                      <a:gd name="connsiteY3" fmla="*/ 1987319 h 2701084"/>
                      <a:gd name="connsiteX4" fmla="*/ 340614 w 727189"/>
                      <a:gd name="connsiteY4" fmla="*/ 2322614 h 2701084"/>
                      <a:gd name="connsiteX5" fmla="*/ 410586 w 727189"/>
                      <a:gd name="connsiteY5" fmla="*/ 2540768 h 2701084"/>
                      <a:gd name="connsiteX6" fmla="*/ 388639 w 727189"/>
                      <a:gd name="connsiteY6" fmla="*/ 2672409 h 2701084"/>
                      <a:gd name="connsiteX7" fmla="*/ 534277 w 727189"/>
                      <a:gd name="connsiteY7" fmla="*/ 2663640 h 2701084"/>
                      <a:gd name="connsiteX8" fmla="*/ 727189 w 727189"/>
                      <a:gd name="connsiteY8" fmla="*/ 2653118 h 2701084"/>
                      <a:gd name="connsiteX9" fmla="*/ 525471 w 727189"/>
                      <a:gd name="connsiteY9" fmla="*/ 2553749 h 2701084"/>
                      <a:gd name="connsiteX10" fmla="*/ 519453 w 727189"/>
                      <a:gd name="connsiteY10" fmla="*/ 2235303 h 2701084"/>
                      <a:gd name="connsiteX11" fmla="*/ 545486 w 727189"/>
                      <a:gd name="connsiteY11" fmla="*/ 1930783 h 2701084"/>
                      <a:gd name="connsiteX12" fmla="*/ 398403 w 727189"/>
                      <a:gd name="connsiteY12" fmla="*/ 1463584 h 2701084"/>
                      <a:gd name="connsiteX13" fmla="*/ 356047 w 727189"/>
                      <a:gd name="connsiteY13" fmla="*/ 1247590 h 2701084"/>
                      <a:gd name="connsiteX14" fmla="*/ 339795 w 727189"/>
                      <a:gd name="connsiteY14" fmla="*/ 1069554 h 2701084"/>
                      <a:gd name="connsiteX15" fmla="*/ 394219 w 727189"/>
                      <a:gd name="connsiteY15" fmla="*/ 794184 h 2701084"/>
                      <a:gd name="connsiteX16" fmla="*/ 273123 w 727189"/>
                      <a:gd name="connsiteY16" fmla="*/ 440907 h 2701084"/>
                      <a:gd name="connsiteX17" fmla="*/ 362023 w 727189"/>
                      <a:gd name="connsiteY17" fmla="*/ 374232 h 2701084"/>
                      <a:gd name="connsiteX18" fmla="*/ 396947 w 727189"/>
                      <a:gd name="connsiteY18" fmla="*/ 256757 h 2701084"/>
                      <a:gd name="connsiteX19" fmla="*/ 352498 w 727189"/>
                      <a:gd name="connsiteY19" fmla="*/ 82132 h 2701084"/>
                      <a:gd name="connsiteX20" fmla="*/ 176282 w 727189"/>
                      <a:gd name="connsiteY20" fmla="*/ 1166 h 2701084"/>
                      <a:gd name="connsiteX21" fmla="*/ 31822 w 727189"/>
                      <a:gd name="connsiteY21" fmla="*/ 167857 h 2701084"/>
                      <a:gd name="connsiteX22" fmla="*/ 127072 w 727189"/>
                      <a:gd name="connsiteY22" fmla="*/ 399631 h 2701084"/>
                      <a:gd name="connsiteX23" fmla="*/ 44520 w 727189"/>
                      <a:gd name="connsiteY23" fmla="*/ 558379 h 2701084"/>
                      <a:gd name="connsiteX24" fmla="*/ 70 w 727189"/>
                      <a:gd name="connsiteY24" fmla="*/ 672678 h 2701084"/>
                      <a:gd name="connsiteX25" fmla="*/ 32925 w 727189"/>
                      <a:gd name="connsiteY25" fmla="*/ 1083108 h 2701084"/>
                      <a:gd name="connsiteX0" fmla="*/ 7793 w 702057"/>
                      <a:gd name="connsiteY0" fmla="*/ 1083108 h 2701084"/>
                      <a:gd name="connsiteX1" fmla="*/ 64954 w 702057"/>
                      <a:gd name="connsiteY1" fmla="*/ 1327344 h 2701084"/>
                      <a:gd name="connsiteX2" fmla="*/ 133533 w 702057"/>
                      <a:gd name="connsiteY2" fmla="*/ 1634041 h 2701084"/>
                      <a:gd name="connsiteX3" fmla="*/ 358053 w 702057"/>
                      <a:gd name="connsiteY3" fmla="*/ 1987319 h 2701084"/>
                      <a:gd name="connsiteX4" fmla="*/ 315482 w 702057"/>
                      <a:gd name="connsiteY4" fmla="*/ 2322614 h 2701084"/>
                      <a:gd name="connsiteX5" fmla="*/ 385454 w 702057"/>
                      <a:gd name="connsiteY5" fmla="*/ 2540768 h 2701084"/>
                      <a:gd name="connsiteX6" fmla="*/ 363507 w 702057"/>
                      <a:gd name="connsiteY6" fmla="*/ 2672409 h 2701084"/>
                      <a:gd name="connsiteX7" fmla="*/ 509145 w 702057"/>
                      <a:gd name="connsiteY7" fmla="*/ 2663640 h 2701084"/>
                      <a:gd name="connsiteX8" fmla="*/ 702057 w 702057"/>
                      <a:gd name="connsiteY8" fmla="*/ 2653118 h 2701084"/>
                      <a:gd name="connsiteX9" fmla="*/ 500339 w 702057"/>
                      <a:gd name="connsiteY9" fmla="*/ 2553749 h 2701084"/>
                      <a:gd name="connsiteX10" fmla="*/ 494321 w 702057"/>
                      <a:gd name="connsiteY10" fmla="*/ 2235303 h 2701084"/>
                      <a:gd name="connsiteX11" fmla="*/ 520354 w 702057"/>
                      <a:gd name="connsiteY11" fmla="*/ 1930783 h 2701084"/>
                      <a:gd name="connsiteX12" fmla="*/ 373271 w 702057"/>
                      <a:gd name="connsiteY12" fmla="*/ 1463584 h 2701084"/>
                      <a:gd name="connsiteX13" fmla="*/ 330915 w 702057"/>
                      <a:gd name="connsiteY13" fmla="*/ 1247590 h 2701084"/>
                      <a:gd name="connsiteX14" fmla="*/ 314663 w 702057"/>
                      <a:gd name="connsiteY14" fmla="*/ 1069554 h 2701084"/>
                      <a:gd name="connsiteX15" fmla="*/ 369087 w 702057"/>
                      <a:gd name="connsiteY15" fmla="*/ 794184 h 2701084"/>
                      <a:gd name="connsiteX16" fmla="*/ 247991 w 702057"/>
                      <a:gd name="connsiteY16" fmla="*/ 440907 h 2701084"/>
                      <a:gd name="connsiteX17" fmla="*/ 336891 w 702057"/>
                      <a:gd name="connsiteY17" fmla="*/ 374232 h 2701084"/>
                      <a:gd name="connsiteX18" fmla="*/ 371815 w 702057"/>
                      <a:gd name="connsiteY18" fmla="*/ 256757 h 2701084"/>
                      <a:gd name="connsiteX19" fmla="*/ 327366 w 702057"/>
                      <a:gd name="connsiteY19" fmla="*/ 82132 h 2701084"/>
                      <a:gd name="connsiteX20" fmla="*/ 151150 w 702057"/>
                      <a:gd name="connsiteY20" fmla="*/ 1166 h 2701084"/>
                      <a:gd name="connsiteX21" fmla="*/ 6690 w 702057"/>
                      <a:gd name="connsiteY21" fmla="*/ 167857 h 2701084"/>
                      <a:gd name="connsiteX22" fmla="*/ 101940 w 702057"/>
                      <a:gd name="connsiteY22" fmla="*/ 399631 h 2701084"/>
                      <a:gd name="connsiteX23" fmla="*/ 19388 w 702057"/>
                      <a:gd name="connsiteY23" fmla="*/ 558379 h 2701084"/>
                      <a:gd name="connsiteX24" fmla="*/ 1514 w 702057"/>
                      <a:gd name="connsiteY24" fmla="*/ 708409 h 2701084"/>
                      <a:gd name="connsiteX25" fmla="*/ 7793 w 702057"/>
                      <a:gd name="connsiteY25" fmla="*/ 1083108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6832 w 706065"/>
                      <a:gd name="connsiteY4" fmla="*/ 2275888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680239"/>
                      <a:gd name="connsiteX1" fmla="*/ 68962 w 706065"/>
                      <a:gd name="connsiteY1" fmla="*/ 1327344 h 2680239"/>
                      <a:gd name="connsiteX2" fmla="*/ 137541 w 706065"/>
                      <a:gd name="connsiteY2" fmla="*/ 1634041 h 2680239"/>
                      <a:gd name="connsiteX3" fmla="*/ 362061 w 706065"/>
                      <a:gd name="connsiteY3" fmla="*/ 1987319 h 2680239"/>
                      <a:gd name="connsiteX4" fmla="*/ 314174 w 706065"/>
                      <a:gd name="connsiteY4" fmla="*/ 2207174 h 2680239"/>
                      <a:gd name="connsiteX5" fmla="*/ 389462 w 706065"/>
                      <a:gd name="connsiteY5" fmla="*/ 2540768 h 2680239"/>
                      <a:gd name="connsiteX6" fmla="*/ 367515 w 706065"/>
                      <a:gd name="connsiteY6" fmla="*/ 2672409 h 2680239"/>
                      <a:gd name="connsiteX7" fmla="*/ 706065 w 706065"/>
                      <a:gd name="connsiteY7" fmla="*/ 2653118 h 2680239"/>
                      <a:gd name="connsiteX8" fmla="*/ 504347 w 706065"/>
                      <a:gd name="connsiteY8" fmla="*/ 2553749 h 2680239"/>
                      <a:gd name="connsiteX9" fmla="*/ 498329 w 706065"/>
                      <a:gd name="connsiteY9" fmla="*/ 2235303 h 2680239"/>
                      <a:gd name="connsiteX10" fmla="*/ 524362 w 706065"/>
                      <a:gd name="connsiteY10" fmla="*/ 1930783 h 2680239"/>
                      <a:gd name="connsiteX11" fmla="*/ 377279 w 706065"/>
                      <a:gd name="connsiteY11" fmla="*/ 1463584 h 2680239"/>
                      <a:gd name="connsiteX12" fmla="*/ 334923 w 706065"/>
                      <a:gd name="connsiteY12" fmla="*/ 1247590 h 2680239"/>
                      <a:gd name="connsiteX13" fmla="*/ 318671 w 706065"/>
                      <a:gd name="connsiteY13" fmla="*/ 1069554 h 2680239"/>
                      <a:gd name="connsiteX14" fmla="*/ 373095 w 706065"/>
                      <a:gd name="connsiteY14" fmla="*/ 794184 h 2680239"/>
                      <a:gd name="connsiteX15" fmla="*/ 251999 w 706065"/>
                      <a:gd name="connsiteY15" fmla="*/ 440907 h 2680239"/>
                      <a:gd name="connsiteX16" fmla="*/ 340899 w 706065"/>
                      <a:gd name="connsiteY16" fmla="*/ 374232 h 2680239"/>
                      <a:gd name="connsiteX17" fmla="*/ 375823 w 706065"/>
                      <a:gd name="connsiteY17" fmla="*/ 256757 h 2680239"/>
                      <a:gd name="connsiteX18" fmla="*/ 331374 w 706065"/>
                      <a:gd name="connsiteY18" fmla="*/ 82132 h 2680239"/>
                      <a:gd name="connsiteX19" fmla="*/ 155158 w 706065"/>
                      <a:gd name="connsiteY19" fmla="*/ 1166 h 2680239"/>
                      <a:gd name="connsiteX20" fmla="*/ 10698 w 706065"/>
                      <a:gd name="connsiteY20" fmla="*/ 167857 h 2680239"/>
                      <a:gd name="connsiteX21" fmla="*/ 105948 w 706065"/>
                      <a:gd name="connsiteY21" fmla="*/ 399631 h 2680239"/>
                      <a:gd name="connsiteX22" fmla="*/ 23396 w 706065"/>
                      <a:gd name="connsiteY22" fmla="*/ 558379 h 2680239"/>
                      <a:gd name="connsiteX23" fmla="*/ 5522 w 706065"/>
                      <a:gd name="connsiteY23" fmla="*/ 708409 h 2680239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7596"/>
                      <a:gd name="connsiteY0" fmla="*/ 708409 h 2680768"/>
                      <a:gd name="connsiteX1" fmla="*/ 68962 w 707596"/>
                      <a:gd name="connsiteY1" fmla="*/ 1327344 h 2680768"/>
                      <a:gd name="connsiteX2" fmla="*/ 137541 w 707596"/>
                      <a:gd name="connsiteY2" fmla="*/ 1634041 h 2680768"/>
                      <a:gd name="connsiteX3" fmla="*/ 362061 w 707596"/>
                      <a:gd name="connsiteY3" fmla="*/ 1987319 h 2680768"/>
                      <a:gd name="connsiteX4" fmla="*/ 314174 w 707596"/>
                      <a:gd name="connsiteY4" fmla="*/ 2207174 h 2680768"/>
                      <a:gd name="connsiteX5" fmla="*/ 389462 w 707596"/>
                      <a:gd name="connsiteY5" fmla="*/ 2540768 h 2680768"/>
                      <a:gd name="connsiteX6" fmla="*/ 367515 w 707596"/>
                      <a:gd name="connsiteY6" fmla="*/ 2672409 h 2680768"/>
                      <a:gd name="connsiteX7" fmla="*/ 706065 w 707596"/>
                      <a:gd name="connsiteY7" fmla="*/ 2653118 h 2680768"/>
                      <a:gd name="connsiteX8" fmla="*/ 480429 w 707596"/>
                      <a:gd name="connsiteY8" fmla="*/ 2537258 h 2680768"/>
                      <a:gd name="connsiteX9" fmla="*/ 498329 w 707596"/>
                      <a:gd name="connsiteY9" fmla="*/ 2235303 h 2680768"/>
                      <a:gd name="connsiteX10" fmla="*/ 524362 w 707596"/>
                      <a:gd name="connsiteY10" fmla="*/ 1930783 h 2680768"/>
                      <a:gd name="connsiteX11" fmla="*/ 377279 w 707596"/>
                      <a:gd name="connsiteY11" fmla="*/ 1463584 h 2680768"/>
                      <a:gd name="connsiteX12" fmla="*/ 334923 w 707596"/>
                      <a:gd name="connsiteY12" fmla="*/ 1247590 h 2680768"/>
                      <a:gd name="connsiteX13" fmla="*/ 318671 w 707596"/>
                      <a:gd name="connsiteY13" fmla="*/ 1069554 h 2680768"/>
                      <a:gd name="connsiteX14" fmla="*/ 373095 w 707596"/>
                      <a:gd name="connsiteY14" fmla="*/ 794184 h 2680768"/>
                      <a:gd name="connsiteX15" fmla="*/ 251999 w 707596"/>
                      <a:gd name="connsiteY15" fmla="*/ 440907 h 2680768"/>
                      <a:gd name="connsiteX16" fmla="*/ 340899 w 707596"/>
                      <a:gd name="connsiteY16" fmla="*/ 374232 h 2680768"/>
                      <a:gd name="connsiteX17" fmla="*/ 375823 w 707596"/>
                      <a:gd name="connsiteY17" fmla="*/ 256757 h 2680768"/>
                      <a:gd name="connsiteX18" fmla="*/ 331374 w 707596"/>
                      <a:gd name="connsiteY18" fmla="*/ 82132 h 2680768"/>
                      <a:gd name="connsiteX19" fmla="*/ 155158 w 707596"/>
                      <a:gd name="connsiteY19" fmla="*/ 1166 h 2680768"/>
                      <a:gd name="connsiteX20" fmla="*/ 10698 w 707596"/>
                      <a:gd name="connsiteY20" fmla="*/ 167857 h 2680768"/>
                      <a:gd name="connsiteX21" fmla="*/ 105948 w 707596"/>
                      <a:gd name="connsiteY21" fmla="*/ 399631 h 2680768"/>
                      <a:gd name="connsiteX22" fmla="*/ 23396 w 707596"/>
                      <a:gd name="connsiteY22" fmla="*/ 558379 h 2680768"/>
                      <a:gd name="connsiteX23" fmla="*/ 5522 w 707596"/>
                      <a:gd name="connsiteY23" fmla="*/ 708409 h 2680768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4362 w 707980"/>
                      <a:gd name="connsiteY10" fmla="*/ 1930783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9677 w 707980"/>
                      <a:gd name="connsiteY10" fmla="*/ 1944526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9536 h 2682178"/>
                      <a:gd name="connsiteX1" fmla="*/ 68962 w 707980"/>
                      <a:gd name="connsiteY1" fmla="*/ 1328471 h 2682178"/>
                      <a:gd name="connsiteX2" fmla="*/ 137541 w 707980"/>
                      <a:gd name="connsiteY2" fmla="*/ 1635168 h 2682178"/>
                      <a:gd name="connsiteX3" fmla="*/ 362061 w 707980"/>
                      <a:gd name="connsiteY3" fmla="*/ 1988446 h 2682178"/>
                      <a:gd name="connsiteX4" fmla="*/ 314174 w 707980"/>
                      <a:gd name="connsiteY4" fmla="*/ 2208301 h 2682178"/>
                      <a:gd name="connsiteX5" fmla="*/ 389462 w 707980"/>
                      <a:gd name="connsiteY5" fmla="*/ 2541895 h 2682178"/>
                      <a:gd name="connsiteX6" fmla="*/ 367515 w 707980"/>
                      <a:gd name="connsiteY6" fmla="*/ 2673536 h 2682178"/>
                      <a:gd name="connsiteX7" fmla="*/ 706065 w 707980"/>
                      <a:gd name="connsiteY7" fmla="*/ 2654245 h 2682178"/>
                      <a:gd name="connsiteX8" fmla="*/ 491059 w 707980"/>
                      <a:gd name="connsiteY8" fmla="*/ 2530140 h 2682178"/>
                      <a:gd name="connsiteX9" fmla="*/ 498329 w 707980"/>
                      <a:gd name="connsiteY9" fmla="*/ 2236430 h 2682178"/>
                      <a:gd name="connsiteX10" fmla="*/ 529677 w 707980"/>
                      <a:gd name="connsiteY10" fmla="*/ 1945653 h 2682178"/>
                      <a:gd name="connsiteX11" fmla="*/ 377279 w 707980"/>
                      <a:gd name="connsiteY11" fmla="*/ 1464711 h 2682178"/>
                      <a:gd name="connsiteX12" fmla="*/ 334923 w 707980"/>
                      <a:gd name="connsiteY12" fmla="*/ 1248717 h 2682178"/>
                      <a:gd name="connsiteX13" fmla="*/ 318671 w 707980"/>
                      <a:gd name="connsiteY13" fmla="*/ 1070681 h 2682178"/>
                      <a:gd name="connsiteX14" fmla="*/ 373095 w 707980"/>
                      <a:gd name="connsiteY14" fmla="*/ 795311 h 2682178"/>
                      <a:gd name="connsiteX15" fmla="*/ 251999 w 707980"/>
                      <a:gd name="connsiteY15" fmla="*/ 442034 h 2682178"/>
                      <a:gd name="connsiteX16" fmla="*/ 340899 w 707980"/>
                      <a:gd name="connsiteY16" fmla="*/ 375359 h 2682178"/>
                      <a:gd name="connsiteX17" fmla="*/ 375823 w 707980"/>
                      <a:gd name="connsiteY17" fmla="*/ 257884 h 2682178"/>
                      <a:gd name="connsiteX18" fmla="*/ 331374 w 707980"/>
                      <a:gd name="connsiteY18" fmla="*/ 83259 h 2682178"/>
                      <a:gd name="connsiteX19" fmla="*/ 155158 w 707980"/>
                      <a:gd name="connsiteY19" fmla="*/ 2293 h 2682178"/>
                      <a:gd name="connsiteX20" fmla="*/ 32623 w 707980"/>
                      <a:gd name="connsiteY20" fmla="*/ 168984 h 2682178"/>
                      <a:gd name="connsiteX21" fmla="*/ 105948 w 707980"/>
                      <a:gd name="connsiteY21" fmla="*/ 400758 h 2682178"/>
                      <a:gd name="connsiteX22" fmla="*/ 23396 w 707980"/>
                      <a:gd name="connsiteY22" fmla="*/ 559506 h 2682178"/>
                      <a:gd name="connsiteX23" fmla="*/ 5522 w 707980"/>
                      <a:gd name="connsiteY23" fmla="*/ 709536 h 2682178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6678 w 707980"/>
                      <a:gd name="connsiteY13" fmla="*/ 886090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4685 w 707980"/>
                      <a:gd name="connsiteY13" fmla="*/ 91082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5729 w 707980"/>
                      <a:gd name="connsiteY2" fmla="*/ 1488357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205310 w 707980"/>
                      <a:gd name="connsiteY3" fmla="*/ 1712376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668414 w 707980"/>
                      <a:gd name="connsiteY10" fmla="*/ 2211255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806576"/>
                      <a:gd name="connsiteY0" fmla="*/ 689858 h 2664101"/>
                      <a:gd name="connsiteX1" fmla="*/ 68962 w 806576"/>
                      <a:gd name="connsiteY1" fmla="*/ 1308793 h 2664101"/>
                      <a:gd name="connsiteX2" fmla="*/ 91742 w 806576"/>
                      <a:gd name="connsiteY2" fmla="*/ 1488358 h 2664101"/>
                      <a:gd name="connsiteX3" fmla="*/ 207303 w 806576"/>
                      <a:gd name="connsiteY3" fmla="*/ 1710315 h 2664101"/>
                      <a:gd name="connsiteX4" fmla="*/ 362061 w 806576"/>
                      <a:gd name="connsiteY4" fmla="*/ 1968768 h 2664101"/>
                      <a:gd name="connsiteX5" fmla="*/ 314174 w 806576"/>
                      <a:gd name="connsiteY5" fmla="*/ 2188623 h 2664101"/>
                      <a:gd name="connsiteX6" fmla="*/ 389462 w 806576"/>
                      <a:gd name="connsiteY6" fmla="*/ 2522217 h 2664101"/>
                      <a:gd name="connsiteX7" fmla="*/ 367515 w 806576"/>
                      <a:gd name="connsiteY7" fmla="*/ 2653858 h 2664101"/>
                      <a:gd name="connsiteX8" fmla="*/ 706065 w 806576"/>
                      <a:gd name="connsiteY8" fmla="*/ 2634567 h 2664101"/>
                      <a:gd name="connsiteX9" fmla="*/ 770105 w 806576"/>
                      <a:gd name="connsiteY9" fmla="*/ 2469234 h 2664101"/>
                      <a:gd name="connsiteX10" fmla="*/ 668414 w 806576"/>
                      <a:gd name="connsiteY10" fmla="*/ 2211255 h 2664101"/>
                      <a:gd name="connsiteX11" fmla="*/ 617377 w 806576"/>
                      <a:gd name="connsiteY11" fmla="*/ 1871004 h 2664101"/>
                      <a:gd name="connsiteX12" fmla="*/ 377279 w 806576"/>
                      <a:gd name="connsiteY12" fmla="*/ 1445033 h 2664101"/>
                      <a:gd name="connsiteX13" fmla="*/ 328944 w 806576"/>
                      <a:gd name="connsiteY13" fmla="*/ 1206364 h 2664101"/>
                      <a:gd name="connsiteX14" fmla="*/ 310699 w 806576"/>
                      <a:gd name="connsiteY14" fmla="*/ 939687 h 2664101"/>
                      <a:gd name="connsiteX15" fmla="*/ 373095 w 806576"/>
                      <a:gd name="connsiteY15" fmla="*/ 775633 h 2664101"/>
                      <a:gd name="connsiteX16" fmla="*/ 251999 w 806576"/>
                      <a:gd name="connsiteY16" fmla="*/ 422356 h 2664101"/>
                      <a:gd name="connsiteX17" fmla="*/ 340899 w 806576"/>
                      <a:gd name="connsiteY17" fmla="*/ 355681 h 2664101"/>
                      <a:gd name="connsiteX18" fmla="*/ 375823 w 806576"/>
                      <a:gd name="connsiteY18" fmla="*/ 238206 h 2664101"/>
                      <a:gd name="connsiteX19" fmla="*/ 331374 w 806576"/>
                      <a:gd name="connsiteY19" fmla="*/ 63581 h 2664101"/>
                      <a:gd name="connsiteX20" fmla="*/ 151171 w 806576"/>
                      <a:gd name="connsiteY20" fmla="*/ 3229 h 2664101"/>
                      <a:gd name="connsiteX21" fmla="*/ 32623 w 806576"/>
                      <a:gd name="connsiteY21" fmla="*/ 149306 h 2664101"/>
                      <a:gd name="connsiteX22" fmla="*/ 105948 w 806576"/>
                      <a:gd name="connsiteY22" fmla="*/ 381080 h 2664101"/>
                      <a:gd name="connsiteX23" fmla="*/ 23396 w 806576"/>
                      <a:gd name="connsiteY23" fmla="*/ 539828 h 2664101"/>
                      <a:gd name="connsiteX24" fmla="*/ 5522 w 806576"/>
                      <a:gd name="connsiteY24" fmla="*/ 689858 h 2664101"/>
                      <a:gd name="connsiteX0" fmla="*/ 5522 w 996293"/>
                      <a:gd name="connsiteY0" fmla="*/ 689858 h 2654114"/>
                      <a:gd name="connsiteX1" fmla="*/ 68962 w 996293"/>
                      <a:gd name="connsiteY1" fmla="*/ 1308793 h 2654114"/>
                      <a:gd name="connsiteX2" fmla="*/ 91742 w 996293"/>
                      <a:gd name="connsiteY2" fmla="*/ 1488358 h 2654114"/>
                      <a:gd name="connsiteX3" fmla="*/ 207303 w 996293"/>
                      <a:gd name="connsiteY3" fmla="*/ 1710315 h 2654114"/>
                      <a:gd name="connsiteX4" fmla="*/ 362061 w 996293"/>
                      <a:gd name="connsiteY4" fmla="*/ 1968768 h 2654114"/>
                      <a:gd name="connsiteX5" fmla="*/ 314174 w 996293"/>
                      <a:gd name="connsiteY5" fmla="*/ 2188623 h 2654114"/>
                      <a:gd name="connsiteX6" fmla="*/ 389462 w 996293"/>
                      <a:gd name="connsiteY6" fmla="*/ 2522217 h 2654114"/>
                      <a:gd name="connsiteX7" fmla="*/ 367515 w 996293"/>
                      <a:gd name="connsiteY7" fmla="*/ 2653858 h 2654114"/>
                      <a:gd name="connsiteX8" fmla="*/ 982453 w 996293"/>
                      <a:gd name="connsiteY8" fmla="*/ 2494392 h 2654114"/>
                      <a:gd name="connsiteX9" fmla="*/ 770105 w 996293"/>
                      <a:gd name="connsiteY9" fmla="*/ 2469234 h 2654114"/>
                      <a:gd name="connsiteX10" fmla="*/ 668414 w 996293"/>
                      <a:gd name="connsiteY10" fmla="*/ 2211255 h 2654114"/>
                      <a:gd name="connsiteX11" fmla="*/ 617377 w 996293"/>
                      <a:gd name="connsiteY11" fmla="*/ 1871004 h 2654114"/>
                      <a:gd name="connsiteX12" fmla="*/ 377279 w 996293"/>
                      <a:gd name="connsiteY12" fmla="*/ 1445033 h 2654114"/>
                      <a:gd name="connsiteX13" fmla="*/ 328944 w 996293"/>
                      <a:gd name="connsiteY13" fmla="*/ 1206364 h 2654114"/>
                      <a:gd name="connsiteX14" fmla="*/ 310699 w 996293"/>
                      <a:gd name="connsiteY14" fmla="*/ 939687 h 2654114"/>
                      <a:gd name="connsiteX15" fmla="*/ 373095 w 996293"/>
                      <a:gd name="connsiteY15" fmla="*/ 775633 h 2654114"/>
                      <a:gd name="connsiteX16" fmla="*/ 251999 w 996293"/>
                      <a:gd name="connsiteY16" fmla="*/ 422356 h 2654114"/>
                      <a:gd name="connsiteX17" fmla="*/ 340899 w 996293"/>
                      <a:gd name="connsiteY17" fmla="*/ 355681 h 2654114"/>
                      <a:gd name="connsiteX18" fmla="*/ 375823 w 996293"/>
                      <a:gd name="connsiteY18" fmla="*/ 238206 h 2654114"/>
                      <a:gd name="connsiteX19" fmla="*/ 331374 w 996293"/>
                      <a:gd name="connsiteY19" fmla="*/ 63581 h 2654114"/>
                      <a:gd name="connsiteX20" fmla="*/ 151171 w 996293"/>
                      <a:gd name="connsiteY20" fmla="*/ 3229 h 2654114"/>
                      <a:gd name="connsiteX21" fmla="*/ 32623 w 996293"/>
                      <a:gd name="connsiteY21" fmla="*/ 149306 h 2654114"/>
                      <a:gd name="connsiteX22" fmla="*/ 105948 w 996293"/>
                      <a:gd name="connsiteY22" fmla="*/ 381080 h 2654114"/>
                      <a:gd name="connsiteX23" fmla="*/ 23396 w 996293"/>
                      <a:gd name="connsiteY23" fmla="*/ 539828 h 2654114"/>
                      <a:gd name="connsiteX24" fmla="*/ 5522 w 996293"/>
                      <a:gd name="connsiteY24" fmla="*/ 689858 h 2654114"/>
                      <a:gd name="connsiteX0" fmla="*/ 5522 w 983171"/>
                      <a:gd name="connsiteY0" fmla="*/ 689858 h 2602400"/>
                      <a:gd name="connsiteX1" fmla="*/ 68962 w 983171"/>
                      <a:gd name="connsiteY1" fmla="*/ 1308793 h 2602400"/>
                      <a:gd name="connsiteX2" fmla="*/ 91742 w 983171"/>
                      <a:gd name="connsiteY2" fmla="*/ 1488358 h 2602400"/>
                      <a:gd name="connsiteX3" fmla="*/ 207303 w 983171"/>
                      <a:gd name="connsiteY3" fmla="*/ 1710315 h 2602400"/>
                      <a:gd name="connsiteX4" fmla="*/ 362061 w 983171"/>
                      <a:gd name="connsiteY4" fmla="*/ 1968768 h 2602400"/>
                      <a:gd name="connsiteX5" fmla="*/ 314174 w 983171"/>
                      <a:gd name="connsiteY5" fmla="*/ 2188623 h 2602400"/>
                      <a:gd name="connsiteX6" fmla="*/ 389462 w 983171"/>
                      <a:gd name="connsiteY6" fmla="*/ 2522217 h 2602400"/>
                      <a:gd name="connsiteX7" fmla="*/ 821962 w 983171"/>
                      <a:gd name="connsiteY7" fmla="*/ 2601635 h 2602400"/>
                      <a:gd name="connsiteX8" fmla="*/ 982453 w 983171"/>
                      <a:gd name="connsiteY8" fmla="*/ 2494392 h 2602400"/>
                      <a:gd name="connsiteX9" fmla="*/ 770105 w 983171"/>
                      <a:gd name="connsiteY9" fmla="*/ 2469234 h 2602400"/>
                      <a:gd name="connsiteX10" fmla="*/ 668414 w 983171"/>
                      <a:gd name="connsiteY10" fmla="*/ 2211255 h 2602400"/>
                      <a:gd name="connsiteX11" fmla="*/ 617377 w 983171"/>
                      <a:gd name="connsiteY11" fmla="*/ 1871004 h 2602400"/>
                      <a:gd name="connsiteX12" fmla="*/ 377279 w 983171"/>
                      <a:gd name="connsiteY12" fmla="*/ 1445033 h 2602400"/>
                      <a:gd name="connsiteX13" fmla="*/ 328944 w 983171"/>
                      <a:gd name="connsiteY13" fmla="*/ 1206364 h 2602400"/>
                      <a:gd name="connsiteX14" fmla="*/ 310699 w 983171"/>
                      <a:gd name="connsiteY14" fmla="*/ 939687 h 2602400"/>
                      <a:gd name="connsiteX15" fmla="*/ 373095 w 983171"/>
                      <a:gd name="connsiteY15" fmla="*/ 775633 h 2602400"/>
                      <a:gd name="connsiteX16" fmla="*/ 251999 w 983171"/>
                      <a:gd name="connsiteY16" fmla="*/ 422356 h 2602400"/>
                      <a:gd name="connsiteX17" fmla="*/ 340899 w 983171"/>
                      <a:gd name="connsiteY17" fmla="*/ 355681 h 2602400"/>
                      <a:gd name="connsiteX18" fmla="*/ 375823 w 983171"/>
                      <a:gd name="connsiteY18" fmla="*/ 238206 h 2602400"/>
                      <a:gd name="connsiteX19" fmla="*/ 331374 w 983171"/>
                      <a:gd name="connsiteY19" fmla="*/ 63581 h 2602400"/>
                      <a:gd name="connsiteX20" fmla="*/ 151171 w 983171"/>
                      <a:gd name="connsiteY20" fmla="*/ 3229 h 2602400"/>
                      <a:gd name="connsiteX21" fmla="*/ 32623 w 983171"/>
                      <a:gd name="connsiteY21" fmla="*/ 149306 h 2602400"/>
                      <a:gd name="connsiteX22" fmla="*/ 105948 w 983171"/>
                      <a:gd name="connsiteY22" fmla="*/ 381080 h 2602400"/>
                      <a:gd name="connsiteX23" fmla="*/ 23396 w 983171"/>
                      <a:gd name="connsiteY23" fmla="*/ 539828 h 2602400"/>
                      <a:gd name="connsiteX24" fmla="*/ 5522 w 983171"/>
                      <a:gd name="connsiteY24" fmla="*/ 689858 h 2602400"/>
                      <a:gd name="connsiteX0" fmla="*/ 5522 w 982912"/>
                      <a:gd name="connsiteY0" fmla="*/ 689858 h 2601944"/>
                      <a:gd name="connsiteX1" fmla="*/ 68962 w 982912"/>
                      <a:gd name="connsiteY1" fmla="*/ 1308793 h 2601944"/>
                      <a:gd name="connsiteX2" fmla="*/ 91742 w 982912"/>
                      <a:gd name="connsiteY2" fmla="*/ 1488358 h 2601944"/>
                      <a:gd name="connsiteX3" fmla="*/ 207303 w 982912"/>
                      <a:gd name="connsiteY3" fmla="*/ 1710315 h 2601944"/>
                      <a:gd name="connsiteX4" fmla="*/ 362061 w 982912"/>
                      <a:gd name="connsiteY4" fmla="*/ 1968768 h 2601944"/>
                      <a:gd name="connsiteX5" fmla="*/ 314174 w 982912"/>
                      <a:gd name="connsiteY5" fmla="*/ 2188623 h 2601944"/>
                      <a:gd name="connsiteX6" fmla="*/ 660535 w 982912"/>
                      <a:gd name="connsiteY6" fmla="*/ 2513972 h 2601944"/>
                      <a:gd name="connsiteX7" fmla="*/ 821962 w 982912"/>
                      <a:gd name="connsiteY7" fmla="*/ 2601635 h 2601944"/>
                      <a:gd name="connsiteX8" fmla="*/ 982453 w 982912"/>
                      <a:gd name="connsiteY8" fmla="*/ 2494392 h 2601944"/>
                      <a:gd name="connsiteX9" fmla="*/ 770105 w 982912"/>
                      <a:gd name="connsiteY9" fmla="*/ 2469234 h 2601944"/>
                      <a:gd name="connsiteX10" fmla="*/ 668414 w 982912"/>
                      <a:gd name="connsiteY10" fmla="*/ 2211255 h 2601944"/>
                      <a:gd name="connsiteX11" fmla="*/ 617377 w 982912"/>
                      <a:gd name="connsiteY11" fmla="*/ 1871004 h 2601944"/>
                      <a:gd name="connsiteX12" fmla="*/ 377279 w 982912"/>
                      <a:gd name="connsiteY12" fmla="*/ 1445033 h 2601944"/>
                      <a:gd name="connsiteX13" fmla="*/ 328944 w 982912"/>
                      <a:gd name="connsiteY13" fmla="*/ 1206364 h 2601944"/>
                      <a:gd name="connsiteX14" fmla="*/ 310699 w 982912"/>
                      <a:gd name="connsiteY14" fmla="*/ 939687 h 2601944"/>
                      <a:gd name="connsiteX15" fmla="*/ 373095 w 982912"/>
                      <a:gd name="connsiteY15" fmla="*/ 775633 h 2601944"/>
                      <a:gd name="connsiteX16" fmla="*/ 251999 w 982912"/>
                      <a:gd name="connsiteY16" fmla="*/ 422356 h 2601944"/>
                      <a:gd name="connsiteX17" fmla="*/ 340899 w 982912"/>
                      <a:gd name="connsiteY17" fmla="*/ 355681 h 2601944"/>
                      <a:gd name="connsiteX18" fmla="*/ 375823 w 982912"/>
                      <a:gd name="connsiteY18" fmla="*/ 238206 h 2601944"/>
                      <a:gd name="connsiteX19" fmla="*/ 331374 w 982912"/>
                      <a:gd name="connsiteY19" fmla="*/ 63581 h 2601944"/>
                      <a:gd name="connsiteX20" fmla="*/ 151171 w 982912"/>
                      <a:gd name="connsiteY20" fmla="*/ 3229 h 2601944"/>
                      <a:gd name="connsiteX21" fmla="*/ 32623 w 982912"/>
                      <a:gd name="connsiteY21" fmla="*/ 149306 h 2601944"/>
                      <a:gd name="connsiteX22" fmla="*/ 105948 w 982912"/>
                      <a:gd name="connsiteY22" fmla="*/ 381080 h 2601944"/>
                      <a:gd name="connsiteX23" fmla="*/ 23396 w 982912"/>
                      <a:gd name="connsiteY23" fmla="*/ 539828 h 2601944"/>
                      <a:gd name="connsiteX24" fmla="*/ 5522 w 982912"/>
                      <a:gd name="connsiteY24" fmla="*/ 689858 h 2601944"/>
                      <a:gd name="connsiteX0" fmla="*/ 5522 w 983056"/>
                      <a:gd name="connsiteY0" fmla="*/ 689858 h 2637511"/>
                      <a:gd name="connsiteX1" fmla="*/ 68962 w 983056"/>
                      <a:gd name="connsiteY1" fmla="*/ 1308793 h 2637511"/>
                      <a:gd name="connsiteX2" fmla="*/ 91742 w 983056"/>
                      <a:gd name="connsiteY2" fmla="*/ 1488358 h 2637511"/>
                      <a:gd name="connsiteX3" fmla="*/ 207303 w 983056"/>
                      <a:gd name="connsiteY3" fmla="*/ 1710315 h 2637511"/>
                      <a:gd name="connsiteX4" fmla="*/ 362061 w 983056"/>
                      <a:gd name="connsiteY4" fmla="*/ 1968768 h 2637511"/>
                      <a:gd name="connsiteX5" fmla="*/ 314174 w 983056"/>
                      <a:gd name="connsiteY5" fmla="*/ 2188623 h 2637511"/>
                      <a:gd name="connsiteX6" fmla="*/ 660535 w 983056"/>
                      <a:gd name="connsiteY6" fmla="*/ 2513972 h 2637511"/>
                      <a:gd name="connsiteX7" fmla="*/ 705028 w 983056"/>
                      <a:gd name="connsiteY7" fmla="*/ 2637366 h 2637511"/>
                      <a:gd name="connsiteX8" fmla="*/ 982453 w 983056"/>
                      <a:gd name="connsiteY8" fmla="*/ 2494392 h 2637511"/>
                      <a:gd name="connsiteX9" fmla="*/ 770105 w 983056"/>
                      <a:gd name="connsiteY9" fmla="*/ 2469234 h 2637511"/>
                      <a:gd name="connsiteX10" fmla="*/ 668414 w 983056"/>
                      <a:gd name="connsiteY10" fmla="*/ 2211255 h 2637511"/>
                      <a:gd name="connsiteX11" fmla="*/ 617377 w 983056"/>
                      <a:gd name="connsiteY11" fmla="*/ 1871004 h 2637511"/>
                      <a:gd name="connsiteX12" fmla="*/ 377279 w 983056"/>
                      <a:gd name="connsiteY12" fmla="*/ 1445033 h 2637511"/>
                      <a:gd name="connsiteX13" fmla="*/ 328944 w 983056"/>
                      <a:gd name="connsiteY13" fmla="*/ 1206364 h 2637511"/>
                      <a:gd name="connsiteX14" fmla="*/ 310699 w 983056"/>
                      <a:gd name="connsiteY14" fmla="*/ 939687 h 2637511"/>
                      <a:gd name="connsiteX15" fmla="*/ 373095 w 983056"/>
                      <a:gd name="connsiteY15" fmla="*/ 775633 h 2637511"/>
                      <a:gd name="connsiteX16" fmla="*/ 251999 w 983056"/>
                      <a:gd name="connsiteY16" fmla="*/ 422356 h 2637511"/>
                      <a:gd name="connsiteX17" fmla="*/ 340899 w 983056"/>
                      <a:gd name="connsiteY17" fmla="*/ 355681 h 2637511"/>
                      <a:gd name="connsiteX18" fmla="*/ 375823 w 983056"/>
                      <a:gd name="connsiteY18" fmla="*/ 238206 h 2637511"/>
                      <a:gd name="connsiteX19" fmla="*/ 331374 w 983056"/>
                      <a:gd name="connsiteY19" fmla="*/ 63581 h 2637511"/>
                      <a:gd name="connsiteX20" fmla="*/ 151171 w 983056"/>
                      <a:gd name="connsiteY20" fmla="*/ 3229 h 2637511"/>
                      <a:gd name="connsiteX21" fmla="*/ 32623 w 983056"/>
                      <a:gd name="connsiteY21" fmla="*/ 149306 h 2637511"/>
                      <a:gd name="connsiteX22" fmla="*/ 105948 w 983056"/>
                      <a:gd name="connsiteY22" fmla="*/ 381080 h 2637511"/>
                      <a:gd name="connsiteX23" fmla="*/ 23396 w 983056"/>
                      <a:gd name="connsiteY23" fmla="*/ 539828 h 2637511"/>
                      <a:gd name="connsiteX24" fmla="*/ 5522 w 983056"/>
                      <a:gd name="connsiteY24" fmla="*/ 689858 h 2637511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362061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447103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22741 w 1000275"/>
                      <a:gd name="connsiteY0" fmla="*/ 689858 h 2637483"/>
                      <a:gd name="connsiteX1" fmla="*/ 86181 w 1000275"/>
                      <a:gd name="connsiteY1" fmla="*/ 1308793 h 2637483"/>
                      <a:gd name="connsiteX2" fmla="*/ 0 w 1000275"/>
                      <a:gd name="connsiteY2" fmla="*/ 1444382 h 2637483"/>
                      <a:gd name="connsiteX3" fmla="*/ 224522 w 1000275"/>
                      <a:gd name="connsiteY3" fmla="*/ 1710315 h 2637483"/>
                      <a:gd name="connsiteX4" fmla="*/ 464322 w 1000275"/>
                      <a:gd name="connsiteY4" fmla="*/ 1968768 h 2637483"/>
                      <a:gd name="connsiteX5" fmla="*/ 528055 w 1000275"/>
                      <a:gd name="connsiteY5" fmla="*/ 2268331 h 2637483"/>
                      <a:gd name="connsiteX6" fmla="*/ 677754 w 1000275"/>
                      <a:gd name="connsiteY6" fmla="*/ 2513972 h 2637483"/>
                      <a:gd name="connsiteX7" fmla="*/ 722247 w 1000275"/>
                      <a:gd name="connsiteY7" fmla="*/ 2637366 h 2637483"/>
                      <a:gd name="connsiteX8" fmla="*/ 999672 w 1000275"/>
                      <a:gd name="connsiteY8" fmla="*/ 2494392 h 2637483"/>
                      <a:gd name="connsiteX9" fmla="*/ 787324 w 1000275"/>
                      <a:gd name="connsiteY9" fmla="*/ 2469234 h 2637483"/>
                      <a:gd name="connsiteX10" fmla="*/ 685633 w 1000275"/>
                      <a:gd name="connsiteY10" fmla="*/ 2211255 h 2637483"/>
                      <a:gd name="connsiteX11" fmla="*/ 634596 w 1000275"/>
                      <a:gd name="connsiteY11" fmla="*/ 1871004 h 2637483"/>
                      <a:gd name="connsiteX12" fmla="*/ 394498 w 1000275"/>
                      <a:gd name="connsiteY12" fmla="*/ 1445033 h 2637483"/>
                      <a:gd name="connsiteX13" fmla="*/ 346163 w 1000275"/>
                      <a:gd name="connsiteY13" fmla="*/ 1206364 h 2637483"/>
                      <a:gd name="connsiteX14" fmla="*/ 327918 w 1000275"/>
                      <a:gd name="connsiteY14" fmla="*/ 939687 h 2637483"/>
                      <a:gd name="connsiteX15" fmla="*/ 390314 w 1000275"/>
                      <a:gd name="connsiteY15" fmla="*/ 775633 h 2637483"/>
                      <a:gd name="connsiteX16" fmla="*/ 269218 w 1000275"/>
                      <a:gd name="connsiteY16" fmla="*/ 422356 h 2637483"/>
                      <a:gd name="connsiteX17" fmla="*/ 358118 w 1000275"/>
                      <a:gd name="connsiteY17" fmla="*/ 355681 h 2637483"/>
                      <a:gd name="connsiteX18" fmla="*/ 393042 w 1000275"/>
                      <a:gd name="connsiteY18" fmla="*/ 238206 h 2637483"/>
                      <a:gd name="connsiteX19" fmla="*/ 348593 w 1000275"/>
                      <a:gd name="connsiteY19" fmla="*/ 63581 h 2637483"/>
                      <a:gd name="connsiteX20" fmla="*/ 168390 w 1000275"/>
                      <a:gd name="connsiteY20" fmla="*/ 3229 h 2637483"/>
                      <a:gd name="connsiteX21" fmla="*/ 49842 w 1000275"/>
                      <a:gd name="connsiteY21" fmla="*/ 149306 h 2637483"/>
                      <a:gd name="connsiteX22" fmla="*/ 123167 w 1000275"/>
                      <a:gd name="connsiteY22" fmla="*/ 381080 h 2637483"/>
                      <a:gd name="connsiteX23" fmla="*/ 40615 w 1000275"/>
                      <a:gd name="connsiteY23" fmla="*/ 539828 h 2637483"/>
                      <a:gd name="connsiteX24" fmla="*/ 22741 w 1000275"/>
                      <a:gd name="connsiteY24" fmla="*/ 689858 h 2637483"/>
                      <a:gd name="connsiteX0" fmla="*/ 30887 w 1008421"/>
                      <a:gd name="connsiteY0" fmla="*/ 689858 h 2637483"/>
                      <a:gd name="connsiteX1" fmla="*/ 6627 w 1008421"/>
                      <a:gd name="connsiteY1" fmla="*/ 1256570 h 2637483"/>
                      <a:gd name="connsiteX2" fmla="*/ 8146 w 1008421"/>
                      <a:gd name="connsiteY2" fmla="*/ 1444382 h 2637483"/>
                      <a:gd name="connsiteX3" fmla="*/ 232668 w 1008421"/>
                      <a:gd name="connsiteY3" fmla="*/ 1710315 h 2637483"/>
                      <a:gd name="connsiteX4" fmla="*/ 472468 w 1008421"/>
                      <a:gd name="connsiteY4" fmla="*/ 1968768 h 2637483"/>
                      <a:gd name="connsiteX5" fmla="*/ 536201 w 1008421"/>
                      <a:gd name="connsiteY5" fmla="*/ 2268331 h 2637483"/>
                      <a:gd name="connsiteX6" fmla="*/ 685900 w 1008421"/>
                      <a:gd name="connsiteY6" fmla="*/ 2513972 h 2637483"/>
                      <a:gd name="connsiteX7" fmla="*/ 730393 w 1008421"/>
                      <a:gd name="connsiteY7" fmla="*/ 2637366 h 2637483"/>
                      <a:gd name="connsiteX8" fmla="*/ 1007818 w 1008421"/>
                      <a:gd name="connsiteY8" fmla="*/ 2494392 h 2637483"/>
                      <a:gd name="connsiteX9" fmla="*/ 795470 w 1008421"/>
                      <a:gd name="connsiteY9" fmla="*/ 2469234 h 2637483"/>
                      <a:gd name="connsiteX10" fmla="*/ 693779 w 1008421"/>
                      <a:gd name="connsiteY10" fmla="*/ 2211255 h 2637483"/>
                      <a:gd name="connsiteX11" fmla="*/ 642742 w 1008421"/>
                      <a:gd name="connsiteY11" fmla="*/ 1871004 h 2637483"/>
                      <a:gd name="connsiteX12" fmla="*/ 402644 w 1008421"/>
                      <a:gd name="connsiteY12" fmla="*/ 1445033 h 2637483"/>
                      <a:gd name="connsiteX13" fmla="*/ 354309 w 1008421"/>
                      <a:gd name="connsiteY13" fmla="*/ 1206364 h 2637483"/>
                      <a:gd name="connsiteX14" fmla="*/ 336064 w 1008421"/>
                      <a:gd name="connsiteY14" fmla="*/ 939687 h 2637483"/>
                      <a:gd name="connsiteX15" fmla="*/ 398460 w 1008421"/>
                      <a:gd name="connsiteY15" fmla="*/ 775633 h 2637483"/>
                      <a:gd name="connsiteX16" fmla="*/ 277364 w 1008421"/>
                      <a:gd name="connsiteY16" fmla="*/ 422356 h 2637483"/>
                      <a:gd name="connsiteX17" fmla="*/ 366264 w 1008421"/>
                      <a:gd name="connsiteY17" fmla="*/ 355681 h 2637483"/>
                      <a:gd name="connsiteX18" fmla="*/ 401188 w 1008421"/>
                      <a:gd name="connsiteY18" fmla="*/ 238206 h 2637483"/>
                      <a:gd name="connsiteX19" fmla="*/ 356739 w 1008421"/>
                      <a:gd name="connsiteY19" fmla="*/ 63581 h 2637483"/>
                      <a:gd name="connsiteX20" fmla="*/ 176536 w 1008421"/>
                      <a:gd name="connsiteY20" fmla="*/ 3229 h 2637483"/>
                      <a:gd name="connsiteX21" fmla="*/ 57988 w 1008421"/>
                      <a:gd name="connsiteY21" fmla="*/ 149306 h 2637483"/>
                      <a:gd name="connsiteX22" fmla="*/ 131313 w 1008421"/>
                      <a:gd name="connsiteY22" fmla="*/ 381080 h 2637483"/>
                      <a:gd name="connsiteX23" fmla="*/ 48761 w 1008421"/>
                      <a:gd name="connsiteY23" fmla="*/ 539828 h 2637483"/>
                      <a:gd name="connsiteX24" fmla="*/ 30887 w 1008421"/>
                      <a:gd name="connsiteY24" fmla="*/ 689858 h 2637483"/>
                      <a:gd name="connsiteX0" fmla="*/ 33167 w 1010701"/>
                      <a:gd name="connsiteY0" fmla="*/ 689858 h 2637483"/>
                      <a:gd name="connsiteX1" fmla="*/ 923 w 1010701"/>
                      <a:gd name="connsiteY1" fmla="*/ 1032556 h 2637483"/>
                      <a:gd name="connsiteX2" fmla="*/ 8907 w 1010701"/>
                      <a:gd name="connsiteY2" fmla="*/ 1256570 h 2637483"/>
                      <a:gd name="connsiteX3" fmla="*/ 10426 w 1010701"/>
                      <a:gd name="connsiteY3" fmla="*/ 1444382 h 2637483"/>
                      <a:gd name="connsiteX4" fmla="*/ 234948 w 1010701"/>
                      <a:gd name="connsiteY4" fmla="*/ 1710315 h 2637483"/>
                      <a:gd name="connsiteX5" fmla="*/ 474748 w 1010701"/>
                      <a:gd name="connsiteY5" fmla="*/ 1968768 h 2637483"/>
                      <a:gd name="connsiteX6" fmla="*/ 538481 w 1010701"/>
                      <a:gd name="connsiteY6" fmla="*/ 2268331 h 2637483"/>
                      <a:gd name="connsiteX7" fmla="*/ 688180 w 1010701"/>
                      <a:gd name="connsiteY7" fmla="*/ 2513972 h 2637483"/>
                      <a:gd name="connsiteX8" fmla="*/ 732673 w 1010701"/>
                      <a:gd name="connsiteY8" fmla="*/ 2637366 h 2637483"/>
                      <a:gd name="connsiteX9" fmla="*/ 1010098 w 1010701"/>
                      <a:gd name="connsiteY9" fmla="*/ 2494392 h 2637483"/>
                      <a:gd name="connsiteX10" fmla="*/ 797750 w 1010701"/>
                      <a:gd name="connsiteY10" fmla="*/ 2469234 h 2637483"/>
                      <a:gd name="connsiteX11" fmla="*/ 696059 w 1010701"/>
                      <a:gd name="connsiteY11" fmla="*/ 2211255 h 2637483"/>
                      <a:gd name="connsiteX12" fmla="*/ 645022 w 1010701"/>
                      <a:gd name="connsiteY12" fmla="*/ 1871004 h 2637483"/>
                      <a:gd name="connsiteX13" fmla="*/ 404924 w 1010701"/>
                      <a:gd name="connsiteY13" fmla="*/ 1445033 h 2637483"/>
                      <a:gd name="connsiteX14" fmla="*/ 356589 w 1010701"/>
                      <a:gd name="connsiteY14" fmla="*/ 1206364 h 2637483"/>
                      <a:gd name="connsiteX15" fmla="*/ 338344 w 1010701"/>
                      <a:gd name="connsiteY15" fmla="*/ 939687 h 2637483"/>
                      <a:gd name="connsiteX16" fmla="*/ 400740 w 1010701"/>
                      <a:gd name="connsiteY16" fmla="*/ 775633 h 2637483"/>
                      <a:gd name="connsiteX17" fmla="*/ 279644 w 1010701"/>
                      <a:gd name="connsiteY17" fmla="*/ 422356 h 2637483"/>
                      <a:gd name="connsiteX18" fmla="*/ 368544 w 1010701"/>
                      <a:gd name="connsiteY18" fmla="*/ 355681 h 2637483"/>
                      <a:gd name="connsiteX19" fmla="*/ 403468 w 1010701"/>
                      <a:gd name="connsiteY19" fmla="*/ 238206 h 2637483"/>
                      <a:gd name="connsiteX20" fmla="*/ 359019 w 1010701"/>
                      <a:gd name="connsiteY20" fmla="*/ 63581 h 2637483"/>
                      <a:gd name="connsiteX21" fmla="*/ 178816 w 1010701"/>
                      <a:gd name="connsiteY21" fmla="*/ 3229 h 2637483"/>
                      <a:gd name="connsiteX22" fmla="*/ 60268 w 1010701"/>
                      <a:gd name="connsiteY22" fmla="*/ 149306 h 2637483"/>
                      <a:gd name="connsiteX23" fmla="*/ 133593 w 1010701"/>
                      <a:gd name="connsiteY23" fmla="*/ 381080 h 2637483"/>
                      <a:gd name="connsiteX24" fmla="*/ 51041 w 1010701"/>
                      <a:gd name="connsiteY24" fmla="*/ 539828 h 2637483"/>
                      <a:gd name="connsiteX25" fmla="*/ 33167 w 1010701"/>
                      <a:gd name="connsiteY25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0 w 1009778"/>
                      <a:gd name="connsiteY2" fmla="*/ 1032556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47836 w 1009778"/>
                      <a:gd name="connsiteY2" fmla="*/ 1040801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31923 w 1001837"/>
                      <a:gd name="connsiteY1" fmla="*/ 963842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509"/>
                      <a:gd name="connsiteX1" fmla="*/ 13320 w 1001826"/>
                      <a:gd name="connsiteY1" fmla="*/ 873140 h 2637509"/>
                      <a:gd name="connsiteX2" fmla="*/ 39895 w 1001826"/>
                      <a:gd name="connsiteY2" fmla="*/ 1040801 h 2637509"/>
                      <a:gd name="connsiteX3" fmla="*/ 43 w 1001826"/>
                      <a:gd name="connsiteY3" fmla="*/ 1256570 h 2637509"/>
                      <a:gd name="connsiteX4" fmla="*/ 1562 w 1001826"/>
                      <a:gd name="connsiteY4" fmla="*/ 1444382 h 2637509"/>
                      <a:gd name="connsiteX5" fmla="*/ 226084 w 1001826"/>
                      <a:gd name="connsiteY5" fmla="*/ 1710315 h 2637509"/>
                      <a:gd name="connsiteX6" fmla="*/ 465884 w 1001826"/>
                      <a:gd name="connsiteY6" fmla="*/ 1968768 h 2637509"/>
                      <a:gd name="connsiteX7" fmla="*/ 481780 w 1001826"/>
                      <a:gd name="connsiteY7" fmla="*/ 2194120 h 2637509"/>
                      <a:gd name="connsiteX8" fmla="*/ 679316 w 1001826"/>
                      <a:gd name="connsiteY8" fmla="*/ 2513972 h 2637509"/>
                      <a:gd name="connsiteX9" fmla="*/ 723809 w 1001826"/>
                      <a:gd name="connsiteY9" fmla="*/ 2637366 h 2637509"/>
                      <a:gd name="connsiteX10" fmla="*/ 1001234 w 1001826"/>
                      <a:gd name="connsiteY10" fmla="*/ 2494392 h 2637509"/>
                      <a:gd name="connsiteX11" fmla="*/ 788886 w 1001826"/>
                      <a:gd name="connsiteY11" fmla="*/ 2469234 h 2637509"/>
                      <a:gd name="connsiteX12" fmla="*/ 692510 w 1001826"/>
                      <a:gd name="connsiteY12" fmla="*/ 2178273 h 2637509"/>
                      <a:gd name="connsiteX13" fmla="*/ 636158 w 1001826"/>
                      <a:gd name="connsiteY13" fmla="*/ 1871004 h 2637509"/>
                      <a:gd name="connsiteX14" fmla="*/ 396060 w 1001826"/>
                      <a:gd name="connsiteY14" fmla="*/ 1445033 h 2637509"/>
                      <a:gd name="connsiteX15" fmla="*/ 347725 w 1001826"/>
                      <a:gd name="connsiteY15" fmla="*/ 1206364 h 2637509"/>
                      <a:gd name="connsiteX16" fmla="*/ 329480 w 1001826"/>
                      <a:gd name="connsiteY16" fmla="*/ 939687 h 2637509"/>
                      <a:gd name="connsiteX17" fmla="*/ 391876 w 1001826"/>
                      <a:gd name="connsiteY17" fmla="*/ 775633 h 2637509"/>
                      <a:gd name="connsiteX18" fmla="*/ 262807 w 1001826"/>
                      <a:gd name="connsiteY18" fmla="*/ 466333 h 2637509"/>
                      <a:gd name="connsiteX19" fmla="*/ 359680 w 1001826"/>
                      <a:gd name="connsiteY19" fmla="*/ 355681 h 2637509"/>
                      <a:gd name="connsiteX20" fmla="*/ 394604 w 1001826"/>
                      <a:gd name="connsiteY20" fmla="*/ 238206 h 2637509"/>
                      <a:gd name="connsiteX21" fmla="*/ 350155 w 1001826"/>
                      <a:gd name="connsiteY21" fmla="*/ 63581 h 2637509"/>
                      <a:gd name="connsiteX22" fmla="*/ 169952 w 1001826"/>
                      <a:gd name="connsiteY22" fmla="*/ 3229 h 2637509"/>
                      <a:gd name="connsiteX23" fmla="*/ 51404 w 1001826"/>
                      <a:gd name="connsiteY23" fmla="*/ 149306 h 2637509"/>
                      <a:gd name="connsiteX24" fmla="*/ 124729 w 1001826"/>
                      <a:gd name="connsiteY24" fmla="*/ 381080 h 2637509"/>
                      <a:gd name="connsiteX25" fmla="*/ 42177 w 1001826"/>
                      <a:gd name="connsiteY25" fmla="*/ 539828 h 2637509"/>
                      <a:gd name="connsiteX26" fmla="*/ 24303 w 1001826"/>
                      <a:gd name="connsiteY26" fmla="*/ 689858 h 2637509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30714 w 1008237"/>
                      <a:gd name="connsiteY0" fmla="*/ 689858 h 2637500"/>
                      <a:gd name="connsiteX1" fmla="*/ 19731 w 1008237"/>
                      <a:gd name="connsiteY1" fmla="*/ 873140 h 2637500"/>
                      <a:gd name="connsiteX2" fmla="*/ 46306 w 1008237"/>
                      <a:gd name="connsiteY2" fmla="*/ 1040801 h 2637500"/>
                      <a:gd name="connsiteX3" fmla="*/ 6454 w 1008237"/>
                      <a:gd name="connsiteY3" fmla="*/ 1256570 h 2637500"/>
                      <a:gd name="connsiteX4" fmla="*/ 0 w 1008237"/>
                      <a:gd name="connsiteY4" fmla="*/ 1433388 h 2637500"/>
                      <a:gd name="connsiteX5" fmla="*/ 232495 w 1008237"/>
                      <a:gd name="connsiteY5" fmla="*/ 1710315 h 2637500"/>
                      <a:gd name="connsiteX6" fmla="*/ 472295 w 1008237"/>
                      <a:gd name="connsiteY6" fmla="*/ 1968768 h 2637500"/>
                      <a:gd name="connsiteX7" fmla="*/ 506794 w 1008237"/>
                      <a:gd name="connsiteY7" fmla="*/ 2216108 h 2637500"/>
                      <a:gd name="connsiteX8" fmla="*/ 685727 w 1008237"/>
                      <a:gd name="connsiteY8" fmla="*/ 2513972 h 2637500"/>
                      <a:gd name="connsiteX9" fmla="*/ 730220 w 1008237"/>
                      <a:gd name="connsiteY9" fmla="*/ 2637366 h 2637500"/>
                      <a:gd name="connsiteX10" fmla="*/ 1007645 w 1008237"/>
                      <a:gd name="connsiteY10" fmla="*/ 2494392 h 2637500"/>
                      <a:gd name="connsiteX11" fmla="*/ 795297 w 1008237"/>
                      <a:gd name="connsiteY11" fmla="*/ 2469234 h 2637500"/>
                      <a:gd name="connsiteX12" fmla="*/ 698921 w 1008237"/>
                      <a:gd name="connsiteY12" fmla="*/ 2178273 h 2637500"/>
                      <a:gd name="connsiteX13" fmla="*/ 642569 w 1008237"/>
                      <a:gd name="connsiteY13" fmla="*/ 1871004 h 2637500"/>
                      <a:gd name="connsiteX14" fmla="*/ 402471 w 1008237"/>
                      <a:gd name="connsiteY14" fmla="*/ 1445033 h 2637500"/>
                      <a:gd name="connsiteX15" fmla="*/ 354136 w 1008237"/>
                      <a:gd name="connsiteY15" fmla="*/ 1206364 h 2637500"/>
                      <a:gd name="connsiteX16" fmla="*/ 335891 w 1008237"/>
                      <a:gd name="connsiteY16" fmla="*/ 939687 h 2637500"/>
                      <a:gd name="connsiteX17" fmla="*/ 398287 w 1008237"/>
                      <a:gd name="connsiteY17" fmla="*/ 775633 h 2637500"/>
                      <a:gd name="connsiteX18" fmla="*/ 269218 w 1008237"/>
                      <a:gd name="connsiteY18" fmla="*/ 466333 h 2637500"/>
                      <a:gd name="connsiteX19" fmla="*/ 366091 w 1008237"/>
                      <a:gd name="connsiteY19" fmla="*/ 355681 h 2637500"/>
                      <a:gd name="connsiteX20" fmla="*/ 401015 w 1008237"/>
                      <a:gd name="connsiteY20" fmla="*/ 238206 h 2637500"/>
                      <a:gd name="connsiteX21" fmla="*/ 356566 w 1008237"/>
                      <a:gd name="connsiteY21" fmla="*/ 63581 h 2637500"/>
                      <a:gd name="connsiteX22" fmla="*/ 176363 w 1008237"/>
                      <a:gd name="connsiteY22" fmla="*/ 3229 h 2637500"/>
                      <a:gd name="connsiteX23" fmla="*/ 57815 w 1008237"/>
                      <a:gd name="connsiteY23" fmla="*/ 149306 h 2637500"/>
                      <a:gd name="connsiteX24" fmla="*/ 131140 w 1008237"/>
                      <a:gd name="connsiteY24" fmla="*/ 381080 h 2637500"/>
                      <a:gd name="connsiteX25" fmla="*/ 48588 w 1008237"/>
                      <a:gd name="connsiteY25" fmla="*/ 539828 h 2637500"/>
                      <a:gd name="connsiteX26" fmla="*/ 30714 w 1008237"/>
                      <a:gd name="connsiteY26" fmla="*/ 689858 h 2637500"/>
                      <a:gd name="connsiteX0" fmla="*/ 48205 w 1025728"/>
                      <a:gd name="connsiteY0" fmla="*/ 689858 h 2637500"/>
                      <a:gd name="connsiteX1" fmla="*/ 37222 w 1025728"/>
                      <a:gd name="connsiteY1" fmla="*/ 873140 h 2637500"/>
                      <a:gd name="connsiteX2" fmla="*/ 63797 w 1025728"/>
                      <a:gd name="connsiteY2" fmla="*/ 1040801 h 2637500"/>
                      <a:gd name="connsiteX3" fmla="*/ 27 w 1025728"/>
                      <a:gd name="connsiteY3" fmla="*/ 1267564 h 2637500"/>
                      <a:gd name="connsiteX4" fmla="*/ 17491 w 1025728"/>
                      <a:gd name="connsiteY4" fmla="*/ 1433388 h 2637500"/>
                      <a:gd name="connsiteX5" fmla="*/ 249986 w 1025728"/>
                      <a:gd name="connsiteY5" fmla="*/ 1710315 h 2637500"/>
                      <a:gd name="connsiteX6" fmla="*/ 489786 w 1025728"/>
                      <a:gd name="connsiteY6" fmla="*/ 1968768 h 2637500"/>
                      <a:gd name="connsiteX7" fmla="*/ 524285 w 1025728"/>
                      <a:gd name="connsiteY7" fmla="*/ 2216108 h 2637500"/>
                      <a:gd name="connsiteX8" fmla="*/ 703218 w 1025728"/>
                      <a:gd name="connsiteY8" fmla="*/ 2513972 h 2637500"/>
                      <a:gd name="connsiteX9" fmla="*/ 747711 w 1025728"/>
                      <a:gd name="connsiteY9" fmla="*/ 2637366 h 2637500"/>
                      <a:gd name="connsiteX10" fmla="*/ 1025136 w 1025728"/>
                      <a:gd name="connsiteY10" fmla="*/ 2494392 h 2637500"/>
                      <a:gd name="connsiteX11" fmla="*/ 812788 w 1025728"/>
                      <a:gd name="connsiteY11" fmla="*/ 2469234 h 2637500"/>
                      <a:gd name="connsiteX12" fmla="*/ 716412 w 1025728"/>
                      <a:gd name="connsiteY12" fmla="*/ 2178273 h 2637500"/>
                      <a:gd name="connsiteX13" fmla="*/ 660060 w 1025728"/>
                      <a:gd name="connsiteY13" fmla="*/ 1871004 h 2637500"/>
                      <a:gd name="connsiteX14" fmla="*/ 419962 w 1025728"/>
                      <a:gd name="connsiteY14" fmla="*/ 1445033 h 2637500"/>
                      <a:gd name="connsiteX15" fmla="*/ 371627 w 1025728"/>
                      <a:gd name="connsiteY15" fmla="*/ 1206364 h 2637500"/>
                      <a:gd name="connsiteX16" fmla="*/ 353382 w 1025728"/>
                      <a:gd name="connsiteY16" fmla="*/ 939687 h 2637500"/>
                      <a:gd name="connsiteX17" fmla="*/ 415778 w 1025728"/>
                      <a:gd name="connsiteY17" fmla="*/ 775633 h 2637500"/>
                      <a:gd name="connsiteX18" fmla="*/ 286709 w 1025728"/>
                      <a:gd name="connsiteY18" fmla="*/ 466333 h 2637500"/>
                      <a:gd name="connsiteX19" fmla="*/ 383582 w 1025728"/>
                      <a:gd name="connsiteY19" fmla="*/ 355681 h 2637500"/>
                      <a:gd name="connsiteX20" fmla="*/ 418506 w 1025728"/>
                      <a:gd name="connsiteY20" fmla="*/ 238206 h 2637500"/>
                      <a:gd name="connsiteX21" fmla="*/ 374057 w 1025728"/>
                      <a:gd name="connsiteY21" fmla="*/ 63581 h 2637500"/>
                      <a:gd name="connsiteX22" fmla="*/ 193854 w 1025728"/>
                      <a:gd name="connsiteY22" fmla="*/ 3229 h 2637500"/>
                      <a:gd name="connsiteX23" fmla="*/ 75306 w 1025728"/>
                      <a:gd name="connsiteY23" fmla="*/ 149306 h 2637500"/>
                      <a:gd name="connsiteX24" fmla="*/ 148631 w 1025728"/>
                      <a:gd name="connsiteY24" fmla="*/ 381080 h 2637500"/>
                      <a:gd name="connsiteX25" fmla="*/ 66079 w 1025728"/>
                      <a:gd name="connsiteY25" fmla="*/ 539828 h 2637500"/>
                      <a:gd name="connsiteX26" fmla="*/ 48205 w 1025728"/>
                      <a:gd name="connsiteY26" fmla="*/ 689858 h 2637500"/>
                      <a:gd name="connsiteX0" fmla="*/ 48178 w 1025701"/>
                      <a:gd name="connsiteY0" fmla="*/ 689858 h 2637500"/>
                      <a:gd name="connsiteX1" fmla="*/ 37195 w 1025701"/>
                      <a:gd name="connsiteY1" fmla="*/ 873140 h 2637500"/>
                      <a:gd name="connsiteX2" fmla="*/ 63770 w 1025701"/>
                      <a:gd name="connsiteY2" fmla="*/ 1040801 h 2637500"/>
                      <a:gd name="connsiteX3" fmla="*/ 0 w 1025701"/>
                      <a:gd name="connsiteY3" fmla="*/ 1267564 h 2637500"/>
                      <a:gd name="connsiteX4" fmla="*/ 17464 w 1025701"/>
                      <a:gd name="connsiteY4" fmla="*/ 1433388 h 2637500"/>
                      <a:gd name="connsiteX5" fmla="*/ 249959 w 1025701"/>
                      <a:gd name="connsiteY5" fmla="*/ 1710315 h 2637500"/>
                      <a:gd name="connsiteX6" fmla="*/ 489759 w 1025701"/>
                      <a:gd name="connsiteY6" fmla="*/ 1968768 h 2637500"/>
                      <a:gd name="connsiteX7" fmla="*/ 524258 w 1025701"/>
                      <a:gd name="connsiteY7" fmla="*/ 2216108 h 2637500"/>
                      <a:gd name="connsiteX8" fmla="*/ 703191 w 1025701"/>
                      <a:gd name="connsiteY8" fmla="*/ 2513972 h 2637500"/>
                      <a:gd name="connsiteX9" fmla="*/ 747684 w 1025701"/>
                      <a:gd name="connsiteY9" fmla="*/ 2637366 h 2637500"/>
                      <a:gd name="connsiteX10" fmla="*/ 1025109 w 1025701"/>
                      <a:gd name="connsiteY10" fmla="*/ 2494392 h 2637500"/>
                      <a:gd name="connsiteX11" fmla="*/ 812761 w 1025701"/>
                      <a:gd name="connsiteY11" fmla="*/ 2469234 h 2637500"/>
                      <a:gd name="connsiteX12" fmla="*/ 716385 w 1025701"/>
                      <a:gd name="connsiteY12" fmla="*/ 2178273 h 2637500"/>
                      <a:gd name="connsiteX13" fmla="*/ 660033 w 1025701"/>
                      <a:gd name="connsiteY13" fmla="*/ 1871004 h 2637500"/>
                      <a:gd name="connsiteX14" fmla="*/ 419935 w 1025701"/>
                      <a:gd name="connsiteY14" fmla="*/ 1445033 h 2637500"/>
                      <a:gd name="connsiteX15" fmla="*/ 371600 w 1025701"/>
                      <a:gd name="connsiteY15" fmla="*/ 1206364 h 2637500"/>
                      <a:gd name="connsiteX16" fmla="*/ 353355 w 1025701"/>
                      <a:gd name="connsiteY16" fmla="*/ 939687 h 2637500"/>
                      <a:gd name="connsiteX17" fmla="*/ 415751 w 1025701"/>
                      <a:gd name="connsiteY17" fmla="*/ 775633 h 2637500"/>
                      <a:gd name="connsiteX18" fmla="*/ 286682 w 1025701"/>
                      <a:gd name="connsiteY18" fmla="*/ 466333 h 2637500"/>
                      <a:gd name="connsiteX19" fmla="*/ 383555 w 1025701"/>
                      <a:gd name="connsiteY19" fmla="*/ 355681 h 2637500"/>
                      <a:gd name="connsiteX20" fmla="*/ 418479 w 1025701"/>
                      <a:gd name="connsiteY20" fmla="*/ 238206 h 2637500"/>
                      <a:gd name="connsiteX21" fmla="*/ 374030 w 1025701"/>
                      <a:gd name="connsiteY21" fmla="*/ 63581 h 2637500"/>
                      <a:gd name="connsiteX22" fmla="*/ 193827 w 1025701"/>
                      <a:gd name="connsiteY22" fmla="*/ 3229 h 2637500"/>
                      <a:gd name="connsiteX23" fmla="*/ 75279 w 1025701"/>
                      <a:gd name="connsiteY23" fmla="*/ 149306 h 2637500"/>
                      <a:gd name="connsiteX24" fmla="*/ 148604 w 1025701"/>
                      <a:gd name="connsiteY24" fmla="*/ 381080 h 2637500"/>
                      <a:gd name="connsiteX25" fmla="*/ 66052 w 1025701"/>
                      <a:gd name="connsiteY25" fmla="*/ 539828 h 2637500"/>
                      <a:gd name="connsiteX26" fmla="*/ 48178 w 1025701"/>
                      <a:gd name="connsiteY26" fmla="*/ 689858 h 2637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025701" h="2637500">
                        <a:moveTo>
                          <a:pt x="48178" y="689858"/>
                        </a:moveTo>
                        <a:cubicBezTo>
                          <a:pt x="43369" y="745410"/>
                          <a:pt x="41238" y="778688"/>
                          <a:pt x="37195" y="873140"/>
                        </a:cubicBezTo>
                        <a:lnTo>
                          <a:pt x="63770" y="1040801"/>
                        </a:lnTo>
                        <a:cubicBezTo>
                          <a:pt x="65101" y="1078137"/>
                          <a:pt x="17019" y="1198926"/>
                          <a:pt x="0" y="1267564"/>
                        </a:cubicBezTo>
                        <a:cubicBezTo>
                          <a:pt x="15034" y="1400647"/>
                          <a:pt x="17993" y="1378150"/>
                          <a:pt x="17464" y="1433388"/>
                        </a:cubicBezTo>
                        <a:cubicBezTo>
                          <a:pt x="54805" y="1500996"/>
                          <a:pt x="171243" y="1621085"/>
                          <a:pt x="249959" y="1710315"/>
                        </a:cubicBezTo>
                        <a:cubicBezTo>
                          <a:pt x="328675" y="1799545"/>
                          <a:pt x="395653" y="1818274"/>
                          <a:pt x="489759" y="1968768"/>
                        </a:cubicBezTo>
                        <a:cubicBezTo>
                          <a:pt x="488193" y="2138502"/>
                          <a:pt x="507289" y="2169218"/>
                          <a:pt x="524258" y="2216108"/>
                        </a:cubicBezTo>
                        <a:cubicBezTo>
                          <a:pt x="541227" y="2262998"/>
                          <a:pt x="665953" y="2443762"/>
                          <a:pt x="703191" y="2513972"/>
                        </a:cubicBezTo>
                        <a:cubicBezTo>
                          <a:pt x="740429" y="2584182"/>
                          <a:pt x="694031" y="2640629"/>
                          <a:pt x="747684" y="2637366"/>
                        </a:cubicBezTo>
                        <a:cubicBezTo>
                          <a:pt x="801337" y="2634103"/>
                          <a:pt x="1014263" y="2522414"/>
                          <a:pt x="1025109" y="2494392"/>
                        </a:cubicBezTo>
                        <a:cubicBezTo>
                          <a:pt x="1035955" y="2466370"/>
                          <a:pt x="895393" y="2465125"/>
                          <a:pt x="812761" y="2469234"/>
                        </a:cubicBezTo>
                        <a:cubicBezTo>
                          <a:pt x="756436" y="2320001"/>
                          <a:pt x="772488" y="2361667"/>
                          <a:pt x="716385" y="2178273"/>
                        </a:cubicBezTo>
                        <a:cubicBezTo>
                          <a:pt x="691681" y="2053976"/>
                          <a:pt x="668465" y="2050741"/>
                          <a:pt x="660033" y="1871004"/>
                        </a:cubicBezTo>
                        <a:cubicBezTo>
                          <a:pt x="621063" y="1690250"/>
                          <a:pt x="468007" y="1555806"/>
                          <a:pt x="419935" y="1445033"/>
                        </a:cubicBezTo>
                        <a:cubicBezTo>
                          <a:pt x="371863" y="1334260"/>
                          <a:pt x="356783" y="1221181"/>
                          <a:pt x="371600" y="1206364"/>
                        </a:cubicBezTo>
                        <a:cubicBezTo>
                          <a:pt x="356960" y="1108855"/>
                          <a:pt x="345997" y="1011475"/>
                          <a:pt x="353355" y="939687"/>
                        </a:cubicBezTo>
                        <a:cubicBezTo>
                          <a:pt x="360713" y="867899"/>
                          <a:pt x="359012" y="886140"/>
                          <a:pt x="415751" y="775633"/>
                        </a:cubicBezTo>
                        <a:cubicBezTo>
                          <a:pt x="376064" y="651809"/>
                          <a:pt x="292048" y="536325"/>
                          <a:pt x="286682" y="466333"/>
                        </a:cubicBezTo>
                        <a:cubicBezTo>
                          <a:pt x="281316" y="396341"/>
                          <a:pt x="361589" y="393702"/>
                          <a:pt x="383555" y="355681"/>
                        </a:cubicBezTo>
                        <a:cubicBezTo>
                          <a:pt x="405521" y="317660"/>
                          <a:pt x="398900" y="283186"/>
                          <a:pt x="418479" y="238206"/>
                        </a:cubicBezTo>
                        <a:cubicBezTo>
                          <a:pt x="390433" y="193227"/>
                          <a:pt x="411472" y="102744"/>
                          <a:pt x="374030" y="63581"/>
                        </a:cubicBezTo>
                        <a:cubicBezTo>
                          <a:pt x="336588" y="24418"/>
                          <a:pt x="243619" y="-11058"/>
                          <a:pt x="193827" y="3229"/>
                        </a:cubicBezTo>
                        <a:cubicBezTo>
                          <a:pt x="144035" y="17516"/>
                          <a:pt x="82816" y="86331"/>
                          <a:pt x="75279" y="149306"/>
                        </a:cubicBezTo>
                        <a:cubicBezTo>
                          <a:pt x="67742" y="212281"/>
                          <a:pt x="150142" y="315993"/>
                          <a:pt x="148604" y="381080"/>
                        </a:cubicBezTo>
                        <a:cubicBezTo>
                          <a:pt x="147066" y="446167"/>
                          <a:pt x="104152" y="459924"/>
                          <a:pt x="66052" y="539828"/>
                        </a:cubicBezTo>
                        <a:cubicBezTo>
                          <a:pt x="36420" y="601210"/>
                          <a:pt x="52987" y="634306"/>
                          <a:pt x="48178" y="689858"/>
                        </a:cubicBezTo>
                        <a:close/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1" name="任意多边形: 形状 1110">
                    <a:extLst>
                      <a:ext uri="{FF2B5EF4-FFF2-40B4-BE49-F238E27FC236}">
                        <a16:creationId xmlns:a16="http://schemas.microsoft.com/office/drawing/2014/main" id="{0746603A-679A-280C-FF30-B7D10B06EB05}"/>
                      </a:ext>
                    </a:extLst>
                  </p:cNvPr>
                  <p:cNvSpPr/>
                  <p:nvPr/>
                </p:nvSpPr>
                <p:spPr>
                  <a:xfrm rot="1261961">
                    <a:off x="910780" y="7723621"/>
                    <a:ext cx="385513" cy="1170221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4658" h="987837">
                        <a:moveTo>
                          <a:pt x="72092" y="0"/>
                        </a:moveTo>
                        <a:cubicBezTo>
                          <a:pt x="23540" y="80028"/>
                          <a:pt x="33207" y="190781"/>
                          <a:pt x="21923" y="265387"/>
                        </a:cubicBezTo>
                        <a:cubicBezTo>
                          <a:pt x="10639" y="339993"/>
                          <a:pt x="-8720" y="389118"/>
                          <a:pt x="4389" y="447637"/>
                        </a:cubicBezTo>
                        <a:cubicBezTo>
                          <a:pt x="17498" y="506156"/>
                          <a:pt x="50075" y="585271"/>
                          <a:pt x="76530" y="643732"/>
                        </a:cubicBezTo>
                        <a:cubicBezTo>
                          <a:pt x="102986" y="702193"/>
                          <a:pt x="142199" y="750992"/>
                          <a:pt x="163122" y="798405"/>
                        </a:cubicBezTo>
                        <a:cubicBezTo>
                          <a:pt x="184045" y="845818"/>
                          <a:pt x="184288" y="876652"/>
                          <a:pt x="202068" y="928207"/>
                        </a:cubicBezTo>
                        <a:cubicBezTo>
                          <a:pt x="218830" y="959972"/>
                          <a:pt x="249153" y="988920"/>
                          <a:pt x="267918" y="987806"/>
                        </a:cubicBezTo>
                        <a:cubicBezTo>
                          <a:pt x="286683" y="986692"/>
                          <a:pt x="314622" y="951860"/>
                          <a:pt x="314658" y="921523"/>
                        </a:cubicBezTo>
                        <a:cubicBezTo>
                          <a:pt x="314694" y="891186"/>
                          <a:pt x="288600" y="851906"/>
                          <a:pt x="268132" y="805785"/>
                        </a:cubicBezTo>
                        <a:cubicBezTo>
                          <a:pt x="247664" y="759664"/>
                          <a:pt x="220623" y="708936"/>
                          <a:pt x="191851" y="644795"/>
                        </a:cubicBezTo>
                        <a:cubicBezTo>
                          <a:pt x="167457" y="581632"/>
                          <a:pt x="143267" y="494752"/>
                          <a:pt x="123775" y="451204"/>
                        </a:cubicBezTo>
                        <a:cubicBezTo>
                          <a:pt x="104283" y="407656"/>
                          <a:pt x="216550" y="124545"/>
                          <a:pt x="209274" y="103378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grpSp>
            <p:nvGrpSpPr>
              <p:cNvPr id="1093" name="组合 1092">
                <a:extLst>
                  <a:ext uri="{FF2B5EF4-FFF2-40B4-BE49-F238E27FC236}">
                    <a16:creationId xmlns:a16="http://schemas.microsoft.com/office/drawing/2014/main" id="{3B4BED51-C4DF-3E8E-3752-0E6054F7FA29}"/>
                  </a:ext>
                </a:extLst>
              </p:cNvPr>
              <p:cNvGrpSpPr/>
              <p:nvPr/>
            </p:nvGrpSpPr>
            <p:grpSpPr>
              <a:xfrm>
                <a:off x="6011704" y="1449193"/>
                <a:ext cx="242158" cy="452186"/>
                <a:chOff x="6011704" y="1449193"/>
                <a:chExt cx="242158" cy="452186"/>
              </a:xfrm>
            </p:grpSpPr>
            <p:grpSp>
              <p:nvGrpSpPr>
                <p:cNvPr id="1102" name="组合 1101">
                  <a:extLst>
                    <a:ext uri="{FF2B5EF4-FFF2-40B4-BE49-F238E27FC236}">
                      <a16:creationId xmlns:a16="http://schemas.microsoft.com/office/drawing/2014/main" id="{4B6A12AC-3F63-6F12-8203-C869520F83F7}"/>
                    </a:ext>
                  </a:extLst>
                </p:cNvPr>
                <p:cNvGrpSpPr/>
                <p:nvPr/>
              </p:nvGrpSpPr>
              <p:grpSpPr>
                <a:xfrm>
                  <a:off x="6011704" y="1449193"/>
                  <a:ext cx="203234" cy="452186"/>
                  <a:chOff x="10080438" y="4594640"/>
                  <a:chExt cx="236025" cy="583555"/>
                </a:xfrm>
              </p:grpSpPr>
              <p:sp>
                <p:nvSpPr>
                  <p:cNvPr id="1104" name="梯形 1103">
                    <a:extLst>
                      <a:ext uri="{FF2B5EF4-FFF2-40B4-BE49-F238E27FC236}">
                        <a16:creationId xmlns:a16="http://schemas.microsoft.com/office/drawing/2014/main" id="{BD158841-9A85-4B34-6623-8B01AC8100FE}"/>
                      </a:ext>
                    </a:extLst>
                  </p:cNvPr>
                  <p:cNvSpPr/>
                  <p:nvPr/>
                </p:nvSpPr>
                <p:spPr>
                  <a:xfrm rot="7072032">
                    <a:off x="10251077" y="4690820"/>
                    <a:ext cx="82740" cy="48033"/>
                  </a:xfrm>
                  <a:prstGeom prst="trapezoid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5" name="弦形 191">
                    <a:extLst>
                      <a:ext uri="{FF2B5EF4-FFF2-40B4-BE49-F238E27FC236}">
                        <a16:creationId xmlns:a16="http://schemas.microsoft.com/office/drawing/2014/main" id="{53E2D95F-511A-3F52-B153-FA908C1790DE}"/>
                      </a:ext>
                    </a:extLst>
                  </p:cNvPr>
                  <p:cNvSpPr/>
                  <p:nvPr/>
                </p:nvSpPr>
                <p:spPr>
                  <a:xfrm rot="14277974">
                    <a:off x="10114612" y="4560466"/>
                    <a:ext cx="157336" cy="225684"/>
                  </a:xfrm>
                  <a:custGeom>
                    <a:avLst/>
                    <a:gdLst>
                      <a:gd name="connsiteX0" fmla="*/ 147934 w 164111"/>
                      <a:gd name="connsiteY0" fmla="*/ 175384 h 219755"/>
                      <a:gd name="connsiteX1" fmla="*/ 32004 w 164111"/>
                      <a:gd name="connsiteY1" fmla="*/ 196947 h 219755"/>
                      <a:gd name="connsiteX2" fmla="*/ 1583 w 164111"/>
                      <a:gd name="connsiteY2" fmla="*/ 88395 h 219755"/>
                      <a:gd name="connsiteX3" fmla="*/ 82056 w 164111"/>
                      <a:gd name="connsiteY3" fmla="*/ -2 h 219755"/>
                      <a:gd name="connsiteX4" fmla="*/ 147934 w 164111"/>
                      <a:gd name="connsiteY4" fmla="*/ 175384 h 219755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6352 w 146352"/>
                      <a:gd name="connsiteY0" fmla="*/ 165552 h 209929"/>
                      <a:gd name="connsiteX1" fmla="*/ 30422 w 146352"/>
                      <a:gd name="connsiteY1" fmla="*/ 187115 h 209929"/>
                      <a:gd name="connsiteX2" fmla="*/ 1 w 146352"/>
                      <a:gd name="connsiteY2" fmla="*/ 78563 h 209929"/>
                      <a:gd name="connsiteX3" fmla="*/ 60275 w 146352"/>
                      <a:gd name="connsiteY3" fmla="*/ 0 h 209929"/>
                      <a:gd name="connsiteX4" fmla="*/ 146352 w 146352"/>
                      <a:gd name="connsiteY4" fmla="*/ 165552 h 20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352" h="209929">
                        <a:moveTo>
                          <a:pt x="146352" y="165552"/>
                        </a:moveTo>
                        <a:cubicBezTo>
                          <a:pt x="119003" y="214869"/>
                          <a:pt x="66773" y="224584"/>
                          <a:pt x="30422" y="187115"/>
                        </a:cubicBezTo>
                        <a:cubicBezTo>
                          <a:pt x="5690" y="161623"/>
                          <a:pt x="-39" y="112107"/>
                          <a:pt x="1" y="78563"/>
                        </a:cubicBezTo>
                        <a:cubicBezTo>
                          <a:pt x="2093" y="40547"/>
                          <a:pt x="12170" y="21072"/>
                          <a:pt x="60275" y="0"/>
                        </a:cubicBezTo>
                        <a:cubicBezTo>
                          <a:pt x="82234" y="58462"/>
                          <a:pt x="124393" y="107090"/>
                          <a:pt x="146352" y="16555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75000"/>
                      <a:lumOff val="25000"/>
                    </a:schemeClr>
                  </a:solidFill>
                  <a:ln w="9525">
                    <a:solidFill>
                      <a:schemeClr val="tx1">
                        <a:lumMod val="85000"/>
                        <a:lumOff val="15000"/>
                      </a:schemeClr>
                    </a:solidFill>
                  </a:ln>
                  <a:scene3d>
                    <a:camera prst="orthographicFront">
                      <a:rot lat="20699986" lon="0" rev="0"/>
                    </a:camera>
                    <a:lightRig rig="threePt" dir="t"/>
                  </a:scene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 dirty="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6" name="矩形 1105">
                    <a:extLst>
                      <a:ext uri="{FF2B5EF4-FFF2-40B4-BE49-F238E27FC236}">
                        <a16:creationId xmlns:a16="http://schemas.microsoft.com/office/drawing/2014/main" id="{C1B337C6-D877-4EEC-B367-4DCE7F4F0689}"/>
                      </a:ext>
                    </a:extLst>
                  </p:cNvPr>
                  <p:cNvSpPr/>
                  <p:nvPr/>
                </p:nvSpPr>
                <p:spPr>
                  <a:xfrm rot="21145286">
                    <a:off x="10113781" y="4962295"/>
                    <a:ext cx="82012" cy="215900"/>
                  </a:xfrm>
                  <a:prstGeom prst="rect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  <a:scene3d>
                    <a:camera prst="orthographicFront">
                      <a:rot lat="887528" lon="620448" rev="161679"/>
                    </a:camera>
                    <a:lightRig rig="threePt" dir="t"/>
                  </a:scene3d>
                  <a:sp3d extrusionH="1905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103" name="任意多边形: 形状 1102">
                  <a:extLst>
                    <a:ext uri="{FF2B5EF4-FFF2-40B4-BE49-F238E27FC236}">
                      <a16:creationId xmlns:a16="http://schemas.microsoft.com/office/drawing/2014/main" id="{2FC78125-0783-1512-3F3D-07ED76ED2917}"/>
                    </a:ext>
                  </a:extLst>
                </p:cNvPr>
                <p:cNvSpPr/>
                <p:nvPr/>
              </p:nvSpPr>
              <p:spPr>
                <a:xfrm>
                  <a:off x="6065973" y="1553926"/>
                  <a:ext cx="187889" cy="145800"/>
                </a:xfrm>
                <a:custGeom>
                  <a:avLst/>
                  <a:gdLst>
                    <a:gd name="connsiteX0" fmla="*/ 163186 w 202972"/>
                    <a:gd name="connsiteY0" fmla="*/ 0 h 175022"/>
                    <a:gd name="connsiteX1" fmla="*/ 182236 w 202972"/>
                    <a:gd name="connsiteY1" fmla="*/ 5953 h 175022"/>
                    <a:gd name="connsiteX2" fmla="*/ 196524 w 202972"/>
                    <a:gd name="connsiteY2" fmla="*/ 22622 h 175022"/>
                    <a:gd name="connsiteX3" fmla="*/ 200096 w 202972"/>
                    <a:gd name="connsiteY3" fmla="*/ 27384 h 175022"/>
                    <a:gd name="connsiteX4" fmla="*/ 200096 w 202972"/>
                    <a:gd name="connsiteY4" fmla="*/ 70247 h 175022"/>
                    <a:gd name="connsiteX5" fmla="*/ 190571 w 202972"/>
                    <a:gd name="connsiteY5" fmla="*/ 78581 h 175022"/>
                    <a:gd name="connsiteX6" fmla="*/ 167949 w 202972"/>
                    <a:gd name="connsiteY6" fmla="*/ 91678 h 175022"/>
                    <a:gd name="connsiteX7" fmla="*/ 110799 w 202972"/>
                    <a:gd name="connsiteY7" fmla="*/ 97631 h 175022"/>
                    <a:gd name="connsiteX8" fmla="*/ 23883 w 202972"/>
                    <a:gd name="connsiteY8" fmla="*/ 105966 h 175022"/>
                    <a:gd name="connsiteX9" fmla="*/ 16739 w 202972"/>
                    <a:gd name="connsiteY9" fmla="*/ 109537 h 175022"/>
                    <a:gd name="connsiteX10" fmla="*/ 3643 w 202972"/>
                    <a:gd name="connsiteY10" fmla="*/ 126206 h 175022"/>
                    <a:gd name="connsiteX11" fmla="*/ 2452 w 202972"/>
                    <a:gd name="connsiteY11" fmla="*/ 135731 h 175022"/>
                    <a:gd name="connsiteX12" fmla="*/ 71 w 202972"/>
                    <a:gd name="connsiteY12" fmla="*/ 142875 h 175022"/>
                    <a:gd name="connsiteX13" fmla="*/ 1261 w 202972"/>
                    <a:gd name="connsiteY13" fmla="*/ 171450 h 175022"/>
                    <a:gd name="connsiteX14" fmla="*/ 2452 w 202972"/>
                    <a:gd name="connsiteY14" fmla="*/ 175022 h 175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02972" h="175022">
                      <a:moveTo>
                        <a:pt x="163186" y="0"/>
                      </a:moveTo>
                      <a:cubicBezTo>
                        <a:pt x="169536" y="1984"/>
                        <a:pt x="176431" y="2702"/>
                        <a:pt x="182236" y="5953"/>
                      </a:cubicBezTo>
                      <a:cubicBezTo>
                        <a:pt x="191195" y="10970"/>
                        <a:pt x="191907" y="15698"/>
                        <a:pt x="196524" y="22622"/>
                      </a:cubicBezTo>
                      <a:cubicBezTo>
                        <a:pt x="197625" y="24273"/>
                        <a:pt x="198905" y="25797"/>
                        <a:pt x="200096" y="27384"/>
                      </a:cubicBezTo>
                      <a:cubicBezTo>
                        <a:pt x="202203" y="42137"/>
                        <a:pt x="205349" y="55013"/>
                        <a:pt x="200096" y="70247"/>
                      </a:cubicBezTo>
                      <a:cubicBezTo>
                        <a:pt x="198721" y="74235"/>
                        <a:pt x="193554" y="75598"/>
                        <a:pt x="190571" y="78581"/>
                      </a:cubicBezTo>
                      <a:cubicBezTo>
                        <a:pt x="181336" y="87815"/>
                        <a:pt x="189344" y="87942"/>
                        <a:pt x="167949" y="91678"/>
                      </a:cubicBezTo>
                      <a:cubicBezTo>
                        <a:pt x="149081" y="94972"/>
                        <a:pt x="129896" y="96162"/>
                        <a:pt x="110799" y="97631"/>
                      </a:cubicBezTo>
                      <a:cubicBezTo>
                        <a:pt x="40492" y="103040"/>
                        <a:pt x="69377" y="99467"/>
                        <a:pt x="23883" y="105966"/>
                      </a:cubicBezTo>
                      <a:cubicBezTo>
                        <a:pt x="21502" y="107156"/>
                        <a:pt x="18869" y="107940"/>
                        <a:pt x="16739" y="109537"/>
                      </a:cubicBezTo>
                      <a:cubicBezTo>
                        <a:pt x="9830" y="114719"/>
                        <a:pt x="8177" y="118951"/>
                        <a:pt x="3643" y="126206"/>
                      </a:cubicBezTo>
                      <a:cubicBezTo>
                        <a:pt x="3246" y="129381"/>
                        <a:pt x="3122" y="132602"/>
                        <a:pt x="2452" y="135731"/>
                      </a:cubicBezTo>
                      <a:cubicBezTo>
                        <a:pt x="1926" y="138185"/>
                        <a:pt x="155" y="140366"/>
                        <a:pt x="71" y="142875"/>
                      </a:cubicBezTo>
                      <a:cubicBezTo>
                        <a:pt x="-247" y="152403"/>
                        <a:pt x="557" y="161943"/>
                        <a:pt x="1261" y="171450"/>
                      </a:cubicBezTo>
                      <a:cubicBezTo>
                        <a:pt x="1354" y="172702"/>
                        <a:pt x="2452" y="175022"/>
                        <a:pt x="2452" y="175022"/>
                      </a:cubicBezTo>
                    </a:path>
                  </a:pathLst>
                </a:custGeom>
                <a:noFill/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94" name="流程图: 接点 1093">
                <a:extLst>
                  <a:ext uri="{FF2B5EF4-FFF2-40B4-BE49-F238E27FC236}">
                    <a16:creationId xmlns:a16="http://schemas.microsoft.com/office/drawing/2014/main" id="{16049A91-EFE2-5E0B-370F-5987940D6662}"/>
                  </a:ext>
                </a:extLst>
              </p:cNvPr>
              <p:cNvSpPr/>
              <p:nvPr/>
            </p:nvSpPr>
            <p:spPr>
              <a:xfrm>
                <a:off x="5693782" y="191985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5" name="流程图: 接点 1094">
                <a:extLst>
                  <a:ext uri="{FF2B5EF4-FFF2-40B4-BE49-F238E27FC236}">
                    <a16:creationId xmlns:a16="http://schemas.microsoft.com/office/drawing/2014/main" id="{BF657BD9-7C32-0855-C5E1-A1103EA26C8E}"/>
                  </a:ext>
                </a:extLst>
              </p:cNvPr>
              <p:cNvSpPr/>
              <p:nvPr/>
            </p:nvSpPr>
            <p:spPr>
              <a:xfrm>
                <a:off x="5721121" y="2349307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6" name="流程图: 接点 1095">
                <a:extLst>
                  <a:ext uri="{FF2B5EF4-FFF2-40B4-BE49-F238E27FC236}">
                    <a16:creationId xmlns:a16="http://schemas.microsoft.com/office/drawing/2014/main" id="{90AC8303-71D6-4C33-CF5D-9729C58CA2B5}"/>
                  </a:ext>
                </a:extLst>
              </p:cNvPr>
              <p:cNvSpPr/>
              <p:nvPr/>
            </p:nvSpPr>
            <p:spPr>
              <a:xfrm>
                <a:off x="6246325" y="2718712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7" name="流程图: 接点 1096">
                <a:extLst>
                  <a:ext uri="{FF2B5EF4-FFF2-40B4-BE49-F238E27FC236}">
                    <a16:creationId xmlns:a16="http://schemas.microsoft.com/office/drawing/2014/main" id="{429DB984-0814-B0AF-FA6F-A176E17A2DB5}"/>
                  </a:ext>
                </a:extLst>
              </p:cNvPr>
              <p:cNvSpPr/>
              <p:nvPr/>
            </p:nvSpPr>
            <p:spPr>
              <a:xfrm>
                <a:off x="6433300" y="318443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8" name="流程图: 接点 1097">
                <a:extLst>
                  <a:ext uri="{FF2B5EF4-FFF2-40B4-BE49-F238E27FC236}">
                    <a16:creationId xmlns:a16="http://schemas.microsoft.com/office/drawing/2014/main" id="{D89EF25D-4405-FB01-EE42-3D6F808D32B7}"/>
                  </a:ext>
                </a:extLst>
              </p:cNvPr>
              <p:cNvSpPr/>
              <p:nvPr/>
            </p:nvSpPr>
            <p:spPr>
              <a:xfrm>
                <a:off x="5454200" y="3107979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9" name="流程图: 接点 1098">
                <a:extLst>
                  <a:ext uri="{FF2B5EF4-FFF2-40B4-BE49-F238E27FC236}">
                    <a16:creationId xmlns:a16="http://schemas.microsoft.com/office/drawing/2014/main" id="{80F9C52D-CADA-4717-3EE9-E21596EC4F9C}"/>
                  </a:ext>
                </a:extLst>
              </p:cNvPr>
              <p:cNvSpPr/>
              <p:nvPr/>
            </p:nvSpPr>
            <p:spPr>
              <a:xfrm>
                <a:off x="5721121" y="275872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0" name="流程图: 接点 1099">
                <a:extLst>
                  <a:ext uri="{FF2B5EF4-FFF2-40B4-BE49-F238E27FC236}">
                    <a16:creationId xmlns:a16="http://schemas.microsoft.com/office/drawing/2014/main" id="{6BAABADD-64F9-0E65-834B-2AC43F1B5766}"/>
                  </a:ext>
                </a:extLst>
              </p:cNvPr>
              <p:cNvSpPr/>
              <p:nvPr/>
            </p:nvSpPr>
            <p:spPr>
              <a:xfrm>
                <a:off x="5904444" y="224446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1" name="流程图: 接点 1100">
                <a:extLst>
                  <a:ext uri="{FF2B5EF4-FFF2-40B4-BE49-F238E27FC236}">
                    <a16:creationId xmlns:a16="http://schemas.microsoft.com/office/drawing/2014/main" id="{320E5D71-00DD-2C80-BFC4-9840CF378473}"/>
                  </a:ext>
                </a:extLst>
              </p:cNvPr>
              <p:cNvSpPr/>
              <p:nvPr/>
            </p:nvSpPr>
            <p:spPr>
              <a:xfrm>
                <a:off x="5854707" y="1660585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1" name="组合 60">
              <a:extLst>
                <a:ext uri="{FF2B5EF4-FFF2-40B4-BE49-F238E27FC236}">
                  <a16:creationId xmlns:a16="http://schemas.microsoft.com/office/drawing/2014/main" id="{13466E29-7B88-FC54-46FD-51CECFD3EC7C}"/>
                </a:ext>
              </a:extLst>
            </p:cNvPr>
            <p:cNvGrpSpPr/>
            <p:nvPr/>
          </p:nvGrpSpPr>
          <p:grpSpPr>
            <a:xfrm rot="20560786">
              <a:off x="9133780" y="5521596"/>
              <a:ext cx="170715" cy="220625"/>
              <a:chOff x="3961253" y="1820885"/>
              <a:chExt cx="391675" cy="524776"/>
            </a:xfrm>
          </p:grpSpPr>
          <p:sp>
            <p:nvSpPr>
              <p:cNvPr id="1084" name="任意多边形: 形状 1083">
                <a:extLst>
                  <a:ext uri="{FF2B5EF4-FFF2-40B4-BE49-F238E27FC236}">
                    <a16:creationId xmlns:a16="http://schemas.microsoft.com/office/drawing/2014/main" id="{005365AC-BFE8-8346-2D13-E0C1AC0F5F34}"/>
                  </a:ext>
                </a:extLst>
              </p:cNvPr>
              <p:cNvSpPr/>
              <p:nvPr/>
            </p:nvSpPr>
            <p:spPr>
              <a:xfrm>
                <a:off x="3961253" y="2158147"/>
                <a:ext cx="391675" cy="187514"/>
              </a:xfrm>
              <a:custGeom>
                <a:avLst/>
                <a:gdLst>
                  <a:gd name="connsiteX0" fmla="*/ 52388 w 478005"/>
                  <a:gd name="connsiteY0" fmla="*/ 26987 h 246062"/>
                  <a:gd name="connsiteX1" fmla="*/ 58738 w 478005"/>
                  <a:gd name="connsiteY1" fmla="*/ 34925 h 246062"/>
                  <a:gd name="connsiteX2" fmla="*/ 80963 w 478005"/>
                  <a:gd name="connsiteY2" fmla="*/ 46037 h 246062"/>
                  <a:gd name="connsiteX3" fmla="*/ 90488 w 478005"/>
                  <a:gd name="connsiteY3" fmla="*/ 47625 h 246062"/>
                  <a:gd name="connsiteX4" fmla="*/ 180975 w 478005"/>
                  <a:gd name="connsiteY4" fmla="*/ 25400 h 246062"/>
                  <a:gd name="connsiteX5" fmla="*/ 217488 w 478005"/>
                  <a:gd name="connsiteY5" fmla="*/ 1587 h 246062"/>
                  <a:gd name="connsiteX6" fmla="*/ 222250 w 478005"/>
                  <a:gd name="connsiteY6" fmla="*/ 0 h 246062"/>
                  <a:gd name="connsiteX7" fmla="*/ 230188 w 478005"/>
                  <a:gd name="connsiteY7" fmla="*/ 36512 h 246062"/>
                  <a:gd name="connsiteX8" fmla="*/ 236538 w 478005"/>
                  <a:gd name="connsiteY8" fmla="*/ 95250 h 246062"/>
                  <a:gd name="connsiteX9" fmla="*/ 241300 w 478005"/>
                  <a:gd name="connsiteY9" fmla="*/ 112712 h 246062"/>
                  <a:gd name="connsiteX10" fmla="*/ 261938 w 478005"/>
                  <a:gd name="connsiteY10" fmla="*/ 122237 h 246062"/>
                  <a:gd name="connsiteX11" fmla="*/ 287338 w 478005"/>
                  <a:gd name="connsiteY11" fmla="*/ 125412 h 246062"/>
                  <a:gd name="connsiteX12" fmla="*/ 358775 w 478005"/>
                  <a:gd name="connsiteY12" fmla="*/ 131762 h 246062"/>
                  <a:gd name="connsiteX13" fmla="*/ 430213 w 478005"/>
                  <a:gd name="connsiteY13" fmla="*/ 138112 h 246062"/>
                  <a:gd name="connsiteX14" fmla="*/ 469900 w 478005"/>
                  <a:gd name="connsiteY14" fmla="*/ 146050 h 246062"/>
                  <a:gd name="connsiteX15" fmla="*/ 477838 w 478005"/>
                  <a:gd name="connsiteY15" fmla="*/ 166687 h 246062"/>
                  <a:gd name="connsiteX16" fmla="*/ 466725 w 478005"/>
                  <a:gd name="connsiteY16" fmla="*/ 200025 h 246062"/>
                  <a:gd name="connsiteX17" fmla="*/ 465138 w 478005"/>
                  <a:gd name="connsiteY17" fmla="*/ 206375 h 246062"/>
                  <a:gd name="connsiteX18" fmla="*/ 446088 w 478005"/>
                  <a:gd name="connsiteY18" fmla="*/ 219075 h 246062"/>
                  <a:gd name="connsiteX19" fmla="*/ 384175 w 478005"/>
                  <a:gd name="connsiteY19" fmla="*/ 238125 h 246062"/>
                  <a:gd name="connsiteX20" fmla="*/ 334963 w 478005"/>
                  <a:gd name="connsiteY20" fmla="*/ 239712 h 246062"/>
                  <a:gd name="connsiteX21" fmla="*/ 244475 w 478005"/>
                  <a:gd name="connsiteY21" fmla="*/ 236537 h 246062"/>
                  <a:gd name="connsiteX22" fmla="*/ 225425 w 478005"/>
                  <a:gd name="connsiteY22" fmla="*/ 231775 h 246062"/>
                  <a:gd name="connsiteX23" fmla="*/ 203200 w 478005"/>
                  <a:gd name="connsiteY23" fmla="*/ 230187 h 246062"/>
                  <a:gd name="connsiteX24" fmla="*/ 136525 w 478005"/>
                  <a:gd name="connsiteY24" fmla="*/ 231775 h 246062"/>
                  <a:gd name="connsiteX25" fmla="*/ 111125 w 478005"/>
                  <a:gd name="connsiteY25" fmla="*/ 238125 h 246062"/>
                  <a:gd name="connsiteX26" fmla="*/ 47625 w 478005"/>
                  <a:gd name="connsiteY26" fmla="*/ 246062 h 246062"/>
                  <a:gd name="connsiteX27" fmla="*/ 6350 w 478005"/>
                  <a:gd name="connsiteY27" fmla="*/ 228600 h 246062"/>
                  <a:gd name="connsiteX28" fmla="*/ 0 w 478005"/>
                  <a:gd name="connsiteY28" fmla="*/ 206375 h 246062"/>
                  <a:gd name="connsiteX29" fmla="*/ 6350 w 478005"/>
                  <a:gd name="connsiteY29" fmla="*/ 134937 h 246062"/>
                  <a:gd name="connsiteX30" fmla="*/ 7938 w 478005"/>
                  <a:gd name="connsiteY30" fmla="*/ 107950 h 246062"/>
                  <a:gd name="connsiteX31" fmla="*/ 19050 w 478005"/>
                  <a:gd name="connsiteY31" fmla="*/ 93662 h 246062"/>
                  <a:gd name="connsiteX32" fmla="*/ 60325 w 478005"/>
                  <a:gd name="connsiteY32" fmla="*/ 49212 h 246062"/>
                  <a:gd name="connsiteX33" fmla="*/ 52388 w 478005"/>
                  <a:gd name="connsiteY33" fmla="*/ 26987 h 246062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60325 w 478005"/>
                  <a:gd name="connsiteY32" fmla="*/ 51084 h 247934"/>
                  <a:gd name="connsiteX33" fmla="*/ 52388 w 478005"/>
                  <a:gd name="connsiteY33" fmla="*/ 28859 h 247934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52388 w 478005"/>
                  <a:gd name="connsiteY32" fmla="*/ 28859 h 247934"/>
                  <a:gd name="connsiteX0" fmla="*/ 52388 w 478005"/>
                  <a:gd name="connsiteY0" fmla="*/ 29912 h 248987"/>
                  <a:gd name="connsiteX1" fmla="*/ 58738 w 478005"/>
                  <a:gd name="connsiteY1" fmla="*/ 37850 h 248987"/>
                  <a:gd name="connsiteX2" fmla="*/ 80963 w 478005"/>
                  <a:gd name="connsiteY2" fmla="*/ 48962 h 248987"/>
                  <a:gd name="connsiteX3" fmla="*/ 176213 w 478005"/>
                  <a:gd name="connsiteY3" fmla="*/ 2925 h 248987"/>
                  <a:gd name="connsiteX4" fmla="*/ 217488 w 478005"/>
                  <a:gd name="connsiteY4" fmla="*/ 4512 h 248987"/>
                  <a:gd name="connsiteX5" fmla="*/ 222250 w 478005"/>
                  <a:gd name="connsiteY5" fmla="*/ 2925 h 248987"/>
                  <a:gd name="connsiteX6" fmla="*/ 230188 w 478005"/>
                  <a:gd name="connsiteY6" fmla="*/ 39437 h 248987"/>
                  <a:gd name="connsiteX7" fmla="*/ 236538 w 478005"/>
                  <a:gd name="connsiteY7" fmla="*/ 98175 h 248987"/>
                  <a:gd name="connsiteX8" fmla="*/ 241300 w 478005"/>
                  <a:gd name="connsiteY8" fmla="*/ 115637 h 248987"/>
                  <a:gd name="connsiteX9" fmla="*/ 261938 w 478005"/>
                  <a:gd name="connsiteY9" fmla="*/ 125162 h 248987"/>
                  <a:gd name="connsiteX10" fmla="*/ 287338 w 478005"/>
                  <a:gd name="connsiteY10" fmla="*/ 128337 h 248987"/>
                  <a:gd name="connsiteX11" fmla="*/ 358775 w 478005"/>
                  <a:gd name="connsiteY11" fmla="*/ 134687 h 248987"/>
                  <a:gd name="connsiteX12" fmla="*/ 430213 w 478005"/>
                  <a:gd name="connsiteY12" fmla="*/ 141037 h 248987"/>
                  <a:gd name="connsiteX13" fmla="*/ 469900 w 478005"/>
                  <a:gd name="connsiteY13" fmla="*/ 148975 h 248987"/>
                  <a:gd name="connsiteX14" fmla="*/ 477838 w 478005"/>
                  <a:gd name="connsiteY14" fmla="*/ 169612 h 248987"/>
                  <a:gd name="connsiteX15" fmla="*/ 466725 w 478005"/>
                  <a:gd name="connsiteY15" fmla="*/ 202950 h 248987"/>
                  <a:gd name="connsiteX16" fmla="*/ 465138 w 478005"/>
                  <a:gd name="connsiteY16" fmla="*/ 209300 h 248987"/>
                  <a:gd name="connsiteX17" fmla="*/ 446088 w 478005"/>
                  <a:gd name="connsiteY17" fmla="*/ 222000 h 248987"/>
                  <a:gd name="connsiteX18" fmla="*/ 384175 w 478005"/>
                  <a:gd name="connsiteY18" fmla="*/ 241050 h 248987"/>
                  <a:gd name="connsiteX19" fmla="*/ 334963 w 478005"/>
                  <a:gd name="connsiteY19" fmla="*/ 242637 h 248987"/>
                  <a:gd name="connsiteX20" fmla="*/ 244475 w 478005"/>
                  <a:gd name="connsiteY20" fmla="*/ 239462 h 248987"/>
                  <a:gd name="connsiteX21" fmla="*/ 225425 w 478005"/>
                  <a:gd name="connsiteY21" fmla="*/ 234700 h 248987"/>
                  <a:gd name="connsiteX22" fmla="*/ 203200 w 478005"/>
                  <a:gd name="connsiteY22" fmla="*/ 233112 h 248987"/>
                  <a:gd name="connsiteX23" fmla="*/ 136525 w 478005"/>
                  <a:gd name="connsiteY23" fmla="*/ 234700 h 248987"/>
                  <a:gd name="connsiteX24" fmla="*/ 111125 w 478005"/>
                  <a:gd name="connsiteY24" fmla="*/ 241050 h 248987"/>
                  <a:gd name="connsiteX25" fmla="*/ 47625 w 478005"/>
                  <a:gd name="connsiteY25" fmla="*/ 248987 h 248987"/>
                  <a:gd name="connsiteX26" fmla="*/ 6350 w 478005"/>
                  <a:gd name="connsiteY26" fmla="*/ 231525 h 248987"/>
                  <a:gd name="connsiteX27" fmla="*/ 0 w 478005"/>
                  <a:gd name="connsiteY27" fmla="*/ 209300 h 248987"/>
                  <a:gd name="connsiteX28" fmla="*/ 6350 w 478005"/>
                  <a:gd name="connsiteY28" fmla="*/ 137862 h 248987"/>
                  <a:gd name="connsiteX29" fmla="*/ 7938 w 478005"/>
                  <a:gd name="connsiteY29" fmla="*/ 110875 h 248987"/>
                  <a:gd name="connsiteX30" fmla="*/ 19050 w 478005"/>
                  <a:gd name="connsiteY30" fmla="*/ 96587 h 248987"/>
                  <a:gd name="connsiteX31" fmla="*/ 52388 w 478005"/>
                  <a:gd name="connsiteY31" fmla="*/ 29912 h 248987"/>
                  <a:gd name="connsiteX0" fmla="*/ 52388 w 478005"/>
                  <a:gd name="connsiteY0" fmla="*/ 29103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52388 w 478005"/>
                  <a:gd name="connsiteY30" fmla="*/ 29103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19050 w 478005"/>
                  <a:gd name="connsiteY0" fmla="*/ 95778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25425 w 478005"/>
                  <a:gd name="connsiteY19" fmla="*/ 233891 h 248178"/>
                  <a:gd name="connsiteX20" fmla="*/ 203200 w 478005"/>
                  <a:gd name="connsiteY20" fmla="*/ 232303 h 248178"/>
                  <a:gd name="connsiteX21" fmla="*/ 136525 w 478005"/>
                  <a:gd name="connsiteY21" fmla="*/ 233891 h 248178"/>
                  <a:gd name="connsiteX22" fmla="*/ 111125 w 478005"/>
                  <a:gd name="connsiteY22" fmla="*/ 240241 h 248178"/>
                  <a:gd name="connsiteX23" fmla="*/ 47625 w 478005"/>
                  <a:gd name="connsiteY23" fmla="*/ 248178 h 248178"/>
                  <a:gd name="connsiteX24" fmla="*/ 6350 w 478005"/>
                  <a:gd name="connsiteY24" fmla="*/ 230716 h 248178"/>
                  <a:gd name="connsiteX25" fmla="*/ 0 w 478005"/>
                  <a:gd name="connsiteY25" fmla="*/ 208491 h 248178"/>
                  <a:gd name="connsiteX26" fmla="*/ 6350 w 478005"/>
                  <a:gd name="connsiteY26" fmla="*/ 137053 h 248178"/>
                  <a:gd name="connsiteX27" fmla="*/ 7938 w 478005"/>
                  <a:gd name="connsiteY27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03200 w 478005"/>
                  <a:gd name="connsiteY19" fmla="*/ 232303 h 248178"/>
                  <a:gd name="connsiteX20" fmla="*/ 136525 w 478005"/>
                  <a:gd name="connsiteY20" fmla="*/ 233891 h 248178"/>
                  <a:gd name="connsiteX21" fmla="*/ 111125 w 478005"/>
                  <a:gd name="connsiteY21" fmla="*/ 240241 h 248178"/>
                  <a:gd name="connsiteX22" fmla="*/ 47625 w 478005"/>
                  <a:gd name="connsiteY22" fmla="*/ 248178 h 248178"/>
                  <a:gd name="connsiteX23" fmla="*/ 6350 w 478005"/>
                  <a:gd name="connsiteY23" fmla="*/ 230716 h 248178"/>
                  <a:gd name="connsiteX24" fmla="*/ 0 w 478005"/>
                  <a:gd name="connsiteY24" fmla="*/ 208491 h 248178"/>
                  <a:gd name="connsiteX25" fmla="*/ 6350 w 478005"/>
                  <a:gd name="connsiteY25" fmla="*/ 137053 h 248178"/>
                  <a:gd name="connsiteX26" fmla="*/ 7938 w 478005"/>
                  <a:gd name="connsiteY26" fmla="*/ 110066 h 248178"/>
                  <a:gd name="connsiteX0" fmla="*/ 4706 w 474773"/>
                  <a:gd name="connsiteY0" fmla="*/ 110066 h 248178"/>
                  <a:gd name="connsiteX1" fmla="*/ 55506 w 474773"/>
                  <a:gd name="connsiteY1" fmla="*/ 37041 h 248178"/>
                  <a:gd name="connsiteX2" fmla="*/ 172981 w 474773"/>
                  <a:gd name="connsiteY2" fmla="*/ 2116 h 248178"/>
                  <a:gd name="connsiteX3" fmla="*/ 214256 w 474773"/>
                  <a:gd name="connsiteY3" fmla="*/ 3703 h 248178"/>
                  <a:gd name="connsiteX4" fmla="*/ 219018 w 474773"/>
                  <a:gd name="connsiteY4" fmla="*/ 2116 h 248178"/>
                  <a:gd name="connsiteX5" fmla="*/ 226956 w 474773"/>
                  <a:gd name="connsiteY5" fmla="*/ 38628 h 248178"/>
                  <a:gd name="connsiteX6" fmla="*/ 233306 w 474773"/>
                  <a:gd name="connsiteY6" fmla="*/ 97366 h 248178"/>
                  <a:gd name="connsiteX7" fmla="*/ 238068 w 474773"/>
                  <a:gd name="connsiteY7" fmla="*/ 114828 h 248178"/>
                  <a:gd name="connsiteX8" fmla="*/ 284106 w 474773"/>
                  <a:gd name="connsiteY8" fmla="*/ 127528 h 248178"/>
                  <a:gd name="connsiteX9" fmla="*/ 355543 w 474773"/>
                  <a:gd name="connsiteY9" fmla="*/ 133878 h 248178"/>
                  <a:gd name="connsiteX10" fmla="*/ 426981 w 474773"/>
                  <a:gd name="connsiteY10" fmla="*/ 140228 h 248178"/>
                  <a:gd name="connsiteX11" fmla="*/ 466668 w 474773"/>
                  <a:gd name="connsiteY11" fmla="*/ 148166 h 248178"/>
                  <a:gd name="connsiteX12" fmla="*/ 474606 w 474773"/>
                  <a:gd name="connsiteY12" fmla="*/ 168803 h 248178"/>
                  <a:gd name="connsiteX13" fmla="*/ 463493 w 474773"/>
                  <a:gd name="connsiteY13" fmla="*/ 202141 h 248178"/>
                  <a:gd name="connsiteX14" fmla="*/ 461906 w 474773"/>
                  <a:gd name="connsiteY14" fmla="*/ 208491 h 248178"/>
                  <a:gd name="connsiteX15" fmla="*/ 442856 w 474773"/>
                  <a:gd name="connsiteY15" fmla="*/ 221191 h 248178"/>
                  <a:gd name="connsiteX16" fmla="*/ 380943 w 474773"/>
                  <a:gd name="connsiteY16" fmla="*/ 240241 h 248178"/>
                  <a:gd name="connsiteX17" fmla="*/ 331731 w 474773"/>
                  <a:gd name="connsiteY17" fmla="*/ 241828 h 248178"/>
                  <a:gd name="connsiteX18" fmla="*/ 241243 w 474773"/>
                  <a:gd name="connsiteY18" fmla="*/ 238653 h 248178"/>
                  <a:gd name="connsiteX19" fmla="*/ 199968 w 474773"/>
                  <a:gd name="connsiteY19" fmla="*/ 232303 h 248178"/>
                  <a:gd name="connsiteX20" fmla="*/ 133293 w 474773"/>
                  <a:gd name="connsiteY20" fmla="*/ 233891 h 248178"/>
                  <a:gd name="connsiteX21" fmla="*/ 107893 w 474773"/>
                  <a:gd name="connsiteY21" fmla="*/ 240241 h 248178"/>
                  <a:gd name="connsiteX22" fmla="*/ 44393 w 474773"/>
                  <a:gd name="connsiteY22" fmla="*/ 248178 h 248178"/>
                  <a:gd name="connsiteX23" fmla="*/ 3118 w 474773"/>
                  <a:gd name="connsiteY23" fmla="*/ 230716 h 248178"/>
                  <a:gd name="connsiteX24" fmla="*/ 3118 w 474773"/>
                  <a:gd name="connsiteY24" fmla="*/ 137053 h 248178"/>
                  <a:gd name="connsiteX25" fmla="*/ 4706 w 474773"/>
                  <a:gd name="connsiteY25" fmla="*/ 110066 h 248178"/>
                  <a:gd name="connsiteX0" fmla="*/ 6555 w 476622"/>
                  <a:gd name="connsiteY0" fmla="*/ 110066 h 248178"/>
                  <a:gd name="connsiteX1" fmla="*/ 57355 w 476622"/>
                  <a:gd name="connsiteY1" fmla="*/ 37041 h 248178"/>
                  <a:gd name="connsiteX2" fmla="*/ 174830 w 476622"/>
                  <a:gd name="connsiteY2" fmla="*/ 2116 h 248178"/>
                  <a:gd name="connsiteX3" fmla="*/ 216105 w 476622"/>
                  <a:gd name="connsiteY3" fmla="*/ 3703 h 248178"/>
                  <a:gd name="connsiteX4" fmla="*/ 220867 w 476622"/>
                  <a:gd name="connsiteY4" fmla="*/ 2116 h 248178"/>
                  <a:gd name="connsiteX5" fmla="*/ 228805 w 476622"/>
                  <a:gd name="connsiteY5" fmla="*/ 38628 h 248178"/>
                  <a:gd name="connsiteX6" fmla="*/ 235155 w 476622"/>
                  <a:gd name="connsiteY6" fmla="*/ 97366 h 248178"/>
                  <a:gd name="connsiteX7" fmla="*/ 239917 w 476622"/>
                  <a:gd name="connsiteY7" fmla="*/ 114828 h 248178"/>
                  <a:gd name="connsiteX8" fmla="*/ 285955 w 476622"/>
                  <a:gd name="connsiteY8" fmla="*/ 127528 h 248178"/>
                  <a:gd name="connsiteX9" fmla="*/ 357392 w 476622"/>
                  <a:gd name="connsiteY9" fmla="*/ 133878 h 248178"/>
                  <a:gd name="connsiteX10" fmla="*/ 428830 w 476622"/>
                  <a:gd name="connsiteY10" fmla="*/ 140228 h 248178"/>
                  <a:gd name="connsiteX11" fmla="*/ 468517 w 476622"/>
                  <a:gd name="connsiteY11" fmla="*/ 148166 h 248178"/>
                  <a:gd name="connsiteX12" fmla="*/ 476455 w 476622"/>
                  <a:gd name="connsiteY12" fmla="*/ 168803 h 248178"/>
                  <a:gd name="connsiteX13" fmla="*/ 465342 w 476622"/>
                  <a:gd name="connsiteY13" fmla="*/ 202141 h 248178"/>
                  <a:gd name="connsiteX14" fmla="*/ 463755 w 476622"/>
                  <a:gd name="connsiteY14" fmla="*/ 208491 h 248178"/>
                  <a:gd name="connsiteX15" fmla="*/ 444705 w 476622"/>
                  <a:gd name="connsiteY15" fmla="*/ 221191 h 248178"/>
                  <a:gd name="connsiteX16" fmla="*/ 382792 w 476622"/>
                  <a:gd name="connsiteY16" fmla="*/ 240241 h 248178"/>
                  <a:gd name="connsiteX17" fmla="*/ 333580 w 476622"/>
                  <a:gd name="connsiteY17" fmla="*/ 241828 h 248178"/>
                  <a:gd name="connsiteX18" fmla="*/ 243092 w 476622"/>
                  <a:gd name="connsiteY18" fmla="*/ 238653 h 248178"/>
                  <a:gd name="connsiteX19" fmla="*/ 201817 w 476622"/>
                  <a:gd name="connsiteY19" fmla="*/ 232303 h 248178"/>
                  <a:gd name="connsiteX20" fmla="*/ 135142 w 476622"/>
                  <a:gd name="connsiteY20" fmla="*/ 233891 h 248178"/>
                  <a:gd name="connsiteX21" fmla="*/ 109742 w 476622"/>
                  <a:gd name="connsiteY21" fmla="*/ 240241 h 248178"/>
                  <a:gd name="connsiteX22" fmla="*/ 46242 w 476622"/>
                  <a:gd name="connsiteY22" fmla="*/ 248178 h 248178"/>
                  <a:gd name="connsiteX23" fmla="*/ 4967 w 476622"/>
                  <a:gd name="connsiteY23" fmla="*/ 230716 h 248178"/>
                  <a:gd name="connsiteX24" fmla="*/ 6555 w 476622"/>
                  <a:gd name="connsiteY24" fmla="*/ 110066 h 248178"/>
                  <a:gd name="connsiteX0" fmla="*/ 11001 w 481068"/>
                  <a:gd name="connsiteY0" fmla="*/ 110066 h 248178"/>
                  <a:gd name="connsiteX1" fmla="*/ 61801 w 481068"/>
                  <a:gd name="connsiteY1" fmla="*/ 37041 h 248178"/>
                  <a:gd name="connsiteX2" fmla="*/ 179276 w 481068"/>
                  <a:gd name="connsiteY2" fmla="*/ 2116 h 248178"/>
                  <a:gd name="connsiteX3" fmla="*/ 220551 w 481068"/>
                  <a:gd name="connsiteY3" fmla="*/ 3703 h 248178"/>
                  <a:gd name="connsiteX4" fmla="*/ 225313 w 481068"/>
                  <a:gd name="connsiteY4" fmla="*/ 2116 h 248178"/>
                  <a:gd name="connsiteX5" fmla="*/ 233251 w 481068"/>
                  <a:gd name="connsiteY5" fmla="*/ 38628 h 248178"/>
                  <a:gd name="connsiteX6" fmla="*/ 239601 w 481068"/>
                  <a:gd name="connsiteY6" fmla="*/ 97366 h 248178"/>
                  <a:gd name="connsiteX7" fmla="*/ 244363 w 481068"/>
                  <a:gd name="connsiteY7" fmla="*/ 114828 h 248178"/>
                  <a:gd name="connsiteX8" fmla="*/ 290401 w 481068"/>
                  <a:gd name="connsiteY8" fmla="*/ 127528 h 248178"/>
                  <a:gd name="connsiteX9" fmla="*/ 361838 w 481068"/>
                  <a:gd name="connsiteY9" fmla="*/ 133878 h 248178"/>
                  <a:gd name="connsiteX10" fmla="*/ 433276 w 481068"/>
                  <a:gd name="connsiteY10" fmla="*/ 140228 h 248178"/>
                  <a:gd name="connsiteX11" fmla="*/ 472963 w 481068"/>
                  <a:gd name="connsiteY11" fmla="*/ 148166 h 248178"/>
                  <a:gd name="connsiteX12" fmla="*/ 480901 w 481068"/>
                  <a:gd name="connsiteY12" fmla="*/ 168803 h 248178"/>
                  <a:gd name="connsiteX13" fmla="*/ 469788 w 481068"/>
                  <a:gd name="connsiteY13" fmla="*/ 202141 h 248178"/>
                  <a:gd name="connsiteX14" fmla="*/ 468201 w 481068"/>
                  <a:gd name="connsiteY14" fmla="*/ 208491 h 248178"/>
                  <a:gd name="connsiteX15" fmla="*/ 449151 w 481068"/>
                  <a:gd name="connsiteY15" fmla="*/ 221191 h 248178"/>
                  <a:gd name="connsiteX16" fmla="*/ 387238 w 481068"/>
                  <a:gd name="connsiteY16" fmla="*/ 240241 h 248178"/>
                  <a:gd name="connsiteX17" fmla="*/ 338026 w 481068"/>
                  <a:gd name="connsiteY17" fmla="*/ 241828 h 248178"/>
                  <a:gd name="connsiteX18" fmla="*/ 247538 w 481068"/>
                  <a:gd name="connsiteY18" fmla="*/ 238653 h 248178"/>
                  <a:gd name="connsiteX19" fmla="*/ 206263 w 481068"/>
                  <a:gd name="connsiteY19" fmla="*/ 232303 h 248178"/>
                  <a:gd name="connsiteX20" fmla="*/ 139588 w 481068"/>
                  <a:gd name="connsiteY20" fmla="*/ 233891 h 248178"/>
                  <a:gd name="connsiteX21" fmla="*/ 114188 w 481068"/>
                  <a:gd name="connsiteY21" fmla="*/ 240241 h 248178"/>
                  <a:gd name="connsiteX22" fmla="*/ 50688 w 481068"/>
                  <a:gd name="connsiteY22" fmla="*/ 248178 h 248178"/>
                  <a:gd name="connsiteX23" fmla="*/ 3063 w 481068"/>
                  <a:gd name="connsiteY23" fmla="*/ 200554 h 248178"/>
                  <a:gd name="connsiteX24" fmla="*/ 11001 w 481068"/>
                  <a:gd name="connsiteY24" fmla="*/ 110066 h 248178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39588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55463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49151 w 481068"/>
                  <a:gd name="connsiteY14" fmla="*/ 221191 h 246591"/>
                  <a:gd name="connsiteX15" fmla="*/ 387238 w 481068"/>
                  <a:gd name="connsiteY15" fmla="*/ 240241 h 246591"/>
                  <a:gd name="connsiteX16" fmla="*/ 338026 w 481068"/>
                  <a:gd name="connsiteY16" fmla="*/ 241828 h 246591"/>
                  <a:gd name="connsiteX17" fmla="*/ 247538 w 481068"/>
                  <a:gd name="connsiteY17" fmla="*/ 238653 h 246591"/>
                  <a:gd name="connsiteX18" fmla="*/ 206263 w 481068"/>
                  <a:gd name="connsiteY18" fmla="*/ 232303 h 246591"/>
                  <a:gd name="connsiteX19" fmla="*/ 155463 w 481068"/>
                  <a:gd name="connsiteY19" fmla="*/ 233891 h 246591"/>
                  <a:gd name="connsiteX20" fmla="*/ 114188 w 481068"/>
                  <a:gd name="connsiteY20" fmla="*/ 240241 h 246591"/>
                  <a:gd name="connsiteX21" fmla="*/ 50688 w 481068"/>
                  <a:gd name="connsiteY21" fmla="*/ 246591 h 246591"/>
                  <a:gd name="connsiteX22" fmla="*/ 3063 w 481068"/>
                  <a:gd name="connsiteY22" fmla="*/ 200554 h 246591"/>
                  <a:gd name="connsiteX23" fmla="*/ 11001 w 481068"/>
                  <a:gd name="connsiteY23" fmla="*/ 110066 h 246591"/>
                  <a:gd name="connsiteX0" fmla="*/ 11001 w 481068"/>
                  <a:gd name="connsiteY0" fmla="*/ 108053 h 244578"/>
                  <a:gd name="connsiteX1" fmla="*/ 61801 w 481068"/>
                  <a:gd name="connsiteY1" fmla="*/ 35028 h 244578"/>
                  <a:gd name="connsiteX2" fmla="*/ 177688 w 481068"/>
                  <a:gd name="connsiteY2" fmla="*/ 17565 h 244578"/>
                  <a:gd name="connsiteX3" fmla="*/ 220551 w 481068"/>
                  <a:gd name="connsiteY3" fmla="*/ 1690 h 244578"/>
                  <a:gd name="connsiteX4" fmla="*/ 225313 w 481068"/>
                  <a:gd name="connsiteY4" fmla="*/ 103 h 244578"/>
                  <a:gd name="connsiteX5" fmla="*/ 233251 w 481068"/>
                  <a:gd name="connsiteY5" fmla="*/ 36615 h 244578"/>
                  <a:gd name="connsiteX6" fmla="*/ 239601 w 481068"/>
                  <a:gd name="connsiteY6" fmla="*/ 95353 h 244578"/>
                  <a:gd name="connsiteX7" fmla="*/ 244363 w 481068"/>
                  <a:gd name="connsiteY7" fmla="*/ 112815 h 244578"/>
                  <a:gd name="connsiteX8" fmla="*/ 290401 w 481068"/>
                  <a:gd name="connsiteY8" fmla="*/ 125515 h 244578"/>
                  <a:gd name="connsiteX9" fmla="*/ 361838 w 481068"/>
                  <a:gd name="connsiteY9" fmla="*/ 131865 h 244578"/>
                  <a:gd name="connsiteX10" fmla="*/ 433276 w 481068"/>
                  <a:gd name="connsiteY10" fmla="*/ 138215 h 244578"/>
                  <a:gd name="connsiteX11" fmla="*/ 472963 w 481068"/>
                  <a:gd name="connsiteY11" fmla="*/ 146153 h 244578"/>
                  <a:gd name="connsiteX12" fmla="*/ 480901 w 481068"/>
                  <a:gd name="connsiteY12" fmla="*/ 166790 h 244578"/>
                  <a:gd name="connsiteX13" fmla="*/ 469788 w 481068"/>
                  <a:gd name="connsiteY13" fmla="*/ 200128 h 244578"/>
                  <a:gd name="connsiteX14" fmla="*/ 449151 w 481068"/>
                  <a:gd name="connsiteY14" fmla="*/ 219178 h 244578"/>
                  <a:gd name="connsiteX15" fmla="*/ 387238 w 481068"/>
                  <a:gd name="connsiteY15" fmla="*/ 238228 h 244578"/>
                  <a:gd name="connsiteX16" fmla="*/ 338026 w 481068"/>
                  <a:gd name="connsiteY16" fmla="*/ 239815 h 244578"/>
                  <a:gd name="connsiteX17" fmla="*/ 247538 w 481068"/>
                  <a:gd name="connsiteY17" fmla="*/ 236640 h 244578"/>
                  <a:gd name="connsiteX18" fmla="*/ 206263 w 481068"/>
                  <a:gd name="connsiteY18" fmla="*/ 230290 h 244578"/>
                  <a:gd name="connsiteX19" fmla="*/ 155463 w 481068"/>
                  <a:gd name="connsiteY19" fmla="*/ 231878 h 244578"/>
                  <a:gd name="connsiteX20" fmla="*/ 114188 w 481068"/>
                  <a:gd name="connsiteY20" fmla="*/ 238228 h 244578"/>
                  <a:gd name="connsiteX21" fmla="*/ 50688 w 481068"/>
                  <a:gd name="connsiteY21" fmla="*/ 244578 h 244578"/>
                  <a:gd name="connsiteX22" fmla="*/ 3063 w 481068"/>
                  <a:gd name="connsiteY22" fmla="*/ 198541 h 244578"/>
                  <a:gd name="connsiteX23" fmla="*/ 11001 w 481068"/>
                  <a:gd name="connsiteY23" fmla="*/ 108053 h 244578"/>
                  <a:gd name="connsiteX0" fmla="*/ 11001 w 481068"/>
                  <a:gd name="connsiteY0" fmla="*/ 106841 h 243366"/>
                  <a:gd name="connsiteX1" fmla="*/ 61801 w 481068"/>
                  <a:gd name="connsiteY1" fmla="*/ 33816 h 243366"/>
                  <a:gd name="connsiteX2" fmla="*/ 177688 w 481068"/>
                  <a:gd name="connsiteY2" fmla="*/ 16353 h 243366"/>
                  <a:gd name="connsiteX3" fmla="*/ 220551 w 481068"/>
                  <a:gd name="connsiteY3" fmla="*/ 478 h 243366"/>
                  <a:gd name="connsiteX4" fmla="*/ 233251 w 481068"/>
                  <a:gd name="connsiteY4" fmla="*/ 35403 h 243366"/>
                  <a:gd name="connsiteX5" fmla="*/ 239601 w 481068"/>
                  <a:gd name="connsiteY5" fmla="*/ 94141 h 243366"/>
                  <a:gd name="connsiteX6" fmla="*/ 244363 w 481068"/>
                  <a:gd name="connsiteY6" fmla="*/ 111603 h 243366"/>
                  <a:gd name="connsiteX7" fmla="*/ 290401 w 481068"/>
                  <a:gd name="connsiteY7" fmla="*/ 124303 h 243366"/>
                  <a:gd name="connsiteX8" fmla="*/ 361838 w 481068"/>
                  <a:gd name="connsiteY8" fmla="*/ 130653 h 243366"/>
                  <a:gd name="connsiteX9" fmla="*/ 433276 w 481068"/>
                  <a:gd name="connsiteY9" fmla="*/ 137003 h 243366"/>
                  <a:gd name="connsiteX10" fmla="*/ 472963 w 481068"/>
                  <a:gd name="connsiteY10" fmla="*/ 144941 h 243366"/>
                  <a:gd name="connsiteX11" fmla="*/ 480901 w 481068"/>
                  <a:gd name="connsiteY11" fmla="*/ 165578 h 243366"/>
                  <a:gd name="connsiteX12" fmla="*/ 469788 w 481068"/>
                  <a:gd name="connsiteY12" fmla="*/ 198916 h 243366"/>
                  <a:gd name="connsiteX13" fmla="*/ 449151 w 481068"/>
                  <a:gd name="connsiteY13" fmla="*/ 217966 h 243366"/>
                  <a:gd name="connsiteX14" fmla="*/ 387238 w 481068"/>
                  <a:gd name="connsiteY14" fmla="*/ 237016 h 243366"/>
                  <a:gd name="connsiteX15" fmla="*/ 338026 w 481068"/>
                  <a:gd name="connsiteY15" fmla="*/ 238603 h 243366"/>
                  <a:gd name="connsiteX16" fmla="*/ 247538 w 481068"/>
                  <a:gd name="connsiteY16" fmla="*/ 235428 h 243366"/>
                  <a:gd name="connsiteX17" fmla="*/ 206263 w 481068"/>
                  <a:gd name="connsiteY17" fmla="*/ 229078 h 243366"/>
                  <a:gd name="connsiteX18" fmla="*/ 155463 w 481068"/>
                  <a:gd name="connsiteY18" fmla="*/ 230666 h 243366"/>
                  <a:gd name="connsiteX19" fmla="*/ 114188 w 481068"/>
                  <a:gd name="connsiteY19" fmla="*/ 237016 h 243366"/>
                  <a:gd name="connsiteX20" fmla="*/ 50688 w 481068"/>
                  <a:gd name="connsiteY20" fmla="*/ 243366 h 243366"/>
                  <a:gd name="connsiteX21" fmla="*/ 3063 w 481068"/>
                  <a:gd name="connsiteY21" fmla="*/ 197329 h 243366"/>
                  <a:gd name="connsiteX22" fmla="*/ 11001 w 481068"/>
                  <a:gd name="connsiteY22" fmla="*/ 106841 h 243366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3276 w 481068"/>
                  <a:gd name="connsiteY9" fmla="*/ 126529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0101 w 481068"/>
                  <a:gd name="connsiteY9" fmla="*/ 112242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2793"/>
                  <a:gd name="connsiteY0" fmla="*/ 96367 h 232892"/>
                  <a:gd name="connsiteX1" fmla="*/ 61801 w 482793"/>
                  <a:gd name="connsiteY1" fmla="*/ 23342 h 232892"/>
                  <a:gd name="connsiteX2" fmla="*/ 177688 w 482793"/>
                  <a:gd name="connsiteY2" fmla="*/ 5879 h 232892"/>
                  <a:gd name="connsiteX3" fmla="*/ 222138 w 482793"/>
                  <a:gd name="connsiteY3" fmla="*/ 1117 h 232892"/>
                  <a:gd name="connsiteX4" fmla="*/ 233251 w 482793"/>
                  <a:gd name="connsiteY4" fmla="*/ 24929 h 232892"/>
                  <a:gd name="connsiteX5" fmla="*/ 239601 w 482793"/>
                  <a:gd name="connsiteY5" fmla="*/ 83667 h 232892"/>
                  <a:gd name="connsiteX6" fmla="*/ 244363 w 482793"/>
                  <a:gd name="connsiteY6" fmla="*/ 101129 h 232892"/>
                  <a:gd name="connsiteX7" fmla="*/ 290401 w 482793"/>
                  <a:gd name="connsiteY7" fmla="*/ 113829 h 232892"/>
                  <a:gd name="connsiteX8" fmla="*/ 361838 w 482793"/>
                  <a:gd name="connsiteY8" fmla="*/ 120179 h 232892"/>
                  <a:gd name="connsiteX9" fmla="*/ 430101 w 482793"/>
                  <a:gd name="connsiteY9" fmla="*/ 112242 h 232892"/>
                  <a:gd name="connsiteX10" fmla="*/ 480901 w 482793"/>
                  <a:gd name="connsiteY10" fmla="*/ 155104 h 232892"/>
                  <a:gd name="connsiteX11" fmla="*/ 469788 w 482793"/>
                  <a:gd name="connsiteY11" fmla="*/ 188442 h 232892"/>
                  <a:gd name="connsiteX12" fmla="*/ 449151 w 482793"/>
                  <a:gd name="connsiteY12" fmla="*/ 207492 h 232892"/>
                  <a:gd name="connsiteX13" fmla="*/ 387238 w 482793"/>
                  <a:gd name="connsiteY13" fmla="*/ 226542 h 232892"/>
                  <a:gd name="connsiteX14" fmla="*/ 338026 w 482793"/>
                  <a:gd name="connsiteY14" fmla="*/ 228129 h 232892"/>
                  <a:gd name="connsiteX15" fmla="*/ 247538 w 482793"/>
                  <a:gd name="connsiteY15" fmla="*/ 224954 h 232892"/>
                  <a:gd name="connsiteX16" fmla="*/ 206263 w 482793"/>
                  <a:gd name="connsiteY16" fmla="*/ 218604 h 232892"/>
                  <a:gd name="connsiteX17" fmla="*/ 155463 w 482793"/>
                  <a:gd name="connsiteY17" fmla="*/ 220192 h 232892"/>
                  <a:gd name="connsiteX18" fmla="*/ 114188 w 482793"/>
                  <a:gd name="connsiteY18" fmla="*/ 226542 h 232892"/>
                  <a:gd name="connsiteX19" fmla="*/ 50688 w 482793"/>
                  <a:gd name="connsiteY19" fmla="*/ 232892 h 232892"/>
                  <a:gd name="connsiteX20" fmla="*/ 3063 w 482793"/>
                  <a:gd name="connsiteY20" fmla="*/ 186855 h 232892"/>
                  <a:gd name="connsiteX21" fmla="*/ 11001 w 482793"/>
                  <a:gd name="connsiteY21" fmla="*/ 96367 h 232892"/>
                  <a:gd name="connsiteX0" fmla="*/ 11001 w 479949"/>
                  <a:gd name="connsiteY0" fmla="*/ 96367 h 232892"/>
                  <a:gd name="connsiteX1" fmla="*/ 61801 w 479949"/>
                  <a:gd name="connsiteY1" fmla="*/ 23342 h 232892"/>
                  <a:gd name="connsiteX2" fmla="*/ 177688 w 479949"/>
                  <a:gd name="connsiteY2" fmla="*/ 5879 h 232892"/>
                  <a:gd name="connsiteX3" fmla="*/ 222138 w 479949"/>
                  <a:gd name="connsiteY3" fmla="*/ 1117 h 232892"/>
                  <a:gd name="connsiteX4" fmla="*/ 233251 w 479949"/>
                  <a:gd name="connsiteY4" fmla="*/ 24929 h 232892"/>
                  <a:gd name="connsiteX5" fmla="*/ 239601 w 479949"/>
                  <a:gd name="connsiteY5" fmla="*/ 83667 h 232892"/>
                  <a:gd name="connsiteX6" fmla="*/ 244363 w 479949"/>
                  <a:gd name="connsiteY6" fmla="*/ 101129 h 232892"/>
                  <a:gd name="connsiteX7" fmla="*/ 290401 w 479949"/>
                  <a:gd name="connsiteY7" fmla="*/ 113829 h 232892"/>
                  <a:gd name="connsiteX8" fmla="*/ 361838 w 479949"/>
                  <a:gd name="connsiteY8" fmla="*/ 120179 h 232892"/>
                  <a:gd name="connsiteX9" fmla="*/ 430101 w 479949"/>
                  <a:gd name="connsiteY9" fmla="*/ 112242 h 232892"/>
                  <a:gd name="connsiteX10" fmla="*/ 477726 w 479949"/>
                  <a:gd name="connsiteY10" fmla="*/ 131291 h 232892"/>
                  <a:gd name="connsiteX11" fmla="*/ 469788 w 479949"/>
                  <a:gd name="connsiteY11" fmla="*/ 188442 h 232892"/>
                  <a:gd name="connsiteX12" fmla="*/ 449151 w 479949"/>
                  <a:gd name="connsiteY12" fmla="*/ 207492 h 232892"/>
                  <a:gd name="connsiteX13" fmla="*/ 387238 w 479949"/>
                  <a:gd name="connsiteY13" fmla="*/ 226542 h 232892"/>
                  <a:gd name="connsiteX14" fmla="*/ 338026 w 479949"/>
                  <a:gd name="connsiteY14" fmla="*/ 228129 h 232892"/>
                  <a:gd name="connsiteX15" fmla="*/ 247538 w 479949"/>
                  <a:gd name="connsiteY15" fmla="*/ 224954 h 232892"/>
                  <a:gd name="connsiteX16" fmla="*/ 206263 w 479949"/>
                  <a:gd name="connsiteY16" fmla="*/ 218604 h 232892"/>
                  <a:gd name="connsiteX17" fmla="*/ 155463 w 479949"/>
                  <a:gd name="connsiteY17" fmla="*/ 220192 h 232892"/>
                  <a:gd name="connsiteX18" fmla="*/ 114188 w 479949"/>
                  <a:gd name="connsiteY18" fmla="*/ 226542 h 232892"/>
                  <a:gd name="connsiteX19" fmla="*/ 50688 w 479949"/>
                  <a:gd name="connsiteY19" fmla="*/ 232892 h 232892"/>
                  <a:gd name="connsiteX20" fmla="*/ 3063 w 479949"/>
                  <a:gd name="connsiteY20" fmla="*/ 186855 h 232892"/>
                  <a:gd name="connsiteX21" fmla="*/ 11001 w 479949"/>
                  <a:gd name="connsiteY21" fmla="*/ 96367 h 232892"/>
                  <a:gd name="connsiteX0" fmla="*/ 11001 w 479949"/>
                  <a:gd name="connsiteY0" fmla="*/ 100639 h 237164"/>
                  <a:gd name="connsiteX1" fmla="*/ 61801 w 479949"/>
                  <a:gd name="connsiteY1" fmla="*/ 27614 h 237164"/>
                  <a:gd name="connsiteX2" fmla="*/ 177688 w 479949"/>
                  <a:gd name="connsiteY2" fmla="*/ 10151 h 237164"/>
                  <a:gd name="connsiteX3" fmla="*/ 222138 w 479949"/>
                  <a:gd name="connsiteY3" fmla="*/ 5389 h 237164"/>
                  <a:gd name="connsiteX4" fmla="*/ 239601 w 479949"/>
                  <a:gd name="connsiteY4" fmla="*/ 87939 h 237164"/>
                  <a:gd name="connsiteX5" fmla="*/ 244363 w 479949"/>
                  <a:gd name="connsiteY5" fmla="*/ 105401 h 237164"/>
                  <a:gd name="connsiteX6" fmla="*/ 290401 w 479949"/>
                  <a:gd name="connsiteY6" fmla="*/ 118101 h 237164"/>
                  <a:gd name="connsiteX7" fmla="*/ 361838 w 479949"/>
                  <a:gd name="connsiteY7" fmla="*/ 124451 h 237164"/>
                  <a:gd name="connsiteX8" fmla="*/ 430101 w 479949"/>
                  <a:gd name="connsiteY8" fmla="*/ 116514 h 237164"/>
                  <a:gd name="connsiteX9" fmla="*/ 477726 w 479949"/>
                  <a:gd name="connsiteY9" fmla="*/ 135563 h 237164"/>
                  <a:gd name="connsiteX10" fmla="*/ 469788 w 479949"/>
                  <a:gd name="connsiteY10" fmla="*/ 192714 h 237164"/>
                  <a:gd name="connsiteX11" fmla="*/ 449151 w 479949"/>
                  <a:gd name="connsiteY11" fmla="*/ 211764 h 237164"/>
                  <a:gd name="connsiteX12" fmla="*/ 387238 w 479949"/>
                  <a:gd name="connsiteY12" fmla="*/ 230814 h 237164"/>
                  <a:gd name="connsiteX13" fmla="*/ 338026 w 479949"/>
                  <a:gd name="connsiteY13" fmla="*/ 232401 h 237164"/>
                  <a:gd name="connsiteX14" fmla="*/ 247538 w 479949"/>
                  <a:gd name="connsiteY14" fmla="*/ 229226 h 237164"/>
                  <a:gd name="connsiteX15" fmla="*/ 206263 w 479949"/>
                  <a:gd name="connsiteY15" fmla="*/ 222876 h 237164"/>
                  <a:gd name="connsiteX16" fmla="*/ 155463 w 479949"/>
                  <a:gd name="connsiteY16" fmla="*/ 224464 h 237164"/>
                  <a:gd name="connsiteX17" fmla="*/ 114188 w 479949"/>
                  <a:gd name="connsiteY17" fmla="*/ 230814 h 237164"/>
                  <a:gd name="connsiteX18" fmla="*/ 50688 w 479949"/>
                  <a:gd name="connsiteY18" fmla="*/ 237164 h 237164"/>
                  <a:gd name="connsiteX19" fmla="*/ 3063 w 479949"/>
                  <a:gd name="connsiteY19" fmla="*/ 191127 h 237164"/>
                  <a:gd name="connsiteX20" fmla="*/ 11001 w 479949"/>
                  <a:gd name="connsiteY20" fmla="*/ 100639 h 237164"/>
                  <a:gd name="connsiteX0" fmla="*/ 11001 w 479949"/>
                  <a:gd name="connsiteY0" fmla="*/ 94758 h 231283"/>
                  <a:gd name="connsiteX1" fmla="*/ 61801 w 479949"/>
                  <a:gd name="connsiteY1" fmla="*/ 21733 h 231283"/>
                  <a:gd name="connsiteX2" fmla="*/ 177688 w 479949"/>
                  <a:gd name="connsiteY2" fmla="*/ 4270 h 231283"/>
                  <a:gd name="connsiteX3" fmla="*/ 226900 w 479949"/>
                  <a:gd name="connsiteY3" fmla="*/ 7445 h 231283"/>
                  <a:gd name="connsiteX4" fmla="*/ 239601 w 479949"/>
                  <a:gd name="connsiteY4" fmla="*/ 82058 h 231283"/>
                  <a:gd name="connsiteX5" fmla="*/ 244363 w 479949"/>
                  <a:gd name="connsiteY5" fmla="*/ 99520 h 231283"/>
                  <a:gd name="connsiteX6" fmla="*/ 290401 w 479949"/>
                  <a:gd name="connsiteY6" fmla="*/ 112220 h 231283"/>
                  <a:gd name="connsiteX7" fmla="*/ 361838 w 479949"/>
                  <a:gd name="connsiteY7" fmla="*/ 118570 h 231283"/>
                  <a:gd name="connsiteX8" fmla="*/ 430101 w 479949"/>
                  <a:gd name="connsiteY8" fmla="*/ 110633 h 231283"/>
                  <a:gd name="connsiteX9" fmla="*/ 477726 w 479949"/>
                  <a:gd name="connsiteY9" fmla="*/ 129682 h 231283"/>
                  <a:gd name="connsiteX10" fmla="*/ 469788 w 479949"/>
                  <a:gd name="connsiteY10" fmla="*/ 186833 h 231283"/>
                  <a:gd name="connsiteX11" fmla="*/ 449151 w 479949"/>
                  <a:gd name="connsiteY11" fmla="*/ 205883 h 231283"/>
                  <a:gd name="connsiteX12" fmla="*/ 387238 w 479949"/>
                  <a:gd name="connsiteY12" fmla="*/ 224933 h 231283"/>
                  <a:gd name="connsiteX13" fmla="*/ 338026 w 479949"/>
                  <a:gd name="connsiteY13" fmla="*/ 226520 h 231283"/>
                  <a:gd name="connsiteX14" fmla="*/ 247538 w 479949"/>
                  <a:gd name="connsiteY14" fmla="*/ 223345 h 231283"/>
                  <a:gd name="connsiteX15" fmla="*/ 206263 w 479949"/>
                  <a:gd name="connsiteY15" fmla="*/ 216995 h 231283"/>
                  <a:gd name="connsiteX16" fmla="*/ 155463 w 479949"/>
                  <a:gd name="connsiteY16" fmla="*/ 218583 h 231283"/>
                  <a:gd name="connsiteX17" fmla="*/ 114188 w 479949"/>
                  <a:gd name="connsiteY17" fmla="*/ 224933 h 231283"/>
                  <a:gd name="connsiteX18" fmla="*/ 50688 w 479949"/>
                  <a:gd name="connsiteY18" fmla="*/ 231283 h 231283"/>
                  <a:gd name="connsiteX19" fmla="*/ 3063 w 479949"/>
                  <a:gd name="connsiteY19" fmla="*/ 185246 h 231283"/>
                  <a:gd name="connsiteX20" fmla="*/ 11001 w 479949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361838 w 479950"/>
                  <a:gd name="connsiteY7" fmla="*/ 118570 h 231283"/>
                  <a:gd name="connsiteX8" fmla="*/ 430101 w 479950"/>
                  <a:gd name="connsiteY8" fmla="*/ 113808 h 231283"/>
                  <a:gd name="connsiteX9" fmla="*/ 477726 w 479950"/>
                  <a:gd name="connsiteY9" fmla="*/ 129682 h 231283"/>
                  <a:gd name="connsiteX10" fmla="*/ 469788 w 479950"/>
                  <a:gd name="connsiteY10" fmla="*/ 186833 h 231283"/>
                  <a:gd name="connsiteX11" fmla="*/ 449151 w 479950"/>
                  <a:gd name="connsiteY11" fmla="*/ 205883 h 231283"/>
                  <a:gd name="connsiteX12" fmla="*/ 387238 w 479950"/>
                  <a:gd name="connsiteY12" fmla="*/ 224933 h 231283"/>
                  <a:gd name="connsiteX13" fmla="*/ 338026 w 479950"/>
                  <a:gd name="connsiteY13" fmla="*/ 226520 h 231283"/>
                  <a:gd name="connsiteX14" fmla="*/ 247538 w 479950"/>
                  <a:gd name="connsiteY14" fmla="*/ 223345 h 231283"/>
                  <a:gd name="connsiteX15" fmla="*/ 206263 w 479950"/>
                  <a:gd name="connsiteY15" fmla="*/ 216995 h 231283"/>
                  <a:gd name="connsiteX16" fmla="*/ 155463 w 479950"/>
                  <a:gd name="connsiteY16" fmla="*/ 218583 h 231283"/>
                  <a:gd name="connsiteX17" fmla="*/ 114188 w 479950"/>
                  <a:gd name="connsiteY17" fmla="*/ 224933 h 231283"/>
                  <a:gd name="connsiteX18" fmla="*/ 50688 w 479950"/>
                  <a:gd name="connsiteY18" fmla="*/ 231283 h 231283"/>
                  <a:gd name="connsiteX19" fmla="*/ 3063 w 479950"/>
                  <a:gd name="connsiteY19" fmla="*/ 185246 h 231283"/>
                  <a:gd name="connsiteX20" fmla="*/ 11001 w 479950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320563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3068 h 229593"/>
                  <a:gd name="connsiteX1" fmla="*/ 61801 w 479950"/>
                  <a:gd name="connsiteY1" fmla="*/ 20043 h 229593"/>
                  <a:gd name="connsiteX2" fmla="*/ 177688 w 479950"/>
                  <a:gd name="connsiteY2" fmla="*/ 2580 h 229593"/>
                  <a:gd name="connsiteX3" fmla="*/ 226900 w 479950"/>
                  <a:gd name="connsiteY3" fmla="*/ 5755 h 229593"/>
                  <a:gd name="connsiteX4" fmla="*/ 238013 w 479950"/>
                  <a:gd name="connsiteY4" fmla="*/ 54968 h 229593"/>
                  <a:gd name="connsiteX5" fmla="*/ 245951 w 479950"/>
                  <a:gd name="connsiteY5" fmla="*/ 110530 h 229593"/>
                  <a:gd name="connsiteX6" fmla="*/ 320563 w 479950"/>
                  <a:gd name="connsiteY6" fmla="*/ 110530 h 229593"/>
                  <a:gd name="connsiteX7" fmla="*/ 430101 w 479950"/>
                  <a:gd name="connsiteY7" fmla="*/ 112118 h 229593"/>
                  <a:gd name="connsiteX8" fmla="*/ 477726 w 479950"/>
                  <a:gd name="connsiteY8" fmla="*/ 127992 h 229593"/>
                  <a:gd name="connsiteX9" fmla="*/ 469788 w 479950"/>
                  <a:gd name="connsiteY9" fmla="*/ 185143 h 229593"/>
                  <a:gd name="connsiteX10" fmla="*/ 449151 w 479950"/>
                  <a:gd name="connsiteY10" fmla="*/ 204193 h 229593"/>
                  <a:gd name="connsiteX11" fmla="*/ 387238 w 479950"/>
                  <a:gd name="connsiteY11" fmla="*/ 223243 h 229593"/>
                  <a:gd name="connsiteX12" fmla="*/ 338026 w 479950"/>
                  <a:gd name="connsiteY12" fmla="*/ 224830 h 229593"/>
                  <a:gd name="connsiteX13" fmla="*/ 247538 w 479950"/>
                  <a:gd name="connsiteY13" fmla="*/ 221655 h 229593"/>
                  <a:gd name="connsiteX14" fmla="*/ 206263 w 479950"/>
                  <a:gd name="connsiteY14" fmla="*/ 215305 h 229593"/>
                  <a:gd name="connsiteX15" fmla="*/ 155463 w 479950"/>
                  <a:gd name="connsiteY15" fmla="*/ 216893 h 229593"/>
                  <a:gd name="connsiteX16" fmla="*/ 114188 w 479950"/>
                  <a:gd name="connsiteY16" fmla="*/ 223243 h 229593"/>
                  <a:gd name="connsiteX17" fmla="*/ 50688 w 479950"/>
                  <a:gd name="connsiteY17" fmla="*/ 229593 h 229593"/>
                  <a:gd name="connsiteX18" fmla="*/ 3063 w 479950"/>
                  <a:gd name="connsiteY18" fmla="*/ 183556 h 229593"/>
                  <a:gd name="connsiteX19" fmla="*/ 11001 w 479950"/>
                  <a:gd name="connsiteY19" fmla="*/ 93068 h 229593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14351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25463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19584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29109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8613 w 477562"/>
                  <a:gd name="connsiteY0" fmla="*/ 95759 h 232284"/>
                  <a:gd name="connsiteX1" fmla="*/ 59413 w 477562"/>
                  <a:gd name="connsiteY1" fmla="*/ 22734 h 232284"/>
                  <a:gd name="connsiteX2" fmla="*/ 175300 w 477562"/>
                  <a:gd name="connsiteY2" fmla="*/ 5271 h 232284"/>
                  <a:gd name="connsiteX3" fmla="*/ 224512 w 477562"/>
                  <a:gd name="connsiteY3" fmla="*/ 8446 h 232284"/>
                  <a:gd name="connsiteX4" fmla="*/ 238800 w 477562"/>
                  <a:gd name="connsiteY4" fmla="*/ 97346 h 232284"/>
                  <a:gd name="connsiteX5" fmla="*/ 318175 w 477562"/>
                  <a:gd name="connsiteY5" fmla="*/ 124333 h 232284"/>
                  <a:gd name="connsiteX6" fmla="*/ 427713 w 477562"/>
                  <a:gd name="connsiteY6" fmla="*/ 114809 h 232284"/>
                  <a:gd name="connsiteX7" fmla="*/ 475338 w 477562"/>
                  <a:gd name="connsiteY7" fmla="*/ 130683 h 232284"/>
                  <a:gd name="connsiteX8" fmla="*/ 467400 w 477562"/>
                  <a:gd name="connsiteY8" fmla="*/ 187834 h 232284"/>
                  <a:gd name="connsiteX9" fmla="*/ 446763 w 477562"/>
                  <a:gd name="connsiteY9" fmla="*/ 206884 h 232284"/>
                  <a:gd name="connsiteX10" fmla="*/ 384850 w 477562"/>
                  <a:gd name="connsiteY10" fmla="*/ 225934 h 232284"/>
                  <a:gd name="connsiteX11" fmla="*/ 335638 w 477562"/>
                  <a:gd name="connsiteY11" fmla="*/ 227521 h 232284"/>
                  <a:gd name="connsiteX12" fmla="*/ 245150 w 477562"/>
                  <a:gd name="connsiteY12" fmla="*/ 224346 h 232284"/>
                  <a:gd name="connsiteX13" fmla="*/ 203875 w 477562"/>
                  <a:gd name="connsiteY13" fmla="*/ 217996 h 232284"/>
                  <a:gd name="connsiteX14" fmla="*/ 153075 w 477562"/>
                  <a:gd name="connsiteY14" fmla="*/ 229109 h 232284"/>
                  <a:gd name="connsiteX15" fmla="*/ 111800 w 477562"/>
                  <a:gd name="connsiteY15" fmla="*/ 225934 h 232284"/>
                  <a:gd name="connsiteX16" fmla="*/ 48300 w 477562"/>
                  <a:gd name="connsiteY16" fmla="*/ 232284 h 232284"/>
                  <a:gd name="connsiteX17" fmla="*/ 3850 w 477562"/>
                  <a:gd name="connsiteY17" fmla="*/ 184660 h 232284"/>
                  <a:gd name="connsiteX18" fmla="*/ 8613 w 477562"/>
                  <a:gd name="connsiteY18" fmla="*/ 95759 h 232284"/>
                  <a:gd name="connsiteX0" fmla="*/ 8539 w 477488"/>
                  <a:gd name="connsiteY0" fmla="*/ 95140 h 231665"/>
                  <a:gd name="connsiteX1" fmla="*/ 57752 w 477488"/>
                  <a:gd name="connsiteY1" fmla="*/ 9415 h 231665"/>
                  <a:gd name="connsiteX2" fmla="*/ 175226 w 477488"/>
                  <a:gd name="connsiteY2" fmla="*/ 4652 h 231665"/>
                  <a:gd name="connsiteX3" fmla="*/ 224438 w 477488"/>
                  <a:gd name="connsiteY3" fmla="*/ 7827 h 231665"/>
                  <a:gd name="connsiteX4" fmla="*/ 238726 w 477488"/>
                  <a:gd name="connsiteY4" fmla="*/ 96727 h 231665"/>
                  <a:gd name="connsiteX5" fmla="*/ 318101 w 477488"/>
                  <a:gd name="connsiteY5" fmla="*/ 123714 h 231665"/>
                  <a:gd name="connsiteX6" fmla="*/ 427639 w 477488"/>
                  <a:gd name="connsiteY6" fmla="*/ 114190 h 231665"/>
                  <a:gd name="connsiteX7" fmla="*/ 475264 w 477488"/>
                  <a:gd name="connsiteY7" fmla="*/ 130064 h 231665"/>
                  <a:gd name="connsiteX8" fmla="*/ 467326 w 477488"/>
                  <a:gd name="connsiteY8" fmla="*/ 187215 h 231665"/>
                  <a:gd name="connsiteX9" fmla="*/ 446689 w 477488"/>
                  <a:gd name="connsiteY9" fmla="*/ 206265 h 231665"/>
                  <a:gd name="connsiteX10" fmla="*/ 384776 w 477488"/>
                  <a:gd name="connsiteY10" fmla="*/ 225315 h 231665"/>
                  <a:gd name="connsiteX11" fmla="*/ 335564 w 477488"/>
                  <a:gd name="connsiteY11" fmla="*/ 226902 h 231665"/>
                  <a:gd name="connsiteX12" fmla="*/ 245076 w 477488"/>
                  <a:gd name="connsiteY12" fmla="*/ 223727 h 231665"/>
                  <a:gd name="connsiteX13" fmla="*/ 203801 w 477488"/>
                  <a:gd name="connsiteY13" fmla="*/ 217377 h 231665"/>
                  <a:gd name="connsiteX14" fmla="*/ 153001 w 477488"/>
                  <a:gd name="connsiteY14" fmla="*/ 228490 h 231665"/>
                  <a:gd name="connsiteX15" fmla="*/ 111726 w 477488"/>
                  <a:gd name="connsiteY15" fmla="*/ 225315 h 231665"/>
                  <a:gd name="connsiteX16" fmla="*/ 48226 w 477488"/>
                  <a:gd name="connsiteY16" fmla="*/ 231665 h 231665"/>
                  <a:gd name="connsiteX17" fmla="*/ 3776 w 477488"/>
                  <a:gd name="connsiteY17" fmla="*/ 184041 h 231665"/>
                  <a:gd name="connsiteX18" fmla="*/ 8539 w 477488"/>
                  <a:gd name="connsiteY18" fmla="*/ 95140 h 231665"/>
                  <a:gd name="connsiteX0" fmla="*/ 8539 w 477488"/>
                  <a:gd name="connsiteY0" fmla="*/ 98235 h 234760"/>
                  <a:gd name="connsiteX1" fmla="*/ 57752 w 477488"/>
                  <a:gd name="connsiteY1" fmla="*/ 12510 h 234760"/>
                  <a:gd name="connsiteX2" fmla="*/ 175226 w 477488"/>
                  <a:gd name="connsiteY2" fmla="*/ 7747 h 234760"/>
                  <a:gd name="connsiteX3" fmla="*/ 224438 w 477488"/>
                  <a:gd name="connsiteY3" fmla="*/ 10922 h 234760"/>
                  <a:gd name="connsiteX4" fmla="*/ 238726 w 477488"/>
                  <a:gd name="connsiteY4" fmla="*/ 99822 h 234760"/>
                  <a:gd name="connsiteX5" fmla="*/ 318101 w 477488"/>
                  <a:gd name="connsiteY5" fmla="*/ 126809 h 234760"/>
                  <a:gd name="connsiteX6" fmla="*/ 427639 w 477488"/>
                  <a:gd name="connsiteY6" fmla="*/ 117285 h 234760"/>
                  <a:gd name="connsiteX7" fmla="*/ 475264 w 477488"/>
                  <a:gd name="connsiteY7" fmla="*/ 133159 h 234760"/>
                  <a:gd name="connsiteX8" fmla="*/ 467326 w 477488"/>
                  <a:gd name="connsiteY8" fmla="*/ 190310 h 234760"/>
                  <a:gd name="connsiteX9" fmla="*/ 446689 w 477488"/>
                  <a:gd name="connsiteY9" fmla="*/ 209360 h 234760"/>
                  <a:gd name="connsiteX10" fmla="*/ 384776 w 477488"/>
                  <a:gd name="connsiteY10" fmla="*/ 228410 h 234760"/>
                  <a:gd name="connsiteX11" fmla="*/ 335564 w 477488"/>
                  <a:gd name="connsiteY11" fmla="*/ 229997 h 234760"/>
                  <a:gd name="connsiteX12" fmla="*/ 245076 w 477488"/>
                  <a:gd name="connsiteY12" fmla="*/ 226822 h 234760"/>
                  <a:gd name="connsiteX13" fmla="*/ 203801 w 477488"/>
                  <a:gd name="connsiteY13" fmla="*/ 220472 h 234760"/>
                  <a:gd name="connsiteX14" fmla="*/ 153001 w 477488"/>
                  <a:gd name="connsiteY14" fmla="*/ 231585 h 234760"/>
                  <a:gd name="connsiteX15" fmla="*/ 111726 w 477488"/>
                  <a:gd name="connsiteY15" fmla="*/ 228410 h 234760"/>
                  <a:gd name="connsiteX16" fmla="*/ 48226 w 477488"/>
                  <a:gd name="connsiteY16" fmla="*/ 234760 h 234760"/>
                  <a:gd name="connsiteX17" fmla="*/ 3776 w 477488"/>
                  <a:gd name="connsiteY17" fmla="*/ 187136 h 234760"/>
                  <a:gd name="connsiteX18" fmla="*/ 8539 w 477488"/>
                  <a:gd name="connsiteY18" fmla="*/ 98235 h 234760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19778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30891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53001 w 477488"/>
                  <a:gd name="connsiteY13" fmla="*/ 230891 h 234066"/>
                  <a:gd name="connsiteX14" fmla="*/ 111726 w 477488"/>
                  <a:gd name="connsiteY14" fmla="*/ 227716 h 234066"/>
                  <a:gd name="connsiteX15" fmla="*/ 48226 w 477488"/>
                  <a:gd name="connsiteY15" fmla="*/ 234066 h 234066"/>
                  <a:gd name="connsiteX16" fmla="*/ 3776 w 477488"/>
                  <a:gd name="connsiteY16" fmla="*/ 186442 h 234066"/>
                  <a:gd name="connsiteX17" fmla="*/ 8539 w 477488"/>
                  <a:gd name="connsiteY17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11726 w 477488"/>
                  <a:gd name="connsiteY13" fmla="*/ 227716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46651 w 477488"/>
                  <a:gd name="connsiteY13" fmla="*/ 224541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194 w 477143"/>
                  <a:gd name="connsiteY0" fmla="*/ 97541 h 230830"/>
                  <a:gd name="connsiteX1" fmla="*/ 57407 w 477143"/>
                  <a:gd name="connsiteY1" fmla="*/ 11816 h 230830"/>
                  <a:gd name="connsiteX2" fmla="*/ 174881 w 477143"/>
                  <a:gd name="connsiteY2" fmla="*/ 7053 h 230830"/>
                  <a:gd name="connsiteX3" fmla="*/ 224093 w 477143"/>
                  <a:gd name="connsiteY3" fmla="*/ 10228 h 230830"/>
                  <a:gd name="connsiteX4" fmla="*/ 238381 w 477143"/>
                  <a:gd name="connsiteY4" fmla="*/ 99128 h 230830"/>
                  <a:gd name="connsiteX5" fmla="*/ 317756 w 477143"/>
                  <a:gd name="connsiteY5" fmla="*/ 126115 h 230830"/>
                  <a:gd name="connsiteX6" fmla="*/ 427294 w 477143"/>
                  <a:gd name="connsiteY6" fmla="*/ 116591 h 230830"/>
                  <a:gd name="connsiteX7" fmla="*/ 474919 w 477143"/>
                  <a:gd name="connsiteY7" fmla="*/ 132465 h 230830"/>
                  <a:gd name="connsiteX8" fmla="*/ 466981 w 477143"/>
                  <a:gd name="connsiteY8" fmla="*/ 189616 h 230830"/>
                  <a:gd name="connsiteX9" fmla="*/ 446344 w 477143"/>
                  <a:gd name="connsiteY9" fmla="*/ 208666 h 230830"/>
                  <a:gd name="connsiteX10" fmla="*/ 384431 w 477143"/>
                  <a:gd name="connsiteY10" fmla="*/ 227716 h 230830"/>
                  <a:gd name="connsiteX11" fmla="*/ 335219 w 477143"/>
                  <a:gd name="connsiteY11" fmla="*/ 229303 h 230830"/>
                  <a:gd name="connsiteX12" fmla="*/ 244731 w 477143"/>
                  <a:gd name="connsiteY12" fmla="*/ 226128 h 230830"/>
                  <a:gd name="connsiteX13" fmla="*/ 146306 w 477143"/>
                  <a:gd name="connsiteY13" fmla="*/ 224541 h 230830"/>
                  <a:gd name="connsiteX14" fmla="*/ 43119 w 477143"/>
                  <a:gd name="connsiteY14" fmla="*/ 229304 h 230830"/>
                  <a:gd name="connsiteX15" fmla="*/ 3431 w 477143"/>
                  <a:gd name="connsiteY15" fmla="*/ 186442 h 230830"/>
                  <a:gd name="connsiteX16" fmla="*/ 8194 w 477143"/>
                  <a:gd name="connsiteY16" fmla="*/ 97541 h 230830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45075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22850 w 477487"/>
                  <a:gd name="connsiteY4" fmla="*/ 97540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87" h="230892">
                    <a:moveTo>
                      <a:pt x="8538" y="97541"/>
                    </a:moveTo>
                    <a:cubicBezTo>
                      <a:pt x="17534" y="68437"/>
                      <a:pt x="33002" y="33436"/>
                      <a:pt x="57751" y="11816"/>
                    </a:cubicBezTo>
                    <a:cubicBezTo>
                      <a:pt x="84777" y="-11793"/>
                      <a:pt x="147444" y="7318"/>
                      <a:pt x="175225" y="7053"/>
                    </a:cubicBezTo>
                    <a:cubicBezTo>
                      <a:pt x="203006" y="6788"/>
                      <a:pt x="216500" y="-4853"/>
                      <a:pt x="224437" y="10228"/>
                    </a:cubicBezTo>
                    <a:cubicBezTo>
                      <a:pt x="232374" y="25309"/>
                      <a:pt x="207239" y="78225"/>
                      <a:pt x="222850" y="97540"/>
                    </a:cubicBezTo>
                    <a:cubicBezTo>
                      <a:pt x="238461" y="116855"/>
                      <a:pt x="287144" y="123734"/>
                      <a:pt x="318100" y="126115"/>
                    </a:cubicBezTo>
                    <a:cubicBezTo>
                      <a:pt x="349056" y="128496"/>
                      <a:pt x="396417" y="113681"/>
                      <a:pt x="427638" y="116591"/>
                    </a:cubicBezTo>
                    <a:cubicBezTo>
                      <a:pt x="458859" y="119501"/>
                      <a:pt x="468649" y="120294"/>
                      <a:pt x="475263" y="132465"/>
                    </a:cubicBezTo>
                    <a:cubicBezTo>
                      <a:pt x="481878" y="144636"/>
                      <a:pt x="472088" y="176916"/>
                      <a:pt x="467325" y="189616"/>
                    </a:cubicBezTo>
                    <a:cubicBezTo>
                      <a:pt x="462563" y="202316"/>
                      <a:pt x="460446" y="202316"/>
                      <a:pt x="446688" y="208666"/>
                    </a:cubicBezTo>
                    <a:cubicBezTo>
                      <a:pt x="432930" y="215016"/>
                      <a:pt x="410583" y="224901"/>
                      <a:pt x="384775" y="227716"/>
                    </a:cubicBezTo>
                    <a:cubicBezTo>
                      <a:pt x="368459" y="229496"/>
                      <a:pt x="351967" y="228774"/>
                      <a:pt x="335563" y="229303"/>
                    </a:cubicBezTo>
                    <a:cubicBezTo>
                      <a:pt x="299325" y="233834"/>
                      <a:pt x="286085" y="226922"/>
                      <a:pt x="254600" y="226128"/>
                    </a:cubicBezTo>
                    <a:cubicBezTo>
                      <a:pt x="221792" y="225599"/>
                      <a:pt x="181046" y="223747"/>
                      <a:pt x="146650" y="224541"/>
                    </a:cubicBezTo>
                    <a:cubicBezTo>
                      <a:pt x="112254" y="225335"/>
                      <a:pt x="76356" y="228883"/>
                      <a:pt x="48226" y="230892"/>
                    </a:cubicBezTo>
                    <a:cubicBezTo>
                      <a:pt x="34073" y="227747"/>
                      <a:pt x="10390" y="208667"/>
                      <a:pt x="3775" y="186442"/>
                    </a:cubicBezTo>
                    <a:cubicBezTo>
                      <a:pt x="-2840" y="164217"/>
                      <a:pt x="-458" y="126645"/>
                      <a:pt x="8538" y="97541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5" name="矩形 1084">
                <a:extLst>
                  <a:ext uri="{FF2B5EF4-FFF2-40B4-BE49-F238E27FC236}">
                    <a16:creationId xmlns:a16="http://schemas.microsoft.com/office/drawing/2014/main" id="{7324C64A-C44F-FAE5-291C-40600AF02598}"/>
                  </a:ext>
                </a:extLst>
              </p:cNvPr>
              <p:cNvSpPr/>
              <p:nvPr/>
            </p:nvSpPr>
            <p:spPr>
              <a:xfrm rot="318150">
                <a:off x="4052003" y="1851645"/>
                <a:ext cx="45719" cy="85900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6" name="椭圆 1085">
                <a:extLst>
                  <a:ext uri="{FF2B5EF4-FFF2-40B4-BE49-F238E27FC236}">
                    <a16:creationId xmlns:a16="http://schemas.microsoft.com/office/drawing/2014/main" id="{792F35A7-CBCA-6CB5-E544-DCCDDE758483}"/>
                  </a:ext>
                </a:extLst>
              </p:cNvPr>
              <p:cNvSpPr/>
              <p:nvPr/>
            </p:nvSpPr>
            <p:spPr>
              <a:xfrm>
                <a:off x="4021332" y="2183928"/>
                <a:ext cx="104309" cy="99418"/>
              </a:xfrm>
              <a:prstGeom prst="ellipse">
                <a:avLst/>
              </a:prstGeom>
              <a:solidFill>
                <a:srgbClr val="333333">
                  <a:alpha val="5000"/>
                </a:srgbClr>
              </a:solidFill>
              <a:ln w="9525">
                <a:solidFill>
                  <a:srgbClr val="3333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7" name="矩形 1086">
                <a:extLst>
                  <a:ext uri="{FF2B5EF4-FFF2-40B4-BE49-F238E27FC236}">
                    <a16:creationId xmlns:a16="http://schemas.microsoft.com/office/drawing/2014/main" id="{366D4D4D-C877-C88A-C111-337071A89A02}"/>
                  </a:ext>
                </a:extLst>
              </p:cNvPr>
              <p:cNvSpPr/>
              <p:nvPr/>
            </p:nvSpPr>
            <p:spPr>
              <a:xfrm>
                <a:off x="4045600" y="1951906"/>
                <a:ext cx="45719" cy="21305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8" name="椭圆 1087">
                <a:extLst>
                  <a:ext uri="{FF2B5EF4-FFF2-40B4-BE49-F238E27FC236}">
                    <a16:creationId xmlns:a16="http://schemas.microsoft.com/office/drawing/2014/main" id="{2682F6CD-21D1-EE18-1E5E-E18BD4728492}"/>
                  </a:ext>
                </a:extLst>
              </p:cNvPr>
              <p:cNvSpPr/>
              <p:nvPr/>
            </p:nvSpPr>
            <p:spPr>
              <a:xfrm>
                <a:off x="4035694" y="2196158"/>
                <a:ext cx="74197" cy="74958"/>
              </a:xfrm>
              <a:prstGeom prst="ellipse">
                <a:avLst/>
              </a:prstGeom>
              <a:solidFill>
                <a:schemeClr val="accent3">
                  <a:lumMod val="40000"/>
                  <a:lumOff val="60000"/>
                  <a:alpha val="5000"/>
                </a:schemeClr>
              </a:solidFill>
              <a:ln w="9525">
                <a:solidFill>
                  <a:schemeClr val="accent3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9" name="矩形 1088">
                <a:extLst>
                  <a:ext uri="{FF2B5EF4-FFF2-40B4-BE49-F238E27FC236}">
                    <a16:creationId xmlns:a16="http://schemas.microsoft.com/office/drawing/2014/main" id="{932BD11B-CF12-1ABF-A17D-2415DF01F8A2}"/>
                  </a:ext>
                </a:extLst>
              </p:cNvPr>
              <p:cNvSpPr/>
              <p:nvPr/>
            </p:nvSpPr>
            <p:spPr>
              <a:xfrm>
                <a:off x="3975492" y="1820885"/>
                <a:ext cx="156702" cy="6340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90" name="矩形: 圆角 1089">
                <a:extLst>
                  <a:ext uri="{FF2B5EF4-FFF2-40B4-BE49-F238E27FC236}">
                    <a16:creationId xmlns:a16="http://schemas.microsoft.com/office/drawing/2014/main" id="{3118B345-0419-923C-6218-5B1ECBB55EDC}"/>
                  </a:ext>
                </a:extLst>
              </p:cNvPr>
              <p:cNvSpPr/>
              <p:nvPr/>
            </p:nvSpPr>
            <p:spPr>
              <a:xfrm>
                <a:off x="3973110" y="1950896"/>
                <a:ext cx="155273" cy="43259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62" name="组合 61">
              <a:extLst>
                <a:ext uri="{FF2B5EF4-FFF2-40B4-BE49-F238E27FC236}">
                  <a16:creationId xmlns:a16="http://schemas.microsoft.com/office/drawing/2014/main" id="{7FD1760B-9481-341A-8AA9-E5EEC1212275}"/>
                </a:ext>
              </a:extLst>
            </p:cNvPr>
            <p:cNvGrpSpPr/>
            <p:nvPr/>
          </p:nvGrpSpPr>
          <p:grpSpPr>
            <a:xfrm rot="1738777">
              <a:off x="8823148" y="5545381"/>
              <a:ext cx="170715" cy="211077"/>
              <a:chOff x="3945740" y="1845982"/>
              <a:chExt cx="391675" cy="502066"/>
            </a:xfrm>
          </p:grpSpPr>
          <p:sp>
            <p:nvSpPr>
              <p:cNvPr id="1076" name="任意多边形: 形状 1075">
                <a:extLst>
                  <a:ext uri="{FF2B5EF4-FFF2-40B4-BE49-F238E27FC236}">
                    <a16:creationId xmlns:a16="http://schemas.microsoft.com/office/drawing/2014/main" id="{0AA5999B-B32A-F6D6-41E4-E399FDD47C41}"/>
                  </a:ext>
                </a:extLst>
              </p:cNvPr>
              <p:cNvSpPr/>
              <p:nvPr/>
            </p:nvSpPr>
            <p:spPr>
              <a:xfrm>
                <a:off x="3945740" y="2160534"/>
                <a:ext cx="391675" cy="187514"/>
              </a:xfrm>
              <a:custGeom>
                <a:avLst/>
                <a:gdLst>
                  <a:gd name="connsiteX0" fmla="*/ 52388 w 478005"/>
                  <a:gd name="connsiteY0" fmla="*/ 26987 h 246062"/>
                  <a:gd name="connsiteX1" fmla="*/ 58738 w 478005"/>
                  <a:gd name="connsiteY1" fmla="*/ 34925 h 246062"/>
                  <a:gd name="connsiteX2" fmla="*/ 80963 w 478005"/>
                  <a:gd name="connsiteY2" fmla="*/ 46037 h 246062"/>
                  <a:gd name="connsiteX3" fmla="*/ 90488 w 478005"/>
                  <a:gd name="connsiteY3" fmla="*/ 47625 h 246062"/>
                  <a:gd name="connsiteX4" fmla="*/ 180975 w 478005"/>
                  <a:gd name="connsiteY4" fmla="*/ 25400 h 246062"/>
                  <a:gd name="connsiteX5" fmla="*/ 217488 w 478005"/>
                  <a:gd name="connsiteY5" fmla="*/ 1587 h 246062"/>
                  <a:gd name="connsiteX6" fmla="*/ 222250 w 478005"/>
                  <a:gd name="connsiteY6" fmla="*/ 0 h 246062"/>
                  <a:gd name="connsiteX7" fmla="*/ 230188 w 478005"/>
                  <a:gd name="connsiteY7" fmla="*/ 36512 h 246062"/>
                  <a:gd name="connsiteX8" fmla="*/ 236538 w 478005"/>
                  <a:gd name="connsiteY8" fmla="*/ 95250 h 246062"/>
                  <a:gd name="connsiteX9" fmla="*/ 241300 w 478005"/>
                  <a:gd name="connsiteY9" fmla="*/ 112712 h 246062"/>
                  <a:gd name="connsiteX10" fmla="*/ 261938 w 478005"/>
                  <a:gd name="connsiteY10" fmla="*/ 122237 h 246062"/>
                  <a:gd name="connsiteX11" fmla="*/ 287338 w 478005"/>
                  <a:gd name="connsiteY11" fmla="*/ 125412 h 246062"/>
                  <a:gd name="connsiteX12" fmla="*/ 358775 w 478005"/>
                  <a:gd name="connsiteY12" fmla="*/ 131762 h 246062"/>
                  <a:gd name="connsiteX13" fmla="*/ 430213 w 478005"/>
                  <a:gd name="connsiteY13" fmla="*/ 138112 h 246062"/>
                  <a:gd name="connsiteX14" fmla="*/ 469900 w 478005"/>
                  <a:gd name="connsiteY14" fmla="*/ 146050 h 246062"/>
                  <a:gd name="connsiteX15" fmla="*/ 477838 w 478005"/>
                  <a:gd name="connsiteY15" fmla="*/ 166687 h 246062"/>
                  <a:gd name="connsiteX16" fmla="*/ 466725 w 478005"/>
                  <a:gd name="connsiteY16" fmla="*/ 200025 h 246062"/>
                  <a:gd name="connsiteX17" fmla="*/ 465138 w 478005"/>
                  <a:gd name="connsiteY17" fmla="*/ 206375 h 246062"/>
                  <a:gd name="connsiteX18" fmla="*/ 446088 w 478005"/>
                  <a:gd name="connsiteY18" fmla="*/ 219075 h 246062"/>
                  <a:gd name="connsiteX19" fmla="*/ 384175 w 478005"/>
                  <a:gd name="connsiteY19" fmla="*/ 238125 h 246062"/>
                  <a:gd name="connsiteX20" fmla="*/ 334963 w 478005"/>
                  <a:gd name="connsiteY20" fmla="*/ 239712 h 246062"/>
                  <a:gd name="connsiteX21" fmla="*/ 244475 w 478005"/>
                  <a:gd name="connsiteY21" fmla="*/ 236537 h 246062"/>
                  <a:gd name="connsiteX22" fmla="*/ 225425 w 478005"/>
                  <a:gd name="connsiteY22" fmla="*/ 231775 h 246062"/>
                  <a:gd name="connsiteX23" fmla="*/ 203200 w 478005"/>
                  <a:gd name="connsiteY23" fmla="*/ 230187 h 246062"/>
                  <a:gd name="connsiteX24" fmla="*/ 136525 w 478005"/>
                  <a:gd name="connsiteY24" fmla="*/ 231775 h 246062"/>
                  <a:gd name="connsiteX25" fmla="*/ 111125 w 478005"/>
                  <a:gd name="connsiteY25" fmla="*/ 238125 h 246062"/>
                  <a:gd name="connsiteX26" fmla="*/ 47625 w 478005"/>
                  <a:gd name="connsiteY26" fmla="*/ 246062 h 246062"/>
                  <a:gd name="connsiteX27" fmla="*/ 6350 w 478005"/>
                  <a:gd name="connsiteY27" fmla="*/ 228600 h 246062"/>
                  <a:gd name="connsiteX28" fmla="*/ 0 w 478005"/>
                  <a:gd name="connsiteY28" fmla="*/ 206375 h 246062"/>
                  <a:gd name="connsiteX29" fmla="*/ 6350 w 478005"/>
                  <a:gd name="connsiteY29" fmla="*/ 134937 h 246062"/>
                  <a:gd name="connsiteX30" fmla="*/ 7938 w 478005"/>
                  <a:gd name="connsiteY30" fmla="*/ 107950 h 246062"/>
                  <a:gd name="connsiteX31" fmla="*/ 19050 w 478005"/>
                  <a:gd name="connsiteY31" fmla="*/ 93662 h 246062"/>
                  <a:gd name="connsiteX32" fmla="*/ 60325 w 478005"/>
                  <a:gd name="connsiteY32" fmla="*/ 49212 h 246062"/>
                  <a:gd name="connsiteX33" fmla="*/ 52388 w 478005"/>
                  <a:gd name="connsiteY33" fmla="*/ 26987 h 246062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60325 w 478005"/>
                  <a:gd name="connsiteY32" fmla="*/ 51084 h 247934"/>
                  <a:gd name="connsiteX33" fmla="*/ 52388 w 478005"/>
                  <a:gd name="connsiteY33" fmla="*/ 28859 h 247934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52388 w 478005"/>
                  <a:gd name="connsiteY32" fmla="*/ 28859 h 247934"/>
                  <a:gd name="connsiteX0" fmla="*/ 52388 w 478005"/>
                  <a:gd name="connsiteY0" fmla="*/ 29912 h 248987"/>
                  <a:gd name="connsiteX1" fmla="*/ 58738 w 478005"/>
                  <a:gd name="connsiteY1" fmla="*/ 37850 h 248987"/>
                  <a:gd name="connsiteX2" fmla="*/ 80963 w 478005"/>
                  <a:gd name="connsiteY2" fmla="*/ 48962 h 248987"/>
                  <a:gd name="connsiteX3" fmla="*/ 176213 w 478005"/>
                  <a:gd name="connsiteY3" fmla="*/ 2925 h 248987"/>
                  <a:gd name="connsiteX4" fmla="*/ 217488 w 478005"/>
                  <a:gd name="connsiteY4" fmla="*/ 4512 h 248987"/>
                  <a:gd name="connsiteX5" fmla="*/ 222250 w 478005"/>
                  <a:gd name="connsiteY5" fmla="*/ 2925 h 248987"/>
                  <a:gd name="connsiteX6" fmla="*/ 230188 w 478005"/>
                  <a:gd name="connsiteY6" fmla="*/ 39437 h 248987"/>
                  <a:gd name="connsiteX7" fmla="*/ 236538 w 478005"/>
                  <a:gd name="connsiteY7" fmla="*/ 98175 h 248987"/>
                  <a:gd name="connsiteX8" fmla="*/ 241300 w 478005"/>
                  <a:gd name="connsiteY8" fmla="*/ 115637 h 248987"/>
                  <a:gd name="connsiteX9" fmla="*/ 261938 w 478005"/>
                  <a:gd name="connsiteY9" fmla="*/ 125162 h 248987"/>
                  <a:gd name="connsiteX10" fmla="*/ 287338 w 478005"/>
                  <a:gd name="connsiteY10" fmla="*/ 128337 h 248987"/>
                  <a:gd name="connsiteX11" fmla="*/ 358775 w 478005"/>
                  <a:gd name="connsiteY11" fmla="*/ 134687 h 248987"/>
                  <a:gd name="connsiteX12" fmla="*/ 430213 w 478005"/>
                  <a:gd name="connsiteY12" fmla="*/ 141037 h 248987"/>
                  <a:gd name="connsiteX13" fmla="*/ 469900 w 478005"/>
                  <a:gd name="connsiteY13" fmla="*/ 148975 h 248987"/>
                  <a:gd name="connsiteX14" fmla="*/ 477838 w 478005"/>
                  <a:gd name="connsiteY14" fmla="*/ 169612 h 248987"/>
                  <a:gd name="connsiteX15" fmla="*/ 466725 w 478005"/>
                  <a:gd name="connsiteY15" fmla="*/ 202950 h 248987"/>
                  <a:gd name="connsiteX16" fmla="*/ 465138 w 478005"/>
                  <a:gd name="connsiteY16" fmla="*/ 209300 h 248987"/>
                  <a:gd name="connsiteX17" fmla="*/ 446088 w 478005"/>
                  <a:gd name="connsiteY17" fmla="*/ 222000 h 248987"/>
                  <a:gd name="connsiteX18" fmla="*/ 384175 w 478005"/>
                  <a:gd name="connsiteY18" fmla="*/ 241050 h 248987"/>
                  <a:gd name="connsiteX19" fmla="*/ 334963 w 478005"/>
                  <a:gd name="connsiteY19" fmla="*/ 242637 h 248987"/>
                  <a:gd name="connsiteX20" fmla="*/ 244475 w 478005"/>
                  <a:gd name="connsiteY20" fmla="*/ 239462 h 248987"/>
                  <a:gd name="connsiteX21" fmla="*/ 225425 w 478005"/>
                  <a:gd name="connsiteY21" fmla="*/ 234700 h 248987"/>
                  <a:gd name="connsiteX22" fmla="*/ 203200 w 478005"/>
                  <a:gd name="connsiteY22" fmla="*/ 233112 h 248987"/>
                  <a:gd name="connsiteX23" fmla="*/ 136525 w 478005"/>
                  <a:gd name="connsiteY23" fmla="*/ 234700 h 248987"/>
                  <a:gd name="connsiteX24" fmla="*/ 111125 w 478005"/>
                  <a:gd name="connsiteY24" fmla="*/ 241050 h 248987"/>
                  <a:gd name="connsiteX25" fmla="*/ 47625 w 478005"/>
                  <a:gd name="connsiteY25" fmla="*/ 248987 h 248987"/>
                  <a:gd name="connsiteX26" fmla="*/ 6350 w 478005"/>
                  <a:gd name="connsiteY26" fmla="*/ 231525 h 248987"/>
                  <a:gd name="connsiteX27" fmla="*/ 0 w 478005"/>
                  <a:gd name="connsiteY27" fmla="*/ 209300 h 248987"/>
                  <a:gd name="connsiteX28" fmla="*/ 6350 w 478005"/>
                  <a:gd name="connsiteY28" fmla="*/ 137862 h 248987"/>
                  <a:gd name="connsiteX29" fmla="*/ 7938 w 478005"/>
                  <a:gd name="connsiteY29" fmla="*/ 110875 h 248987"/>
                  <a:gd name="connsiteX30" fmla="*/ 19050 w 478005"/>
                  <a:gd name="connsiteY30" fmla="*/ 96587 h 248987"/>
                  <a:gd name="connsiteX31" fmla="*/ 52388 w 478005"/>
                  <a:gd name="connsiteY31" fmla="*/ 29912 h 248987"/>
                  <a:gd name="connsiteX0" fmla="*/ 52388 w 478005"/>
                  <a:gd name="connsiteY0" fmla="*/ 29103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52388 w 478005"/>
                  <a:gd name="connsiteY30" fmla="*/ 29103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19050 w 478005"/>
                  <a:gd name="connsiteY0" fmla="*/ 95778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25425 w 478005"/>
                  <a:gd name="connsiteY19" fmla="*/ 233891 h 248178"/>
                  <a:gd name="connsiteX20" fmla="*/ 203200 w 478005"/>
                  <a:gd name="connsiteY20" fmla="*/ 232303 h 248178"/>
                  <a:gd name="connsiteX21" fmla="*/ 136525 w 478005"/>
                  <a:gd name="connsiteY21" fmla="*/ 233891 h 248178"/>
                  <a:gd name="connsiteX22" fmla="*/ 111125 w 478005"/>
                  <a:gd name="connsiteY22" fmla="*/ 240241 h 248178"/>
                  <a:gd name="connsiteX23" fmla="*/ 47625 w 478005"/>
                  <a:gd name="connsiteY23" fmla="*/ 248178 h 248178"/>
                  <a:gd name="connsiteX24" fmla="*/ 6350 w 478005"/>
                  <a:gd name="connsiteY24" fmla="*/ 230716 h 248178"/>
                  <a:gd name="connsiteX25" fmla="*/ 0 w 478005"/>
                  <a:gd name="connsiteY25" fmla="*/ 208491 h 248178"/>
                  <a:gd name="connsiteX26" fmla="*/ 6350 w 478005"/>
                  <a:gd name="connsiteY26" fmla="*/ 137053 h 248178"/>
                  <a:gd name="connsiteX27" fmla="*/ 7938 w 478005"/>
                  <a:gd name="connsiteY27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03200 w 478005"/>
                  <a:gd name="connsiteY19" fmla="*/ 232303 h 248178"/>
                  <a:gd name="connsiteX20" fmla="*/ 136525 w 478005"/>
                  <a:gd name="connsiteY20" fmla="*/ 233891 h 248178"/>
                  <a:gd name="connsiteX21" fmla="*/ 111125 w 478005"/>
                  <a:gd name="connsiteY21" fmla="*/ 240241 h 248178"/>
                  <a:gd name="connsiteX22" fmla="*/ 47625 w 478005"/>
                  <a:gd name="connsiteY22" fmla="*/ 248178 h 248178"/>
                  <a:gd name="connsiteX23" fmla="*/ 6350 w 478005"/>
                  <a:gd name="connsiteY23" fmla="*/ 230716 h 248178"/>
                  <a:gd name="connsiteX24" fmla="*/ 0 w 478005"/>
                  <a:gd name="connsiteY24" fmla="*/ 208491 h 248178"/>
                  <a:gd name="connsiteX25" fmla="*/ 6350 w 478005"/>
                  <a:gd name="connsiteY25" fmla="*/ 137053 h 248178"/>
                  <a:gd name="connsiteX26" fmla="*/ 7938 w 478005"/>
                  <a:gd name="connsiteY26" fmla="*/ 110066 h 248178"/>
                  <a:gd name="connsiteX0" fmla="*/ 4706 w 474773"/>
                  <a:gd name="connsiteY0" fmla="*/ 110066 h 248178"/>
                  <a:gd name="connsiteX1" fmla="*/ 55506 w 474773"/>
                  <a:gd name="connsiteY1" fmla="*/ 37041 h 248178"/>
                  <a:gd name="connsiteX2" fmla="*/ 172981 w 474773"/>
                  <a:gd name="connsiteY2" fmla="*/ 2116 h 248178"/>
                  <a:gd name="connsiteX3" fmla="*/ 214256 w 474773"/>
                  <a:gd name="connsiteY3" fmla="*/ 3703 h 248178"/>
                  <a:gd name="connsiteX4" fmla="*/ 219018 w 474773"/>
                  <a:gd name="connsiteY4" fmla="*/ 2116 h 248178"/>
                  <a:gd name="connsiteX5" fmla="*/ 226956 w 474773"/>
                  <a:gd name="connsiteY5" fmla="*/ 38628 h 248178"/>
                  <a:gd name="connsiteX6" fmla="*/ 233306 w 474773"/>
                  <a:gd name="connsiteY6" fmla="*/ 97366 h 248178"/>
                  <a:gd name="connsiteX7" fmla="*/ 238068 w 474773"/>
                  <a:gd name="connsiteY7" fmla="*/ 114828 h 248178"/>
                  <a:gd name="connsiteX8" fmla="*/ 284106 w 474773"/>
                  <a:gd name="connsiteY8" fmla="*/ 127528 h 248178"/>
                  <a:gd name="connsiteX9" fmla="*/ 355543 w 474773"/>
                  <a:gd name="connsiteY9" fmla="*/ 133878 h 248178"/>
                  <a:gd name="connsiteX10" fmla="*/ 426981 w 474773"/>
                  <a:gd name="connsiteY10" fmla="*/ 140228 h 248178"/>
                  <a:gd name="connsiteX11" fmla="*/ 466668 w 474773"/>
                  <a:gd name="connsiteY11" fmla="*/ 148166 h 248178"/>
                  <a:gd name="connsiteX12" fmla="*/ 474606 w 474773"/>
                  <a:gd name="connsiteY12" fmla="*/ 168803 h 248178"/>
                  <a:gd name="connsiteX13" fmla="*/ 463493 w 474773"/>
                  <a:gd name="connsiteY13" fmla="*/ 202141 h 248178"/>
                  <a:gd name="connsiteX14" fmla="*/ 461906 w 474773"/>
                  <a:gd name="connsiteY14" fmla="*/ 208491 h 248178"/>
                  <a:gd name="connsiteX15" fmla="*/ 442856 w 474773"/>
                  <a:gd name="connsiteY15" fmla="*/ 221191 h 248178"/>
                  <a:gd name="connsiteX16" fmla="*/ 380943 w 474773"/>
                  <a:gd name="connsiteY16" fmla="*/ 240241 h 248178"/>
                  <a:gd name="connsiteX17" fmla="*/ 331731 w 474773"/>
                  <a:gd name="connsiteY17" fmla="*/ 241828 h 248178"/>
                  <a:gd name="connsiteX18" fmla="*/ 241243 w 474773"/>
                  <a:gd name="connsiteY18" fmla="*/ 238653 h 248178"/>
                  <a:gd name="connsiteX19" fmla="*/ 199968 w 474773"/>
                  <a:gd name="connsiteY19" fmla="*/ 232303 h 248178"/>
                  <a:gd name="connsiteX20" fmla="*/ 133293 w 474773"/>
                  <a:gd name="connsiteY20" fmla="*/ 233891 h 248178"/>
                  <a:gd name="connsiteX21" fmla="*/ 107893 w 474773"/>
                  <a:gd name="connsiteY21" fmla="*/ 240241 h 248178"/>
                  <a:gd name="connsiteX22" fmla="*/ 44393 w 474773"/>
                  <a:gd name="connsiteY22" fmla="*/ 248178 h 248178"/>
                  <a:gd name="connsiteX23" fmla="*/ 3118 w 474773"/>
                  <a:gd name="connsiteY23" fmla="*/ 230716 h 248178"/>
                  <a:gd name="connsiteX24" fmla="*/ 3118 w 474773"/>
                  <a:gd name="connsiteY24" fmla="*/ 137053 h 248178"/>
                  <a:gd name="connsiteX25" fmla="*/ 4706 w 474773"/>
                  <a:gd name="connsiteY25" fmla="*/ 110066 h 248178"/>
                  <a:gd name="connsiteX0" fmla="*/ 6555 w 476622"/>
                  <a:gd name="connsiteY0" fmla="*/ 110066 h 248178"/>
                  <a:gd name="connsiteX1" fmla="*/ 57355 w 476622"/>
                  <a:gd name="connsiteY1" fmla="*/ 37041 h 248178"/>
                  <a:gd name="connsiteX2" fmla="*/ 174830 w 476622"/>
                  <a:gd name="connsiteY2" fmla="*/ 2116 h 248178"/>
                  <a:gd name="connsiteX3" fmla="*/ 216105 w 476622"/>
                  <a:gd name="connsiteY3" fmla="*/ 3703 h 248178"/>
                  <a:gd name="connsiteX4" fmla="*/ 220867 w 476622"/>
                  <a:gd name="connsiteY4" fmla="*/ 2116 h 248178"/>
                  <a:gd name="connsiteX5" fmla="*/ 228805 w 476622"/>
                  <a:gd name="connsiteY5" fmla="*/ 38628 h 248178"/>
                  <a:gd name="connsiteX6" fmla="*/ 235155 w 476622"/>
                  <a:gd name="connsiteY6" fmla="*/ 97366 h 248178"/>
                  <a:gd name="connsiteX7" fmla="*/ 239917 w 476622"/>
                  <a:gd name="connsiteY7" fmla="*/ 114828 h 248178"/>
                  <a:gd name="connsiteX8" fmla="*/ 285955 w 476622"/>
                  <a:gd name="connsiteY8" fmla="*/ 127528 h 248178"/>
                  <a:gd name="connsiteX9" fmla="*/ 357392 w 476622"/>
                  <a:gd name="connsiteY9" fmla="*/ 133878 h 248178"/>
                  <a:gd name="connsiteX10" fmla="*/ 428830 w 476622"/>
                  <a:gd name="connsiteY10" fmla="*/ 140228 h 248178"/>
                  <a:gd name="connsiteX11" fmla="*/ 468517 w 476622"/>
                  <a:gd name="connsiteY11" fmla="*/ 148166 h 248178"/>
                  <a:gd name="connsiteX12" fmla="*/ 476455 w 476622"/>
                  <a:gd name="connsiteY12" fmla="*/ 168803 h 248178"/>
                  <a:gd name="connsiteX13" fmla="*/ 465342 w 476622"/>
                  <a:gd name="connsiteY13" fmla="*/ 202141 h 248178"/>
                  <a:gd name="connsiteX14" fmla="*/ 463755 w 476622"/>
                  <a:gd name="connsiteY14" fmla="*/ 208491 h 248178"/>
                  <a:gd name="connsiteX15" fmla="*/ 444705 w 476622"/>
                  <a:gd name="connsiteY15" fmla="*/ 221191 h 248178"/>
                  <a:gd name="connsiteX16" fmla="*/ 382792 w 476622"/>
                  <a:gd name="connsiteY16" fmla="*/ 240241 h 248178"/>
                  <a:gd name="connsiteX17" fmla="*/ 333580 w 476622"/>
                  <a:gd name="connsiteY17" fmla="*/ 241828 h 248178"/>
                  <a:gd name="connsiteX18" fmla="*/ 243092 w 476622"/>
                  <a:gd name="connsiteY18" fmla="*/ 238653 h 248178"/>
                  <a:gd name="connsiteX19" fmla="*/ 201817 w 476622"/>
                  <a:gd name="connsiteY19" fmla="*/ 232303 h 248178"/>
                  <a:gd name="connsiteX20" fmla="*/ 135142 w 476622"/>
                  <a:gd name="connsiteY20" fmla="*/ 233891 h 248178"/>
                  <a:gd name="connsiteX21" fmla="*/ 109742 w 476622"/>
                  <a:gd name="connsiteY21" fmla="*/ 240241 h 248178"/>
                  <a:gd name="connsiteX22" fmla="*/ 46242 w 476622"/>
                  <a:gd name="connsiteY22" fmla="*/ 248178 h 248178"/>
                  <a:gd name="connsiteX23" fmla="*/ 4967 w 476622"/>
                  <a:gd name="connsiteY23" fmla="*/ 230716 h 248178"/>
                  <a:gd name="connsiteX24" fmla="*/ 6555 w 476622"/>
                  <a:gd name="connsiteY24" fmla="*/ 110066 h 248178"/>
                  <a:gd name="connsiteX0" fmla="*/ 11001 w 481068"/>
                  <a:gd name="connsiteY0" fmla="*/ 110066 h 248178"/>
                  <a:gd name="connsiteX1" fmla="*/ 61801 w 481068"/>
                  <a:gd name="connsiteY1" fmla="*/ 37041 h 248178"/>
                  <a:gd name="connsiteX2" fmla="*/ 179276 w 481068"/>
                  <a:gd name="connsiteY2" fmla="*/ 2116 h 248178"/>
                  <a:gd name="connsiteX3" fmla="*/ 220551 w 481068"/>
                  <a:gd name="connsiteY3" fmla="*/ 3703 h 248178"/>
                  <a:gd name="connsiteX4" fmla="*/ 225313 w 481068"/>
                  <a:gd name="connsiteY4" fmla="*/ 2116 h 248178"/>
                  <a:gd name="connsiteX5" fmla="*/ 233251 w 481068"/>
                  <a:gd name="connsiteY5" fmla="*/ 38628 h 248178"/>
                  <a:gd name="connsiteX6" fmla="*/ 239601 w 481068"/>
                  <a:gd name="connsiteY6" fmla="*/ 97366 h 248178"/>
                  <a:gd name="connsiteX7" fmla="*/ 244363 w 481068"/>
                  <a:gd name="connsiteY7" fmla="*/ 114828 h 248178"/>
                  <a:gd name="connsiteX8" fmla="*/ 290401 w 481068"/>
                  <a:gd name="connsiteY8" fmla="*/ 127528 h 248178"/>
                  <a:gd name="connsiteX9" fmla="*/ 361838 w 481068"/>
                  <a:gd name="connsiteY9" fmla="*/ 133878 h 248178"/>
                  <a:gd name="connsiteX10" fmla="*/ 433276 w 481068"/>
                  <a:gd name="connsiteY10" fmla="*/ 140228 h 248178"/>
                  <a:gd name="connsiteX11" fmla="*/ 472963 w 481068"/>
                  <a:gd name="connsiteY11" fmla="*/ 148166 h 248178"/>
                  <a:gd name="connsiteX12" fmla="*/ 480901 w 481068"/>
                  <a:gd name="connsiteY12" fmla="*/ 168803 h 248178"/>
                  <a:gd name="connsiteX13" fmla="*/ 469788 w 481068"/>
                  <a:gd name="connsiteY13" fmla="*/ 202141 h 248178"/>
                  <a:gd name="connsiteX14" fmla="*/ 468201 w 481068"/>
                  <a:gd name="connsiteY14" fmla="*/ 208491 h 248178"/>
                  <a:gd name="connsiteX15" fmla="*/ 449151 w 481068"/>
                  <a:gd name="connsiteY15" fmla="*/ 221191 h 248178"/>
                  <a:gd name="connsiteX16" fmla="*/ 387238 w 481068"/>
                  <a:gd name="connsiteY16" fmla="*/ 240241 h 248178"/>
                  <a:gd name="connsiteX17" fmla="*/ 338026 w 481068"/>
                  <a:gd name="connsiteY17" fmla="*/ 241828 h 248178"/>
                  <a:gd name="connsiteX18" fmla="*/ 247538 w 481068"/>
                  <a:gd name="connsiteY18" fmla="*/ 238653 h 248178"/>
                  <a:gd name="connsiteX19" fmla="*/ 206263 w 481068"/>
                  <a:gd name="connsiteY19" fmla="*/ 232303 h 248178"/>
                  <a:gd name="connsiteX20" fmla="*/ 139588 w 481068"/>
                  <a:gd name="connsiteY20" fmla="*/ 233891 h 248178"/>
                  <a:gd name="connsiteX21" fmla="*/ 114188 w 481068"/>
                  <a:gd name="connsiteY21" fmla="*/ 240241 h 248178"/>
                  <a:gd name="connsiteX22" fmla="*/ 50688 w 481068"/>
                  <a:gd name="connsiteY22" fmla="*/ 248178 h 248178"/>
                  <a:gd name="connsiteX23" fmla="*/ 3063 w 481068"/>
                  <a:gd name="connsiteY23" fmla="*/ 200554 h 248178"/>
                  <a:gd name="connsiteX24" fmla="*/ 11001 w 481068"/>
                  <a:gd name="connsiteY24" fmla="*/ 110066 h 248178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39588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55463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49151 w 481068"/>
                  <a:gd name="connsiteY14" fmla="*/ 221191 h 246591"/>
                  <a:gd name="connsiteX15" fmla="*/ 387238 w 481068"/>
                  <a:gd name="connsiteY15" fmla="*/ 240241 h 246591"/>
                  <a:gd name="connsiteX16" fmla="*/ 338026 w 481068"/>
                  <a:gd name="connsiteY16" fmla="*/ 241828 h 246591"/>
                  <a:gd name="connsiteX17" fmla="*/ 247538 w 481068"/>
                  <a:gd name="connsiteY17" fmla="*/ 238653 h 246591"/>
                  <a:gd name="connsiteX18" fmla="*/ 206263 w 481068"/>
                  <a:gd name="connsiteY18" fmla="*/ 232303 h 246591"/>
                  <a:gd name="connsiteX19" fmla="*/ 155463 w 481068"/>
                  <a:gd name="connsiteY19" fmla="*/ 233891 h 246591"/>
                  <a:gd name="connsiteX20" fmla="*/ 114188 w 481068"/>
                  <a:gd name="connsiteY20" fmla="*/ 240241 h 246591"/>
                  <a:gd name="connsiteX21" fmla="*/ 50688 w 481068"/>
                  <a:gd name="connsiteY21" fmla="*/ 246591 h 246591"/>
                  <a:gd name="connsiteX22" fmla="*/ 3063 w 481068"/>
                  <a:gd name="connsiteY22" fmla="*/ 200554 h 246591"/>
                  <a:gd name="connsiteX23" fmla="*/ 11001 w 481068"/>
                  <a:gd name="connsiteY23" fmla="*/ 110066 h 246591"/>
                  <a:gd name="connsiteX0" fmla="*/ 11001 w 481068"/>
                  <a:gd name="connsiteY0" fmla="*/ 108053 h 244578"/>
                  <a:gd name="connsiteX1" fmla="*/ 61801 w 481068"/>
                  <a:gd name="connsiteY1" fmla="*/ 35028 h 244578"/>
                  <a:gd name="connsiteX2" fmla="*/ 177688 w 481068"/>
                  <a:gd name="connsiteY2" fmla="*/ 17565 h 244578"/>
                  <a:gd name="connsiteX3" fmla="*/ 220551 w 481068"/>
                  <a:gd name="connsiteY3" fmla="*/ 1690 h 244578"/>
                  <a:gd name="connsiteX4" fmla="*/ 225313 w 481068"/>
                  <a:gd name="connsiteY4" fmla="*/ 103 h 244578"/>
                  <a:gd name="connsiteX5" fmla="*/ 233251 w 481068"/>
                  <a:gd name="connsiteY5" fmla="*/ 36615 h 244578"/>
                  <a:gd name="connsiteX6" fmla="*/ 239601 w 481068"/>
                  <a:gd name="connsiteY6" fmla="*/ 95353 h 244578"/>
                  <a:gd name="connsiteX7" fmla="*/ 244363 w 481068"/>
                  <a:gd name="connsiteY7" fmla="*/ 112815 h 244578"/>
                  <a:gd name="connsiteX8" fmla="*/ 290401 w 481068"/>
                  <a:gd name="connsiteY8" fmla="*/ 125515 h 244578"/>
                  <a:gd name="connsiteX9" fmla="*/ 361838 w 481068"/>
                  <a:gd name="connsiteY9" fmla="*/ 131865 h 244578"/>
                  <a:gd name="connsiteX10" fmla="*/ 433276 w 481068"/>
                  <a:gd name="connsiteY10" fmla="*/ 138215 h 244578"/>
                  <a:gd name="connsiteX11" fmla="*/ 472963 w 481068"/>
                  <a:gd name="connsiteY11" fmla="*/ 146153 h 244578"/>
                  <a:gd name="connsiteX12" fmla="*/ 480901 w 481068"/>
                  <a:gd name="connsiteY12" fmla="*/ 166790 h 244578"/>
                  <a:gd name="connsiteX13" fmla="*/ 469788 w 481068"/>
                  <a:gd name="connsiteY13" fmla="*/ 200128 h 244578"/>
                  <a:gd name="connsiteX14" fmla="*/ 449151 w 481068"/>
                  <a:gd name="connsiteY14" fmla="*/ 219178 h 244578"/>
                  <a:gd name="connsiteX15" fmla="*/ 387238 w 481068"/>
                  <a:gd name="connsiteY15" fmla="*/ 238228 h 244578"/>
                  <a:gd name="connsiteX16" fmla="*/ 338026 w 481068"/>
                  <a:gd name="connsiteY16" fmla="*/ 239815 h 244578"/>
                  <a:gd name="connsiteX17" fmla="*/ 247538 w 481068"/>
                  <a:gd name="connsiteY17" fmla="*/ 236640 h 244578"/>
                  <a:gd name="connsiteX18" fmla="*/ 206263 w 481068"/>
                  <a:gd name="connsiteY18" fmla="*/ 230290 h 244578"/>
                  <a:gd name="connsiteX19" fmla="*/ 155463 w 481068"/>
                  <a:gd name="connsiteY19" fmla="*/ 231878 h 244578"/>
                  <a:gd name="connsiteX20" fmla="*/ 114188 w 481068"/>
                  <a:gd name="connsiteY20" fmla="*/ 238228 h 244578"/>
                  <a:gd name="connsiteX21" fmla="*/ 50688 w 481068"/>
                  <a:gd name="connsiteY21" fmla="*/ 244578 h 244578"/>
                  <a:gd name="connsiteX22" fmla="*/ 3063 w 481068"/>
                  <a:gd name="connsiteY22" fmla="*/ 198541 h 244578"/>
                  <a:gd name="connsiteX23" fmla="*/ 11001 w 481068"/>
                  <a:gd name="connsiteY23" fmla="*/ 108053 h 244578"/>
                  <a:gd name="connsiteX0" fmla="*/ 11001 w 481068"/>
                  <a:gd name="connsiteY0" fmla="*/ 106841 h 243366"/>
                  <a:gd name="connsiteX1" fmla="*/ 61801 w 481068"/>
                  <a:gd name="connsiteY1" fmla="*/ 33816 h 243366"/>
                  <a:gd name="connsiteX2" fmla="*/ 177688 w 481068"/>
                  <a:gd name="connsiteY2" fmla="*/ 16353 h 243366"/>
                  <a:gd name="connsiteX3" fmla="*/ 220551 w 481068"/>
                  <a:gd name="connsiteY3" fmla="*/ 478 h 243366"/>
                  <a:gd name="connsiteX4" fmla="*/ 233251 w 481068"/>
                  <a:gd name="connsiteY4" fmla="*/ 35403 h 243366"/>
                  <a:gd name="connsiteX5" fmla="*/ 239601 w 481068"/>
                  <a:gd name="connsiteY5" fmla="*/ 94141 h 243366"/>
                  <a:gd name="connsiteX6" fmla="*/ 244363 w 481068"/>
                  <a:gd name="connsiteY6" fmla="*/ 111603 h 243366"/>
                  <a:gd name="connsiteX7" fmla="*/ 290401 w 481068"/>
                  <a:gd name="connsiteY7" fmla="*/ 124303 h 243366"/>
                  <a:gd name="connsiteX8" fmla="*/ 361838 w 481068"/>
                  <a:gd name="connsiteY8" fmla="*/ 130653 h 243366"/>
                  <a:gd name="connsiteX9" fmla="*/ 433276 w 481068"/>
                  <a:gd name="connsiteY9" fmla="*/ 137003 h 243366"/>
                  <a:gd name="connsiteX10" fmla="*/ 472963 w 481068"/>
                  <a:gd name="connsiteY10" fmla="*/ 144941 h 243366"/>
                  <a:gd name="connsiteX11" fmla="*/ 480901 w 481068"/>
                  <a:gd name="connsiteY11" fmla="*/ 165578 h 243366"/>
                  <a:gd name="connsiteX12" fmla="*/ 469788 w 481068"/>
                  <a:gd name="connsiteY12" fmla="*/ 198916 h 243366"/>
                  <a:gd name="connsiteX13" fmla="*/ 449151 w 481068"/>
                  <a:gd name="connsiteY13" fmla="*/ 217966 h 243366"/>
                  <a:gd name="connsiteX14" fmla="*/ 387238 w 481068"/>
                  <a:gd name="connsiteY14" fmla="*/ 237016 h 243366"/>
                  <a:gd name="connsiteX15" fmla="*/ 338026 w 481068"/>
                  <a:gd name="connsiteY15" fmla="*/ 238603 h 243366"/>
                  <a:gd name="connsiteX16" fmla="*/ 247538 w 481068"/>
                  <a:gd name="connsiteY16" fmla="*/ 235428 h 243366"/>
                  <a:gd name="connsiteX17" fmla="*/ 206263 w 481068"/>
                  <a:gd name="connsiteY17" fmla="*/ 229078 h 243366"/>
                  <a:gd name="connsiteX18" fmla="*/ 155463 w 481068"/>
                  <a:gd name="connsiteY18" fmla="*/ 230666 h 243366"/>
                  <a:gd name="connsiteX19" fmla="*/ 114188 w 481068"/>
                  <a:gd name="connsiteY19" fmla="*/ 237016 h 243366"/>
                  <a:gd name="connsiteX20" fmla="*/ 50688 w 481068"/>
                  <a:gd name="connsiteY20" fmla="*/ 243366 h 243366"/>
                  <a:gd name="connsiteX21" fmla="*/ 3063 w 481068"/>
                  <a:gd name="connsiteY21" fmla="*/ 197329 h 243366"/>
                  <a:gd name="connsiteX22" fmla="*/ 11001 w 481068"/>
                  <a:gd name="connsiteY22" fmla="*/ 106841 h 243366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3276 w 481068"/>
                  <a:gd name="connsiteY9" fmla="*/ 126529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0101 w 481068"/>
                  <a:gd name="connsiteY9" fmla="*/ 112242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2793"/>
                  <a:gd name="connsiteY0" fmla="*/ 96367 h 232892"/>
                  <a:gd name="connsiteX1" fmla="*/ 61801 w 482793"/>
                  <a:gd name="connsiteY1" fmla="*/ 23342 h 232892"/>
                  <a:gd name="connsiteX2" fmla="*/ 177688 w 482793"/>
                  <a:gd name="connsiteY2" fmla="*/ 5879 h 232892"/>
                  <a:gd name="connsiteX3" fmla="*/ 222138 w 482793"/>
                  <a:gd name="connsiteY3" fmla="*/ 1117 h 232892"/>
                  <a:gd name="connsiteX4" fmla="*/ 233251 w 482793"/>
                  <a:gd name="connsiteY4" fmla="*/ 24929 h 232892"/>
                  <a:gd name="connsiteX5" fmla="*/ 239601 w 482793"/>
                  <a:gd name="connsiteY5" fmla="*/ 83667 h 232892"/>
                  <a:gd name="connsiteX6" fmla="*/ 244363 w 482793"/>
                  <a:gd name="connsiteY6" fmla="*/ 101129 h 232892"/>
                  <a:gd name="connsiteX7" fmla="*/ 290401 w 482793"/>
                  <a:gd name="connsiteY7" fmla="*/ 113829 h 232892"/>
                  <a:gd name="connsiteX8" fmla="*/ 361838 w 482793"/>
                  <a:gd name="connsiteY8" fmla="*/ 120179 h 232892"/>
                  <a:gd name="connsiteX9" fmla="*/ 430101 w 482793"/>
                  <a:gd name="connsiteY9" fmla="*/ 112242 h 232892"/>
                  <a:gd name="connsiteX10" fmla="*/ 480901 w 482793"/>
                  <a:gd name="connsiteY10" fmla="*/ 155104 h 232892"/>
                  <a:gd name="connsiteX11" fmla="*/ 469788 w 482793"/>
                  <a:gd name="connsiteY11" fmla="*/ 188442 h 232892"/>
                  <a:gd name="connsiteX12" fmla="*/ 449151 w 482793"/>
                  <a:gd name="connsiteY12" fmla="*/ 207492 h 232892"/>
                  <a:gd name="connsiteX13" fmla="*/ 387238 w 482793"/>
                  <a:gd name="connsiteY13" fmla="*/ 226542 h 232892"/>
                  <a:gd name="connsiteX14" fmla="*/ 338026 w 482793"/>
                  <a:gd name="connsiteY14" fmla="*/ 228129 h 232892"/>
                  <a:gd name="connsiteX15" fmla="*/ 247538 w 482793"/>
                  <a:gd name="connsiteY15" fmla="*/ 224954 h 232892"/>
                  <a:gd name="connsiteX16" fmla="*/ 206263 w 482793"/>
                  <a:gd name="connsiteY16" fmla="*/ 218604 h 232892"/>
                  <a:gd name="connsiteX17" fmla="*/ 155463 w 482793"/>
                  <a:gd name="connsiteY17" fmla="*/ 220192 h 232892"/>
                  <a:gd name="connsiteX18" fmla="*/ 114188 w 482793"/>
                  <a:gd name="connsiteY18" fmla="*/ 226542 h 232892"/>
                  <a:gd name="connsiteX19" fmla="*/ 50688 w 482793"/>
                  <a:gd name="connsiteY19" fmla="*/ 232892 h 232892"/>
                  <a:gd name="connsiteX20" fmla="*/ 3063 w 482793"/>
                  <a:gd name="connsiteY20" fmla="*/ 186855 h 232892"/>
                  <a:gd name="connsiteX21" fmla="*/ 11001 w 482793"/>
                  <a:gd name="connsiteY21" fmla="*/ 96367 h 232892"/>
                  <a:gd name="connsiteX0" fmla="*/ 11001 w 479949"/>
                  <a:gd name="connsiteY0" fmla="*/ 96367 h 232892"/>
                  <a:gd name="connsiteX1" fmla="*/ 61801 w 479949"/>
                  <a:gd name="connsiteY1" fmla="*/ 23342 h 232892"/>
                  <a:gd name="connsiteX2" fmla="*/ 177688 w 479949"/>
                  <a:gd name="connsiteY2" fmla="*/ 5879 h 232892"/>
                  <a:gd name="connsiteX3" fmla="*/ 222138 w 479949"/>
                  <a:gd name="connsiteY3" fmla="*/ 1117 h 232892"/>
                  <a:gd name="connsiteX4" fmla="*/ 233251 w 479949"/>
                  <a:gd name="connsiteY4" fmla="*/ 24929 h 232892"/>
                  <a:gd name="connsiteX5" fmla="*/ 239601 w 479949"/>
                  <a:gd name="connsiteY5" fmla="*/ 83667 h 232892"/>
                  <a:gd name="connsiteX6" fmla="*/ 244363 w 479949"/>
                  <a:gd name="connsiteY6" fmla="*/ 101129 h 232892"/>
                  <a:gd name="connsiteX7" fmla="*/ 290401 w 479949"/>
                  <a:gd name="connsiteY7" fmla="*/ 113829 h 232892"/>
                  <a:gd name="connsiteX8" fmla="*/ 361838 w 479949"/>
                  <a:gd name="connsiteY8" fmla="*/ 120179 h 232892"/>
                  <a:gd name="connsiteX9" fmla="*/ 430101 w 479949"/>
                  <a:gd name="connsiteY9" fmla="*/ 112242 h 232892"/>
                  <a:gd name="connsiteX10" fmla="*/ 477726 w 479949"/>
                  <a:gd name="connsiteY10" fmla="*/ 131291 h 232892"/>
                  <a:gd name="connsiteX11" fmla="*/ 469788 w 479949"/>
                  <a:gd name="connsiteY11" fmla="*/ 188442 h 232892"/>
                  <a:gd name="connsiteX12" fmla="*/ 449151 w 479949"/>
                  <a:gd name="connsiteY12" fmla="*/ 207492 h 232892"/>
                  <a:gd name="connsiteX13" fmla="*/ 387238 w 479949"/>
                  <a:gd name="connsiteY13" fmla="*/ 226542 h 232892"/>
                  <a:gd name="connsiteX14" fmla="*/ 338026 w 479949"/>
                  <a:gd name="connsiteY14" fmla="*/ 228129 h 232892"/>
                  <a:gd name="connsiteX15" fmla="*/ 247538 w 479949"/>
                  <a:gd name="connsiteY15" fmla="*/ 224954 h 232892"/>
                  <a:gd name="connsiteX16" fmla="*/ 206263 w 479949"/>
                  <a:gd name="connsiteY16" fmla="*/ 218604 h 232892"/>
                  <a:gd name="connsiteX17" fmla="*/ 155463 w 479949"/>
                  <a:gd name="connsiteY17" fmla="*/ 220192 h 232892"/>
                  <a:gd name="connsiteX18" fmla="*/ 114188 w 479949"/>
                  <a:gd name="connsiteY18" fmla="*/ 226542 h 232892"/>
                  <a:gd name="connsiteX19" fmla="*/ 50688 w 479949"/>
                  <a:gd name="connsiteY19" fmla="*/ 232892 h 232892"/>
                  <a:gd name="connsiteX20" fmla="*/ 3063 w 479949"/>
                  <a:gd name="connsiteY20" fmla="*/ 186855 h 232892"/>
                  <a:gd name="connsiteX21" fmla="*/ 11001 w 479949"/>
                  <a:gd name="connsiteY21" fmla="*/ 96367 h 232892"/>
                  <a:gd name="connsiteX0" fmla="*/ 11001 w 479949"/>
                  <a:gd name="connsiteY0" fmla="*/ 100639 h 237164"/>
                  <a:gd name="connsiteX1" fmla="*/ 61801 w 479949"/>
                  <a:gd name="connsiteY1" fmla="*/ 27614 h 237164"/>
                  <a:gd name="connsiteX2" fmla="*/ 177688 w 479949"/>
                  <a:gd name="connsiteY2" fmla="*/ 10151 h 237164"/>
                  <a:gd name="connsiteX3" fmla="*/ 222138 w 479949"/>
                  <a:gd name="connsiteY3" fmla="*/ 5389 h 237164"/>
                  <a:gd name="connsiteX4" fmla="*/ 239601 w 479949"/>
                  <a:gd name="connsiteY4" fmla="*/ 87939 h 237164"/>
                  <a:gd name="connsiteX5" fmla="*/ 244363 w 479949"/>
                  <a:gd name="connsiteY5" fmla="*/ 105401 h 237164"/>
                  <a:gd name="connsiteX6" fmla="*/ 290401 w 479949"/>
                  <a:gd name="connsiteY6" fmla="*/ 118101 h 237164"/>
                  <a:gd name="connsiteX7" fmla="*/ 361838 w 479949"/>
                  <a:gd name="connsiteY7" fmla="*/ 124451 h 237164"/>
                  <a:gd name="connsiteX8" fmla="*/ 430101 w 479949"/>
                  <a:gd name="connsiteY8" fmla="*/ 116514 h 237164"/>
                  <a:gd name="connsiteX9" fmla="*/ 477726 w 479949"/>
                  <a:gd name="connsiteY9" fmla="*/ 135563 h 237164"/>
                  <a:gd name="connsiteX10" fmla="*/ 469788 w 479949"/>
                  <a:gd name="connsiteY10" fmla="*/ 192714 h 237164"/>
                  <a:gd name="connsiteX11" fmla="*/ 449151 w 479949"/>
                  <a:gd name="connsiteY11" fmla="*/ 211764 h 237164"/>
                  <a:gd name="connsiteX12" fmla="*/ 387238 w 479949"/>
                  <a:gd name="connsiteY12" fmla="*/ 230814 h 237164"/>
                  <a:gd name="connsiteX13" fmla="*/ 338026 w 479949"/>
                  <a:gd name="connsiteY13" fmla="*/ 232401 h 237164"/>
                  <a:gd name="connsiteX14" fmla="*/ 247538 w 479949"/>
                  <a:gd name="connsiteY14" fmla="*/ 229226 h 237164"/>
                  <a:gd name="connsiteX15" fmla="*/ 206263 w 479949"/>
                  <a:gd name="connsiteY15" fmla="*/ 222876 h 237164"/>
                  <a:gd name="connsiteX16" fmla="*/ 155463 w 479949"/>
                  <a:gd name="connsiteY16" fmla="*/ 224464 h 237164"/>
                  <a:gd name="connsiteX17" fmla="*/ 114188 w 479949"/>
                  <a:gd name="connsiteY17" fmla="*/ 230814 h 237164"/>
                  <a:gd name="connsiteX18" fmla="*/ 50688 w 479949"/>
                  <a:gd name="connsiteY18" fmla="*/ 237164 h 237164"/>
                  <a:gd name="connsiteX19" fmla="*/ 3063 w 479949"/>
                  <a:gd name="connsiteY19" fmla="*/ 191127 h 237164"/>
                  <a:gd name="connsiteX20" fmla="*/ 11001 w 479949"/>
                  <a:gd name="connsiteY20" fmla="*/ 100639 h 237164"/>
                  <a:gd name="connsiteX0" fmla="*/ 11001 w 479949"/>
                  <a:gd name="connsiteY0" fmla="*/ 94758 h 231283"/>
                  <a:gd name="connsiteX1" fmla="*/ 61801 w 479949"/>
                  <a:gd name="connsiteY1" fmla="*/ 21733 h 231283"/>
                  <a:gd name="connsiteX2" fmla="*/ 177688 w 479949"/>
                  <a:gd name="connsiteY2" fmla="*/ 4270 h 231283"/>
                  <a:gd name="connsiteX3" fmla="*/ 226900 w 479949"/>
                  <a:gd name="connsiteY3" fmla="*/ 7445 h 231283"/>
                  <a:gd name="connsiteX4" fmla="*/ 239601 w 479949"/>
                  <a:gd name="connsiteY4" fmla="*/ 82058 h 231283"/>
                  <a:gd name="connsiteX5" fmla="*/ 244363 w 479949"/>
                  <a:gd name="connsiteY5" fmla="*/ 99520 h 231283"/>
                  <a:gd name="connsiteX6" fmla="*/ 290401 w 479949"/>
                  <a:gd name="connsiteY6" fmla="*/ 112220 h 231283"/>
                  <a:gd name="connsiteX7" fmla="*/ 361838 w 479949"/>
                  <a:gd name="connsiteY7" fmla="*/ 118570 h 231283"/>
                  <a:gd name="connsiteX8" fmla="*/ 430101 w 479949"/>
                  <a:gd name="connsiteY8" fmla="*/ 110633 h 231283"/>
                  <a:gd name="connsiteX9" fmla="*/ 477726 w 479949"/>
                  <a:gd name="connsiteY9" fmla="*/ 129682 h 231283"/>
                  <a:gd name="connsiteX10" fmla="*/ 469788 w 479949"/>
                  <a:gd name="connsiteY10" fmla="*/ 186833 h 231283"/>
                  <a:gd name="connsiteX11" fmla="*/ 449151 w 479949"/>
                  <a:gd name="connsiteY11" fmla="*/ 205883 h 231283"/>
                  <a:gd name="connsiteX12" fmla="*/ 387238 w 479949"/>
                  <a:gd name="connsiteY12" fmla="*/ 224933 h 231283"/>
                  <a:gd name="connsiteX13" fmla="*/ 338026 w 479949"/>
                  <a:gd name="connsiteY13" fmla="*/ 226520 h 231283"/>
                  <a:gd name="connsiteX14" fmla="*/ 247538 w 479949"/>
                  <a:gd name="connsiteY14" fmla="*/ 223345 h 231283"/>
                  <a:gd name="connsiteX15" fmla="*/ 206263 w 479949"/>
                  <a:gd name="connsiteY15" fmla="*/ 216995 h 231283"/>
                  <a:gd name="connsiteX16" fmla="*/ 155463 w 479949"/>
                  <a:gd name="connsiteY16" fmla="*/ 218583 h 231283"/>
                  <a:gd name="connsiteX17" fmla="*/ 114188 w 479949"/>
                  <a:gd name="connsiteY17" fmla="*/ 224933 h 231283"/>
                  <a:gd name="connsiteX18" fmla="*/ 50688 w 479949"/>
                  <a:gd name="connsiteY18" fmla="*/ 231283 h 231283"/>
                  <a:gd name="connsiteX19" fmla="*/ 3063 w 479949"/>
                  <a:gd name="connsiteY19" fmla="*/ 185246 h 231283"/>
                  <a:gd name="connsiteX20" fmla="*/ 11001 w 479949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361838 w 479950"/>
                  <a:gd name="connsiteY7" fmla="*/ 118570 h 231283"/>
                  <a:gd name="connsiteX8" fmla="*/ 430101 w 479950"/>
                  <a:gd name="connsiteY8" fmla="*/ 113808 h 231283"/>
                  <a:gd name="connsiteX9" fmla="*/ 477726 w 479950"/>
                  <a:gd name="connsiteY9" fmla="*/ 129682 h 231283"/>
                  <a:gd name="connsiteX10" fmla="*/ 469788 w 479950"/>
                  <a:gd name="connsiteY10" fmla="*/ 186833 h 231283"/>
                  <a:gd name="connsiteX11" fmla="*/ 449151 w 479950"/>
                  <a:gd name="connsiteY11" fmla="*/ 205883 h 231283"/>
                  <a:gd name="connsiteX12" fmla="*/ 387238 w 479950"/>
                  <a:gd name="connsiteY12" fmla="*/ 224933 h 231283"/>
                  <a:gd name="connsiteX13" fmla="*/ 338026 w 479950"/>
                  <a:gd name="connsiteY13" fmla="*/ 226520 h 231283"/>
                  <a:gd name="connsiteX14" fmla="*/ 247538 w 479950"/>
                  <a:gd name="connsiteY14" fmla="*/ 223345 h 231283"/>
                  <a:gd name="connsiteX15" fmla="*/ 206263 w 479950"/>
                  <a:gd name="connsiteY15" fmla="*/ 216995 h 231283"/>
                  <a:gd name="connsiteX16" fmla="*/ 155463 w 479950"/>
                  <a:gd name="connsiteY16" fmla="*/ 218583 h 231283"/>
                  <a:gd name="connsiteX17" fmla="*/ 114188 w 479950"/>
                  <a:gd name="connsiteY17" fmla="*/ 224933 h 231283"/>
                  <a:gd name="connsiteX18" fmla="*/ 50688 w 479950"/>
                  <a:gd name="connsiteY18" fmla="*/ 231283 h 231283"/>
                  <a:gd name="connsiteX19" fmla="*/ 3063 w 479950"/>
                  <a:gd name="connsiteY19" fmla="*/ 185246 h 231283"/>
                  <a:gd name="connsiteX20" fmla="*/ 11001 w 479950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320563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3068 h 229593"/>
                  <a:gd name="connsiteX1" fmla="*/ 61801 w 479950"/>
                  <a:gd name="connsiteY1" fmla="*/ 20043 h 229593"/>
                  <a:gd name="connsiteX2" fmla="*/ 177688 w 479950"/>
                  <a:gd name="connsiteY2" fmla="*/ 2580 h 229593"/>
                  <a:gd name="connsiteX3" fmla="*/ 226900 w 479950"/>
                  <a:gd name="connsiteY3" fmla="*/ 5755 h 229593"/>
                  <a:gd name="connsiteX4" fmla="*/ 238013 w 479950"/>
                  <a:gd name="connsiteY4" fmla="*/ 54968 h 229593"/>
                  <a:gd name="connsiteX5" fmla="*/ 245951 w 479950"/>
                  <a:gd name="connsiteY5" fmla="*/ 110530 h 229593"/>
                  <a:gd name="connsiteX6" fmla="*/ 320563 w 479950"/>
                  <a:gd name="connsiteY6" fmla="*/ 110530 h 229593"/>
                  <a:gd name="connsiteX7" fmla="*/ 430101 w 479950"/>
                  <a:gd name="connsiteY7" fmla="*/ 112118 h 229593"/>
                  <a:gd name="connsiteX8" fmla="*/ 477726 w 479950"/>
                  <a:gd name="connsiteY8" fmla="*/ 127992 h 229593"/>
                  <a:gd name="connsiteX9" fmla="*/ 469788 w 479950"/>
                  <a:gd name="connsiteY9" fmla="*/ 185143 h 229593"/>
                  <a:gd name="connsiteX10" fmla="*/ 449151 w 479950"/>
                  <a:gd name="connsiteY10" fmla="*/ 204193 h 229593"/>
                  <a:gd name="connsiteX11" fmla="*/ 387238 w 479950"/>
                  <a:gd name="connsiteY11" fmla="*/ 223243 h 229593"/>
                  <a:gd name="connsiteX12" fmla="*/ 338026 w 479950"/>
                  <a:gd name="connsiteY12" fmla="*/ 224830 h 229593"/>
                  <a:gd name="connsiteX13" fmla="*/ 247538 w 479950"/>
                  <a:gd name="connsiteY13" fmla="*/ 221655 h 229593"/>
                  <a:gd name="connsiteX14" fmla="*/ 206263 w 479950"/>
                  <a:gd name="connsiteY14" fmla="*/ 215305 h 229593"/>
                  <a:gd name="connsiteX15" fmla="*/ 155463 w 479950"/>
                  <a:gd name="connsiteY15" fmla="*/ 216893 h 229593"/>
                  <a:gd name="connsiteX16" fmla="*/ 114188 w 479950"/>
                  <a:gd name="connsiteY16" fmla="*/ 223243 h 229593"/>
                  <a:gd name="connsiteX17" fmla="*/ 50688 w 479950"/>
                  <a:gd name="connsiteY17" fmla="*/ 229593 h 229593"/>
                  <a:gd name="connsiteX18" fmla="*/ 3063 w 479950"/>
                  <a:gd name="connsiteY18" fmla="*/ 183556 h 229593"/>
                  <a:gd name="connsiteX19" fmla="*/ 11001 w 479950"/>
                  <a:gd name="connsiteY19" fmla="*/ 93068 h 229593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14351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25463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19584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29109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8613 w 477562"/>
                  <a:gd name="connsiteY0" fmla="*/ 95759 h 232284"/>
                  <a:gd name="connsiteX1" fmla="*/ 59413 w 477562"/>
                  <a:gd name="connsiteY1" fmla="*/ 22734 h 232284"/>
                  <a:gd name="connsiteX2" fmla="*/ 175300 w 477562"/>
                  <a:gd name="connsiteY2" fmla="*/ 5271 h 232284"/>
                  <a:gd name="connsiteX3" fmla="*/ 224512 w 477562"/>
                  <a:gd name="connsiteY3" fmla="*/ 8446 h 232284"/>
                  <a:gd name="connsiteX4" fmla="*/ 238800 w 477562"/>
                  <a:gd name="connsiteY4" fmla="*/ 97346 h 232284"/>
                  <a:gd name="connsiteX5" fmla="*/ 318175 w 477562"/>
                  <a:gd name="connsiteY5" fmla="*/ 124333 h 232284"/>
                  <a:gd name="connsiteX6" fmla="*/ 427713 w 477562"/>
                  <a:gd name="connsiteY6" fmla="*/ 114809 h 232284"/>
                  <a:gd name="connsiteX7" fmla="*/ 475338 w 477562"/>
                  <a:gd name="connsiteY7" fmla="*/ 130683 h 232284"/>
                  <a:gd name="connsiteX8" fmla="*/ 467400 w 477562"/>
                  <a:gd name="connsiteY8" fmla="*/ 187834 h 232284"/>
                  <a:gd name="connsiteX9" fmla="*/ 446763 w 477562"/>
                  <a:gd name="connsiteY9" fmla="*/ 206884 h 232284"/>
                  <a:gd name="connsiteX10" fmla="*/ 384850 w 477562"/>
                  <a:gd name="connsiteY10" fmla="*/ 225934 h 232284"/>
                  <a:gd name="connsiteX11" fmla="*/ 335638 w 477562"/>
                  <a:gd name="connsiteY11" fmla="*/ 227521 h 232284"/>
                  <a:gd name="connsiteX12" fmla="*/ 245150 w 477562"/>
                  <a:gd name="connsiteY12" fmla="*/ 224346 h 232284"/>
                  <a:gd name="connsiteX13" fmla="*/ 203875 w 477562"/>
                  <a:gd name="connsiteY13" fmla="*/ 217996 h 232284"/>
                  <a:gd name="connsiteX14" fmla="*/ 153075 w 477562"/>
                  <a:gd name="connsiteY14" fmla="*/ 229109 h 232284"/>
                  <a:gd name="connsiteX15" fmla="*/ 111800 w 477562"/>
                  <a:gd name="connsiteY15" fmla="*/ 225934 h 232284"/>
                  <a:gd name="connsiteX16" fmla="*/ 48300 w 477562"/>
                  <a:gd name="connsiteY16" fmla="*/ 232284 h 232284"/>
                  <a:gd name="connsiteX17" fmla="*/ 3850 w 477562"/>
                  <a:gd name="connsiteY17" fmla="*/ 184660 h 232284"/>
                  <a:gd name="connsiteX18" fmla="*/ 8613 w 477562"/>
                  <a:gd name="connsiteY18" fmla="*/ 95759 h 232284"/>
                  <a:gd name="connsiteX0" fmla="*/ 8539 w 477488"/>
                  <a:gd name="connsiteY0" fmla="*/ 95140 h 231665"/>
                  <a:gd name="connsiteX1" fmla="*/ 57752 w 477488"/>
                  <a:gd name="connsiteY1" fmla="*/ 9415 h 231665"/>
                  <a:gd name="connsiteX2" fmla="*/ 175226 w 477488"/>
                  <a:gd name="connsiteY2" fmla="*/ 4652 h 231665"/>
                  <a:gd name="connsiteX3" fmla="*/ 224438 w 477488"/>
                  <a:gd name="connsiteY3" fmla="*/ 7827 h 231665"/>
                  <a:gd name="connsiteX4" fmla="*/ 238726 w 477488"/>
                  <a:gd name="connsiteY4" fmla="*/ 96727 h 231665"/>
                  <a:gd name="connsiteX5" fmla="*/ 318101 w 477488"/>
                  <a:gd name="connsiteY5" fmla="*/ 123714 h 231665"/>
                  <a:gd name="connsiteX6" fmla="*/ 427639 w 477488"/>
                  <a:gd name="connsiteY6" fmla="*/ 114190 h 231665"/>
                  <a:gd name="connsiteX7" fmla="*/ 475264 w 477488"/>
                  <a:gd name="connsiteY7" fmla="*/ 130064 h 231665"/>
                  <a:gd name="connsiteX8" fmla="*/ 467326 w 477488"/>
                  <a:gd name="connsiteY8" fmla="*/ 187215 h 231665"/>
                  <a:gd name="connsiteX9" fmla="*/ 446689 w 477488"/>
                  <a:gd name="connsiteY9" fmla="*/ 206265 h 231665"/>
                  <a:gd name="connsiteX10" fmla="*/ 384776 w 477488"/>
                  <a:gd name="connsiteY10" fmla="*/ 225315 h 231665"/>
                  <a:gd name="connsiteX11" fmla="*/ 335564 w 477488"/>
                  <a:gd name="connsiteY11" fmla="*/ 226902 h 231665"/>
                  <a:gd name="connsiteX12" fmla="*/ 245076 w 477488"/>
                  <a:gd name="connsiteY12" fmla="*/ 223727 h 231665"/>
                  <a:gd name="connsiteX13" fmla="*/ 203801 w 477488"/>
                  <a:gd name="connsiteY13" fmla="*/ 217377 h 231665"/>
                  <a:gd name="connsiteX14" fmla="*/ 153001 w 477488"/>
                  <a:gd name="connsiteY14" fmla="*/ 228490 h 231665"/>
                  <a:gd name="connsiteX15" fmla="*/ 111726 w 477488"/>
                  <a:gd name="connsiteY15" fmla="*/ 225315 h 231665"/>
                  <a:gd name="connsiteX16" fmla="*/ 48226 w 477488"/>
                  <a:gd name="connsiteY16" fmla="*/ 231665 h 231665"/>
                  <a:gd name="connsiteX17" fmla="*/ 3776 w 477488"/>
                  <a:gd name="connsiteY17" fmla="*/ 184041 h 231665"/>
                  <a:gd name="connsiteX18" fmla="*/ 8539 w 477488"/>
                  <a:gd name="connsiteY18" fmla="*/ 95140 h 231665"/>
                  <a:gd name="connsiteX0" fmla="*/ 8539 w 477488"/>
                  <a:gd name="connsiteY0" fmla="*/ 98235 h 234760"/>
                  <a:gd name="connsiteX1" fmla="*/ 57752 w 477488"/>
                  <a:gd name="connsiteY1" fmla="*/ 12510 h 234760"/>
                  <a:gd name="connsiteX2" fmla="*/ 175226 w 477488"/>
                  <a:gd name="connsiteY2" fmla="*/ 7747 h 234760"/>
                  <a:gd name="connsiteX3" fmla="*/ 224438 w 477488"/>
                  <a:gd name="connsiteY3" fmla="*/ 10922 h 234760"/>
                  <a:gd name="connsiteX4" fmla="*/ 238726 w 477488"/>
                  <a:gd name="connsiteY4" fmla="*/ 99822 h 234760"/>
                  <a:gd name="connsiteX5" fmla="*/ 318101 w 477488"/>
                  <a:gd name="connsiteY5" fmla="*/ 126809 h 234760"/>
                  <a:gd name="connsiteX6" fmla="*/ 427639 w 477488"/>
                  <a:gd name="connsiteY6" fmla="*/ 117285 h 234760"/>
                  <a:gd name="connsiteX7" fmla="*/ 475264 w 477488"/>
                  <a:gd name="connsiteY7" fmla="*/ 133159 h 234760"/>
                  <a:gd name="connsiteX8" fmla="*/ 467326 w 477488"/>
                  <a:gd name="connsiteY8" fmla="*/ 190310 h 234760"/>
                  <a:gd name="connsiteX9" fmla="*/ 446689 w 477488"/>
                  <a:gd name="connsiteY9" fmla="*/ 209360 h 234760"/>
                  <a:gd name="connsiteX10" fmla="*/ 384776 w 477488"/>
                  <a:gd name="connsiteY10" fmla="*/ 228410 h 234760"/>
                  <a:gd name="connsiteX11" fmla="*/ 335564 w 477488"/>
                  <a:gd name="connsiteY11" fmla="*/ 229997 h 234760"/>
                  <a:gd name="connsiteX12" fmla="*/ 245076 w 477488"/>
                  <a:gd name="connsiteY12" fmla="*/ 226822 h 234760"/>
                  <a:gd name="connsiteX13" fmla="*/ 203801 w 477488"/>
                  <a:gd name="connsiteY13" fmla="*/ 220472 h 234760"/>
                  <a:gd name="connsiteX14" fmla="*/ 153001 w 477488"/>
                  <a:gd name="connsiteY14" fmla="*/ 231585 h 234760"/>
                  <a:gd name="connsiteX15" fmla="*/ 111726 w 477488"/>
                  <a:gd name="connsiteY15" fmla="*/ 228410 h 234760"/>
                  <a:gd name="connsiteX16" fmla="*/ 48226 w 477488"/>
                  <a:gd name="connsiteY16" fmla="*/ 234760 h 234760"/>
                  <a:gd name="connsiteX17" fmla="*/ 3776 w 477488"/>
                  <a:gd name="connsiteY17" fmla="*/ 187136 h 234760"/>
                  <a:gd name="connsiteX18" fmla="*/ 8539 w 477488"/>
                  <a:gd name="connsiteY18" fmla="*/ 98235 h 234760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19778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30891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53001 w 477488"/>
                  <a:gd name="connsiteY13" fmla="*/ 230891 h 234066"/>
                  <a:gd name="connsiteX14" fmla="*/ 111726 w 477488"/>
                  <a:gd name="connsiteY14" fmla="*/ 227716 h 234066"/>
                  <a:gd name="connsiteX15" fmla="*/ 48226 w 477488"/>
                  <a:gd name="connsiteY15" fmla="*/ 234066 h 234066"/>
                  <a:gd name="connsiteX16" fmla="*/ 3776 w 477488"/>
                  <a:gd name="connsiteY16" fmla="*/ 186442 h 234066"/>
                  <a:gd name="connsiteX17" fmla="*/ 8539 w 477488"/>
                  <a:gd name="connsiteY17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11726 w 477488"/>
                  <a:gd name="connsiteY13" fmla="*/ 227716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46651 w 477488"/>
                  <a:gd name="connsiteY13" fmla="*/ 224541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194 w 477143"/>
                  <a:gd name="connsiteY0" fmla="*/ 97541 h 230830"/>
                  <a:gd name="connsiteX1" fmla="*/ 57407 w 477143"/>
                  <a:gd name="connsiteY1" fmla="*/ 11816 h 230830"/>
                  <a:gd name="connsiteX2" fmla="*/ 174881 w 477143"/>
                  <a:gd name="connsiteY2" fmla="*/ 7053 h 230830"/>
                  <a:gd name="connsiteX3" fmla="*/ 224093 w 477143"/>
                  <a:gd name="connsiteY3" fmla="*/ 10228 h 230830"/>
                  <a:gd name="connsiteX4" fmla="*/ 238381 w 477143"/>
                  <a:gd name="connsiteY4" fmla="*/ 99128 h 230830"/>
                  <a:gd name="connsiteX5" fmla="*/ 317756 w 477143"/>
                  <a:gd name="connsiteY5" fmla="*/ 126115 h 230830"/>
                  <a:gd name="connsiteX6" fmla="*/ 427294 w 477143"/>
                  <a:gd name="connsiteY6" fmla="*/ 116591 h 230830"/>
                  <a:gd name="connsiteX7" fmla="*/ 474919 w 477143"/>
                  <a:gd name="connsiteY7" fmla="*/ 132465 h 230830"/>
                  <a:gd name="connsiteX8" fmla="*/ 466981 w 477143"/>
                  <a:gd name="connsiteY8" fmla="*/ 189616 h 230830"/>
                  <a:gd name="connsiteX9" fmla="*/ 446344 w 477143"/>
                  <a:gd name="connsiteY9" fmla="*/ 208666 h 230830"/>
                  <a:gd name="connsiteX10" fmla="*/ 384431 w 477143"/>
                  <a:gd name="connsiteY10" fmla="*/ 227716 h 230830"/>
                  <a:gd name="connsiteX11" fmla="*/ 335219 w 477143"/>
                  <a:gd name="connsiteY11" fmla="*/ 229303 h 230830"/>
                  <a:gd name="connsiteX12" fmla="*/ 244731 w 477143"/>
                  <a:gd name="connsiteY12" fmla="*/ 226128 h 230830"/>
                  <a:gd name="connsiteX13" fmla="*/ 146306 w 477143"/>
                  <a:gd name="connsiteY13" fmla="*/ 224541 h 230830"/>
                  <a:gd name="connsiteX14" fmla="*/ 43119 w 477143"/>
                  <a:gd name="connsiteY14" fmla="*/ 229304 h 230830"/>
                  <a:gd name="connsiteX15" fmla="*/ 3431 w 477143"/>
                  <a:gd name="connsiteY15" fmla="*/ 186442 h 230830"/>
                  <a:gd name="connsiteX16" fmla="*/ 8194 w 477143"/>
                  <a:gd name="connsiteY16" fmla="*/ 97541 h 230830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45075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22850 w 477487"/>
                  <a:gd name="connsiteY4" fmla="*/ 97540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87" h="230892">
                    <a:moveTo>
                      <a:pt x="8538" y="97541"/>
                    </a:moveTo>
                    <a:cubicBezTo>
                      <a:pt x="17534" y="68437"/>
                      <a:pt x="33002" y="33436"/>
                      <a:pt x="57751" y="11816"/>
                    </a:cubicBezTo>
                    <a:cubicBezTo>
                      <a:pt x="84777" y="-11793"/>
                      <a:pt x="147444" y="7318"/>
                      <a:pt x="175225" y="7053"/>
                    </a:cubicBezTo>
                    <a:cubicBezTo>
                      <a:pt x="203006" y="6788"/>
                      <a:pt x="216500" y="-4853"/>
                      <a:pt x="224437" y="10228"/>
                    </a:cubicBezTo>
                    <a:cubicBezTo>
                      <a:pt x="232374" y="25309"/>
                      <a:pt x="207239" y="78225"/>
                      <a:pt x="222850" y="97540"/>
                    </a:cubicBezTo>
                    <a:cubicBezTo>
                      <a:pt x="238461" y="116855"/>
                      <a:pt x="287144" y="123734"/>
                      <a:pt x="318100" y="126115"/>
                    </a:cubicBezTo>
                    <a:cubicBezTo>
                      <a:pt x="349056" y="128496"/>
                      <a:pt x="396417" y="113681"/>
                      <a:pt x="427638" y="116591"/>
                    </a:cubicBezTo>
                    <a:cubicBezTo>
                      <a:pt x="458859" y="119501"/>
                      <a:pt x="468649" y="120294"/>
                      <a:pt x="475263" y="132465"/>
                    </a:cubicBezTo>
                    <a:cubicBezTo>
                      <a:pt x="481878" y="144636"/>
                      <a:pt x="472088" y="176916"/>
                      <a:pt x="467325" y="189616"/>
                    </a:cubicBezTo>
                    <a:cubicBezTo>
                      <a:pt x="462563" y="202316"/>
                      <a:pt x="460446" y="202316"/>
                      <a:pt x="446688" y="208666"/>
                    </a:cubicBezTo>
                    <a:cubicBezTo>
                      <a:pt x="432930" y="215016"/>
                      <a:pt x="410583" y="224901"/>
                      <a:pt x="384775" y="227716"/>
                    </a:cubicBezTo>
                    <a:cubicBezTo>
                      <a:pt x="368459" y="229496"/>
                      <a:pt x="351967" y="228774"/>
                      <a:pt x="335563" y="229303"/>
                    </a:cubicBezTo>
                    <a:cubicBezTo>
                      <a:pt x="299325" y="233834"/>
                      <a:pt x="286085" y="226922"/>
                      <a:pt x="254600" y="226128"/>
                    </a:cubicBezTo>
                    <a:cubicBezTo>
                      <a:pt x="221792" y="225599"/>
                      <a:pt x="181046" y="223747"/>
                      <a:pt x="146650" y="224541"/>
                    </a:cubicBezTo>
                    <a:cubicBezTo>
                      <a:pt x="112254" y="225335"/>
                      <a:pt x="76356" y="228883"/>
                      <a:pt x="48226" y="230892"/>
                    </a:cubicBezTo>
                    <a:cubicBezTo>
                      <a:pt x="34073" y="227747"/>
                      <a:pt x="10390" y="208667"/>
                      <a:pt x="3775" y="186442"/>
                    </a:cubicBezTo>
                    <a:cubicBezTo>
                      <a:pt x="-2840" y="164217"/>
                      <a:pt x="-458" y="126645"/>
                      <a:pt x="8538" y="97541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7" name="矩形 1076">
                <a:extLst>
                  <a:ext uri="{FF2B5EF4-FFF2-40B4-BE49-F238E27FC236}">
                    <a16:creationId xmlns:a16="http://schemas.microsoft.com/office/drawing/2014/main" id="{35CF493D-F15C-EE80-97A1-04C433DF9A26}"/>
                  </a:ext>
                </a:extLst>
              </p:cNvPr>
              <p:cNvSpPr/>
              <p:nvPr/>
            </p:nvSpPr>
            <p:spPr>
              <a:xfrm rot="318150">
                <a:off x="4052003" y="1851645"/>
                <a:ext cx="45719" cy="85900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9" name="椭圆 1078">
                <a:extLst>
                  <a:ext uri="{FF2B5EF4-FFF2-40B4-BE49-F238E27FC236}">
                    <a16:creationId xmlns:a16="http://schemas.microsoft.com/office/drawing/2014/main" id="{BC51D67F-B0EA-E064-6C4D-547A02E2C5AE}"/>
                  </a:ext>
                </a:extLst>
              </p:cNvPr>
              <p:cNvSpPr/>
              <p:nvPr/>
            </p:nvSpPr>
            <p:spPr>
              <a:xfrm>
                <a:off x="4021332" y="2183928"/>
                <a:ext cx="104309" cy="99418"/>
              </a:xfrm>
              <a:prstGeom prst="ellipse">
                <a:avLst/>
              </a:prstGeom>
              <a:solidFill>
                <a:srgbClr val="333333">
                  <a:alpha val="5000"/>
                </a:srgbClr>
              </a:solidFill>
              <a:ln w="9525">
                <a:solidFill>
                  <a:srgbClr val="3333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0" name="矩形 1079">
                <a:extLst>
                  <a:ext uri="{FF2B5EF4-FFF2-40B4-BE49-F238E27FC236}">
                    <a16:creationId xmlns:a16="http://schemas.microsoft.com/office/drawing/2014/main" id="{0D5D5A66-BAB9-D06B-C013-886E5A5E7B27}"/>
                  </a:ext>
                </a:extLst>
              </p:cNvPr>
              <p:cNvSpPr/>
              <p:nvPr/>
            </p:nvSpPr>
            <p:spPr>
              <a:xfrm>
                <a:off x="4045600" y="1951906"/>
                <a:ext cx="45719" cy="21305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1" name="椭圆 1080">
                <a:extLst>
                  <a:ext uri="{FF2B5EF4-FFF2-40B4-BE49-F238E27FC236}">
                    <a16:creationId xmlns:a16="http://schemas.microsoft.com/office/drawing/2014/main" id="{EA6BD4F3-6E09-ACE6-5EC7-556349380713}"/>
                  </a:ext>
                </a:extLst>
              </p:cNvPr>
              <p:cNvSpPr/>
              <p:nvPr/>
            </p:nvSpPr>
            <p:spPr>
              <a:xfrm>
                <a:off x="4035694" y="2196158"/>
                <a:ext cx="74197" cy="74958"/>
              </a:xfrm>
              <a:prstGeom prst="ellipse">
                <a:avLst/>
              </a:prstGeom>
              <a:solidFill>
                <a:schemeClr val="accent3">
                  <a:lumMod val="40000"/>
                  <a:lumOff val="60000"/>
                  <a:alpha val="5000"/>
                </a:schemeClr>
              </a:solidFill>
              <a:ln w="9525">
                <a:solidFill>
                  <a:schemeClr val="accent3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2" name="矩形 1081">
                <a:extLst>
                  <a:ext uri="{FF2B5EF4-FFF2-40B4-BE49-F238E27FC236}">
                    <a16:creationId xmlns:a16="http://schemas.microsoft.com/office/drawing/2014/main" id="{84A8244C-F2C4-0EE4-5FA5-A39046854004}"/>
                  </a:ext>
                </a:extLst>
              </p:cNvPr>
              <p:cNvSpPr/>
              <p:nvPr/>
            </p:nvSpPr>
            <p:spPr>
              <a:xfrm>
                <a:off x="3995929" y="1845982"/>
                <a:ext cx="156702" cy="6340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83" name="矩形: 圆角 1082">
                <a:extLst>
                  <a:ext uri="{FF2B5EF4-FFF2-40B4-BE49-F238E27FC236}">
                    <a16:creationId xmlns:a16="http://schemas.microsoft.com/office/drawing/2014/main" id="{22E552FF-B587-5693-2B64-1B328CBD597B}"/>
                  </a:ext>
                </a:extLst>
              </p:cNvPr>
              <p:cNvSpPr/>
              <p:nvPr/>
            </p:nvSpPr>
            <p:spPr>
              <a:xfrm>
                <a:off x="3965073" y="1987534"/>
                <a:ext cx="155273" cy="43258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AEDE6DFE-D407-CB92-9EDE-B342B2BB367B}"/>
                </a:ext>
              </a:extLst>
            </p:cNvPr>
            <p:cNvGrpSpPr/>
            <p:nvPr/>
          </p:nvGrpSpPr>
          <p:grpSpPr>
            <a:xfrm rot="20560786">
              <a:off x="11022136" y="5507916"/>
              <a:ext cx="170715" cy="220625"/>
              <a:chOff x="3961253" y="1820885"/>
              <a:chExt cx="391675" cy="524776"/>
            </a:xfrm>
          </p:grpSpPr>
          <p:sp>
            <p:nvSpPr>
              <p:cNvPr id="1069" name="任意多边形: 形状 1068">
                <a:extLst>
                  <a:ext uri="{FF2B5EF4-FFF2-40B4-BE49-F238E27FC236}">
                    <a16:creationId xmlns:a16="http://schemas.microsoft.com/office/drawing/2014/main" id="{8BAF086D-4DD2-3843-0B98-6D540CF42543}"/>
                  </a:ext>
                </a:extLst>
              </p:cNvPr>
              <p:cNvSpPr/>
              <p:nvPr/>
            </p:nvSpPr>
            <p:spPr>
              <a:xfrm>
                <a:off x="3961253" y="2158147"/>
                <a:ext cx="391675" cy="187514"/>
              </a:xfrm>
              <a:custGeom>
                <a:avLst/>
                <a:gdLst>
                  <a:gd name="connsiteX0" fmla="*/ 52388 w 478005"/>
                  <a:gd name="connsiteY0" fmla="*/ 26987 h 246062"/>
                  <a:gd name="connsiteX1" fmla="*/ 58738 w 478005"/>
                  <a:gd name="connsiteY1" fmla="*/ 34925 h 246062"/>
                  <a:gd name="connsiteX2" fmla="*/ 80963 w 478005"/>
                  <a:gd name="connsiteY2" fmla="*/ 46037 h 246062"/>
                  <a:gd name="connsiteX3" fmla="*/ 90488 w 478005"/>
                  <a:gd name="connsiteY3" fmla="*/ 47625 h 246062"/>
                  <a:gd name="connsiteX4" fmla="*/ 180975 w 478005"/>
                  <a:gd name="connsiteY4" fmla="*/ 25400 h 246062"/>
                  <a:gd name="connsiteX5" fmla="*/ 217488 w 478005"/>
                  <a:gd name="connsiteY5" fmla="*/ 1587 h 246062"/>
                  <a:gd name="connsiteX6" fmla="*/ 222250 w 478005"/>
                  <a:gd name="connsiteY6" fmla="*/ 0 h 246062"/>
                  <a:gd name="connsiteX7" fmla="*/ 230188 w 478005"/>
                  <a:gd name="connsiteY7" fmla="*/ 36512 h 246062"/>
                  <a:gd name="connsiteX8" fmla="*/ 236538 w 478005"/>
                  <a:gd name="connsiteY8" fmla="*/ 95250 h 246062"/>
                  <a:gd name="connsiteX9" fmla="*/ 241300 w 478005"/>
                  <a:gd name="connsiteY9" fmla="*/ 112712 h 246062"/>
                  <a:gd name="connsiteX10" fmla="*/ 261938 w 478005"/>
                  <a:gd name="connsiteY10" fmla="*/ 122237 h 246062"/>
                  <a:gd name="connsiteX11" fmla="*/ 287338 w 478005"/>
                  <a:gd name="connsiteY11" fmla="*/ 125412 h 246062"/>
                  <a:gd name="connsiteX12" fmla="*/ 358775 w 478005"/>
                  <a:gd name="connsiteY12" fmla="*/ 131762 h 246062"/>
                  <a:gd name="connsiteX13" fmla="*/ 430213 w 478005"/>
                  <a:gd name="connsiteY13" fmla="*/ 138112 h 246062"/>
                  <a:gd name="connsiteX14" fmla="*/ 469900 w 478005"/>
                  <a:gd name="connsiteY14" fmla="*/ 146050 h 246062"/>
                  <a:gd name="connsiteX15" fmla="*/ 477838 w 478005"/>
                  <a:gd name="connsiteY15" fmla="*/ 166687 h 246062"/>
                  <a:gd name="connsiteX16" fmla="*/ 466725 w 478005"/>
                  <a:gd name="connsiteY16" fmla="*/ 200025 h 246062"/>
                  <a:gd name="connsiteX17" fmla="*/ 465138 w 478005"/>
                  <a:gd name="connsiteY17" fmla="*/ 206375 h 246062"/>
                  <a:gd name="connsiteX18" fmla="*/ 446088 w 478005"/>
                  <a:gd name="connsiteY18" fmla="*/ 219075 h 246062"/>
                  <a:gd name="connsiteX19" fmla="*/ 384175 w 478005"/>
                  <a:gd name="connsiteY19" fmla="*/ 238125 h 246062"/>
                  <a:gd name="connsiteX20" fmla="*/ 334963 w 478005"/>
                  <a:gd name="connsiteY20" fmla="*/ 239712 h 246062"/>
                  <a:gd name="connsiteX21" fmla="*/ 244475 w 478005"/>
                  <a:gd name="connsiteY21" fmla="*/ 236537 h 246062"/>
                  <a:gd name="connsiteX22" fmla="*/ 225425 w 478005"/>
                  <a:gd name="connsiteY22" fmla="*/ 231775 h 246062"/>
                  <a:gd name="connsiteX23" fmla="*/ 203200 w 478005"/>
                  <a:gd name="connsiteY23" fmla="*/ 230187 h 246062"/>
                  <a:gd name="connsiteX24" fmla="*/ 136525 w 478005"/>
                  <a:gd name="connsiteY24" fmla="*/ 231775 h 246062"/>
                  <a:gd name="connsiteX25" fmla="*/ 111125 w 478005"/>
                  <a:gd name="connsiteY25" fmla="*/ 238125 h 246062"/>
                  <a:gd name="connsiteX26" fmla="*/ 47625 w 478005"/>
                  <a:gd name="connsiteY26" fmla="*/ 246062 h 246062"/>
                  <a:gd name="connsiteX27" fmla="*/ 6350 w 478005"/>
                  <a:gd name="connsiteY27" fmla="*/ 228600 h 246062"/>
                  <a:gd name="connsiteX28" fmla="*/ 0 w 478005"/>
                  <a:gd name="connsiteY28" fmla="*/ 206375 h 246062"/>
                  <a:gd name="connsiteX29" fmla="*/ 6350 w 478005"/>
                  <a:gd name="connsiteY29" fmla="*/ 134937 h 246062"/>
                  <a:gd name="connsiteX30" fmla="*/ 7938 w 478005"/>
                  <a:gd name="connsiteY30" fmla="*/ 107950 h 246062"/>
                  <a:gd name="connsiteX31" fmla="*/ 19050 w 478005"/>
                  <a:gd name="connsiteY31" fmla="*/ 93662 h 246062"/>
                  <a:gd name="connsiteX32" fmla="*/ 60325 w 478005"/>
                  <a:gd name="connsiteY32" fmla="*/ 49212 h 246062"/>
                  <a:gd name="connsiteX33" fmla="*/ 52388 w 478005"/>
                  <a:gd name="connsiteY33" fmla="*/ 26987 h 246062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60325 w 478005"/>
                  <a:gd name="connsiteY32" fmla="*/ 51084 h 247934"/>
                  <a:gd name="connsiteX33" fmla="*/ 52388 w 478005"/>
                  <a:gd name="connsiteY33" fmla="*/ 28859 h 247934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52388 w 478005"/>
                  <a:gd name="connsiteY32" fmla="*/ 28859 h 247934"/>
                  <a:gd name="connsiteX0" fmla="*/ 52388 w 478005"/>
                  <a:gd name="connsiteY0" fmla="*/ 29912 h 248987"/>
                  <a:gd name="connsiteX1" fmla="*/ 58738 w 478005"/>
                  <a:gd name="connsiteY1" fmla="*/ 37850 h 248987"/>
                  <a:gd name="connsiteX2" fmla="*/ 80963 w 478005"/>
                  <a:gd name="connsiteY2" fmla="*/ 48962 h 248987"/>
                  <a:gd name="connsiteX3" fmla="*/ 176213 w 478005"/>
                  <a:gd name="connsiteY3" fmla="*/ 2925 h 248987"/>
                  <a:gd name="connsiteX4" fmla="*/ 217488 w 478005"/>
                  <a:gd name="connsiteY4" fmla="*/ 4512 h 248987"/>
                  <a:gd name="connsiteX5" fmla="*/ 222250 w 478005"/>
                  <a:gd name="connsiteY5" fmla="*/ 2925 h 248987"/>
                  <a:gd name="connsiteX6" fmla="*/ 230188 w 478005"/>
                  <a:gd name="connsiteY6" fmla="*/ 39437 h 248987"/>
                  <a:gd name="connsiteX7" fmla="*/ 236538 w 478005"/>
                  <a:gd name="connsiteY7" fmla="*/ 98175 h 248987"/>
                  <a:gd name="connsiteX8" fmla="*/ 241300 w 478005"/>
                  <a:gd name="connsiteY8" fmla="*/ 115637 h 248987"/>
                  <a:gd name="connsiteX9" fmla="*/ 261938 w 478005"/>
                  <a:gd name="connsiteY9" fmla="*/ 125162 h 248987"/>
                  <a:gd name="connsiteX10" fmla="*/ 287338 w 478005"/>
                  <a:gd name="connsiteY10" fmla="*/ 128337 h 248987"/>
                  <a:gd name="connsiteX11" fmla="*/ 358775 w 478005"/>
                  <a:gd name="connsiteY11" fmla="*/ 134687 h 248987"/>
                  <a:gd name="connsiteX12" fmla="*/ 430213 w 478005"/>
                  <a:gd name="connsiteY12" fmla="*/ 141037 h 248987"/>
                  <a:gd name="connsiteX13" fmla="*/ 469900 w 478005"/>
                  <a:gd name="connsiteY13" fmla="*/ 148975 h 248987"/>
                  <a:gd name="connsiteX14" fmla="*/ 477838 w 478005"/>
                  <a:gd name="connsiteY14" fmla="*/ 169612 h 248987"/>
                  <a:gd name="connsiteX15" fmla="*/ 466725 w 478005"/>
                  <a:gd name="connsiteY15" fmla="*/ 202950 h 248987"/>
                  <a:gd name="connsiteX16" fmla="*/ 465138 w 478005"/>
                  <a:gd name="connsiteY16" fmla="*/ 209300 h 248987"/>
                  <a:gd name="connsiteX17" fmla="*/ 446088 w 478005"/>
                  <a:gd name="connsiteY17" fmla="*/ 222000 h 248987"/>
                  <a:gd name="connsiteX18" fmla="*/ 384175 w 478005"/>
                  <a:gd name="connsiteY18" fmla="*/ 241050 h 248987"/>
                  <a:gd name="connsiteX19" fmla="*/ 334963 w 478005"/>
                  <a:gd name="connsiteY19" fmla="*/ 242637 h 248987"/>
                  <a:gd name="connsiteX20" fmla="*/ 244475 w 478005"/>
                  <a:gd name="connsiteY20" fmla="*/ 239462 h 248987"/>
                  <a:gd name="connsiteX21" fmla="*/ 225425 w 478005"/>
                  <a:gd name="connsiteY21" fmla="*/ 234700 h 248987"/>
                  <a:gd name="connsiteX22" fmla="*/ 203200 w 478005"/>
                  <a:gd name="connsiteY22" fmla="*/ 233112 h 248987"/>
                  <a:gd name="connsiteX23" fmla="*/ 136525 w 478005"/>
                  <a:gd name="connsiteY23" fmla="*/ 234700 h 248987"/>
                  <a:gd name="connsiteX24" fmla="*/ 111125 w 478005"/>
                  <a:gd name="connsiteY24" fmla="*/ 241050 h 248987"/>
                  <a:gd name="connsiteX25" fmla="*/ 47625 w 478005"/>
                  <a:gd name="connsiteY25" fmla="*/ 248987 h 248987"/>
                  <a:gd name="connsiteX26" fmla="*/ 6350 w 478005"/>
                  <a:gd name="connsiteY26" fmla="*/ 231525 h 248987"/>
                  <a:gd name="connsiteX27" fmla="*/ 0 w 478005"/>
                  <a:gd name="connsiteY27" fmla="*/ 209300 h 248987"/>
                  <a:gd name="connsiteX28" fmla="*/ 6350 w 478005"/>
                  <a:gd name="connsiteY28" fmla="*/ 137862 h 248987"/>
                  <a:gd name="connsiteX29" fmla="*/ 7938 w 478005"/>
                  <a:gd name="connsiteY29" fmla="*/ 110875 h 248987"/>
                  <a:gd name="connsiteX30" fmla="*/ 19050 w 478005"/>
                  <a:gd name="connsiteY30" fmla="*/ 96587 h 248987"/>
                  <a:gd name="connsiteX31" fmla="*/ 52388 w 478005"/>
                  <a:gd name="connsiteY31" fmla="*/ 29912 h 248987"/>
                  <a:gd name="connsiteX0" fmla="*/ 52388 w 478005"/>
                  <a:gd name="connsiteY0" fmla="*/ 29103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52388 w 478005"/>
                  <a:gd name="connsiteY30" fmla="*/ 29103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19050 w 478005"/>
                  <a:gd name="connsiteY0" fmla="*/ 95778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25425 w 478005"/>
                  <a:gd name="connsiteY19" fmla="*/ 233891 h 248178"/>
                  <a:gd name="connsiteX20" fmla="*/ 203200 w 478005"/>
                  <a:gd name="connsiteY20" fmla="*/ 232303 h 248178"/>
                  <a:gd name="connsiteX21" fmla="*/ 136525 w 478005"/>
                  <a:gd name="connsiteY21" fmla="*/ 233891 h 248178"/>
                  <a:gd name="connsiteX22" fmla="*/ 111125 w 478005"/>
                  <a:gd name="connsiteY22" fmla="*/ 240241 h 248178"/>
                  <a:gd name="connsiteX23" fmla="*/ 47625 w 478005"/>
                  <a:gd name="connsiteY23" fmla="*/ 248178 h 248178"/>
                  <a:gd name="connsiteX24" fmla="*/ 6350 w 478005"/>
                  <a:gd name="connsiteY24" fmla="*/ 230716 h 248178"/>
                  <a:gd name="connsiteX25" fmla="*/ 0 w 478005"/>
                  <a:gd name="connsiteY25" fmla="*/ 208491 h 248178"/>
                  <a:gd name="connsiteX26" fmla="*/ 6350 w 478005"/>
                  <a:gd name="connsiteY26" fmla="*/ 137053 h 248178"/>
                  <a:gd name="connsiteX27" fmla="*/ 7938 w 478005"/>
                  <a:gd name="connsiteY27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03200 w 478005"/>
                  <a:gd name="connsiteY19" fmla="*/ 232303 h 248178"/>
                  <a:gd name="connsiteX20" fmla="*/ 136525 w 478005"/>
                  <a:gd name="connsiteY20" fmla="*/ 233891 h 248178"/>
                  <a:gd name="connsiteX21" fmla="*/ 111125 w 478005"/>
                  <a:gd name="connsiteY21" fmla="*/ 240241 h 248178"/>
                  <a:gd name="connsiteX22" fmla="*/ 47625 w 478005"/>
                  <a:gd name="connsiteY22" fmla="*/ 248178 h 248178"/>
                  <a:gd name="connsiteX23" fmla="*/ 6350 w 478005"/>
                  <a:gd name="connsiteY23" fmla="*/ 230716 h 248178"/>
                  <a:gd name="connsiteX24" fmla="*/ 0 w 478005"/>
                  <a:gd name="connsiteY24" fmla="*/ 208491 h 248178"/>
                  <a:gd name="connsiteX25" fmla="*/ 6350 w 478005"/>
                  <a:gd name="connsiteY25" fmla="*/ 137053 h 248178"/>
                  <a:gd name="connsiteX26" fmla="*/ 7938 w 478005"/>
                  <a:gd name="connsiteY26" fmla="*/ 110066 h 248178"/>
                  <a:gd name="connsiteX0" fmla="*/ 4706 w 474773"/>
                  <a:gd name="connsiteY0" fmla="*/ 110066 h 248178"/>
                  <a:gd name="connsiteX1" fmla="*/ 55506 w 474773"/>
                  <a:gd name="connsiteY1" fmla="*/ 37041 h 248178"/>
                  <a:gd name="connsiteX2" fmla="*/ 172981 w 474773"/>
                  <a:gd name="connsiteY2" fmla="*/ 2116 h 248178"/>
                  <a:gd name="connsiteX3" fmla="*/ 214256 w 474773"/>
                  <a:gd name="connsiteY3" fmla="*/ 3703 h 248178"/>
                  <a:gd name="connsiteX4" fmla="*/ 219018 w 474773"/>
                  <a:gd name="connsiteY4" fmla="*/ 2116 h 248178"/>
                  <a:gd name="connsiteX5" fmla="*/ 226956 w 474773"/>
                  <a:gd name="connsiteY5" fmla="*/ 38628 h 248178"/>
                  <a:gd name="connsiteX6" fmla="*/ 233306 w 474773"/>
                  <a:gd name="connsiteY6" fmla="*/ 97366 h 248178"/>
                  <a:gd name="connsiteX7" fmla="*/ 238068 w 474773"/>
                  <a:gd name="connsiteY7" fmla="*/ 114828 h 248178"/>
                  <a:gd name="connsiteX8" fmla="*/ 284106 w 474773"/>
                  <a:gd name="connsiteY8" fmla="*/ 127528 h 248178"/>
                  <a:gd name="connsiteX9" fmla="*/ 355543 w 474773"/>
                  <a:gd name="connsiteY9" fmla="*/ 133878 h 248178"/>
                  <a:gd name="connsiteX10" fmla="*/ 426981 w 474773"/>
                  <a:gd name="connsiteY10" fmla="*/ 140228 h 248178"/>
                  <a:gd name="connsiteX11" fmla="*/ 466668 w 474773"/>
                  <a:gd name="connsiteY11" fmla="*/ 148166 h 248178"/>
                  <a:gd name="connsiteX12" fmla="*/ 474606 w 474773"/>
                  <a:gd name="connsiteY12" fmla="*/ 168803 h 248178"/>
                  <a:gd name="connsiteX13" fmla="*/ 463493 w 474773"/>
                  <a:gd name="connsiteY13" fmla="*/ 202141 h 248178"/>
                  <a:gd name="connsiteX14" fmla="*/ 461906 w 474773"/>
                  <a:gd name="connsiteY14" fmla="*/ 208491 h 248178"/>
                  <a:gd name="connsiteX15" fmla="*/ 442856 w 474773"/>
                  <a:gd name="connsiteY15" fmla="*/ 221191 h 248178"/>
                  <a:gd name="connsiteX16" fmla="*/ 380943 w 474773"/>
                  <a:gd name="connsiteY16" fmla="*/ 240241 h 248178"/>
                  <a:gd name="connsiteX17" fmla="*/ 331731 w 474773"/>
                  <a:gd name="connsiteY17" fmla="*/ 241828 h 248178"/>
                  <a:gd name="connsiteX18" fmla="*/ 241243 w 474773"/>
                  <a:gd name="connsiteY18" fmla="*/ 238653 h 248178"/>
                  <a:gd name="connsiteX19" fmla="*/ 199968 w 474773"/>
                  <a:gd name="connsiteY19" fmla="*/ 232303 h 248178"/>
                  <a:gd name="connsiteX20" fmla="*/ 133293 w 474773"/>
                  <a:gd name="connsiteY20" fmla="*/ 233891 h 248178"/>
                  <a:gd name="connsiteX21" fmla="*/ 107893 w 474773"/>
                  <a:gd name="connsiteY21" fmla="*/ 240241 h 248178"/>
                  <a:gd name="connsiteX22" fmla="*/ 44393 w 474773"/>
                  <a:gd name="connsiteY22" fmla="*/ 248178 h 248178"/>
                  <a:gd name="connsiteX23" fmla="*/ 3118 w 474773"/>
                  <a:gd name="connsiteY23" fmla="*/ 230716 h 248178"/>
                  <a:gd name="connsiteX24" fmla="*/ 3118 w 474773"/>
                  <a:gd name="connsiteY24" fmla="*/ 137053 h 248178"/>
                  <a:gd name="connsiteX25" fmla="*/ 4706 w 474773"/>
                  <a:gd name="connsiteY25" fmla="*/ 110066 h 248178"/>
                  <a:gd name="connsiteX0" fmla="*/ 6555 w 476622"/>
                  <a:gd name="connsiteY0" fmla="*/ 110066 h 248178"/>
                  <a:gd name="connsiteX1" fmla="*/ 57355 w 476622"/>
                  <a:gd name="connsiteY1" fmla="*/ 37041 h 248178"/>
                  <a:gd name="connsiteX2" fmla="*/ 174830 w 476622"/>
                  <a:gd name="connsiteY2" fmla="*/ 2116 h 248178"/>
                  <a:gd name="connsiteX3" fmla="*/ 216105 w 476622"/>
                  <a:gd name="connsiteY3" fmla="*/ 3703 h 248178"/>
                  <a:gd name="connsiteX4" fmla="*/ 220867 w 476622"/>
                  <a:gd name="connsiteY4" fmla="*/ 2116 h 248178"/>
                  <a:gd name="connsiteX5" fmla="*/ 228805 w 476622"/>
                  <a:gd name="connsiteY5" fmla="*/ 38628 h 248178"/>
                  <a:gd name="connsiteX6" fmla="*/ 235155 w 476622"/>
                  <a:gd name="connsiteY6" fmla="*/ 97366 h 248178"/>
                  <a:gd name="connsiteX7" fmla="*/ 239917 w 476622"/>
                  <a:gd name="connsiteY7" fmla="*/ 114828 h 248178"/>
                  <a:gd name="connsiteX8" fmla="*/ 285955 w 476622"/>
                  <a:gd name="connsiteY8" fmla="*/ 127528 h 248178"/>
                  <a:gd name="connsiteX9" fmla="*/ 357392 w 476622"/>
                  <a:gd name="connsiteY9" fmla="*/ 133878 h 248178"/>
                  <a:gd name="connsiteX10" fmla="*/ 428830 w 476622"/>
                  <a:gd name="connsiteY10" fmla="*/ 140228 h 248178"/>
                  <a:gd name="connsiteX11" fmla="*/ 468517 w 476622"/>
                  <a:gd name="connsiteY11" fmla="*/ 148166 h 248178"/>
                  <a:gd name="connsiteX12" fmla="*/ 476455 w 476622"/>
                  <a:gd name="connsiteY12" fmla="*/ 168803 h 248178"/>
                  <a:gd name="connsiteX13" fmla="*/ 465342 w 476622"/>
                  <a:gd name="connsiteY13" fmla="*/ 202141 h 248178"/>
                  <a:gd name="connsiteX14" fmla="*/ 463755 w 476622"/>
                  <a:gd name="connsiteY14" fmla="*/ 208491 h 248178"/>
                  <a:gd name="connsiteX15" fmla="*/ 444705 w 476622"/>
                  <a:gd name="connsiteY15" fmla="*/ 221191 h 248178"/>
                  <a:gd name="connsiteX16" fmla="*/ 382792 w 476622"/>
                  <a:gd name="connsiteY16" fmla="*/ 240241 h 248178"/>
                  <a:gd name="connsiteX17" fmla="*/ 333580 w 476622"/>
                  <a:gd name="connsiteY17" fmla="*/ 241828 h 248178"/>
                  <a:gd name="connsiteX18" fmla="*/ 243092 w 476622"/>
                  <a:gd name="connsiteY18" fmla="*/ 238653 h 248178"/>
                  <a:gd name="connsiteX19" fmla="*/ 201817 w 476622"/>
                  <a:gd name="connsiteY19" fmla="*/ 232303 h 248178"/>
                  <a:gd name="connsiteX20" fmla="*/ 135142 w 476622"/>
                  <a:gd name="connsiteY20" fmla="*/ 233891 h 248178"/>
                  <a:gd name="connsiteX21" fmla="*/ 109742 w 476622"/>
                  <a:gd name="connsiteY21" fmla="*/ 240241 h 248178"/>
                  <a:gd name="connsiteX22" fmla="*/ 46242 w 476622"/>
                  <a:gd name="connsiteY22" fmla="*/ 248178 h 248178"/>
                  <a:gd name="connsiteX23" fmla="*/ 4967 w 476622"/>
                  <a:gd name="connsiteY23" fmla="*/ 230716 h 248178"/>
                  <a:gd name="connsiteX24" fmla="*/ 6555 w 476622"/>
                  <a:gd name="connsiteY24" fmla="*/ 110066 h 248178"/>
                  <a:gd name="connsiteX0" fmla="*/ 11001 w 481068"/>
                  <a:gd name="connsiteY0" fmla="*/ 110066 h 248178"/>
                  <a:gd name="connsiteX1" fmla="*/ 61801 w 481068"/>
                  <a:gd name="connsiteY1" fmla="*/ 37041 h 248178"/>
                  <a:gd name="connsiteX2" fmla="*/ 179276 w 481068"/>
                  <a:gd name="connsiteY2" fmla="*/ 2116 h 248178"/>
                  <a:gd name="connsiteX3" fmla="*/ 220551 w 481068"/>
                  <a:gd name="connsiteY3" fmla="*/ 3703 h 248178"/>
                  <a:gd name="connsiteX4" fmla="*/ 225313 w 481068"/>
                  <a:gd name="connsiteY4" fmla="*/ 2116 h 248178"/>
                  <a:gd name="connsiteX5" fmla="*/ 233251 w 481068"/>
                  <a:gd name="connsiteY5" fmla="*/ 38628 h 248178"/>
                  <a:gd name="connsiteX6" fmla="*/ 239601 w 481068"/>
                  <a:gd name="connsiteY6" fmla="*/ 97366 h 248178"/>
                  <a:gd name="connsiteX7" fmla="*/ 244363 w 481068"/>
                  <a:gd name="connsiteY7" fmla="*/ 114828 h 248178"/>
                  <a:gd name="connsiteX8" fmla="*/ 290401 w 481068"/>
                  <a:gd name="connsiteY8" fmla="*/ 127528 h 248178"/>
                  <a:gd name="connsiteX9" fmla="*/ 361838 w 481068"/>
                  <a:gd name="connsiteY9" fmla="*/ 133878 h 248178"/>
                  <a:gd name="connsiteX10" fmla="*/ 433276 w 481068"/>
                  <a:gd name="connsiteY10" fmla="*/ 140228 h 248178"/>
                  <a:gd name="connsiteX11" fmla="*/ 472963 w 481068"/>
                  <a:gd name="connsiteY11" fmla="*/ 148166 h 248178"/>
                  <a:gd name="connsiteX12" fmla="*/ 480901 w 481068"/>
                  <a:gd name="connsiteY12" fmla="*/ 168803 h 248178"/>
                  <a:gd name="connsiteX13" fmla="*/ 469788 w 481068"/>
                  <a:gd name="connsiteY13" fmla="*/ 202141 h 248178"/>
                  <a:gd name="connsiteX14" fmla="*/ 468201 w 481068"/>
                  <a:gd name="connsiteY14" fmla="*/ 208491 h 248178"/>
                  <a:gd name="connsiteX15" fmla="*/ 449151 w 481068"/>
                  <a:gd name="connsiteY15" fmla="*/ 221191 h 248178"/>
                  <a:gd name="connsiteX16" fmla="*/ 387238 w 481068"/>
                  <a:gd name="connsiteY16" fmla="*/ 240241 h 248178"/>
                  <a:gd name="connsiteX17" fmla="*/ 338026 w 481068"/>
                  <a:gd name="connsiteY17" fmla="*/ 241828 h 248178"/>
                  <a:gd name="connsiteX18" fmla="*/ 247538 w 481068"/>
                  <a:gd name="connsiteY18" fmla="*/ 238653 h 248178"/>
                  <a:gd name="connsiteX19" fmla="*/ 206263 w 481068"/>
                  <a:gd name="connsiteY19" fmla="*/ 232303 h 248178"/>
                  <a:gd name="connsiteX20" fmla="*/ 139588 w 481068"/>
                  <a:gd name="connsiteY20" fmla="*/ 233891 h 248178"/>
                  <a:gd name="connsiteX21" fmla="*/ 114188 w 481068"/>
                  <a:gd name="connsiteY21" fmla="*/ 240241 h 248178"/>
                  <a:gd name="connsiteX22" fmla="*/ 50688 w 481068"/>
                  <a:gd name="connsiteY22" fmla="*/ 248178 h 248178"/>
                  <a:gd name="connsiteX23" fmla="*/ 3063 w 481068"/>
                  <a:gd name="connsiteY23" fmla="*/ 200554 h 248178"/>
                  <a:gd name="connsiteX24" fmla="*/ 11001 w 481068"/>
                  <a:gd name="connsiteY24" fmla="*/ 110066 h 248178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39588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55463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49151 w 481068"/>
                  <a:gd name="connsiteY14" fmla="*/ 221191 h 246591"/>
                  <a:gd name="connsiteX15" fmla="*/ 387238 w 481068"/>
                  <a:gd name="connsiteY15" fmla="*/ 240241 h 246591"/>
                  <a:gd name="connsiteX16" fmla="*/ 338026 w 481068"/>
                  <a:gd name="connsiteY16" fmla="*/ 241828 h 246591"/>
                  <a:gd name="connsiteX17" fmla="*/ 247538 w 481068"/>
                  <a:gd name="connsiteY17" fmla="*/ 238653 h 246591"/>
                  <a:gd name="connsiteX18" fmla="*/ 206263 w 481068"/>
                  <a:gd name="connsiteY18" fmla="*/ 232303 h 246591"/>
                  <a:gd name="connsiteX19" fmla="*/ 155463 w 481068"/>
                  <a:gd name="connsiteY19" fmla="*/ 233891 h 246591"/>
                  <a:gd name="connsiteX20" fmla="*/ 114188 w 481068"/>
                  <a:gd name="connsiteY20" fmla="*/ 240241 h 246591"/>
                  <a:gd name="connsiteX21" fmla="*/ 50688 w 481068"/>
                  <a:gd name="connsiteY21" fmla="*/ 246591 h 246591"/>
                  <a:gd name="connsiteX22" fmla="*/ 3063 w 481068"/>
                  <a:gd name="connsiteY22" fmla="*/ 200554 h 246591"/>
                  <a:gd name="connsiteX23" fmla="*/ 11001 w 481068"/>
                  <a:gd name="connsiteY23" fmla="*/ 110066 h 246591"/>
                  <a:gd name="connsiteX0" fmla="*/ 11001 w 481068"/>
                  <a:gd name="connsiteY0" fmla="*/ 108053 h 244578"/>
                  <a:gd name="connsiteX1" fmla="*/ 61801 w 481068"/>
                  <a:gd name="connsiteY1" fmla="*/ 35028 h 244578"/>
                  <a:gd name="connsiteX2" fmla="*/ 177688 w 481068"/>
                  <a:gd name="connsiteY2" fmla="*/ 17565 h 244578"/>
                  <a:gd name="connsiteX3" fmla="*/ 220551 w 481068"/>
                  <a:gd name="connsiteY3" fmla="*/ 1690 h 244578"/>
                  <a:gd name="connsiteX4" fmla="*/ 225313 w 481068"/>
                  <a:gd name="connsiteY4" fmla="*/ 103 h 244578"/>
                  <a:gd name="connsiteX5" fmla="*/ 233251 w 481068"/>
                  <a:gd name="connsiteY5" fmla="*/ 36615 h 244578"/>
                  <a:gd name="connsiteX6" fmla="*/ 239601 w 481068"/>
                  <a:gd name="connsiteY6" fmla="*/ 95353 h 244578"/>
                  <a:gd name="connsiteX7" fmla="*/ 244363 w 481068"/>
                  <a:gd name="connsiteY7" fmla="*/ 112815 h 244578"/>
                  <a:gd name="connsiteX8" fmla="*/ 290401 w 481068"/>
                  <a:gd name="connsiteY8" fmla="*/ 125515 h 244578"/>
                  <a:gd name="connsiteX9" fmla="*/ 361838 w 481068"/>
                  <a:gd name="connsiteY9" fmla="*/ 131865 h 244578"/>
                  <a:gd name="connsiteX10" fmla="*/ 433276 w 481068"/>
                  <a:gd name="connsiteY10" fmla="*/ 138215 h 244578"/>
                  <a:gd name="connsiteX11" fmla="*/ 472963 w 481068"/>
                  <a:gd name="connsiteY11" fmla="*/ 146153 h 244578"/>
                  <a:gd name="connsiteX12" fmla="*/ 480901 w 481068"/>
                  <a:gd name="connsiteY12" fmla="*/ 166790 h 244578"/>
                  <a:gd name="connsiteX13" fmla="*/ 469788 w 481068"/>
                  <a:gd name="connsiteY13" fmla="*/ 200128 h 244578"/>
                  <a:gd name="connsiteX14" fmla="*/ 449151 w 481068"/>
                  <a:gd name="connsiteY14" fmla="*/ 219178 h 244578"/>
                  <a:gd name="connsiteX15" fmla="*/ 387238 w 481068"/>
                  <a:gd name="connsiteY15" fmla="*/ 238228 h 244578"/>
                  <a:gd name="connsiteX16" fmla="*/ 338026 w 481068"/>
                  <a:gd name="connsiteY16" fmla="*/ 239815 h 244578"/>
                  <a:gd name="connsiteX17" fmla="*/ 247538 w 481068"/>
                  <a:gd name="connsiteY17" fmla="*/ 236640 h 244578"/>
                  <a:gd name="connsiteX18" fmla="*/ 206263 w 481068"/>
                  <a:gd name="connsiteY18" fmla="*/ 230290 h 244578"/>
                  <a:gd name="connsiteX19" fmla="*/ 155463 w 481068"/>
                  <a:gd name="connsiteY19" fmla="*/ 231878 h 244578"/>
                  <a:gd name="connsiteX20" fmla="*/ 114188 w 481068"/>
                  <a:gd name="connsiteY20" fmla="*/ 238228 h 244578"/>
                  <a:gd name="connsiteX21" fmla="*/ 50688 w 481068"/>
                  <a:gd name="connsiteY21" fmla="*/ 244578 h 244578"/>
                  <a:gd name="connsiteX22" fmla="*/ 3063 w 481068"/>
                  <a:gd name="connsiteY22" fmla="*/ 198541 h 244578"/>
                  <a:gd name="connsiteX23" fmla="*/ 11001 w 481068"/>
                  <a:gd name="connsiteY23" fmla="*/ 108053 h 244578"/>
                  <a:gd name="connsiteX0" fmla="*/ 11001 w 481068"/>
                  <a:gd name="connsiteY0" fmla="*/ 106841 h 243366"/>
                  <a:gd name="connsiteX1" fmla="*/ 61801 w 481068"/>
                  <a:gd name="connsiteY1" fmla="*/ 33816 h 243366"/>
                  <a:gd name="connsiteX2" fmla="*/ 177688 w 481068"/>
                  <a:gd name="connsiteY2" fmla="*/ 16353 h 243366"/>
                  <a:gd name="connsiteX3" fmla="*/ 220551 w 481068"/>
                  <a:gd name="connsiteY3" fmla="*/ 478 h 243366"/>
                  <a:gd name="connsiteX4" fmla="*/ 233251 w 481068"/>
                  <a:gd name="connsiteY4" fmla="*/ 35403 h 243366"/>
                  <a:gd name="connsiteX5" fmla="*/ 239601 w 481068"/>
                  <a:gd name="connsiteY5" fmla="*/ 94141 h 243366"/>
                  <a:gd name="connsiteX6" fmla="*/ 244363 w 481068"/>
                  <a:gd name="connsiteY6" fmla="*/ 111603 h 243366"/>
                  <a:gd name="connsiteX7" fmla="*/ 290401 w 481068"/>
                  <a:gd name="connsiteY7" fmla="*/ 124303 h 243366"/>
                  <a:gd name="connsiteX8" fmla="*/ 361838 w 481068"/>
                  <a:gd name="connsiteY8" fmla="*/ 130653 h 243366"/>
                  <a:gd name="connsiteX9" fmla="*/ 433276 w 481068"/>
                  <a:gd name="connsiteY9" fmla="*/ 137003 h 243366"/>
                  <a:gd name="connsiteX10" fmla="*/ 472963 w 481068"/>
                  <a:gd name="connsiteY10" fmla="*/ 144941 h 243366"/>
                  <a:gd name="connsiteX11" fmla="*/ 480901 w 481068"/>
                  <a:gd name="connsiteY11" fmla="*/ 165578 h 243366"/>
                  <a:gd name="connsiteX12" fmla="*/ 469788 w 481068"/>
                  <a:gd name="connsiteY12" fmla="*/ 198916 h 243366"/>
                  <a:gd name="connsiteX13" fmla="*/ 449151 w 481068"/>
                  <a:gd name="connsiteY13" fmla="*/ 217966 h 243366"/>
                  <a:gd name="connsiteX14" fmla="*/ 387238 w 481068"/>
                  <a:gd name="connsiteY14" fmla="*/ 237016 h 243366"/>
                  <a:gd name="connsiteX15" fmla="*/ 338026 w 481068"/>
                  <a:gd name="connsiteY15" fmla="*/ 238603 h 243366"/>
                  <a:gd name="connsiteX16" fmla="*/ 247538 w 481068"/>
                  <a:gd name="connsiteY16" fmla="*/ 235428 h 243366"/>
                  <a:gd name="connsiteX17" fmla="*/ 206263 w 481068"/>
                  <a:gd name="connsiteY17" fmla="*/ 229078 h 243366"/>
                  <a:gd name="connsiteX18" fmla="*/ 155463 w 481068"/>
                  <a:gd name="connsiteY18" fmla="*/ 230666 h 243366"/>
                  <a:gd name="connsiteX19" fmla="*/ 114188 w 481068"/>
                  <a:gd name="connsiteY19" fmla="*/ 237016 h 243366"/>
                  <a:gd name="connsiteX20" fmla="*/ 50688 w 481068"/>
                  <a:gd name="connsiteY20" fmla="*/ 243366 h 243366"/>
                  <a:gd name="connsiteX21" fmla="*/ 3063 w 481068"/>
                  <a:gd name="connsiteY21" fmla="*/ 197329 h 243366"/>
                  <a:gd name="connsiteX22" fmla="*/ 11001 w 481068"/>
                  <a:gd name="connsiteY22" fmla="*/ 106841 h 243366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3276 w 481068"/>
                  <a:gd name="connsiteY9" fmla="*/ 126529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0101 w 481068"/>
                  <a:gd name="connsiteY9" fmla="*/ 112242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2793"/>
                  <a:gd name="connsiteY0" fmla="*/ 96367 h 232892"/>
                  <a:gd name="connsiteX1" fmla="*/ 61801 w 482793"/>
                  <a:gd name="connsiteY1" fmla="*/ 23342 h 232892"/>
                  <a:gd name="connsiteX2" fmla="*/ 177688 w 482793"/>
                  <a:gd name="connsiteY2" fmla="*/ 5879 h 232892"/>
                  <a:gd name="connsiteX3" fmla="*/ 222138 w 482793"/>
                  <a:gd name="connsiteY3" fmla="*/ 1117 h 232892"/>
                  <a:gd name="connsiteX4" fmla="*/ 233251 w 482793"/>
                  <a:gd name="connsiteY4" fmla="*/ 24929 h 232892"/>
                  <a:gd name="connsiteX5" fmla="*/ 239601 w 482793"/>
                  <a:gd name="connsiteY5" fmla="*/ 83667 h 232892"/>
                  <a:gd name="connsiteX6" fmla="*/ 244363 w 482793"/>
                  <a:gd name="connsiteY6" fmla="*/ 101129 h 232892"/>
                  <a:gd name="connsiteX7" fmla="*/ 290401 w 482793"/>
                  <a:gd name="connsiteY7" fmla="*/ 113829 h 232892"/>
                  <a:gd name="connsiteX8" fmla="*/ 361838 w 482793"/>
                  <a:gd name="connsiteY8" fmla="*/ 120179 h 232892"/>
                  <a:gd name="connsiteX9" fmla="*/ 430101 w 482793"/>
                  <a:gd name="connsiteY9" fmla="*/ 112242 h 232892"/>
                  <a:gd name="connsiteX10" fmla="*/ 480901 w 482793"/>
                  <a:gd name="connsiteY10" fmla="*/ 155104 h 232892"/>
                  <a:gd name="connsiteX11" fmla="*/ 469788 w 482793"/>
                  <a:gd name="connsiteY11" fmla="*/ 188442 h 232892"/>
                  <a:gd name="connsiteX12" fmla="*/ 449151 w 482793"/>
                  <a:gd name="connsiteY12" fmla="*/ 207492 h 232892"/>
                  <a:gd name="connsiteX13" fmla="*/ 387238 w 482793"/>
                  <a:gd name="connsiteY13" fmla="*/ 226542 h 232892"/>
                  <a:gd name="connsiteX14" fmla="*/ 338026 w 482793"/>
                  <a:gd name="connsiteY14" fmla="*/ 228129 h 232892"/>
                  <a:gd name="connsiteX15" fmla="*/ 247538 w 482793"/>
                  <a:gd name="connsiteY15" fmla="*/ 224954 h 232892"/>
                  <a:gd name="connsiteX16" fmla="*/ 206263 w 482793"/>
                  <a:gd name="connsiteY16" fmla="*/ 218604 h 232892"/>
                  <a:gd name="connsiteX17" fmla="*/ 155463 w 482793"/>
                  <a:gd name="connsiteY17" fmla="*/ 220192 h 232892"/>
                  <a:gd name="connsiteX18" fmla="*/ 114188 w 482793"/>
                  <a:gd name="connsiteY18" fmla="*/ 226542 h 232892"/>
                  <a:gd name="connsiteX19" fmla="*/ 50688 w 482793"/>
                  <a:gd name="connsiteY19" fmla="*/ 232892 h 232892"/>
                  <a:gd name="connsiteX20" fmla="*/ 3063 w 482793"/>
                  <a:gd name="connsiteY20" fmla="*/ 186855 h 232892"/>
                  <a:gd name="connsiteX21" fmla="*/ 11001 w 482793"/>
                  <a:gd name="connsiteY21" fmla="*/ 96367 h 232892"/>
                  <a:gd name="connsiteX0" fmla="*/ 11001 w 479949"/>
                  <a:gd name="connsiteY0" fmla="*/ 96367 h 232892"/>
                  <a:gd name="connsiteX1" fmla="*/ 61801 w 479949"/>
                  <a:gd name="connsiteY1" fmla="*/ 23342 h 232892"/>
                  <a:gd name="connsiteX2" fmla="*/ 177688 w 479949"/>
                  <a:gd name="connsiteY2" fmla="*/ 5879 h 232892"/>
                  <a:gd name="connsiteX3" fmla="*/ 222138 w 479949"/>
                  <a:gd name="connsiteY3" fmla="*/ 1117 h 232892"/>
                  <a:gd name="connsiteX4" fmla="*/ 233251 w 479949"/>
                  <a:gd name="connsiteY4" fmla="*/ 24929 h 232892"/>
                  <a:gd name="connsiteX5" fmla="*/ 239601 w 479949"/>
                  <a:gd name="connsiteY5" fmla="*/ 83667 h 232892"/>
                  <a:gd name="connsiteX6" fmla="*/ 244363 w 479949"/>
                  <a:gd name="connsiteY6" fmla="*/ 101129 h 232892"/>
                  <a:gd name="connsiteX7" fmla="*/ 290401 w 479949"/>
                  <a:gd name="connsiteY7" fmla="*/ 113829 h 232892"/>
                  <a:gd name="connsiteX8" fmla="*/ 361838 w 479949"/>
                  <a:gd name="connsiteY8" fmla="*/ 120179 h 232892"/>
                  <a:gd name="connsiteX9" fmla="*/ 430101 w 479949"/>
                  <a:gd name="connsiteY9" fmla="*/ 112242 h 232892"/>
                  <a:gd name="connsiteX10" fmla="*/ 477726 w 479949"/>
                  <a:gd name="connsiteY10" fmla="*/ 131291 h 232892"/>
                  <a:gd name="connsiteX11" fmla="*/ 469788 w 479949"/>
                  <a:gd name="connsiteY11" fmla="*/ 188442 h 232892"/>
                  <a:gd name="connsiteX12" fmla="*/ 449151 w 479949"/>
                  <a:gd name="connsiteY12" fmla="*/ 207492 h 232892"/>
                  <a:gd name="connsiteX13" fmla="*/ 387238 w 479949"/>
                  <a:gd name="connsiteY13" fmla="*/ 226542 h 232892"/>
                  <a:gd name="connsiteX14" fmla="*/ 338026 w 479949"/>
                  <a:gd name="connsiteY14" fmla="*/ 228129 h 232892"/>
                  <a:gd name="connsiteX15" fmla="*/ 247538 w 479949"/>
                  <a:gd name="connsiteY15" fmla="*/ 224954 h 232892"/>
                  <a:gd name="connsiteX16" fmla="*/ 206263 w 479949"/>
                  <a:gd name="connsiteY16" fmla="*/ 218604 h 232892"/>
                  <a:gd name="connsiteX17" fmla="*/ 155463 w 479949"/>
                  <a:gd name="connsiteY17" fmla="*/ 220192 h 232892"/>
                  <a:gd name="connsiteX18" fmla="*/ 114188 w 479949"/>
                  <a:gd name="connsiteY18" fmla="*/ 226542 h 232892"/>
                  <a:gd name="connsiteX19" fmla="*/ 50688 w 479949"/>
                  <a:gd name="connsiteY19" fmla="*/ 232892 h 232892"/>
                  <a:gd name="connsiteX20" fmla="*/ 3063 w 479949"/>
                  <a:gd name="connsiteY20" fmla="*/ 186855 h 232892"/>
                  <a:gd name="connsiteX21" fmla="*/ 11001 w 479949"/>
                  <a:gd name="connsiteY21" fmla="*/ 96367 h 232892"/>
                  <a:gd name="connsiteX0" fmla="*/ 11001 w 479949"/>
                  <a:gd name="connsiteY0" fmla="*/ 100639 h 237164"/>
                  <a:gd name="connsiteX1" fmla="*/ 61801 w 479949"/>
                  <a:gd name="connsiteY1" fmla="*/ 27614 h 237164"/>
                  <a:gd name="connsiteX2" fmla="*/ 177688 w 479949"/>
                  <a:gd name="connsiteY2" fmla="*/ 10151 h 237164"/>
                  <a:gd name="connsiteX3" fmla="*/ 222138 w 479949"/>
                  <a:gd name="connsiteY3" fmla="*/ 5389 h 237164"/>
                  <a:gd name="connsiteX4" fmla="*/ 239601 w 479949"/>
                  <a:gd name="connsiteY4" fmla="*/ 87939 h 237164"/>
                  <a:gd name="connsiteX5" fmla="*/ 244363 w 479949"/>
                  <a:gd name="connsiteY5" fmla="*/ 105401 h 237164"/>
                  <a:gd name="connsiteX6" fmla="*/ 290401 w 479949"/>
                  <a:gd name="connsiteY6" fmla="*/ 118101 h 237164"/>
                  <a:gd name="connsiteX7" fmla="*/ 361838 w 479949"/>
                  <a:gd name="connsiteY7" fmla="*/ 124451 h 237164"/>
                  <a:gd name="connsiteX8" fmla="*/ 430101 w 479949"/>
                  <a:gd name="connsiteY8" fmla="*/ 116514 h 237164"/>
                  <a:gd name="connsiteX9" fmla="*/ 477726 w 479949"/>
                  <a:gd name="connsiteY9" fmla="*/ 135563 h 237164"/>
                  <a:gd name="connsiteX10" fmla="*/ 469788 w 479949"/>
                  <a:gd name="connsiteY10" fmla="*/ 192714 h 237164"/>
                  <a:gd name="connsiteX11" fmla="*/ 449151 w 479949"/>
                  <a:gd name="connsiteY11" fmla="*/ 211764 h 237164"/>
                  <a:gd name="connsiteX12" fmla="*/ 387238 w 479949"/>
                  <a:gd name="connsiteY12" fmla="*/ 230814 h 237164"/>
                  <a:gd name="connsiteX13" fmla="*/ 338026 w 479949"/>
                  <a:gd name="connsiteY13" fmla="*/ 232401 h 237164"/>
                  <a:gd name="connsiteX14" fmla="*/ 247538 w 479949"/>
                  <a:gd name="connsiteY14" fmla="*/ 229226 h 237164"/>
                  <a:gd name="connsiteX15" fmla="*/ 206263 w 479949"/>
                  <a:gd name="connsiteY15" fmla="*/ 222876 h 237164"/>
                  <a:gd name="connsiteX16" fmla="*/ 155463 w 479949"/>
                  <a:gd name="connsiteY16" fmla="*/ 224464 h 237164"/>
                  <a:gd name="connsiteX17" fmla="*/ 114188 w 479949"/>
                  <a:gd name="connsiteY17" fmla="*/ 230814 h 237164"/>
                  <a:gd name="connsiteX18" fmla="*/ 50688 w 479949"/>
                  <a:gd name="connsiteY18" fmla="*/ 237164 h 237164"/>
                  <a:gd name="connsiteX19" fmla="*/ 3063 w 479949"/>
                  <a:gd name="connsiteY19" fmla="*/ 191127 h 237164"/>
                  <a:gd name="connsiteX20" fmla="*/ 11001 w 479949"/>
                  <a:gd name="connsiteY20" fmla="*/ 100639 h 237164"/>
                  <a:gd name="connsiteX0" fmla="*/ 11001 w 479949"/>
                  <a:gd name="connsiteY0" fmla="*/ 94758 h 231283"/>
                  <a:gd name="connsiteX1" fmla="*/ 61801 w 479949"/>
                  <a:gd name="connsiteY1" fmla="*/ 21733 h 231283"/>
                  <a:gd name="connsiteX2" fmla="*/ 177688 w 479949"/>
                  <a:gd name="connsiteY2" fmla="*/ 4270 h 231283"/>
                  <a:gd name="connsiteX3" fmla="*/ 226900 w 479949"/>
                  <a:gd name="connsiteY3" fmla="*/ 7445 h 231283"/>
                  <a:gd name="connsiteX4" fmla="*/ 239601 w 479949"/>
                  <a:gd name="connsiteY4" fmla="*/ 82058 h 231283"/>
                  <a:gd name="connsiteX5" fmla="*/ 244363 w 479949"/>
                  <a:gd name="connsiteY5" fmla="*/ 99520 h 231283"/>
                  <a:gd name="connsiteX6" fmla="*/ 290401 w 479949"/>
                  <a:gd name="connsiteY6" fmla="*/ 112220 h 231283"/>
                  <a:gd name="connsiteX7" fmla="*/ 361838 w 479949"/>
                  <a:gd name="connsiteY7" fmla="*/ 118570 h 231283"/>
                  <a:gd name="connsiteX8" fmla="*/ 430101 w 479949"/>
                  <a:gd name="connsiteY8" fmla="*/ 110633 h 231283"/>
                  <a:gd name="connsiteX9" fmla="*/ 477726 w 479949"/>
                  <a:gd name="connsiteY9" fmla="*/ 129682 h 231283"/>
                  <a:gd name="connsiteX10" fmla="*/ 469788 w 479949"/>
                  <a:gd name="connsiteY10" fmla="*/ 186833 h 231283"/>
                  <a:gd name="connsiteX11" fmla="*/ 449151 w 479949"/>
                  <a:gd name="connsiteY11" fmla="*/ 205883 h 231283"/>
                  <a:gd name="connsiteX12" fmla="*/ 387238 w 479949"/>
                  <a:gd name="connsiteY12" fmla="*/ 224933 h 231283"/>
                  <a:gd name="connsiteX13" fmla="*/ 338026 w 479949"/>
                  <a:gd name="connsiteY13" fmla="*/ 226520 h 231283"/>
                  <a:gd name="connsiteX14" fmla="*/ 247538 w 479949"/>
                  <a:gd name="connsiteY14" fmla="*/ 223345 h 231283"/>
                  <a:gd name="connsiteX15" fmla="*/ 206263 w 479949"/>
                  <a:gd name="connsiteY15" fmla="*/ 216995 h 231283"/>
                  <a:gd name="connsiteX16" fmla="*/ 155463 w 479949"/>
                  <a:gd name="connsiteY16" fmla="*/ 218583 h 231283"/>
                  <a:gd name="connsiteX17" fmla="*/ 114188 w 479949"/>
                  <a:gd name="connsiteY17" fmla="*/ 224933 h 231283"/>
                  <a:gd name="connsiteX18" fmla="*/ 50688 w 479949"/>
                  <a:gd name="connsiteY18" fmla="*/ 231283 h 231283"/>
                  <a:gd name="connsiteX19" fmla="*/ 3063 w 479949"/>
                  <a:gd name="connsiteY19" fmla="*/ 185246 h 231283"/>
                  <a:gd name="connsiteX20" fmla="*/ 11001 w 479949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361838 w 479950"/>
                  <a:gd name="connsiteY7" fmla="*/ 118570 h 231283"/>
                  <a:gd name="connsiteX8" fmla="*/ 430101 w 479950"/>
                  <a:gd name="connsiteY8" fmla="*/ 113808 h 231283"/>
                  <a:gd name="connsiteX9" fmla="*/ 477726 w 479950"/>
                  <a:gd name="connsiteY9" fmla="*/ 129682 h 231283"/>
                  <a:gd name="connsiteX10" fmla="*/ 469788 w 479950"/>
                  <a:gd name="connsiteY10" fmla="*/ 186833 h 231283"/>
                  <a:gd name="connsiteX11" fmla="*/ 449151 w 479950"/>
                  <a:gd name="connsiteY11" fmla="*/ 205883 h 231283"/>
                  <a:gd name="connsiteX12" fmla="*/ 387238 w 479950"/>
                  <a:gd name="connsiteY12" fmla="*/ 224933 h 231283"/>
                  <a:gd name="connsiteX13" fmla="*/ 338026 w 479950"/>
                  <a:gd name="connsiteY13" fmla="*/ 226520 h 231283"/>
                  <a:gd name="connsiteX14" fmla="*/ 247538 w 479950"/>
                  <a:gd name="connsiteY14" fmla="*/ 223345 h 231283"/>
                  <a:gd name="connsiteX15" fmla="*/ 206263 w 479950"/>
                  <a:gd name="connsiteY15" fmla="*/ 216995 h 231283"/>
                  <a:gd name="connsiteX16" fmla="*/ 155463 w 479950"/>
                  <a:gd name="connsiteY16" fmla="*/ 218583 h 231283"/>
                  <a:gd name="connsiteX17" fmla="*/ 114188 w 479950"/>
                  <a:gd name="connsiteY17" fmla="*/ 224933 h 231283"/>
                  <a:gd name="connsiteX18" fmla="*/ 50688 w 479950"/>
                  <a:gd name="connsiteY18" fmla="*/ 231283 h 231283"/>
                  <a:gd name="connsiteX19" fmla="*/ 3063 w 479950"/>
                  <a:gd name="connsiteY19" fmla="*/ 185246 h 231283"/>
                  <a:gd name="connsiteX20" fmla="*/ 11001 w 479950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320563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3068 h 229593"/>
                  <a:gd name="connsiteX1" fmla="*/ 61801 w 479950"/>
                  <a:gd name="connsiteY1" fmla="*/ 20043 h 229593"/>
                  <a:gd name="connsiteX2" fmla="*/ 177688 w 479950"/>
                  <a:gd name="connsiteY2" fmla="*/ 2580 h 229593"/>
                  <a:gd name="connsiteX3" fmla="*/ 226900 w 479950"/>
                  <a:gd name="connsiteY3" fmla="*/ 5755 h 229593"/>
                  <a:gd name="connsiteX4" fmla="*/ 238013 w 479950"/>
                  <a:gd name="connsiteY4" fmla="*/ 54968 h 229593"/>
                  <a:gd name="connsiteX5" fmla="*/ 245951 w 479950"/>
                  <a:gd name="connsiteY5" fmla="*/ 110530 h 229593"/>
                  <a:gd name="connsiteX6" fmla="*/ 320563 w 479950"/>
                  <a:gd name="connsiteY6" fmla="*/ 110530 h 229593"/>
                  <a:gd name="connsiteX7" fmla="*/ 430101 w 479950"/>
                  <a:gd name="connsiteY7" fmla="*/ 112118 h 229593"/>
                  <a:gd name="connsiteX8" fmla="*/ 477726 w 479950"/>
                  <a:gd name="connsiteY8" fmla="*/ 127992 h 229593"/>
                  <a:gd name="connsiteX9" fmla="*/ 469788 w 479950"/>
                  <a:gd name="connsiteY9" fmla="*/ 185143 h 229593"/>
                  <a:gd name="connsiteX10" fmla="*/ 449151 w 479950"/>
                  <a:gd name="connsiteY10" fmla="*/ 204193 h 229593"/>
                  <a:gd name="connsiteX11" fmla="*/ 387238 w 479950"/>
                  <a:gd name="connsiteY11" fmla="*/ 223243 h 229593"/>
                  <a:gd name="connsiteX12" fmla="*/ 338026 w 479950"/>
                  <a:gd name="connsiteY12" fmla="*/ 224830 h 229593"/>
                  <a:gd name="connsiteX13" fmla="*/ 247538 w 479950"/>
                  <a:gd name="connsiteY13" fmla="*/ 221655 h 229593"/>
                  <a:gd name="connsiteX14" fmla="*/ 206263 w 479950"/>
                  <a:gd name="connsiteY14" fmla="*/ 215305 h 229593"/>
                  <a:gd name="connsiteX15" fmla="*/ 155463 w 479950"/>
                  <a:gd name="connsiteY15" fmla="*/ 216893 h 229593"/>
                  <a:gd name="connsiteX16" fmla="*/ 114188 w 479950"/>
                  <a:gd name="connsiteY16" fmla="*/ 223243 h 229593"/>
                  <a:gd name="connsiteX17" fmla="*/ 50688 w 479950"/>
                  <a:gd name="connsiteY17" fmla="*/ 229593 h 229593"/>
                  <a:gd name="connsiteX18" fmla="*/ 3063 w 479950"/>
                  <a:gd name="connsiteY18" fmla="*/ 183556 h 229593"/>
                  <a:gd name="connsiteX19" fmla="*/ 11001 w 479950"/>
                  <a:gd name="connsiteY19" fmla="*/ 93068 h 229593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14351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25463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19584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29109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8613 w 477562"/>
                  <a:gd name="connsiteY0" fmla="*/ 95759 h 232284"/>
                  <a:gd name="connsiteX1" fmla="*/ 59413 w 477562"/>
                  <a:gd name="connsiteY1" fmla="*/ 22734 h 232284"/>
                  <a:gd name="connsiteX2" fmla="*/ 175300 w 477562"/>
                  <a:gd name="connsiteY2" fmla="*/ 5271 h 232284"/>
                  <a:gd name="connsiteX3" fmla="*/ 224512 w 477562"/>
                  <a:gd name="connsiteY3" fmla="*/ 8446 h 232284"/>
                  <a:gd name="connsiteX4" fmla="*/ 238800 w 477562"/>
                  <a:gd name="connsiteY4" fmla="*/ 97346 h 232284"/>
                  <a:gd name="connsiteX5" fmla="*/ 318175 w 477562"/>
                  <a:gd name="connsiteY5" fmla="*/ 124333 h 232284"/>
                  <a:gd name="connsiteX6" fmla="*/ 427713 w 477562"/>
                  <a:gd name="connsiteY6" fmla="*/ 114809 h 232284"/>
                  <a:gd name="connsiteX7" fmla="*/ 475338 w 477562"/>
                  <a:gd name="connsiteY7" fmla="*/ 130683 h 232284"/>
                  <a:gd name="connsiteX8" fmla="*/ 467400 w 477562"/>
                  <a:gd name="connsiteY8" fmla="*/ 187834 h 232284"/>
                  <a:gd name="connsiteX9" fmla="*/ 446763 w 477562"/>
                  <a:gd name="connsiteY9" fmla="*/ 206884 h 232284"/>
                  <a:gd name="connsiteX10" fmla="*/ 384850 w 477562"/>
                  <a:gd name="connsiteY10" fmla="*/ 225934 h 232284"/>
                  <a:gd name="connsiteX11" fmla="*/ 335638 w 477562"/>
                  <a:gd name="connsiteY11" fmla="*/ 227521 h 232284"/>
                  <a:gd name="connsiteX12" fmla="*/ 245150 w 477562"/>
                  <a:gd name="connsiteY12" fmla="*/ 224346 h 232284"/>
                  <a:gd name="connsiteX13" fmla="*/ 203875 w 477562"/>
                  <a:gd name="connsiteY13" fmla="*/ 217996 h 232284"/>
                  <a:gd name="connsiteX14" fmla="*/ 153075 w 477562"/>
                  <a:gd name="connsiteY14" fmla="*/ 229109 h 232284"/>
                  <a:gd name="connsiteX15" fmla="*/ 111800 w 477562"/>
                  <a:gd name="connsiteY15" fmla="*/ 225934 h 232284"/>
                  <a:gd name="connsiteX16" fmla="*/ 48300 w 477562"/>
                  <a:gd name="connsiteY16" fmla="*/ 232284 h 232284"/>
                  <a:gd name="connsiteX17" fmla="*/ 3850 w 477562"/>
                  <a:gd name="connsiteY17" fmla="*/ 184660 h 232284"/>
                  <a:gd name="connsiteX18" fmla="*/ 8613 w 477562"/>
                  <a:gd name="connsiteY18" fmla="*/ 95759 h 232284"/>
                  <a:gd name="connsiteX0" fmla="*/ 8539 w 477488"/>
                  <a:gd name="connsiteY0" fmla="*/ 95140 h 231665"/>
                  <a:gd name="connsiteX1" fmla="*/ 57752 w 477488"/>
                  <a:gd name="connsiteY1" fmla="*/ 9415 h 231665"/>
                  <a:gd name="connsiteX2" fmla="*/ 175226 w 477488"/>
                  <a:gd name="connsiteY2" fmla="*/ 4652 h 231665"/>
                  <a:gd name="connsiteX3" fmla="*/ 224438 w 477488"/>
                  <a:gd name="connsiteY3" fmla="*/ 7827 h 231665"/>
                  <a:gd name="connsiteX4" fmla="*/ 238726 w 477488"/>
                  <a:gd name="connsiteY4" fmla="*/ 96727 h 231665"/>
                  <a:gd name="connsiteX5" fmla="*/ 318101 w 477488"/>
                  <a:gd name="connsiteY5" fmla="*/ 123714 h 231665"/>
                  <a:gd name="connsiteX6" fmla="*/ 427639 w 477488"/>
                  <a:gd name="connsiteY6" fmla="*/ 114190 h 231665"/>
                  <a:gd name="connsiteX7" fmla="*/ 475264 w 477488"/>
                  <a:gd name="connsiteY7" fmla="*/ 130064 h 231665"/>
                  <a:gd name="connsiteX8" fmla="*/ 467326 w 477488"/>
                  <a:gd name="connsiteY8" fmla="*/ 187215 h 231665"/>
                  <a:gd name="connsiteX9" fmla="*/ 446689 w 477488"/>
                  <a:gd name="connsiteY9" fmla="*/ 206265 h 231665"/>
                  <a:gd name="connsiteX10" fmla="*/ 384776 w 477488"/>
                  <a:gd name="connsiteY10" fmla="*/ 225315 h 231665"/>
                  <a:gd name="connsiteX11" fmla="*/ 335564 w 477488"/>
                  <a:gd name="connsiteY11" fmla="*/ 226902 h 231665"/>
                  <a:gd name="connsiteX12" fmla="*/ 245076 w 477488"/>
                  <a:gd name="connsiteY12" fmla="*/ 223727 h 231665"/>
                  <a:gd name="connsiteX13" fmla="*/ 203801 w 477488"/>
                  <a:gd name="connsiteY13" fmla="*/ 217377 h 231665"/>
                  <a:gd name="connsiteX14" fmla="*/ 153001 w 477488"/>
                  <a:gd name="connsiteY14" fmla="*/ 228490 h 231665"/>
                  <a:gd name="connsiteX15" fmla="*/ 111726 w 477488"/>
                  <a:gd name="connsiteY15" fmla="*/ 225315 h 231665"/>
                  <a:gd name="connsiteX16" fmla="*/ 48226 w 477488"/>
                  <a:gd name="connsiteY16" fmla="*/ 231665 h 231665"/>
                  <a:gd name="connsiteX17" fmla="*/ 3776 w 477488"/>
                  <a:gd name="connsiteY17" fmla="*/ 184041 h 231665"/>
                  <a:gd name="connsiteX18" fmla="*/ 8539 w 477488"/>
                  <a:gd name="connsiteY18" fmla="*/ 95140 h 231665"/>
                  <a:gd name="connsiteX0" fmla="*/ 8539 w 477488"/>
                  <a:gd name="connsiteY0" fmla="*/ 98235 h 234760"/>
                  <a:gd name="connsiteX1" fmla="*/ 57752 w 477488"/>
                  <a:gd name="connsiteY1" fmla="*/ 12510 h 234760"/>
                  <a:gd name="connsiteX2" fmla="*/ 175226 w 477488"/>
                  <a:gd name="connsiteY2" fmla="*/ 7747 h 234760"/>
                  <a:gd name="connsiteX3" fmla="*/ 224438 w 477488"/>
                  <a:gd name="connsiteY3" fmla="*/ 10922 h 234760"/>
                  <a:gd name="connsiteX4" fmla="*/ 238726 w 477488"/>
                  <a:gd name="connsiteY4" fmla="*/ 99822 h 234760"/>
                  <a:gd name="connsiteX5" fmla="*/ 318101 w 477488"/>
                  <a:gd name="connsiteY5" fmla="*/ 126809 h 234760"/>
                  <a:gd name="connsiteX6" fmla="*/ 427639 w 477488"/>
                  <a:gd name="connsiteY6" fmla="*/ 117285 h 234760"/>
                  <a:gd name="connsiteX7" fmla="*/ 475264 w 477488"/>
                  <a:gd name="connsiteY7" fmla="*/ 133159 h 234760"/>
                  <a:gd name="connsiteX8" fmla="*/ 467326 w 477488"/>
                  <a:gd name="connsiteY8" fmla="*/ 190310 h 234760"/>
                  <a:gd name="connsiteX9" fmla="*/ 446689 w 477488"/>
                  <a:gd name="connsiteY9" fmla="*/ 209360 h 234760"/>
                  <a:gd name="connsiteX10" fmla="*/ 384776 w 477488"/>
                  <a:gd name="connsiteY10" fmla="*/ 228410 h 234760"/>
                  <a:gd name="connsiteX11" fmla="*/ 335564 w 477488"/>
                  <a:gd name="connsiteY11" fmla="*/ 229997 h 234760"/>
                  <a:gd name="connsiteX12" fmla="*/ 245076 w 477488"/>
                  <a:gd name="connsiteY12" fmla="*/ 226822 h 234760"/>
                  <a:gd name="connsiteX13" fmla="*/ 203801 w 477488"/>
                  <a:gd name="connsiteY13" fmla="*/ 220472 h 234760"/>
                  <a:gd name="connsiteX14" fmla="*/ 153001 w 477488"/>
                  <a:gd name="connsiteY14" fmla="*/ 231585 h 234760"/>
                  <a:gd name="connsiteX15" fmla="*/ 111726 w 477488"/>
                  <a:gd name="connsiteY15" fmla="*/ 228410 h 234760"/>
                  <a:gd name="connsiteX16" fmla="*/ 48226 w 477488"/>
                  <a:gd name="connsiteY16" fmla="*/ 234760 h 234760"/>
                  <a:gd name="connsiteX17" fmla="*/ 3776 w 477488"/>
                  <a:gd name="connsiteY17" fmla="*/ 187136 h 234760"/>
                  <a:gd name="connsiteX18" fmla="*/ 8539 w 477488"/>
                  <a:gd name="connsiteY18" fmla="*/ 98235 h 234760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19778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30891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53001 w 477488"/>
                  <a:gd name="connsiteY13" fmla="*/ 230891 h 234066"/>
                  <a:gd name="connsiteX14" fmla="*/ 111726 w 477488"/>
                  <a:gd name="connsiteY14" fmla="*/ 227716 h 234066"/>
                  <a:gd name="connsiteX15" fmla="*/ 48226 w 477488"/>
                  <a:gd name="connsiteY15" fmla="*/ 234066 h 234066"/>
                  <a:gd name="connsiteX16" fmla="*/ 3776 w 477488"/>
                  <a:gd name="connsiteY16" fmla="*/ 186442 h 234066"/>
                  <a:gd name="connsiteX17" fmla="*/ 8539 w 477488"/>
                  <a:gd name="connsiteY17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11726 w 477488"/>
                  <a:gd name="connsiteY13" fmla="*/ 227716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46651 w 477488"/>
                  <a:gd name="connsiteY13" fmla="*/ 224541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194 w 477143"/>
                  <a:gd name="connsiteY0" fmla="*/ 97541 h 230830"/>
                  <a:gd name="connsiteX1" fmla="*/ 57407 w 477143"/>
                  <a:gd name="connsiteY1" fmla="*/ 11816 h 230830"/>
                  <a:gd name="connsiteX2" fmla="*/ 174881 w 477143"/>
                  <a:gd name="connsiteY2" fmla="*/ 7053 h 230830"/>
                  <a:gd name="connsiteX3" fmla="*/ 224093 w 477143"/>
                  <a:gd name="connsiteY3" fmla="*/ 10228 h 230830"/>
                  <a:gd name="connsiteX4" fmla="*/ 238381 w 477143"/>
                  <a:gd name="connsiteY4" fmla="*/ 99128 h 230830"/>
                  <a:gd name="connsiteX5" fmla="*/ 317756 w 477143"/>
                  <a:gd name="connsiteY5" fmla="*/ 126115 h 230830"/>
                  <a:gd name="connsiteX6" fmla="*/ 427294 w 477143"/>
                  <a:gd name="connsiteY6" fmla="*/ 116591 h 230830"/>
                  <a:gd name="connsiteX7" fmla="*/ 474919 w 477143"/>
                  <a:gd name="connsiteY7" fmla="*/ 132465 h 230830"/>
                  <a:gd name="connsiteX8" fmla="*/ 466981 w 477143"/>
                  <a:gd name="connsiteY8" fmla="*/ 189616 h 230830"/>
                  <a:gd name="connsiteX9" fmla="*/ 446344 w 477143"/>
                  <a:gd name="connsiteY9" fmla="*/ 208666 h 230830"/>
                  <a:gd name="connsiteX10" fmla="*/ 384431 w 477143"/>
                  <a:gd name="connsiteY10" fmla="*/ 227716 h 230830"/>
                  <a:gd name="connsiteX11" fmla="*/ 335219 w 477143"/>
                  <a:gd name="connsiteY11" fmla="*/ 229303 h 230830"/>
                  <a:gd name="connsiteX12" fmla="*/ 244731 w 477143"/>
                  <a:gd name="connsiteY12" fmla="*/ 226128 h 230830"/>
                  <a:gd name="connsiteX13" fmla="*/ 146306 w 477143"/>
                  <a:gd name="connsiteY13" fmla="*/ 224541 h 230830"/>
                  <a:gd name="connsiteX14" fmla="*/ 43119 w 477143"/>
                  <a:gd name="connsiteY14" fmla="*/ 229304 h 230830"/>
                  <a:gd name="connsiteX15" fmla="*/ 3431 w 477143"/>
                  <a:gd name="connsiteY15" fmla="*/ 186442 h 230830"/>
                  <a:gd name="connsiteX16" fmla="*/ 8194 w 477143"/>
                  <a:gd name="connsiteY16" fmla="*/ 97541 h 230830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45075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22850 w 477487"/>
                  <a:gd name="connsiteY4" fmla="*/ 97540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87" h="230892">
                    <a:moveTo>
                      <a:pt x="8538" y="97541"/>
                    </a:moveTo>
                    <a:cubicBezTo>
                      <a:pt x="17534" y="68437"/>
                      <a:pt x="33002" y="33436"/>
                      <a:pt x="57751" y="11816"/>
                    </a:cubicBezTo>
                    <a:cubicBezTo>
                      <a:pt x="84777" y="-11793"/>
                      <a:pt x="147444" y="7318"/>
                      <a:pt x="175225" y="7053"/>
                    </a:cubicBezTo>
                    <a:cubicBezTo>
                      <a:pt x="203006" y="6788"/>
                      <a:pt x="216500" y="-4853"/>
                      <a:pt x="224437" y="10228"/>
                    </a:cubicBezTo>
                    <a:cubicBezTo>
                      <a:pt x="232374" y="25309"/>
                      <a:pt x="207239" y="78225"/>
                      <a:pt x="222850" y="97540"/>
                    </a:cubicBezTo>
                    <a:cubicBezTo>
                      <a:pt x="238461" y="116855"/>
                      <a:pt x="287144" y="123734"/>
                      <a:pt x="318100" y="126115"/>
                    </a:cubicBezTo>
                    <a:cubicBezTo>
                      <a:pt x="349056" y="128496"/>
                      <a:pt x="396417" y="113681"/>
                      <a:pt x="427638" y="116591"/>
                    </a:cubicBezTo>
                    <a:cubicBezTo>
                      <a:pt x="458859" y="119501"/>
                      <a:pt x="468649" y="120294"/>
                      <a:pt x="475263" y="132465"/>
                    </a:cubicBezTo>
                    <a:cubicBezTo>
                      <a:pt x="481878" y="144636"/>
                      <a:pt x="472088" y="176916"/>
                      <a:pt x="467325" y="189616"/>
                    </a:cubicBezTo>
                    <a:cubicBezTo>
                      <a:pt x="462563" y="202316"/>
                      <a:pt x="460446" y="202316"/>
                      <a:pt x="446688" y="208666"/>
                    </a:cubicBezTo>
                    <a:cubicBezTo>
                      <a:pt x="432930" y="215016"/>
                      <a:pt x="410583" y="224901"/>
                      <a:pt x="384775" y="227716"/>
                    </a:cubicBezTo>
                    <a:cubicBezTo>
                      <a:pt x="368459" y="229496"/>
                      <a:pt x="351967" y="228774"/>
                      <a:pt x="335563" y="229303"/>
                    </a:cubicBezTo>
                    <a:cubicBezTo>
                      <a:pt x="299325" y="233834"/>
                      <a:pt x="286085" y="226922"/>
                      <a:pt x="254600" y="226128"/>
                    </a:cubicBezTo>
                    <a:cubicBezTo>
                      <a:pt x="221792" y="225599"/>
                      <a:pt x="181046" y="223747"/>
                      <a:pt x="146650" y="224541"/>
                    </a:cubicBezTo>
                    <a:cubicBezTo>
                      <a:pt x="112254" y="225335"/>
                      <a:pt x="76356" y="228883"/>
                      <a:pt x="48226" y="230892"/>
                    </a:cubicBezTo>
                    <a:cubicBezTo>
                      <a:pt x="34073" y="227747"/>
                      <a:pt x="10390" y="208667"/>
                      <a:pt x="3775" y="186442"/>
                    </a:cubicBezTo>
                    <a:cubicBezTo>
                      <a:pt x="-2840" y="164217"/>
                      <a:pt x="-458" y="126645"/>
                      <a:pt x="8538" y="97541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0" name="矩形 1069">
                <a:extLst>
                  <a:ext uri="{FF2B5EF4-FFF2-40B4-BE49-F238E27FC236}">
                    <a16:creationId xmlns:a16="http://schemas.microsoft.com/office/drawing/2014/main" id="{319CA0E9-C64D-4727-7857-81DF135DBEB6}"/>
                  </a:ext>
                </a:extLst>
              </p:cNvPr>
              <p:cNvSpPr/>
              <p:nvPr/>
            </p:nvSpPr>
            <p:spPr>
              <a:xfrm rot="318150">
                <a:off x="4052003" y="1851645"/>
                <a:ext cx="45719" cy="85900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1" name="椭圆 1070">
                <a:extLst>
                  <a:ext uri="{FF2B5EF4-FFF2-40B4-BE49-F238E27FC236}">
                    <a16:creationId xmlns:a16="http://schemas.microsoft.com/office/drawing/2014/main" id="{AB48A06E-3E7F-D25E-A9CA-1D6A64F4623A}"/>
                  </a:ext>
                </a:extLst>
              </p:cNvPr>
              <p:cNvSpPr/>
              <p:nvPr/>
            </p:nvSpPr>
            <p:spPr>
              <a:xfrm>
                <a:off x="4021332" y="2183928"/>
                <a:ext cx="104309" cy="99418"/>
              </a:xfrm>
              <a:prstGeom prst="ellipse">
                <a:avLst/>
              </a:prstGeom>
              <a:solidFill>
                <a:srgbClr val="333333">
                  <a:alpha val="5000"/>
                </a:srgbClr>
              </a:solidFill>
              <a:ln w="9525">
                <a:solidFill>
                  <a:srgbClr val="3333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2" name="矩形 1071">
                <a:extLst>
                  <a:ext uri="{FF2B5EF4-FFF2-40B4-BE49-F238E27FC236}">
                    <a16:creationId xmlns:a16="http://schemas.microsoft.com/office/drawing/2014/main" id="{918CFDC4-A35A-1722-44C0-C014DBBBC52C}"/>
                  </a:ext>
                </a:extLst>
              </p:cNvPr>
              <p:cNvSpPr/>
              <p:nvPr/>
            </p:nvSpPr>
            <p:spPr>
              <a:xfrm>
                <a:off x="4045600" y="1951906"/>
                <a:ext cx="45719" cy="21305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3" name="椭圆 1072">
                <a:extLst>
                  <a:ext uri="{FF2B5EF4-FFF2-40B4-BE49-F238E27FC236}">
                    <a16:creationId xmlns:a16="http://schemas.microsoft.com/office/drawing/2014/main" id="{72BD76DD-D435-EE75-F284-9F0D1D1C4727}"/>
                  </a:ext>
                </a:extLst>
              </p:cNvPr>
              <p:cNvSpPr/>
              <p:nvPr/>
            </p:nvSpPr>
            <p:spPr>
              <a:xfrm>
                <a:off x="4035694" y="2196158"/>
                <a:ext cx="74197" cy="74958"/>
              </a:xfrm>
              <a:prstGeom prst="ellipse">
                <a:avLst/>
              </a:prstGeom>
              <a:solidFill>
                <a:schemeClr val="accent3">
                  <a:lumMod val="40000"/>
                  <a:lumOff val="60000"/>
                  <a:alpha val="5000"/>
                </a:schemeClr>
              </a:solidFill>
              <a:ln w="9525">
                <a:solidFill>
                  <a:schemeClr val="accent3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4" name="矩形 1073">
                <a:extLst>
                  <a:ext uri="{FF2B5EF4-FFF2-40B4-BE49-F238E27FC236}">
                    <a16:creationId xmlns:a16="http://schemas.microsoft.com/office/drawing/2014/main" id="{87C2CAA7-EE41-E0AC-FDA8-D8C82220C349}"/>
                  </a:ext>
                </a:extLst>
              </p:cNvPr>
              <p:cNvSpPr/>
              <p:nvPr/>
            </p:nvSpPr>
            <p:spPr>
              <a:xfrm>
                <a:off x="3975492" y="1820885"/>
                <a:ext cx="156702" cy="6340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5" name="矩形: 圆角 1074">
                <a:extLst>
                  <a:ext uri="{FF2B5EF4-FFF2-40B4-BE49-F238E27FC236}">
                    <a16:creationId xmlns:a16="http://schemas.microsoft.com/office/drawing/2014/main" id="{F8B09472-ADAB-92D5-A5CD-25168613F6A2}"/>
                  </a:ext>
                </a:extLst>
              </p:cNvPr>
              <p:cNvSpPr/>
              <p:nvPr/>
            </p:nvSpPr>
            <p:spPr>
              <a:xfrm>
                <a:off x="3973110" y="1950896"/>
                <a:ext cx="155273" cy="43259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24" name="组合 1023">
              <a:extLst>
                <a:ext uri="{FF2B5EF4-FFF2-40B4-BE49-F238E27FC236}">
                  <a16:creationId xmlns:a16="http://schemas.microsoft.com/office/drawing/2014/main" id="{B08DAED3-4012-E5D9-C2AF-3BEB24E90242}"/>
                </a:ext>
              </a:extLst>
            </p:cNvPr>
            <p:cNvGrpSpPr/>
            <p:nvPr/>
          </p:nvGrpSpPr>
          <p:grpSpPr>
            <a:xfrm rot="1738777">
              <a:off x="10709153" y="5541003"/>
              <a:ext cx="170715" cy="201152"/>
              <a:chOff x="3945740" y="1869588"/>
              <a:chExt cx="391675" cy="478460"/>
            </a:xfrm>
          </p:grpSpPr>
          <p:sp>
            <p:nvSpPr>
              <p:cNvPr id="1058" name="任意多边形: 形状 1057">
                <a:extLst>
                  <a:ext uri="{FF2B5EF4-FFF2-40B4-BE49-F238E27FC236}">
                    <a16:creationId xmlns:a16="http://schemas.microsoft.com/office/drawing/2014/main" id="{1DE003D2-94AD-F334-1E30-2AB4AB2E49FB}"/>
                  </a:ext>
                </a:extLst>
              </p:cNvPr>
              <p:cNvSpPr/>
              <p:nvPr/>
            </p:nvSpPr>
            <p:spPr>
              <a:xfrm>
                <a:off x="3945740" y="2160534"/>
                <a:ext cx="391675" cy="187514"/>
              </a:xfrm>
              <a:custGeom>
                <a:avLst/>
                <a:gdLst>
                  <a:gd name="connsiteX0" fmla="*/ 52388 w 478005"/>
                  <a:gd name="connsiteY0" fmla="*/ 26987 h 246062"/>
                  <a:gd name="connsiteX1" fmla="*/ 58738 w 478005"/>
                  <a:gd name="connsiteY1" fmla="*/ 34925 h 246062"/>
                  <a:gd name="connsiteX2" fmla="*/ 80963 w 478005"/>
                  <a:gd name="connsiteY2" fmla="*/ 46037 h 246062"/>
                  <a:gd name="connsiteX3" fmla="*/ 90488 w 478005"/>
                  <a:gd name="connsiteY3" fmla="*/ 47625 h 246062"/>
                  <a:gd name="connsiteX4" fmla="*/ 180975 w 478005"/>
                  <a:gd name="connsiteY4" fmla="*/ 25400 h 246062"/>
                  <a:gd name="connsiteX5" fmla="*/ 217488 w 478005"/>
                  <a:gd name="connsiteY5" fmla="*/ 1587 h 246062"/>
                  <a:gd name="connsiteX6" fmla="*/ 222250 w 478005"/>
                  <a:gd name="connsiteY6" fmla="*/ 0 h 246062"/>
                  <a:gd name="connsiteX7" fmla="*/ 230188 w 478005"/>
                  <a:gd name="connsiteY7" fmla="*/ 36512 h 246062"/>
                  <a:gd name="connsiteX8" fmla="*/ 236538 w 478005"/>
                  <a:gd name="connsiteY8" fmla="*/ 95250 h 246062"/>
                  <a:gd name="connsiteX9" fmla="*/ 241300 w 478005"/>
                  <a:gd name="connsiteY9" fmla="*/ 112712 h 246062"/>
                  <a:gd name="connsiteX10" fmla="*/ 261938 w 478005"/>
                  <a:gd name="connsiteY10" fmla="*/ 122237 h 246062"/>
                  <a:gd name="connsiteX11" fmla="*/ 287338 w 478005"/>
                  <a:gd name="connsiteY11" fmla="*/ 125412 h 246062"/>
                  <a:gd name="connsiteX12" fmla="*/ 358775 w 478005"/>
                  <a:gd name="connsiteY12" fmla="*/ 131762 h 246062"/>
                  <a:gd name="connsiteX13" fmla="*/ 430213 w 478005"/>
                  <a:gd name="connsiteY13" fmla="*/ 138112 h 246062"/>
                  <a:gd name="connsiteX14" fmla="*/ 469900 w 478005"/>
                  <a:gd name="connsiteY14" fmla="*/ 146050 h 246062"/>
                  <a:gd name="connsiteX15" fmla="*/ 477838 w 478005"/>
                  <a:gd name="connsiteY15" fmla="*/ 166687 h 246062"/>
                  <a:gd name="connsiteX16" fmla="*/ 466725 w 478005"/>
                  <a:gd name="connsiteY16" fmla="*/ 200025 h 246062"/>
                  <a:gd name="connsiteX17" fmla="*/ 465138 w 478005"/>
                  <a:gd name="connsiteY17" fmla="*/ 206375 h 246062"/>
                  <a:gd name="connsiteX18" fmla="*/ 446088 w 478005"/>
                  <a:gd name="connsiteY18" fmla="*/ 219075 h 246062"/>
                  <a:gd name="connsiteX19" fmla="*/ 384175 w 478005"/>
                  <a:gd name="connsiteY19" fmla="*/ 238125 h 246062"/>
                  <a:gd name="connsiteX20" fmla="*/ 334963 w 478005"/>
                  <a:gd name="connsiteY20" fmla="*/ 239712 h 246062"/>
                  <a:gd name="connsiteX21" fmla="*/ 244475 w 478005"/>
                  <a:gd name="connsiteY21" fmla="*/ 236537 h 246062"/>
                  <a:gd name="connsiteX22" fmla="*/ 225425 w 478005"/>
                  <a:gd name="connsiteY22" fmla="*/ 231775 h 246062"/>
                  <a:gd name="connsiteX23" fmla="*/ 203200 w 478005"/>
                  <a:gd name="connsiteY23" fmla="*/ 230187 h 246062"/>
                  <a:gd name="connsiteX24" fmla="*/ 136525 w 478005"/>
                  <a:gd name="connsiteY24" fmla="*/ 231775 h 246062"/>
                  <a:gd name="connsiteX25" fmla="*/ 111125 w 478005"/>
                  <a:gd name="connsiteY25" fmla="*/ 238125 h 246062"/>
                  <a:gd name="connsiteX26" fmla="*/ 47625 w 478005"/>
                  <a:gd name="connsiteY26" fmla="*/ 246062 h 246062"/>
                  <a:gd name="connsiteX27" fmla="*/ 6350 w 478005"/>
                  <a:gd name="connsiteY27" fmla="*/ 228600 h 246062"/>
                  <a:gd name="connsiteX28" fmla="*/ 0 w 478005"/>
                  <a:gd name="connsiteY28" fmla="*/ 206375 h 246062"/>
                  <a:gd name="connsiteX29" fmla="*/ 6350 w 478005"/>
                  <a:gd name="connsiteY29" fmla="*/ 134937 h 246062"/>
                  <a:gd name="connsiteX30" fmla="*/ 7938 w 478005"/>
                  <a:gd name="connsiteY30" fmla="*/ 107950 h 246062"/>
                  <a:gd name="connsiteX31" fmla="*/ 19050 w 478005"/>
                  <a:gd name="connsiteY31" fmla="*/ 93662 h 246062"/>
                  <a:gd name="connsiteX32" fmla="*/ 60325 w 478005"/>
                  <a:gd name="connsiteY32" fmla="*/ 49212 h 246062"/>
                  <a:gd name="connsiteX33" fmla="*/ 52388 w 478005"/>
                  <a:gd name="connsiteY33" fmla="*/ 26987 h 246062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60325 w 478005"/>
                  <a:gd name="connsiteY32" fmla="*/ 51084 h 247934"/>
                  <a:gd name="connsiteX33" fmla="*/ 52388 w 478005"/>
                  <a:gd name="connsiteY33" fmla="*/ 28859 h 247934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52388 w 478005"/>
                  <a:gd name="connsiteY32" fmla="*/ 28859 h 247934"/>
                  <a:gd name="connsiteX0" fmla="*/ 52388 w 478005"/>
                  <a:gd name="connsiteY0" fmla="*/ 29912 h 248987"/>
                  <a:gd name="connsiteX1" fmla="*/ 58738 w 478005"/>
                  <a:gd name="connsiteY1" fmla="*/ 37850 h 248987"/>
                  <a:gd name="connsiteX2" fmla="*/ 80963 w 478005"/>
                  <a:gd name="connsiteY2" fmla="*/ 48962 h 248987"/>
                  <a:gd name="connsiteX3" fmla="*/ 176213 w 478005"/>
                  <a:gd name="connsiteY3" fmla="*/ 2925 h 248987"/>
                  <a:gd name="connsiteX4" fmla="*/ 217488 w 478005"/>
                  <a:gd name="connsiteY4" fmla="*/ 4512 h 248987"/>
                  <a:gd name="connsiteX5" fmla="*/ 222250 w 478005"/>
                  <a:gd name="connsiteY5" fmla="*/ 2925 h 248987"/>
                  <a:gd name="connsiteX6" fmla="*/ 230188 w 478005"/>
                  <a:gd name="connsiteY6" fmla="*/ 39437 h 248987"/>
                  <a:gd name="connsiteX7" fmla="*/ 236538 w 478005"/>
                  <a:gd name="connsiteY7" fmla="*/ 98175 h 248987"/>
                  <a:gd name="connsiteX8" fmla="*/ 241300 w 478005"/>
                  <a:gd name="connsiteY8" fmla="*/ 115637 h 248987"/>
                  <a:gd name="connsiteX9" fmla="*/ 261938 w 478005"/>
                  <a:gd name="connsiteY9" fmla="*/ 125162 h 248987"/>
                  <a:gd name="connsiteX10" fmla="*/ 287338 w 478005"/>
                  <a:gd name="connsiteY10" fmla="*/ 128337 h 248987"/>
                  <a:gd name="connsiteX11" fmla="*/ 358775 w 478005"/>
                  <a:gd name="connsiteY11" fmla="*/ 134687 h 248987"/>
                  <a:gd name="connsiteX12" fmla="*/ 430213 w 478005"/>
                  <a:gd name="connsiteY12" fmla="*/ 141037 h 248987"/>
                  <a:gd name="connsiteX13" fmla="*/ 469900 w 478005"/>
                  <a:gd name="connsiteY13" fmla="*/ 148975 h 248987"/>
                  <a:gd name="connsiteX14" fmla="*/ 477838 w 478005"/>
                  <a:gd name="connsiteY14" fmla="*/ 169612 h 248987"/>
                  <a:gd name="connsiteX15" fmla="*/ 466725 w 478005"/>
                  <a:gd name="connsiteY15" fmla="*/ 202950 h 248987"/>
                  <a:gd name="connsiteX16" fmla="*/ 465138 w 478005"/>
                  <a:gd name="connsiteY16" fmla="*/ 209300 h 248987"/>
                  <a:gd name="connsiteX17" fmla="*/ 446088 w 478005"/>
                  <a:gd name="connsiteY17" fmla="*/ 222000 h 248987"/>
                  <a:gd name="connsiteX18" fmla="*/ 384175 w 478005"/>
                  <a:gd name="connsiteY18" fmla="*/ 241050 h 248987"/>
                  <a:gd name="connsiteX19" fmla="*/ 334963 w 478005"/>
                  <a:gd name="connsiteY19" fmla="*/ 242637 h 248987"/>
                  <a:gd name="connsiteX20" fmla="*/ 244475 w 478005"/>
                  <a:gd name="connsiteY20" fmla="*/ 239462 h 248987"/>
                  <a:gd name="connsiteX21" fmla="*/ 225425 w 478005"/>
                  <a:gd name="connsiteY21" fmla="*/ 234700 h 248987"/>
                  <a:gd name="connsiteX22" fmla="*/ 203200 w 478005"/>
                  <a:gd name="connsiteY22" fmla="*/ 233112 h 248987"/>
                  <a:gd name="connsiteX23" fmla="*/ 136525 w 478005"/>
                  <a:gd name="connsiteY23" fmla="*/ 234700 h 248987"/>
                  <a:gd name="connsiteX24" fmla="*/ 111125 w 478005"/>
                  <a:gd name="connsiteY24" fmla="*/ 241050 h 248987"/>
                  <a:gd name="connsiteX25" fmla="*/ 47625 w 478005"/>
                  <a:gd name="connsiteY25" fmla="*/ 248987 h 248987"/>
                  <a:gd name="connsiteX26" fmla="*/ 6350 w 478005"/>
                  <a:gd name="connsiteY26" fmla="*/ 231525 h 248987"/>
                  <a:gd name="connsiteX27" fmla="*/ 0 w 478005"/>
                  <a:gd name="connsiteY27" fmla="*/ 209300 h 248987"/>
                  <a:gd name="connsiteX28" fmla="*/ 6350 w 478005"/>
                  <a:gd name="connsiteY28" fmla="*/ 137862 h 248987"/>
                  <a:gd name="connsiteX29" fmla="*/ 7938 w 478005"/>
                  <a:gd name="connsiteY29" fmla="*/ 110875 h 248987"/>
                  <a:gd name="connsiteX30" fmla="*/ 19050 w 478005"/>
                  <a:gd name="connsiteY30" fmla="*/ 96587 h 248987"/>
                  <a:gd name="connsiteX31" fmla="*/ 52388 w 478005"/>
                  <a:gd name="connsiteY31" fmla="*/ 29912 h 248987"/>
                  <a:gd name="connsiteX0" fmla="*/ 52388 w 478005"/>
                  <a:gd name="connsiteY0" fmla="*/ 29103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52388 w 478005"/>
                  <a:gd name="connsiteY30" fmla="*/ 29103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19050 w 478005"/>
                  <a:gd name="connsiteY0" fmla="*/ 95778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25425 w 478005"/>
                  <a:gd name="connsiteY19" fmla="*/ 233891 h 248178"/>
                  <a:gd name="connsiteX20" fmla="*/ 203200 w 478005"/>
                  <a:gd name="connsiteY20" fmla="*/ 232303 h 248178"/>
                  <a:gd name="connsiteX21" fmla="*/ 136525 w 478005"/>
                  <a:gd name="connsiteY21" fmla="*/ 233891 h 248178"/>
                  <a:gd name="connsiteX22" fmla="*/ 111125 w 478005"/>
                  <a:gd name="connsiteY22" fmla="*/ 240241 h 248178"/>
                  <a:gd name="connsiteX23" fmla="*/ 47625 w 478005"/>
                  <a:gd name="connsiteY23" fmla="*/ 248178 h 248178"/>
                  <a:gd name="connsiteX24" fmla="*/ 6350 w 478005"/>
                  <a:gd name="connsiteY24" fmla="*/ 230716 h 248178"/>
                  <a:gd name="connsiteX25" fmla="*/ 0 w 478005"/>
                  <a:gd name="connsiteY25" fmla="*/ 208491 h 248178"/>
                  <a:gd name="connsiteX26" fmla="*/ 6350 w 478005"/>
                  <a:gd name="connsiteY26" fmla="*/ 137053 h 248178"/>
                  <a:gd name="connsiteX27" fmla="*/ 7938 w 478005"/>
                  <a:gd name="connsiteY27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03200 w 478005"/>
                  <a:gd name="connsiteY19" fmla="*/ 232303 h 248178"/>
                  <a:gd name="connsiteX20" fmla="*/ 136525 w 478005"/>
                  <a:gd name="connsiteY20" fmla="*/ 233891 h 248178"/>
                  <a:gd name="connsiteX21" fmla="*/ 111125 w 478005"/>
                  <a:gd name="connsiteY21" fmla="*/ 240241 h 248178"/>
                  <a:gd name="connsiteX22" fmla="*/ 47625 w 478005"/>
                  <a:gd name="connsiteY22" fmla="*/ 248178 h 248178"/>
                  <a:gd name="connsiteX23" fmla="*/ 6350 w 478005"/>
                  <a:gd name="connsiteY23" fmla="*/ 230716 h 248178"/>
                  <a:gd name="connsiteX24" fmla="*/ 0 w 478005"/>
                  <a:gd name="connsiteY24" fmla="*/ 208491 h 248178"/>
                  <a:gd name="connsiteX25" fmla="*/ 6350 w 478005"/>
                  <a:gd name="connsiteY25" fmla="*/ 137053 h 248178"/>
                  <a:gd name="connsiteX26" fmla="*/ 7938 w 478005"/>
                  <a:gd name="connsiteY26" fmla="*/ 110066 h 248178"/>
                  <a:gd name="connsiteX0" fmla="*/ 4706 w 474773"/>
                  <a:gd name="connsiteY0" fmla="*/ 110066 h 248178"/>
                  <a:gd name="connsiteX1" fmla="*/ 55506 w 474773"/>
                  <a:gd name="connsiteY1" fmla="*/ 37041 h 248178"/>
                  <a:gd name="connsiteX2" fmla="*/ 172981 w 474773"/>
                  <a:gd name="connsiteY2" fmla="*/ 2116 h 248178"/>
                  <a:gd name="connsiteX3" fmla="*/ 214256 w 474773"/>
                  <a:gd name="connsiteY3" fmla="*/ 3703 h 248178"/>
                  <a:gd name="connsiteX4" fmla="*/ 219018 w 474773"/>
                  <a:gd name="connsiteY4" fmla="*/ 2116 h 248178"/>
                  <a:gd name="connsiteX5" fmla="*/ 226956 w 474773"/>
                  <a:gd name="connsiteY5" fmla="*/ 38628 h 248178"/>
                  <a:gd name="connsiteX6" fmla="*/ 233306 w 474773"/>
                  <a:gd name="connsiteY6" fmla="*/ 97366 h 248178"/>
                  <a:gd name="connsiteX7" fmla="*/ 238068 w 474773"/>
                  <a:gd name="connsiteY7" fmla="*/ 114828 h 248178"/>
                  <a:gd name="connsiteX8" fmla="*/ 284106 w 474773"/>
                  <a:gd name="connsiteY8" fmla="*/ 127528 h 248178"/>
                  <a:gd name="connsiteX9" fmla="*/ 355543 w 474773"/>
                  <a:gd name="connsiteY9" fmla="*/ 133878 h 248178"/>
                  <a:gd name="connsiteX10" fmla="*/ 426981 w 474773"/>
                  <a:gd name="connsiteY10" fmla="*/ 140228 h 248178"/>
                  <a:gd name="connsiteX11" fmla="*/ 466668 w 474773"/>
                  <a:gd name="connsiteY11" fmla="*/ 148166 h 248178"/>
                  <a:gd name="connsiteX12" fmla="*/ 474606 w 474773"/>
                  <a:gd name="connsiteY12" fmla="*/ 168803 h 248178"/>
                  <a:gd name="connsiteX13" fmla="*/ 463493 w 474773"/>
                  <a:gd name="connsiteY13" fmla="*/ 202141 h 248178"/>
                  <a:gd name="connsiteX14" fmla="*/ 461906 w 474773"/>
                  <a:gd name="connsiteY14" fmla="*/ 208491 h 248178"/>
                  <a:gd name="connsiteX15" fmla="*/ 442856 w 474773"/>
                  <a:gd name="connsiteY15" fmla="*/ 221191 h 248178"/>
                  <a:gd name="connsiteX16" fmla="*/ 380943 w 474773"/>
                  <a:gd name="connsiteY16" fmla="*/ 240241 h 248178"/>
                  <a:gd name="connsiteX17" fmla="*/ 331731 w 474773"/>
                  <a:gd name="connsiteY17" fmla="*/ 241828 h 248178"/>
                  <a:gd name="connsiteX18" fmla="*/ 241243 w 474773"/>
                  <a:gd name="connsiteY18" fmla="*/ 238653 h 248178"/>
                  <a:gd name="connsiteX19" fmla="*/ 199968 w 474773"/>
                  <a:gd name="connsiteY19" fmla="*/ 232303 h 248178"/>
                  <a:gd name="connsiteX20" fmla="*/ 133293 w 474773"/>
                  <a:gd name="connsiteY20" fmla="*/ 233891 h 248178"/>
                  <a:gd name="connsiteX21" fmla="*/ 107893 w 474773"/>
                  <a:gd name="connsiteY21" fmla="*/ 240241 h 248178"/>
                  <a:gd name="connsiteX22" fmla="*/ 44393 w 474773"/>
                  <a:gd name="connsiteY22" fmla="*/ 248178 h 248178"/>
                  <a:gd name="connsiteX23" fmla="*/ 3118 w 474773"/>
                  <a:gd name="connsiteY23" fmla="*/ 230716 h 248178"/>
                  <a:gd name="connsiteX24" fmla="*/ 3118 w 474773"/>
                  <a:gd name="connsiteY24" fmla="*/ 137053 h 248178"/>
                  <a:gd name="connsiteX25" fmla="*/ 4706 w 474773"/>
                  <a:gd name="connsiteY25" fmla="*/ 110066 h 248178"/>
                  <a:gd name="connsiteX0" fmla="*/ 6555 w 476622"/>
                  <a:gd name="connsiteY0" fmla="*/ 110066 h 248178"/>
                  <a:gd name="connsiteX1" fmla="*/ 57355 w 476622"/>
                  <a:gd name="connsiteY1" fmla="*/ 37041 h 248178"/>
                  <a:gd name="connsiteX2" fmla="*/ 174830 w 476622"/>
                  <a:gd name="connsiteY2" fmla="*/ 2116 h 248178"/>
                  <a:gd name="connsiteX3" fmla="*/ 216105 w 476622"/>
                  <a:gd name="connsiteY3" fmla="*/ 3703 h 248178"/>
                  <a:gd name="connsiteX4" fmla="*/ 220867 w 476622"/>
                  <a:gd name="connsiteY4" fmla="*/ 2116 h 248178"/>
                  <a:gd name="connsiteX5" fmla="*/ 228805 w 476622"/>
                  <a:gd name="connsiteY5" fmla="*/ 38628 h 248178"/>
                  <a:gd name="connsiteX6" fmla="*/ 235155 w 476622"/>
                  <a:gd name="connsiteY6" fmla="*/ 97366 h 248178"/>
                  <a:gd name="connsiteX7" fmla="*/ 239917 w 476622"/>
                  <a:gd name="connsiteY7" fmla="*/ 114828 h 248178"/>
                  <a:gd name="connsiteX8" fmla="*/ 285955 w 476622"/>
                  <a:gd name="connsiteY8" fmla="*/ 127528 h 248178"/>
                  <a:gd name="connsiteX9" fmla="*/ 357392 w 476622"/>
                  <a:gd name="connsiteY9" fmla="*/ 133878 h 248178"/>
                  <a:gd name="connsiteX10" fmla="*/ 428830 w 476622"/>
                  <a:gd name="connsiteY10" fmla="*/ 140228 h 248178"/>
                  <a:gd name="connsiteX11" fmla="*/ 468517 w 476622"/>
                  <a:gd name="connsiteY11" fmla="*/ 148166 h 248178"/>
                  <a:gd name="connsiteX12" fmla="*/ 476455 w 476622"/>
                  <a:gd name="connsiteY12" fmla="*/ 168803 h 248178"/>
                  <a:gd name="connsiteX13" fmla="*/ 465342 w 476622"/>
                  <a:gd name="connsiteY13" fmla="*/ 202141 h 248178"/>
                  <a:gd name="connsiteX14" fmla="*/ 463755 w 476622"/>
                  <a:gd name="connsiteY14" fmla="*/ 208491 h 248178"/>
                  <a:gd name="connsiteX15" fmla="*/ 444705 w 476622"/>
                  <a:gd name="connsiteY15" fmla="*/ 221191 h 248178"/>
                  <a:gd name="connsiteX16" fmla="*/ 382792 w 476622"/>
                  <a:gd name="connsiteY16" fmla="*/ 240241 h 248178"/>
                  <a:gd name="connsiteX17" fmla="*/ 333580 w 476622"/>
                  <a:gd name="connsiteY17" fmla="*/ 241828 h 248178"/>
                  <a:gd name="connsiteX18" fmla="*/ 243092 w 476622"/>
                  <a:gd name="connsiteY18" fmla="*/ 238653 h 248178"/>
                  <a:gd name="connsiteX19" fmla="*/ 201817 w 476622"/>
                  <a:gd name="connsiteY19" fmla="*/ 232303 h 248178"/>
                  <a:gd name="connsiteX20" fmla="*/ 135142 w 476622"/>
                  <a:gd name="connsiteY20" fmla="*/ 233891 h 248178"/>
                  <a:gd name="connsiteX21" fmla="*/ 109742 w 476622"/>
                  <a:gd name="connsiteY21" fmla="*/ 240241 h 248178"/>
                  <a:gd name="connsiteX22" fmla="*/ 46242 w 476622"/>
                  <a:gd name="connsiteY22" fmla="*/ 248178 h 248178"/>
                  <a:gd name="connsiteX23" fmla="*/ 4967 w 476622"/>
                  <a:gd name="connsiteY23" fmla="*/ 230716 h 248178"/>
                  <a:gd name="connsiteX24" fmla="*/ 6555 w 476622"/>
                  <a:gd name="connsiteY24" fmla="*/ 110066 h 248178"/>
                  <a:gd name="connsiteX0" fmla="*/ 11001 w 481068"/>
                  <a:gd name="connsiteY0" fmla="*/ 110066 h 248178"/>
                  <a:gd name="connsiteX1" fmla="*/ 61801 w 481068"/>
                  <a:gd name="connsiteY1" fmla="*/ 37041 h 248178"/>
                  <a:gd name="connsiteX2" fmla="*/ 179276 w 481068"/>
                  <a:gd name="connsiteY2" fmla="*/ 2116 h 248178"/>
                  <a:gd name="connsiteX3" fmla="*/ 220551 w 481068"/>
                  <a:gd name="connsiteY3" fmla="*/ 3703 h 248178"/>
                  <a:gd name="connsiteX4" fmla="*/ 225313 w 481068"/>
                  <a:gd name="connsiteY4" fmla="*/ 2116 h 248178"/>
                  <a:gd name="connsiteX5" fmla="*/ 233251 w 481068"/>
                  <a:gd name="connsiteY5" fmla="*/ 38628 h 248178"/>
                  <a:gd name="connsiteX6" fmla="*/ 239601 w 481068"/>
                  <a:gd name="connsiteY6" fmla="*/ 97366 h 248178"/>
                  <a:gd name="connsiteX7" fmla="*/ 244363 w 481068"/>
                  <a:gd name="connsiteY7" fmla="*/ 114828 h 248178"/>
                  <a:gd name="connsiteX8" fmla="*/ 290401 w 481068"/>
                  <a:gd name="connsiteY8" fmla="*/ 127528 h 248178"/>
                  <a:gd name="connsiteX9" fmla="*/ 361838 w 481068"/>
                  <a:gd name="connsiteY9" fmla="*/ 133878 h 248178"/>
                  <a:gd name="connsiteX10" fmla="*/ 433276 w 481068"/>
                  <a:gd name="connsiteY10" fmla="*/ 140228 h 248178"/>
                  <a:gd name="connsiteX11" fmla="*/ 472963 w 481068"/>
                  <a:gd name="connsiteY11" fmla="*/ 148166 h 248178"/>
                  <a:gd name="connsiteX12" fmla="*/ 480901 w 481068"/>
                  <a:gd name="connsiteY12" fmla="*/ 168803 h 248178"/>
                  <a:gd name="connsiteX13" fmla="*/ 469788 w 481068"/>
                  <a:gd name="connsiteY13" fmla="*/ 202141 h 248178"/>
                  <a:gd name="connsiteX14" fmla="*/ 468201 w 481068"/>
                  <a:gd name="connsiteY14" fmla="*/ 208491 h 248178"/>
                  <a:gd name="connsiteX15" fmla="*/ 449151 w 481068"/>
                  <a:gd name="connsiteY15" fmla="*/ 221191 h 248178"/>
                  <a:gd name="connsiteX16" fmla="*/ 387238 w 481068"/>
                  <a:gd name="connsiteY16" fmla="*/ 240241 h 248178"/>
                  <a:gd name="connsiteX17" fmla="*/ 338026 w 481068"/>
                  <a:gd name="connsiteY17" fmla="*/ 241828 h 248178"/>
                  <a:gd name="connsiteX18" fmla="*/ 247538 w 481068"/>
                  <a:gd name="connsiteY18" fmla="*/ 238653 h 248178"/>
                  <a:gd name="connsiteX19" fmla="*/ 206263 w 481068"/>
                  <a:gd name="connsiteY19" fmla="*/ 232303 h 248178"/>
                  <a:gd name="connsiteX20" fmla="*/ 139588 w 481068"/>
                  <a:gd name="connsiteY20" fmla="*/ 233891 h 248178"/>
                  <a:gd name="connsiteX21" fmla="*/ 114188 w 481068"/>
                  <a:gd name="connsiteY21" fmla="*/ 240241 h 248178"/>
                  <a:gd name="connsiteX22" fmla="*/ 50688 w 481068"/>
                  <a:gd name="connsiteY22" fmla="*/ 248178 h 248178"/>
                  <a:gd name="connsiteX23" fmla="*/ 3063 w 481068"/>
                  <a:gd name="connsiteY23" fmla="*/ 200554 h 248178"/>
                  <a:gd name="connsiteX24" fmla="*/ 11001 w 481068"/>
                  <a:gd name="connsiteY24" fmla="*/ 110066 h 248178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39588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55463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49151 w 481068"/>
                  <a:gd name="connsiteY14" fmla="*/ 221191 h 246591"/>
                  <a:gd name="connsiteX15" fmla="*/ 387238 w 481068"/>
                  <a:gd name="connsiteY15" fmla="*/ 240241 h 246591"/>
                  <a:gd name="connsiteX16" fmla="*/ 338026 w 481068"/>
                  <a:gd name="connsiteY16" fmla="*/ 241828 h 246591"/>
                  <a:gd name="connsiteX17" fmla="*/ 247538 w 481068"/>
                  <a:gd name="connsiteY17" fmla="*/ 238653 h 246591"/>
                  <a:gd name="connsiteX18" fmla="*/ 206263 w 481068"/>
                  <a:gd name="connsiteY18" fmla="*/ 232303 h 246591"/>
                  <a:gd name="connsiteX19" fmla="*/ 155463 w 481068"/>
                  <a:gd name="connsiteY19" fmla="*/ 233891 h 246591"/>
                  <a:gd name="connsiteX20" fmla="*/ 114188 w 481068"/>
                  <a:gd name="connsiteY20" fmla="*/ 240241 h 246591"/>
                  <a:gd name="connsiteX21" fmla="*/ 50688 w 481068"/>
                  <a:gd name="connsiteY21" fmla="*/ 246591 h 246591"/>
                  <a:gd name="connsiteX22" fmla="*/ 3063 w 481068"/>
                  <a:gd name="connsiteY22" fmla="*/ 200554 h 246591"/>
                  <a:gd name="connsiteX23" fmla="*/ 11001 w 481068"/>
                  <a:gd name="connsiteY23" fmla="*/ 110066 h 246591"/>
                  <a:gd name="connsiteX0" fmla="*/ 11001 w 481068"/>
                  <a:gd name="connsiteY0" fmla="*/ 108053 h 244578"/>
                  <a:gd name="connsiteX1" fmla="*/ 61801 w 481068"/>
                  <a:gd name="connsiteY1" fmla="*/ 35028 h 244578"/>
                  <a:gd name="connsiteX2" fmla="*/ 177688 w 481068"/>
                  <a:gd name="connsiteY2" fmla="*/ 17565 h 244578"/>
                  <a:gd name="connsiteX3" fmla="*/ 220551 w 481068"/>
                  <a:gd name="connsiteY3" fmla="*/ 1690 h 244578"/>
                  <a:gd name="connsiteX4" fmla="*/ 225313 w 481068"/>
                  <a:gd name="connsiteY4" fmla="*/ 103 h 244578"/>
                  <a:gd name="connsiteX5" fmla="*/ 233251 w 481068"/>
                  <a:gd name="connsiteY5" fmla="*/ 36615 h 244578"/>
                  <a:gd name="connsiteX6" fmla="*/ 239601 w 481068"/>
                  <a:gd name="connsiteY6" fmla="*/ 95353 h 244578"/>
                  <a:gd name="connsiteX7" fmla="*/ 244363 w 481068"/>
                  <a:gd name="connsiteY7" fmla="*/ 112815 h 244578"/>
                  <a:gd name="connsiteX8" fmla="*/ 290401 w 481068"/>
                  <a:gd name="connsiteY8" fmla="*/ 125515 h 244578"/>
                  <a:gd name="connsiteX9" fmla="*/ 361838 w 481068"/>
                  <a:gd name="connsiteY9" fmla="*/ 131865 h 244578"/>
                  <a:gd name="connsiteX10" fmla="*/ 433276 w 481068"/>
                  <a:gd name="connsiteY10" fmla="*/ 138215 h 244578"/>
                  <a:gd name="connsiteX11" fmla="*/ 472963 w 481068"/>
                  <a:gd name="connsiteY11" fmla="*/ 146153 h 244578"/>
                  <a:gd name="connsiteX12" fmla="*/ 480901 w 481068"/>
                  <a:gd name="connsiteY12" fmla="*/ 166790 h 244578"/>
                  <a:gd name="connsiteX13" fmla="*/ 469788 w 481068"/>
                  <a:gd name="connsiteY13" fmla="*/ 200128 h 244578"/>
                  <a:gd name="connsiteX14" fmla="*/ 449151 w 481068"/>
                  <a:gd name="connsiteY14" fmla="*/ 219178 h 244578"/>
                  <a:gd name="connsiteX15" fmla="*/ 387238 w 481068"/>
                  <a:gd name="connsiteY15" fmla="*/ 238228 h 244578"/>
                  <a:gd name="connsiteX16" fmla="*/ 338026 w 481068"/>
                  <a:gd name="connsiteY16" fmla="*/ 239815 h 244578"/>
                  <a:gd name="connsiteX17" fmla="*/ 247538 w 481068"/>
                  <a:gd name="connsiteY17" fmla="*/ 236640 h 244578"/>
                  <a:gd name="connsiteX18" fmla="*/ 206263 w 481068"/>
                  <a:gd name="connsiteY18" fmla="*/ 230290 h 244578"/>
                  <a:gd name="connsiteX19" fmla="*/ 155463 w 481068"/>
                  <a:gd name="connsiteY19" fmla="*/ 231878 h 244578"/>
                  <a:gd name="connsiteX20" fmla="*/ 114188 w 481068"/>
                  <a:gd name="connsiteY20" fmla="*/ 238228 h 244578"/>
                  <a:gd name="connsiteX21" fmla="*/ 50688 w 481068"/>
                  <a:gd name="connsiteY21" fmla="*/ 244578 h 244578"/>
                  <a:gd name="connsiteX22" fmla="*/ 3063 w 481068"/>
                  <a:gd name="connsiteY22" fmla="*/ 198541 h 244578"/>
                  <a:gd name="connsiteX23" fmla="*/ 11001 w 481068"/>
                  <a:gd name="connsiteY23" fmla="*/ 108053 h 244578"/>
                  <a:gd name="connsiteX0" fmla="*/ 11001 w 481068"/>
                  <a:gd name="connsiteY0" fmla="*/ 106841 h 243366"/>
                  <a:gd name="connsiteX1" fmla="*/ 61801 w 481068"/>
                  <a:gd name="connsiteY1" fmla="*/ 33816 h 243366"/>
                  <a:gd name="connsiteX2" fmla="*/ 177688 w 481068"/>
                  <a:gd name="connsiteY2" fmla="*/ 16353 h 243366"/>
                  <a:gd name="connsiteX3" fmla="*/ 220551 w 481068"/>
                  <a:gd name="connsiteY3" fmla="*/ 478 h 243366"/>
                  <a:gd name="connsiteX4" fmla="*/ 233251 w 481068"/>
                  <a:gd name="connsiteY4" fmla="*/ 35403 h 243366"/>
                  <a:gd name="connsiteX5" fmla="*/ 239601 w 481068"/>
                  <a:gd name="connsiteY5" fmla="*/ 94141 h 243366"/>
                  <a:gd name="connsiteX6" fmla="*/ 244363 w 481068"/>
                  <a:gd name="connsiteY6" fmla="*/ 111603 h 243366"/>
                  <a:gd name="connsiteX7" fmla="*/ 290401 w 481068"/>
                  <a:gd name="connsiteY7" fmla="*/ 124303 h 243366"/>
                  <a:gd name="connsiteX8" fmla="*/ 361838 w 481068"/>
                  <a:gd name="connsiteY8" fmla="*/ 130653 h 243366"/>
                  <a:gd name="connsiteX9" fmla="*/ 433276 w 481068"/>
                  <a:gd name="connsiteY9" fmla="*/ 137003 h 243366"/>
                  <a:gd name="connsiteX10" fmla="*/ 472963 w 481068"/>
                  <a:gd name="connsiteY10" fmla="*/ 144941 h 243366"/>
                  <a:gd name="connsiteX11" fmla="*/ 480901 w 481068"/>
                  <a:gd name="connsiteY11" fmla="*/ 165578 h 243366"/>
                  <a:gd name="connsiteX12" fmla="*/ 469788 w 481068"/>
                  <a:gd name="connsiteY12" fmla="*/ 198916 h 243366"/>
                  <a:gd name="connsiteX13" fmla="*/ 449151 w 481068"/>
                  <a:gd name="connsiteY13" fmla="*/ 217966 h 243366"/>
                  <a:gd name="connsiteX14" fmla="*/ 387238 w 481068"/>
                  <a:gd name="connsiteY14" fmla="*/ 237016 h 243366"/>
                  <a:gd name="connsiteX15" fmla="*/ 338026 w 481068"/>
                  <a:gd name="connsiteY15" fmla="*/ 238603 h 243366"/>
                  <a:gd name="connsiteX16" fmla="*/ 247538 w 481068"/>
                  <a:gd name="connsiteY16" fmla="*/ 235428 h 243366"/>
                  <a:gd name="connsiteX17" fmla="*/ 206263 w 481068"/>
                  <a:gd name="connsiteY17" fmla="*/ 229078 h 243366"/>
                  <a:gd name="connsiteX18" fmla="*/ 155463 w 481068"/>
                  <a:gd name="connsiteY18" fmla="*/ 230666 h 243366"/>
                  <a:gd name="connsiteX19" fmla="*/ 114188 w 481068"/>
                  <a:gd name="connsiteY19" fmla="*/ 237016 h 243366"/>
                  <a:gd name="connsiteX20" fmla="*/ 50688 w 481068"/>
                  <a:gd name="connsiteY20" fmla="*/ 243366 h 243366"/>
                  <a:gd name="connsiteX21" fmla="*/ 3063 w 481068"/>
                  <a:gd name="connsiteY21" fmla="*/ 197329 h 243366"/>
                  <a:gd name="connsiteX22" fmla="*/ 11001 w 481068"/>
                  <a:gd name="connsiteY22" fmla="*/ 106841 h 243366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3276 w 481068"/>
                  <a:gd name="connsiteY9" fmla="*/ 126529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0101 w 481068"/>
                  <a:gd name="connsiteY9" fmla="*/ 112242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2793"/>
                  <a:gd name="connsiteY0" fmla="*/ 96367 h 232892"/>
                  <a:gd name="connsiteX1" fmla="*/ 61801 w 482793"/>
                  <a:gd name="connsiteY1" fmla="*/ 23342 h 232892"/>
                  <a:gd name="connsiteX2" fmla="*/ 177688 w 482793"/>
                  <a:gd name="connsiteY2" fmla="*/ 5879 h 232892"/>
                  <a:gd name="connsiteX3" fmla="*/ 222138 w 482793"/>
                  <a:gd name="connsiteY3" fmla="*/ 1117 h 232892"/>
                  <a:gd name="connsiteX4" fmla="*/ 233251 w 482793"/>
                  <a:gd name="connsiteY4" fmla="*/ 24929 h 232892"/>
                  <a:gd name="connsiteX5" fmla="*/ 239601 w 482793"/>
                  <a:gd name="connsiteY5" fmla="*/ 83667 h 232892"/>
                  <a:gd name="connsiteX6" fmla="*/ 244363 w 482793"/>
                  <a:gd name="connsiteY6" fmla="*/ 101129 h 232892"/>
                  <a:gd name="connsiteX7" fmla="*/ 290401 w 482793"/>
                  <a:gd name="connsiteY7" fmla="*/ 113829 h 232892"/>
                  <a:gd name="connsiteX8" fmla="*/ 361838 w 482793"/>
                  <a:gd name="connsiteY8" fmla="*/ 120179 h 232892"/>
                  <a:gd name="connsiteX9" fmla="*/ 430101 w 482793"/>
                  <a:gd name="connsiteY9" fmla="*/ 112242 h 232892"/>
                  <a:gd name="connsiteX10" fmla="*/ 480901 w 482793"/>
                  <a:gd name="connsiteY10" fmla="*/ 155104 h 232892"/>
                  <a:gd name="connsiteX11" fmla="*/ 469788 w 482793"/>
                  <a:gd name="connsiteY11" fmla="*/ 188442 h 232892"/>
                  <a:gd name="connsiteX12" fmla="*/ 449151 w 482793"/>
                  <a:gd name="connsiteY12" fmla="*/ 207492 h 232892"/>
                  <a:gd name="connsiteX13" fmla="*/ 387238 w 482793"/>
                  <a:gd name="connsiteY13" fmla="*/ 226542 h 232892"/>
                  <a:gd name="connsiteX14" fmla="*/ 338026 w 482793"/>
                  <a:gd name="connsiteY14" fmla="*/ 228129 h 232892"/>
                  <a:gd name="connsiteX15" fmla="*/ 247538 w 482793"/>
                  <a:gd name="connsiteY15" fmla="*/ 224954 h 232892"/>
                  <a:gd name="connsiteX16" fmla="*/ 206263 w 482793"/>
                  <a:gd name="connsiteY16" fmla="*/ 218604 h 232892"/>
                  <a:gd name="connsiteX17" fmla="*/ 155463 w 482793"/>
                  <a:gd name="connsiteY17" fmla="*/ 220192 h 232892"/>
                  <a:gd name="connsiteX18" fmla="*/ 114188 w 482793"/>
                  <a:gd name="connsiteY18" fmla="*/ 226542 h 232892"/>
                  <a:gd name="connsiteX19" fmla="*/ 50688 w 482793"/>
                  <a:gd name="connsiteY19" fmla="*/ 232892 h 232892"/>
                  <a:gd name="connsiteX20" fmla="*/ 3063 w 482793"/>
                  <a:gd name="connsiteY20" fmla="*/ 186855 h 232892"/>
                  <a:gd name="connsiteX21" fmla="*/ 11001 w 482793"/>
                  <a:gd name="connsiteY21" fmla="*/ 96367 h 232892"/>
                  <a:gd name="connsiteX0" fmla="*/ 11001 w 479949"/>
                  <a:gd name="connsiteY0" fmla="*/ 96367 h 232892"/>
                  <a:gd name="connsiteX1" fmla="*/ 61801 w 479949"/>
                  <a:gd name="connsiteY1" fmla="*/ 23342 h 232892"/>
                  <a:gd name="connsiteX2" fmla="*/ 177688 w 479949"/>
                  <a:gd name="connsiteY2" fmla="*/ 5879 h 232892"/>
                  <a:gd name="connsiteX3" fmla="*/ 222138 w 479949"/>
                  <a:gd name="connsiteY3" fmla="*/ 1117 h 232892"/>
                  <a:gd name="connsiteX4" fmla="*/ 233251 w 479949"/>
                  <a:gd name="connsiteY4" fmla="*/ 24929 h 232892"/>
                  <a:gd name="connsiteX5" fmla="*/ 239601 w 479949"/>
                  <a:gd name="connsiteY5" fmla="*/ 83667 h 232892"/>
                  <a:gd name="connsiteX6" fmla="*/ 244363 w 479949"/>
                  <a:gd name="connsiteY6" fmla="*/ 101129 h 232892"/>
                  <a:gd name="connsiteX7" fmla="*/ 290401 w 479949"/>
                  <a:gd name="connsiteY7" fmla="*/ 113829 h 232892"/>
                  <a:gd name="connsiteX8" fmla="*/ 361838 w 479949"/>
                  <a:gd name="connsiteY8" fmla="*/ 120179 h 232892"/>
                  <a:gd name="connsiteX9" fmla="*/ 430101 w 479949"/>
                  <a:gd name="connsiteY9" fmla="*/ 112242 h 232892"/>
                  <a:gd name="connsiteX10" fmla="*/ 477726 w 479949"/>
                  <a:gd name="connsiteY10" fmla="*/ 131291 h 232892"/>
                  <a:gd name="connsiteX11" fmla="*/ 469788 w 479949"/>
                  <a:gd name="connsiteY11" fmla="*/ 188442 h 232892"/>
                  <a:gd name="connsiteX12" fmla="*/ 449151 w 479949"/>
                  <a:gd name="connsiteY12" fmla="*/ 207492 h 232892"/>
                  <a:gd name="connsiteX13" fmla="*/ 387238 w 479949"/>
                  <a:gd name="connsiteY13" fmla="*/ 226542 h 232892"/>
                  <a:gd name="connsiteX14" fmla="*/ 338026 w 479949"/>
                  <a:gd name="connsiteY14" fmla="*/ 228129 h 232892"/>
                  <a:gd name="connsiteX15" fmla="*/ 247538 w 479949"/>
                  <a:gd name="connsiteY15" fmla="*/ 224954 h 232892"/>
                  <a:gd name="connsiteX16" fmla="*/ 206263 w 479949"/>
                  <a:gd name="connsiteY16" fmla="*/ 218604 h 232892"/>
                  <a:gd name="connsiteX17" fmla="*/ 155463 w 479949"/>
                  <a:gd name="connsiteY17" fmla="*/ 220192 h 232892"/>
                  <a:gd name="connsiteX18" fmla="*/ 114188 w 479949"/>
                  <a:gd name="connsiteY18" fmla="*/ 226542 h 232892"/>
                  <a:gd name="connsiteX19" fmla="*/ 50688 w 479949"/>
                  <a:gd name="connsiteY19" fmla="*/ 232892 h 232892"/>
                  <a:gd name="connsiteX20" fmla="*/ 3063 w 479949"/>
                  <a:gd name="connsiteY20" fmla="*/ 186855 h 232892"/>
                  <a:gd name="connsiteX21" fmla="*/ 11001 w 479949"/>
                  <a:gd name="connsiteY21" fmla="*/ 96367 h 232892"/>
                  <a:gd name="connsiteX0" fmla="*/ 11001 w 479949"/>
                  <a:gd name="connsiteY0" fmla="*/ 100639 h 237164"/>
                  <a:gd name="connsiteX1" fmla="*/ 61801 w 479949"/>
                  <a:gd name="connsiteY1" fmla="*/ 27614 h 237164"/>
                  <a:gd name="connsiteX2" fmla="*/ 177688 w 479949"/>
                  <a:gd name="connsiteY2" fmla="*/ 10151 h 237164"/>
                  <a:gd name="connsiteX3" fmla="*/ 222138 w 479949"/>
                  <a:gd name="connsiteY3" fmla="*/ 5389 h 237164"/>
                  <a:gd name="connsiteX4" fmla="*/ 239601 w 479949"/>
                  <a:gd name="connsiteY4" fmla="*/ 87939 h 237164"/>
                  <a:gd name="connsiteX5" fmla="*/ 244363 w 479949"/>
                  <a:gd name="connsiteY5" fmla="*/ 105401 h 237164"/>
                  <a:gd name="connsiteX6" fmla="*/ 290401 w 479949"/>
                  <a:gd name="connsiteY6" fmla="*/ 118101 h 237164"/>
                  <a:gd name="connsiteX7" fmla="*/ 361838 w 479949"/>
                  <a:gd name="connsiteY7" fmla="*/ 124451 h 237164"/>
                  <a:gd name="connsiteX8" fmla="*/ 430101 w 479949"/>
                  <a:gd name="connsiteY8" fmla="*/ 116514 h 237164"/>
                  <a:gd name="connsiteX9" fmla="*/ 477726 w 479949"/>
                  <a:gd name="connsiteY9" fmla="*/ 135563 h 237164"/>
                  <a:gd name="connsiteX10" fmla="*/ 469788 w 479949"/>
                  <a:gd name="connsiteY10" fmla="*/ 192714 h 237164"/>
                  <a:gd name="connsiteX11" fmla="*/ 449151 w 479949"/>
                  <a:gd name="connsiteY11" fmla="*/ 211764 h 237164"/>
                  <a:gd name="connsiteX12" fmla="*/ 387238 w 479949"/>
                  <a:gd name="connsiteY12" fmla="*/ 230814 h 237164"/>
                  <a:gd name="connsiteX13" fmla="*/ 338026 w 479949"/>
                  <a:gd name="connsiteY13" fmla="*/ 232401 h 237164"/>
                  <a:gd name="connsiteX14" fmla="*/ 247538 w 479949"/>
                  <a:gd name="connsiteY14" fmla="*/ 229226 h 237164"/>
                  <a:gd name="connsiteX15" fmla="*/ 206263 w 479949"/>
                  <a:gd name="connsiteY15" fmla="*/ 222876 h 237164"/>
                  <a:gd name="connsiteX16" fmla="*/ 155463 w 479949"/>
                  <a:gd name="connsiteY16" fmla="*/ 224464 h 237164"/>
                  <a:gd name="connsiteX17" fmla="*/ 114188 w 479949"/>
                  <a:gd name="connsiteY17" fmla="*/ 230814 h 237164"/>
                  <a:gd name="connsiteX18" fmla="*/ 50688 w 479949"/>
                  <a:gd name="connsiteY18" fmla="*/ 237164 h 237164"/>
                  <a:gd name="connsiteX19" fmla="*/ 3063 w 479949"/>
                  <a:gd name="connsiteY19" fmla="*/ 191127 h 237164"/>
                  <a:gd name="connsiteX20" fmla="*/ 11001 w 479949"/>
                  <a:gd name="connsiteY20" fmla="*/ 100639 h 237164"/>
                  <a:gd name="connsiteX0" fmla="*/ 11001 w 479949"/>
                  <a:gd name="connsiteY0" fmla="*/ 94758 h 231283"/>
                  <a:gd name="connsiteX1" fmla="*/ 61801 w 479949"/>
                  <a:gd name="connsiteY1" fmla="*/ 21733 h 231283"/>
                  <a:gd name="connsiteX2" fmla="*/ 177688 w 479949"/>
                  <a:gd name="connsiteY2" fmla="*/ 4270 h 231283"/>
                  <a:gd name="connsiteX3" fmla="*/ 226900 w 479949"/>
                  <a:gd name="connsiteY3" fmla="*/ 7445 h 231283"/>
                  <a:gd name="connsiteX4" fmla="*/ 239601 w 479949"/>
                  <a:gd name="connsiteY4" fmla="*/ 82058 h 231283"/>
                  <a:gd name="connsiteX5" fmla="*/ 244363 w 479949"/>
                  <a:gd name="connsiteY5" fmla="*/ 99520 h 231283"/>
                  <a:gd name="connsiteX6" fmla="*/ 290401 w 479949"/>
                  <a:gd name="connsiteY6" fmla="*/ 112220 h 231283"/>
                  <a:gd name="connsiteX7" fmla="*/ 361838 w 479949"/>
                  <a:gd name="connsiteY7" fmla="*/ 118570 h 231283"/>
                  <a:gd name="connsiteX8" fmla="*/ 430101 w 479949"/>
                  <a:gd name="connsiteY8" fmla="*/ 110633 h 231283"/>
                  <a:gd name="connsiteX9" fmla="*/ 477726 w 479949"/>
                  <a:gd name="connsiteY9" fmla="*/ 129682 h 231283"/>
                  <a:gd name="connsiteX10" fmla="*/ 469788 w 479949"/>
                  <a:gd name="connsiteY10" fmla="*/ 186833 h 231283"/>
                  <a:gd name="connsiteX11" fmla="*/ 449151 w 479949"/>
                  <a:gd name="connsiteY11" fmla="*/ 205883 h 231283"/>
                  <a:gd name="connsiteX12" fmla="*/ 387238 w 479949"/>
                  <a:gd name="connsiteY12" fmla="*/ 224933 h 231283"/>
                  <a:gd name="connsiteX13" fmla="*/ 338026 w 479949"/>
                  <a:gd name="connsiteY13" fmla="*/ 226520 h 231283"/>
                  <a:gd name="connsiteX14" fmla="*/ 247538 w 479949"/>
                  <a:gd name="connsiteY14" fmla="*/ 223345 h 231283"/>
                  <a:gd name="connsiteX15" fmla="*/ 206263 w 479949"/>
                  <a:gd name="connsiteY15" fmla="*/ 216995 h 231283"/>
                  <a:gd name="connsiteX16" fmla="*/ 155463 w 479949"/>
                  <a:gd name="connsiteY16" fmla="*/ 218583 h 231283"/>
                  <a:gd name="connsiteX17" fmla="*/ 114188 w 479949"/>
                  <a:gd name="connsiteY17" fmla="*/ 224933 h 231283"/>
                  <a:gd name="connsiteX18" fmla="*/ 50688 w 479949"/>
                  <a:gd name="connsiteY18" fmla="*/ 231283 h 231283"/>
                  <a:gd name="connsiteX19" fmla="*/ 3063 w 479949"/>
                  <a:gd name="connsiteY19" fmla="*/ 185246 h 231283"/>
                  <a:gd name="connsiteX20" fmla="*/ 11001 w 479949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361838 w 479950"/>
                  <a:gd name="connsiteY7" fmla="*/ 118570 h 231283"/>
                  <a:gd name="connsiteX8" fmla="*/ 430101 w 479950"/>
                  <a:gd name="connsiteY8" fmla="*/ 113808 h 231283"/>
                  <a:gd name="connsiteX9" fmla="*/ 477726 w 479950"/>
                  <a:gd name="connsiteY9" fmla="*/ 129682 h 231283"/>
                  <a:gd name="connsiteX10" fmla="*/ 469788 w 479950"/>
                  <a:gd name="connsiteY10" fmla="*/ 186833 h 231283"/>
                  <a:gd name="connsiteX11" fmla="*/ 449151 w 479950"/>
                  <a:gd name="connsiteY11" fmla="*/ 205883 h 231283"/>
                  <a:gd name="connsiteX12" fmla="*/ 387238 w 479950"/>
                  <a:gd name="connsiteY12" fmla="*/ 224933 h 231283"/>
                  <a:gd name="connsiteX13" fmla="*/ 338026 w 479950"/>
                  <a:gd name="connsiteY13" fmla="*/ 226520 h 231283"/>
                  <a:gd name="connsiteX14" fmla="*/ 247538 w 479950"/>
                  <a:gd name="connsiteY14" fmla="*/ 223345 h 231283"/>
                  <a:gd name="connsiteX15" fmla="*/ 206263 w 479950"/>
                  <a:gd name="connsiteY15" fmla="*/ 216995 h 231283"/>
                  <a:gd name="connsiteX16" fmla="*/ 155463 w 479950"/>
                  <a:gd name="connsiteY16" fmla="*/ 218583 h 231283"/>
                  <a:gd name="connsiteX17" fmla="*/ 114188 w 479950"/>
                  <a:gd name="connsiteY17" fmla="*/ 224933 h 231283"/>
                  <a:gd name="connsiteX18" fmla="*/ 50688 w 479950"/>
                  <a:gd name="connsiteY18" fmla="*/ 231283 h 231283"/>
                  <a:gd name="connsiteX19" fmla="*/ 3063 w 479950"/>
                  <a:gd name="connsiteY19" fmla="*/ 185246 h 231283"/>
                  <a:gd name="connsiteX20" fmla="*/ 11001 w 479950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320563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3068 h 229593"/>
                  <a:gd name="connsiteX1" fmla="*/ 61801 w 479950"/>
                  <a:gd name="connsiteY1" fmla="*/ 20043 h 229593"/>
                  <a:gd name="connsiteX2" fmla="*/ 177688 w 479950"/>
                  <a:gd name="connsiteY2" fmla="*/ 2580 h 229593"/>
                  <a:gd name="connsiteX3" fmla="*/ 226900 w 479950"/>
                  <a:gd name="connsiteY3" fmla="*/ 5755 h 229593"/>
                  <a:gd name="connsiteX4" fmla="*/ 238013 w 479950"/>
                  <a:gd name="connsiteY4" fmla="*/ 54968 h 229593"/>
                  <a:gd name="connsiteX5" fmla="*/ 245951 w 479950"/>
                  <a:gd name="connsiteY5" fmla="*/ 110530 h 229593"/>
                  <a:gd name="connsiteX6" fmla="*/ 320563 w 479950"/>
                  <a:gd name="connsiteY6" fmla="*/ 110530 h 229593"/>
                  <a:gd name="connsiteX7" fmla="*/ 430101 w 479950"/>
                  <a:gd name="connsiteY7" fmla="*/ 112118 h 229593"/>
                  <a:gd name="connsiteX8" fmla="*/ 477726 w 479950"/>
                  <a:gd name="connsiteY8" fmla="*/ 127992 h 229593"/>
                  <a:gd name="connsiteX9" fmla="*/ 469788 w 479950"/>
                  <a:gd name="connsiteY9" fmla="*/ 185143 h 229593"/>
                  <a:gd name="connsiteX10" fmla="*/ 449151 w 479950"/>
                  <a:gd name="connsiteY10" fmla="*/ 204193 h 229593"/>
                  <a:gd name="connsiteX11" fmla="*/ 387238 w 479950"/>
                  <a:gd name="connsiteY11" fmla="*/ 223243 h 229593"/>
                  <a:gd name="connsiteX12" fmla="*/ 338026 w 479950"/>
                  <a:gd name="connsiteY12" fmla="*/ 224830 h 229593"/>
                  <a:gd name="connsiteX13" fmla="*/ 247538 w 479950"/>
                  <a:gd name="connsiteY13" fmla="*/ 221655 h 229593"/>
                  <a:gd name="connsiteX14" fmla="*/ 206263 w 479950"/>
                  <a:gd name="connsiteY14" fmla="*/ 215305 h 229593"/>
                  <a:gd name="connsiteX15" fmla="*/ 155463 w 479950"/>
                  <a:gd name="connsiteY15" fmla="*/ 216893 h 229593"/>
                  <a:gd name="connsiteX16" fmla="*/ 114188 w 479950"/>
                  <a:gd name="connsiteY16" fmla="*/ 223243 h 229593"/>
                  <a:gd name="connsiteX17" fmla="*/ 50688 w 479950"/>
                  <a:gd name="connsiteY17" fmla="*/ 229593 h 229593"/>
                  <a:gd name="connsiteX18" fmla="*/ 3063 w 479950"/>
                  <a:gd name="connsiteY18" fmla="*/ 183556 h 229593"/>
                  <a:gd name="connsiteX19" fmla="*/ 11001 w 479950"/>
                  <a:gd name="connsiteY19" fmla="*/ 93068 h 229593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14351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25463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19584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29109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8613 w 477562"/>
                  <a:gd name="connsiteY0" fmla="*/ 95759 h 232284"/>
                  <a:gd name="connsiteX1" fmla="*/ 59413 w 477562"/>
                  <a:gd name="connsiteY1" fmla="*/ 22734 h 232284"/>
                  <a:gd name="connsiteX2" fmla="*/ 175300 w 477562"/>
                  <a:gd name="connsiteY2" fmla="*/ 5271 h 232284"/>
                  <a:gd name="connsiteX3" fmla="*/ 224512 w 477562"/>
                  <a:gd name="connsiteY3" fmla="*/ 8446 h 232284"/>
                  <a:gd name="connsiteX4" fmla="*/ 238800 w 477562"/>
                  <a:gd name="connsiteY4" fmla="*/ 97346 h 232284"/>
                  <a:gd name="connsiteX5" fmla="*/ 318175 w 477562"/>
                  <a:gd name="connsiteY5" fmla="*/ 124333 h 232284"/>
                  <a:gd name="connsiteX6" fmla="*/ 427713 w 477562"/>
                  <a:gd name="connsiteY6" fmla="*/ 114809 h 232284"/>
                  <a:gd name="connsiteX7" fmla="*/ 475338 w 477562"/>
                  <a:gd name="connsiteY7" fmla="*/ 130683 h 232284"/>
                  <a:gd name="connsiteX8" fmla="*/ 467400 w 477562"/>
                  <a:gd name="connsiteY8" fmla="*/ 187834 h 232284"/>
                  <a:gd name="connsiteX9" fmla="*/ 446763 w 477562"/>
                  <a:gd name="connsiteY9" fmla="*/ 206884 h 232284"/>
                  <a:gd name="connsiteX10" fmla="*/ 384850 w 477562"/>
                  <a:gd name="connsiteY10" fmla="*/ 225934 h 232284"/>
                  <a:gd name="connsiteX11" fmla="*/ 335638 w 477562"/>
                  <a:gd name="connsiteY11" fmla="*/ 227521 h 232284"/>
                  <a:gd name="connsiteX12" fmla="*/ 245150 w 477562"/>
                  <a:gd name="connsiteY12" fmla="*/ 224346 h 232284"/>
                  <a:gd name="connsiteX13" fmla="*/ 203875 w 477562"/>
                  <a:gd name="connsiteY13" fmla="*/ 217996 h 232284"/>
                  <a:gd name="connsiteX14" fmla="*/ 153075 w 477562"/>
                  <a:gd name="connsiteY14" fmla="*/ 229109 h 232284"/>
                  <a:gd name="connsiteX15" fmla="*/ 111800 w 477562"/>
                  <a:gd name="connsiteY15" fmla="*/ 225934 h 232284"/>
                  <a:gd name="connsiteX16" fmla="*/ 48300 w 477562"/>
                  <a:gd name="connsiteY16" fmla="*/ 232284 h 232284"/>
                  <a:gd name="connsiteX17" fmla="*/ 3850 w 477562"/>
                  <a:gd name="connsiteY17" fmla="*/ 184660 h 232284"/>
                  <a:gd name="connsiteX18" fmla="*/ 8613 w 477562"/>
                  <a:gd name="connsiteY18" fmla="*/ 95759 h 232284"/>
                  <a:gd name="connsiteX0" fmla="*/ 8539 w 477488"/>
                  <a:gd name="connsiteY0" fmla="*/ 95140 h 231665"/>
                  <a:gd name="connsiteX1" fmla="*/ 57752 w 477488"/>
                  <a:gd name="connsiteY1" fmla="*/ 9415 h 231665"/>
                  <a:gd name="connsiteX2" fmla="*/ 175226 w 477488"/>
                  <a:gd name="connsiteY2" fmla="*/ 4652 h 231665"/>
                  <a:gd name="connsiteX3" fmla="*/ 224438 w 477488"/>
                  <a:gd name="connsiteY3" fmla="*/ 7827 h 231665"/>
                  <a:gd name="connsiteX4" fmla="*/ 238726 w 477488"/>
                  <a:gd name="connsiteY4" fmla="*/ 96727 h 231665"/>
                  <a:gd name="connsiteX5" fmla="*/ 318101 w 477488"/>
                  <a:gd name="connsiteY5" fmla="*/ 123714 h 231665"/>
                  <a:gd name="connsiteX6" fmla="*/ 427639 w 477488"/>
                  <a:gd name="connsiteY6" fmla="*/ 114190 h 231665"/>
                  <a:gd name="connsiteX7" fmla="*/ 475264 w 477488"/>
                  <a:gd name="connsiteY7" fmla="*/ 130064 h 231665"/>
                  <a:gd name="connsiteX8" fmla="*/ 467326 w 477488"/>
                  <a:gd name="connsiteY8" fmla="*/ 187215 h 231665"/>
                  <a:gd name="connsiteX9" fmla="*/ 446689 w 477488"/>
                  <a:gd name="connsiteY9" fmla="*/ 206265 h 231665"/>
                  <a:gd name="connsiteX10" fmla="*/ 384776 w 477488"/>
                  <a:gd name="connsiteY10" fmla="*/ 225315 h 231665"/>
                  <a:gd name="connsiteX11" fmla="*/ 335564 w 477488"/>
                  <a:gd name="connsiteY11" fmla="*/ 226902 h 231665"/>
                  <a:gd name="connsiteX12" fmla="*/ 245076 w 477488"/>
                  <a:gd name="connsiteY12" fmla="*/ 223727 h 231665"/>
                  <a:gd name="connsiteX13" fmla="*/ 203801 w 477488"/>
                  <a:gd name="connsiteY13" fmla="*/ 217377 h 231665"/>
                  <a:gd name="connsiteX14" fmla="*/ 153001 w 477488"/>
                  <a:gd name="connsiteY14" fmla="*/ 228490 h 231665"/>
                  <a:gd name="connsiteX15" fmla="*/ 111726 w 477488"/>
                  <a:gd name="connsiteY15" fmla="*/ 225315 h 231665"/>
                  <a:gd name="connsiteX16" fmla="*/ 48226 w 477488"/>
                  <a:gd name="connsiteY16" fmla="*/ 231665 h 231665"/>
                  <a:gd name="connsiteX17" fmla="*/ 3776 w 477488"/>
                  <a:gd name="connsiteY17" fmla="*/ 184041 h 231665"/>
                  <a:gd name="connsiteX18" fmla="*/ 8539 w 477488"/>
                  <a:gd name="connsiteY18" fmla="*/ 95140 h 231665"/>
                  <a:gd name="connsiteX0" fmla="*/ 8539 w 477488"/>
                  <a:gd name="connsiteY0" fmla="*/ 98235 h 234760"/>
                  <a:gd name="connsiteX1" fmla="*/ 57752 w 477488"/>
                  <a:gd name="connsiteY1" fmla="*/ 12510 h 234760"/>
                  <a:gd name="connsiteX2" fmla="*/ 175226 w 477488"/>
                  <a:gd name="connsiteY2" fmla="*/ 7747 h 234760"/>
                  <a:gd name="connsiteX3" fmla="*/ 224438 w 477488"/>
                  <a:gd name="connsiteY3" fmla="*/ 10922 h 234760"/>
                  <a:gd name="connsiteX4" fmla="*/ 238726 w 477488"/>
                  <a:gd name="connsiteY4" fmla="*/ 99822 h 234760"/>
                  <a:gd name="connsiteX5" fmla="*/ 318101 w 477488"/>
                  <a:gd name="connsiteY5" fmla="*/ 126809 h 234760"/>
                  <a:gd name="connsiteX6" fmla="*/ 427639 w 477488"/>
                  <a:gd name="connsiteY6" fmla="*/ 117285 h 234760"/>
                  <a:gd name="connsiteX7" fmla="*/ 475264 w 477488"/>
                  <a:gd name="connsiteY7" fmla="*/ 133159 h 234760"/>
                  <a:gd name="connsiteX8" fmla="*/ 467326 w 477488"/>
                  <a:gd name="connsiteY8" fmla="*/ 190310 h 234760"/>
                  <a:gd name="connsiteX9" fmla="*/ 446689 w 477488"/>
                  <a:gd name="connsiteY9" fmla="*/ 209360 h 234760"/>
                  <a:gd name="connsiteX10" fmla="*/ 384776 w 477488"/>
                  <a:gd name="connsiteY10" fmla="*/ 228410 h 234760"/>
                  <a:gd name="connsiteX11" fmla="*/ 335564 w 477488"/>
                  <a:gd name="connsiteY11" fmla="*/ 229997 h 234760"/>
                  <a:gd name="connsiteX12" fmla="*/ 245076 w 477488"/>
                  <a:gd name="connsiteY12" fmla="*/ 226822 h 234760"/>
                  <a:gd name="connsiteX13" fmla="*/ 203801 w 477488"/>
                  <a:gd name="connsiteY13" fmla="*/ 220472 h 234760"/>
                  <a:gd name="connsiteX14" fmla="*/ 153001 w 477488"/>
                  <a:gd name="connsiteY14" fmla="*/ 231585 h 234760"/>
                  <a:gd name="connsiteX15" fmla="*/ 111726 w 477488"/>
                  <a:gd name="connsiteY15" fmla="*/ 228410 h 234760"/>
                  <a:gd name="connsiteX16" fmla="*/ 48226 w 477488"/>
                  <a:gd name="connsiteY16" fmla="*/ 234760 h 234760"/>
                  <a:gd name="connsiteX17" fmla="*/ 3776 w 477488"/>
                  <a:gd name="connsiteY17" fmla="*/ 187136 h 234760"/>
                  <a:gd name="connsiteX18" fmla="*/ 8539 w 477488"/>
                  <a:gd name="connsiteY18" fmla="*/ 98235 h 234760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19778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30891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53001 w 477488"/>
                  <a:gd name="connsiteY13" fmla="*/ 230891 h 234066"/>
                  <a:gd name="connsiteX14" fmla="*/ 111726 w 477488"/>
                  <a:gd name="connsiteY14" fmla="*/ 227716 h 234066"/>
                  <a:gd name="connsiteX15" fmla="*/ 48226 w 477488"/>
                  <a:gd name="connsiteY15" fmla="*/ 234066 h 234066"/>
                  <a:gd name="connsiteX16" fmla="*/ 3776 w 477488"/>
                  <a:gd name="connsiteY16" fmla="*/ 186442 h 234066"/>
                  <a:gd name="connsiteX17" fmla="*/ 8539 w 477488"/>
                  <a:gd name="connsiteY17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11726 w 477488"/>
                  <a:gd name="connsiteY13" fmla="*/ 227716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46651 w 477488"/>
                  <a:gd name="connsiteY13" fmla="*/ 224541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194 w 477143"/>
                  <a:gd name="connsiteY0" fmla="*/ 97541 h 230830"/>
                  <a:gd name="connsiteX1" fmla="*/ 57407 w 477143"/>
                  <a:gd name="connsiteY1" fmla="*/ 11816 h 230830"/>
                  <a:gd name="connsiteX2" fmla="*/ 174881 w 477143"/>
                  <a:gd name="connsiteY2" fmla="*/ 7053 h 230830"/>
                  <a:gd name="connsiteX3" fmla="*/ 224093 w 477143"/>
                  <a:gd name="connsiteY3" fmla="*/ 10228 h 230830"/>
                  <a:gd name="connsiteX4" fmla="*/ 238381 w 477143"/>
                  <a:gd name="connsiteY4" fmla="*/ 99128 h 230830"/>
                  <a:gd name="connsiteX5" fmla="*/ 317756 w 477143"/>
                  <a:gd name="connsiteY5" fmla="*/ 126115 h 230830"/>
                  <a:gd name="connsiteX6" fmla="*/ 427294 w 477143"/>
                  <a:gd name="connsiteY6" fmla="*/ 116591 h 230830"/>
                  <a:gd name="connsiteX7" fmla="*/ 474919 w 477143"/>
                  <a:gd name="connsiteY7" fmla="*/ 132465 h 230830"/>
                  <a:gd name="connsiteX8" fmla="*/ 466981 w 477143"/>
                  <a:gd name="connsiteY8" fmla="*/ 189616 h 230830"/>
                  <a:gd name="connsiteX9" fmla="*/ 446344 w 477143"/>
                  <a:gd name="connsiteY9" fmla="*/ 208666 h 230830"/>
                  <a:gd name="connsiteX10" fmla="*/ 384431 w 477143"/>
                  <a:gd name="connsiteY10" fmla="*/ 227716 h 230830"/>
                  <a:gd name="connsiteX11" fmla="*/ 335219 w 477143"/>
                  <a:gd name="connsiteY11" fmla="*/ 229303 h 230830"/>
                  <a:gd name="connsiteX12" fmla="*/ 244731 w 477143"/>
                  <a:gd name="connsiteY12" fmla="*/ 226128 h 230830"/>
                  <a:gd name="connsiteX13" fmla="*/ 146306 w 477143"/>
                  <a:gd name="connsiteY13" fmla="*/ 224541 h 230830"/>
                  <a:gd name="connsiteX14" fmla="*/ 43119 w 477143"/>
                  <a:gd name="connsiteY14" fmla="*/ 229304 h 230830"/>
                  <a:gd name="connsiteX15" fmla="*/ 3431 w 477143"/>
                  <a:gd name="connsiteY15" fmla="*/ 186442 h 230830"/>
                  <a:gd name="connsiteX16" fmla="*/ 8194 w 477143"/>
                  <a:gd name="connsiteY16" fmla="*/ 97541 h 230830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45075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22850 w 477487"/>
                  <a:gd name="connsiteY4" fmla="*/ 97540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87" h="230892">
                    <a:moveTo>
                      <a:pt x="8538" y="97541"/>
                    </a:moveTo>
                    <a:cubicBezTo>
                      <a:pt x="17534" y="68437"/>
                      <a:pt x="33002" y="33436"/>
                      <a:pt x="57751" y="11816"/>
                    </a:cubicBezTo>
                    <a:cubicBezTo>
                      <a:pt x="84777" y="-11793"/>
                      <a:pt x="147444" y="7318"/>
                      <a:pt x="175225" y="7053"/>
                    </a:cubicBezTo>
                    <a:cubicBezTo>
                      <a:pt x="203006" y="6788"/>
                      <a:pt x="216500" y="-4853"/>
                      <a:pt x="224437" y="10228"/>
                    </a:cubicBezTo>
                    <a:cubicBezTo>
                      <a:pt x="232374" y="25309"/>
                      <a:pt x="207239" y="78225"/>
                      <a:pt x="222850" y="97540"/>
                    </a:cubicBezTo>
                    <a:cubicBezTo>
                      <a:pt x="238461" y="116855"/>
                      <a:pt x="287144" y="123734"/>
                      <a:pt x="318100" y="126115"/>
                    </a:cubicBezTo>
                    <a:cubicBezTo>
                      <a:pt x="349056" y="128496"/>
                      <a:pt x="396417" y="113681"/>
                      <a:pt x="427638" y="116591"/>
                    </a:cubicBezTo>
                    <a:cubicBezTo>
                      <a:pt x="458859" y="119501"/>
                      <a:pt x="468649" y="120294"/>
                      <a:pt x="475263" y="132465"/>
                    </a:cubicBezTo>
                    <a:cubicBezTo>
                      <a:pt x="481878" y="144636"/>
                      <a:pt x="472088" y="176916"/>
                      <a:pt x="467325" y="189616"/>
                    </a:cubicBezTo>
                    <a:cubicBezTo>
                      <a:pt x="462563" y="202316"/>
                      <a:pt x="460446" y="202316"/>
                      <a:pt x="446688" y="208666"/>
                    </a:cubicBezTo>
                    <a:cubicBezTo>
                      <a:pt x="432930" y="215016"/>
                      <a:pt x="410583" y="224901"/>
                      <a:pt x="384775" y="227716"/>
                    </a:cubicBezTo>
                    <a:cubicBezTo>
                      <a:pt x="368459" y="229496"/>
                      <a:pt x="351967" y="228774"/>
                      <a:pt x="335563" y="229303"/>
                    </a:cubicBezTo>
                    <a:cubicBezTo>
                      <a:pt x="299325" y="233834"/>
                      <a:pt x="286085" y="226922"/>
                      <a:pt x="254600" y="226128"/>
                    </a:cubicBezTo>
                    <a:cubicBezTo>
                      <a:pt x="221792" y="225599"/>
                      <a:pt x="181046" y="223747"/>
                      <a:pt x="146650" y="224541"/>
                    </a:cubicBezTo>
                    <a:cubicBezTo>
                      <a:pt x="112254" y="225335"/>
                      <a:pt x="76356" y="228883"/>
                      <a:pt x="48226" y="230892"/>
                    </a:cubicBezTo>
                    <a:cubicBezTo>
                      <a:pt x="34073" y="227747"/>
                      <a:pt x="10390" y="208667"/>
                      <a:pt x="3775" y="186442"/>
                    </a:cubicBezTo>
                    <a:cubicBezTo>
                      <a:pt x="-2840" y="164217"/>
                      <a:pt x="-458" y="126645"/>
                      <a:pt x="8538" y="97541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59" name="矩形 1058">
                <a:extLst>
                  <a:ext uri="{FF2B5EF4-FFF2-40B4-BE49-F238E27FC236}">
                    <a16:creationId xmlns:a16="http://schemas.microsoft.com/office/drawing/2014/main" id="{CE124E68-F3A6-A50E-46C8-4CE9826305A9}"/>
                  </a:ext>
                </a:extLst>
              </p:cNvPr>
              <p:cNvSpPr/>
              <p:nvPr/>
            </p:nvSpPr>
            <p:spPr>
              <a:xfrm rot="318150">
                <a:off x="4053530" y="1873794"/>
                <a:ext cx="45719" cy="85900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62" name="椭圆 1061">
                <a:extLst>
                  <a:ext uri="{FF2B5EF4-FFF2-40B4-BE49-F238E27FC236}">
                    <a16:creationId xmlns:a16="http://schemas.microsoft.com/office/drawing/2014/main" id="{B93F2670-4F6C-2F93-1E5C-1C2518DEEC3A}"/>
                  </a:ext>
                </a:extLst>
              </p:cNvPr>
              <p:cNvSpPr/>
              <p:nvPr/>
            </p:nvSpPr>
            <p:spPr>
              <a:xfrm>
                <a:off x="4021332" y="2183928"/>
                <a:ext cx="104309" cy="99418"/>
              </a:xfrm>
              <a:prstGeom prst="ellipse">
                <a:avLst/>
              </a:prstGeom>
              <a:solidFill>
                <a:srgbClr val="333333">
                  <a:alpha val="5000"/>
                </a:srgbClr>
              </a:solidFill>
              <a:ln w="9525">
                <a:solidFill>
                  <a:srgbClr val="3333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64" name="矩形 1063">
                <a:extLst>
                  <a:ext uri="{FF2B5EF4-FFF2-40B4-BE49-F238E27FC236}">
                    <a16:creationId xmlns:a16="http://schemas.microsoft.com/office/drawing/2014/main" id="{F5688CB7-925C-EEF4-2231-B0F9D7D32D1D}"/>
                  </a:ext>
                </a:extLst>
              </p:cNvPr>
              <p:cNvSpPr/>
              <p:nvPr/>
            </p:nvSpPr>
            <p:spPr>
              <a:xfrm>
                <a:off x="4045600" y="1951906"/>
                <a:ext cx="45719" cy="21305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65" name="椭圆 1064">
                <a:extLst>
                  <a:ext uri="{FF2B5EF4-FFF2-40B4-BE49-F238E27FC236}">
                    <a16:creationId xmlns:a16="http://schemas.microsoft.com/office/drawing/2014/main" id="{46E58D19-9E4D-F7DF-0B4F-50D3F2E714B9}"/>
                  </a:ext>
                </a:extLst>
              </p:cNvPr>
              <p:cNvSpPr/>
              <p:nvPr/>
            </p:nvSpPr>
            <p:spPr>
              <a:xfrm>
                <a:off x="4035694" y="2196158"/>
                <a:ext cx="74197" cy="74958"/>
              </a:xfrm>
              <a:prstGeom prst="ellipse">
                <a:avLst/>
              </a:prstGeom>
              <a:solidFill>
                <a:schemeClr val="accent3">
                  <a:lumMod val="40000"/>
                  <a:lumOff val="60000"/>
                  <a:alpha val="5000"/>
                </a:schemeClr>
              </a:solidFill>
              <a:ln w="9525">
                <a:solidFill>
                  <a:schemeClr val="accent3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67" name="矩形 1066">
                <a:extLst>
                  <a:ext uri="{FF2B5EF4-FFF2-40B4-BE49-F238E27FC236}">
                    <a16:creationId xmlns:a16="http://schemas.microsoft.com/office/drawing/2014/main" id="{381D8D31-1E9E-2DBC-D287-58311C389EBD}"/>
                  </a:ext>
                </a:extLst>
              </p:cNvPr>
              <p:cNvSpPr/>
              <p:nvPr/>
            </p:nvSpPr>
            <p:spPr>
              <a:xfrm>
                <a:off x="4000009" y="1869588"/>
                <a:ext cx="156702" cy="6340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68" name="矩形: 圆角 1067">
                <a:extLst>
                  <a:ext uri="{FF2B5EF4-FFF2-40B4-BE49-F238E27FC236}">
                    <a16:creationId xmlns:a16="http://schemas.microsoft.com/office/drawing/2014/main" id="{D05D27A4-621A-CFD5-446A-384D5B8FDDF1}"/>
                  </a:ext>
                </a:extLst>
              </p:cNvPr>
              <p:cNvSpPr/>
              <p:nvPr/>
            </p:nvSpPr>
            <p:spPr>
              <a:xfrm>
                <a:off x="3976833" y="1992032"/>
                <a:ext cx="155273" cy="43258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25" name="矩形 1024">
              <a:extLst>
                <a:ext uri="{FF2B5EF4-FFF2-40B4-BE49-F238E27FC236}">
                  <a16:creationId xmlns:a16="http://schemas.microsoft.com/office/drawing/2014/main" id="{71822EC7-2103-3133-5E5E-9F98468F2CF0}"/>
                </a:ext>
              </a:extLst>
            </p:cNvPr>
            <p:cNvSpPr/>
            <p:nvPr/>
          </p:nvSpPr>
          <p:spPr>
            <a:xfrm>
              <a:off x="9648289" y="5271279"/>
              <a:ext cx="624222" cy="516033"/>
            </a:xfrm>
            <a:prstGeom prst="rect">
              <a:avLst/>
            </a:prstGeom>
            <a:noFill/>
            <a:ln w="12700">
              <a:solidFill>
                <a:srgbClr val="40404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026" name="组合 1025">
              <a:extLst>
                <a:ext uri="{FF2B5EF4-FFF2-40B4-BE49-F238E27FC236}">
                  <a16:creationId xmlns:a16="http://schemas.microsoft.com/office/drawing/2014/main" id="{06B04117-2311-069D-BC05-2DF0DE7F6AE4}"/>
                </a:ext>
              </a:extLst>
            </p:cNvPr>
            <p:cNvGrpSpPr/>
            <p:nvPr/>
          </p:nvGrpSpPr>
          <p:grpSpPr>
            <a:xfrm>
              <a:off x="9549675" y="4916019"/>
              <a:ext cx="830011" cy="919647"/>
              <a:chOff x="4921931" y="1234806"/>
              <a:chExt cx="2146807" cy="2327011"/>
            </a:xfrm>
          </p:grpSpPr>
          <p:grpSp>
            <p:nvGrpSpPr>
              <p:cNvPr id="1027" name="组合 1026">
                <a:extLst>
                  <a:ext uri="{FF2B5EF4-FFF2-40B4-BE49-F238E27FC236}">
                    <a16:creationId xmlns:a16="http://schemas.microsoft.com/office/drawing/2014/main" id="{4AB032E5-A45B-E668-3570-110DFD26C3C9}"/>
                  </a:ext>
                </a:extLst>
              </p:cNvPr>
              <p:cNvGrpSpPr/>
              <p:nvPr/>
            </p:nvGrpSpPr>
            <p:grpSpPr>
              <a:xfrm>
                <a:off x="4921931" y="3132853"/>
                <a:ext cx="2146807" cy="428964"/>
                <a:chOff x="4389235" y="5094329"/>
                <a:chExt cx="2716057" cy="615793"/>
              </a:xfrm>
            </p:grpSpPr>
            <p:grpSp>
              <p:nvGrpSpPr>
                <p:cNvPr id="1054" name="组合 1053">
                  <a:extLst>
                    <a:ext uri="{FF2B5EF4-FFF2-40B4-BE49-F238E27FC236}">
                      <a16:creationId xmlns:a16="http://schemas.microsoft.com/office/drawing/2014/main" id="{AAF46E02-2AAE-7139-2FDB-28EB37561A5C}"/>
                    </a:ext>
                  </a:extLst>
                </p:cNvPr>
                <p:cNvGrpSpPr/>
                <p:nvPr/>
              </p:nvGrpSpPr>
              <p:grpSpPr>
                <a:xfrm>
                  <a:off x="4389235" y="5094329"/>
                  <a:ext cx="2716057" cy="615793"/>
                  <a:chOff x="4451507" y="4199800"/>
                  <a:chExt cx="2716057" cy="615793"/>
                </a:xfrm>
              </p:grpSpPr>
              <p:sp>
                <p:nvSpPr>
                  <p:cNvPr id="1056" name="矩形: 剪去左右顶角 169">
                    <a:extLst>
                      <a:ext uri="{FF2B5EF4-FFF2-40B4-BE49-F238E27FC236}">
                        <a16:creationId xmlns:a16="http://schemas.microsoft.com/office/drawing/2014/main" id="{9521B580-AD6B-7608-0ADB-BA7F575CD4E2}"/>
                      </a:ext>
                    </a:extLst>
                  </p:cNvPr>
                  <p:cNvSpPr/>
                  <p:nvPr/>
                </p:nvSpPr>
                <p:spPr>
                  <a:xfrm>
                    <a:off x="4451507" y="4199800"/>
                    <a:ext cx="2716057" cy="615793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16057" h="615793">
                        <a:moveTo>
                          <a:pt x="379658" y="2380"/>
                        </a:moveTo>
                        <a:lnTo>
                          <a:pt x="2341161" y="0"/>
                        </a:lnTo>
                        <a:lnTo>
                          <a:pt x="2711294" y="463001"/>
                        </a:lnTo>
                        <a:lnTo>
                          <a:pt x="2716057" y="615793"/>
                        </a:lnTo>
                        <a:lnTo>
                          <a:pt x="0" y="613414"/>
                        </a:lnTo>
                        <a:cubicBezTo>
                          <a:pt x="794" y="564070"/>
                          <a:pt x="1587" y="512345"/>
                          <a:pt x="2381" y="463001"/>
                        </a:cubicBezTo>
                        <a:lnTo>
                          <a:pt x="379658" y="2380"/>
                        </a:lnTo>
                        <a:close/>
                      </a:path>
                    </a:pathLst>
                  </a:custGeom>
                  <a:solidFill>
                    <a:srgbClr val="A5A5A5"/>
                  </a:solidFill>
                  <a:ln w="9525">
                    <a:solidFill>
                      <a:srgbClr val="A5A5A5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057" name="矩形: 剪去左右顶角 169">
                    <a:extLst>
                      <a:ext uri="{FF2B5EF4-FFF2-40B4-BE49-F238E27FC236}">
                        <a16:creationId xmlns:a16="http://schemas.microsoft.com/office/drawing/2014/main" id="{72007193-DA89-2654-FE70-D0194BC768C5}"/>
                      </a:ext>
                    </a:extLst>
                  </p:cNvPr>
                  <p:cNvSpPr/>
                  <p:nvPr/>
                </p:nvSpPr>
                <p:spPr>
                  <a:xfrm>
                    <a:off x="4590889" y="4279369"/>
                    <a:ext cx="2431417" cy="330802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7277 w 2713676"/>
                      <a:gd name="connsiteY0" fmla="*/ 2380 h 615793"/>
                      <a:gd name="connsiteX1" fmla="*/ 2338780 w 2713676"/>
                      <a:gd name="connsiteY1" fmla="*/ 0 h 615793"/>
                      <a:gd name="connsiteX2" fmla="*/ 2708913 w 2713676"/>
                      <a:gd name="connsiteY2" fmla="*/ 463001 h 615793"/>
                      <a:gd name="connsiteX3" fmla="*/ 2713676 w 2713676"/>
                      <a:gd name="connsiteY3" fmla="*/ 615793 h 615793"/>
                      <a:gd name="connsiteX4" fmla="*/ 0 w 2713676"/>
                      <a:gd name="connsiteY4" fmla="*/ 463001 h 615793"/>
                      <a:gd name="connsiteX5" fmla="*/ 377277 w 2713676"/>
                      <a:gd name="connsiteY5" fmla="*/ 2380 h 615793"/>
                      <a:gd name="connsiteX0" fmla="*/ 377277 w 2708913"/>
                      <a:gd name="connsiteY0" fmla="*/ 2380 h 463001"/>
                      <a:gd name="connsiteX1" fmla="*/ 2338780 w 2708913"/>
                      <a:gd name="connsiteY1" fmla="*/ 0 h 463001"/>
                      <a:gd name="connsiteX2" fmla="*/ 2708913 w 2708913"/>
                      <a:gd name="connsiteY2" fmla="*/ 463001 h 463001"/>
                      <a:gd name="connsiteX3" fmla="*/ 0 w 2708913"/>
                      <a:gd name="connsiteY3" fmla="*/ 463001 h 463001"/>
                      <a:gd name="connsiteX4" fmla="*/ 377277 w 2708913"/>
                      <a:gd name="connsiteY4" fmla="*/ 2380 h 463001"/>
                      <a:gd name="connsiteX0" fmla="*/ 377277 w 3546583"/>
                      <a:gd name="connsiteY0" fmla="*/ 2380 h 463001"/>
                      <a:gd name="connsiteX1" fmla="*/ 3546583 w 3546583"/>
                      <a:gd name="connsiteY1" fmla="*/ 0 h 463001"/>
                      <a:gd name="connsiteX2" fmla="*/ 2708913 w 3546583"/>
                      <a:gd name="connsiteY2" fmla="*/ 463001 h 463001"/>
                      <a:gd name="connsiteX3" fmla="*/ 0 w 3546583"/>
                      <a:gd name="connsiteY3" fmla="*/ 463001 h 463001"/>
                      <a:gd name="connsiteX4" fmla="*/ 377277 w 3546583"/>
                      <a:gd name="connsiteY4" fmla="*/ 2380 h 463001"/>
                      <a:gd name="connsiteX0" fmla="*/ 377277 w 3972155"/>
                      <a:gd name="connsiteY0" fmla="*/ 2380 h 550122"/>
                      <a:gd name="connsiteX1" fmla="*/ 3546583 w 3972155"/>
                      <a:gd name="connsiteY1" fmla="*/ 0 h 550122"/>
                      <a:gd name="connsiteX2" fmla="*/ 3972155 w 3972155"/>
                      <a:gd name="connsiteY2" fmla="*/ 550122 h 550122"/>
                      <a:gd name="connsiteX3" fmla="*/ 0 w 3972155"/>
                      <a:gd name="connsiteY3" fmla="*/ 463001 h 550122"/>
                      <a:gd name="connsiteX4" fmla="*/ 377277 w 3972155"/>
                      <a:gd name="connsiteY4" fmla="*/ 2380 h 550122"/>
                      <a:gd name="connsiteX0" fmla="*/ 460438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8 w 4055316"/>
                      <a:gd name="connsiteY4" fmla="*/ 2380 h 550122"/>
                      <a:gd name="connsiteX0" fmla="*/ 460439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9 w 4055316"/>
                      <a:gd name="connsiteY4" fmla="*/ 2380 h 550122"/>
                      <a:gd name="connsiteX0" fmla="*/ 448560 w 4043437"/>
                      <a:gd name="connsiteY0" fmla="*/ 2380 h 550122"/>
                      <a:gd name="connsiteX1" fmla="*/ 3617865 w 4043437"/>
                      <a:gd name="connsiteY1" fmla="*/ 0 h 550122"/>
                      <a:gd name="connsiteX2" fmla="*/ 4043437 w 4043437"/>
                      <a:gd name="connsiteY2" fmla="*/ 550122 h 550122"/>
                      <a:gd name="connsiteX3" fmla="*/ 0 w 4043437"/>
                      <a:gd name="connsiteY3" fmla="*/ 546161 h 550122"/>
                      <a:gd name="connsiteX4" fmla="*/ 448560 w 4043437"/>
                      <a:gd name="connsiteY4" fmla="*/ 2380 h 550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3437" h="550122">
                        <a:moveTo>
                          <a:pt x="448560" y="2380"/>
                        </a:moveTo>
                        <a:lnTo>
                          <a:pt x="3617865" y="0"/>
                        </a:lnTo>
                        <a:lnTo>
                          <a:pt x="4043437" y="550122"/>
                        </a:lnTo>
                        <a:lnTo>
                          <a:pt x="0" y="546161"/>
                        </a:lnTo>
                        <a:lnTo>
                          <a:pt x="448560" y="2380"/>
                        </a:lnTo>
                        <a:close/>
                      </a:path>
                    </a:pathLst>
                  </a:custGeom>
                  <a:solidFill>
                    <a:srgbClr val="404040"/>
                  </a:solidFill>
                  <a:ln w="9525">
                    <a:solidFill>
                      <a:srgbClr val="404040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>
                      <a:solidFill>
                        <a:srgbClr val="42526F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cxnSp>
              <p:nvCxnSpPr>
                <p:cNvPr id="1055" name="直接连接符 1054">
                  <a:extLst>
                    <a:ext uri="{FF2B5EF4-FFF2-40B4-BE49-F238E27FC236}">
                      <a16:creationId xmlns:a16="http://schemas.microsoft.com/office/drawing/2014/main" id="{FC5D9AFF-8A76-7B49-3A3B-21C3D12CE4D3}"/>
                    </a:ext>
                  </a:extLst>
                </p:cNvPr>
                <p:cNvCxnSpPr/>
                <p:nvPr/>
              </p:nvCxnSpPr>
              <p:spPr>
                <a:xfrm>
                  <a:off x="4661435" y="5310740"/>
                  <a:ext cx="2184659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8" name="组合 1027">
                <a:extLst>
                  <a:ext uri="{FF2B5EF4-FFF2-40B4-BE49-F238E27FC236}">
                    <a16:creationId xmlns:a16="http://schemas.microsoft.com/office/drawing/2014/main" id="{0C536B74-E077-ECD8-379D-C302E6D2EDF4}"/>
                  </a:ext>
                </a:extLst>
              </p:cNvPr>
              <p:cNvGrpSpPr/>
              <p:nvPr/>
            </p:nvGrpSpPr>
            <p:grpSpPr>
              <a:xfrm>
                <a:off x="5367761" y="1234806"/>
                <a:ext cx="1312097" cy="2088607"/>
                <a:chOff x="470873" y="2973002"/>
                <a:chExt cx="1775393" cy="3140416"/>
              </a:xfrm>
              <a:solidFill>
                <a:srgbClr val="E0E0E0"/>
              </a:solidFill>
            </p:grpSpPr>
            <p:grpSp>
              <p:nvGrpSpPr>
                <p:cNvPr id="1043" name="组合 1042">
                  <a:extLst>
                    <a:ext uri="{FF2B5EF4-FFF2-40B4-BE49-F238E27FC236}">
                      <a16:creationId xmlns:a16="http://schemas.microsoft.com/office/drawing/2014/main" id="{A533FB42-FE4D-9BDA-A3C7-897D85288E14}"/>
                    </a:ext>
                  </a:extLst>
                </p:cNvPr>
                <p:cNvGrpSpPr/>
                <p:nvPr/>
              </p:nvGrpSpPr>
              <p:grpSpPr>
                <a:xfrm>
                  <a:off x="1381837" y="3989216"/>
                  <a:ext cx="673386" cy="2045725"/>
                  <a:chOff x="2404466" y="3740154"/>
                  <a:chExt cx="673386" cy="2045725"/>
                </a:xfrm>
                <a:grpFill/>
              </p:grpSpPr>
              <p:grpSp>
                <p:nvGrpSpPr>
                  <p:cNvPr id="1050" name="组合 1049">
                    <a:extLst>
                      <a:ext uri="{FF2B5EF4-FFF2-40B4-BE49-F238E27FC236}">
                        <a16:creationId xmlns:a16="http://schemas.microsoft.com/office/drawing/2014/main" id="{9AA538ED-EDEB-743D-F318-7092CCCDA06C}"/>
                      </a:ext>
                    </a:extLst>
                  </p:cNvPr>
                  <p:cNvGrpSpPr/>
                  <p:nvPr/>
                </p:nvGrpSpPr>
                <p:grpSpPr>
                  <a:xfrm>
                    <a:off x="2849080" y="5561145"/>
                    <a:ext cx="228772" cy="224734"/>
                    <a:chOff x="3404010" y="8801965"/>
                    <a:chExt cx="132494" cy="130155"/>
                  </a:xfrm>
                  <a:grpFill/>
                </p:grpSpPr>
                <p:sp>
                  <p:nvSpPr>
                    <p:cNvPr id="1052" name="流程图: 接点 1051">
                      <a:extLst>
                        <a:ext uri="{FF2B5EF4-FFF2-40B4-BE49-F238E27FC236}">
                          <a16:creationId xmlns:a16="http://schemas.microsoft.com/office/drawing/2014/main" id="{373550E5-70F1-56B2-EF51-8068BDDC1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95" y="8831117"/>
                      <a:ext cx="116309" cy="101003"/>
                    </a:xfrm>
                    <a:prstGeom prst="flowChartConnector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053" name="矩形: 圆角 1052">
                      <a:extLst>
                        <a:ext uri="{FF2B5EF4-FFF2-40B4-BE49-F238E27FC236}">
                          <a16:creationId xmlns:a16="http://schemas.microsoft.com/office/drawing/2014/main" id="{614B828A-F7BC-32E3-73B9-17A8D88F1E85}"/>
                        </a:ext>
                      </a:extLst>
                    </p:cNvPr>
                    <p:cNvSpPr/>
                    <p:nvPr/>
                  </p:nvSpPr>
                  <p:spPr>
                    <a:xfrm rot="18675530">
                      <a:off x="3428163" y="8777812"/>
                      <a:ext cx="33230" cy="81536"/>
                    </a:xfrm>
                    <a:prstGeom prst="roundRect">
                      <a:avLst/>
                    </a:prstGeom>
                    <a:grpFill/>
                    <a:ln w="9525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</p:grpSp>
              <p:sp>
                <p:nvSpPr>
                  <p:cNvPr id="1051" name="任意多边形: 形状 1050">
                    <a:extLst>
                      <a:ext uri="{FF2B5EF4-FFF2-40B4-BE49-F238E27FC236}">
                        <a16:creationId xmlns:a16="http://schemas.microsoft.com/office/drawing/2014/main" id="{04162859-5913-149D-C36C-CED94C7D846A}"/>
                      </a:ext>
                    </a:extLst>
                  </p:cNvPr>
                  <p:cNvSpPr/>
                  <p:nvPr/>
                </p:nvSpPr>
                <p:spPr>
                  <a:xfrm rot="20796923">
                    <a:off x="2404466" y="3740154"/>
                    <a:ext cx="317646" cy="489038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  <a:gd name="connsiteX0" fmla="*/ 50266 w 292832"/>
                      <a:gd name="connsiteY0" fmla="*/ 0 h 987837"/>
                      <a:gd name="connsiteX1" fmla="*/ 97 w 292832"/>
                      <a:gd name="connsiteY1" fmla="*/ 265387 h 987837"/>
                      <a:gd name="connsiteX2" fmla="*/ 54704 w 292832"/>
                      <a:gd name="connsiteY2" fmla="*/ 643732 h 987837"/>
                      <a:gd name="connsiteX3" fmla="*/ 141296 w 292832"/>
                      <a:gd name="connsiteY3" fmla="*/ 798405 h 987837"/>
                      <a:gd name="connsiteX4" fmla="*/ 180242 w 292832"/>
                      <a:gd name="connsiteY4" fmla="*/ 928207 h 987837"/>
                      <a:gd name="connsiteX5" fmla="*/ 246092 w 292832"/>
                      <a:gd name="connsiteY5" fmla="*/ 987806 h 987837"/>
                      <a:gd name="connsiteX6" fmla="*/ 292832 w 292832"/>
                      <a:gd name="connsiteY6" fmla="*/ 921523 h 987837"/>
                      <a:gd name="connsiteX7" fmla="*/ 246306 w 292832"/>
                      <a:gd name="connsiteY7" fmla="*/ 805785 h 987837"/>
                      <a:gd name="connsiteX8" fmla="*/ 170025 w 292832"/>
                      <a:gd name="connsiteY8" fmla="*/ 644795 h 987837"/>
                      <a:gd name="connsiteX9" fmla="*/ 101949 w 292832"/>
                      <a:gd name="connsiteY9" fmla="*/ 451204 h 987837"/>
                      <a:gd name="connsiteX10" fmla="*/ 187448 w 292832"/>
                      <a:gd name="connsiteY10" fmla="*/ 103378 h 987837"/>
                      <a:gd name="connsiteX0" fmla="*/ 3413 w 245979"/>
                      <a:gd name="connsiteY0" fmla="*/ 0 h 987837"/>
                      <a:gd name="connsiteX1" fmla="*/ 7851 w 245979"/>
                      <a:gd name="connsiteY1" fmla="*/ 643732 h 987837"/>
                      <a:gd name="connsiteX2" fmla="*/ 94443 w 245979"/>
                      <a:gd name="connsiteY2" fmla="*/ 798405 h 987837"/>
                      <a:gd name="connsiteX3" fmla="*/ 133389 w 245979"/>
                      <a:gd name="connsiteY3" fmla="*/ 928207 h 987837"/>
                      <a:gd name="connsiteX4" fmla="*/ 199239 w 245979"/>
                      <a:gd name="connsiteY4" fmla="*/ 987806 h 987837"/>
                      <a:gd name="connsiteX5" fmla="*/ 245979 w 245979"/>
                      <a:gd name="connsiteY5" fmla="*/ 921523 h 987837"/>
                      <a:gd name="connsiteX6" fmla="*/ 199453 w 245979"/>
                      <a:gd name="connsiteY6" fmla="*/ 805785 h 987837"/>
                      <a:gd name="connsiteX7" fmla="*/ 123172 w 245979"/>
                      <a:gd name="connsiteY7" fmla="*/ 644795 h 987837"/>
                      <a:gd name="connsiteX8" fmla="*/ 55096 w 245979"/>
                      <a:gd name="connsiteY8" fmla="*/ 451204 h 987837"/>
                      <a:gd name="connsiteX9" fmla="*/ 140595 w 245979"/>
                      <a:gd name="connsiteY9" fmla="*/ 103378 h 987837"/>
                      <a:gd name="connsiteX0" fmla="*/ 0 w 238128"/>
                      <a:gd name="connsiteY0" fmla="*/ 540354 h 884459"/>
                      <a:gd name="connsiteX1" fmla="*/ 86592 w 238128"/>
                      <a:gd name="connsiteY1" fmla="*/ 695027 h 884459"/>
                      <a:gd name="connsiteX2" fmla="*/ 125538 w 238128"/>
                      <a:gd name="connsiteY2" fmla="*/ 824829 h 884459"/>
                      <a:gd name="connsiteX3" fmla="*/ 191388 w 238128"/>
                      <a:gd name="connsiteY3" fmla="*/ 884428 h 884459"/>
                      <a:gd name="connsiteX4" fmla="*/ 238128 w 238128"/>
                      <a:gd name="connsiteY4" fmla="*/ 818145 h 884459"/>
                      <a:gd name="connsiteX5" fmla="*/ 191602 w 238128"/>
                      <a:gd name="connsiteY5" fmla="*/ 702407 h 884459"/>
                      <a:gd name="connsiteX6" fmla="*/ 115321 w 238128"/>
                      <a:gd name="connsiteY6" fmla="*/ 541417 h 884459"/>
                      <a:gd name="connsiteX7" fmla="*/ 47245 w 238128"/>
                      <a:gd name="connsiteY7" fmla="*/ 347826 h 884459"/>
                      <a:gd name="connsiteX8" fmla="*/ 132744 w 238128"/>
                      <a:gd name="connsiteY8" fmla="*/ 0 h 884459"/>
                      <a:gd name="connsiteX0" fmla="*/ 0 w 238128"/>
                      <a:gd name="connsiteY0" fmla="*/ 192528 h 536633"/>
                      <a:gd name="connsiteX1" fmla="*/ 86592 w 238128"/>
                      <a:gd name="connsiteY1" fmla="*/ 347201 h 536633"/>
                      <a:gd name="connsiteX2" fmla="*/ 125538 w 238128"/>
                      <a:gd name="connsiteY2" fmla="*/ 477003 h 536633"/>
                      <a:gd name="connsiteX3" fmla="*/ 191388 w 238128"/>
                      <a:gd name="connsiteY3" fmla="*/ 536602 h 536633"/>
                      <a:gd name="connsiteX4" fmla="*/ 238128 w 238128"/>
                      <a:gd name="connsiteY4" fmla="*/ 470319 h 536633"/>
                      <a:gd name="connsiteX5" fmla="*/ 191602 w 238128"/>
                      <a:gd name="connsiteY5" fmla="*/ 354581 h 536633"/>
                      <a:gd name="connsiteX6" fmla="*/ 115321 w 238128"/>
                      <a:gd name="connsiteY6" fmla="*/ 193591 h 536633"/>
                      <a:gd name="connsiteX7" fmla="*/ 47245 w 238128"/>
                      <a:gd name="connsiteY7" fmla="*/ 0 h 536633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15321 w 238128"/>
                      <a:gd name="connsiteY6" fmla="*/ 77084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74529 w 238128"/>
                      <a:gd name="connsiteY1" fmla="*/ 247502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51046"/>
                      <a:gd name="connsiteY0" fmla="*/ 132173 h 420126"/>
                      <a:gd name="connsiteX1" fmla="*/ 87447 w 251046"/>
                      <a:gd name="connsiteY1" fmla="*/ 247502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1046" h="420126">
                        <a:moveTo>
                          <a:pt x="0" y="132173"/>
                        </a:moveTo>
                        <a:cubicBezTo>
                          <a:pt x="25997" y="194447"/>
                          <a:pt x="75453" y="220651"/>
                          <a:pt x="98529" y="258705"/>
                        </a:cubicBezTo>
                        <a:cubicBezTo>
                          <a:pt x="121605" y="296759"/>
                          <a:pt x="120676" y="308941"/>
                          <a:pt x="138456" y="360496"/>
                        </a:cubicBezTo>
                        <a:cubicBezTo>
                          <a:pt x="155218" y="392261"/>
                          <a:pt x="185541" y="421209"/>
                          <a:pt x="204306" y="420095"/>
                        </a:cubicBezTo>
                        <a:cubicBezTo>
                          <a:pt x="223071" y="418981"/>
                          <a:pt x="251010" y="384149"/>
                          <a:pt x="251046" y="353812"/>
                        </a:cubicBezTo>
                        <a:cubicBezTo>
                          <a:pt x="251082" y="323475"/>
                          <a:pt x="227162" y="276726"/>
                          <a:pt x="204520" y="238074"/>
                        </a:cubicBezTo>
                        <a:cubicBezTo>
                          <a:pt x="181878" y="199422"/>
                          <a:pt x="143968" y="186044"/>
                          <a:pt x="115196" y="121903"/>
                        </a:cubicBezTo>
                        <a:cubicBezTo>
                          <a:pt x="71474" y="59634"/>
                          <a:pt x="36459" y="43548"/>
                          <a:pt x="1696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44" name="组合 1043">
                  <a:extLst>
                    <a:ext uri="{FF2B5EF4-FFF2-40B4-BE49-F238E27FC236}">
                      <a16:creationId xmlns:a16="http://schemas.microsoft.com/office/drawing/2014/main" id="{BA51AF0D-5282-BB3F-3FA8-97C8411B6141}"/>
                    </a:ext>
                  </a:extLst>
                </p:cNvPr>
                <p:cNvGrpSpPr/>
                <p:nvPr/>
              </p:nvGrpSpPr>
              <p:grpSpPr>
                <a:xfrm>
                  <a:off x="470873" y="2973002"/>
                  <a:ext cx="1775393" cy="3140416"/>
                  <a:chOff x="547538" y="7119093"/>
                  <a:chExt cx="1775393" cy="3140416"/>
                </a:xfrm>
                <a:grpFill/>
              </p:grpSpPr>
              <p:sp>
                <p:nvSpPr>
                  <p:cNvPr id="1045" name="任意多边形: 形状 1044">
                    <a:extLst>
                      <a:ext uri="{FF2B5EF4-FFF2-40B4-BE49-F238E27FC236}">
                        <a16:creationId xmlns:a16="http://schemas.microsoft.com/office/drawing/2014/main" id="{89041271-BAE5-F02F-E2F0-0AD89B96D6FD}"/>
                      </a:ext>
                    </a:extLst>
                  </p:cNvPr>
                  <p:cNvSpPr/>
                  <p:nvPr/>
                </p:nvSpPr>
                <p:spPr>
                  <a:xfrm>
                    <a:off x="547538" y="8838242"/>
                    <a:ext cx="789084" cy="142126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25826 w 898853"/>
                      <a:gd name="connsiteY13" fmla="*/ 1069554 h 2752057"/>
                      <a:gd name="connsiteX14" fmla="*/ 898853 w 898853"/>
                      <a:gd name="connsiteY14" fmla="*/ 799682 h 2752057"/>
                      <a:gd name="connsiteX15" fmla="*/ 759154 w 898853"/>
                      <a:gd name="connsiteY15" fmla="*/ 440907 h 2752057"/>
                      <a:gd name="connsiteX16" fmla="*/ 848054 w 898853"/>
                      <a:gd name="connsiteY16" fmla="*/ 374232 h 2752057"/>
                      <a:gd name="connsiteX17" fmla="*/ 882978 w 898853"/>
                      <a:gd name="connsiteY17" fmla="*/ 256757 h 2752057"/>
                      <a:gd name="connsiteX18" fmla="*/ 838529 w 898853"/>
                      <a:gd name="connsiteY18" fmla="*/ 82132 h 2752057"/>
                      <a:gd name="connsiteX19" fmla="*/ 662313 w 898853"/>
                      <a:gd name="connsiteY19" fmla="*/ 1166 h 2752057"/>
                      <a:gd name="connsiteX20" fmla="*/ 517853 w 898853"/>
                      <a:gd name="connsiteY20" fmla="*/ 167857 h 2752057"/>
                      <a:gd name="connsiteX21" fmla="*/ 613103 w 898853"/>
                      <a:gd name="connsiteY21" fmla="*/ 399631 h 2752057"/>
                      <a:gd name="connsiteX22" fmla="*/ 530551 w 898853"/>
                      <a:gd name="connsiteY22" fmla="*/ 558379 h 2752057"/>
                      <a:gd name="connsiteX23" fmla="*/ 486101 w 898853"/>
                      <a:gd name="connsiteY23" fmla="*/ 672678 h 2752057"/>
                      <a:gd name="connsiteX0" fmla="*/ 486101 w 882978"/>
                      <a:gd name="connsiteY0" fmla="*/ 672678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25826 w 882978"/>
                      <a:gd name="connsiteY13" fmla="*/ 1069554 h 2752057"/>
                      <a:gd name="connsiteX14" fmla="*/ 759154 w 882978"/>
                      <a:gd name="connsiteY14" fmla="*/ 440907 h 2752057"/>
                      <a:gd name="connsiteX15" fmla="*/ 848054 w 882978"/>
                      <a:gd name="connsiteY15" fmla="*/ 374232 h 2752057"/>
                      <a:gd name="connsiteX16" fmla="*/ 882978 w 882978"/>
                      <a:gd name="connsiteY16" fmla="*/ 256757 h 2752057"/>
                      <a:gd name="connsiteX17" fmla="*/ 838529 w 882978"/>
                      <a:gd name="connsiteY17" fmla="*/ 82132 h 2752057"/>
                      <a:gd name="connsiteX18" fmla="*/ 662313 w 882978"/>
                      <a:gd name="connsiteY18" fmla="*/ 1166 h 2752057"/>
                      <a:gd name="connsiteX19" fmla="*/ 517853 w 882978"/>
                      <a:gd name="connsiteY19" fmla="*/ 167857 h 2752057"/>
                      <a:gd name="connsiteX20" fmla="*/ 613103 w 882978"/>
                      <a:gd name="connsiteY20" fmla="*/ 399631 h 2752057"/>
                      <a:gd name="connsiteX21" fmla="*/ 530551 w 882978"/>
                      <a:gd name="connsiteY21" fmla="*/ 558379 h 2752057"/>
                      <a:gd name="connsiteX22" fmla="*/ 486101 w 882978"/>
                      <a:gd name="connsiteY22" fmla="*/ 672678 h 2752057"/>
                      <a:gd name="connsiteX0" fmla="*/ 486101 w 885823"/>
                      <a:gd name="connsiteY0" fmla="*/ 672678 h 2752057"/>
                      <a:gd name="connsiteX1" fmla="*/ 443239 w 885823"/>
                      <a:gd name="connsiteY1" fmla="*/ 1310854 h 2752057"/>
                      <a:gd name="connsiteX2" fmla="*/ 440063 w 885823"/>
                      <a:gd name="connsiteY2" fmla="*/ 1609304 h 2752057"/>
                      <a:gd name="connsiteX3" fmla="*/ 390851 w 885823"/>
                      <a:gd name="connsiteY3" fmla="*/ 1968079 h 2752057"/>
                      <a:gd name="connsiteX4" fmla="*/ 162250 w 885823"/>
                      <a:gd name="connsiteY4" fmla="*/ 2223666 h 2752057"/>
                      <a:gd name="connsiteX5" fmla="*/ 86054 w 885823"/>
                      <a:gd name="connsiteY5" fmla="*/ 2466557 h 2752057"/>
                      <a:gd name="connsiteX6" fmla="*/ 326 w 885823"/>
                      <a:gd name="connsiteY6" fmla="*/ 2587204 h 2752057"/>
                      <a:gd name="connsiteX7" fmla="*/ 119388 w 885823"/>
                      <a:gd name="connsiteY7" fmla="*/ 2685629 h 2752057"/>
                      <a:gd name="connsiteX8" fmla="*/ 365451 w 885823"/>
                      <a:gd name="connsiteY8" fmla="*/ 2730078 h 2752057"/>
                      <a:gd name="connsiteX9" fmla="*/ 187651 w 885823"/>
                      <a:gd name="connsiteY9" fmla="*/ 2542754 h 2752057"/>
                      <a:gd name="connsiteX10" fmla="*/ 346404 w 885823"/>
                      <a:gd name="connsiteY10" fmla="*/ 2320508 h 2752057"/>
                      <a:gd name="connsiteX11" fmla="*/ 587701 w 885823"/>
                      <a:gd name="connsiteY11" fmla="*/ 2079204 h 2752057"/>
                      <a:gd name="connsiteX12" fmla="*/ 794076 w 885823"/>
                      <a:gd name="connsiteY12" fmla="*/ 1568029 h 2752057"/>
                      <a:gd name="connsiteX13" fmla="*/ 825826 w 885823"/>
                      <a:gd name="connsiteY13" fmla="*/ 1069554 h 2752057"/>
                      <a:gd name="connsiteX14" fmla="*/ 759154 w 885823"/>
                      <a:gd name="connsiteY14" fmla="*/ 440907 h 2752057"/>
                      <a:gd name="connsiteX15" fmla="*/ 882978 w 885823"/>
                      <a:gd name="connsiteY15" fmla="*/ 256757 h 2752057"/>
                      <a:gd name="connsiteX16" fmla="*/ 838529 w 885823"/>
                      <a:gd name="connsiteY16" fmla="*/ 82132 h 2752057"/>
                      <a:gd name="connsiteX17" fmla="*/ 662313 w 885823"/>
                      <a:gd name="connsiteY17" fmla="*/ 1166 h 2752057"/>
                      <a:gd name="connsiteX18" fmla="*/ 517853 w 885823"/>
                      <a:gd name="connsiteY18" fmla="*/ 167857 h 2752057"/>
                      <a:gd name="connsiteX19" fmla="*/ 613103 w 885823"/>
                      <a:gd name="connsiteY19" fmla="*/ 399631 h 2752057"/>
                      <a:gd name="connsiteX20" fmla="*/ 530551 w 885823"/>
                      <a:gd name="connsiteY20" fmla="*/ 558379 h 2752057"/>
                      <a:gd name="connsiteX21" fmla="*/ 486101 w 885823"/>
                      <a:gd name="connsiteY21" fmla="*/ 672678 h 2752057"/>
                      <a:gd name="connsiteX0" fmla="*/ 486101 w 840402"/>
                      <a:gd name="connsiteY0" fmla="*/ 673911 h 2753290"/>
                      <a:gd name="connsiteX1" fmla="*/ 443239 w 840402"/>
                      <a:gd name="connsiteY1" fmla="*/ 1312087 h 2753290"/>
                      <a:gd name="connsiteX2" fmla="*/ 440063 w 840402"/>
                      <a:gd name="connsiteY2" fmla="*/ 1610537 h 2753290"/>
                      <a:gd name="connsiteX3" fmla="*/ 390851 w 840402"/>
                      <a:gd name="connsiteY3" fmla="*/ 1969312 h 2753290"/>
                      <a:gd name="connsiteX4" fmla="*/ 162250 w 840402"/>
                      <a:gd name="connsiteY4" fmla="*/ 2224899 h 2753290"/>
                      <a:gd name="connsiteX5" fmla="*/ 86054 w 840402"/>
                      <a:gd name="connsiteY5" fmla="*/ 2467790 h 2753290"/>
                      <a:gd name="connsiteX6" fmla="*/ 326 w 840402"/>
                      <a:gd name="connsiteY6" fmla="*/ 2588437 h 2753290"/>
                      <a:gd name="connsiteX7" fmla="*/ 119388 w 840402"/>
                      <a:gd name="connsiteY7" fmla="*/ 2686862 h 2753290"/>
                      <a:gd name="connsiteX8" fmla="*/ 365451 w 840402"/>
                      <a:gd name="connsiteY8" fmla="*/ 2731311 h 2753290"/>
                      <a:gd name="connsiteX9" fmla="*/ 187651 w 840402"/>
                      <a:gd name="connsiteY9" fmla="*/ 2543987 h 2753290"/>
                      <a:gd name="connsiteX10" fmla="*/ 346404 w 840402"/>
                      <a:gd name="connsiteY10" fmla="*/ 2321741 h 2753290"/>
                      <a:gd name="connsiteX11" fmla="*/ 587701 w 840402"/>
                      <a:gd name="connsiteY11" fmla="*/ 2080437 h 2753290"/>
                      <a:gd name="connsiteX12" fmla="*/ 794076 w 840402"/>
                      <a:gd name="connsiteY12" fmla="*/ 1569262 h 2753290"/>
                      <a:gd name="connsiteX13" fmla="*/ 825826 w 840402"/>
                      <a:gd name="connsiteY13" fmla="*/ 1070787 h 2753290"/>
                      <a:gd name="connsiteX14" fmla="*/ 759154 w 840402"/>
                      <a:gd name="connsiteY14" fmla="*/ 442140 h 2753290"/>
                      <a:gd name="connsiteX15" fmla="*/ 838529 w 840402"/>
                      <a:gd name="connsiteY15" fmla="*/ 83365 h 2753290"/>
                      <a:gd name="connsiteX16" fmla="*/ 662313 w 840402"/>
                      <a:gd name="connsiteY16" fmla="*/ 2399 h 2753290"/>
                      <a:gd name="connsiteX17" fmla="*/ 517853 w 840402"/>
                      <a:gd name="connsiteY17" fmla="*/ 169090 h 2753290"/>
                      <a:gd name="connsiteX18" fmla="*/ 613103 w 840402"/>
                      <a:gd name="connsiteY18" fmla="*/ 400864 h 2753290"/>
                      <a:gd name="connsiteX19" fmla="*/ 530551 w 840402"/>
                      <a:gd name="connsiteY19" fmla="*/ 559612 h 2753290"/>
                      <a:gd name="connsiteX20" fmla="*/ 486101 w 840402"/>
                      <a:gd name="connsiteY20" fmla="*/ 673911 h 2753290"/>
                      <a:gd name="connsiteX0" fmla="*/ 486101 w 825826"/>
                      <a:gd name="connsiteY0" fmla="*/ 681094 h 2760473"/>
                      <a:gd name="connsiteX1" fmla="*/ 443239 w 825826"/>
                      <a:gd name="connsiteY1" fmla="*/ 1319270 h 2760473"/>
                      <a:gd name="connsiteX2" fmla="*/ 440063 w 825826"/>
                      <a:gd name="connsiteY2" fmla="*/ 1617720 h 2760473"/>
                      <a:gd name="connsiteX3" fmla="*/ 390851 w 825826"/>
                      <a:gd name="connsiteY3" fmla="*/ 1976495 h 2760473"/>
                      <a:gd name="connsiteX4" fmla="*/ 162250 w 825826"/>
                      <a:gd name="connsiteY4" fmla="*/ 2232082 h 2760473"/>
                      <a:gd name="connsiteX5" fmla="*/ 86054 w 825826"/>
                      <a:gd name="connsiteY5" fmla="*/ 2474973 h 2760473"/>
                      <a:gd name="connsiteX6" fmla="*/ 326 w 825826"/>
                      <a:gd name="connsiteY6" fmla="*/ 2595620 h 2760473"/>
                      <a:gd name="connsiteX7" fmla="*/ 119388 w 825826"/>
                      <a:gd name="connsiteY7" fmla="*/ 2694045 h 2760473"/>
                      <a:gd name="connsiteX8" fmla="*/ 365451 w 825826"/>
                      <a:gd name="connsiteY8" fmla="*/ 2738494 h 2760473"/>
                      <a:gd name="connsiteX9" fmla="*/ 187651 w 825826"/>
                      <a:gd name="connsiteY9" fmla="*/ 2551170 h 2760473"/>
                      <a:gd name="connsiteX10" fmla="*/ 346404 w 825826"/>
                      <a:gd name="connsiteY10" fmla="*/ 2328924 h 2760473"/>
                      <a:gd name="connsiteX11" fmla="*/ 587701 w 825826"/>
                      <a:gd name="connsiteY11" fmla="*/ 2087620 h 2760473"/>
                      <a:gd name="connsiteX12" fmla="*/ 794076 w 825826"/>
                      <a:gd name="connsiteY12" fmla="*/ 1576445 h 2760473"/>
                      <a:gd name="connsiteX13" fmla="*/ 825826 w 825826"/>
                      <a:gd name="connsiteY13" fmla="*/ 1077970 h 2760473"/>
                      <a:gd name="connsiteX14" fmla="*/ 759154 w 825826"/>
                      <a:gd name="connsiteY14" fmla="*/ 449323 h 2760473"/>
                      <a:gd name="connsiteX15" fmla="*/ 662313 w 825826"/>
                      <a:gd name="connsiteY15" fmla="*/ 9582 h 2760473"/>
                      <a:gd name="connsiteX16" fmla="*/ 517853 w 825826"/>
                      <a:gd name="connsiteY16" fmla="*/ 176273 h 2760473"/>
                      <a:gd name="connsiteX17" fmla="*/ 613103 w 825826"/>
                      <a:gd name="connsiteY17" fmla="*/ 408047 h 2760473"/>
                      <a:gd name="connsiteX18" fmla="*/ 530551 w 825826"/>
                      <a:gd name="connsiteY18" fmla="*/ 566795 h 2760473"/>
                      <a:gd name="connsiteX19" fmla="*/ 486101 w 825826"/>
                      <a:gd name="connsiteY19" fmla="*/ 681094 h 2760473"/>
                      <a:gd name="connsiteX0" fmla="*/ 486101 w 825826"/>
                      <a:gd name="connsiteY0" fmla="*/ 504821 h 2584200"/>
                      <a:gd name="connsiteX1" fmla="*/ 443239 w 825826"/>
                      <a:gd name="connsiteY1" fmla="*/ 1142997 h 2584200"/>
                      <a:gd name="connsiteX2" fmla="*/ 440063 w 825826"/>
                      <a:gd name="connsiteY2" fmla="*/ 1441447 h 2584200"/>
                      <a:gd name="connsiteX3" fmla="*/ 390851 w 825826"/>
                      <a:gd name="connsiteY3" fmla="*/ 1800222 h 2584200"/>
                      <a:gd name="connsiteX4" fmla="*/ 162250 w 825826"/>
                      <a:gd name="connsiteY4" fmla="*/ 2055809 h 2584200"/>
                      <a:gd name="connsiteX5" fmla="*/ 86054 w 825826"/>
                      <a:gd name="connsiteY5" fmla="*/ 2298700 h 2584200"/>
                      <a:gd name="connsiteX6" fmla="*/ 326 w 825826"/>
                      <a:gd name="connsiteY6" fmla="*/ 2419347 h 2584200"/>
                      <a:gd name="connsiteX7" fmla="*/ 119388 w 825826"/>
                      <a:gd name="connsiteY7" fmla="*/ 2517772 h 2584200"/>
                      <a:gd name="connsiteX8" fmla="*/ 365451 w 825826"/>
                      <a:gd name="connsiteY8" fmla="*/ 2562221 h 2584200"/>
                      <a:gd name="connsiteX9" fmla="*/ 187651 w 825826"/>
                      <a:gd name="connsiteY9" fmla="*/ 2374897 h 2584200"/>
                      <a:gd name="connsiteX10" fmla="*/ 346404 w 825826"/>
                      <a:gd name="connsiteY10" fmla="*/ 2152651 h 2584200"/>
                      <a:gd name="connsiteX11" fmla="*/ 587701 w 825826"/>
                      <a:gd name="connsiteY11" fmla="*/ 1911347 h 2584200"/>
                      <a:gd name="connsiteX12" fmla="*/ 794076 w 825826"/>
                      <a:gd name="connsiteY12" fmla="*/ 1400172 h 2584200"/>
                      <a:gd name="connsiteX13" fmla="*/ 825826 w 825826"/>
                      <a:gd name="connsiteY13" fmla="*/ 901697 h 2584200"/>
                      <a:gd name="connsiteX14" fmla="*/ 759154 w 825826"/>
                      <a:gd name="connsiteY14" fmla="*/ 273050 h 2584200"/>
                      <a:gd name="connsiteX15" fmla="*/ 517853 w 825826"/>
                      <a:gd name="connsiteY15" fmla="*/ 0 h 2584200"/>
                      <a:gd name="connsiteX16" fmla="*/ 613103 w 825826"/>
                      <a:gd name="connsiteY16" fmla="*/ 231774 h 2584200"/>
                      <a:gd name="connsiteX17" fmla="*/ 530551 w 825826"/>
                      <a:gd name="connsiteY17" fmla="*/ 390522 h 2584200"/>
                      <a:gd name="connsiteX18" fmla="*/ 486101 w 825826"/>
                      <a:gd name="connsiteY18" fmla="*/ 504821 h 2584200"/>
                      <a:gd name="connsiteX0" fmla="*/ 486101 w 825826"/>
                      <a:gd name="connsiteY0" fmla="*/ 301686 h 2381065"/>
                      <a:gd name="connsiteX1" fmla="*/ 443239 w 825826"/>
                      <a:gd name="connsiteY1" fmla="*/ 939862 h 2381065"/>
                      <a:gd name="connsiteX2" fmla="*/ 440063 w 825826"/>
                      <a:gd name="connsiteY2" fmla="*/ 1238312 h 2381065"/>
                      <a:gd name="connsiteX3" fmla="*/ 390851 w 825826"/>
                      <a:gd name="connsiteY3" fmla="*/ 1597087 h 2381065"/>
                      <a:gd name="connsiteX4" fmla="*/ 162250 w 825826"/>
                      <a:gd name="connsiteY4" fmla="*/ 1852674 h 2381065"/>
                      <a:gd name="connsiteX5" fmla="*/ 86054 w 825826"/>
                      <a:gd name="connsiteY5" fmla="*/ 2095565 h 2381065"/>
                      <a:gd name="connsiteX6" fmla="*/ 326 w 825826"/>
                      <a:gd name="connsiteY6" fmla="*/ 2216212 h 2381065"/>
                      <a:gd name="connsiteX7" fmla="*/ 119388 w 825826"/>
                      <a:gd name="connsiteY7" fmla="*/ 2314637 h 2381065"/>
                      <a:gd name="connsiteX8" fmla="*/ 365451 w 825826"/>
                      <a:gd name="connsiteY8" fmla="*/ 2359086 h 2381065"/>
                      <a:gd name="connsiteX9" fmla="*/ 187651 w 825826"/>
                      <a:gd name="connsiteY9" fmla="*/ 2171762 h 2381065"/>
                      <a:gd name="connsiteX10" fmla="*/ 346404 w 825826"/>
                      <a:gd name="connsiteY10" fmla="*/ 1949516 h 2381065"/>
                      <a:gd name="connsiteX11" fmla="*/ 587701 w 825826"/>
                      <a:gd name="connsiteY11" fmla="*/ 1708212 h 2381065"/>
                      <a:gd name="connsiteX12" fmla="*/ 794076 w 825826"/>
                      <a:gd name="connsiteY12" fmla="*/ 1197037 h 2381065"/>
                      <a:gd name="connsiteX13" fmla="*/ 825826 w 825826"/>
                      <a:gd name="connsiteY13" fmla="*/ 698562 h 2381065"/>
                      <a:gd name="connsiteX14" fmla="*/ 759154 w 825826"/>
                      <a:gd name="connsiteY14" fmla="*/ 69915 h 2381065"/>
                      <a:gd name="connsiteX15" fmla="*/ 613103 w 825826"/>
                      <a:gd name="connsiteY15" fmla="*/ 28639 h 2381065"/>
                      <a:gd name="connsiteX16" fmla="*/ 530551 w 825826"/>
                      <a:gd name="connsiteY16" fmla="*/ 187387 h 2381065"/>
                      <a:gd name="connsiteX17" fmla="*/ 486101 w 825826"/>
                      <a:gd name="connsiteY17" fmla="*/ 301686 h 2381065"/>
                      <a:gd name="connsiteX0" fmla="*/ 486101 w 825826"/>
                      <a:gd name="connsiteY0" fmla="*/ 273047 h 2352426"/>
                      <a:gd name="connsiteX1" fmla="*/ 443239 w 825826"/>
                      <a:gd name="connsiteY1" fmla="*/ 911223 h 2352426"/>
                      <a:gd name="connsiteX2" fmla="*/ 440063 w 825826"/>
                      <a:gd name="connsiteY2" fmla="*/ 1209673 h 2352426"/>
                      <a:gd name="connsiteX3" fmla="*/ 390851 w 825826"/>
                      <a:gd name="connsiteY3" fmla="*/ 1568448 h 2352426"/>
                      <a:gd name="connsiteX4" fmla="*/ 162250 w 825826"/>
                      <a:gd name="connsiteY4" fmla="*/ 1824035 h 2352426"/>
                      <a:gd name="connsiteX5" fmla="*/ 86054 w 825826"/>
                      <a:gd name="connsiteY5" fmla="*/ 2066926 h 2352426"/>
                      <a:gd name="connsiteX6" fmla="*/ 326 w 825826"/>
                      <a:gd name="connsiteY6" fmla="*/ 2187573 h 2352426"/>
                      <a:gd name="connsiteX7" fmla="*/ 119388 w 825826"/>
                      <a:gd name="connsiteY7" fmla="*/ 2285998 h 2352426"/>
                      <a:gd name="connsiteX8" fmla="*/ 365451 w 825826"/>
                      <a:gd name="connsiteY8" fmla="*/ 2330447 h 2352426"/>
                      <a:gd name="connsiteX9" fmla="*/ 187651 w 825826"/>
                      <a:gd name="connsiteY9" fmla="*/ 2143123 h 2352426"/>
                      <a:gd name="connsiteX10" fmla="*/ 346404 w 825826"/>
                      <a:gd name="connsiteY10" fmla="*/ 1920877 h 2352426"/>
                      <a:gd name="connsiteX11" fmla="*/ 587701 w 825826"/>
                      <a:gd name="connsiteY11" fmla="*/ 1679573 h 2352426"/>
                      <a:gd name="connsiteX12" fmla="*/ 794076 w 825826"/>
                      <a:gd name="connsiteY12" fmla="*/ 1168398 h 2352426"/>
                      <a:gd name="connsiteX13" fmla="*/ 825826 w 825826"/>
                      <a:gd name="connsiteY13" fmla="*/ 669923 h 2352426"/>
                      <a:gd name="connsiteX14" fmla="*/ 613103 w 825826"/>
                      <a:gd name="connsiteY14" fmla="*/ 0 h 2352426"/>
                      <a:gd name="connsiteX15" fmla="*/ 530551 w 825826"/>
                      <a:gd name="connsiteY15" fmla="*/ 158748 h 2352426"/>
                      <a:gd name="connsiteX16" fmla="*/ 486101 w 825826"/>
                      <a:gd name="connsiteY16" fmla="*/ 273047 h 2352426"/>
                      <a:gd name="connsiteX0" fmla="*/ 486101 w 825826"/>
                      <a:gd name="connsiteY0" fmla="*/ 142512 h 2221891"/>
                      <a:gd name="connsiteX1" fmla="*/ 443239 w 825826"/>
                      <a:gd name="connsiteY1" fmla="*/ 780688 h 2221891"/>
                      <a:gd name="connsiteX2" fmla="*/ 440063 w 825826"/>
                      <a:gd name="connsiteY2" fmla="*/ 1079138 h 2221891"/>
                      <a:gd name="connsiteX3" fmla="*/ 390851 w 825826"/>
                      <a:gd name="connsiteY3" fmla="*/ 1437913 h 2221891"/>
                      <a:gd name="connsiteX4" fmla="*/ 162250 w 825826"/>
                      <a:gd name="connsiteY4" fmla="*/ 1693500 h 2221891"/>
                      <a:gd name="connsiteX5" fmla="*/ 86054 w 825826"/>
                      <a:gd name="connsiteY5" fmla="*/ 1936391 h 2221891"/>
                      <a:gd name="connsiteX6" fmla="*/ 326 w 825826"/>
                      <a:gd name="connsiteY6" fmla="*/ 2057038 h 2221891"/>
                      <a:gd name="connsiteX7" fmla="*/ 119388 w 825826"/>
                      <a:gd name="connsiteY7" fmla="*/ 2155463 h 2221891"/>
                      <a:gd name="connsiteX8" fmla="*/ 365451 w 825826"/>
                      <a:gd name="connsiteY8" fmla="*/ 2199912 h 2221891"/>
                      <a:gd name="connsiteX9" fmla="*/ 187651 w 825826"/>
                      <a:gd name="connsiteY9" fmla="*/ 2012588 h 2221891"/>
                      <a:gd name="connsiteX10" fmla="*/ 346404 w 825826"/>
                      <a:gd name="connsiteY10" fmla="*/ 1790342 h 2221891"/>
                      <a:gd name="connsiteX11" fmla="*/ 587701 w 825826"/>
                      <a:gd name="connsiteY11" fmla="*/ 1549038 h 2221891"/>
                      <a:gd name="connsiteX12" fmla="*/ 794076 w 825826"/>
                      <a:gd name="connsiteY12" fmla="*/ 1037863 h 2221891"/>
                      <a:gd name="connsiteX13" fmla="*/ 825826 w 825826"/>
                      <a:gd name="connsiteY13" fmla="*/ 539388 h 2221891"/>
                      <a:gd name="connsiteX14" fmla="*/ 530551 w 825826"/>
                      <a:gd name="connsiteY14" fmla="*/ 28213 h 2221891"/>
                      <a:gd name="connsiteX15" fmla="*/ 486101 w 825826"/>
                      <a:gd name="connsiteY15" fmla="*/ 142512 h 2221891"/>
                      <a:gd name="connsiteX0" fmla="*/ 486101 w 825826"/>
                      <a:gd name="connsiteY0" fmla="*/ 3813 h 2083192"/>
                      <a:gd name="connsiteX1" fmla="*/ 443239 w 825826"/>
                      <a:gd name="connsiteY1" fmla="*/ 641989 h 2083192"/>
                      <a:gd name="connsiteX2" fmla="*/ 440063 w 825826"/>
                      <a:gd name="connsiteY2" fmla="*/ 940439 h 2083192"/>
                      <a:gd name="connsiteX3" fmla="*/ 390851 w 825826"/>
                      <a:gd name="connsiteY3" fmla="*/ 1299214 h 2083192"/>
                      <a:gd name="connsiteX4" fmla="*/ 162250 w 825826"/>
                      <a:gd name="connsiteY4" fmla="*/ 1554801 h 2083192"/>
                      <a:gd name="connsiteX5" fmla="*/ 86054 w 825826"/>
                      <a:gd name="connsiteY5" fmla="*/ 1797692 h 2083192"/>
                      <a:gd name="connsiteX6" fmla="*/ 326 w 825826"/>
                      <a:gd name="connsiteY6" fmla="*/ 1918339 h 2083192"/>
                      <a:gd name="connsiteX7" fmla="*/ 119388 w 825826"/>
                      <a:gd name="connsiteY7" fmla="*/ 2016764 h 2083192"/>
                      <a:gd name="connsiteX8" fmla="*/ 365451 w 825826"/>
                      <a:gd name="connsiteY8" fmla="*/ 2061213 h 2083192"/>
                      <a:gd name="connsiteX9" fmla="*/ 187651 w 825826"/>
                      <a:gd name="connsiteY9" fmla="*/ 1873889 h 2083192"/>
                      <a:gd name="connsiteX10" fmla="*/ 346404 w 825826"/>
                      <a:gd name="connsiteY10" fmla="*/ 1651643 h 2083192"/>
                      <a:gd name="connsiteX11" fmla="*/ 587701 w 825826"/>
                      <a:gd name="connsiteY11" fmla="*/ 1410339 h 2083192"/>
                      <a:gd name="connsiteX12" fmla="*/ 794076 w 825826"/>
                      <a:gd name="connsiteY12" fmla="*/ 899164 h 2083192"/>
                      <a:gd name="connsiteX13" fmla="*/ 825826 w 825826"/>
                      <a:gd name="connsiteY13" fmla="*/ 400689 h 2083192"/>
                      <a:gd name="connsiteX14" fmla="*/ 486101 w 825826"/>
                      <a:gd name="connsiteY14" fmla="*/ 3813 h 2083192"/>
                      <a:gd name="connsiteX0" fmla="*/ 486101 w 883230"/>
                      <a:gd name="connsiteY0" fmla="*/ 0 h 2079379"/>
                      <a:gd name="connsiteX1" fmla="*/ 443239 w 883230"/>
                      <a:gd name="connsiteY1" fmla="*/ 638176 h 2079379"/>
                      <a:gd name="connsiteX2" fmla="*/ 440063 w 883230"/>
                      <a:gd name="connsiteY2" fmla="*/ 936626 h 2079379"/>
                      <a:gd name="connsiteX3" fmla="*/ 390851 w 883230"/>
                      <a:gd name="connsiteY3" fmla="*/ 1295401 h 2079379"/>
                      <a:gd name="connsiteX4" fmla="*/ 162250 w 883230"/>
                      <a:gd name="connsiteY4" fmla="*/ 1550988 h 2079379"/>
                      <a:gd name="connsiteX5" fmla="*/ 86054 w 883230"/>
                      <a:gd name="connsiteY5" fmla="*/ 1793879 h 2079379"/>
                      <a:gd name="connsiteX6" fmla="*/ 326 w 883230"/>
                      <a:gd name="connsiteY6" fmla="*/ 1914526 h 2079379"/>
                      <a:gd name="connsiteX7" fmla="*/ 119388 w 883230"/>
                      <a:gd name="connsiteY7" fmla="*/ 2012951 h 2079379"/>
                      <a:gd name="connsiteX8" fmla="*/ 365451 w 883230"/>
                      <a:gd name="connsiteY8" fmla="*/ 2057400 h 2079379"/>
                      <a:gd name="connsiteX9" fmla="*/ 187651 w 883230"/>
                      <a:gd name="connsiteY9" fmla="*/ 1870076 h 2079379"/>
                      <a:gd name="connsiteX10" fmla="*/ 346404 w 883230"/>
                      <a:gd name="connsiteY10" fmla="*/ 1647830 h 2079379"/>
                      <a:gd name="connsiteX11" fmla="*/ 587701 w 883230"/>
                      <a:gd name="connsiteY11" fmla="*/ 1406526 h 2079379"/>
                      <a:gd name="connsiteX12" fmla="*/ 794076 w 883230"/>
                      <a:gd name="connsiteY12" fmla="*/ 895351 h 2079379"/>
                      <a:gd name="connsiteX13" fmla="*/ 883230 w 883230"/>
                      <a:gd name="connsiteY13" fmla="*/ 456245 h 2079379"/>
                      <a:gd name="connsiteX0" fmla="*/ 486101 w 794076"/>
                      <a:gd name="connsiteY0" fmla="*/ 0 h 2079379"/>
                      <a:gd name="connsiteX1" fmla="*/ 443239 w 794076"/>
                      <a:gd name="connsiteY1" fmla="*/ 638176 h 2079379"/>
                      <a:gd name="connsiteX2" fmla="*/ 440063 w 794076"/>
                      <a:gd name="connsiteY2" fmla="*/ 936626 h 2079379"/>
                      <a:gd name="connsiteX3" fmla="*/ 390851 w 794076"/>
                      <a:gd name="connsiteY3" fmla="*/ 1295401 h 2079379"/>
                      <a:gd name="connsiteX4" fmla="*/ 162250 w 794076"/>
                      <a:gd name="connsiteY4" fmla="*/ 1550988 h 2079379"/>
                      <a:gd name="connsiteX5" fmla="*/ 86054 w 794076"/>
                      <a:gd name="connsiteY5" fmla="*/ 1793879 h 2079379"/>
                      <a:gd name="connsiteX6" fmla="*/ 326 w 794076"/>
                      <a:gd name="connsiteY6" fmla="*/ 1914526 h 2079379"/>
                      <a:gd name="connsiteX7" fmla="*/ 119388 w 794076"/>
                      <a:gd name="connsiteY7" fmla="*/ 2012951 h 2079379"/>
                      <a:gd name="connsiteX8" fmla="*/ 365451 w 794076"/>
                      <a:gd name="connsiteY8" fmla="*/ 2057400 h 2079379"/>
                      <a:gd name="connsiteX9" fmla="*/ 187651 w 794076"/>
                      <a:gd name="connsiteY9" fmla="*/ 1870076 h 2079379"/>
                      <a:gd name="connsiteX10" fmla="*/ 346404 w 794076"/>
                      <a:gd name="connsiteY10" fmla="*/ 1647830 h 2079379"/>
                      <a:gd name="connsiteX11" fmla="*/ 587701 w 794076"/>
                      <a:gd name="connsiteY11" fmla="*/ 1406526 h 2079379"/>
                      <a:gd name="connsiteX12" fmla="*/ 794076 w 794076"/>
                      <a:gd name="connsiteY12" fmla="*/ 895351 h 2079379"/>
                      <a:gd name="connsiteX0" fmla="*/ 443239 w 794076"/>
                      <a:gd name="connsiteY0" fmla="*/ 0 h 1441203"/>
                      <a:gd name="connsiteX1" fmla="*/ 440063 w 794076"/>
                      <a:gd name="connsiteY1" fmla="*/ 298450 h 1441203"/>
                      <a:gd name="connsiteX2" fmla="*/ 390851 w 794076"/>
                      <a:gd name="connsiteY2" fmla="*/ 657225 h 1441203"/>
                      <a:gd name="connsiteX3" fmla="*/ 162250 w 794076"/>
                      <a:gd name="connsiteY3" fmla="*/ 912812 h 1441203"/>
                      <a:gd name="connsiteX4" fmla="*/ 86054 w 794076"/>
                      <a:gd name="connsiteY4" fmla="*/ 1155703 h 1441203"/>
                      <a:gd name="connsiteX5" fmla="*/ 326 w 794076"/>
                      <a:gd name="connsiteY5" fmla="*/ 1276350 h 1441203"/>
                      <a:gd name="connsiteX6" fmla="*/ 119388 w 794076"/>
                      <a:gd name="connsiteY6" fmla="*/ 1374775 h 1441203"/>
                      <a:gd name="connsiteX7" fmla="*/ 365451 w 794076"/>
                      <a:gd name="connsiteY7" fmla="*/ 1419224 h 1441203"/>
                      <a:gd name="connsiteX8" fmla="*/ 187651 w 794076"/>
                      <a:gd name="connsiteY8" fmla="*/ 1231900 h 1441203"/>
                      <a:gd name="connsiteX9" fmla="*/ 346404 w 794076"/>
                      <a:gd name="connsiteY9" fmla="*/ 1009654 h 1441203"/>
                      <a:gd name="connsiteX10" fmla="*/ 587701 w 794076"/>
                      <a:gd name="connsiteY10" fmla="*/ 768350 h 1441203"/>
                      <a:gd name="connsiteX11" fmla="*/ 794076 w 794076"/>
                      <a:gd name="connsiteY11" fmla="*/ 257175 h 1441203"/>
                      <a:gd name="connsiteX0" fmla="*/ 440063 w 794076"/>
                      <a:gd name="connsiteY0" fmla="*/ 41275 h 1184028"/>
                      <a:gd name="connsiteX1" fmla="*/ 390851 w 794076"/>
                      <a:gd name="connsiteY1" fmla="*/ 400050 h 1184028"/>
                      <a:gd name="connsiteX2" fmla="*/ 162250 w 794076"/>
                      <a:gd name="connsiteY2" fmla="*/ 655637 h 1184028"/>
                      <a:gd name="connsiteX3" fmla="*/ 86054 w 794076"/>
                      <a:gd name="connsiteY3" fmla="*/ 898528 h 1184028"/>
                      <a:gd name="connsiteX4" fmla="*/ 326 w 794076"/>
                      <a:gd name="connsiteY4" fmla="*/ 1019175 h 1184028"/>
                      <a:gd name="connsiteX5" fmla="*/ 119388 w 794076"/>
                      <a:gd name="connsiteY5" fmla="*/ 1117600 h 1184028"/>
                      <a:gd name="connsiteX6" fmla="*/ 365451 w 794076"/>
                      <a:gd name="connsiteY6" fmla="*/ 1162049 h 1184028"/>
                      <a:gd name="connsiteX7" fmla="*/ 187651 w 794076"/>
                      <a:gd name="connsiteY7" fmla="*/ 974725 h 1184028"/>
                      <a:gd name="connsiteX8" fmla="*/ 346404 w 794076"/>
                      <a:gd name="connsiteY8" fmla="*/ 752479 h 1184028"/>
                      <a:gd name="connsiteX9" fmla="*/ 587701 w 794076"/>
                      <a:gd name="connsiteY9" fmla="*/ 511175 h 1184028"/>
                      <a:gd name="connsiteX10" fmla="*/ 794076 w 794076"/>
                      <a:gd name="connsiteY10" fmla="*/ 0 h 1184028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87701 w 613360"/>
                      <a:gd name="connsiteY9" fmla="*/ 469900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63783 w 613360"/>
                      <a:gd name="connsiteY9" fmla="*/ 467151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90874 w 613383"/>
                      <a:gd name="connsiteY1" fmla="*/ 358775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66956 w 613383"/>
                      <a:gd name="connsiteY1" fmla="*/ 402752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378962 w 613383"/>
                      <a:gd name="connsiteY0" fmla="*/ 0 h 1208718"/>
                      <a:gd name="connsiteX1" fmla="*/ 366956 w 613383"/>
                      <a:gd name="connsiteY1" fmla="*/ 468717 h 1208718"/>
                      <a:gd name="connsiteX2" fmla="*/ 175561 w 613383"/>
                      <a:gd name="connsiteY2" fmla="*/ 677579 h 1208718"/>
                      <a:gd name="connsiteX3" fmla="*/ 86077 w 613383"/>
                      <a:gd name="connsiteY3" fmla="*/ 923218 h 1208718"/>
                      <a:gd name="connsiteX4" fmla="*/ 349 w 613383"/>
                      <a:gd name="connsiteY4" fmla="*/ 1043865 h 1208718"/>
                      <a:gd name="connsiteX5" fmla="*/ 119411 w 613383"/>
                      <a:gd name="connsiteY5" fmla="*/ 1142290 h 1208718"/>
                      <a:gd name="connsiteX6" fmla="*/ 365474 w 613383"/>
                      <a:gd name="connsiteY6" fmla="*/ 1186739 h 1208718"/>
                      <a:gd name="connsiteX7" fmla="*/ 187674 w 613383"/>
                      <a:gd name="connsiteY7" fmla="*/ 999415 h 1208718"/>
                      <a:gd name="connsiteX8" fmla="*/ 346427 w 613383"/>
                      <a:gd name="connsiteY8" fmla="*/ 777169 h 1208718"/>
                      <a:gd name="connsiteX9" fmla="*/ 547861 w 613383"/>
                      <a:gd name="connsiteY9" fmla="*/ 524870 h 1208718"/>
                      <a:gd name="connsiteX10" fmla="*/ 613383 w 613383"/>
                      <a:gd name="connsiteY10" fmla="*/ 305041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800 w 597276"/>
                      <a:gd name="connsiteY0" fmla="*/ 0 h 1208718"/>
                      <a:gd name="connsiteX1" fmla="*/ 366794 w 597276"/>
                      <a:gd name="connsiteY1" fmla="*/ 468717 h 1208718"/>
                      <a:gd name="connsiteX2" fmla="*/ 175399 w 597276"/>
                      <a:gd name="connsiteY2" fmla="*/ 677579 h 1208718"/>
                      <a:gd name="connsiteX3" fmla="*/ 93888 w 597276"/>
                      <a:gd name="connsiteY3" fmla="*/ 928715 h 1208718"/>
                      <a:gd name="connsiteX4" fmla="*/ 187 w 597276"/>
                      <a:gd name="connsiteY4" fmla="*/ 1043865 h 1208718"/>
                      <a:gd name="connsiteX5" fmla="*/ 119249 w 597276"/>
                      <a:gd name="connsiteY5" fmla="*/ 1142290 h 1208718"/>
                      <a:gd name="connsiteX6" fmla="*/ 365312 w 597276"/>
                      <a:gd name="connsiteY6" fmla="*/ 1186739 h 1208718"/>
                      <a:gd name="connsiteX7" fmla="*/ 187512 w 597276"/>
                      <a:gd name="connsiteY7" fmla="*/ 999415 h 1208718"/>
                      <a:gd name="connsiteX8" fmla="*/ 346265 w 597276"/>
                      <a:gd name="connsiteY8" fmla="*/ 777169 h 1208718"/>
                      <a:gd name="connsiteX9" fmla="*/ 547699 w 597276"/>
                      <a:gd name="connsiteY9" fmla="*/ 524870 h 1208718"/>
                      <a:gd name="connsiteX10" fmla="*/ 597276 w 597276"/>
                      <a:gd name="connsiteY10" fmla="*/ 299544 h 1208718"/>
                      <a:gd name="connsiteX0" fmla="*/ 336458 w 554934"/>
                      <a:gd name="connsiteY0" fmla="*/ 0 h 1208718"/>
                      <a:gd name="connsiteX1" fmla="*/ 324452 w 554934"/>
                      <a:gd name="connsiteY1" fmla="*/ 468717 h 1208718"/>
                      <a:gd name="connsiteX2" fmla="*/ 133057 w 554934"/>
                      <a:gd name="connsiteY2" fmla="*/ 677579 h 1208718"/>
                      <a:gd name="connsiteX3" fmla="*/ 51546 w 554934"/>
                      <a:gd name="connsiteY3" fmla="*/ 928715 h 1208718"/>
                      <a:gd name="connsiteX4" fmla="*/ 367 w 554934"/>
                      <a:gd name="connsiteY4" fmla="*/ 1041117 h 1208718"/>
                      <a:gd name="connsiteX5" fmla="*/ 76907 w 554934"/>
                      <a:gd name="connsiteY5" fmla="*/ 1142290 h 1208718"/>
                      <a:gd name="connsiteX6" fmla="*/ 322970 w 554934"/>
                      <a:gd name="connsiteY6" fmla="*/ 1186739 h 1208718"/>
                      <a:gd name="connsiteX7" fmla="*/ 145170 w 554934"/>
                      <a:gd name="connsiteY7" fmla="*/ 999415 h 1208718"/>
                      <a:gd name="connsiteX8" fmla="*/ 303923 w 554934"/>
                      <a:gd name="connsiteY8" fmla="*/ 777169 h 1208718"/>
                      <a:gd name="connsiteX9" fmla="*/ 505357 w 554934"/>
                      <a:gd name="connsiteY9" fmla="*/ 524870 h 1208718"/>
                      <a:gd name="connsiteX10" fmla="*/ 554934 w 554934"/>
                      <a:gd name="connsiteY10" fmla="*/ 299544 h 1208718"/>
                      <a:gd name="connsiteX0" fmla="*/ 336952 w 555428"/>
                      <a:gd name="connsiteY0" fmla="*/ 0 h 1201578"/>
                      <a:gd name="connsiteX1" fmla="*/ 324946 w 555428"/>
                      <a:gd name="connsiteY1" fmla="*/ 468717 h 1201578"/>
                      <a:gd name="connsiteX2" fmla="*/ 133551 w 555428"/>
                      <a:gd name="connsiteY2" fmla="*/ 677579 h 1201578"/>
                      <a:gd name="connsiteX3" fmla="*/ 52040 w 555428"/>
                      <a:gd name="connsiteY3" fmla="*/ 928715 h 1201578"/>
                      <a:gd name="connsiteX4" fmla="*/ 861 w 555428"/>
                      <a:gd name="connsiteY4" fmla="*/ 1041117 h 1201578"/>
                      <a:gd name="connsiteX5" fmla="*/ 93346 w 555428"/>
                      <a:gd name="connsiteY5" fmla="*/ 1109308 h 1201578"/>
                      <a:gd name="connsiteX6" fmla="*/ 323464 w 555428"/>
                      <a:gd name="connsiteY6" fmla="*/ 1186739 h 1201578"/>
                      <a:gd name="connsiteX7" fmla="*/ 145664 w 555428"/>
                      <a:gd name="connsiteY7" fmla="*/ 999415 h 1201578"/>
                      <a:gd name="connsiteX8" fmla="*/ 304417 w 555428"/>
                      <a:gd name="connsiteY8" fmla="*/ 777169 h 1201578"/>
                      <a:gd name="connsiteX9" fmla="*/ 505851 w 555428"/>
                      <a:gd name="connsiteY9" fmla="*/ 524870 h 1201578"/>
                      <a:gd name="connsiteX10" fmla="*/ 555428 w 555428"/>
                      <a:gd name="connsiteY10" fmla="*/ 299544 h 1201578"/>
                      <a:gd name="connsiteX0" fmla="*/ 336686 w 555162"/>
                      <a:gd name="connsiteY0" fmla="*/ 0 h 1201578"/>
                      <a:gd name="connsiteX1" fmla="*/ 324680 w 555162"/>
                      <a:gd name="connsiteY1" fmla="*/ 468717 h 1201578"/>
                      <a:gd name="connsiteX2" fmla="*/ 133285 w 555162"/>
                      <a:gd name="connsiteY2" fmla="*/ 677579 h 1201578"/>
                      <a:gd name="connsiteX3" fmla="*/ 51774 w 555162"/>
                      <a:gd name="connsiteY3" fmla="*/ 928715 h 1201578"/>
                      <a:gd name="connsiteX4" fmla="*/ 595 w 555162"/>
                      <a:gd name="connsiteY4" fmla="*/ 1041117 h 1201578"/>
                      <a:gd name="connsiteX5" fmla="*/ 85107 w 555162"/>
                      <a:gd name="connsiteY5" fmla="*/ 1109308 h 1201578"/>
                      <a:gd name="connsiteX6" fmla="*/ 323198 w 555162"/>
                      <a:gd name="connsiteY6" fmla="*/ 1186739 h 1201578"/>
                      <a:gd name="connsiteX7" fmla="*/ 145398 w 555162"/>
                      <a:gd name="connsiteY7" fmla="*/ 999415 h 1201578"/>
                      <a:gd name="connsiteX8" fmla="*/ 304151 w 555162"/>
                      <a:gd name="connsiteY8" fmla="*/ 777169 h 1201578"/>
                      <a:gd name="connsiteX9" fmla="*/ 505585 w 555162"/>
                      <a:gd name="connsiteY9" fmla="*/ 524870 h 1201578"/>
                      <a:gd name="connsiteX10" fmla="*/ 555162 w 555162"/>
                      <a:gd name="connsiteY10" fmla="*/ 299544 h 1201578"/>
                      <a:gd name="connsiteX0" fmla="*/ 357761 w 576237"/>
                      <a:gd name="connsiteY0" fmla="*/ 0 h 1201578"/>
                      <a:gd name="connsiteX1" fmla="*/ 345755 w 576237"/>
                      <a:gd name="connsiteY1" fmla="*/ 468717 h 1201578"/>
                      <a:gd name="connsiteX2" fmla="*/ 154360 w 576237"/>
                      <a:gd name="connsiteY2" fmla="*/ 677579 h 1201578"/>
                      <a:gd name="connsiteX3" fmla="*/ 72849 w 576237"/>
                      <a:gd name="connsiteY3" fmla="*/ 928715 h 1201578"/>
                      <a:gd name="connsiteX4" fmla="*/ 409 w 576237"/>
                      <a:gd name="connsiteY4" fmla="*/ 1046614 h 1201578"/>
                      <a:gd name="connsiteX5" fmla="*/ 106182 w 576237"/>
                      <a:gd name="connsiteY5" fmla="*/ 1109308 h 1201578"/>
                      <a:gd name="connsiteX6" fmla="*/ 344273 w 576237"/>
                      <a:gd name="connsiteY6" fmla="*/ 1186739 h 1201578"/>
                      <a:gd name="connsiteX7" fmla="*/ 166473 w 576237"/>
                      <a:gd name="connsiteY7" fmla="*/ 999415 h 1201578"/>
                      <a:gd name="connsiteX8" fmla="*/ 325226 w 576237"/>
                      <a:gd name="connsiteY8" fmla="*/ 777169 h 1201578"/>
                      <a:gd name="connsiteX9" fmla="*/ 526660 w 576237"/>
                      <a:gd name="connsiteY9" fmla="*/ 524870 h 1201578"/>
                      <a:gd name="connsiteX10" fmla="*/ 576237 w 576237"/>
                      <a:gd name="connsiteY10" fmla="*/ 299544 h 1201578"/>
                      <a:gd name="connsiteX0" fmla="*/ 358700 w 577176"/>
                      <a:gd name="connsiteY0" fmla="*/ 0 h 1201578"/>
                      <a:gd name="connsiteX1" fmla="*/ 346694 w 577176"/>
                      <a:gd name="connsiteY1" fmla="*/ 468717 h 1201578"/>
                      <a:gd name="connsiteX2" fmla="*/ 155299 w 577176"/>
                      <a:gd name="connsiteY2" fmla="*/ 677579 h 1201578"/>
                      <a:gd name="connsiteX3" fmla="*/ 73788 w 577176"/>
                      <a:gd name="connsiteY3" fmla="*/ 928715 h 1201578"/>
                      <a:gd name="connsiteX4" fmla="*/ 1348 w 577176"/>
                      <a:gd name="connsiteY4" fmla="*/ 1046614 h 1201578"/>
                      <a:gd name="connsiteX5" fmla="*/ 107121 w 577176"/>
                      <a:gd name="connsiteY5" fmla="*/ 1109308 h 1201578"/>
                      <a:gd name="connsiteX6" fmla="*/ 345212 w 577176"/>
                      <a:gd name="connsiteY6" fmla="*/ 1186739 h 1201578"/>
                      <a:gd name="connsiteX7" fmla="*/ 167412 w 577176"/>
                      <a:gd name="connsiteY7" fmla="*/ 999415 h 1201578"/>
                      <a:gd name="connsiteX8" fmla="*/ 326165 w 577176"/>
                      <a:gd name="connsiteY8" fmla="*/ 777169 h 1201578"/>
                      <a:gd name="connsiteX9" fmla="*/ 527599 w 577176"/>
                      <a:gd name="connsiteY9" fmla="*/ 524870 h 1201578"/>
                      <a:gd name="connsiteX10" fmla="*/ 577176 w 577176"/>
                      <a:gd name="connsiteY10" fmla="*/ 299544 h 1201578"/>
                      <a:gd name="connsiteX0" fmla="*/ 358700 w 577176"/>
                      <a:gd name="connsiteY0" fmla="*/ 0 h 1208605"/>
                      <a:gd name="connsiteX1" fmla="*/ 346694 w 577176"/>
                      <a:gd name="connsiteY1" fmla="*/ 468717 h 1208605"/>
                      <a:gd name="connsiteX2" fmla="*/ 155299 w 577176"/>
                      <a:gd name="connsiteY2" fmla="*/ 677579 h 1208605"/>
                      <a:gd name="connsiteX3" fmla="*/ 73788 w 577176"/>
                      <a:gd name="connsiteY3" fmla="*/ 928715 h 1208605"/>
                      <a:gd name="connsiteX4" fmla="*/ 1348 w 577176"/>
                      <a:gd name="connsiteY4" fmla="*/ 1046614 h 1208605"/>
                      <a:gd name="connsiteX5" fmla="*/ 107121 w 577176"/>
                      <a:gd name="connsiteY5" fmla="*/ 1109308 h 1208605"/>
                      <a:gd name="connsiteX6" fmla="*/ 345212 w 577176"/>
                      <a:gd name="connsiteY6" fmla="*/ 1186739 h 1208605"/>
                      <a:gd name="connsiteX7" fmla="*/ 167412 w 577176"/>
                      <a:gd name="connsiteY7" fmla="*/ 999415 h 1208605"/>
                      <a:gd name="connsiteX8" fmla="*/ 326165 w 577176"/>
                      <a:gd name="connsiteY8" fmla="*/ 777169 h 1208605"/>
                      <a:gd name="connsiteX9" fmla="*/ 527599 w 577176"/>
                      <a:gd name="connsiteY9" fmla="*/ 524870 h 1208605"/>
                      <a:gd name="connsiteX10" fmla="*/ 577176 w 577176"/>
                      <a:gd name="connsiteY10" fmla="*/ 299544 h 1208605"/>
                      <a:gd name="connsiteX0" fmla="*/ 358700 w 585149"/>
                      <a:gd name="connsiteY0" fmla="*/ 0 h 1208605"/>
                      <a:gd name="connsiteX1" fmla="*/ 346694 w 585149"/>
                      <a:gd name="connsiteY1" fmla="*/ 468717 h 1208605"/>
                      <a:gd name="connsiteX2" fmla="*/ 155299 w 585149"/>
                      <a:gd name="connsiteY2" fmla="*/ 677579 h 1208605"/>
                      <a:gd name="connsiteX3" fmla="*/ 73788 w 585149"/>
                      <a:gd name="connsiteY3" fmla="*/ 928715 h 1208605"/>
                      <a:gd name="connsiteX4" fmla="*/ 1348 w 585149"/>
                      <a:gd name="connsiteY4" fmla="*/ 1046614 h 1208605"/>
                      <a:gd name="connsiteX5" fmla="*/ 107121 w 585149"/>
                      <a:gd name="connsiteY5" fmla="*/ 1109308 h 1208605"/>
                      <a:gd name="connsiteX6" fmla="*/ 345212 w 585149"/>
                      <a:gd name="connsiteY6" fmla="*/ 1186739 h 1208605"/>
                      <a:gd name="connsiteX7" fmla="*/ 167412 w 585149"/>
                      <a:gd name="connsiteY7" fmla="*/ 999415 h 1208605"/>
                      <a:gd name="connsiteX8" fmla="*/ 326165 w 585149"/>
                      <a:gd name="connsiteY8" fmla="*/ 777169 h 1208605"/>
                      <a:gd name="connsiteX9" fmla="*/ 527599 w 585149"/>
                      <a:gd name="connsiteY9" fmla="*/ 524870 h 1208605"/>
                      <a:gd name="connsiteX10" fmla="*/ 585149 w 585149"/>
                      <a:gd name="connsiteY10" fmla="*/ 278930 h 1208605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8395"/>
                      <a:gd name="connsiteY0" fmla="*/ 0 h 1220973"/>
                      <a:gd name="connsiteX1" fmla="*/ 346694 w 588395"/>
                      <a:gd name="connsiteY1" fmla="*/ 481085 h 1220973"/>
                      <a:gd name="connsiteX2" fmla="*/ 155299 w 588395"/>
                      <a:gd name="connsiteY2" fmla="*/ 689947 h 1220973"/>
                      <a:gd name="connsiteX3" fmla="*/ 73788 w 588395"/>
                      <a:gd name="connsiteY3" fmla="*/ 941083 h 1220973"/>
                      <a:gd name="connsiteX4" fmla="*/ 1348 w 588395"/>
                      <a:gd name="connsiteY4" fmla="*/ 1058982 h 1220973"/>
                      <a:gd name="connsiteX5" fmla="*/ 107121 w 588395"/>
                      <a:gd name="connsiteY5" fmla="*/ 1121676 h 1220973"/>
                      <a:gd name="connsiteX6" fmla="*/ 345212 w 588395"/>
                      <a:gd name="connsiteY6" fmla="*/ 1199107 h 1220973"/>
                      <a:gd name="connsiteX7" fmla="*/ 167412 w 588395"/>
                      <a:gd name="connsiteY7" fmla="*/ 1011783 h 1220973"/>
                      <a:gd name="connsiteX8" fmla="*/ 326165 w 588395"/>
                      <a:gd name="connsiteY8" fmla="*/ 789537 h 1220973"/>
                      <a:gd name="connsiteX9" fmla="*/ 527599 w 588395"/>
                      <a:gd name="connsiteY9" fmla="*/ 537238 h 1220973"/>
                      <a:gd name="connsiteX10" fmla="*/ 585149 w 588395"/>
                      <a:gd name="connsiteY10" fmla="*/ 291298 h 1220973"/>
                      <a:gd name="connsiteX11" fmla="*/ 581046 w 588395"/>
                      <a:gd name="connsiteY11" fmla="*/ 286449 h 1220973"/>
                      <a:gd name="connsiteX0" fmla="*/ 370659 w 587329"/>
                      <a:gd name="connsiteY0" fmla="*/ 0 h 1220973"/>
                      <a:gd name="connsiteX1" fmla="*/ 346694 w 587329"/>
                      <a:gd name="connsiteY1" fmla="*/ 481085 h 1220973"/>
                      <a:gd name="connsiteX2" fmla="*/ 155299 w 587329"/>
                      <a:gd name="connsiteY2" fmla="*/ 689947 h 1220973"/>
                      <a:gd name="connsiteX3" fmla="*/ 73788 w 587329"/>
                      <a:gd name="connsiteY3" fmla="*/ 941083 h 1220973"/>
                      <a:gd name="connsiteX4" fmla="*/ 1348 w 587329"/>
                      <a:gd name="connsiteY4" fmla="*/ 1058982 h 1220973"/>
                      <a:gd name="connsiteX5" fmla="*/ 107121 w 587329"/>
                      <a:gd name="connsiteY5" fmla="*/ 1121676 h 1220973"/>
                      <a:gd name="connsiteX6" fmla="*/ 345212 w 587329"/>
                      <a:gd name="connsiteY6" fmla="*/ 1199107 h 1220973"/>
                      <a:gd name="connsiteX7" fmla="*/ 167412 w 587329"/>
                      <a:gd name="connsiteY7" fmla="*/ 1011783 h 1220973"/>
                      <a:gd name="connsiteX8" fmla="*/ 326165 w 587329"/>
                      <a:gd name="connsiteY8" fmla="*/ 789537 h 1220973"/>
                      <a:gd name="connsiteX9" fmla="*/ 527599 w 587329"/>
                      <a:gd name="connsiteY9" fmla="*/ 537238 h 1220973"/>
                      <a:gd name="connsiteX10" fmla="*/ 585149 w 587329"/>
                      <a:gd name="connsiteY10" fmla="*/ 291298 h 1220973"/>
                      <a:gd name="connsiteX11" fmla="*/ 463448 w 587329"/>
                      <a:gd name="connsiteY11" fmla="*/ 43203 h 1220973"/>
                      <a:gd name="connsiteX0" fmla="*/ 370659 w 647137"/>
                      <a:gd name="connsiteY0" fmla="*/ 0 h 1220973"/>
                      <a:gd name="connsiteX1" fmla="*/ 346694 w 647137"/>
                      <a:gd name="connsiteY1" fmla="*/ 481085 h 1220973"/>
                      <a:gd name="connsiteX2" fmla="*/ 155299 w 647137"/>
                      <a:gd name="connsiteY2" fmla="*/ 689947 h 1220973"/>
                      <a:gd name="connsiteX3" fmla="*/ 73788 w 647137"/>
                      <a:gd name="connsiteY3" fmla="*/ 941083 h 1220973"/>
                      <a:gd name="connsiteX4" fmla="*/ 1348 w 647137"/>
                      <a:gd name="connsiteY4" fmla="*/ 1058982 h 1220973"/>
                      <a:gd name="connsiteX5" fmla="*/ 107121 w 647137"/>
                      <a:gd name="connsiteY5" fmla="*/ 1121676 h 1220973"/>
                      <a:gd name="connsiteX6" fmla="*/ 345212 w 647137"/>
                      <a:gd name="connsiteY6" fmla="*/ 1199107 h 1220973"/>
                      <a:gd name="connsiteX7" fmla="*/ 167412 w 647137"/>
                      <a:gd name="connsiteY7" fmla="*/ 1011783 h 1220973"/>
                      <a:gd name="connsiteX8" fmla="*/ 326165 w 647137"/>
                      <a:gd name="connsiteY8" fmla="*/ 789537 h 1220973"/>
                      <a:gd name="connsiteX9" fmla="*/ 527599 w 647137"/>
                      <a:gd name="connsiteY9" fmla="*/ 537238 h 1220973"/>
                      <a:gd name="connsiteX10" fmla="*/ 646273 w 647137"/>
                      <a:gd name="connsiteY10" fmla="*/ 285801 h 1220973"/>
                      <a:gd name="connsiteX11" fmla="*/ 463448 w 647137"/>
                      <a:gd name="connsiteY11" fmla="*/ 43203 h 1220973"/>
                      <a:gd name="connsiteX0" fmla="*/ 370659 w 647561"/>
                      <a:gd name="connsiteY0" fmla="*/ 0 h 1220973"/>
                      <a:gd name="connsiteX1" fmla="*/ 346694 w 647561"/>
                      <a:gd name="connsiteY1" fmla="*/ 481085 h 1220973"/>
                      <a:gd name="connsiteX2" fmla="*/ 155299 w 647561"/>
                      <a:gd name="connsiteY2" fmla="*/ 689947 h 1220973"/>
                      <a:gd name="connsiteX3" fmla="*/ 73788 w 647561"/>
                      <a:gd name="connsiteY3" fmla="*/ 941083 h 1220973"/>
                      <a:gd name="connsiteX4" fmla="*/ 1348 w 647561"/>
                      <a:gd name="connsiteY4" fmla="*/ 1058982 h 1220973"/>
                      <a:gd name="connsiteX5" fmla="*/ 107121 w 647561"/>
                      <a:gd name="connsiteY5" fmla="*/ 1121676 h 1220973"/>
                      <a:gd name="connsiteX6" fmla="*/ 345212 w 647561"/>
                      <a:gd name="connsiteY6" fmla="*/ 1199107 h 1220973"/>
                      <a:gd name="connsiteX7" fmla="*/ 167412 w 647561"/>
                      <a:gd name="connsiteY7" fmla="*/ 1011783 h 1220973"/>
                      <a:gd name="connsiteX8" fmla="*/ 326165 w 647561"/>
                      <a:gd name="connsiteY8" fmla="*/ 789537 h 1220973"/>
                      <a:gd name="connsiteX9" fmla="*/ 527599 w 647561"/>
                      <a:gd name="connsiteY9" fmla="*/ 537238 h 1220973"/>
                      <a:gd name="connsiteX10" fmla="*/ 646273 w 647561"/>
                      <a:gd name="connsiteY10" fmla="*/ 285801 h 1220973"/>
                      <a:gd name="connsiteX11" fmla="*/ 447503 w 647561"/>
                      <a:gd name="connsiteY11" fmla="*/ 21215 h 1220973"/>
                      <a:gd name="connsiteX0" fmla="*/ 437099 w 647561"/>
                      <a:gd name="connsiteY0" fmla="*/ 9019 h 1199758"/>
                      <a:gd name="connsiteX1" fmla="*/ 346694 w 647561"/>
                      <a:gd name="connsiteY1" fmla="*/ 459870 h 1199758"/>
                      <a:gd name="connsiteX2" fmla="*/ 155299 w 647561"/>
                      <a:gd name="connsiteY2" fmla="*/ 668732 h 1199758"/>
                      <a:gd name="connsiteX3" fmla="*/ 73788 w 647561"/>
                      <a:gd name="connsiteY3" fmla="*/ 919868 h 1199758"/>
                      <a:gd name="connsiteX4" fmla="*/ 1348 w 647561"/>
                      <a:gd name="connsiteY4" fmla="*/ 1037767 h 1199758"/>
                      <a:gd name="connsiteX5" fmla="*/ 107121 w 647561"/>
                      <a:gd name="connsiteY5" fmla="*/ 1100461 h 1199758"/>
                      <a:gd name="connsiteX6" fmla="*/ 345212 w 647561"/>
                      <a:gd name="connsiteY6" fmla="*/ 1177892 h 1199758"/>
                      <a:gd name="connsiteX7" fmla="*/ 167412 w 647561"/>
                      <a:gd name="connsiteY7" fmla="*/ 990568 h 1199758"/>
                      <a:gd name="connsiteX8" fmla="*/ 326165 w 647561"/>
                      <a:gd name="connsiteY8" fmla="*/ 768322 h 1199758"/>
                      <a:gd name="connsiteX9" fmla="*/ 527599 w 647561"/>
                      <a:gd name="connsiteY9" fmla="*/ 516023 h 1199758"/>
                      <a:gd name="connsiteX10" fmla="*/ 646273 w 647561"/>
                      <a:gd name="connsiteY10" fmla="*/ 264586 h 1199758"/>
                      <a:gd name="connsiteX11" fmla="*/ 447503 w 647561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222 w 647578"/>
                      <a:gd name="connsiteY0" fmla="*/ 9019 h 1199758"/>
                      <a:gd name="connsiteX1" fmla="*/ 346817 w 647578"/>
                      <a:gd name="connsiteY1" fmla="*/ 459870 h 1199758"/>
                      <a:gd name="connsiteX2" fmla="*/ 189970 w 647578"/>
                      <a:gd name="connsiteY2" fmla="*/ 613761 h 1199758"/>
                      <a:gd name="connsiteX3" fmla="*/ 73911 w 647578"/>
                      <a:gd name="connsiteY3" fmla="*/ 919868 h 1199758"/>
                      <a:gd name="connsiteX4" fmla="*/ 1471 w 647578"/>
                      <a:gd name="connsiteY4" fmla="*/ 1037767 h 1199758"/>
                      <a:gd name="connsiteX5" fmla="*/ 107244 w 647578"/>
                      <a:gd name="connsiteY5" fmla="*/ 1100461 h 1199758"/>
                      <a:gd name="connsiteX6" fmla="*/ 345335 w 647578"/>
                      <a:gd name="connsiteY6" fmla="*/ 1177892 h 1199758"/>
                      <a:gd name="connsiteX7" fmla="*/ 167535 w 647578"/>
                      <a:gd name="connsiteY7" fmla="*/ 990568 h 1199758"/>
                      <a:gd name="connsiteX8" fmla="*/ 326288 w 647578"/>
                      <a:gd name="connsiteY8" fmla="*/ 768322 h 1199758"/>
                      <a:gd name="connsiteX9" fmla="*/ 525064 w 647578"/>
                      <a:gd name="connsiteY9" fmla="*/ 560000 h 1199758"/>
                      <a:gd name="connsiteX10" fmla="*/ 646396 w 647578"/>
                      <a:gd name="connsiteY10" fmla="*/ 264586 h 1199758"/>
                      <a:gd name="connsiteX11" fmla="*/ 447626 w 647578"/>
                      <a:gd name="connsiteY11" fmla="*/ 0 h 1199758"/>
                      <a:gd name="connsiteX0" fmla="*/ 437243 w 647599"/>
                      <a:gd name="connsiteY0" fmla="*/ 9019 h 1199758"/>
                      <a:gd name="connsiteX1" fmla="*/ 346838 w 647599"/>
                      <a:gd name="connsiteY1" fmla="*/ 459870 h 1199758"/>
                      <a:gd name="connsiteX2" fmla="*/ 195306 w 647599"/>
                      <a:gd name="connsiteY2" fmla="*/ 627504 h 1199758"/>
                      <a:gd name="connsiteX3" fmla="*/ 73932 w 647599"/>
                      <a:gd name="connsiteY3" fmla="*/ 919868 h 1199758"/>
                      <a:gd name="connsiteX4" fmla="*/ 1492 w 647599"/>
                      <a:gd name="connsiteY4" fmla="*/ 1037767 h 1199758"/>
                      <a:gd name="connsiteX5" fmla="*/ 107265 w 647599"/>
                      <a:gd name="connsiteY5" fmla="*/ 1100461 h 1199758"/>
                      <a:gd name="connsiteX6" fmla="*/ 345356 w 647599"/>
                      <a:gd name="connsiteY6" fmla="*/ 1177892 h 1199758"/>
                      <a:gd name="connsiteX7" fmla="*/ 167556 w 647599"/>
                      <a:gd name="connsiteY7" fmla="*/ 990568 h 1199758"/>
                      <a:gd name="connsiteX8" fmla="*/ 326309 w 647599"/>
                      <a:gd name="connsiteY8" fmla="*/ 768322 h 1199758"/>
                      <a:gd name="connsiteX9" fmla="*/ 525085 w 647599"/>
                      <a:gd name="connsiteY9" fmla="*/ 560000 h 1199758"/>
                      <a:gd name="connsiteX10" fmla="*/ 646417 w 647599"/>
                      <a:gd name="connsiteY10" fmla="*/ 264586 h 1199758"/>
                      <a:gd name="connsiteX11" fmla="*/ 447647 w 647599"/>
                      <a:gd name="connsiteY11" fmla="*/ 0 h 1199758"/>
                      <a:gd name="connsiteX0" fmla="*/ 437243 w 644973"/>
                      <a:gd name="connsiteY0" fmla="*/ 9019 h 1199758"/>
                      <a:gd name="connsiteX1" fmla="*/ 346838 w 644973"/>
                      <a:gd name="connsiteY1" fmla="*/ 459870 h 1199758"/>
                      <a:gd name="connsiteX2" fmla="*/ 195306 w 644973"/>
                      <a:gd name="connsiteY2" fmla="*/ 627504 h 1199758"/>
                      <a:gd name="connsiteX3" fmla="*/ 73932 w 644973"/>
                      <a:gd name="connsiteY3" fmla="*/ 919868 h 1199758"/>
                      <a:gd name="connsiteX4" fmla="*/ 1492 w 644973"/>
                      <a:gd name="connsiteY4" fmla="*/ 1037767 h 1199758"/>
                      <a:gd name="connsiteX5" fmla="*/ 107265 w 644973"/>
                      <a:gd name="connsiteY5" fmla="*/ 1100461 h 1199758"/>
                      <a:gd name="connsiteX6" fmla="*/ 345356 w 644973"/>
                      <a:gd name="connsiteY6" fmla="*/ 1177892 h 1199758"/>
                      <a:gd name="connsiteX7" fmla="*/ 167556 w 644973"/>
                      <a:gd name="connsiteY7" fmla="*/ 990568 h 1199758"/>
                      <a:gd name="connsiteX8" fmla="*/ 326309 w 644973"/>
                      <a:gd name="connsiteY8" fmla="*/ 768322 h 1199758"/>
                      <a:gd name="connsiteX9" fmla="*/ 525085 w 644973"/>
                      <a:gd name="connsiteY9" fmla="*/ 560000 h 1199758"/>
                      <a:gd name="connsiteX10" fmla="*/ 643760 w 644973"/>
                      <a:gd name="connsiteY10" fmla="*/ 226106 h 1199758"/>
                      <a:gd name="connsiteX11" fmla="*/ 447647 w 644973"/>
                      <a:gd name="connsiteY11" fmla="*/ 0 h 1199758"/>
                      <a:gd name="connsiteX0" fmla="*/ 437243 w 644211"/>
                      <a:gd name="connsiteY0" fmla="*/ 9019 h 1199758"/>
                      <a:gd name="connsiteX1" fmla="*/ 346838 w 644211"/>
                      <a:gd name="connsiteY1" fmla="*/ 459870 h 1199758"/>
                      <a:gd name="connsiteX2" fmla="*/ 195306 w 644211"/>
                      <a:gd name="connsiteY2" fmla="*/ 627504 h 1199758"/>
                      <a:gd name="connsiteX3" fmla="*/ 73932 w 644211"/>
                      <a:gd name="connsiteY3" fmla="*/ 919868 h 1199758"/>
                      <a:gd name="connsiteX4" fmla="*/ 1492 w 644211"/>
                      <a:gd name="connsiteY4" fmla="*/ 1037767 h 1199758"/>
                      <a:gd name="connsiteX5" fmla="*/ 107265 w 644211"/>
                      <a:gd name="connsiteY5" fmla="*/ 1100461 h 1199758"/>
                      <a:gd name="connsiteX6" fmla="*/ 345356 w 644211"/>
                      <a:gd name="connsiteY6" fmla="*/ 1177892 h 1199758"/>
                      <a:gd name="connsiteX7" fmla="*/ 167556 w 644211"/>
                      <a:gd name="connsiteY7" fmla="*/ 990568 h 1199758"/>
                      <a:gd name="connsiteX8" fmla="*/ 326309 w 644211"/>
                      <a:gd name="connsiteY8" fmla="*/ 768322 h 1199758"/>
                      <a:gd name="connsiteX9" fmla="*/ 525085 w 644211"/>
                      <a:gd name="connsiteY9" fmla="*/ 560000 h 1199758"/>
                      <a:gd name="connsiteX10" fmla="*/ 643760 w 644211"/>
                      <a:gd name="connsiteY10" fmla="*/ 226106 h 1199758"/>
                      <a:gd name="connsiteX11" fmla="*/ 447647 w 644211"/>
                      <a:gd name="connsiteY11" fmla="*/ 0 h 1199758"/>
                      <a:gd name="connsiteX0" fmla="*/ 437243 w 644059"/>
                      <a:gd name="connsiteY0" fmla="*/ 9019 h 1199758"/>
                      <a:gd name="connsiteX1" fmla="*/ 346838 w 644059"/>
                      <a:gd name="connsiteY1" fmla="*/ 459870 h 1199758"/>
                      <a:gd name="connsiteX2" fmla="*/ 195306 w 644059"/>
                      <a:gd name="connsiteY2" fmla="*/ 627504 h 1199758"/>
                      <a:gd name="connsiteX3" fmla="*/ 73932 w 644059"/>
                      <a:gd name="connsiteY3" fmla="*/ 919868 h 1199758"/>
                      <a:gd name="connsiteX4" fmla="*/ 1492 w 644059"/>
                      <a:gd name="connsiteY4" fmla="*/ 1037767 h 1199758"/>
                      <a:gd name="connsiteX5" fmla="*/ 107265 w 644059"/>
                      <a:gd name="connsiteY5" fmla="*/ 1100461 h 1199758"/>
                      <a:gd name="connsiteX6" fmla="*/ 345356 w 644059"/>
                      <a:gd name="connsiteY6" fmla="*/ 1177892 h 1199758"/>
                      <a:gd name="connsiteX7" fmla="*/ 167556 w 644059"/>
                      <a:gd name="connsiteY7" fmla="*/ 990568 h 1199758"/>
                      <a:gd name="connsiteX8" fmla="*/ 326309 w 644059"/>
                      <a:gd name="connsiteY8" fmla="*/ 768322 h 1199758"/>
                      <a:gd name="connsiteX9" fmla="*/ 525085 w 644059"/>
                      <a:gd name="connsiteY9" fmla="*/ 560000 h 1199758"/>
                      <a:gd name="connsiteX10" fmla="*/ 643760 w 644059"/>
                      <a:gd name="connsiteY10" fmla="*/ 226106 h 1199758"/>
                      <a:gd name="connsiteX11" fmla="*/ 447647 w 644059"/>
                      <a:gd name="connsiteY11" fmla="*/ 0 h 1199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4059" h="1199758">
                        <a:moveTo>
                          <a:pt x="437243" y="9019"/>
                        </a:moveTo>
                        <a:cubicBezTo>
                          <a:pt x="387719" y="202576"/>
                          <a:pt x="387161" y="356789"/>
                          <a:pt x="346838" y="459870"/>
                        </a:cubicBezTo>
                        <a:cubicBezTo>
                          <a:pt x="306515" y="562951"/>
                          <a:pt x="240790" y="550838"/>
                          <a:pt x="195306" y="627504"/>
                        </a:cubicBezTo>
                        <a:cubicBezTo>
                          <a:pt x="149822" y="704170"/>
                          <a:pt x="106234" y="851491"/>
                          <a:pt x="73932" y="919868"/>
                        </a:cubicBezTo>
                        <a:cubicBezTo>
                          <a:pt x="41630" y="988245"/>
                          <a:pt x="-9378" y="982931"/>
                          <a:pt x="1492" y="1037767"/>
                        </a:cubicBezTo>
                        <a:cubicBezTo>
                          <a:pt x="12362" y="1092603"/>
                          <a:pt x="96682" y="1097286"/>
                          <a:pt x="107265" y="1100461"/>
                        </a:cubicBezTo>
                        <a:cubicBezTo>
                          <a:pt x="216273" y="1168194"/>
                          <a:pt x="278554" y="1235658"/>
                          <a:pt x="345356" y="1177892"/>
                        </a:cubicBezTo>
                        <a:cubicBezTo>
                          <a:pt x="335831" y="1115450"/>
                          <a:pt x="231585" y="1096401"/>
                          <a:pt x="167556" y="990568"/>
                        </a:cubicBezTo>
                        <a:cubicBezTo>
                          <a:pt x="164382" y="926540"/>
                          <a:pt x="222956" y="888498"/>
                          <a:pt x="326309" y="768322"/>
                        </a:cubicBezTo>
                        <a:cubicBezTo>
                          <a:pt x="450428" y="638527"/>
                          <a:pt x="405953" y="676521"/>
                          <a:pt x="525085" y="560000"/>
                        </a:cubicBezTo>
                        <a:cubicBezTo>
                          <a:pt x="563185" y="387492"/>
                          <a:pt x="632747" y="338679"/>
                          <a:pt x="643760" y="226106"/>
                        </a:cubicBezTo>
                        <a:cubicBezTo>
                          <a:pt x="652934" y="132333"/>
                          <a:pt x="448502" y="1010"/>
                          <a:pt x="447647" y="0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6" name="任意多边形: 形状 1045">
                    <a:extLst>
                      <a:ext uri="{FF2B5EF4-FFF2-40B4-BE49-F238E27FC236}">
                        <a16:creationId xmlns:a16="http://schemas.microsoft.com/office/drawing/2014/main" id="{3F45766E-6612-C7BC-3DE4-DB232A8FB9D9}"/>
                      </a:ext>
                    </a:extLst>
                  </p:cNvPr>
                  <p:cNvSpPr/>
                  <p:nvPr/>
                </p:nvSpPr>
                <p:spPr>
                  <a:xfrm>
                    <a:off x="1066267" y="7119093"/>
                    <a:ext cx="1256664" cy="312445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42078 w 882978"/>
                      <a:gd name="connsiteY13" fmla="*/ 1247590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95025"/>
                      <a:gd name="connsiteY0" fmla="*/ 1088604 h 2752057"/>
                      <a:gd name="connsiteX1" fmla="*/ 443239 w 895025"/>
                      <a:gd name="connsiteY1" fmla="*/ 1310854 h 2752057"/>
                      <a:gd name="connsiteX2" fmla="*/ 440063 w 895025"/>
                      <a:gd name="connsiteY2" fmla="*/ 1609304 h 2752057"/>
                      <a:gd name="connsiteX3" fmla="*/ 390851 w 895025"/>
                      <a:gd name="connsiteY3" fmla="*/ 1968079 h 2752057"/>
                      <a:gd name="connsiteX4" fmla="*/ 162250 w 895025"/>
                      <a:gd name="connsiteY4" fmla="*/ 2223666 h 2752057"/>
                      <a:gd name="connsiteX5" fmla="*/ 86054 w 895025"/>
                      <a:gd name="connsiteY5" fmla="*/ 2466557 h 2752057"/>
                      <a:gd name="connsiteX6" fmla="*/ 326 w 895025"/>
                      <a:gd name="connsiteY6" fmla="*/ 2587204 h 2752057"/>
                      <a:gd name="connsiteX7" fmla="*/ 119388 w 895025"/>
                      <a:gd name="connsiteY7" fmla="*/ 2685629 h 2752057"/>
                      <a:gd name="connsiteX8" fmla="*/ 365451 w 895025"/>
                      <a:gd name="connsiteY8" fmla="*/ 2730078 h 2752057"/>
                      <a:gd name="connsiteX9" fmla="*/ 187651 w 895025"/>
                      <a:gd name="connsiteY9" fmla="*/ 2542754 h 2752057"/>
                      <a:gd name="connsiteX10" fmla="*/ 346404 w 895025"/>
                      <a:gd name="connsiteY10" fmla="*/ 2320508 h 2752057"/>
                      <a:gd name="connsiteX11" fmla="*/ 587701 w 895025"/>
                      <a:gd name="connsiteY11" fmla="*/ 2079204 h 2752057"/>
                      <a:gd name="connsiteX12" fmla="*/ 884434 w 895025"/>
                      <a:gd name="connsiteY12" fmla="*/ 1463584 h 2752057"/>
                      <a:gd name="connsiteX13" fmla="*/ 842078 w 895025"/>
                      <a:gd name="connsiteY13" fmla="*/ 1247590 h 2752057"/>
                      <a:gd name="connsiteX14" fmla="*/ 825826 w 895025"/>
                      <a:gd name="connsiteY14" fmla="*/ 1069554 h 2752057"/>
                      <a:gd name="connsiteX15" fmla="*/ 880250 w 895025"/>
                      <a:gd name="connsiteY15" fmla="*/ 794184 h 2752057"/>
                      <a:gd name="connsiteX16" fmla="*/ 759154 w 895025"/>
                      <a:gd name="connsiteY16" fmla="*/ 440907 h 2752057"/>
                      <a:gd name="connsiteX17" fmla="*/ 848054 w 895025"/>
                      <a:gd name="connsiteY17" fmla="*/ 374232 h 2752057"/>
                      <a:gd name="connsiteX18" fmla="*/ 882978 w 895025"/>
                      <a:gd name="connsiteY18" fmla="*/ 256757 h 2752057"/>
                      <a:gd name="connsiteX19" fmla="*/ 838529 w 895025"/>
                      <a:gd name="connsiteY19" fmla="*/ 82132 h 2752057"/>
                      <a:gd name="connsiteX20" fmla="*/ 662313 w 895025"/>
                      <a:gd name="connsiteY20" fmla="*/ 1166 h 2752057"/>
                      <a:gd name="connsiteX21" fmla="*/ 517853 w 895025"/>
                      <a:gd name="connsiteY21" fmla="*/ 167857 h 2752057"/>
                      <a:gd name="connsiteX22" fmla="*/ 613103 w 895025"/>
                      <a:gd name="connsiteY22" fmla="*/ 399631 h 2752057"/>
                      <a:gd name="connsiteX23" fmla="*/ 530551 w 895025"/>
                      <a:gd name="connsiteY23" fmla="*/ 558379 h 2752057"/>
                      <a:gd name="connsiteX24" fmla="*/ 486101 w 895025"/>
                      <a:gd name="connsiteY24" fmla="*/ 672678 h 2752057"/>
                      <a:gd name="connsiteX25" fmla="*/ 508326 w 895025"/>
                      <a:gd name="connsiteY25" fmla="*/ 1088604 h 2752057"/>
                      <a:gd name="connsiteX0" fmla="*/ 508326 w 887685"/>
                      <a:gd name="connsiteY0" fmla="*/ 1088604 h 2752057"/>
                      <a:gd name="connsiteX1" fmla="*/ 443239 w 887685"/>
                      <a:gd name="connsiteY1" fmla="*/ 1310854 h 2752057"/>
                      <a:gd name="connsiteX2" fmla="*/ 440063 w 887685"/>
                      <a:gd name="connsiteY2" fmla="*/ 1609304 h 2752057"/>
                      <a:gd name="connsiteX3" fmla="*/ 390851 w 887685"/>
                      <a:gd name="connsiteY3" fmla="*/ 1968079 h 2752057"/>
                      <a:gd name="connsiteX4" fmla="*/ 162250 w 887685"/>
                      <a:gd name="connsiteY4" fmla="*/ 2223666 h 2752057"/>
                      <a:gd name="connsiteX5" fmla="*/ 86054 w 887685"/>
                      <a:gd name="connsiteY5" fmla="*/ 2466557 h 2752057"/>
                      <a:gd name="connsiteX6" fmla="*/ 326 w 887685"/>
                      <a:gd name="connsiteY6" fmla="*/ 2587204 h 2752057"/>
                      <a:gd name="connsiteX7" fmla="*/ 119388 w 887685"/>
                      <a:gd name="connsiteY7" fmla="*/ 2685629 h 2752057"/>
                      <a:gd name="connsiteX8" fmla="*/ 365451 w 887685"/>
                      <a:gd name="connsiteY8" fmla="*/ 2730078 h 2752057"/>
                      <a:gd name="connsiteX9" fmla="*/ 187651 w 887685"/>
                      <a:gd name="connsiteY9" fmla="*/ 2542754 h 2752057"/>
                      <a:gd name="connsiteX10" fmla="*/ 346404 w 887685"/>
                      <a:gd name="connsiteY10" fmla="*/ 2320508 h 2752057"/>
                      <a:gd name="connsiteX11" fmla="*/ 587701 w 887685"/>
                      <a:gd name="connsiteY11" fmla="*/ 2079204 h 2752057"/>
                      <a:gd name="connsiteX12" fmla="*/ 884434 w 887685"/>
                      <a:gd name="connsiteY12" fmla="*/ 1463584 h 2752057"/>
                      <a:gd name="connsiteX13" fmla="*/ 842078 w 887685"/>
                      <a:gd name="connsiteY13" fmla="*/ 1247590 h 2752057"/>
                      <a:gd name="connsiteX14" fmla="*/ 825826 w 887685"/>
                      <a:gd name="connsiteY14" fmla="*/ 1069554 h 2752057"/>
                      <a:gd name="connsiteX15" fmla="*/ 880250 w 887685"/>
                      <a:gd name="connsiteY15" fmla="*/ 794184 h 2752057"/>
                      <a:gd name="connsiteX16" fmla="*/ 759154 w 887685"/>
                      <a:gd name="connsiteY16" fmla="*/ 440907 h 2752057"/>
                      <a:gd name="connsiteX17" fmla="*/ 848054 w 887685"/>
                      <a:gd name="connsiteY17" fmla="*/ 374232 h 2752057"/>
                      <a:gd name="connsiteX18" fmla="*/ 882978 w 887685"/>
                      <a:gd name="connsiteY18" fmla="*/ 256757 h 2752057"/>
                      <a:gd name="connsiteX19" fmla="*/ 838529 w 887685"/>
                      <a:gd name="connsiteY19" fmla="*/ 82132 h 2752057"/>
                      <a:gd name="connsiteX20" fmla="*/ 662313 w 887685"/>
                      <a:gd name="connsiteY20" fmla="*/ 1166 h 2752057"/>
                      <a:gd name="connsiteX21" fmla="*/ 517853 w 887685"/>
                      <a:gd name="connsiteY21" fmla="*/ 167857 h 2752057"/>
                      <a:gd name="connsiteX22" fmla="*/ 613103 w 887685"/>
                      <a:gd name="connsiteY22" fmla="*/ 399631 h 2752057"/>
                      <a:gd name="connsiteX23" fmla="*/ 530551 w 887685"/>
                      <a:gd name="connsiteY23" fmla="*/ 558379 h 2752057"/>
                      <a:gd name="connsiteX24" fmla="*/ 486101 w 887685"/>
                      <a:gd name="connsiteY24" fmla="*/ 672678 h 2752057"/>
                      <a:gd name="connsiteX25" fmla="*/ 508326 w 887685"/>
                      <a:gd name="connsiteY25" fmla="*/ 1088604 h 2752057"/>
                      <a:gd name="connsiteX0" fmla="*/ 508326 w 1037548"/>
                      <a:gd name="connsiteY0" fmla="*/ 1088604 h 2752057"/>
                      <a:gd name="connsiteX1" fmla="*/ 443239 w 1037548"/>
                      <a:gd name="connsiteY1" fmla="*/ 1310854 h 2752057"/>
                      <a:gd name="connsiteX2" fmla="*/ 440063 w 1037548"/>
                      <a:gd name="connsiteY2" fmla="*/ 1609304 h 2752057"/>
                      <a:gd name="connsiteX3" fmla="*/ 390851 w 1037548"/>
                      <a:gd name="connsiteY3" fmla="*/ 1968079 h 2752057"/>
                      <a:gd name="connsiteX4" fmla="*/ 162250 w 1037548"/>
                      <a:gd name="connsiteY4" fmla="*/ 2223666 h 2752057"/>
                      <a:gd name="connsiteX5" fmla="*/ 86054 w 1037548"/>
                      <a:gd name="connsiteY5" fmla="*/ 2466557 h 2752057"/>
                      <a:gd name="connsiteX6" fmla="*/ 326 w 1037548"/>
                      <a:gd name="connsiteY6" fmla="*/ 2587204 h 2752057"/>
                      <a:gd name="connsiteX7" fmla="*/ 119388 w 1037548"/>
                      <a:gd name="connsiteY7" fmla="*/ 2685629 h 2752057"/>
                      <a:gd name="connsiteX8" fmla="*/ 365451 w 1037548"/>
                      <a:gd name="connsiteY8" fmla="*/ 2730078 h 2752057"/>
                      <a:gd name="connsiteX9" fmla="*/ 187651 w 1037548"/>
                      <a:gd name="connsiteY9" fmla="*/ 2542754 h 2752057"/>
                      <a:gd name="connsiteX10" fmla="*/ 346404 w 1037548"/>
                      <a:gd name="connsiteY10" fmla="*/ 2320508 h 2752057"/>
                      <a:gd name="connsiteX11" fmla="*/ 1031517 w 1037548"/>
                      <a:gd name="connsiteY11" fmla="*/ 1930783 h 2752057"/>
                      <a:gd name="connsiteX12" fmla="*/ 884434 w 1037548"/>
                      <a:gd name="connsiteY12" fmla="*/ 1463584 h 2752057"/>
                      <a:gd name="connsiteX13" fmla="*/ 842078 w 1037548"/>
                      <a:gd name="connsiteY13" fmla="*/ 1247590 h 2752057"/>
                      <a:gd name="connsiteX14" fmla="*/ 825826 w 1037548"/>
                      <a:gd name="connsiteY14" fmla="*/ 1069554 h 2752057"/>
                      <a:gd name="connsiteX15" fmla="*/ 880250 w 1037548"/>
                      <a:gd name="connsiteY15" fmla="*/ 794184 h 2752057"/>
                      <a:gd name="connsiteX16" fmla="*/ 759154 w 1037548"/>
                      <a:gd name="connsiteY16" fmla="*/ 440907 h 2752057"/>
                      <a:gd name="connsiteX17" fmla="*/ 848054 w 1037548"/>
                      <a:gd name="connsiteY17" fmla="*/ 374232 h 2752057"/>
                      <a:gd name="connsiteX18" fmla="*/ 882978 w 1037548"/>
                      <a:gd name="connsiteY18" fmla="*/ 256757 h 2752057"/>
                      <a:gd name="connsiteX19" fmla="*/ 838529 w 1037548"/>
                      <a:gd name="connsiteY19" fmla="*/ 82132 h 2752057"/>
                      <a:gd name="connsiteX20" fmla="*/ 662313 w 1037548"/>
                      <a:gd name="connsiteY20" fmla="*/ 1166 h 2752057"/>
                      <a:gd name="connsiteX21" fmla="*/ 517853 w 1037548"/>
                      <a:gd name="connsiteY21" fmla="*/ 167857 h 2752057"/>
                      <a:gd name="connsiteX22" fmla="*/ 613103 w 1037548"/>
                      <a:gd name="connsiteY22" fmla="*/ 399631 h 2752057"/>
                      <a:gd name="connsiteX23" fmla="*/ 530551 w 1037548"/>
                      <a:gd name="connsiteY23" fmla="*/ 558379 h 2752057"/>
                      <a:gd name="connsiteX24" fmla="*/ 486101 w 1037548"/>
                      <a:gd name="connsiteY24" fmla="*/ 672678 h 2752057"/>
                      <a:gd name="connsiteX25" fmla="*/ 508326 w 1037548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346404 w 1031517"/>
                      <a:gd name="connsiteY10" fmla="*/ 2320508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70207"/>
                      <a:gd name="connsiteY0" fmla="*/ 1088604 h 2752057"/>
                      <a:gd name="connsiteX1" fmla="*/ 443239 w 1070207"/>
                      <a:gd name="connsiteY1" fmla="*/ 1310854 h 2752057"/>
                      <a:gd name="connsiteX2" fmla="*/ 440063 w 1070207"/>
                      <a:gd name="connsiteY2" fmla="*/ 1609304 h 2752057"/>
                      <a:gd name="connsiteX3" fmla="*/ 390851 w 1070207"/>
                      <a:gd name="connsiteY3" fmla="*/ 1968079 h 2752057"/>
                      <a:gd name="connsiteX4" fmla="*/ 162250 w 1070207"/>
                      <a:gd name="connsiteY4" fmla="*/ 2223666 h 2752057"/>
                      <a:gd name="connsiteX5" fmla="*/ 86054 w 1070207"/>
                      <a:gd name="connsiteY5" fmla="*/ 2466557 h 2752057"/>
                      <a:gd name="connsiteX6" fmla="*/ 326 w 1070207"/>
                      <a:gd name="connsiteY6" fmla="*/ 2587204 h 2752057"/>
                      <a:gd name="connsiteX7" fmla="*/ 119388 w 1070207"/>
                      <a:gd name="connsiteY7" fmla="*/ 2685629 h 2752057"/>
                      <a:gd name="connsiteX8" fmla="*/ 365451 w 1070207"/>
                      <a:gd name="connsiteY8" fmla="*/ 2730078 h 2752057"/>
                      <a:gd name="connsiteX9" fmla="*/ 187651 w 1070207"/>
                      <a:gd name="connsiteY9" fmla="*/ 2542754 h 2752057"/>
                      <a:gd name="connsiteX10" fmla="*/ 1005484 w 1070207"/>
                      <a:gd name="connsiteY10" fmla="*/ 2235303 h 2752057"/>
                      <a:gd name="connsiteX11" fmla="*/ 1031517 w 1070207"/>
                      <a:gd name="connsiteY11" fmla="*/ 1930783 h 2752057"/>
                      <a:gd name="connsiteX12" fmla="*/ 884434 w 1070207"/>
                      <a:gd name="connsiteY12" fmla="*/ 1463584 h 2752057"/>
                      <a:gd name="connsiteX13" fmla="*/ 842078 w 1070207"/>
                      <a:gd name="connsiteY13" fmla="*/ 1247590 h 2752057"/>
                      <a:gd name="connsiteX14" fmla="*/ 825826 w 1070207"/>
                      <a:gd name="connsiteY14" fmla="*/ 1069554 h 2752057"/>
                      <a:gd name="connsiteX15" fmla="*/ 880250 w 1070207"/>
                      <a:gd name="connsiteY15" fmla="*/ 794184 h 2752057"/>
                      <a:gd name="connsiteX16" fmla="*/ 759154 w 1070207"/>
                      <a:gd name="connsiteY16" fmla="*/ 440907 h 2752057"/>
                      <a:gd name="connsiteX17" fmla="*/ 848054 w 1070207"/>
                      <a:gd name="connsiteY17" fmla="*/ 374232 h 2752057"/>
                      <a:gd name="connsiteX18" fmla="*/ 882978 w 1070207"/>
                      <a:gd name="connsiteY18" fmla="*/ 256757 h 2752057"/>
                      <a:gd name="connsiteX19" fmla="*/ 838529 w 1070207"/>
                      <a:gd name="connsiteY19" fmla="*/ 82132 h 2752057"/>
                      <a:gd name="connsiteX20" fmla="*/ 662313 w 1070207"/>
                      <a:gd name="connsiteY20" fmla="*/ 1166 h 2752057"/>
                      <a:gd name="connsiteX21" fmla="*/ 517853 w 1070207"/>
                      <a:gd name="connsiteY21" fmla="*/ 167857 h 2752057"/>
                      <a:gd name="connsiteX22" fmla="*/ 613103 w 1070207"/>
                      <a:gd name="connsiteY22" fmla="*/ 399631 h 2752057"/>
                      <a:gd name="connsiteX23" fmla="*/ 530551 w 1070207"/>
                      <a:gd name="connsiteY23" fmla="*/ 558379 h 2752057"/>
                      <a:gd name="connsiteX24" fmla="*/ 486101 w 1070207"/>
                      <a:gd name="connsiteY24" fmla="*/ 672678 h 2752057"/>
                      <a:gd name="connsiteX25" fmla="*/ 508326 w 107020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213220"/>
                      <a:gd name="connsiteY0" fmla="*/ 1088604 h 2716480"/>
                      <a:gd name="connsiteX1" fmla="*/ 443239 w 1213220"/>
                      <a:gd name="connsiteY1" fmla="*/ 1310854 h 2716480"/>
                      <a:gd name="connsiteX2" fmla="*/ 440063 w 1213220"/>
                      <a:gd name="connsiteY2" fmla="*/ 1609304 h 2716480"/>
                      <a:gd name="connsiteX3" fmla="*/ 390851 w 1213220"/>
                      <a:gd name="connsiteY3" fmla="*/ 1968079 h 2716480"/>
                      <a:gd name="connsiteX4" fmla="*/ 162250 w 1213220"/>
                      <a:gd name="connsiteY4" fmla="*/ 2223666 h 2716480"/>
                      <a:gd name="connsiteX5" fmla="*/ 86054 w 1213220"/>
                      <a:gd name="connsiteY5" fmla="*/ 2466557 h 2716480"/>
                      <a:gd name="connsiteX6" fmla="*/ 326 w 1213220"/>
                      <a:gd name="connsiteY6" fmla="*/ 2587204 h 2716480"/>
                      <a:gd name="connsiteX7" fmla="*/ 119388 w 1213220"/>
                      <a:gd name="connsiteY7" fmla="*/ 2685629 h 2716480"/>
                      <a:gd name="connsiteX8" fmla="*/ 1213220 w 1213220"/>
                      <a:gd name="connsiteY8" fmla="*/ 2653118 h 2716480"/>
                      <a:gd name="connsiteX9" fmla="*/ 1011502 w 1213220"/>
                      <a:gd name="connsiteY9" fmla="*/ 2553749 h 2716480"/>
                      <a:gd name="connsiteX10" fmla="*/ 1005484 w 1213220"/>
                      <a:gd name="connsiteY10" fmla="*/ 2235303 h 2716480"/>
                      <a:gd name="connsiteX11" fmla="*/ 1031517 w 1213220"/>
                      <a:gd name="connsiteY11" fmla="*/ 1930783 h 2716480"/>
                      <a:gd name="connsiteX12" fmla="*/ 884434 w 1213220"/>
                      <a:gd name="connsiteY12" fmla="*/ 1463584 h 2716480"/>
                      <a:gd name="connsiteX13" fmla="*/ 842078 w 1213220"/>
                      <a:gd name="connsiteY13" fmla="*/ 1247590 h 2716480"/>
                      <a:gd name="connsiteX14" fmla="*/ 825826 w 1213220"/>
                      <a:gd name="connsiteY14" fmla="*/ 1069554 h 2716480"/>
                      <a:gd name="connsiteX15" fmla="*/ 880250 w 1213220"/>
                      <a:gd name="connsiteY15" fmla="*/ 794184 h 2716480"/>
                      <a:gd name="connsiteX16" fmla="*/ 759154 w 1213220"/>
                      <a:gd name="connsiteY16" fmla="*/ 440907 h 2716480"/>
                      <a:gd name="connsiteX17" fmla="*/ 848054 w 1213220"/>
                      <a:gd name="connsiteY17" fmla="*/ 374232 h 2716480"/>
                      <a:gd name="connsiteX18" fmla="*/ 882978 w 1213220"/>
                      <a:gd name="connsiteY18" fmla="*/ 256757 h 2716480"/>
                      <a:gd name="connsiteX19" fmla="*/ 838529 w 1213220"/>
                      <a:gd name="connsiteY19" fmla="*/ 82132 h 2716480"/>
                      <a:gd name="connsiteX20" fmla="*/ 662313 w 1213220"/>
                      <a:gd name="connsiteY20" fmla="*/ 1166 h 2716480"/>
                      <a:gd name="connsiteX21" fmla="*/ 517853 w 1213220"/>
                      <a:gd name="connsiteY21" fmla="*/ 167857 h 2716480"/>
                      <a:gd name="connsiteX22" fmla="*/ 613103 w 1213220"/>
                      <a:gd name="connsiteY22" fmla="*/ 399631 h 2716480"/>
                      <a:gd name="connsiteX23" fmla="*/ 530551 w 1213220"/>
                      <a:gd name="connsiteY23" fmla="*/ 558379 h 2716480"/>
                      <a:gd name="connsiteX24" fmla="*/ 486101 w 1213220"/>
                      <a:gd name="connsiteY24" fmla="*/ 672678 h 2716480"/>
                      <a:gd name="connsiteX25" fmla="*/ 508326 w 1213220"/>
                      <a:gd name="connsiteY25" fmla="*/ 1088604 h 2716480"/>
                      <a:gd name="connsiteX0" fmla="*/ 563788 w 1268682"/>
                      <a:gd name="connsiteY0" fmla="*/ 1088604 h 2701084"/>
                      <a:gd name="connsiteX1" fmla="*/ 498701 w 1268682"/>
                      <a:gd name="connsiteY1" fmla="*/ 1310854 h 2701084"/>
                      <a:gd name="connsiteX2" fmla="*/ 495525 w 1268682"/>
                      <a:gd name="connsiteY2" fmla="*/ 1609304 h 2701084"/>
                      <a:gd name="connsiteX3" fmla="*/ 446313 w 1268682"/>
                      <a:gd name="connsiteY3" fmla="*/ 1968079 h 2701084"/>
                      <a:gd name="connsiteX4" fmla="*/ 217712 w 1268682"/>
                      <a:gd name="connsiteY4" fmla="*/ 2223666 h 2701084"/>
                      <a:gd name="connsiteX5" fmla="*/ 141516 w 1268682"/>
                      <a:gd name="connsiteY5" fmla="*/ 2466557 h 2701084"/>
                      <a:gd name="connsiteX6" fmla="*/ 55788 w 1268682"/>
                      <a:gd name="connsiteY6" fmla="*/ 2587204 h 2701084"/>
                      <a:gd name="connsiteX7" fmla="*/ 1075770 w 1268682"/>
                      <a:gd name="connsiteY7" fmla="*/ 2663640 h 2701084"/>
                      <a:gd name="connsiteX8" fmla="*/ 1268682 w 1268682"/>
                      <a:gd name="connsiteY8" fmla="*/ 2653118 h 2701084"/>
                      <a:gd name="connsiteX9" fmla="*/ 1066964 w 1268682"/>
                      <a:gd name="connsiteY9" fmla="*/ 2553749 h 2701084"/>
                      <a:gd name="connsiteX10" fmla="*/ 1060946 w 1268682"/>
                      <a:gd name="connsiteY10" fmla="*/ 2235303 h 2701084"/>
                      <a:gd name="connsiteX11" fmla="*/ 1086979 w 1268682"/>
                      <a:gd name="connsiteY11" fmla="*/ 1930783 h 2701084"/>
                      <a:gd name="connsiteX12" fmla="*/ 939896 w 1268682"/>
                      <a:gd name="connsiteY12" fmla="*/ 1463584 h 2701084"/>
                      <a:gd name="connsiteX13" fmla="*/ 897540 w 1268682"/>
                      <a:gd name="connsiteY13" fmla="*/ 1247590 h 2701084"/>
                      <a:gd name="connsiteX14" fmla="*/ 881288 w 1268682"/>
                      <a:gd name="connsiteY14" fmla="*/ 1069554 h 2701084"/>
                      <a:gd name="connsiteX15" fmla="*/ 935712 w 1268682"/>
                      <a:gd name="connsiteY15" fmla="*/ 794184 h 2701084"/>
                      <a:gd name="connsiteX16" fmla="*/ 814616 w 1268682"/>
                      <a:gd name="connsiteY16" fmla="*/ 440907 h 2701084"/>
                      <a:gd name="connsiteX17" fmla="*/ 903516 w 1268682"/>
                      <a:gd name="connsiteY17" fmla="*/ 374232 h 2701084"/>
                      <a:gd name="connsiteX18" fmla="*/ 938440 w 1268682"/>
                      <a:gd name="connsiteY18" fmla="*/ 256757 h 2701084"/>
                      <a:gd name="connsiteX19" fmla="*/ 893991 w 1268682"/>
                      <a:gd name="connsiteY19" fmla="*/ 82132 h 2701084"/>
                      <a:gd name="connsiteX20" fmla="*/ 717775 w 1268682"/>
                      <a:gd name="connsiteY20" fmla="*/ 1166 h 2701084"/>
                      <a:gd name="connsiteX21" fmla="*/ 573315 w 1268682"/>
                      <a:gd name="connsiteY21" fmla="*/ 167857 h 2701084"/>
                      <a:gd name="connsiteX22" fmla="*/ 668565 w 1268682"/>
                      <a:gd name="connsiteY22" fmla="*/ 399631 h 2701084"/>
                      <a:gd name="connsiteX23" fmla="*/ 586013 w 1268682"/>
                      <a:gd name="connsiteY23" fmla="*/ 558379 h 2701084"/>
                      <a:gd name="connsiteX24" fmla="*/ 541563 w 1268682"/>
                      <a:gd name="connsiteY24" fmla="*/ 672678 h 2701084"/>
                      <a:gd name="connsiteX25" fmla="*/ 563788 w 1268682"/>
                      <a:gd name="connsiteY25" fmla="*/ 1088604 h 2701084"/>
                      <a:gd name="connsiteX0" fmla="*/ 464979 w 1169873"/>
                      <a:gd name="connsiteY0" fmla="*/ 1088604 h 2701084"/>
                      <a:gd name="connsiteX1" fmla="*/ 399892 w 1169873"/>
                      <a:gd name="connsiteY1" fmla="*/ 1310854 h 2701084"/>
                      <a:gd name="connsiteX2" fmla="*/ 396716 w 1169873"/>
                      <a:gd name="connsiteY2" fmla="*/ 1609304 h 2701084"/>
                      <a:gd name="connsiteX3" fmla="*/ 347504 w 1169873"/>
                      <a:gd name="connsiteY3" fmla="*/ 1968079 h 2701084"/>
                      <a:gd name="connsiteX4" fmla="*/ 118903 w 1169873"/>
                      <a:gd name="connsiteY4" fmla="*/ 2223666 h 2701084"/>
                      <a:gd name="connsiteX5" fmla="*/ 42707 w 1169873"/>
                      <a:gd name="connsiteY5" fmla="*/ 2466557 h 2701084"/>
                      <a:gd name="connsiteX6" fmla="*/ 831323 w 1169873"/>
                      <a:gd name="connsiteY6" fmla="*/ 2672409 h 2701084"/>
                      <a:gd name="connsiteX7" fmla="*/ 976961 w 1169873"/>
                      <a:gd name="connsiteY7" fmla="*/ 2663640 h 2701084"/>
                      <a:gd name="connsiteX8" fmla="*/ 1169873 w 1169873"/>
                      <a:gd name="connsiteY8" fmla="*/ 2653118 h 2701084"/>
                      <a:gd name="connsiteX9" fmla="*/ 968155 w 1169873"/>
                      <a:gd name="connsiteY9" fmla="*/ 2553749 h 2701084"/>
                      <a:gd name="connsiteX10" fmla="*/ 962137 w 1169873"/>
                      <a:gd name="connsiteY10" fmla="*/ 2235303 h 2701084"/>
                      <a:gd name="connsiteX11" fmla="*/ 988170 w 1169873"/>
                      <a:gd name="connsiteY11" fmla="*/ 1930783 h 2701084"/>
                      <a:gd name="connsiteX12" fmla="*/ 841087 w 1169873"/>
                      <a:gd name="connsiteY12" fmla="*/ 1463584 h 2701084"/>
                      <a:gd name="connsiteX13" fmla="*/ 798731 w 1169873"/>
                      <a:gd name="connsiteY13" fmla="*/ 1247590 h 2701084"/>
                      <a:gd name="connsiteX14" fmla="*/ 782479 w 1169873"/>
                      <a:gd name="connsiteY14" fmla="*/ 1069554 h 2701084"/>
                      <a:gd name="connsiteX15" fmla="*/ 836903 w 1169873"/>
                      <a:gd name="connsiteY15" fmla="*/ 794184 h 2701084"/>
                      <a:gd name="connsiteX16" fmla="*/ 715807 w 1169873"/>
                      <a:gd name="connsiteY16" fmla="*/ 440907 h 2701084"/>
                      <a:gd name="connsiteX17" fmla="*/ 804707 w 1169873"/>
                      <a:gd name="connsiteY17" fmla="*/ 374232 h 2701084"/>
                      <a:gd name="connsiteX18" fmla="*/ 839631 w 1169873"/>
                      <a:gd name="connsiteY18" fmla="*/ 256757 h 2701084"/>
                      <a:gd name="connsiteX19" fmla="*/ 795182 w 1169873"/>
                      <a:gd name="connsiteY19" fmla="*/ 82132 h 2701084"/>
                      <a:gd name="connsiteX20" fmla="*/ 618966 w 1169873"/>
                      <a:gd name="connsiteY20" fmla="*/ 1166 h 2701084"/>
                      <a:gd name="connsiteX21" fmla="*/ 474506 w 1169873"/>
                      <a:gd name="connsiteY21" fmla="*/ 167857 h 2701084"/>
                      <a:gd name="connsiteX22" fmla="*/ 569756 w 1169873"/>
                      <a:gd name="connsiteY22" fmla="*/ 399631 h 2701084"/>
                      <a:gd name="connsiteX23" fmla="*/ 487204 w 1169873"/>
                      <a:gd name="connsiteY23" fmla="*/ 558379 h 2701084"/>
                      <a:gd name="connsiteX24" fmla="*/ 442754 w 1169873"/>
                      <a:gd name="connsiteY24" fmla="*/ 672678 h 2701084"/>
                      <a:gd name="connsiteX25" fmla="*/ 464979 w 1169873"/>
                      <a:gd name="connsiteY25" fmla="*/ 1088604 h 2701084"/>
                      <a:gd name="connsiteX0" fmla="*/ 362436 w 1067330"/>
                      <a:gd name="connsiteY0" fmla="*/ 1088604 h 2701084"/>
                      <a:gd name="connsiteX1" fmla="*/ 297349 w 1067330"/>
                      <a:gd name="connsiteY1" fmla="*/ 1310854 h 2701084"/>
                      <a:gd name="connsiteX2" fmla="*/ 294173 w 1067330"/>
                      <a:gd name="connsiteY2" fmla="*/ 1609304 h 2701084"/>
                      <a:gd name="connsiteX3" fmla="*/ 244961 w 1067330"/>
                      <a:gd name="connsiteY3" fmla="*/ 1968079 h 2701084"/>
                      <a:gd name="connsiteX4" fmla="*/ 16360 w 1067330"/>
                      <a:gd name="connsiteY4" fmla="*/ 2223666 h 2701084"/>
                      <a:gd name="connsiteX5" fmla="*/ 750727 w 1067330"/>
                      <a:gd name="connsiteY5" fmla="*/ 2540768 h 2701084"/>
                      <a:gd name="connsiteX6" fmla="*/ 728780 w 1067330"/>
                      <a:gd name="connsiteY6" fmla="*/ 2672409 h 2701084"/>
                      <a:gd name="connsiteX7" fmla="*/ 874418 w 1067330"/>
                      <a:gd name="connsiteY7" fmla="*/ 2663640 h 2701084"/>
                      <a:gd name="connsiteX8" fmla="*/ 1067330 w 1067330"/>
                      <a:gd name="connsiteY8" fmla="*/ 2653118 h 2701084"/>
                      <a:gd name="connsiteX9" fmla="*/ 865612 w 1067330"/>
                      <a:gd name="connsiteY9" fmla="*/ 2553749 h 2701084"/>
                      <a:gd name="connsiteX10" fmla="*/ 859594 w 1067330"/>
                      <a:gd name="connsiteY10" fmla="*/ 2235303 h 2701084"/>
                      <a:gd name="connsiteX11" fmla="*/ 885627 w 1067330"/>
                      <a:gd name="connsiteY11" fmla="*/ 1930783 h 2701084"/>
                      <a:gd name="connsiteX12" fmla="*/ 738544 w 1067330"/>
                      <a:gd name="connsiteY12" fmla="*/ 1463584 h 2701084"/>
                      <a:gd name="connsiteX13" fmla="*/ 696188 w 1067330"/>
                      <a:gd name="connsiteY13" fmla="*/ 1247590 h 2701084"/>
                      <a:gd name="connsiteX14" fmla="*/ 679936 w 1067330"/>
                      <a:gd name="connsiteY14" fmla="*/ 1069554 h 2701084"/>
                      <a:gd name="connsiteX15" fmla="*/ 734360 w 1067330"/>
                      <a:gd name="connsiteY15" fmla="*/ 794184 h 2701084"/>
                      <a:gd name="connsiteX16" fmla="*/ 613264 w 1067330"/>
                      <a:gd name="connsiteY16" fmla="*/ 440907 h 2701084"/>
                      <a:gd name="connsiteX17" fmla="*/ 702164 w 1067330"/>
                      <a:gd name="connsiteY17" fmla="*/ 374232 h 2701084"/>
                      <a:gd name="connsiteX18" fmla="*/ 737088 w 1067330"/>
                      <a:gd name="connsiteY18" fmla="*/ 256757 h 2701084"/>
                      <a:gd name="connsiteX19" fmla="*/ 692639 w 1067330"/>
                      <a:gd name="connsiteY19" fmla="*/ 82132 h 2701084"/>
                      <a:gd name="connsiteX20" fmla="*/ 516423 w 1067330"/>
                      <a:gd name="connsiteY20" fmla="*/ 1166 h 2701084"/>
                      <a:gd name="connsiteX21" fmla="*/ 371963 w 1067330"/>
                      <a:gd name="connsiteY21" fmla="*/ 167857 h 2701084"/>
                      <a:gd name="connsiteX22" fmla="*/ 467213 w 1067330"/>
                      <a:gd name="connsiteY22" fmla="*/ 399631 h 2701084"/>
                      <a:gd name="connsiteX23" fmla="*/ 384661 w 1067330"/>
                      <a:gd name="connsiteY23" fmla="*/ 558379 h 2701084"/>
                      <a:gd name="connsiteX24" fmla="*/ 340211 w 1067330"/>
                      <a:gd name="connsiteY24" fmla="*/ 672678 h 2701084"/>
                      <a:gd name="connsiteX25" fmla="*/ 362436 w 1067330"/>
                      <a:gd name="connsiteY25" fmla="*/ 1088604 h 2701084"/>
                      <a:gd name="connsiteX0" fmla="*/ 142705 w 847599"/>
                      <a:gd name="connsiteY0" fmla="*/ 1088604 h 2701084"/>
                      <a:gd name="connsiteX1" fmla="*/ 77618 w 847599"/>
                      <a:gd name="connsiteY1" fmla="*/ 1310854 h 2701084"/>
                      <a:gd name="connsiteX2" fmla="*/ 74442 w 847599"/>
                      <a:gd name="connsiteY2" fmla="*/ 1609304 h 2701084"/>
                      <a:gd name="connsiteX3" fmla="*/ 25230 w 847599"/>
                      <a:gd name="connsiteY3" fmla="*/ 1968079 h 2701084"/>
                      <a:gd name="connsiteX4" fmla="*/ 461024 w 847599"/>
                      <a:gd name="connsiteY4" fmla="*/ 2322614 h 2701084"/>
                      <a:gd name="connsiteX5" fmla="*/ 530996 w 847599"/>
                      <a:gd name="connsiteY5" fmla="*/ 2540768 h 2701084"/>
                      <a:gd name="connsiteX6" fmla="*/ 509049 w 847599"/>
                      <a:gd name="connsiteY6" fmla="*/ 2672409 h 2701084"/>
                      <a:gd name="connsiteX7" fmla="*/ 654687 w 847599"/>
                      <a:gd name="connsiteY7" fmla="*/ 2663640 h 2701084"/>
                      <a:gd name="connsiteX8" fmla="*/ 847599 w 847599"/>
                      <a:gd name="connsiteY8" fmla="*/ 2653118 h 2701084"/>
                      <a:gd name="connsiteX9" fmla="*/ 645881 w 847599"/>
                      <a:gd name="connsiteY9" fmla="*/ 2553749 h 2701084"/>
                      <a:gd name="connsiteX10" fmla="*/ 639863 w 847599"/>
                      <a:gd name="connsiteY10" fmla="*/ 2235303 h 2701084"/>
                      <a:gd name="connsiteX11" fmla="*/ 665896 w 847599"/>
                      <a:gd name="connsiteY11" fmla="*/ 1930783 h 2701084"/>
                      <a:gd name="connsiteX12" fmla="*/ 518813 w 847599"/>
                      <a:gd name="connsiteY12" fmla="*/ 1463584 h 2701084"/>
                      <a:gd name="connsiteX13" fmla="*/ 476457 w 847599"/>
                      <a:gd name="connsiteY13" fmla="*/ 1247590 h 2701084"/>
                      <a:gd name="connsiteX14" fmla="*/ 460205 w 847599"/>
                      <a:gd name="connsiteY14" fmla="*/ 1069554 h 2701084"/>
                      <a:gd name="connsiteX15" fmla="*/ 514629 w 847599"/>
                      <a:gd name="connsiteY15" fmla="*/ 794184 h 2701084"/>
                      <a:gd name="connsiteX16" fmla="*/ 393533 w 847599"/>
                      <a:gd name="connsiteY16" fmla="*/ 440907 h 2701084"/>
                      <a:gd name="connsiteX17" fmla="*/ 482433 w 847599"/>
                      <a:gd name="connsiteY17" fmla="*/ 374232 h 2701084"/>
                      <a:gd name="connsiteX18" fmla="*/ 517357 w 847599"/>
                      <a:gd name="connsiteY18" fmla="*/ 256757 h 2701084"/>
                      <a:gd name="connsiteX19" fmla="*/ 472908 w 847599"/>
                      <a:gd name="connsiteY19" fmla="*/ 82132 h 2701084"/>
                      <a:gd name="connsiteX20" fmla="*/ 296692 w 847599"/>
                      <a:gd name="connsiteY20" fmla="*/ 1166 h 2701084"/>
                      <a:gd name="connsiteX21" fmla="*/ 152232 w 847599"/>
                      <a:gd name="connsiteY21" fmla="*/ 167857 h 2701084"/>
                      <a:gd name="connsiteX22" fmla="*/ 247482 w 847599"/>
                      <a:gd name="connsiteY22" fmla="*/ 399631 h 2701084"/>
                      <a:gd name="connsiteX23" fmla="*/ 164930 w 847599"/>
                      <a:gd name="connsiteY23" fmla="*/ 558379 h 2701084"/>
                      <a:gd name="connsiteX24" fmla="*/ 120480 w 847599"/>
                      <a:gd name="connsiteY24" fmla="*/ 672678 h 2701084"/>
                      <a:gd name="connsiteX25" fmla="*/ 142705 w 847599"/>
                      <a:gd name="connsiteY25" fmla="*/ 1088604 h 2701084"/>
                      <a:gd name="connsiteX0" fmla="*/ 93780 w 798674"/>
                      <a:gd name="connsiteY0" fmla="*/ 1088604 h 2701084"/>
                      <a:gd name="connsiteX1" fmla="*/ 28693 w 798674"/>
                      <a:gd name="connsiteY1" fmla="*/ 1310854 h 2701084"/>
                      <a:gd name="connsiteX2" fmla="*/ 25517 w 798674"/>
                      <a:gd name="connsiteY2" fmla="*/ 1609304 h 2701084"/>
                      <a:gd name="connsiteX3" fmla="*/ 454670 w 798674"/>
                      <a:gd name="connsiteY3" fmla="*/ 1987319 h 2701084"/>
                      <a:gd name="connsiteX4" fmla="*/ 412099 w 798674"/>
                      <a:gd name="connsiteY4" fmla="*/ 2322614 h 2701084"/>
                      <a:gd name="connsiteX5" fmla="*/ 482071 w 798674"/>
                      <a:gd name="connsiteY5" fmla="*/ 2540768 h 2701084"/>
                      <a:gd name="connsiteX6" fmla="*/ 460124 w 798674"/>
                      <a:gd name="connsiteY6" fmla="*/ 2672409 h 2701084"/>
                      <a:gd name="connsiteX7" fmla="*/ 605762 w 798674"/>
                      <a:gd name="connsiteY7" fmla="*/ 2663640 h 2701084"/>
                      <a:gd name="connsiteX8" fmla="*/ 798674 w 798674"/>
                      <a:gd name="connsiteY8" fmla="*/ 2653118 h 2701084"/>
                      <a:gd name="connsiteX9" fmla="*/ 596956 w 798674"/>
                      <a:gd name="connsiteY9" fmla="*/ 2553749 h 2701084"/>
                      <a:gd name="connsiteX10" fmla="*/ 590938 w 798674"/>
                      <a:gd name="connsiteY10" fmla="*/ 2235303 h 2701084"/>
                      <a:gd name="connsiteX11" fmla="*/ 616971 w 798674"/>
                      <a:gd name="connsiteY11" fmla="*/ 1930783 h 2701084"/>
                      <a:gd name="connsiteX12" fmla="*/ 469888 w 798674"/>
                      <a:gd name="connsiteY12" fmla="*/ 1463584 h 2701084"/>
                      <a:gd name="connsiteX13" fmla="*/ 427532 w 798674"/>
                      <a:gd name="connsiteY13" fmla="*/ 1247590 h 2701084"/>
                      <a:gd name="connsiteX14" fmla="*/ 411280 w 798674"/>
                      <a:gd name="connsiteY14" fmla="*/ 1069554 h 2701084"/>
                      <a:gd name="connsiteX15" fmla="*/ 465704 w 798674"/>
                      <a:gd name="connsiteY15" fmla="*/ 794184 h 2701084"/>
                      <a:gd name="connsiteX16" fmla="*/ 344608 w 798674"/>
                      <a:gd name="connsiteY16" fmla="*/ 440907 h 2701084"/>
                      <a:gd name="connsiteX17" fmla="*/ 433508 w 798674"/>
                      <a:gd name="connsiteY17" fmla="*/ 374232 h 2701084"/>
                      <a:gd name="connsiteX18" fmla="*/ 468432 w 798674"/>
                      <a:gd name="connsiteY18" fmla="*/ 256757 h 2701084"/>
                      <a:gd name="connsiteX19" fmla="*/ 423983 w 798674"/>
                      <a:gd name="connsiteY19" fmla="*/ 82132 h 2701084"/>
                      <a:gd name="connsiteX20" fmla="*/ 247767 w 798674"/>
                      <a:gd name="connsiteY20" fmla="*/ 1166 h 2701084"/>
                      <a:gd name="connsiteX21" fmla="*/ 103307 w 798674"/>
                      <a:gd name="connsiteY21" fmla="*/ 167857 h 2701084"/>
                      <a:gd name="connsiteX22" fmla="*/ 198557 w 798674"/>
                      <a:gd name="connsiteY22" fmla="*/ 399631 h 2701084"/>
                      <a:gd name="connsiteX23" fmla="*/ 116005 w 798674"/>
                      <a:gd name="connsiteY23" fmla="*/ 558379 h 2701084"/>
                      <a:gd name="connsiteX24" fmla="*/ 71555 w 798674"/>
                      <a:gd name="connsiteY24" fmla="*/ 672678 h 2701084"/>
                      <a:gd name="connsiteX25" fmla="*/ 93780 w 798674"/>
                      <a:gd name="connsiteY25" fmla="*/ 1088604 h 2701084"/>
                      <a:gd name="connsiteX0" fmla="*/ 65087 w 769981"/>
                      <a:gd name="connsiteY0" fmla="*/ 1088604 h 2701084"/>
                      <a:gd name="connsiteX1" fmla="*/ 0 w 769981"/>
                      <a:gd name="connsiteY1" fmla="*/ 1310854 h 2701084"/>
                      <a:gd name="connsiteX2" fmla="*/ 201457 w 769981"/>
                      <a:gd name="connsiteY2" fmla="*/ 1634041 h 2701084"/>
                      <a:gd name="connsiteX3" fmla="*/ 425977 w 769981"/>
                      <a:gd name="connsiteY3" fmla="*/ 1987319 h 2701084"/>
                      <a:gd name="connsiteX4" fmla="*/ 383406 w 769981"/>
                      <a:gd name="connsiteY4" fmla="*/ 2322614 h 2701084"/>
                      <a:gd name="connsiteX5" fmla="*/ 453378 w 769981"/>
                      <a:gd name="connsiteY5" fmla="*/ 2540768 h 2701084"/>
                      <a:gd name="connsiteX6" fmla="*/ 431431 w 769981"/>
                      <a:gd name="connsiteY6" fmla="*/ 2672409 h 2701084"/>
                      <a:gd name="connsiteX7" fmla="*/ 577069 w 769981"/>
                      <a:gd name="connsiteY7" fmla="*/ 2663640 h 2701084"/>
                      <a:gd name="connsiteX8" fmla="*/ 769981 w 769981"/>
                      <a:gd name="connsiteY8" fmla="*/ 2653118 h 2701084"/>
                      <a:gd name="connsiteX9" fmla="*/ 568263 w 769981"/>
                      <a:gd name="connsiteY9" fmla="*/ 2553749 h 2701084"/>
                      <a:gd name="connsiteX10" fmla="*/ 562245 w 769981"/>
                      <a:gd name="connsiteY10" fmla="*/ 2235303 h 2701084"/>
                      <a:gd name="connsiteX11" fmla="*/ 588278 w 769981"/>
                      <a:gd name="connsiteY11" fmla="*/ 1930783 h 2701084"/>
                      <a:gd name="connsiteX12" fmla="*/ 441195 w 769981"/>
                      <a:gd name="connsiteY12" fmla="*/ 1463584 h 2701084"/>
                      <a:gd name="connsiteX13" fmla="*/ 398839 w 769981"/>
                      <a:gd name="connsiteY13" fmla="*/ 1247590 h 2701084"/>
                      <a:gd name="connsiteX14" fmla="*/ 382587 w 769981"/>
                      <a:gd name="connsiteY14" fmla="*/ 1069554 h 2701084"/>
                      <a:gd name="connsiteX15" fmla="*/ 437011 w 769981"/>
                      <a:gd name="connsiteY15" fmla="*/ 794184 h 2701084"/>
                      <a:gd name="connsiteX16" fmla="*/ 315915 w 769981"/>
                      <a:gd name="connsiteY16" fmla="*/ 440907 h 2701084"/>
                      <a:gd name="connsiteX17" fmla="*/ 404815 w 769981"/>
                      <a:gd name="connsiteY17" fmla="*/ 374232 h 2701084"/>
                      <a:gd name="connsiteX18" fmla="*/ 439739 w 769981"/>
                      <a:gd name="connsiteY18" fmla="*/ 256757 h 2701084"/>
                      <a:gd name="connsiteX19" fmla="*/ 395290 w 769981"/>
                      <a:gd name="connsiteY19" fmla="*/ 82132 h 2701084"/>
                      <a:gd name="connsiteX20" fmla="*/ 219074 w 769981"/>
                      <a:gd name="connsiteY20" fmla="*/ 1166 h 2701084"/>
                      <a:gd name="connsiteX21" fmla="*/ 74614 w 769981"/>
                      <a:gd name="connsiteY21" fmla="*/ 167857 h 2701084"/>
                      <a:gd name="connsiteX22" fmla="*/ 169864 w 769981"/>
                      <a:gd name="connsiteY22" fmla="*/ 399631 h 2701084"/>
                      <a:gd name="connsiteX23" fmla="*/ 87312 w 769981"/>
                      <a:gd name="connsiteY23" fmla="*/ 558379 h 2701084"/>
                      <a:gd name="connsiteX24" fmla="*/ 42862 w 769981"/>
                      <a:gd name="connsiteY24" fmla="*/ 672678 h 2701084"/>
                      <a:gd name="connsiteX25" fmla="*/ 65087 w 769981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78067 w 728457"/>
                      <a:gd name="connsiteY1" fmla="*/ 1330093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91354 w 728457"/>
                      <a:gd name="connsiteY1" fmla="*/ 1327344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32925 w 727189"/>
                      <a:gd name="connsiteY0" fmla="*/ 1083108 h 2701084"/>
                      <a:gd name="connsiteX1" fmla="*/ 90086 w 727189"/>
                      <a:gd name="connsiteY1" fmla="*/ 1327344 h 2701084"/>
                      <a:gd name="connsiteX2" fmla="*/ 158665 w 727189"/>
                      <a:gd name="connsiteY2" fmla="*/ 1634041 h 2701084"/>
                      <a:gd name="connsiteX3" fmla="*/ 383185 w 727189"/>
                      <a:gd name="connsiteY3" fmla="*/ 1987319 h 2701084"/>
                      <a:gd name="connsiteX4" fmla="*/ 340614 w 727189"/>
                      <a:gd name="connsiteY4" fmla="*/ 2322614 h 2701084"/>
                      <a:gd name="connsiteX5" fmla="*/ 410586 w 727189"/>
                      <a:gd name="connsiteY5" fmla="*/ 2540768 h 2701084"/>
                      <a:gd name="connsiteX6" fmla="*/ 388639 w 727189"/>
                      <a:gd name="connsiteY6" fmla="*/ 2672409 h 2701084"/>
                      <a:gd name="connsiteX7" fmla="*/ 534277 w 727189"/>
                      <a:gd name="connsiteY7" fmla="*/ 2663640 h 2701084"/>
                      <a:gd name="connsiteX8" fmla="*/ 727189 w 727189"/>
                      <a:gd name="connsiteY8" fmla="*/ 2653118 h 2701084"/>
                      <a:gd name="connsiteX9" fmla="*/ 525471 w 727189"/>
                      <a:gd name="connsiteY9" fmla="*/ 2553749 h 2701084"/>
                      <a:gd name="connsiteX10" fmla="*/ 519453 w 727189"/>
                      <a:gd name="connsiteY10" fmla="*/ 2235303 h 2701084"/>
                      <a:gd name="connsiteX11" fmla="*/ 545486 w 727189"/>
                      <a:gd name="connsiteY11" fmla="*/ 1930783 h 2701084"/>
                      <a:gd name="connsiteX12" fmla="*/ 398403 w 727189"/>
                      <a:gd name="connsiteY12" fmla="*/ 1463584 h 2701084"/>
                      <a:gd name="connsiteX13" fmla="*/ 356047 w 727189"/>
                      <a:gd name="connsiteY13" fmla="*/ 1247590 h 2701084"/>
                      <a:gd name="connsiteX14" fmla="*/ 339795 w 727189"/>
                      <a:gd name="connsiteY14" fmla="*/ 1069554 h 2701084"/>
                      <a:gd name="connsiteX15" fmla="*/ 394219 w 727189"/>
                      <a:gd name="connsiteY15" fmla="*/ 794184 h 2701084"/>
                      <a:gd name="connsiteX16" fmla="*/ 273123 w 727189"/>
                      <a:gd name="connsiteY16" fmla="*/ 440907 h 2701084"/>
                      <a:gd name="connsiteX17" fmla="*/ 362023 w 727189"/>
                      <a:gd name="connsiteY17" fmla="*/ 374232 h 2701084"/>
                      <a:gd name="connsiteX18" fmla="*/ 396947 w 727189"/>
                      <a:gd name="connsiteY18" fmla="*/ 256757 h 2701084"/>
                      <a:gd name="connsiteX19" fmla="*/ 352498 w 727189"/>
                      <a:gd name="connsiteY19" fmla="*/ 82132 h 2701084"/>
                      <a:gd name="connsiteX20" fmla="*/ 176282 w 727189"/>
                      <a:gd name="connsiteY20" fmla="*/ 1166 h 2701084"/>
                      <a:gd name="connsiteX21" fmla="*/ 31822 w 727189"/>
                      <a:gd name="connsiteY21" fmla="*/ 167857 h 2701084"/>
                      <a:gd name="connsiteX22" fmla="*/ 127072 w 727189"/>
                      <a:gd name="connsiteY22" fmla="*/ 399631 h 2701084"/>
                      <a:gd name="connsiteX23" fmla="*/ 44520 w 727189"/>
                      <a:gd name="connsiteY23" fmla="*/ 558379 h 2701084"/>
                      <a:gd name="connsiteX24" fmla="*/ 70 w 727189"/>
                      <a:gd name="connsiteY24" fmla="*/ 672678 h 2701084"/>
                      <a:gd name="connsiteX25" fmla="*/ 32925 w 727189"/>
                      <a:gd name="connsiteY25" fmla="*/ 1083108 h 2701084"/>
                      <a:gd name="connsiteX0" fmla="*/ 7793 w 702057"/>
                      <a:gd name="connsiteY0" fmla="*/ 1083108 h 2701084"/>
                      <a:gd name="connsiteX1" fmla="*/ 64954 w 702057"/>
                      <a:gd name="connsiteY1" fmla="*/ 1327344 h 2701084"/>
                      <a:gd name="connsiteX2" fmla="*/ 133533 w 702057"/>
                      <a:gd name="connsiteY2" fmla="*/ 1634041 h 2701084"/>
                      <a:gd name="connsiteX3" fmla="*/ 358053 w 702057"/>
                      <a:gd name="connsiteY3" fmla="*/ 1987319 h 2701084"/>
                      <a:gd name="connsiteX4" fmla="*/ 315482 w 702057"/>
                      <a:gd name="connsiteY4" fmla="*/ 2322614 h 2701084"/>
                      <a:gd name="connsiteX5" fmla="*/ 385454 w 702057"/>
                      <a:gd name="connsiteY5" fmla="*/ 2540768 h 2701084"/>
                      <a:gd name="connsiteX6" fmla="*/ 363507 w 702057"/>
                      <a:gd name="connsiteY6" fmla="*/ 2672409 h 2701084"/>
                      <a:gd name="connsiteX7" fmla="*/ 509145 w 702057"/>
                      <a:gd name="connsiteY7" fmla="*/ 2663640 h 2701084"/>
                      <a:gd name="connsiteX8" fmla="*/ 702057 w 702057"/>
                      <a:gd name="connsiteY8" fmla="*/ 2653118 h 2701084"/>
                      <a:gd name="connsiteX9" fmla="*/ 500339 w 702057"/>
                      <a:gd name="connsiteY9" fmla="*/ 2553749 h 2701084"/>
                      <a:gd name="connsiteX10" fmla="*/ 494321 w 702057"/>
                      <a:gd name="connsiteY10" fmla="*/ 2235303 h 2701084"/>
                      <a:gd name="connsiteX11" fmla="*/ 520354 w 702057"/>
                      <a:gd name="connsiteY11" fmla="*/ 1930783 h 2701084"/>
                      <a:gd name="connsiteX12" fmla="*/ 373271 w 702057"/>
                      <a:gd name="connsiteY12" fmla="*/ 1463584 h 2701084"/>
                      <a:gd name="connsiteX13" fmla="*/ 330915 w 702057"/>
                      <a:gd name="connsiteY13" fmla="*/ 1247590 h 2701084"/>
                      <a:gd name="connsiteX14" fmla="*/ 314663 w 702057"/>
                      <a:gd name="connsiteY14" fmla="*/ 1069554 h 2701084"/>
                      <a:gd name="connsiteX15" fmla="*/ 369087 w 702057"/>
                      <a:gd name="connsiteY15" fmla="*/ 794184 h 2701084"/>
                      <a:gd name="connsiteX16" fmla="*/ 247991 w 702057"/>
                      <a:gd name="connsiteY16" fmla="*/ 440907 h 2701084"/>
                      <a:gd name="connsiteX17" fmla="*/ 336891 w 702057"/>
                      <a:gd name="connsiteY17" fmla="*/ 374232 h 2701084"/>
                      <a:gd name="connsiteX18" fmla="*/ 371815 w 702057"/>
                      <a:gd name="connsiteY18" fmla="*/ 256757 h 2701084"/>
                      <a:gd name="connsiteX19" fmla="*/ 327366 w 702057"/>
                      <a:gd name="connsiteY19" fmla="*/ 82132 h 2701084"/>
                      <a:gd name="connsiteX20" fmla="*/ 151150 w 702057"/>
                      <a:gd name="connsiteY20" fmla="*/ 1166 h 2701084"/>
                      <a:gd name="connsiteX21" fmla="*/ 6690 w 702057"/>
                      <a:gd name="connsiteY21" fmla="*/ 167857 h 2701084"/>
                      <a:gd name="connsiteX22" fmla="*/ 101940 w 702057"/>
                      <a:gd name="connsiteY22" fmla="*/ 399631 h 2701084"/>
                      <a:gd name="connsiteX23" fmla="*/ 19388 w 702057"/>
                      <a:gd name="connsiteY23" fmla="*/ 558379 h 2701084"/>
                      <a:gd name="connsiteX24" fmla="*/ 1514 w 702057"/>
                      <a:gd name="connsiteY24" fmla="*/ 708409 h 2701084"/>
                      <a:gd name="connsiteX25" fmla="*/ 7793 w 702057"/>
                      <a:gd name="connsiteY25" fmla="*/ 1083108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6832 w 706065"/>
                      <a:gd name="connsiteY4" fmla="*/ 2275888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680239"/>
                      <a:gd name="connsiteX1" fmla="*/ 68962 w 706065"/>
                      <a:gd name="connsiteY1" fmla="*/ 1327344 h 2680239"/>
                      <a:gd name="connsiteX2" fmla="*/ 137541 w 706065"/>
                      <a:gd name="connsiteY2" fmla="*/ 1634041 h 2680239"/>
                      <a:gd name="connsiteX3" fmla="*/ 362061 w 706065"/>
                      <a:gd name="connsiteY3" fmla="*/ 1987319 h 2680239"/>
                      <a:gd name="connsiteX4" fmla="*/ 314174 w 706065"/>
                      <a:gd name="connsiteY4" fmla="*/ 2207174 h 2680239"/>
                      <a:gd name="connsiteX5" fmla="*/ 389462 w 706065"/>
                      <a:gd name="connsiteY5" fmla="*/ 2540768 h 2680239"/>
                      <a:gd name="connsiteX6" fmla="*/ 367515 w 706065"/>
                      <a:gd name="connsiteY6" fmla="*/ 2672409 h 2680239"/>
                      <a:gd name="connsiteX7" fmla="*/ 706065 w 706065"/>
                      <a:gd name="connsiteY7" fmla="*/ 2653118 h 2680239"/>
                      <a:gd name="connsiteX8" fmla="*/ 504347 w 706065"/>
                      <a:gd name="connsiteY8" fmla="*/ 2553749 h 2680239"/>
                      <a:gd name="connsiteX9" fmla="*/ 498329 w 706065"/>
                      <a:gd name="connsiteY9" fmla="*/ 2235303 h 2680239"/>
                      <a:gd name="connsiteX10" fmla="*/ 524362 w 706065"/>
                      <a:gd name="connsiteY10" fmla="*/ 1930783 h 2680239"/>
                      <a:gd name="connsiteX11" fmla="*/ 377279 w 706065"/>
                      <a:gd name="connsiteY11" fmla="*/ 1463584 h 2680239"/>
                      <a:gd name="connsiteX12" fmla="*/ 334923 w 706065"/>
                      <a:gd name="connsiteY12" fmla="*/ 1247590 h 2680239"/>
                      <a:gd name="connsiteX13" fmla="*/ 318671 w 706065"/>
                      <a:gd name="connsiteY13" fmla="*/ 1069554 h 2680239"/>
                      <a:gd name="connsiteX14" fmla="*/ 373095 w 706065"/>
                      <a:gd name="connsiteY14" fmla="*/ 794184 h 2680239"/>
                      <a:gd name="connsiteX15" fmla="*/ 251999 w 706065"/>
                      <a:gd name="connsiteY15" fmla="*/ 440907 h 2680239"/>
                      <a:gd name="connsiteX16" fmla="*/ 340899 w 706065"/>
                      <a:gd name="connsiteY16" fmla="*/ 374232 h 2680239"/>
                      <a:gd name="connsiteX17" fmla="*/ 375823 w 706065"/>
                      <a:gd name="connsiteY17" fmla="*/ 256757 h 2680239"/>
                      <a:gd name="connsiteX18" fmla="*/ 331374 w 706065"/>
                      <a:gd name="connsiteY18" fmla="*/ 82132 h 2680239"/>
                      <a:gd name="connsiteX19" fmla="*/ 155158 w 706065"/>
                      <a:gd name="connsiteY19" fmla="*/ 1166 h 2680239"/>
                      <a:gd name="connsiteX20" fmla="*/ 10698 w 706065"/>
                      <a:gd name="connsiteY20" fmla="*/ 167857 h 2680239"/>
                      <a:gd name="connsiteX21" fmla="*/ 105948 w 706065"/>
                      <a:gd name="connsiteY21" fmla="*/ 399631 h 2680239"/>
                      <a:gd name="connsiteX22" fmla="*/ 23396 w 706065"/>
                      <a:gd name="connsiteY22" fmla="*/ 558379 h 2680239"/>
                      <a:gd name="connsiteX23" fmla="*/ 5522 w 706065"/>
                      <a:gd name="connsiteY23" fmla="*/ 708409 h 2680239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7596"/>
                      <a:gd name="connsiteY0" fmla="*/ 708409 h 2680768"/>
                      <a:gd name="connsiteX1" fmla="*/ 68962 w 707596"/>
                      <a:gd name="connsiteY1" fmla="*/ 1327344 h 2680768"/>
                      <a:gd name="connsiteX2" fmla="*/ 137541 w 707596"/>
                      <a:gd name="connsiteY2" fmla="*/ 1634041 h 2680768"/>
                      <a:gd name="connsiteX3" fmla="*/ 362061 w 707596"/>
                      <a:gd name="connsiteY3" fmla="*/ 1987319 h 2680768"/>
                      <a:gd name="connsiteX4" fmla="*/ 314174 w 707596"/>
                      <a:gd name="connsiteY4" fmla="*/ 2207174 h 2680768"/>
                      <a:gd name="connsiteX5" fmla="*/ 389462 w 707596"/>
                      <a:gd name="connsiteY5" fmla="*/ 2540768 h 2680768"/>
                      <a:gd name="connsiteX6" fmla="*/ 367515 w 707596"/>
                      <a:gd name="connsiteY6" fmla="*/ 2672409 h 2680768"/>
                      <a:gd name="connsiteX7" fmla="*/ 706065 w 707596"/>
                      <a:gd name="connsiteY7" fmla="*/ 2653118 h 2680768"/>
                      <a:gd name="connsiteX8" fmla="*/ 480429 w 707596"/>
                      <a:gd name="connsiteY8" fmla="*/ 2537258 h 2680768"/>
                      <a:gd name="connsiteX9" fmla="*/ 498329 w 707596"/>
                      <a:gd name="connsiteY9" fmla="*/ 2235303 h 2680768"/>
                      <a:gd name="connsiteX10" fmla="*/ 524362 w 707596"/>
                      <a:gd name="connsiteY10" fmla="*/ 1930783 h 2680768"/>
                      <a:gd name="connsiteX11" fmla="*/ 377279 w 707596"/>
                      <a:gd name="connsiteY11" fmla="*/ 1463584 h 2680768"/>
                      <a:gd name="connsiteX12" fmla="*/ 334923 w 707596"/>
                      <a:gd name="connsiteY12" fmla="*/ 1247590 h 2680768"/>
                      <a:gd name="connsiteX13" fmla="*/ 318671 w 707596"/>
                      <a:gd name="connsiteY13" fmla="*/ 1069554 h 2680768"/>
                      <a:gd name="connsiteX14" fmla="*/ 373095 w 707596"/>
                      <a:gd name="connsiteY14" fmla="*/ 794184 h 2680768"/>
                      <a:gd name="connsiteX15" fmla="*/ 251999 w 707596"/>
                      <a:gd name="connsiteY15" fmla="*/ 440907 h 2680768"/>
                      <a:gd name="connsiteX16" fmla="*/ 340899 w 707596"/>
                      <a:gd name="connsiteY16" fmla="*/ 374232 h 2680768"/>
                      <a:gd name="connsiteX17" fmla="*/ 375823 w 707596"/>
                      <a:gd name="connsiteY17" fmla="*/ 256757 h 2680768"/>
                      <a:gd name="connsiteX18" fmla="*/ 331374 w 707596"/>
                      <a:gd name="connsiteY18" fmla="*/ 82132 h 2680768"/>
                      <a:gd name="connsiteX19" fmla="*/ 155158 w 707596"/>
                      <a:gd name="connsiteY19" fmla="*/ 1166 h 2680768"/>
                      <a:gd name="connsiteX20" fmla="*/ 10698 w 707596"/>
                      <a:gd name="connsiteY20" fmla="*/ 167857 h 2680768"/>
                      <a:gd name="connsiteX21" fmla="*/ 105948 w 707596"/>
                      <a:gd name="connsiteY21" fmla="*/ 399631 h 2680768"/>
                      <a:gd name="connsiteX22" fmla="*/ 23396 w 707596"/>
                      <a:gd name="connsiteY22" fmla="*/ 558379 h 2680768"/>
                      <a:gd name="connsiteX23" fmla="*/ 5522 w 707596"/>
                      <a:gd name="connsiteY23" fmla="*/ 708409 h 2680768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4362 w 707980"/>
                      <a:gd name="connsiteY10" fmla="*/ 1930783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9677 w 707980"/>
                      <a:gd name="connsiteY10" fmla="*/ 1944526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9536 h 2682178"/>
                      <a:gd name="connsiteX1" fmla="*/ 68962 w 707980"/>
                      <a:gd name="connsiteY1" fmla="*/ 1328471 h 2682178"/>
                      <a:gd name="connsiteX2" fmla="*/ 137541 w 707980"/>
                      <a:gd name="connsiteY2" fmla="*/ 1635168 h 2682178"/>
                      <a:gd name="connsiteX3" fmla="*/ 362061 w 707980"/>
                      <a:gd name="connsiteY3" fmla="*/ 1988446 h 2682178"/>
                      <a:gd name="connsiteX4" fmla="*/ 314174 w 707980"/>
                      <a:gd name="connsiteY4" fmla="*/ 2208301 h 2682178"/>
                      <a:gd name="connsiteX5" fmla="*/ 389462 w 707980"/>
                      <a:gd name="connsiteY5" fmla="*/ 2541895 h 2682178"/>
                      <a:gd name="connsiteX6" fmla="*/ 367515 w 707980"/>
                      <a:gd name="connsiteY6" fmla="*/ 2673536 h 2682178"/>
                      <a:gd name="connsiteX7" fmla="*/ 706065 w 707980"/>
                      <a:gd name="connsiteY7" fmla="*/ 2654245 h 2682178"/>
                      <a:gd name="connsiteX8" fmla="*/ 491059 w 707980"/>
                      <a:gd name="connsiteY8" fmla="*/ 2530140 h 2682178"/>
                      <a:gd name="connsiteX9" fmla="*/ 498329 w 707980"/>
                      <a:gd name="connsiteY9" fmla="*/ 2236430 h 2682178"/>
                      <a:gd name="connsiteX10" fmla="*/ 529677 w 707980"/>
                      <a:gd name="connsiteY10" fmla="*/ 1945653 h 2682178"/>
                      <a:gd name="connsiteX11" fmla="*/ 377279 w 707980"/>
                      <a:gd name="connsiteY11" fmla="*/ 1464711 h 2682178"/>
                      <a:gd name="connsiteX12" fmla="*/ 334923 w 707980"/>
                      <a:gd name="connsiteY12" fmla="*/ 1248717 h 2682178"/>
                      <a:gd name="connsiteX13" fmla="*/ 318671 w 707980"/>
                      <a:gd name="connsiteY13" fmla="*/ 1070681 h 2682178"/>
                      <a:gd name="connsiteX14" fmla="*/ 373095 w 707980"/>
                      <a:gd name="connsiteY14" fmla="*/ 795311 h 2682178"/>
                      <a:gd name="connsiteX15" fmla="*/ 251999 w 707980"/>
                      <a:gd name="connsiteY15" fmla="*/ 442034 h 2682178"/>
                      <a:gd name="connsiteX16" fmla="*/ 340899 w 707980"/>
                      <a:gd name="connsiteY16" fmla="*/ 375359 h 2682178"/>
                      <a:gd name="connsiteX17" fmla="*/ 375823 w 707980"/>
                      <a:gd name="connsiteY17" fmla="*/ 257884 h 2682178"/>
                      <a:gd name="connsiteX18" fmla="*/ 331374 w 707980"/>
                      <a:gd name="connsiteY18" fmla="*/ 83259 h 2682178"/>
                      <a:gd name="connsiteX19" fmla="*/ 155158 w 707980"/>
                      <a:gd name="connsiteY19" fmla="*/ 2293 h 2682178"/>
                      <a:gd name="connsiteX20" fmla="*/ 32623 w 707980"/>
                      <a:gd name="connsiteY20" fmla="*/ 168984 h 2682178"/>
                      <a:gd name="connsiteX21" fmla="*/ 105948 w 707980"/>
                      <a:gd name="connsiteY21" fmla="*/ 400758 h 2682178"/>
                      <a:gd name="connsiteX22" fmla="*/ 23396 w 707980"/>
                      <a:gd name="connsiteY22" fmla="*/ 559506 h 2682178"/>
                      <a:gd name="connsiteX23" fmla="*/ 5522 w 707980"/>
                      <a:gd name="connsiteY23" fmla="*/ 709536 h 2682178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6678 w 707980"/>
                      <a:gd name="connsiteY13" fmla="*/ 886090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4685 w 707980"/>
                      <a:gd name="connsiteY13" fmla="*/ 91082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5729 w 707980"/>
                      <a:gd name="connsiteY2" fmla="*/ 1488357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205310 w 707980"/>
                      <a:gd name="connsiteY3" fmla="*/ 1712376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668414 w 707980"/>
                      <a:gd name="connsiteY10" fmla="*/ 2211255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806576"/>
                      <a:gd name="connsiteY0" fmla="*/ 689858 h 2664101"/>
                      <a:gd name="connsiteX1" fmla="*/ 68962 w 806576"/>
                      <a:gd name="connsiteY1" fmla="*/ 1308793 h 2664101"/>
                      <a:gd name="connsiteX2" fmla="*/ 91742 w 806576"/>
                      <a:gd name="connsiteY2" fmla="*/ 1488358 h 2664101"/>
                      <a:gd name="connsiteX3" fmla="*/ 207303 w 806576"/>
                      <a:gd name="connsiteY3" fmla="*/ 1710315 h 2664101"/>
                      <a:gd name="connsiteX4" fmla="*/ 362061 w 806576"/>
                      <a:gd name="connsiteY4" fmla="*/ 1968768 h 2664101"/>
                      <a:gd name="connsiteX5" fmla="*/ 314174 w 806576"/>
                      <a:gd name="connsiteY5" fmla="*/ 2188623 h 2664101"/>
                      <a:gd name="connsiteX6" fmla="*/ 389462 w 806576"/>
                      <a:gd name="connsiteY6" fmla="*/ 2522217 h 2664101"/>
                      <a:gd name="connsiteX7" fmla="*/ 367515 w 806576"/>
                      <a:gd name="connsiteY7" fmla="*/ 2653858 h 2664101"/>
                      <a:gd name="connsiteX8" fmla="*/ 706065 w 806576"/>
                      <a:gd name="connsiteY8" fmla="*/ 2634567 h 2664101"/>
                      <a:gd name="connsiteX9" fmla="*/ 770105 w 806576"/>
                      <a:gd name="connsiteY9" fmla="*/ 2469234 h 2664101"/>
                      <a:gd name="connsiteX10" fmla="*/ 668414 w 806576"/>
                      <a:gd name="connsiteY10" fmla="*/ 2211255 h 2664101"/>
                      <a:gd name="connsiteX11" fmla="*/ 617377 w 806576"/>
                      <a:gd name="connsiteY11" fmla="*/ 1871004 h 2664101"/>
                      <a:gd name="connsiteX12" fmla="*/ 377279 w 806576"/>
                      <a:gd name="connsiteY12" fmla="*/ 1445033 h 2664101"/>
                      <a:gd name="connsiteX13" fmla="*/ 328944 w 806576"/>
                      <a:gd name="connsiteY13" fmla="*/ 1206364 h 2664101"/>
                      <a:gd name="connsiteX14" fmla="*/ 310699 w 806576"/>
                      <a:gd name="connsiteY14" fmla="*/ 939687 h 2664101"/>
                      <a:gd name="connsiteX15" fmla="*/ 373095 w 806576"/>
                      <a:gd name="connsiteY15" fmla="*/ 775633 h 2664101"/>
                      <a:gd name="connsiteX16" fmla="*/ 251999 w 806576"/>
                      <a:gd name="connsiteY16" fmla="*/ 422356 h 2664101"/>
                      <a:gd name="connsiteX17" fmla="*/ 340899 w 806576"/>
                      <a:gd name="connsiteY17" fmla="*/ 355681 h 2664101"/>
                      <a:gd name="connsiteX18" fmla="*/ 375823 w 806576"/>
                      <a:gd name="connsiteY18" fmla="*/ 238206 h 2664101"/>
                      <a:gd name="connsiteX19" fmla="*/ 331374 w 806576"/>
                      <a:gd name="connsiteY19" fmla="*/ 63581 h 2664101"/>
                      <a:gd name="connsiteX20" fmla="*/ 151171 w 806576"/>
                      <a:gd name="connsiteY20" fmla="*/ 3229 h 2664101"/>
                      <a:gd name="connsiteX21" fmla="*/ 32623 w 806576"/>
                      <a:gd name="connsiteY21" fmla="*/ 149306 h 2664101"/>
                      <a:gd name="connsiteX22" fmla="*/ 105948 w 806576"/>
                      <a:gd name="connsiteY22" fmla="*/ 381080 h 2664101"/>
                      <a:gd name="connsiteX23" fmla="*/ 23396 w 806576"/>
                      <a:gd name="connsiteY23" fmla="*/ 539828 h 2664101"/>
                      <a:gd name="connsiteX24" fmla="*/ 5522 w 806576"/>
                      <a:gd name="connsiteY24" fmla="*/ 689858 h 2664101"/>
                      <a:gd name="connsiteX0" fmla="*/ 5522 w 996293"/>
                      <a:gd name="connsiteY0" fmla="*/ 689858 h 2654114"/>
                      <a:gd name="connsiteX1" fmla="*/ 68962 w 996293"/>
                      <a:gd name="connsiteY1" fmla="*/ 1308793 h 2654114"/>
                      <a:gd name="connsiteX2" fmla="*/ 91742 w 996293"/>
                      <a:gd name="connsiteY2" fmla="*/ 1488358 h 2654114"/>
                      <a:gd name="connsiteX3" fmla="*/ 207303 w 996293"/>
                      <a:gd name="connsiteY3" fmla="*/ 1710315 h 2654114"/>
                      <a:gd name="connsiteX4" fmla="*/ 362061 w 996293"/>
                      <a:gd name="connsiteY4" fmla="*/ 1968768 h 2654114"/>
                      <a:gd name="connsiteX5" fmla="*/ 314174 w 996293"/>
                      <a:gd name="connsiteY5" fmla="*/ 2188623 h 2654114"/>
                      <a:gd name="connsiteX6" fmla="*/ 389462 w 996293"/>
                      <a:gd name="connsiteY6" fmla="*/ 2522217 h 2654114"/>
                      <a:gd name="connsiteX7" fmla="*/ 367515 w 996293"/>
                      <a:gd name="connsiteY7" fmla="*/ 2653858 h 2654114"/>
                      <a:gd name="connsiteX8" fmla="*/ 982453 w 996293"/>
                      <a:gd name="connsiteY8" fmla="*/ 2494392 h 2654114"/>
                      <a:gd name="connsiteX9" fmla="*/ 770105 w 996293"/>
                      <a:gd name="connsiteY9" fmla="*/ 2469234 h 2654114"/>
                      <a:gd name="connsiteX10" fmla="*/ 668414 w 996293"/>
                      <a:gd name="connsiteY10" fmla="*/ 2211255 h 2654114"/>
                      <a:gd name="connsiteX11" fmla="*/ 617377 w 996293"/>
                      <a:gd name="connsiteY11" fmla="*/ 1871004 h 2654114"/>
                      <a:gd name="connsiteX12" fmla="*/ 377279 w 996293"/>
                      <a:gd name="connsiteY12" fmla="*/ 1445033 h 2654114"/>
                      <a:gd name="connsiteX13" fmla="*/ 328944 w 996293"/>
                      <a:gd name="connsiteY13" fmla="*/ 1206364 h 2654114"/>
                      <a:gd name="connsiteX14" fmla="*/ 310699 w 996293"/>
                      <a:gd name="connsiteY14" fmla="*/ 939687 h 2654114"/>
                      <a:gd name="connsiteX15" fmla="*/ 373095 w 996293"/>
                      <a:gd name="connsiteY15" fmla="*/ 775633 h 2654114"/>
                      <a:gd name="connsiteX16" fmla="*/ 251999 w 996293"/>
                      <a:gd name="connsiteY16" fmla="*/ 422356 h 2654114"/>
                      <a:gd name="connsiteX17" fmla="*/ 340899 w 996293"/>
                      <a:gd name="connsiteY17" fmla="*/ 355681 h 2654114"/>
                      <a:gd name="connsiteX18" fmla="*/ 375823 w 996293"/>
                      <a:gd name="connsiteY18" fmla="*/ 238206 h 2654114"/>
                      <a:gd name="connsiteX19" fmla="*/ 331374 w 996293"/>
                      <a:gd name="connsiteY19" fmla="*/ 63581 h 2654114"/>
                      <a:gd name="connsiteX20" fmla="*/ 151171 w 996293"/>
                      <a:gd name="connsiteY20" fmla="*/ 3229 h 2654114"/>
                      <a:gd name="connsiteX21" fmla="*/ 32623 w 996293"/>
                      <a:gd name="connsiteY21" fmla="*/ 149306 h 2654114"/>
                      <a:gd name="connsiteX22" fmla="*/ 105948 w 996293"/>
                      <a:gd name="connsiteY22" fmla="*/ 381080 h 2654114"/>
                      <a:gd name="connsiteX23" fmla="*/ 23396 w 996293"/>
                      <a:gd name="connsiteY23" fmla="*/ 539828 h 2654114"/>
                      <a:gd name="connsiteX24" fmla="*/ 5522 w 996293"/>
                      <a:gd name="connsiteY24" fmla="*/ 689858 h 2654114"/>
                      <a:gd name="connsiteX0" fmla="*/ 5522 w 983171"/>
                      <a:gd name="connsiteY0" fmla="*/ 689858 h 2602400"/>
                      <a:gd name="connsiteX1" fmla="*/ 68962 w 983171"/>
                      <a:gd name="connsiteY1" fmla="*/ 1308793 h 2602400"/>
                      <a:gd name="connsiteX2" fmla="*/ 91742 w 983171"/>
                      <a:gd name="connsiteY2" fmla="*/ 1488358 h 2602400"/>
                      <a:gd name="connsiteX3" fmla="*/ 207303 w 983171"/>
                      <a:gd name="connsiteY3" fmla="*/ 1710315 h 2602400"/>
                      <a:gd name="connsiteX4" fmla="*/ 362061 w 983171"/>
                      <a:gd name="connsiteY4" fmla="*/ 1968768 h 2602400"/>
                      <a:gd name="connsiteX5" fmla="*/ 314174 w 983171"/>
                      <a:gd name="connsiteY5" fmla="*/ 2188623 h 2602400"/>
                      <a:gd name="connsiteX6" fmla="*/ 389462 w 983171"/>
                      <a:gd name="connsiteY6" fmla="*/ 2522217 h 2602400"/>
                      <a:gd name="connsiteX7" fmla="*/ 821962 w 983171"/>
                      <a:gd name="connsiteY7" fmla="*/ 2601635 h 2602400"/>
                      <a:gd name="connsiteX8" fmla="*/ 982453 w 983171"/>
                      <a:gd name="connsiteY8" fmla="*/ 2494392 h 2602400"/>
                      <a:gd name="connsiteX9" fmla="*/ 770105 w 983171"/>
                      <a:gd name="connsiteY9" fmla="*/ 2469234 h 2602400"/>
                      <a:gd name="connsiteX10" fmla="*/ 668414 w 983171"/>
                      <a:gd name="connsiteY10" fmla="*/ 2211255 h 2602400"/>
                      <a:gd name="connsiteX11" fmla="*/ 617377 w 983171"/>
                      <a:gd name="connsiteY11" fmla="*/ 1871004 h 2602400"/>
                      <a:gd name="connsiteX12" fmla="*/ 377279 w 983171"/>
                      <a:gd name="connsiteY12" fmla="*/ 1445033 h 2602400"/>
                      <a:gd name="connsiteX13" fmla="*/ 328944 w 983171"/>
                      <a:gd name="connsiteY13" fmla="*/ 1206364 h 2602400"/>
                      <a:gd name="connsiteX14" fmla="*/ 310699 w 983171"/>
                      <a:gd name="connsiteY14" fmla="*/ 939687 h 2602400"/>
                      <a:gd name="connsiteX15" fmla="*/ 373095 w 983171"/>
                      <a:gd name="connsiteY15" fmla="*/ 775633 h 2602400"/>
                      <a:gd name="connsiteX16" fmla="*/ 251999 w 983171"/>
                      <a:gd name="connsiteY16" fmla="*/ 422356 h 2602400"/>
                      <a:gd name="connsiteX17" fmla="*/ 340899 w 983171"/>
                      <a:gd name="connsiteY17" fmla="*/ 355681 h 2602400"/>
                      <a:gd name="connsiteX18" fmla="*/ 375823 w 983171"/>
                      <a:gd name="connsiteY18" fmla="*/ 238206 h 2602400"/>
                      <a:gd name="connsiteX19" fmla="*/ 331374 w 983171"/>
                      <a:gd name="connsiteY19" fmla="*/ 63581 h 2602400"/>
                      <a:gd name="connsiteX20" fmla="*/ 151171 w 983171"/>
                      <a:gd name="connsiteY20" fmla="*/ 3229 h 2602400"/>
                      <a:gd name="connsiteX21" fmla="*/ 32623 w 983171"/>
                      <a:gd name="connsiteY21" fmla="*/ 149306 h 2602400"/>
                      <a:gd name="connsiteX22" fmla="*/ 105948 w 983171"/>
                      <a:gd name="connsiteY22" fmla="*/ 381080 h 2602400"/>
                      <a:gd name="connsiteX23" fmla="*/ 23396 w 983171"/>
                      <a:gd name="connsiteY23" fmla="*/ 539828 h 2602400"/>
                      <a:gd name="connsiteX24" fmla="*/ 5522 w 983171"/>
                      <a:gd name="connsiteY24" fmla="*/ 689858 h 2602400"/>
                      <a:gd name="connsiteX0" fmla="*/ 5522 w 982912"/>
                      <a:gd name="connsiteY0" fmla="*/ 689858 h 2601944"/>
                      <a:gd name="connsiteX1" fmla="*/ 68962 w 982912"/>
                      <a:gd name="connsiteY1" fmla="*/ 1308793 h 2601944"/>
                      <a:gd name="connsiteX2" fmla="*/ 91742 w 982912"/>
                      <a:gd name="connsiteY2" fmla="*/ 1488358 h 2601944"/>
                      <a:gd name="connsiteX3" fmla="*/ 207303 w 982912"/>
                      <a:gd name="connsiteY3" fmla="*/ 1710315 h 2601944"/>
                      <a:gd name="connsiteX4" fmla="*/ 362061 w 982912"/>
                      <a:gd name="connsiteY4" fmla="*/ 1968768 h 2601944"/>
                      <a:gd name="connsiteX5" fmla="*/ 314174 w 982912"/>
                      <a:gd name="connsiteY5" fmla="*/ 2188623 h 2601944"/>
                      <a:gd name="connsiteX6" fmla="*/ 660535 w 982912"/>
                      <a:gd name="connsiteY6" fmla="*/ 2513972 h 2601944"/>
                      <a:gd name="connsiteX7" fmla="*/ 821962 w 982912"/>
                      <a:gd name="connsiteY7" fmla="*/ 2601635 h 2601944"/>
                      <a:gd name="connsiteX8" fmla="*/ 982453 w 982912"/>
                      <a:gd name="connsiteY8" fmla="*/ 2494392 h 2601944"/>
                      <a:gd name="connsiteX9" fmla="*/ 770105 w 982912"/>
                      <a:gd name="connsiteY9" fmla="*/ 2469234 h 2601944"/>
                      <a:gd name="connsiteX10" fmla="*/ 668414 w 982912"/>
                      <a:gd name="connsiteY10" fmla="*/ 2211255 h 2601944"/>
                      <a:gd name="connsiteX11" fmla="*/ 617377 w 982912"/>
                      <a:gd name="connsiteY11" fmla="*/ 1871004 h 2601944"/>
                      <a:gd name="connsiteX12" fmla="*/ 377279 w 982912"/>
                      <a:gd name="connsiteY12" fmla="*/ 1445033 h 2601944"/>
                      <a:gd name="connsiteX13" fmla="*/ 328944 w 982912"/>
                      <a:gd name="connsiteY13" fmla="*/ 1206364 h 2601944"/>
                      <a:gd name="connsiteX14" fmla="*/ 310699 w 982912"/>
                      <a:gd name="connsiteY14" fmla="*/ 939687 h 2601944"/>
                      <a:gd name="connsiteX15" fmla="*/ 373095 w 982912"/>
                      <a:gd name="connsiteY15" fmla="*/ 775633 h 2601944"/>
                      <a:gd name="connsiteX16" fmla="*/ 251999 w 982912"/>
                      <a:gd name="connsiteY16" fmla="*/ 422356 h 2601944"/>
                      <a:gd name="connsiteX17" fmla="*/ 340899 w 982912"/>
                      <a:gd name="connsiteY17" fmla="*/ 355681 h 2601944"/>
                      <a:gd name="connsiteX18" fmla="*/ 375823 w 982912"/>
                      <a:gd name="connsiteY18" fmla="*/ 238206 h 2601944"/>
                      <a:gd name="connsiteX19" fmla="*/ 331374 w 982912"/>
                      <a:gd name="connsiteY19" fmla="*/ 63581 h 2601944"/>
                      <a:gd name="connsiteX20" fmla="*/ 151171 w 982912"/>
                      <a:gd name="connsiteY20" fmla="*/ 3229 h 2601944"/>
                      <a:gd name="connsiteX21" fmla="*/ 32623 w 982912"/>
                      <a:gd name="connsiteY21" fmla="*/ 149306 h 2601944"/>
                      <a:gd name="connsiteX22" fmla="*/ 105948 w 982912"/>
                      <a:gd name="connsiteY22" fmla="*/ 381080 h 2601944"/>
                      <a:gd name="connsiteX23" fmla="*/ 23396 w 982912"/>
                      <a:gd name="connsiteY23" fmla="*/ 539828 h 2601944"/>
                      <a:gd name="connsiteX24" fmla="*/ 5522 w 982912"/>
                      <a:gd name="connsiteY24" fmla="*/ 689858 h 2601944"/>
                      <a:gd name="connsiteX0" fmla="*/ 5522 w 983056"/>
                      <a:gd name="connsiteY0" fmla="*/ 689858 h 2637511"/>
                      <a:gd name="connsiteX1" fmla="*/ 68962 w 983056"/>
                      <a:gd name="connsiteY1" fmla="*/ 1308793 h 2637511"/>
                      <a:gd name="connsiteX2" fmla="*/ 91742 w 983056"/>
                      <a:gd name="connsiteY2" fmla="*/ 1488358 h 2637511"/>
                      <a:gd name="connsiteX3" fmla="*/ 207303 w 983056"/>
                      <a:gd name="connsiteY3" fmla="*/ 1710315 h 2637511"/>
                      <a:gd name="connsiteX4" fmla="*/ 362061 w 983056"/>
                      <a:gd name="connsiteY4" fmla="*/ 1968768 h 2637511"/>
                      <a:gd name="connsiteX5" fmla="*/ 314174 w 983056"/>
                      <a:gd name="connsiteY5" fmla="*/ 2188623 h 2637511"/>
                      <a:gd name="connsiteX6" fmla="*/ 660535 w 983056"/>
                      <a:gd name="connsiteY6" fmla="*/ 2513972 h 2637511"/>
                      <a:gd name="connsiteX7" fmla="*/ 705028 w 983056"/>
                      <a:gd name="connsiteY7" fmla="*/ 2637366 h 2637511"/>
                      <a:gd name="connsiteX8" fmla="*/ 982453 w 983056"/>
                      <a:gd name="connsiteY8" fmla="*/ 2494392 h 2637511"/>
                      <a:gd name="connsiteX9" fmla="*/ 770105 w 983056"/>
                      <a:gd name="connsiteY9" fmla="*/ 2469234 h 2637511"/>
                      <a:gd name="connsiteX10" fmla="*/ 668414 w 983056"/>
                      <a:gd name="connsiteY10" fmla="*/ 2211255 h 2637511"/>
                      <a:gd name="connsiteX11" fmla="*/ 617377 w 983056"/>
                      <a:gd name="connsiteY11" fmla="*/ 1871004 h 2637511"/>
                      <a:gd name="connsiteX12" fmla="*/ 377279 w 983056"/>
                      <a:gd name="connsiteY12" fmla="*/ 1445033 h 2637511"/>
                      <a:gd name="connsiteX13" fmla="*/ 328944 w 983056"/>
                      <a:gd name="connsiteY13" fmla="*/ 1206364 h 2637511"/>
                      <a:gd name="connsiteX14" fmla="*/ 310699 w 983056"/>
                      <a:gd name="connsiteY14" fmla="*/ 939687 h 2637511"/>
                      <a:gd name="connsiteX15" fmla="*/ 373095 w 983056"/>
                      <a:gd name="connsiteY15" fmla="*/ 775633 h 2637511"/>
                      <a:gd name="connsiteX16" fmla="*/ 251999 w 983056"/>
                      <a:gd name="connsiteY16" fmla="*/ 422356 h 2637511"/>
                      <a:gd name="connsiteX17" fmla="*/ 340899 w 983056"/>
                      <a:gd name="connsiteY17" fmla="*/ 355681 h 2637511"/>
                      <a:gd name="connsiteX18" fmla="*/ 375823 w 983056"/>
                      <a:gd name="connsiteY18" fmla="*/ 238206 h 2637511"/>
                      <a:gd name="connsiteX19" fmla="*/ 331374 w 983056"/>
                      <a:gd name="connsiteY19" fmla="*/ 63581 h 2637511"/>
                      <a:gd name="connsiteX20" fmla="*/ 151171 w 983056"/>
                      <a:gd name="connsiteY20" fmla="*/ 3229 h 2637511"/>
                      <a:gd name="connsiteX21" fmla="*/ 32623 w 983056"/>
                      <a:gd name="connsiteY21" fmla="*/ 149306 h 2637511"/>
                      <a:gd name="connsiteX22" fmla="*/ 105948 w 983056"/>
                      <a:gd name="connsiteY22" fmla="*/ 381080 h 2637511"/>
                      <a:gd name="connsiteX23" fmla="*/ 23396 w 983056"/>
                      <a:gd name="connsiteY23" fmla="*/ 539828 h 2637511"/>
                      <a:gd name="connsiteX24" fmla="*/ 5522 w 983056"/>
                      <a:gd name="connsiteY24" fmla="*/ 689858 h 2637511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362061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447103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22741 w 1000275"/>
                      <a:gd name="connsiteY0" fmla="*/ 689858 h 2637483"/>
                      <a:gd name="connsiteX1" fmla="*/ 86181 w 1000275"/>
                      <a:gd name="connsiteY1" fmla="*/ 1308793 h 2637483"/>
                      <a:gd name="connsiteX2" fmla="*/ 0 w 1000275"/>
                      <a:gd name="connsiteY2" fmla="*/ 1444382 h 2637483"/>
                      <a:gd name="connsiteX3" fmla="*/ 224522 w 1000275"/>
                      <a:gd name="connsiteY3" fmla="*/ 1710315 h 2637483"/>
                      <a:gd name="connsiteX4" fmla="*/ 464322 w 1000275"/>
                      <a:gd name="connsiteY4" fmla="*/ 1968768 h 2637483"/>
                      <a:gd name="connsiteX5" fmla="*/ 528055 w 1000275"/>
                      <a:gd name="connsiteY5" fmla="*/ 2268331 h 2637483"/>
                      <a:gd name="connsiteX6" fmla="*/ 677754 w 1000275"/>
                      <a:gd name="connsiteY6" fmla="*/ 2513972 h 2637483"/>
                      <a:gd name="connsiteX7" fmla="*/ 722247 w 1000275"/>
                      <a:gd name="connsiteY7" fmla="*/ 2637366 h 2637483"/>
                      <a:gd name="connsiteX8" fmla="*/ 999672 w 1000275"/>
                      <a:gd name="connsiteY8" fmla="*/ 2494392 h 2637483"/>
                      <a:gd name="connsiteX9" fmla="*/ 787324 w 1000275"/>
                      <a:gd name="connsiteY9" fmla="*/ 2469234 h 2637483"/>
                      <a:gd name="connsiteX10" fmla="*/ 685633 w 1000275"/>
                      <a:gd name="connsiteY10" fmla="*/ 2211255 h 2637483"/>
                      <a:gd name="connsiteX11" fmla="*/ 634596 w 1000275"/>
                      <a:gd name="connsiteY11" fmla="*/ 1871004 h 2637483"/>
                      <a:gd name="connsiteX12" fmla="*/ 394498 w 1000275"/>
                      <a:gd name="connsiteY12" fmla="*/ 1445033 h 2637483"/>
                      <a:gd name="connsiteX13" fmla="*/ 346163 w 1000275"/>
                      <a:gd name="connsiteY13" fmla="*/ 1206364 h 2637483"/>
                      <a:gd name="connsiteX14" fmla="*/ 327918 w 1000275"/>
                      <a:gd name="connsiteY14" fmla="*/ 939687 h 2637483"/>
                      <a:gd name="connsiteX15" fmla="*/ 390314 w 1000275"/>
                      <a:gd name="connsiteY15" fmla="*/ 775633 h 2637483"/>
                      <a:gd name="connsiteX16" fmla="*/ 269218 w 1000275"/>
                      <a:gd name="connsiteY16" fmla="*/ 422356 h 2637483"/>
                      <a:gd name="connsiteX17" fmla="*/ 358118 w 1000275"/>
                      <a:gd name="connsiteY17" fmla="*/ 355681 h 2637483"/>
                      <a:gd name="connsiteX18" fmla="*/ 393042 w 1000275"/>
                      <a:gd name="connsiteY18" fmla="*/ 238206 h 2637483"/>
                      <a:gd name="connsiteX19" fmla="*/ 348593 w 1000275"/>
                      <a:gd name="connsiteY19" fmla="*/ 63581 h 2637483"/>
                      <a:gd name="connsiteX20" fmla="*/ 168390 w 1000275"/>
                      <a:gd name="connsiteY20" fmla="*/ 3229 h 2637483"/>
                      <a:gd name="connsiteX21" fmla="*/ 49842 w 1000275"/>
                      <a:gd name="connsiteY21" fmla="*/ 149306 h 2637483"/>
                      <a:gd name="connsiteX22" fmla="*/ 123167 w 1000275"/>
                      <a:gd name="connsiteY22" fmla="*/ 381080 h 2637483"/>
                      <a:gd name="connsiteX23" fmla="*/ 40615 w 1000275"/>
                      <a:gd name="connsiteY23" fmla="*/ 539828 h 2637483"/>
                      <a:gd name="connsiteX24" fmla="*/ 22741 w 1000275"/>
                      <a:gd name="connsiteY24" fmla="*/ 689858 h 2637483"/>
                      <a:gd name="connsiteX0" fmla="*/ 30887 w 1008421"/>
                      <a:gd name="connsiteY0" fmla="*/ 689858 h 2637483"/>
                      <a:gd name="connsiteX1" fmla="*/ 6627 w 1008421"/>
                      <a:gd name="connsiteY1" fmla="*/ 1256570 h 2637483"/>
                      <a:gd name="connsiteX2" fmla="*/ 8146 w 1008421"/>
                      <a:gd name="connsiteY2" fmla="*/ 1444382 h 2637483"/>
                      <a:gd name="connsiteX3" fmla="*/ 232668 w 1008421"/>
                      <a:gd name="connsiteY3" fmla="*/ 1710315 h 2637483"/>
                      <a:gd name="connsiteX4" fmla="*/ 472468 w 1008421"/>
                      <a:gd name="connsiteY4" fmla="*/ 1968768 h 2637483"/>
                      <a:gd name="connsiteX5" fmla="*/ 536201 w 1008421"/>
                      <a:gd name="connsiteY5" fmla="*/ 2268331 h 2637483"/>
                      <a:gd name="connsiteX6" fmla="*/ 685900 w 1008421"/>
                      <a:gd name="connsiteY6" fmla="*/ 2513972 h 2637483"/>
                      <a:gd name="connsiteX7" fmla="*/ 730393 w 1008421"/>
                      <a:gd name="connsiteY7" fmla="*/ 2637366 h 2637483"/>
                      <a:gd name="connsiteX8" fmla="*/ 1007818 w 1008421"/>
                      <a:gd name="connsiteY8" fmla="*/ 2494392 h 2637483"/>
                      <a:gd name="connsiteX9" fmla="*/ 795470 w 1008421"/>
                      <a:gd name="connsiteY9" fmla="*/ 2469234 h 2637483"/>
                      <a:gd name="connsiteX10" fmla="*/ 693779 w 1008421"/>
                      <a:gd name="connsiteY10" fmla="*/ 2211255 h 2637483"/>
                      <a:gd name="connsiteX11" fmla="*/ 642742 w 1008421"/>
                      <a:gd name="connsiteY11" fmla="*/ 1871004 h 2637483"/>
                      <a:gd name="connsiteX12" fmla="*/ 402644 w 1008421"/>
                      <a:gd name="connsiteY12" fmla="*/ 1445033 h 2637483"/>
                      <a:gd name="connsiteX13" fmla="*/ 354309 w 1008421"/>
                      <a:gd name="connsiteY13" fmla="*/ 1206364 h 2637483"/>
                      <a:gd name="connsiteX14" fmla="*/ 336064 w 1008421"/>
                      <a:gd name="connsiteY14" fmla="*/ 939687 h 2637483"/>
                      <a:gd name="connsiteX15" fmla="*/ 398460 w 1008421"/>
                      <a:gd name="connsiteY15" fmla="*/ 775633 h 2637483"/>
                      <a:gd name="connsiteX16" fmla="*/ 277364 w 1008421"/>
                      <a:gd name="connsiteY16" fmla="*/ 422356 h 2637483"/>
                      <a:gd name="connsiteX17" fmla="*/ 366264 w 1008421"/>
                      <a:gd name="connsiteY17" fmla="*/ 355681 h 2637483"/>
                      <a:gd name="connsiteX18" fmla="*/ 401188 w 1008421"/>
                      <a:gd name="connsiteY18" fmla="*/ 238206 h 2637483"/>
                      <a:gd name="connsiteX19" fmla="*/ 356739 w 1008421"/>
                      <a:gd name="connsiteY19" fmla="*/ 63581 h 2637483"/>
                      <a:gd name="connsiteX20" fmla="*/ 176536 w 1008421"/>
                      <a:gd name="connsiteY20" fmla="*/ 3229 h 2637483"/>
                      <a:gd name="connsiteX21" fmla="*/ 57988 w 1008421"/>
                      <a:gd name="connsiteY21" fmla="*/ 149306 h 2637483"/>
                      <a:gd name="connsiteX22" fmla="*/ 131313 w 1008421"/>
                      <a:gd name="connsiteY22" fmla="*/ 381080 h 2637483"/>
                      <a:gd name="connsiteX23" fmla="*/ 48761 w 1008421"/>
                      <a:gd name="connsiteY23" fmla="*/ 539828 h 2637483"/>
                      <a:gd name="connsiteX24" fmla="*/ 30887 w 1008421"/>
                      <a:gd name="connsiteY24" fmla="*/ 689858 h 2637483"/>
                      <a:gd name="connsiteX0" fmla="*/ 33167 w 1010701"/>
                      <a:gd name="connsiteY0" fmla="*/ 689858 h 2637483"/>
                      <a:gd name="connsiteX1" fmla="*/ 923 w 1010701"/>
                      <a:gd name="connsiteY1" fmla="*/ 1032556 h 2637483"/>
                      <a:gd name="connsiteX2" fmla="*/ 8907 w 1010701"/>
                      <a:gd name="connsiteY2" fmla="*/ 1256570 h 2637483"/>
                      <a:gd name="connsiteX3" fmla="*/ 10426 w 1010701"/>
                      <a:gd name="connsiteY3" fmla="*/ 1444382 h 2637483"/>
                      <a:gd name="connsiteX4" fmla="*/ 234948 w 1010701"/>
                      <a:gd name="connsiteY4" fmla="*/ 1710315 h 2637483"/>
                      <a:gd name="connsiteX5" fmla="*/ 474748 w 1010701"/>
                      <a:gd name="connsiteY5" fmla="*/ 1968768 h 2637483"/>
                      <a:gd name="connsiteX6" fmla="*/ 538481 w 1010701"/>
                      <a:gd name="connsiteY6" fmla="*/ 2268331 h 2637483"/>
                      <a:gd name="connsiteX7" fmla="*/ 688180 w 1010701"/>
                      <a:gd name="connsiteY7" fmla="*/ 2513972 h 2637483"/>
                      <a:gd name="connsiteX8" fmla="*/ 732673 w 1010701"/>
                      <a:gd name="connsiteY8" fmla="*/ 2637366 h 2637483"/>
                      <a:gd name="connsiteX9" fmla="*/ 1010098 w 1010701"/>
                      <a:gd name="connsiteY9" fmla="*/ 2494392 h 2637483"/>
                      <a:gd name="connsiteX10" fmla="*/ 797750 w 1010701"/>
                      <a:gd name="connsiteY10" fmla="*/ 2469234 h 2637483"/>
                      <a:gd name="connsiteX11" fmla="*/ 696059 w 1010701"/>
                      <a:gd name="connsiteY11" fmla="*/ 2211255 h 2637483"/>
                      <a:gd name="connsiteX12" fmla="*/ 645022 w 1010701"/>
                      <a:gd name="connsiteY12" fmla="*/ 1871004 h 2637483"/>
                      <a:gd name="connsiteX13" fmla="*/ 404924 w 1010701"/>
                      <a:gd name="connsiteY13" fmla="*/ 1445033 h 2637483"/>
                      <a:gd name="connsiteX14" fmla="*/ 356589 w 1010701"/>
                      <a:gd name="connsiteY14" fmla="*/ 1206364 h 2637483"/>
                      <a:gd name="connsiteX15" fmla="*/ 338344 w 1010701"/>
                      <a:gd name="connsiteY15" fmla="*/ 939687 h 2637483"/>
                      <a:gd name="connsiteX16" fmla="*/ 400740 w 1010701"/>
                      <a:gd name="connsiteY16" fmla="*/ 775633 h 2637483"/>
                      <a:gd name="connsiteX17" fmla="*/ 279644 w 1010701"/>
                      <a:gd name="connsiteY17" fmla="*/ 422356 h 2637483"/>
                      <a:gd name="connsiteX18" fmla="*/ 368544 w 1010701"/>
                      <a:gd name="connsiteY18" fmla="*/ 355681 h 2637483"/>
                      <a:gd name="connsiteX19" fmla="*/ 403468 w 1010701"/>
                      <a:gd name="connsiteY19" fmla="*/ 238206 h 2637483"/>
                      <a:gd name="connsiteX20" fmla="*/ 359019 w 1010701"/>
                      <a:gd name="connsiteY20" fmla="*/ 63581 h 2637483"/>
                      <a:gd name="connsiteX21" fmla="*/ 178816 w 1010701"/>
                      <a:gd name="connsiteY21" fmla="*/ 3229 h 2637483"/>
                      <a:gd name="connsiteX22" fmla="*/ 60268 w 1010701"/>
                      <a:gd name="connsiteY22" fmla="*/ 149306 h 2637483"/>
                      <a:gd name="connsiteX23" fmla="*/ 133593 w 1010701"/>
                      <a:gd name="connsiteY23" fmla="*/ 381080 h 2637483"/>
                      <a:gd name="connsiteX24" fmla="*/ 51041 w 1010701"/>
                      <a:gd name="connsiteY24" fmla="*/ 539828 h 2637483"/>
                      <a:gd name="connsiteX25" fmla="*/ 33167 w 1010701"/>
                      <a:gd name="connsiteY25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0 w 1009778"/>
                      <a:gd name="connsiteY2" fmla="*/ 1032556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47836 w 1009778"/>
                      <a:gd name="connsiteY2" fmla="*/ 1040801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31923 w 1001837"/>
                      <a:gd name="connsiteY1" fmla="*/ 963842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509"/>
                      <a:gd name="connsiteX1" fmla="*/ 13320 w 1001826"/>
                      <a:gd name="connsiteY1" fmla="*/ 873140 h 2637509"/>
                      <a:gd name="connsiteX2" fmla="*/ 39895 w 1001826"/>
                      <a:gd name="connsiteY2" fmla="*/ 1040801 h 2637509"/>
                      <a:gd name="connsiteX3" fmla="*/ 43 w 1001826"/>
                      <a:gd name="connsiteY3" fmla="*/ 1256570 h 2637509"/>
                      <a:gd name="connsiteX4" fmla="*/ 1562 w 1001826"/>
                      <a:gd name="connsiteY4" fmla="*/ 1444382 h 2637509"/>
                      <a:gd name="connsiteX5" fmla="*/ 226084 w 1001826"/>
                      <a:gd name="connsiteY5" fmla="*/ 1710315 h 2637509"/>
                      <a:gd name="connsiteX6" fmla="*/ 465884 w 1001826"/>
                      <a:gd name="connsiteY6" fmla="*/ 1968768 h 2637509"/>
                      <a:gd name="connsiteX7" fmla="*/ 481780 w 1001826"/>
                      <a:gd name="connsiteY7" fmla="*/ 2194120 h 2637509"/>
                      <a:gd name="connsiteX8" fmla="*/ 679316 w 1001826"/>
                      <a:gd name="connsiteY8" fmla="*/ 2513972 h 2637509"/>
                      <a:gd name="connsiteX9" fmla="*/ 723809 w 1001826"/>
                      <a:gd name="connsiteY9" fmla="*/ 2637366 h 2637509"/>
                      <a:gd name="connsiteX10" fmla="*/ 1001234 w 1001826"/>
                      <a:gd name="connsiteY10" fmla="*/ 2494392 h 2637509"/>
                      <a:gd name="connsiteX11" fmla="*/ 788886 w 1001826"/>
                      <a:gd name="connsiteY11" fmla="*/ 2469234 h 2637509"/>
                      <a:gd name="connsiteX12" fmla="*/ 692510 w 1001826"/>
                      <a:gd name="connsiteY12" fmla="*/ 2178273 h 2637509"/>
                      <a:gd name="connsiteX13" fmla="*/ 636158 w 1001826"/>
                      <a:gd name="connsiteY13" fmla="*/ 1871004 h 2637509"/>
                      <a:gd name="connsiteX14" fmla="*/ 396060 w 1001826"/>
                      <a:gd name="connsiteY14" fmla="*/ 1445033 h 2637509"/>
                      <a:gd name="connsiteX15" fmla="*/ 347725 w 1001826"/>
                      <a:gd name="connsiteY15" fmla="*/ 1206364 h 2637509"/>
                      <a:gd name="connsiteX16" fmla="*/ 329480 w 1001826"/>
                      <a:gd name="connsiteY16" fmla="*/ 939687 h 2637509"/>
                      <a:gd name="connsiteX17" fmla="*/ 391876 w 1001826"/>
                      <a:gd name="connsiteY17" fmla="*/ 775633 h 2637509"/>
                      <a:gd name="connsiteX18" fmla="*/ 262807 w 1001826"/>
                      <a:gd name="connsiteY18" fmla="*/ 466333 h 2637509"/>
                      <a:gd name="connsiteX19" fmla="*/ 359680 w 1001826"/>
                      <a:gd name="connsiteY19" fmla="*/ 355681 h 2637509"/>
                      <a:gd name="connsiteX20" fmla="*/ 394604 w 1001826"/>
                      <a:gd name="connsiteY20" fmla="*/ 238206 h 2637509"/>
                      <a:gd name="connsiteX21" fmla="*/ 350155 w 1001826"/>
                      <a:gd name="connsiteY21" fmla="*/ 63581 h 2637509"/>
                      <a:gd name="connsiteX22" fmla="*/ 169952 w 1001826"/>
                      <a:gd name="connsiteY22" fmla="*/ 3229 h 2637509"/>
                      <a:gd name="connsiteX23" fmla="*/ 51404 w 1001826"/>
                      <a:gd name="connsiteY23" fmla="*/ 149306 h 2637509"/>
                      <a:gd name="connsiteX24" fmla="*/ 124729 w 1001826"/>
                      <a:gd name="connsiteY24" fmla="*/ 381080 h 2637509"/>
                      <a:gd name="connsiteX25" fmla="*/ 42177 w 1001826"/>
                      <a:gd name="connsiteY25" fmla="*/ 539828 h 2637509"/>
                      <a:gd name="connsiteX26" fmla="*/ 24303 w 1001826"/>
                      <a:gd name="connsiteY26" fmla="*/ 689858 h 2637509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30714 w 1008237"/>
                      <a:gd name="connsiteY0" fmla="*/ 689858 h 2637500"/>
                      <a:gd name="connsiteX1" fmla="*/ 19731 w 1008237"/>
                      <a:gd name="connsiteY1" fmla="*/ 873140 h 2637500"/>
                      <a:gd name="connsiteX2" fmla="*/ 46306 w 1008237"/>
                      <a:gd name="connsiteY2" fmla="*/ 1040801 h 2637500"/>
                      <a:gd name="connsiteX3" fmla="*/ 6454 w 1008237"/>
                      <a:gd name="connsiteY3" fmla="*/ 1256570 h 2637500"/>
                      <a:gd name="connsiteX4" fmla="*/ 0 w 1008237"/>
                      <a:gd name="connsiteY4" fmla="*/ 1433388 h 2637500"/>
                      <a:gd name="connsiteX5" fmla="*/ 232495 w 1008237"/>
                      <a:gd name="connsiteY5" fmla="*/ 1710315 h 2637500"/>
                      <a:gd name="connsiteX6" fmla="*/ 472295 w 1008237"/>
                      <a:gd name="connsiteY6" fmla="*/ 1968768 h 2637500"/>
                      <a:gd name="connsiteX7" fmla="*/ 506794 w 1008237"/>
                      <a:gd name="connsiteY7" fmla="*/ 2216108 h 2637500"/>
                      <a:gd name="connsiteX8" fmla="*/ 685727 w 1008237"/>
                      <a:gd name="connsiteY8" fmla="*/ 2513972 h 2637500"/>
                      <a:gd name="connsiteX9" fmla="*/ 730220 w 1008237"/>
                      <a:gd name="connsiteY9" fmla="*/ 2637366 h 2637500"/>
                      <a:gd name="connsiteX10" fmla="*/ 1007645 w 1008237"/>
                      <a:gd name="connsiteY10" fmla="*/ 2494392 h 2637500"/>
                      <a:gd name="connsiteX11" fmla="*/ 795297 w 1008237"/>
                      <a:gd name="connsiteY11" fmla="*/ 2469234 h 2637500"/>
                      <a:gd name="connsiteX12" fmla="*/ 698921 w 1008237"/>
                      <a:gd name="connsiteY12" fmla="*/ 2178273 h 2637500"/>
                      <a:gd name="connsiteX13" fmla="*/ 642569 w 1008237"/>
                      <a:gd name="connsiteY13" fmla="*/ 1871004 h 2637500"/>
                      <a:gd name="connsiteX14" fmla="*/ 402471 w 1008237"/>
                      <a:gd name="connsiteY14" fmla="*/ 1445033 h 2637500"/>
                      <a:gd name="connsiteX15" fmla="*/ 354136 w 1008237"/>
                      <a:gd name="connsiteY15" fmla="*/ 1206364 h 2637500"/>
                      <a:gd name="connsiteX16" fmla="*/ 335891 w 1008237"/>
                      <a:gd name="connsiteY16" fmla="*/ 939687 h 2637500"/>
                      <a:gd name="connsiteX17" fmla="*/ 398287 w 1008237"/>
                      <a:gd name="connsiteY17" fmla="*/ 775633 h 2637500"/>
                      <a:gd name="connsiteX18" fmla="*/ 269218 w 1008237"/>
                      <a:gd name="connsiteY18" fmla="*/ 466333 h 2637500"/>
                      <a:gd name="connsiteX19" fmla="*/ 366091 w 1008237"/>
                      <a:gd name="connsiteY19" fmla="*/ 355681 h 2637500"/>
                      <a:gd name="connsiteX20" fmla="*/ 401015 w 1008237"/>
                      <a:gd name="connsiteY20" fmla="*/ 238206 h 2637500"/>
                      <a:gd name="connsiteX21" fmla="*/ 356566 w 1008237"/>
                      <a:gd name="connsiteY21" fmla="*/ 63581 h 2637500"/>
                      <a:gd name="connsiteX22" fmla="*/ 176363 w 1008237"/>
                      <a:gd name="connsiteY22" fmla="*/ 3229 h 2637500"/>
                      <a:gd name="connsiteX23" fmla="*/ 57815 w 1008237"/>
                      <a:gd name="connsiteY23" fmla="*/ 149306 h 2637500"/>
                      <a:gd name="connsiteX24" fmla="*/ 131140 w 1008237"/>
                      <a:gd name="connsiteY24" fmla="*/ 381080 h 2637500"/>
                      <a:gd name="connsiteX25" fmla="*/ 48588 w 1008237"/>
                      <a:gd name="connsiteY25" fmla="*/ 539828 h 2637500"/>
                      <a:gd name="connsiteX26" fmla="*/ 30714 w 1008237"/>
                      <a:gd name="connsiteY26" fmla="*/ 689858 h 2637500"/>
                      <a:gd name="connsiteX0" fmla="*/ 48205 w 1025728"/>
                      <a:gd name="connsiteY0" fmla="*/ 689858 h 2637500"/>
                      <a:gd name="connsiteX1" fmla="*/ 37222 w 1025728"/>
                      <a:gd name="connsiteY1" fmla="*/ 873140 h 2637500"/>
                      <a:gd name="connsiteX2" fmla="*/ 63797 w 1025728"/>
                      <a:gd name="connsiteY2" fmla="*/ 1040801 h 2637500"/>
                      <a:gd name="connsiteX3" fmla="*/ 27 w 1025728"/>
                      <a:gd name="connsiteY3" fmla="*/ 1267564 h 2637500"/>
                      <a:gd name="connsiteX4" fmla="*/ 17491 w 1025728"/>
                      <a:gd name="connsiteY4" fmla="*/ 1433388 h 2637500"/>
                      <a:gd name="connsiteX5" fmla="*/ 249986 w 1025728"/>
                      <a:gd name="connsiteY5" fmla="*/ 1710315 h 2637500"/>
                      <a:gd name="connsiteX6" fmla="*/ 489786 w 1025728"/>
                      <a:gd name="connsiteY6" fmla="*/ 1968768 h 2637500"/>
                      <a:gd name="connsiteX7" fmla="*/ 524285 w 1025728"/>
                      <a:gd name="connsiteY7" fmla="*/ 2216108 h 2637500"/>
                      <a:gd name="connsiteX8" fmla="*/ 703218 w 1025728"/>
                      <a:gd name="connsiteY8" fmla="*/ 2513972 h 2637500"/>
                      <a:gd name="connsiteX9" fmla="*/ 747711 w 1025728"/>
                      <a:gd name="connsiteY9" fmla="*/ 2637366 h 2637500"/>
                      <a:gd name="connsiteX10" fmla="*/ 1025136 w 1025728"/>
                      <a:gd name="connsiteY10" fmla="*/ 2494392 h 2637500"/>
                      <a:gd name="connsiteX11" fmla="*/ 812788 w 1025728"/>
                      <a:gd name="connsiteY11" fmla="*/ 2469234 h 2637500"/>
                      <a:gd name="connsiteX12" fmla="*/ 716412 w 1025728"/>
                      <a:gd name="connsiteY12" fmla="*/ 2178273 h 2637500"/>
                      <a:gd name="connsiteX13" fmla="*/ 660060 w 1025728"/>
                      <a:gd name="connsiteY13" fmla="*/ 1871004 h 2637500"/>
                      <a:gd name="connsiteX14" fmla="*/ 419962 w 1025728"/>
                      <a:gd name="connsiteY14" fmla="*/ 1445033 h 2637500"/>
                      <a:gd name="connsiteX15" fmla="*/ 371627 w 1025728"/>
                      <a:gd name="connsiteY15" fmla="*/ 1206364 h 2637500"/>
                      <a:gd name="connsiteX16" fmla="*/ 353382 w 1025728"/>
                      <a:gd name="connsiteY16" fmla="*/ 939687 h 2637500"/>
                      <a:gd name="connsiteX17" fmla="*/ 415778 w 1025728"/>
                      <a:gd name="connsiteY17" fmla="*/ 775633 h 2637500"/>
                      <a:gd name="connsiteX18" fmla="*/ 286709 w 1025728"/>
                      <a:gd name="connsiteY18" fmla="*/ 466333 h 2637500"/>
                      <a:gd name="connsiteX19" fmla="*/ 383582 w 1025728"/>
                      <a:gd name="connsiteY19" fmla="*/ 355681 h 2637500"/>
                      <a:gd name="connsiteX20" fmla="*/ 418506 w 1025728"/>
                      <a:gd name="connsiteY20" fmla="*/ 238206 h 2637500"/>
                      <a:gd name="connsiteX21" fmla="*/ 374057 w 1025728"/>
                      <a:gd name="connsiteY21" fmla="*/ 63581 h 2637500"/>
                      <a:gd name="connsiteX22" fmla="*/ 193854 w 1025728"/>
                      <a:gd name="connsiteY22" fmla="*/ 3229 h 2637500"/>
                      <a:gd name="connsiteX23" fmla="*/ 75306 w 1025728"/>
                      <a:gd name="connsiteY23" fmla="*/ 149306 h 2637500"/>
                      <a:gd name="connsiteX24" fmla="*/ 148631 w 1025728"/>
                      <a:gd name="connsiteY24" fmla="*/ 381080 h 2637500"/>
                      <a:gd name="connsiteX25" fmla="*/ 66079 w 1025728"/>
                      <a:gd name="connsiteY25" fmla="*/ 539828 h 2637500"/>
                      <a:gd name="connsiteX26" fmla="*/ 48205 w 1025728"/>
                      <a:gd name="connsiteY26" fmla="*/ 689858 h 2637500"/>
                      <a:gd name="connsiteX0" fmla="*/ 48178 w 1025701"/>
                      <a:gd name="connsiteY0" fmla="*/ 689858 h 2637500"/>
                      <a:gd name="connsiteX1" fmla="*/ 37195 w 1025701"/>
                      <a:gd name="connsiteY1" fmla="*/ 873140 h 2637500"/>
                      <a:gd name="connsiteX2" fmla="*/ 63770 w 1025701"/>
                      <a:gd name="connsiteY2" fmla="*/ 1040801 h 2637500"/>
                      <a:gd name="connsiteX3" fmla="*/ 0 w 1025701"/>
                      <a:gd name="connsiteY3" fmla="*/ 1267564 h 2637500"/>
                      <a:gd name="connsiteX4" fmla="*/ 17464 w 1025701"/>
                      <a:gd name="connsiteY4" fmla="*/ 1433388 h 2637500"/>
                      <a:gd name="connsiteX5" fmla="*/ 249959 w 1025701"/>
                      <a:gd name="connsiteY5" fmla="*/ 1710315 h 2637500"/>
                      <a:gd name="connsiteX6" fmla="*/ 489759 w 1025701"/>
                      <a:gd name="connsiteY6" fmla="*/ 1968768 h 2637500"/>
                      <a:gd name="connsiteX7" fmla="*/ 524258 w 1025701"/>
                      <a:gd name="connsiteY7" fmla="*/ 2216108 h 2637500"/>
                      <a:gd name="connsiteX8" fmla="*/ 703191 w 1025701"/>
                      <a:gd name="connsiteY8" fmla="*/ 2513972 h 2637500"/>
                      <a:gd name="connsiteX9" fmla="*/ 747684 w 1025701"/>
                      <a:gd name="connsiteY9" fmla="*/ 2637366 h 2637500"/>
                      <a:gd name="connsiteX10" fmla="*/ 1025109 w 1025701"/>
                      <a:gd name="connsiteY10" fmla="*/ 2494392 h 2637500"/>
                      <a:gd name="connsiteX11" fmla="*/ 812761 w 1025701"/>
                      <a:gd name="connsiteY11" fmla="*/ 2469234 h 2637500"/>
                      <a:gd name="connsiteX12" fmla="*/ 716385 w 1025701"/>
                      <a:gd name="connsiteY12" fmla="*/ 2178273 h 2637500"/>
                      <a:gd name="connsiteX13" fmla="*/ 660033 w 1025701"/>
                      <a:gd name="connsiteY13" fmla="*/ 1871004 h 2637500"/>
                      <a:gd name="connsiteX14" fmla="*/ 419935 w 1025701"/>
                      <a:gd name="connsiteY14" fmla="*/ 1445033 h 2637500"/>
                      <a:gd name="connsiteX15" fmla="*/ 371600 w 1025701"/>
                      <a:gd name="connsiteY15" fmla="*/ 1206364 h 2637500"/>
                      <a:gd name="connsiteX16" fmla="*/ 353355 w 1025701"/>
                      <a:gd name="connsiteY16" fmla="*/ 939687 h 2637500"/>
                      <a:gd name="connsiteX17" fmla="*/ 415751 w 1025701"/>
                      <a:gd name="connsiteY17" fmla="*/ 775633 h 2637500"/>
                      <a:gd name="connsiteX18" fmla="*/ 286682 w 1025701"/>
                      <a:gd name="connsiteY18" fmla="*/ 466333 h 2637500"/>
                      <a:gd name="connsiteX19" fmla="*/ 383555 w 1025701"/>
                      <a:gd name="connsiteY19" fmla="*/ 355681 h 2637500"/>
                      <a:gd name="connsiteX20" fmla="*/ 418479 w 1025701"/>
                      <a:gd name="connsiteY20" fmla="*/ 238206 h 2637500"/>
                      <a:gd name="connsiteX21" fmla="*/ 374030 w 1025701"/>
                      <a:gd name="connsiteY21" fmla="*/ 63581 h 2637500"/>
                      <a:gd name="connsiteX22" fmla="*/ 193827 w 1025701"/>
                      <a:gd name="connsiteY22" fmla="*/ 3229 h 2637500"/>
                      <a:gd name="connsiteX23" fmla="*/ 75279 w 1025701"/>
                      <a:gd name="connsiteY23" fmla="*/ 149306 h 2637500"/>
                      <a:gd name="connsiteX24" fmla="*/ 148604 w 1025701"/>
                      <a:gd name="connsiteY24" fmla="*/ 381080 h 2637500"/>
                      <a:gd name="connsiteX25" fmla="*/ 66052 w 1025701"/>
                      <a:gd name="connsiteY25" fmla="*/ 539828 h 2637500"/>
                      <a:gd name="connsiteX26" fmla="*/ 48178 w 1025701"/>
                      <a:gd name="connsiteY26" fmla="*/ 689858 h 2637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025701" h="2637500">
                        <a:moveTo>
                          <a:pt x="48178" y="689858"/>
                        </a:moveTo>
                        <a:cubicBezTo>
                          <a:pt x="43369" y="745410"/>
                          <a:pt x="41238" y="778688"/>
                          <a:pt x="37195" y="873140"/>
                        </a:cubicBezTo>
                        <a:lnTo>
                          <a:pt x="63770" y="1040801"/>
                        </a:lnTo>
                        <a:cubicBezTo>
                          <a:pt x="65101" y="1078137"/>
                          <a:pt x="17019" y="1198926"/>
                          <a:pt x="0" y="1267564"/>
                        </a:cubicBezTo>
                        <a:cubicBezTo>
                          <a:pt x="15034" y="1400647"/>
                          <a:pt x="17993" y="1378150"/>
                          <a:pt x="17464" y="1433388"/>
                        </a:cubicBezTo>
                        <a:cubicBezTo>
                          <a:pt x="54805" y="1500996"/>
                          <a:pt x="171243" y="1621085"/>
                          <a:pt x="249959" y="1710315"/>
                        </a:cubicBezTo>
                        <a:cubicBezTo>
                          <a:pt x="328675" y="1799545"/>
                          <a:pt x="395653" y="1818274"/>
                          <a:pt x="489759" y="1968768"/>
                        </a:cubicBezTo>
                        <a:cubicBezTo>
                          <a:pt x="488193" y="2138502"/>
                          <a:pt x="507289" y="2169218"/>
                          <a:pt x="524258" y="2216108"/>
                        </a:cubicBezTo>
                        <a:cubicBezTo>
                          <a:pt x="541227" y="2262998"/>
                          <a:pt x="665953" y="2443762"/>
                          <a:pt x="703191" y="2513972"/>
                        </a:cubicBezTo>
                        <a:cubicBezTo>
                          <a:pt x="740429" y="2584182"/>
                          <a:pt x="694031" y="2640629"/>
                          <a:pt x="747684" y="2637366"/>
                        </a:cubicBezTo>
                        <a:cubicBezTo>
                          <a:pt x="801337" y="2634103"/>
                          <a:pt x="1014263" y="2522414"/>
                          <a:pt x="1025109" y="2494392"/>
                        </a:cubicBezTo>
                        <a:cubicBezTo>
                          <a:pt x="1035955" y="2466370"/>
                          <a:pt x="895393" y="2465125"/>
                          <a:pt x="812761" y="2469234"/>
                        </a:cubicBezTo>
                        <a:cubicBezTo>
                          <a:pt x="756436" y="2320001"/>
                          <a:pt x="772488" y="2361667"/>
                          <a:pt x="716385" y="2178273"/>
                        </a:cubicBezTo>
                        <a:cubicBezTo>
                          <a:pt x="691681" y="2053976"/>
                          <a:pt x="668465" y="2050741"/>
                          <a:pt x="660033" y="1871004"/>
                        </a:cubicBezTo>
                        <a:cubicBezTo>
                          <a:pt x="621063" y="1690250"/>
                          <a:pt x="468007" y="1555806"/>
                          <a:pt x="419935" y="1445033"/>
                        </a:cubicBezTo>
                        <a:cubicBezTo>
                          <a:pt x="371863" y="1334260"/>
                          <a:pt x="356783" y="1221181"/>
                          <a:pt x="371600" y="1206364"/>
                        </a:cubicBezTo>
                        <a:cubicBezTo>
                          <a:pt x="356960" y="1108855"/>
                          <a:pt x="345997" y="1011475"/>
                          <a:pt x="353355" y="939687"/>
                        </a:cubicBezTo>
                        <a:cubicBezTo>
                          <a:pt x="360713" y="867899"/>
                          <a:pt x="359012" y="886140"/>
                          <a:pt x="415751" y="775633"/>
                        </a:cubicBezTo>
                        <a:cubicBezTo>
                          <a:pt x="376064" y="651809"/>
                          <a:pt x="292048" y="536325"/>
                          <a:pt x="286682" y="466333"/>
                        </a:cubicBezTo>
                        <a:cubicBezTo>
                          <a:pt x="281316" y="396341"/>
                          <a:pt x="361589" y="393702"/>
                          <a:pt x="383555" y="355681"/>
                        </a:cubicBezTo>
                        <a:cubicBezTo>
                          <a:pt x="405521" y="317660"/>
                          <a:pt x="398900" y="283186"/>
                          <a:pt x="418479" y="238206"/>
                        </a:cubicBezTo>
                        <a:cubicBezTo>
                          <a:pt x="390433" y="193227"/>
                          <a:pt x="411472" y="102744"/>
                          <a:pt x="374030" y="63581"/>
                        </a:cubicBezTo>
                        <a:cubicBezTo>
                          <a:pt x="336588" y="24418"/>
                          <a:pt x="243619" y="-11058"/>
                          <a:pt x="193827" y="3229"/>
                        </a:cubicBezTo>
                        <a:cubicBezTo>
                          <a:pt x="144035" y="17516"/>
                          <a:pt x="82816" y="86331"/>
                          <a:pt x="75279" y="149306"/>
                        </a:cubicBezTo>
                        <a:cubicBezTo>
                          <a:pt x="67742" y="212281"/>
                          <a:pt x="150142" y="315993"/>
                          <a:pt x="148604" y="381080"/>
                        </a:cubicBezTo>
                        <a:cubicBezTo>
                          <a:pt x="147066" y="446167"/>
                          <a:pt x="104152" y="459924"/>
                          <a:pt x="66052" y="539828"/>
                        </a:cubicBezTo>
                        <a:cubicBezTo>
                          <a:pt x="36420" y="601210"/>
                          <a:pt x="52987" y="634306"/>
                          <a:pt x="48178" y="689858"/>
                        </a:cubicBezTo>
                        <a:close/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9" name="任意多边形: 形状 1048">
                    <a:extLst>
                      <a:ext uri="{FF2B5EF4-FFF2-40B4-BE49-F238E27FC236}">
                        <a16:creationId xmlns:a16="http://schemas.microsoft.com/office/drawing/2014/main" id="{5D28AEB0-7B26-565A-641E-F09D5D0C98B6}"/>
                      </a:ext>
                    </a:extLst>
                  </p:cNvPr>
                  <p:cNvSpPr/>
                  <p:nvPr/>
                </p:nvSpPr>
                <p:spPr>
                  <a:xfrm rot="1261961">
                    <a:off x="910780" y="7723621"/>
                    <a:ext cx="385513" cy="1170221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4658" h="987837">
                        <a:moveTo>
                          <a:pt x="72092" y="0"/>
                        </a:moveTo>
                        <a:cubicBezTo>
                          <a:pt x="23540" y="80028"/>
                          <a:pt x="33207" y="190781"/>
                          <a:pt x="21923" y="265387"/>
                        </a:cubicBezTo>
                        <a:cubicBezTo>
                          <a:pt x="10639" y="339993"/>
                          <a:pt x="-8720" y="389118"/>
                          <a:pt x="4389" y="447637"/>
                        </a:cubicBezTo>
                        <a:cubicBezTo>
                          <a:pt x="17498" y="506156"/>
                          <a:pt x="50075" y="585271"/>
                          <a:pt x="76530" y="643732"/>
                        </a:cubicBezTo>
                        <a:cubicBezTo>
                          <a:pt x="102986" y="702193"/>
                          <a:pt x="142199" y="750992"/>
                          <a:pt x="163122" y="798405"/>
                        </a:cubicBezTo>
                        <a:cubicBezTo>
                          <a:pt x="184045" y="845818"/>
                          <a:pt x="184288" y="876652"/>
                          <a:pt x="202068" y="928207"/>
                        </a:cubicBezTo>
                        <a:cubicBezTo>
                          <a:pt x="218830" y="959972"/>
                          <a:pt x="249153" y="988920"/>
                          <a:pt x="267918" y="987806"/>
                        </a:cubicBezTo>
                        <a:cubicBezTo>
                          <a:pt x="286683" y="986692"/>
                          <a:pt x="314622" y="951860"/>
                          <a:pt x="314658" y="921523"/>
                        </a:cubicBezTo>
                        <a:cubicBezTo>
                          <a:pt x="314694" y="891186"/>
                          <a:pt x="288600" y="851906"/>
                          <a:pt x="268132" y="805785"/>
                        </a:cubicBezTo>
                        <a:cubicBezTo>
                          <a:pt x="247664" y="759664"/>
                          <a:pt x="220623" y="708936"/>
                          <a:pt x="191851" y="644795"/>
                        </a:cubicBezTo>
                        <a:cubicBezTo>
                          <a:pt x="167457" y="581632"/>
                          <a:pt x="143267" y="494752"/>
                          <a:pt x="123775" y="451204"/>
                        </a:cubicBezTo>
                        <a:cubicBezTo>
                          <a:pt x="104283" y="407656"/>
                          <a:pt x="216550" y="124545"/>
                          <a:pt x="209274" y="103378"/>
                        </a:cubicBezTo>
                      </a:path>
                    </a:pathLst>
                  </a:custGeom>
                  <a:solidFill>
                    <a:srgbClr val="FFF2CC"/>
                  </a:solidFill>
                  <a:ln w="9525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grpSp>
            <p:nvGrpSpPr>
              <p:cNvPr id="1029" name="组合 1028">
                <a:extLst>
                  <a:ext uri="{FF2B5EF4-FFF2-40B4-BE49-F238E27FC236}">
                    <a16:creationId xmlns:a16="http://schemas.microsoft.com/office/drawing/2014/main" id="{C2B61AD3-5FD4-4D39-EBA6-848DCA73958B}"/>
                  </a:ext>
                </a:extLst>
              </p:cNvPr>
              <p:cNvGrpSpPr/>
              <p:nvPr/>
            </p:nvGrpSpPr>
            <p:grpSpPr>
              <a:xfrm>
                <a:off x="6011704" y="1449193"/>
                <a:ext cx="242158" cy="452186"/>
                <a:chOff x="6011704" y="1449193"/>
                <a:chExt cx="242158" cy="452186"/>
              </a:xfrm>
            </p:grpSpPr>
            <p:grpSp>
              <p:nvGrpSpPr>
                <p:cNvPr id="1038" name="组合 1037">
                  <a:extLst>
                    <a:ext uri="{FF2B5EF4-FFF2-40B4-BE49-F238E27FC236}">
                      <a16:creationId xmlns:a16="http://schemas.microsoft.com/office/drawing/2014/main" id="{AEEFEAF9-AD97-6128-E484-BF6B96AA19B6}"/>
                    </a:ext>
                  </a:extLst>
                </p:cNvPr>
                <p:cNvGrpSpPr/>
                <p:nvPr/>
              </p:nvGrpSpPr>
              <p:grpSpPr>
                <a:xfrm>
                  <a:off x="6011704" y="1449193"/>
                  <a:ext cx="203234" cy="452186"/>
                  <a:chOff x="10080438" y="4594640"/>
                  <a:chExt cx="236025" cy="583555"/>
                </a:xfrm>
              </p:grpSpPr>
              <p:sp>
                <p:nvSpPr>
                  <p:cNvPr id="1040" name="梯形 1039">
                    <a:extLst>
                      <a:ext uri="{FF2B5EF4-FFF2-40B4-BE49-F238E27FC236}">
                        <a16:creationId xmlns:a16="http://schemas.microsoft.com/office/drawing/2014/main" id="{83F07BC6-C036-FA0A-4F98-978E0F55FC0D}"/>
                      </a:ext>
                    </a:extLst>
                  </p:cNvPr>
                  <p:cNvSpPr/>
                  <p:nvPr/>
                </p:nvSpPr>
                <p:spPr>
                  <a:xfrm rot="7072032">
                    <a:off x="10251077" y="4690820"/>
                    <a:ext cx="82740" cy="48033"/>
                  </a:xfrm>
                  <a:prstGeom prst="trapezoid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1" name="弦形 191">
                    <a:extLst>
                      <a:ext uri="{FF2B5EF4-FFF2-40B4-BE49-F238E27FC236}">
                        <a16:creationId xmlns:a16="http://schemas.microsoft.com/office/drawing/2014/main" id="{F08D299C-85AB-1D2D-9886-284289D1C252}"/>
                      </a:ext>
                    </a:extLst>
                  </p:cNvPr>
                  <p:cNvSpPr/>
                  <p:nvPr/>
                </p:nvSpPr>
                <p:spPr>
                  <a:xfrm rot="14277974">
                    <a:off x="10114612" y="4560466"/>
                    <a:ext cx="157336" cy="225684"/>
                  </a:xfrm>
                  <a:custGeom>
                    <a:avLst/>
                    <a:gdLst>
                      <a:gd name="connsiteX0" fmla="*/ 147934 w 164111"/>
                      <a:gd name="connsiteY0" fmla="*/ 175384 h 219755"/>
                      <a:gd name="connsiteX1" fmla="*/ 32004 w 164111"/>
                      <a:gd name="connsiteY1" fmla="*/ 196947 h 219755"/>
                      <a:gd name="connsiteX2" fmla="*/ 1583 w 164111"/>
                      <a:gd name="connsiteY2" fmla="*/ 88395 h 219755"/>
                      <a:gd name="connsiteX3" fmla="*/ 82056 w 164111"/>
                      <a:gd name="connsiteY3" fmla="*/ -2 h 219755"/>
                      <a:gd name="connsiteX4" fmla="*/ 147934 w 164111"/>
                      <a:gd name="connsiteY4" fmla="*/ 175384 h 219755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6352 w 146352"/>
                      <a:gd name="connsiteY0" fmla="*/ 165552 h 209929"/>
                      <a:gd name="connsiteX1" fmla="*/ 30422 w 146352"/>
                      <a:gd name="connsiteY1" fmla="*/ 187115 h 209929"/>
                      <a:gd name="connsiteX2" fmla="*/ 1 w 146352"/>
                      <a:gd name="connsiteY2" fmla="*/ 78563 h 209929"/>
                      <a:gd name="connsiteX3" fmla="*/ 60275 w 146352"/>
                      <a:gd name="connsiteY3" fmla="*/ 0 h 209929"/>
                      <a:gd name="connsiteX4" fmla="*/ 146352 w 146352"/>
                      <a:gd name="connsiteY4" fmla="*/ 165552 h 20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352" h="209929">
                        <a:moveTo>
                          <a:pt x="146352" y="165552"/>
                        </a:moveTo>
                        <a:cubicBezTo>
                          <a:pt x="119003" y="214869"/>
                          <a:pt x="66773" y="224584"/>
                          <a:pt x="30422" y="187115"/>
                        </a:cubicBezTo>
                        <a:cubicBezTo>
                          <a:pt x="5690" y="161623"/>
                          <a:pt x="-39" y="112107"/>
                          <a:pt x="1" y="78563"/>
                        </a:cubicBezTo>
                        <a:cubicBezTo>
                          <a:pt x="2093" y="40547"/>
                          <a:pt x="12170" y="21072"/>
                          <a:pt x="60275" y="0"/>
                        </a:cubicBezTo>
                        <a:cubicBezTo>
                          <a:pt x="82234" y="58462"/>
                          <a:pt x="124393" y="107090"/>
                          <a:pt x="146352" y="16555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75000"/>
                      <a:lumOff val="25000"/>
                    </a:schemeClr>
                  </a:solidFill>
                  <a:ln w="9525">
                    <a:solidFill>
                      <a:schemeClr val="tx1">
                        <a:lumMod val="85000"/>
                        <a:lumOff val="15000"/>
                      </a:schemeClr>
                    </a:solidFill>
                  </a:ln>
                  <a:scene3d>
                    <a:camera prst="orthographicFront">
                      <a:rot lat="20699986" lon="0" rev="0"/>
                    </a:camera>
                    <a:lightRig rig="threePt" dir="t"/>
                  </a:scene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 dirty="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2" name="矩形 1041">
                    <a:extLst>
                      <a:ext uri="{FF2B5EF4-FFF2-40B4-BE49-F238E27FC236}">
                        <a16:creationId xmlns:a16="http://schemas.microsoft.com/office/drawing/2014/main" id="{9C1F49E4-BA1D-2B23-3064-15370FB65D2A}"/>
                      </a:ext>
                    </a:extLst>
                  </p:cNvPr>
                  <p:cNvSpPr/>
                  <p:nvPr/>
                </p:nvSpPr>
                <p:spPr>
                  <a:xfrm rot="21145286">
                    <a:off x="10113781" y="4962295"/>
                    <a:ext cx="82012" cy="215900"/>
                  </a:xfrm>
                  <a:prstGeom prst="rect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  <a:scene3d>
                    <a:camera prst="orthographicFront">
                      <a:rot lat="887528" lon="620448" rev="161679"/>
                    </a:camera>
                    <a:lightRig rig="threePt" dir="t"/>
                  </a:scene3d>
                  <a:sp3d extrusionH="1905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039" name="任意多边形: 形状 1038">
                  <a:extLst>
                    <a:ext uri="{FF2B5EF4-FFF2-40B4-BE49-F238E27FC236}">
                      <a16:creationId xmlns:a16="http://schemas.microsoft.com/office/drawing/2014/main" id="{D37B72CC-9B87-9953-68CC-B6BD896A4FBA}"/>
                    </a:ext>
                  </a:extLst>
                </p:cNvPr>
                <p:cNvSpPr/>
                <p:nvPr/>
              </p:nvSpPr>
              <p:spPr>
                <a:xfrm>
                  <a:off x="6065973" y="1553926"/>
                  <a:ext cx="187889" cy="145800"/>
                </a:xfrm>
                <a:custGeom>
                  <a:avLst/>
                  <a:gdLst>
                    <a:gd name="connsiteX0" fmla="*/ 163186 w 202972"/>
                    <a:gd name="connsiteY0" fmla="*/ 0 h 175022"/>
                    <a:gd name="connsiteX1" fmla="*/ 182236 w 202972"/>
                    <a:gd name="connsiteY1" fmla="*/ 5953 h 175022"/>
                    <a:gd name="connsiteX2" fmla="*/ 196524 w 202972"/>
                    <a:gd name="connsiteY2" fmla="*/ 22622 h 175022"/>
                    <a:gd name="connsiteX3" fmla="*/ 200096 w 202972"/>
                    <a:gd name="connsiteY3" fmla="*/ 27384 h 175022"/>
                    <a:gd name="connsiteX4" fmla="*/ 200096 w 202972"/>
                    <a:gd name="connsiteY4" fmla="*/ 70247 h 175022"/>
                    <a:gd name="connsiteX5" fmla="*/ 190571 w 202972"/>
                    <a:gd name="connsiteY5" fmla="*/ 78581 h 175022"/>
                    <a:gd name="connsiteX6" fmla="*/ 167949 w 202972"/>
                    <a:gd name="connsiteY6" fmla="*/ 91678 h 175022"/>
                    <a:gd name="connsiteX7" fmla="*/ 110799 w 202972"/>
                    <a:gd name="connsiteY7" fmla="*/ 97631 h 175022"/>
                    <a:gd name="connsiteX8" fmla="*/ 23883 w 202972"/>
                    <a:gd name="connsiteY8" fmla="*/ 105966 h 175022"/>
                    <a:gd name="connsiteX9" fmla="*/ 16739 w 202972"/>
                    <a:gd name="connsiteY9" fmla="*/ 109537 h 175022"/>
                    <a:gd name="connsiteX10" fmla="*/ 3643 w 202972"/>
                    <a:gd name="connsiteY10" fmla="*/ 126206 h 175022"/>
                    <a:gd name="connsiteX11" fmla="*/ 2452 w 202972"/>
                    <a:gd name="connsiteY11" fmla="*/ 135731 h 175022"/>
                    <a:gd name="connsiteX12" fmla="*/ 71 w 202972"/>
                    <a:gd name="connsiteY12" fmla="*/ 142875 h 175022"/>
                    <a:gd name="connsiteX13" fmla="*/ 1261 w 202972"/>
                    <a:gd name="connsiteY13" fmla="*/ 171450 h 175022"/>
                    <a:gd name="connsiteX14" fmla="*/ 2452 w 202972"/>
                    <a:gd name="connsiteY14" fmla="*/ 175022 h 175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02972" h="175022">
                      <a:moveTo>
                        <a:pt x="163186" y="0"/>
                      </a:moveTo>
                      <a:cubicBezTo>
                        <a:pt x="169536" y="1984"/>
                        <a:pt x="176431" y="2702"/>
                        <a:pt x="182236" y="5953"/>
                      </a:cubicBezTo>
                      <a:cubicBezTo>
                        <a:pt x="191195" y="10970"/>
                        <a:pt x="191907" y="15698"/>
                        <a:pt x="196524" y="22622"/>
                      </a:cubicBezTo>
                      <a:cubicBezTo>
                        <a:pt x="197625" y="24273"/>
                        <a:pt x="198905" y="25797"/>
                        <a:pt x="200096" y="27384"/>
                      </a:cubicBezTo>
                      <a:cubicBezTo>
                        <a:pt x="202203" y="42137"/>
                        <a:pt x="205349" y="55013"/>
                        <a:pt x="200096" y="70247"/>
                      </a:cubicBezTo>
                      <a:cubicBezTo>
                        <a:pt x="198721" y="74235"/>
                        <a:pt x="193554" y="75598"/>
                        <a:pt x="190571" y="78581"/>
                      </a:cubicBezTo>
                      <a:cubicBezTo>
                        <a:pt x="181336" y="87815"/>
                        <a:pt x="189344" y="87942"/>
                        <a:pt x="167949" y="91678"/>
                      </a:cubicBezTo>
                      <a:cubicBezTo>
                        <a:pt x="149081" y="94972"/>
                        <a:pt x="129896" y="96162"/>
                        <a:pt x="110799" y="97631"/>
                      </a:cubicBezTo>
                      <a:cubicBezTo>
                        <a:pt x="40492" y="103040"/>
                        <a:pt x="69377" y="99467"/>
                        <a:pt x="23883" y="105966"/>
                      </a:cubicBezTo>
                      <a:cubicBezTo>
                        <a:pt x="21502" y="107156"/>
                        <a:pt x="18869" y="107940"/>
                        <a:pt x="16739" y="109537"/>
                      </a:cubicBezTo>
                      <a:cubicBezTo>
                        <a:pt x="9830" y="114719"/>
                        <a:pt x="8177" y="118951"/>
                        <a:pt x="3643" y="126206"/>
                      </a:cubicBezTo>
                      <a:cubicBezTo>
                        <a:pt x="3246" y="129381"/>
                        <a:pt x="3122" y="132602"/>
                        <a:pt x="2452" y="135731"/>
                      </a:cubicBezTo>
                      <a:cubicBezTo>
                        <a:pt x="1926" y="138185"/>
                        <a:pt x="155" y="140366"/>
                        <a:pt x="71" y="142875"/>
                      </a:cubicBezTo>
                      <a:cubicBezTo>
                        <a:pt x="-247" y="152403"/>
                        <a:pt x="557" y="161943"/>
                        <a:pt x="1261" y="171450"/>
                      </a:cubicBezTo>
                      <a:cubicBezTo>
                        <a:pt x="1354" y="172702"/>
                        <a:pt x="2452" y="175022"/>
                        <a:pt x="2452" y="175022"/>
                      </a:cubicBezTo>
                    </a:path>
                  </a:pathLst>
                </a:custGeom>
                <a:noFill/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30" name="流程图: 接点 1029">
                <a:extLst>
                  <a:ext uri="{FF2B5EF4-FFF2-40B4-BE49-F238E27FC236}">
                    <a16:creationId xmlns:a16="http://schemas.microsoft.com/office/drawing/2014/main" id="{071964F1-6C12-6079-F52C-39BF61415B5C}"/>
                  </a:ext>
                </a:extLst>
              </p:cNvPr>
              <p:cNvSpPr/>
              <p:nvPr/>
            </p:nvSpPr>
            <p:spPr>
              <a:xfrm>
                <a:off x="5693782" y="191985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1" name="流程图: 接点 1030">
                <a:extLst>
                  <a:ext uri="{FF2B5EF4-FFF2-40B4-BE49-F238E27FC236}">
                    <a16:creationId xmlns:a16="http://schemas.microsoft.com/office/drawing/2014/main" id="{87C88D30-1DD2-30BB-194C-4F8630980A20}"/>
                  </a:ext>
                </a:extLst>
              </p:cNvPr>
              <p:cNvSpPr/>
              <p:nvPr/>
            </p:nvSpPr>
            <p:spPr>
              <a:xfrm>
                <a:off x="5721121" y="2349307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2" name="流程图: 接点 1031">
                <a:extLst>
                  <a:ext uri="{FF2B5EF4-FFF2-40B4-BE49-F238E27FC236}">
                    <a16:creationId xmlns:a16="http://schemas.microsoft.com/office/drawing/2014/main" id="{12B88A32-69FC-58B6-6E7D-8AAEC7A51F82}"/>
                  </a:ext>
                </a:extLst>
              </p:cNvPr>
              <p:cNvSpPr/>
              <p:nvPr/>
            </p:nvSpPr>
            <p:spPr>
              <a:xfrm>
                <a:off x="6246325" y="2718712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3" name="流程图: 接点 1032">
                <a:extLst>
                  <a:ext uri="{FF2B5EF4-FFF2-40B4-BE49-F238E27FC236}">
                    <a16:creationId xmlns:a16="http://schemas.microsoft.com/office/drawing/2014/main" id="{7CE23327-0590-072B-55C7-9132EF981BA5}"/>
                  </a:ext>
                </a:extLst>
              </p:cNvPr>
              <p:cNvSpPr/>
              <p:nvPr/>
            </p:nvSpPr>
            <p:spPr>
              <a:xfrm>
                <a:off x="6433300" y="318443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4" name="流程图: 接点 1033">
                <a:extLst>
                  <a:ext uri="{FF2B5EF4-FFF2-40B4-BE49-F238E27FC236}">
                    <a16:creationId xmlns:a16="http://schemas.microsoft.com/office/drawing/2014/main" id="{74FBA5F2-F17B-461E-6963-928AD35C5449}"/>
                  </a:ext>
                </a:extLst>
              </p:cNvPr>
              <p:cNvSpPr/>
              <p:nvPr/>
            </p:nvSpPr>
            <p:spPr>
              <a:xfrm>
                <a:off x="5454200" y="3107979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5" name="流程图: 接点 1034">
                <a:extLst>
                  <a:ext uri="{FF2B5EF4-FFF2-40B4-BE49-F238E27FC236}">
                    <a16:creationId xmlns:a16="http://schemas.microsoft.com/office/drawing/2014/main" id="{D92AE177-3F9A-8BEA-DCA9-71E865B0DBF6}"/>
                  </a:ext>
                </a:extLst>
              </p:cNvPr>
              <p:cNvSpPr/>
              <p:nvPr/>
            </p:nvSpPr>
            <p:spPr>
              <a:xfrm>
                <a:off x="5721121" y="275872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6" name="流程图: 接点 1035">
                <a:extLst>
                  <a:ext uri="{FF2B5EF4-FFF2-40B4-BE49-F238E27FC236}">
                    <a16:creationId xmlns:a16="http://schemas.microsoft.com/office/drawing/2014/main" id="{5E304A9B-7DCC-943F-B787-BDEADA195A50}"/>
                  </a:ext>
                </a:extLst>
              </p:cNvPr>
              <p:cNvSpPr/>
              <p:nvPr/>
            </p:nvSpPr>
            <p:spPr>
              <a:xfrm>
                <a:off x="5904444" y="224446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7" name="流程图: 接点 1036">
                <a:extLst>
                  <a:ext uri="{FF2B5EF4-FFF2-40B4-BE49-F238E27FC236}">
                    <a16:creationId xmlns:a16="http://schemas.microsoft.com/office/drawing/2014/main" id="{3F4EC568-E42F-1A6E-CDFC-308A45332E34}"/>
                  </a:ext>
                </a:extLst>
              </p:cNvPr>
              <p:cNvSpPr/>
              <p:nvPr/>
            </p:nvSpPr>
            <p:spPr>
              <a:xfrm>
                <a:off x="5854707" y="1660585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38" name="文本框 1337">
            <a:extLst>
              <a:ext uri="{FF2B5EF4-FFF2-40B4-BE49-F238E27FC236}">
                <a16:creationId xmlns:a16="http://schemas.microsoft.com/office/drawing/2014/main" id="{00F5EA18-0CF4-480C-734E-894BAF6F20D0}"/>
              </a:ext>
            </a:extLst>
          </p:cNvPr>
          <p:cNvSpPr txBox="1"/>
          <p:nvPr/>
        </p:nvSpPr>
        <p:spPr>
          <a:xfrm>
            <a:off x="7252822" y="3238805"/>
            <a:ext cx="4501437" cy="33855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2.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基于信号处理</a:t>
            </a:r>
            <a:endParaRPr lang="en-US" altLang="zh-CN" sz="1600" dirty="0"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8D68552A-DEDE-73FD-48BA-9842CD187A18}"/>
              </a:ext>
            </a:extLst>
          </p:cNvPr>
          <p:cNvSpPr/>
          <p:nvPr/>
        </p:nvSpPr>
        <p:spPr>
          <a:xfrm>
            <a:off x="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研究背景及现状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B1E6B481-4217-D7A8-C921-6D156FEB7E92}"/>
              </a:ext>
            </a:extLst>
          </p:cNvPr>
          <p:cNvSpPr txBox="1"/>
          <p:nvPr/>
        </p:nvSpPr>
        <p:spPr>
          <a:xfrm>
            <a:off x="267402" y="727714"/>
            <a:ext cx="775172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zh-CN" altLang="en-US" sz="2400" b="1" kern="1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科学问题</a:t>
            </a:r>
          </a:p>
        </p:txBody>
      </p:sp>
      <p:cxnSp>
        <p:nvCxnSpPr>
          <p:cNvPr id="15" name="直接箭头连接符 14">
            <a:extLst>
              <a:ext uri="{FF2B5EF4-FFF2-40B4-BE49-F238E27FC236}">
                <a16:creationId xmlns:a16="http://schemas.microsoft.com/office/drawing/2014/main" id="{682E06A5-DB69-8E54-CED2-9AF7C395C106}"/>
              </a:ext>
            </a:extLst>
          </p:cNvPr>
          <p:cNvCxnSpPr>
            <a:cxnSpLocks/>
            <a:stCxn id="27" idx="3"/>
            <a:endCxn id="44" idx="1"/>
          </p:cNvCxnSpPr>
          <p:nvPr/>
        </p:nvCxnSpPr>
        <p:spPr>
          <a:xfrm flipV="1">
            <a:off x="6866074" y="3971891"/>
            <a:ext cx="377114" cy="41"/>
          </a:xfrm>
          <a:prstGeom prst="straightConnector1">
            <a:avLst/>
          </a:prstGeom>
          <a:noFill/>
          <a:ln w="38100" cap="flat" cmpd="sng" algn="ctr">
            <a:solidFill>
              <a:schemeClr val="accent1"/>
            </a:solidFill>
            <a:prstDash val="solid"/>
            <a:miter lim="800000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77185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6795"/>
    </mc:Choice>
    <mc:Fallback xmlns="">
      <p:transition spd="slow" advTm="26795"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: 圆角 17">
            <a:extLst>
              <a:ext uri="{FF2B5EF4-FFF2-40B4-BE49-F238E27FC236}">
                <a16:creationId xmlns:a16="http://schemas.microsoft.com/office/drawing/2014/main" id="{5C11EF45-7241-5B35-5A0E-CD2281D22DF9}"/>
              </a:ext>
            </a:extLst>
          </p:cNvPr>
          <p:cNvSpPr/>
          <p:nvPr/>
        </p:nvSpPr>
        <p:spPr>
          <a:xfrm>
            <a:off x="656047" y="2413019"/>
            <a:ext cx="3244412" cy="3056479"/>
          </a:xfrm>
          <a:prstGeom prst="roundRect">
            <a:avLst>
              <a:gd name="adj" fmla="val 4162"/>
            </a:avLst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矩形: 圆角 18">
            <a:extLst>
              <a:ext uri="{FF2B5EF4-FFF2-40B4-BE49-F238E27FC236}">
                <a16:creationId xmlns:a16="http://schemas.microsoft.com/office/drawing/2014/main" id="{5D3C46CF-79E0-027F-747B-061577CFA3AC}"/>
              </a:ext>
            </a:extLst>
          </p:cNvPr>
          <p:cNvSpPr/>
          <p:nvPr/>
        </p:nvSpPr>
        <p:spPr>
          <a:xfrm>
            <a:off x="4495083" y="2413019"/>
            <a:ext cx="3244412" cy="3056479"/>
          </a:xfrm>
          <a:prstGeom prst="roundRect">
            <a:avLst>
              <a:gd name="adj" fmla="val 4162"/>
            </a:avLst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矩形: 圆角 19">
            <a:extLst>
              <a:ext uri="{FF2B5EF4-FFF2-40B4-BE49-F238E27FC236}">
                <a16:creationId xmlns:a16="http://schemas.microsoft.com/office/drawing/2014/main" id="{4E9D2C9D-C76D-B4D1-7828-74C2C3AC8A9E}"/>
              </a:ext>
            </a:extLst>
          </p:cNvPr>
          <p:cNvSpPr/>
          <p:nvPr/>
        </p:nvSpPr>
        <p:spPr>
          <a:xfrm>
            <a:off x="8292327" y="2413019"/>
            <a:ext cx="3244412" cy="3061520"/>
          </a:xfrm>
          <a:prstGeom prst="roundRect">
            <a:avLst>
              <a:gd name="adj" fmla="val 4162"/>
            </a:avLst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矩形: 圆角 29">
            <a:extLst>
              <a:ext uri="{FF2B5EF4-FFF2-40B4-BE49-F238E27FC236}">
                <a16:creationId xmlns:a16="http://schemas.microsoft.com/office/drawing/2014/main" id="{4F18E0F5-3A4A-19D4-5A3F-E8ABBB254773}"/>
              </a:ext>
            </a:extLst>
          </p:cNvPr>
          <p:cNvSpPr/>
          <p:nvPr/>
        </p:nvSpPr>
        <p:spPr>
          <a:xfrm>
            <a:off x="656047" y="1324426"/>
            <a:ext cx="10879905" cy="909561"/>
          </a:xfrm>
          <a:prstGeom prst="roundRect">
            <a:avLst>
              <a:gd name="adj" fmla="val 11956"/>
            </a:avLst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2400300">
              <a:lnSpc>
                <a:spcPct val="125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实验，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导致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及两者关系特征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，通过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实验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探究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关联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，基于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方式组合探索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最优的</a:t>
            </a:r>
            <a:r>
              <a:rPr lang="en-US" altLang="zh-CN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6D4CD0DA-CEF6-424F-FC5D-4195C5B53C54}"/>
              </a:ext>
            </a:extLst>
          </p:cNvPr>
          <p:cNvSpPr/>
          <p:nvPr/>
        </p:nvSpPr>
        <p:spPr>
          <a:xfrm>
            <a:off x="656832" y="2757608"/>
            <a:ext cx="3257212" cy="836398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这里可以输入研究内容的标题</a:t>
            </a:r>
            <a:br>
              <a:rPr lang="en-US" alt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这里以输入研究内容的标题</a:t>
            </a:r>
          </a:p>
        </p:txBody>
      </p:sp>
      <p:sp>
        <p:nvSpPr>
          <p:cNvPr id="21" name="矩形 20">
            <a:extLst>
              <a:ext uri="{FF2B5EF4-FFF2-40B4-BE49-F238E27FC236}">
                <a16:creationId xmlns:a16="http://schemas.microsoft.com/office/drawing/2014/main" id="{179CB074-F1A5-A0C2-D953-B1C06FAD3687}"/>
              </a:ext>
            </a:extLst>
          </p:cNvPr>
          <p:cNvSpPr/>
          <p:nvPr/>
        </p:nvSpPr>
        <p:spPr>
          <a:xfrm>
            <a:off x="4467786" y="2791534"/>
            <a:ext cx="3257214" cy="836398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这里可以输入研究内容的标题</a:t>
            </a:r>
            <a:br>
              <a:rPr lang="en-US" alt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这里以输入研究内容的标题</a:t>
            </a:r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EF21BA5F-4082-2861-2C18-A7849D702780}"/>
              </a:ext>
            </a:extLst>
          </p:cNvPr>
          <p:cNvSpPr/>
          <p:nvPr/>
        </p:nvSpPr>
        <p:spPr>
          <a:xfrm>
            <a:off x="755283" y="3545748"/>
            <a:ext cx="3038456" cy="1779513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0" bIns="0" rtlCol="0" anchor="ctr"/>
          <a:lstStyle/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sz="16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这里可以输入具体研究内容的具体实验设计；</a:t>
            </a:r>
            <a:endParaRPr lang="en-US" altLang="zh-CN" sz="16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sz="16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这里可以输入具体研究内容的具体实验设计；</a:t>
            </a:r>
            <a:endParaRPr lang="en-US" altLang="zh-CN" sz="16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32510086-D1BD-B9F7-DA46-115B0C6B69DE}"/>
              </a:ext>
            </a:extLst>
          </p:cNvPr>
          <p:cNvSpPr/>
          <p:nvPr/>
        </p:nvSpPr>
        <p:spPr>
          <a:xfrm>
            <a:off x="8278739" y="2825174"/>
            <a:ext cx="3257214" cy="836398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这里可以输入研究内容的标题</a:t>
            </a:r>
            <a:br>
              <a:rPr lang="en-US" alt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这里以输入研究内容的标题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D52F333-AD35-D6FE-328C-ECB3284144EF}"/>
              </a:ext>
            </a:extLst>
          </p:cNvPr>
          <p:cNvSpPr/>
          <p:nvPr/>
        </p:nvSpPr>
        <p:spPr>
          <a:xfrm>
            <a:off x="1563321" y="2507074"/>
            <a:ext cx="1444234" cy="353242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研究内容一</a:t>
            </a:r>
            <a:endParaRPr lang="zh-CN" altLang="en-US" sz="12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56825901-9FF6-1ADC-7065-0E72988F7542}"/>
              </a:ext>
            </a:extLst>
          </p:cNvPr>
          <p:cNvSpPr/>
          <p:nvPr/>
        </p:nvSpPr>
        <p:spPr>
          <a:xfrm>
            <a:off x="5453306" y="2507074"/>
            <a:ext cx="1444234" cy="353242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研究内容二</a:t>
            </a:r>
            <a:endParaRPr lang="zh-CN" altLang="en-US" sz="12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2E3F9E0E-DB82-9259-080F-A89033184F48}"/>
              </a:ext>
            </a:extLst>
          </p:cNvPr>
          <p:cNvSpPr/>
          <p:nvPr/>
        </p:nvSpPr>
        <p:spPr>
          <a:xfrm>
            <a:off x="9185229" y="2507074"/>
            <a:ext cx="1444234" cy="353242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研究内容三</a:t>
            </a:r>
            <a:endParaRPr lang="zh-CN" altLang="en-US" sz="12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矩形 46">
            <a:extLst>
              <a:ext uri="{FF2B5EF4-FFF2-40B4-BE49-F238E27FC236}">
                <a16:creationId xmlns:a16="http://schemas.microsoft.com/office/drawing/2014/main" id="{058F67F7-F7E8-4D04-048C-54EDEAD912DA}"/>
              </a:ext>
            </a:extLst>
          </p:cNvPr>
          <p:cNvSpPr/>
          <p:nvPr/>
        </p:nvSpPr>
        <p:spPr>
          <a:xfrm>
            <a:off x="1563321" y="1073272"/>
            <a:ext cx="1133073" cy="353242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研究目标</a:t>
            </a:r>
            <a:endParaRPr lang="zh-CN" altLang="en-US" sz="12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矩形 54">
            <a:extLst>
              <a:ext uri="{FF2B5EF4-FFF2-40B4-BE49-F238E27FC236}">
                <a16:creationId xmlns:a16="http://schemas.microsoft.com/office/drawing/2014/main" id="{DCC1365F-0AC7-DAFE-6652-203A36CCE5A6}"/>
              </a:ext>
            </a:extLst>
          </p:cNvPr>
          <p:cNvSpPr/>
          <p:nvPr/>
        </p:nvSpPr>
        <p:spPr>
          <a:xfrm>
            <a:off x="4598061" y="3574678"/>
            <a:ext cx="3038456" cy="1755155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0" bIns="0" rtlCol="0" anchor="ctr"/>
          <a:lstStyle/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sz="16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这里可以输入具体研究内容的具体实验设计；</a:t>
            </a:r>
            <a:endParaRPr lang="en-US" altLang="zh-CN" sz="16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sz="16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这里可以输入具体研究内容的具体实验设计；</a:t>
            </a:r>
            <a:endParaRPr lang="en-US" altLang="zh-CN" sz="16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A78388FC-08A5-8084-68F0-60366467283B}"/>
              </a:ext>
            </a:extLst>
          </p:cNvPr>
          <p:cNvSpPr/>
          <p:nvPr/>
        </p:nvSpPr>
        <p:spPr>
          <a:xfrm>
            <a:off x="8395305" y="3594006"/>
            <a:ext cx="3038456" cy="1755155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0" bIns="0" rtlCol="0" anchor="ctr"/>
          <a:lstStyle/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sz="16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这里可以输入具体研究内容的具体实验设计；</a:t>
            </a:r>
            <a:endParaRPr lang="en-US" altLang="zh-CN" sz="16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sz="16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这里可以输入具体研究内容的具体实验设计；</a:t>
            </a:r>
            <a:endParaRPr lang="en-US" altLang="zh-CN" sz="16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箭头: 右 4">
            <a:extLst>
              <a:ext uri="{FF2B5EF4-FFF2-40B4-BE49-F238E27FC236}">
                <a16:creationId xmlns:a16="http://schemas.microsoft.com/office/drawing/2014/main" id="{EF143066-13BD-5138-4DD0-CB6CFBE850A4}"/>
              </a:ext>
            </a:extLst>
          </p:cNvPr>
          <p:cNvSpPr/>
          <p:nvPr/>
        </p:nvSpPr>
        <p:spPr>
          <a:xfrm>
            <a:off x="3989583" y="3805589"/>
            <a:ext cx="398780" cy="369332"/>
          </a:xfrm>
          <a:prstGeom prst="rightArrow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箭头: 右 8">
            <a:extLst>
              <a:ext uri="{FF2B5EF4-FFF2-40B4-BE49-F238E27FC236}">
                <a16:creationId xmlns:a16="http://schemas.microsoft.com/office/drawing/2014/main" id="{57D50EF1-7948-552C-7ACC-B594AFF43655}"/>
              </a:ext>
            </a:extLst>
          </p:cNvPr>
          <p:cNvSpPr/>
          <p:nvPr/>
        </p:nvSpPr>
        <p:spPr>
          <a:xfrm>
            <a:off x="7842473" y="3805589"/>
            <a:ext cx="398780" cy="369332"/>
          </a:xfrm>
          <a:prstGeom prst="rightArrow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组合 9">
            <a:extLst>
              <a:ext uri="{FF2B5EF4-FFF2-40B4-BE49-F238E27FC236}">
                <a16:creationId xmlns:a16="http://schemas.microsoft.com/office/drawing/2014/main" id="{4E267EF1-0B30-0860-2E98-2ABCADAECC90}"/>
              </a:ext>
            </a:extLst>
          </p:cNvPr>
          <p:cNvGrpSpPr/>
          <p:nvPr/>
        </p:nvGrpSpPr>
        <p:grpSpPr>
          <a:xfrm>
            <a:off x="438984" y="5713903"/>
            <a:ext cx="11096968" cy="722094"/>
            <a:chOff x="739064" y="6489748"/>
            <a:chExt cx="11759990" cy="596862"/>
          </a:xfrm>
        </p:grpSpPr>
        <p:grpSp>
          <p:nvGrpSpPr>
            <p:cNvPr id="11" name="组合 10">
              <a:extLst>
                <a:ext uri="{FF2B5EF4-FFF2-40B4-BE49-F238E27FC236}">
                  <a16:creationId xmlns:a16="http://schemas.microsoft.com/office/drawing/2014/main" id="{40961C99-6901-EA78-3C51-3B056767CFF3}"/>
                </a:ext>
              </a:extLst>
            </p:cNvPr>
            <p:cNvGrpSpPr/>
            <p:nvPr/>
          </p:nvGrpSpPr>
          <p:grpSpPr>
            <a:xfrm rot="16200000">
              <a:off x="6353951" y="884118"/>
              <a:ext cx="534138" cy="11756069"/>
              <a:chOff x="-11380" y="451281"/>
              <a:chExt cx="513285" cy="3748251"/>
            </a:xfrm>
          </p:grpSpPr>
          <p:sp>
            <p:nvSpPr>
              <p:cNvPr id="16" name="任意多边形: 形状 15">
                <a:extLst>
                  <a:ext uri="{FF2B5EF4-FFF2-40B4-BE49-F238E27FC236}">
                    <a16:creationId xmlns:a16="http://schemas.microsoft.com/office/drawing/2014/main" id="{F564F0A1-B5D4-90EE-E8E3-66670B7C041D}"/>
                  </a:ext>
                </a:extLst>
              </p:cNvPr>
              <p:cNvSpPr/>
              <p:nvPr/>
            </p:nvSpPr>
            <p:spPr>
              <a:xfrm rot="5400000">
                <a:off x="-490101" y="930002"/>
                <a:ext cx="1470725" cy="513283"/>
              </a:xfrm>
              <a:custGeom>
                <a:avLst/>
                <a:gdLst>
                  <a:gd name="connsiteX0" fmla="*/ 0 w 3123406"/>
                  <a:gd name="connsiteY0" fmla="*/ 0 h 1249362"/>
                  <a:gd name="connsiteX1" fmla="*/ 2498725 w 3123406"/>
                  <a:gd name="connsiteY1" fmla="*/ 0 h 1249362"/>
                  <a:gd name="connsiteX2" fmla="*/ 3123406 w 3123406"/>
                  <a:gd name="connsiteY2" fmla="*/ 624681 h 1249362"/>
                  <a:gd name="connsiteX3" fmla="*/ 2498725 w 3123406"/>
                  <a:gd name="connsiteY3" fmla="*/ 1249362 h 1249362"/>
                  <a:gd name="connsiteX4" fmla="*/ 0 w 3123406"/>
                  <a:gd name="connsiteY4" fmla="*/ 1249362 h 1249362"/>
                  <a:gd name="connsiteX5" fmla="*/ 0 w 3123406"/>
                  <a:gd name="connsiteY5" fmla="*/ 0 h 1249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3406" h="1249362">
                    <a:moveTo>
                      <a:pt x="0" y="0"/>
                    </a:moveTo>
                    <a:lnTo>
                      <a:pt x="2498725" y="0"/>
                    </a:lnTo>
                    <a:lnTo>
                      <a:pt x="3123406" y="624681"/>
                    </a:lnTo>
                    <a:lnTo>
                      <a:pt x="2498725" y="1249362"/>
                    </a:lnTo>
                    <a:lnTo>
                      <a:pt x="0" y="12493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840708" tIns="144018" rIns="696690" bIns="144018" numCol="1" spcCol="1270" anchor="ctr" anchorCtr="0">
                <a:noAutofit/>
              </a:bodyPr>
              <a:lstStyle/>
              <a:p>
                <a:pPr algn="ctr" defTabSz="24003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54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B9B3146A-4746-7239-BCA4-76B4DB64C486}"/>
                  </a:ext>
                </a:extLst>
              </p:cNvPr>
              <p:cNvSpPr/>
              <p:nvPr/>
            </p:nvSpPr>
            <p:spPr>
              <a:xfrm rot="5400000">
                <a:off x="-564584" y="2107090"/>
                <a:ext cx="1619692" cy="513283"/>
              </a:xfrm>
              <a:custGeom>
                <a:avLst/>
                <a:gdLst>
                  <a:gd name="connsiteX0" fmla="*/ 0 w 3123406"/>
                  <a:gd name="connsiteY0" fmla="*/ 0 h 1249362"/>
                  <a:gd name="connsiteX1" fmla="*/ 2498725 w 3123406"/>
                  <a:gd name="connsiteY1" fmla="*/ 0 h 1249362"/>
                  <a:gd name="connsiteX2" fmla="*/ 3123406 w 3123406"/>
                  <a:gd name="connsiteY2" fmla="*/ 624681 h 1249362"/>
                  <a:gd name="connsiteX3" fmla="*/ 2498725 w 3123406"/>
                  <a:gd name="connsiteY3" fmla="*/ 1249362 h 1249362"/>
                  <a:gd name="connsiteX4" fmla="*/ 0 w 3123406"/>
                  <a:gd name="connsiteY4" fmla="*/ 1249362 h 1249362"/>
                  <a:gd name="connsiteX5" fmla="*/ 624681 w 3123406"/>
                  <a:gd name="connsiteY5" fmla="*/ 624681 h 1249362"/>
                  <a:gd name="connsiteX6" fmla="*/ 0 w 3123406"/>
                  <a:gd name="connsiteY6" fmla="*/ 0 h 1249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23406" h="1249362">
                    <a:moveTo>
                      <a:pt x="0" y="0"/>
                    </a:moveTo>
                    <a:lnTo>
                      <a:pt x="2498725" y="0"/>
                    </a:lnTo>
                    <a:lnTo>
                      <a:pt x="3123406" y="624681"/>
                    </a:lnTo>
                    <a:lnTo>
                      <a:pt x="2498725" y="1249362"/>
                    </a:lnTo>
                    <a:lnTo>
                      <a:pt x="0" y="1249362"/>
                    </a:lnTo>
                    <a:lnTo>
                      <a:pt x="624681" y="6246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840708" tIns="144018" rIns="696690" bIns="144018" numCol="1" spcCol="1270" anchor="ctr" anchorCtr="0">
                <a:noAutofit/>
              </a:bodyPr>
              <a:lstStyle/>
              <a:p>
                <a:pPr marL="0" lvl="0" indent="0" algn="ctr" defTabSz="24003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lang="zh-CN" altLang="en-US" sz="5400" kern="12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356385F6-D3B2-5980-3EC8-4F13DD40429B}"/>
                  </a:ext>
                </a:extLst>
              </p:cNvPr>
              <p:cNvSpPr/>
              <p:nvPr/>
            </p:nvSpPr>
            <p:spPr>
              <a:xfrm rot="5400000">
                <a:off x="-457511" y="3240117"/>
                <a:ext cx="1406491" cy="512340"/>
              </a:xfrm>
              <a:custGeom>
                <a:avLst/>
                <a:gdLst>
                  <a:gd name="connsiteX0" fmla="*/ 0 w 3123406"/>
                  <a:gd name="connsiteY0" fmla="*/ 0 h 1249362"/>
                  <a:gd name="connsiteX1" fmla="*/ 2498725 w 3123406"/>
                  <a:gd name="connsiteY1" fmla="*/ 0 h 1249362"/>
                  <a:gd name="connsiteX2" fmla="*/ 3123406 w 3123406"/>
                  <a:gd name="connsiteY2" fmla="*/ 624681 h 1249362"/>
                  <a:gd name="connsiteX3" fmla="*/ 2498725 w 3123406"/>
                  <a:gd name="connsiteY3" fmla="*/ 1249362 h 1249362"/>
                  <a:gd name="connsiteX4" fmla="*/ 0 w 3123406"/>
                  <a:gd name="connsiteY4" fmla="*/ 1249362 h 1249362"/>
                  <a:gd name="connsiteX5" fmla="*/ 624681 w 3123406"/>
                  <a:gd name="connsiteY5" fmla="*/ 624681 h 1249362"/>
                  <a:gd name="connsiteX6" fmla="*/ 0 w 3123406"/>
                  <a:gd name="connsiteY6" fmla="*/ 0 h 1249362"/>
                  <a:gd name="connsiteX0" fmla="*/ 0 w 3123406"/>
                  <a:gd name="connsiteY0" fmla="*/ 0 h 1274097"/>
                  <a:gd name="connsiteX1" fmla="*/ 2498725 w 3123406"/>
                  <a:gd name="connsiteY1" fmla="*/ 0 h 1274097"/>
                  <a:gd name="connsiteX2" fmla="*/ 3123406 w 3123406"/>
                  <a:gd name="connsiteY2" fmla="*/ 624681 h 1274097"/>
                  <a:gd name="connsiteX3" fmla="*/ 3094822 w 3123406"/>
                  <a:gd name="connsiteY3" fmla="*/ 1274098 h 1274097"/>
                  <a:gd name="connsiteX4" fmla="*/ 0 w 3123406"/>
                  <a:gd name="connsiteY4" fmla="*/ 1249362 h 1274097"/>
                  <a:gd name="connsiteX5" fmla="*/ 624681 w 3123406"/>
                  <a:gd name="connsiteY5" fmla="*/ 624681 h 1274097"/>
                  <a:gd name="connsiteX6" fmla="*/ 0 w 3123406"/>
                  <a:gd name="connsiteY6" fmla="*/ 0 h 1274097"/>
                  <a:gd name="connsiteX0" fmla="*/ 0 w 3210736"/>
                  <a:gd name="connsiteY0" fmla="*/ 0 h 1255547"/>
                  <a:gd name="connsiteX1" fmla="*/ 2498725 w 3210736"/>
                  <a:gd name="connsiteY1" fmla="*/ 0 h 1255547"/>
                  <a:gd name="connsiteX2" fmla="*/ 3123406 w 3210736"/>
                  <a:gd name="connsiteY2" fmla="*/ 624681 h 1255547"/>
                  <a:gd name="connsiteX3" fmla="*/ 3210735 w 3210736"/>
                  <a:gd name="connsiteY3" fmla="*/ 1255548 h 1255547"/>
                  <a:gd name="connsiteX4" fmla="*/ 0 w 3210736"/>
                  <a:gd name="connsiteY4" fmla="*/ 1249362 h 1255547"/>
                  <a:gd name="connsiteX5" fmla="*/ 624681 w 3210736"/>
                  <a:gd name="connsiteY5" fmla="*/ 624681 h 1255547"/>
                  <a:gd name="connsiteX6" fmla="*/ 0 w 3210736"/>
                  <a:gd name="connsiteY6" fmla="*/ 0 h 1255547"/>
                  <a:gd name="connsiteX0" fmla="*/ 0 w 3210736"/>
                  <a:gd name="connsiteY0" fmla="*/ 0 h 1255547"/>
                  <a:gd name="connsiteX1" fmla="*/ 3210726 w 3210736"/>
                  <a:gd name="connsiteY1" fmla="*/ 18546 h 1255547"/>
                  <a:gd name="connsiteX2" fmla="*/ 3123406 w 3210736"/>
                  <a:gd name="connsiteY2" fmla="*/ 624681 h 1255547"/>
                  <a:gd name="connsiteX3" fmla="*/ 3210735 w 3210736"/>
                  <a:gd name="connsiteY3" fmla="*/ 1255548 h 1255547"/>
                  <a:gd name="connsiteX4" fmla="*/ 0 w 3210736"/>
                  <a:gd name="connsiteY4" fmla="*/ 1249362 h 1255547"/>
                  <a:gd name="connsiteX5" fmla="*/ 624681 w 3210736"/>
                  <a:gd name="connsiteY5" fmla="*/ 624681 h 1255547"/>
                  <a:gd name="connsiteX6" fmla="*/ 0 w 3210736"/>
                  <a:gd name="connsiteY6" fmla="*/ 0 h 1255547"/>
                  <a:gd name="connsiteX0" fmla="*/ 0 w 3222759"/>
                  <a:gd name="connsiteY0" fmla="*/ 0 h 1255547"/>
                  <a:gd name="connsiteX1" fmla="*/ 3210726 w 3222759"/>
                  <a:gd name="connsiteY1" fmla="*/ 18546 h 1255547"/>
                  <a:gd name="connsiteX2" fmla="*/ 3222760 w 3222759"/>
                  <a:gd name="connsiteY2" fmla="*/ 606131 h 1255547"/>
                  <a:gd name="connsiteX3" fmla="*/ 3210735 w 3222759"/>
                  <a:gd name="connsiteY3" fmla="*/ 1255548 h 1255547"/>
                  <a:gd name="connsiteX4" fmla="*/ 0 w 3222759"/>
                  <a:gd name="connsiteY4" fmla="*/ 1249362 h 1255547"/>
                  <a:gd name="connsiteX5" fmla="*/ 624681 w 3222759"/>
                  <a:gd name="connsiteY5" fmla="*/ 624681 h 1255547"/>
                  <a:gd name="connsiteX6" fmla="*/ 0 w 3222759"/>
                  <a:gd name="connsiteY6" fmla="*/ 0 h 1255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22759" h="1255547">
                    <a:moveTo>
                      <a:pt x="0" y="0"/>
                    </a:moveTo>
                    <a:lnTo>
                      <a:pt x="3210726" y="18546"/>
                    </a:lnTo>
                    <a:lnTo>
                      <a:pt x="3222760" y="606131"/>
                    </a:lnTo>
                    <a:lnTo>
                      <a:pt x="3210735" y="1255548"/>
                    </a:lnTo>
                    <a:lnTo>
                      <a:pt x="0" y="1249362"/>
                    </a:lnTo>
                    <a:lnTo>
                      <a:pt x="624681" y="6246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840708" tIns="144018" rIns="696690" bIns="144018" numCol="1" spcCol="1270" anchor="ctr" anchorCtr="0">
                <a:noAutofit/>
              </a:bodyPr>
              <a:lstStyle/>
              <a:p>
                <a:pPr marL="0" lvl="0" indent="0" algn="ctr" defTabSz="24003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lang="zh-CN" altLang="en-US" sz="5400" kern="12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2C2AA427-2A3D-A8AA-90BA-68C713A74F39}"/>
                </a:ext>
              </a:extLst>
            </p:cNvPr>
            <p:cNvSpPr/>
            <p:nvPr/>
          </p:nvSpPr>
          <p:spPr>
            <a:xfrm>
              <a:off x="739064" y="6498724"/>
              <a:ext cx="595538" cy="52349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zh-CN" altLang="en-US" sz="16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科学问题</a:t>
              </a:r>
              <a:endParaRPr lang="zh-CN" altLang="en-US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9FAC5EE9-4871-C15D-8157-AF2F8E21B923}"/>
                </a:ext>
              </a:extLst>
            </p:cNvPr>
            <p:cNvSpPr/>
            <p:nvPr/>
          </p:nvSpPr>
          <p:spPr>
            <a:xfrm>
              <a:off x="1582574" y="6490985"/>
              <a:ext cx="2898304" cy="5956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这里可以输入该研究内容要回答的科学问题的，以问号结尾</a:t>
              </a:r>
              <a:r>
                <a:rPr lang="zh-CN" altLang="en-US" sz="15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</a:p>
          </p:txBody>
        </p:sp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5AD40A7B-FFEF-E6DE-93A4-73EB0245390B}"/>
                </a:ext>
              </a:extLst>
            </p:cNvPr>
            <p:cNvSpPr/>
            <p:nvPr/>
          </p:nvSpPr>
          <p:spPr>
            <a:xfrm>
              <a:off x="5324092" y="6489748"/>
              <a:ext cx="2898304" cy="5956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这里可以输入该研究内容要回答的科学问题的，以问号结尾</a:t>
              </a:r>
              <a:r>
                <a:rPr lang="zh-CN" altLang="en-US" sz="15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2CCC266C-6399-F862-1EC0-AA6EC14CC06B}"/>
                </a:ext>
              </a:extLst>
            </p:cNvPr>
            <p:cNvSpPr/>
            <p:nvPr/>
          </p:nvSpPr>
          <p:spPr>
            <a:xfrm>
              <a:off x="9293696" y="6490985"/>
              <a:ext cx="3097062" cy="5956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这里可以输入该研究内容要回答的科学问题的，以问号结尾</a:t>
              </a:r>
              <a:r>
                <a:rPr lang="zh-CN" altLang="en-US" sz="15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</a:p>
          </p:txBody>
        </p:sp>
      </p:grpSp>
      <p:sp>
        <p:nvSpPr>
          <p:cNvPr id="24" name="灯片编号占位符 18">
            <a:extLst>
              <a:ext uri="{FF2B5EF4-FFF2-40B4-BE49-F238E27FC236}">
                <a16:creationId xmlns:a16="http://schemas.microsoft.com/office/drawing/2014/main" id="{0D870655-6EBD-C856-4F16-103FB40DBFDD}"/>
              </a:ext>
            </a:extLst>
          </p:cNvPr>
          <p:cNvSpPr txBox="1">
            <a:spLocks/>
          </p:cNvSpPr>
          <p:nvPr/>
        </p:nvSpPr>
        <p:spPr>
          <a:xfrm>
            <a:off x="9302750" y="6356350"/>
            <a:ext cx="2743200" cy="365125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97AA5570-5C36-4F12-A1EB-4155A99A1666}" type="slidenum">
              <a:rPr lang="zh-CN" altLang="en-US" smtClean="0"/>
              <a:pPr algn="r"/>
              <a:t>8</a:t>
            </a:fld>
            <a:endParaRPr lang="zh-CN" altLang="en-US" dirty="0"/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584BD66D-6AEE-7889-3500-6973B4B88D84}"/>
              </a:ext>
            </a:extLst>
          </p:cNvPr>
          <p:cNvSpPr/>
          <p:nvPr/>
        </p:nvSpPr>
        <p:spPr>
          <a:xfrm>
            <a:off x="245419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研究目标与内容</a:t>
            </a:r>
          </a:p>
        </p:txBody>
      </p:sp>
    </p:spTree>
    <p:extLst>
      <p:ext uri="{BB962C8B-B14F-4D97-AF65-F5344CB8AC3E}">
        <p14:creationId xmlns:p14="http://schemas.microsoft.com/office/powerpoint/2010/main" val="2577202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4342"/>
    </mc:Choice>
    <mc:Fallback xmlns="">
      <p:transition spd="slow" advTm="24342"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圆角矩形 11">
            <a:extLst>
              <a:ext uri="{FF2B5EF4-FFF2-40B4-BE49-F238E27FC236}">
                <a16:creationId xmlns:a16="http://schemas.microsoft.com/office/drawing/2014/main" id="{CF996BEB-5242-4A60-E740-7457CBE3F22B}"/>
              </a:ext>
            </a:extLst>
          </p:cNvPr>
          <p:cNvSpPr/>
          <p:nvPr/>
        </p:nvSpPr>
        <p:spPr>
          <a:xfrm>
            <a:off x="339827" y="3945348"/>
            <a:ext cx="4287138" cy="2624210"/>
          </a:xfrm>
          <a:prstGeom prst="roundRect">
            <a:avLst>
              <a:gd name="adj" fmla="val 3704"/>
            </a:avLst>
          </a:prstGeom>
          <a:noFill/>
          <a:ln w="1270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73" name="圆角矩形 11">
            <a:extLst>
              <a:ext uri="{FF2B5EF4-FFF2-40B4-BE49-F238E27FC236}">
                <a16:creationId xmlns:a16="http://schemas.microsoft.com/office/drawing/2014/main" id="{9451B2B0-7E52-9AFD-649B-6E5F531EB2D6}"/>
              </a:ext>
            </a:extLst>
          </p:cNvPr>
          <p:cNvSpPr/>
          <p:nvPr/>
        </p:nvSpPr>
        <p:spPr>
          <a:xfrm>
            <a:off x="339827" y="1281624"/>
            <a:ext cx="4279158" cy="2487793"/>
          </a:xfrm>
          <a:prstGeom prst="roundRect">
            <a:avLst>
              <a:gd name="adj" fmla="val 3704"/>
            </a:avLst>
          </a:prstGeom>
          <a:noFill/>
          <a:ln w="1270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1353F9B3-2328-476A-76F7-E010BD27AA46}"/>
              </a:ext>
            </a:extLst>
          </p:cNvPr>
          <p:cNvGrpSpPr/>
          <p:nvPr/>
        </p:nvGrpSpPr>
        <p:grpSpPr>
          <a:xfrm>
            <a:off x="613977" y="5587310"/>
            <a:ext cx="1880085" cy="341656"/>
            <a:chOff x="-3193535" y="7987670"/>
            <a:chExt cx="2614488" cy="483144"/>
          </a:xfrm>
        </p:grpSpPr>
        <p:sp>
          <p:nvSpPr>
            <p:cNvPr id="15" name="任意多边形: 形状 14">
              <a:extLst>
                <a:ext uri="{FF2B5EF4-FFF2-40B4-BE49-F238E27FC236}">
                  <a16:creationId xmlns:a16="http://schemas.microsoft.com/office/drawing/2014/main" id="{3AD77067-89A3-2CAF-B9A0-486713B61F34}"/>
                </a:ext>
              </a:extLst>
            </p:cNvPr>
            <p:cNvSpPr/>
            <p:nvPr/>
          </p:nvSpPr>
          <p:spPr>
            <a:xfrm>
              <a:off x="-2975877" y="7987670"/>
              <a:ext cx="2396830" cy="281455"/>
            </a:xfrm>
            <a:custGeom>
              <a:avLst/>
              <a:gdLst>
                <a:gd name="connsiteX0" fmla="*/ 0 w 2890838"/>
                <a:gd name="connsiteY0" fmla="*/ 238125 h 576263"/>
                <a:gd name="connsiteX1" fmla="*/ 1047750 w 2890838"/>
                <a:gd name="connsiteY1" fmla="*/ 180975 h 576263"/>
                <a:gd name="connsiteX2" fmla="*/ 1709738 w 2890838"/>
                <a:gd name="connsiteY2" fmla="*/ 80963 h 576263"/>
                <a:gd name="connsiteX3" fmla="*/ 2357438 w 2890838"/>
                <a:gd name="connsiteY3" fmla="*/ 0 h 576263"/>
                <a:gd name="connsiteX4" fmla="*/ 2814638 w 2890838"/>
                <a:gd name="connsiteY4" fmla="*/ 123825 h 576263"/>
                <a:gd name="connsiteX5" fmla="*/ 2890838 w 2890838"/>
                <a:gd name="connsiteY5" fmla="*/ 204788 h 576263"/>
                <a:gd name="connsiteX6" fmla="*/ 2876550 w 2890838"/>
                <a:gd name="connsiteY6" fmla="*/ 276225 h 576263"/>
                <a:gd name="connsiteX7" fmla="*/ 2686050 w 2890838"/>
                <a:gd name="connsiteY7" fmla="*/ 433388 h 576263"/>
                <a:gd name="connsiteX8" fmla="*/ 2590800 w 2890838"/>
                <a:gd name="connsiteY8" fmla="*/ 457200 h 576263"/>
                <a:gd name="connsiteX9" fmla="*/ 2324100 w 2890838"/>
                <a:gd name="connsiteY9" fmla="*/ 495300 h 576263"/>
                <a:gd name="connsiteX10" fmla="*/ 1804988 w 2890838"/>
                <a:gd name="connsiteY10" fmla="*/ 509588 h 576263"/>
                <a:gd name="connsiteX11" fmla="*/ 1085850 w 2890838"/>
                <a:gd name="connsiteY11" fmla="*/ 519113 h 576263"/>
                <a:gd name="connsiteX12" fmla="*/ 523875 w 2890838"/>
                <a:gd name="connsiteY12" fmla="*/ 561975 h 576263"/>
                <a:gd name="connsiteX13" fmla="*/ 80963 w 2890838"/>
                <a:gd name="connsiteY13" fmla="*/ 571500 h 576263"/>
                <a:gd name="connsiteX14" fmla="*/ 4763 w 2890838"/>
                <a:gd name="connsiteY14" fmla="*/ 576263 h 576263"/>
                <a:gd name="connsiteX0" fmla="*/ 0 w 2890838"/>
                <a:gd name="connsiteY0" fmla="*/ 176213 h 514351"/>
                <a:gd name="connsiteX1" fmla="*/ 1047750 w 2890838"/>
                <a:gd name="connsiteY1" fmla="*/ 119063 h 514351"/>
                <a:gd name="connsiteX2" fmla="*/ 1709738 w 2890838"/>
                <a:gd name="connsiteY2" fmla="*/ 19051 h 514351"/>
                <a:gd name="connsiteX3" fmla="*/ 2352676 w 2890838"/>
                <a:gd name="connsiteY3" fmla="*/ 0 h 514351"/>
                <a:gd name="connsiteX4" fmla="*/ 2814638 w 2890838"/>
                <a:gd name="connsiteY4" fmla="*/ 61913 h 514351"/>
                <a:gd name="connsiteX5" fmla="*/ 2890838 w 2890838"/>
                <a:gd name="connsiteY5" fmla="*/ 142876 h 514351"/>
                <a:gd name="connsiteX6" fmla="*/ 2876550 w 2890838"/>
                <a:gd name="connsiteY6" fmla="*/ 214313 h 514351"/>
                <a:gd name="connsiteX7" fmla="*/ 2686050 w 2890838"/>
                <a:gd name="connsiteY7" fmla="*/ 371476 h 514351"/>
                <a:gd name="connsiteX8" fmla="*/ 2590800 w 2890838"/>
                <a:gd name="connsiteY8" fmla="*/ 395288 h 514351"/>
                <a:gd name="connsiteX9" fmla="*/ 2324100 w 2890838"/>
                <a:gd name="connsiteY9" fmla="*/ 433388 h 514351"/>
                <a:gd name="connsiteX10" fmla="*/ 1804988 w 2890838"/>
                <a:gd name="connsiteY10" fmla="*/ 447676 h 514351"/>
                <a:gd name="connsiteX11" fmla="*/ 1085850 w 2890838"/>
                <a:gd name="connsiteY11" fmla="*/ 457201 h 514351"/>
                <a:gd name="connsiteX12" fmla="*/ 523875 w 2890838"/>
                <a:gd name="connsiteY12" fmla="*/ 500063 h 514351"/>
                <a:gd name="connsiteX13" fmla="*/ 80963 w 2890838"/>
                <a:gd name="connsiteY13" fmla="*/ 509588 h 514351"/>
                <a:gd name="connsiteX14" fmla="*/ 4763 w 2890838"/>
                <a:gd name="connsiteY14" fmla="*/ 514351 h 514351"/>
                <a:gd name="connsiteX0" fmla="*/ 0 w 2889470"/>
                <a:gd name="connsiteY0" fmla="*/ 176213 h 514351"/>
                <a:gd name="connsiteX1" fmla="*/ 1047750 w 2889470"/>
                <a:gd name="connsiteY1" fmla="*/ 119063 h 514351"/>
                <a:gd name="connsiteX2" fmla="*/ 1709738 w 2889470"/>
                <a:gd name="connsiteY2" fmla="*/ 19051 h 514351"/>
                <a:gd name="connsiteX3" fmla="*/ 2352676 w 2889470"/>
                <a:gd name="connsiteY3" fmla="*/ 0 h 514351"/>
                <a:gd name="connsiteX4" fmla="*/ 2814638 w 2889470"/>
                <a:gd name="connsiteY4" fmla="*/ 61913 h 514351"/>
                <a:gd name="connsiteX5" fmla="*/ 2876550 w 2889470"/>
                <a:gd name="connsiteY5" fmla="*/ 214313 h 514351"/>
                <a:gd name="connsiteX6" fmla="*/ 2686050 w 2889470"/>
                <a:gd name="connsiteY6" fmla="*/ 371476 h 514351"/>
                <a:gd name="connsiteX7" fmla="*/ 2590800 w 2889470"/>
                <a:gd name="connsiteY7" fmla="*/ 395288 h 514351"/>
                <a:gd name="connsiteX8" fmla="*/ 2324100 w 2889470"/>
                <a:gd name="connsiteY8" fmla="*/ 433388 h 514351"/>
                <a:gd name="connsiteX9" fmla="*/ 1804988 w 2889470"/>
                <a:gd name="connsiteY9" fmla="*/ 447676 h 514351"/>
                <a:gd name="connsiteX10" fmla="*/ 1085850 w 2889470"/>
                <a:gd name="connsiteY10" fmla="*/ 457201 h 514351"/>
                <a:gd name="connsiteX11" fmla="*/ 523875 w 2889470"/>
                <a:gd name="connsiteY11" fmla="*/ 500063 h 514351"/>
                <a:gd name="connsiteX12" fmla="*/ 80963 w 2889470"/>
                <a:gd name="connsiteY12" fmla="*/ 509588 h 514351"/>
                <a:gd name="connsiteX13" fmla="*/ 4763 w 2889470"/>
                <a:gd name="connsiteY13" fmla="*/ 514351 h 514351"/>
                <a:gd name="connsiteX0" fmla="*/ 0 w 2889470"/>
                <a:gd name="connsiteY0" fmla="*/ 177774 h 515912"/>
                <a:gd name="connsiteX1" fmla="*/ 1047750 w 2889470"/>
                <a:gd name="connsiteY1" fmla="*/ 120624 h 515912"/>
                <a:gd name="connsiteX2" fmla="*/ 2352676 w 2889470"/>
                <a:gd name="connsiteY2" fmla="*/ 1561 h 515912"/>
                <a:gd name="connsiteX3" fmla="*/ 2814638 w 2889470"/>
                <a:gd name="connsiteY3" fmla="*/ 63474 h 515912"/>
                <a:gd name="connsiteX4" fmla="*/ 2876550 w 2889470"/>
                <a:gd name="connsiteY4" fmla="*/ 215874 h 515912"/>
                <a:gd name="connsiteX5" fmla="*/ 2686050 w 2889470"/>
                <a:gd name="connsiteY5" fmla="*/ 373037 h 515912"/>
                <a:gd name="connsiteX6" fmla="*/ 2590800 w 2889470"/>
                <a:gd name="connsiteY6" fmla="*/ 396849 h 515912"/>
                <a:gd name="connsiteX7" fmla="*/ 2324100 w 2889470"/>
                <a:gd name="connsiteY7" fmla="*/ 434949 h 515912"/>
                <a:gd name="connsiteX8" fmla="*/ 1804988 w 2889470"/>
                <a:gd name="connsiteY8" fmla="*/ 449237 h 515912"/>
                <a:gd name="connsiteX9" fmla="*/ 1085850 w 2889470"/>
                <a:gd name="connsiteY9" fmla="*/ 458762 h 515912"/>
                <a:gd name="connsiteX10" fmla="*/ 523875 w 2889470"/>
                <a:gd name="connsiteY10" fmla="*/ 501624 h 515912"/>
                <a:gd name="connsiteX11" fmla="*/ 80963 w 2889470"/>
                <a:gd name="connsiteY11" fmla="*/ 511149 h 515912"/>
                <a:gd name="connsiteX12" fmla="*/ 4763 w 2889470"/>
                <a:gd name="connsiteY12" fmla="*/ 515912 h 515912"/>
                <a:gd name="connsiteX0" fmla="*/ 0 w 2896514"/>
                <a:gd name="connsiteY0" fmla="*/ 177774 h 515912"/>
                <a:gd name="connsiteX1" fmla="*/ 1047750 w 2896514"/>
                <a:gd name="connsiteY1" fmla="*/ 120624 h 515912"/>
                <a:gd name="connsiteX2" fmla="*/ 2352676 w 2896514"/>
                <a:gd name="connsiteY2" fmla="*/ 1561 h 515912"/>
                <a:gd name="connsiteX3" fmla="*/ 2814638 w 2896514"/>
                <a:gd name="connsiteY3" fmla="*/ 63474 h 515912"/>
                <a:gd name="connsiteX4" fmla="*/ 2876550 w 2896514"/>
                <a:gd name="connsiteY4" fmla="*/ 215874 h 515912"/>
                <a:gd name="connsiteX5" fmla="*/ 2590800 w 2896514"/>
                <a:gd name="connsiteY5" fmla="*/ 396849 h 515912"/>
                <a:gd name="connsiteX6" fmla="*/ 2324100 w 2896514"/>
                <a:gd name="connsiteY6" fmla="*/ 434949 h 515912"/>
                <a:gd name="connsiteX7" fmla="*/ 1804988 w 2896514"/>
                <a:gd name="connsiteY7" fmla="*/ 449237 h 515912"/>
                <a:gd name="connsiteX8" fmla="*/ 1085850 w 2896514"/>
                <a:gd name="connsiteY8" fmla="*/ 458762 h 515912"/>
                <a:gd name="connsiteX9" fmla="*/ 523875 w 2896514"/>
                <a:gd name="connsiteY9" fmla="*/ 501624 h 515912"/>
                <a:gd name="connsiteX10" fmla="*/ 80963 w 2896514"/>
                <a:gd name="connsiteY10" fmla="*/ 511149 h 515912"/>
                <a:gd name="connsiteX11" fmla="*/ 4763 w 2896514"/>
                <a:gd name="connsiteY11" fmla="*/ 515912 h 515912"/>
                <a:gd name="connsiteX0" fmla="*/ 0 w 2820229"/>
                <a:gd name="connsiteY0" fmla="*/ 179842 h 517980"/>
                <a:gd name="connsiteX1" fmla="*/ 1047750 w 2820229"/>
                <a:gd name="connsiteY1" fmla="*/ 122692 h 517980"/>
                <a:gd name="connsiteX2" fmla="*/ 2352676 w 2820229"/>
                <a:gd name="connsiteY2" fmla="*/ 3629 h 517980"/>
                <a:gd name="connsiteX3" fmla="*/ 2814638 w 2820229"/>
                <a:gd name="connsiteY3" fmla="*/ 65542 h 517980"/>
                <a:gd name="connsiteX4" fmla="*/ 2590800 w 2820229"/>
                <a:gd name="connsiteY4" fmla="*/ 398917 h 517980"/>
                <a:gd name="connsiteX5" fmla="*/ 2324100 w 2820229"/>
                <a:gd name="connsiteY5" fmla="*/ 437017 h 517980"/>
                <a:gd name="connsiteX6" fmla="*/ 1804988 w 2820229"/>
                <a:gd name="connsiteY6" fmla="*/ 451305 h 517980"/>
                <a:gd name="connsiteX7" fmla="*/ 1085850 w 2820229"/>
                <a:gd name="connsiteY7" fmla="*/ 460830 h 517980"/>
                <a:gd name="connsiteX8" fmla="*/ 523875 w 2820229"/>
                <a:gd name="connsiteY8" fmla="*/ 503692 h 517980"/>
                <a:gd name="connsiteX9" fmla="*/ 80963 w 2820229"/>
                <a:gd name="connsiteY9" fmla="*/ 513217 h 517980"/>
                <a:gd name="connsiteX10" fmla="*/ 4763 w 2820229"/>
                <a:gd name="connsiteY10" fmla="*/ 517980 h 517980"/>
                <a:gd name="connsiteX0" fmla="*/ 0 w 2815572"/>
                <a:gd name="connsiteY0" fmla="*/ 176712 h 514850"/>
                <a:gd name="connsiteX1" fmla="*/ 1047750 w 2815572"/>
                <a:gd name="connsiteY1" fmla="*/ 119562 h 514850"/>
                <a:gd name="connsiteX2" fmla="*/ 2352676 w 2815572"/>
                <a:gd name="connsiteY2" fmla="*/ 499 h 514850"/>
                <a:gd name="connsiteX3" fmla="*/ 2809875 w 2815572"/>
                <a:gd name="connsiteY3" fmla="*/ 186237 h 514850"/>
                <a:gd name="connsiteX4" fmla="*/ 2590800 w 2815572"/>
                <a:gd name="connsiteY4" fmla="*/ 395787 h 514850"/>
                <a:gd name="connsiteX5" fmla="*/ 2324100 w 2815572"/>
                <a:gd name="connsiteY5" fmla="*/ 433887 h 514850"/>
                <a:gd name="connsiteX6" fmla="*/ 1804988 w 2815572"/>
                <a:gd name="connsiteY6" fmla="*/ 448175 h 514850"/>
                <a:gd name="connsiteX7" fmla="*/ 1085850 w 2815572"/>
                <a:gd name="connsiteY7" fmla="*/ 457700 h 514850"/>
                <a:gd name="connsiteX8" fmla="*/ 523875 w 2815572"/>
                <a:gd name="connsiteY8" fmla="*/ 500562 h 514850"/>
                <a:gd name="connsiteX9" fmla="*/ 80963 w 2815572"/>
                <a:gd name="connsiteY9" fmla="*/ 510087 h 514850"/>
                <a:gd name="connsiteX10" fmla="*/ 4763 w 2815572"/>
                <a:gd name="connsiteY10" fmla="*/ 514850 h 514850"/>
                <a:gd name="connsiteX0" fmla="*/ 0 w 2812820"/>
                <a:gd name="connsiteY0" fmla="*/ 176701 h 514839"/>
                <a:gd name="connsiteX1" fmla="*/ 1047750 w 2812820"/>
                <a:gd name="connsiteY1" fmla="*/ 119551 h 514839"/>
                <a:gd name="connsiteX2" fmla="*/ 2352676 w 2812820"/>
                <a:gd name="connsiteY2" fmla="*/ 488 h 514839"/>
                <a:gd name="connsiteX3" fmla="*/ 2809875 w 2812820"/>
                <a:gd name="connsiteY3" fmla="*/ 186226 h 514839"/>
                <a:gd name="connsiteX4" fmla="*/ 2538412 w 2812820"/>
                <a:gd name="connsiteY4" fmla="*/ 376726 h 514839"/>
                <a:gd name="connsiteX5" fmla="*/ 2324100 w 2812820"/>
                <a:gd name="connsiteY5" fmla="*/ 433876 h 514839"/>
                <a:gd name="connsiteX6" fmla="*/ 1804988 w 2812820"/>
                <a:gd name="connsiteY6" fmla="*/ 448164 h 514839"/>
                <a:gd name="connsiteX7" fmla="*/ 1085850 w 2812820"/>
                <a:gd name="connsiteY7" fmla="*/ 457689 h 514839"/>
                <a:gd name="connsiteX8" fmla="*/ 523875 w 2812820"/>
                <a:gd name="connsiteY8" fmla="*/ 500551 h 514839"/>
                <a:gd name="connsiteX9" fmla="*/ 80963 w 2812820"/>
                <a:gd name="connsiteY9" fmla="*/ 510076 h 514839"/>
                <a:gd name="connsiteX10" fmla="*/ 4763 w 2812820"/>
                <a:gd name="connsiteY10" fmla="*/ 514839 h 514839"/>
                <a:gd name="connsiteX0" fmla="*/ 0 w 2813303"/>
                <a:gd name="connsiteY0" fmla="*/ 176701 h 514839"/>
                <a:gd name="connsiteX1" fmla="*/ 1047750 w 2813303"/>
                <a:gd name="connsiteY1" fmla="*/ 119551 h 514839"/>
                <a:gd name="connsiteX2" fmla="*/ 2352676 w 2813303"/>
                <a:gd name="connsiteY2" fmla="*/ 488 h 514839"/>
                <a:gd name="connsiteX3" fmla="*/ 2809875 w 2813303"/>
                <a:gd name="connsiteY3" fmla="*/ 186226 h 514839"/>
                <a:gd name="connsiteX4" fmla="*/ 2538412 w 2813303"/>
                <a:gd name="connsiteY4" fmla="*/ 376726 h 514839"/>
                <a:gd name="connsiteX5" fmla="*/ 2109788 w 2813303"/>
                <a:gd name="connsiteY5" fmla="*/ 391014 h 514839"/>
                <a:gd name="connsiteX6" fmla="*/ 1804988 w 2813303"/>
                <a:gd name="connsiteY6" fmla="*/ 448164 h 514839"/>
                <a:gd name="connsiteX7" fmla="*/ 1085850 w 2813303"/>
                <a:gd name="connsiteY7" fmla="*/ 457689 h 514839"/>
                <a:gd name="connsiteX8" fmla="*/ 523875 w 2813303"/>
                <a:gd name="connsiteY8" fmla="*/ 500551 h 514839"/>
                <a:gd name="connsiteX9" fmla="*/ 80963 w 2813303"/>
                <a:gd name="connsiteY9" fmla="*/ 510076 h 514839"/>
                <a:gd name="connsiteX10" fmla="*/ 4763 w 2813303"/>
                <a:gd name="connsiteY10" fmla="*/ 514839 h 514839"/>
                <a:gd name="connsiteX0" fmla="*/ 0 w 2813303"/>
                <a:gd name="connsiteY0" fmla="*/ 176701 h 514839"/>
                <a:gd name="connsiteX1" fmla="*/ 1047750 w 2813303"/>
                <a:gd name="connsiteY1" fmla="*/ 119551 h 514839"/>
                <a:gd name="connsiteX2" fmla="*/ 2352676 w 2813303"/>
                <a:gd name="connsiteY2" fmla="*/ 488 h 514839"/>
                <a:gd name="connsiteX3" fmla="*/ 2809875 w 2813303"/>
                <a:gd name="connsiteY3" fmla="*/ 186226 h 514839"/>
                <a:gd name="connsiteX4" fmla="*/ 2538412 w 2813303"/>
                <a:gd name="connsiteY4" fmla="*/ 376726 h 514839"/>
                <a:gd name="connsiteX5" fmla="*/ 2109788 w 2813303"/>
                <a:gd name="connsiteY5" fmla="*/ 391014 h 514839"/>
                <a:gd name="connsiteX6" fmla="*/ 1585913 w 2813303"/>
                <a:gd name="connsiteY6" fmla="*/ 419589 h 514839"/>
                <a:gd name="connsiteX7" fmla="*/ 1085850 w 2813303"/>
                <a:gd name="connsiteY7" fmla="*/ 457689 h 514839"/>
                <a:gd name="connsiteX8" fmla="*/ 523875 w 2813303"/>
                <a:gd name="connsiteY8" fmla="*/ 500551 h 514839"/>
                <a:gd name="connsiteX9" fmla="*/ 80963 w 2813303"/>
                <a:gd name="connsiteY9" fmla="*/ 510076 h 514839"/>
                <a:gd name="connsiteX10" fmla="*/ 4763 w 2813303"/>
                <a:gd name="connsiteY10" fmla="*/ 514839 h 514839"/>
                <a:gd name="connsiteX0" fmla="*/ 0 w 2813303"/>
                <a:gd name="connsiteY0" fmla="*/ 176701 h 514839"/>
                <a:gd name="connsiteX1" fmla="*/ 1047750 w 2813303"/>
                <a:gd name="connsiteY1" fmla="*/ 119551 h 514839"/>
                <a:gd name="connsiteX2" fmla="*/ 2352676 w 2813303"/>
                <a:gd name="connsiteY2" fmla="*/ 488 h 514839"/>
                <a:gd name="connsiteX3" fmla="*/ 2809875 w 2813303"/>
                <a:gd name="connsiteY3" fmla="*/ 186226 h 514839"/>
                <a:gd name="connsiteX4" fmla="*/ 2538412 w 2813303"/>
                <a:gd name="connsiteY4" fmla="*/ 376726 h 514839"/>
                <a:gd name="connsiteX5" fmla="*/ 2109788 w 2813303"/>
                <a:gd name="connsiteY5" fmla="*/ 391014 h 514839"/>
                <a:gd name="connsiteX6" fmla="*/ 1585913 w 2813303"/>
                <a:gd name="connsiteY6" fmla="*/ 419589 h 514839"/>
                <a:gd name="connsiteX7" fmla="*/ 957263 w 2813303"/>
                <a:gd name="connsiteY7" fmla="*/ 429114 h 514839"/>
                <a:gd name="connsiteX8" fmla="*/ 523875 w 2813303"/>
                <a:gd name="connsiteY8" fmla="*/ 500551 h 514839"/>
                <a:gd name="connsiteX9" fmla="*/ 80963 w 2813303"/>
                <a:gd name="connsiteY9" fmla="*/ 510076 h 514839"/>
                <a:gd name="connsiteX10" fmla="*/ 4763 w 2813303"/>
                <a:gd name="connsiteY10" fmla="*/ 514839 h 514839"/>
                <a:gd name="connsiteX0" fmla="*/ 0 w 2813303"/>
                <a:gd name="connsiteY0" fmla="*/ 176701 h 514839"/>
                <a:gd name="connsiteX1" fmla="*/ 1047750 w 2813303"/>
                <a:gd name="connsiteY1" fmla="*/ 119551 h 514839"/>
                <a:gd name="connsiteX2" fmla="*/ 2352676 w 2813303"/>
                <a:gd name="connsiteY2" fmla="*/ 488 h 514839"/>
                <a:gd name="connsiteX3" fmla="*/ 2809875 w 2813303"/>
                <a:gd name="connsiteY3" fmla="*/ 186226 h 514839"/>
                <a:gd name="connsiteX4" fmla="*/ 2538412 w 2813303"/>
                <a:gd name="connsiteY4" fmla="*/ 376726 h 514839"/>
                <a:gd name="connsiteX5" fmla="*/ 2109788 w 2813303"/>
                <a:gd name="connsiteY5" fmla="*/ 391014 h 514839"/>
                <a:gd name="connsiteX6" fmla="*/ 1585913 w 2813303"/>
                <a:gd name="connsiteY6" fmla="*/ 419589 h 514839"/>
                <a:gd name="connsiteX7" fmla="*/ 957263 w 2813303"/>
                <a:gd name="connsiteY7" fmla="*/ 429114 h 514839"/>
                <a:gd name="connsiteX8" fmla="*/ 414338 w 2813303"/>
                <a:gd name="connsiteY8" fmla="*/ 438639 h 514839"/>
                <a:gd name="connsiteX9" fmla="*/ 80963 w 2813303"/>
                <a:gd name="connsiteY9" fmla="*/ 510076 h 514839"/>
                <a:gd name="connsiteX10" fmla="*/ 4763 w 2813303"/>
                <a:gd name="connsiteY10" fmla="*/ 514839 h 514839"/>
                <a:gd name="connsiteX0" fmla="*/ 0 w 2813303"/>
                <a:gd name="connsiteY0" fmla="*/ 176701 h 514839"/>
                <a:gd name="connsiteX1" fmla="*/ 1047750 w 2813303"/>
                <a:gd name="connsiteY1" fmla="*/ 119551 h 514839"/>
                <a:gd name="connsiteX2" fmla="*/ 2352676 w 2813303"/>
                <a:gd name="connsiteY2" fmla="*/ 488 h 514839"/>
                <a:gd name="connsiteX3" fmla="*/ 2809875 w 2813303"/>
                <a:gd name="connsiteY3" fmla="*/ 186226 h 514839"/>
                <a:gd name="connsiteX4" fmla="*/ 2538412 w 2813303"/>
                <a:gd name="connsiteY4" fmla="*/ 376726 h 514839"/>
                <a:gd name="connsiteX5" fmla="*/ 2109788 w 2813303"/>
                <a:gd name="connsiteY5" fmla="*/ 391014 h 514839"/>
                <a:gd name="connsiteX6" fmla="*/ 1585913 w 2813303"/>
                <a:gd name="connsiteY6" fmla="*/ 419589 h 514839"/>
                <a:gd name="connsiteX7" fmla="*/ 957263 w 2813303"/>
                <a:gd name="connsiteY7" fmla="*/ 429114 h 514839"/>
                <a:gd name="connsiteX8" fmla="*/ 414338 w 2813303"/>
                <a:gd name="connsiteY8" fmla="*/ 438639 h 514839"/>
                <a:gd name="connsiteX9" fmla="*/ 19050 w 2813303"/>
                <a:gd name="connsiteY9" fmla="*/ 400538 h 514839"/>
                <a:gd name="connsiteX10" fmla="*/ 4763 w 2813303"/>
                <a:gd name="connsiteY10" fmla="*/ 514839 h 514839"/>
                <a:gd name="connsiteX0" fmla="*/ 176212 w 2989515"/>
                <a:gd name="connsiteY0" fmla="*/ 176701 h 438657"/>
                <a:gd name="connsiteX1" fmla="*/ 1223962 w 2989515"/>
                <a:gd name="connsiteY1" fmla="*/ 119551 h 438657"/>
                <a:gd name="connsiteX2" fmla="*/ 2528888 w 2989515"/>
                <a:gd name="connsiteY2" fmla="*/ 488 h 438657"/>
                <a:gd name="connsiteX3" fmla="*/ 2986087 w 2989515"/>
                <a:gd name="connsiteY3" fmla="*/ 186226 h 438657"/>
                <a:gd name="connsiteX4" fmla="*/ 2714624 w 2989515"/>
                <a:gd name="connsiteY4" fmla="*/ 376726 h 438657"/>
                <a:gd name="connsiteX5" fmla="*/ 2286000 w 2989515"/>
                <a:gd name="connsiteY5" fmla="*/ 391014 h 438657"/>
                <a:gd name="connsiteX6" fmla="*/ 1762125 w 2989515"/>
                <a:gd name="connsiteY6" fmla="*/ 419589 h 438657"/>
                <a:gd name="connsiteX7" fmla="*/ 1133475 w 2989515"/>
                <a:gd name="connsiteY7" fmla="*/ 429114 h 438657"/>
                <a:gd name="connsiteX8" fmla="*/ 590550 w 2989515"/>
                <a:gd name="connsiteY8" fmla="*/ 438639 h 438657"/>
                <a:gd name="connsiteX9" fmla="*/ 195262 w 2989515"/>
                <a:gd name="connsiteY9" fmla="*/ 400538 h 438657"/>
                <a:gd name="connsiteX10" fmla="*/ 0 w 2989515"/>
                <a:gd name="connsiteY10" fmla="*/ 405301 h 438657"/>
                <a:gd name="connsiteX0" fmla="*/ 176212 w 2989515"/>
                <a:gd name="connsiteY0" fmla="*/ 176701 h 438639"/>
                <a:gd name="connsiteX1" fmla="*/ 1223962 w 2989515"/>
                <a:gd name="connsiteY1" fmla="*/ 119551 h 438639"/>
                <a:gd name="connsiteX2" fmla="*/ 2528888 w 2989515"/>
                <a:gd name="connsiteY2" fmla="*/ 488 h 438639"/>
                <a:gd name="connsiteX3" fmla="*/ 2986087 w 2989515"/>
                <a:gd name="connsiteY3" fmla="*/ 186226 h 438639"/>
                <a:gd name="connsiteX4" fmla="*/ 2714624 w 2989515"/>
                <a:gd name="connsiteY4" fmla="*/ 376726 h 438639"/>
                <a:gd name="connsiteX5" fmla="*/ 2286000 w 2989515"/>
                <a:gd name="connsiteY5" fmla="*/ 391014 h 438639"/>
                <a:gd name="connsiteX6" fmla="*/ 1762125 w 2989515"/>
                <a:gd name="connsiteY6" fmla="*/ 419589 h 438639"/>
                <a:gd name="connsiteX7" fmla="*/ 1133475 w 2989515"/>
                <a:gd name="connsiteY7" fmla="*/ 429114 h 438639"/>
                <a:gd name="connsiteX8" fmla="*/ 590550 w 2989515"/>
                <a:gd name="connsiteY8" fmla="*/ 438639 h 438639"/>
                <a:gd name="connsiteX9" fmla="*/ 0 w 2989515"/>
                <a:gd name="connsiteY9" fmla="*/ 405301 h 438639"/>
                <a:gd name="connsiteX0" fmla="*/ 185737 w 2999040"/>
                <a:gd name="connsiteY0" fmla="*/ 176701 h 438639"/>
                <a:gd name="connsiteX1" fmla="*/ 1233487 w 2999040"/>
                <a:gd name="connsiteY1" fmla="*/ 119551 h 438639"/>
                <a:gd name="connsiteX2" fmla="*/ 2538413 w 2999040"/>
                <a:gd name="connsiteY2" fmla="*/ 488 h 438639"/>
                <a:gd name="connsiteX3" fmla="*/ 2995612 w 2999040"/>
                <a:gd name="connsiteY3" fmla="*/ 186226 h 438639"/>
                <a:gd name="connsiteX4" fmla="*/ 2724149 w 2999040"/>
                <a:gd name="connsiteY4" fmla="*/ 376726 h 438639"/>
                <a:gd name="connsiteX5" fmla="*/ 2295525 w 2999040"/>
                <a:gd name="connsiteY5" fmla="*/ 391014 h 438639"/>
                <a:gd name="connsiteX6" fmla="*/ 1771650 w 2999040"/>
                <a:gd name="connsiteY6" fmla="*/ 419589 h 438639"/>
                <a:gd name="connsiteX7" fmla="*/ 1143000 w 2999040"/>
                <a:gd name="connsiteY7" fmla="*/ 429114 h 438639"/>
                <a:gd name="connsiteX8" fmla="*/ 600075 w 2999040"/>
                <a:gd name="connsiteY8" fmla="*/ 438639 h 438639"/>
                <a:gd name="connsiteX9" fmla="*/ 0 w 2999040"/>
                <a:gd name="connsiteY9" fmla="*/ 400538 h 438639"/>
                <a:gd name="connsiteX0" fmla="*/ 185737 w 2999040"/>
                <a:gd name="connsiteY0" fmla="*/ 115072 h 377010"/>
                <a:gd name="connsiteX1" fmla="*/ 1233487 w 2999040"/>
                <a:gd name="connsiteY1" fmla="*/ 57922 h 377010"/>
                <a:gd name="connsiteX2" fmla="*/ 2538413 w 2999040"/>
                <a:gd name="connsiteY2" fmla="*/ 771 h 377010"/>
                <a:gd name="connsiteX3" fmla="*/ 2995612 w 2999040"/>
                <a:gd name="connsiteY3" fmla="*/ 124597 h 377010"/>
                <a:gd name="connsiteX4" fmla="*/ 2724149 w 2999040"/>
                <a:gd name="connsiteY4" fmla="*/ 315097 h 377010"/>
                <a:gd name="connsiteX5" fmla="*/ 2295525 w 2999040"/>
                <a:gd name="connsiteY5" fmla="*/ 329385 h 377010"/>
                <a:gd name="connsiteX6" fmla="*/ 1771650 w 2999040"/>
                <a:gd name="connsiteY6" fmla="*/ 357960 h 377010"/>
                <a:gd name="connsiteX7" fmla="*/ 1143000 w 2999040"/>
                <a:gd name="connsiteY7" fmla="*/ 367485 h 377010"/>
                <a:gd name="connsiteX8" fmla="*/ 600075 w 2999040"/>
                <a:gd name="connsiteY8" fmla="*/ 377010 h 377010"/>
                <a:gd name="connsiteX9" fmla="*/ 0 w 2999040"/>
                <a:gd name="connsiteY9" fmla="*/ 338909 h 377010"/>
                <a:gd name="connsiteX0" fmla="*/ 185737 w 2999040"/>
                <a:gd name="connsiteY0" fmla="*/ 115072 h 377010"/>
                <a:gd name="connsiteX1" fmla="*/ 1233487 w 2999040"/>
                <a:gd name="connsiteY1" fmla="*/ 57922 h 377010"/>
                <a:gd name="connsiteX2" fmla="*/ 2538413 w 2999040"/>
                <a:gd name="connsiteY2" fmla="*/ 771 h 377010"/>
                <a:gd name="connsiteX3" fmla="*/ 2995612 w 2999040"/>
                <a:gd name="connsiteY3" fmla="*/ 124597 h 377010"/>
                <a:gd name="connsiteX4" fmla="*/ 2724149 w 2999040"/>
                <a:gd name="connsiteY4" fmla="*/ 315097 h 377010"/>
                <a:gd name="connsiteX5" fmla="*/ 2295525 w 2999040"/>
                <a:gd name="connsiteY5" fmla="*/ 329385 h 377010"/>
                <a:gd name="connsiteX6" fmla="*/ 1771650 w 2999040"/>
                <a:gd name="connsiteY6" fmla="*/ 357960 h 377010"/>
                <a:gd name="connsiteX7" fmla="*/ 1143000 w 2999040"/>
                <a:gd name="connsiteY7" fmla="*/ 367485 h 377010"/>
                <a:gd name="connsiteX8" fmla="*/ 600075 w 2999040"/>
                <a:gd name="connsiteY8" fmla="*/ 377010 h 377010"/>
                <a:gd name="connsiteX9" fmla="*/ 0 w 2999040"/>
                <a:gd name="connsiteY9" fmla="*/ 338909 h 377010"/>
                <a:gd name="connsiteX0" fmla="*/ 185737 w 2995753"/>
                <a:gd name="connsiteY0" fmla="*/ 127030 h 388968"/>
                <a:gd name="connsiteX1" fmla="*/ 1233487 w 2995753"/>
                <a:gd name="connsiteY1" fmla="*/ 69880 h 388968"/>
                <a:gd name="connsiteX2" fmla="*/ 2538413 w 2995753"/>
                <a:gd name="connsiteY2" fmla="*/ 12729 h 388968"/>
                <a:gd name="connsiteX3" fmla="*/ 2995612 w 2995753"/>
                <a:gd name="connsiteY3" fmla="*/ 136555 h 388968"/>
                <a:gd name="connsiteX4" fmla="*/ 2724149 w 2995753"/>
                <a:gd name="connsiteY4" fmla="*/ 327055 h 388968"/>
                <a:gd name="connsiteX5" fmla="*/ 2295525 w 2995753"/>
                <a:gd name="connsiteY5" fmla="*/ 341343 h 388968"/>
                <a:gd name="connsiteX6" fmla="*/ 1771650 w 2995753"/>
                <a:gd name="connsiteY6" fmla="*/ 369918 h 388968"/>
                <a:gd name="connsiteX7" fmla="*/ 1143000 w 2995753"/>
                <a:gd name="connsiteY7" fmla="*/ 379443 h 388968"/>
                <a:gd name="connsiteX8" fmla="*/ 600075 w 2995753"/>
                <a:gd name="connsiteY8" fmla="*/ 388968 h 388968"/>
                <a:gd name="connsiteX9" fmla="*/ 0 w 2995753"/>
                <a:gd name="connsiteY9" fmla="*/ 350867 h 388968"/>
                <a:gd name="connsiteX0" fmla="*/ 185737 w 2997904"/>
                <a:gd name="connsiteY0" fmla="*/ 126761 h 388699"/>
                <a:gd name="connsiteX1" fmla="*/ 1233487 w 2997904"/>
                <a:gd name="connsiteY1" fmla="*/ 69611 h 388699"/>
                <a:gd name="connsiteX2" fmla="*/ 2538413 w 2997904"/>
                <a:gd name="connsiteY2" fmla="*/ 12460 h 388699"/>
                <a:gd name="connsiteX3" fmla="*/ 2995612 w 2997904"/>
                <a:gd name="connsiteY3" fmla="*/ 136286 h 388699"/>
                <a:gd name="connsiteX4" fmla="*/ 2724149 w 2997904"/>
                <a:gd name="connsiteY4" fmla="*/ 326786 h 388699"/>
                <a:gd name="connsiteX5" fmla="*/ 2295525 w 2997904"/>
                <a:gd name="connsiteY5" fmla="*/ 341074 h 388699"/>
                <a:gd name="connsiteX6" fmla="*/ 1771650 w 2997904"/>
                <a:gd name="connsiteY6" fmla="*/ 369649 h 388699"/>
                <a:gd name="connsiteX7" fmla="*/ 1143000 w 2997904"/>
                <a:gd name="connsiteY7" fmla="*/ 379174 h 388699"/>
                <a:gd name="connsiteX8" fmla="*/ 600075 w 2997904"/>
                <a:gd name="connsiteY8" fmla="*/ 388699 h 388699"/>
                <a:gd name="connsiteX9" fmla="*/ 0 w 2997904"/>
                <a:gd name="connsiteY9" fmla="*/ 350598 h 388699"/>
                <a:gd name="connsiteX0" fmla="*/ 185737 w 2999040"/>
                <a:gd name="connsiteY0" fmla="*/ 115072 h 377010"/>
                <a:gd name="connsiteX1" fmla="*/ 1233487 w 2999040"/>
                <a:gd name="connsiteY1" fmla="*/ 57922 h 377010"/>
                <a:gd name="connsiteX2" fmla="*/ 2538413 w 2999040"/>
                <a:gd name="connsiteY2" fmla="*/ 771 h 377010"/>
                <a:gd name="connsiteX3" fmla="*/ 2995612 w 2999040"/>
                <a:gd name="connsiteY3" fmla="*/ 124597 h 377010"/>
                <a:gd name="connsiteX4" fmla="*/ 2724149 w 2999040"/>
                <a:gd name="connsiteY4" fmla="*/ 315097 h 377010"/>
                <a:gd name="connsiteX5" fmla="*/ 2295525 w 2999040"/>
                <a:gd name="connsiteY5" fmla="*/ 329385 h 377010"/>
                <a:gd name="connsiteX6" fmla="*/ 1771650 w 2999040"/>
                <a:gd name="connsiteY6" fmla="*/ 357960 h 377010"/>
                <a:gd name="connsiteX7" fmla="*/ 1143000 w 2999040"/>
                <a:gd name="connsiteY7" fmla="*/ 367485 h 377010"/>
                <a:gd name="connsiteX8" fmla="*/ 600075 w 2999040"/>
                <a:gd name="connsiteY8" fmla="*/ 377010 h 377010"/>
                <a:gd name="connsiteX9" fmla="*/ 0 w 2999040"/>
                <a:gd name="connsiteY9" fmla="*/ 338909 h 377010"/>
                <a:gd name="connsiteX0" fmla="*/ 185737 w 3001208"/>
                <a:gd name="connsiteY0" fmla="*/ 115072 h 377010"/>
                <a:gd name="connsiteX1" fmla="*/ 1233487 w 3001208"/>
                <a:gd name="connsiteY1" fmla="*/ 57922 h 377010"/>
                <a:gd name="connsiteX2" fmla="*/ 2538413 w 3001208"/>
                <a:gd name="connsiteY2" fmla="*/ 771 h 377010"/>
                <a:gd name="connsiteX3" fmla="*/ 2995612 w 3001208"/>
                <a:gd name="connsiteY3" fmla="*/ 124597 h 377010"/>
                <a:gd name="connsiteX4" fmla="*/ 2724149 w 3001208"/>
                <a:gd name="connsiteY4" fmla="*/ 315097 h 377010"/>
                <a:gd name="connsiteX5" fmla="*/ 1771650 w 3001208"/>
                <a:gd name="connsiteY5" fmla="*/ 357960 h 377010"/>
                <a:gd name="connsiteX6" fmla="*/ 1143000 w 3001208"/>
                <a:gd name="connsiteY6" fmla="*/ 367485 h 377010"/>
                <a:gd name="connsiteX7" fmla="*/ 600075 w 3001208"/>
                <a:gd name="connsiteY7" fmla="*/ 377010 h 377010"/>
                <a:gd name="connsiteX8" fmla="*/ 0 w 3001208"/>
                <a:gd name="connsiteY8" fmla="*/ 338909 h 377010"/>
                <a:gd name="connsiteX0" fmla="*/ 185737 w 3001208"/>
                <a:gd name="connsiteY0" fmla="*/ 114301 h 376239"/>
                <a:gd name="connsiteX1" fmla="*/ 1233487 w 3001208"/>
                <a:gd name="connsiteY1" fmla="*/ 57151 h 376239"/>
                <a:gd name="connsiteX2" fmla="*/ 2538413 w 3001208"/>
                <a:gd name="connsiteY2" fmla="*/ 0 h 376239"/>
                <a:gd name="connsiteX3" fmla="*/ 2995612 w 3001208"/>
                <a:gd name="connsiteY3" fmla="*/ 123826 h 376239"/>
                <a:gd name="connsiteX4" fmla="*/ 2724149 w 3001208"/>
                <a:gd name="connsiteY4" fmla="*/ 314326 h 376239"/>
                <a:gd name="connsiteX5" fmla="*/ 1771650 w 3001208"/>
                <a:gd name="connsiteY5" fmla="*/ 357189 h 376239"/>
                <a:gd name="connsiteX6" fmla="*/ 1143000 w 3001208"/>
                <a:gd name="connsiteY6" fmla="*/ 366714 h 376239"/>
                <a:gd name="connsiteX7" fmla="*/ 600075 w 3001208"/>
                <a:gd name="connsiteY7" fmla="*/ 376239 h 376239"/>
                <a:gd name="connsiteX8" fmla="*/ 0 w 3001208"/>
                <a:gd name="connsiteY8" fmla="*/ 338138 h 376239"/>
                <a:gd name="connsiteX0" fmla="*/ 185737 w 2998729"/>
                <a:gd name="connsiteY0" fmla="*/ 114301 h 376239"/>
                <a:gd name="connsiteX1" fmla="*/ 1233487 w 2998729"/>
                <a:gd name="connsiteY1" fmla="*/ 57151 h 376239"/>
                <a:gd name="connsiteX2" fmla="*/ 2538413 w 2998729"/>
                <a:gd name="connsiteY2" fmla="*/ 0 h 376239"/>
                <a:gd name="connsiteX3" fmla="*/ 2995612 w 2998729"/>
                <a:gd name="connsiteY3" fmla="*/ 123826 h 376239"/>
                <a:gd name="connsiteX4" fmla="*/ 2724149 w 2998729"/>
                <a:gd name="connsiteY4" fmla="*/ 314326 h 376239"/>
                <a:gd name="connsiteX5" fmla="*/ 1771650 w 2998729"/>
                <a:gd name="connsiteY5" fmla="*/ 357189 h 376239"/>
                <a:gd name="connsiteX6" fmla="*/ 1143000 w 2998729"/>
                <a:gd name="connsiteY6" fmla="*/ 366714 h 376239"/>
                <a:gd name="connsiteX7" fmla="*/ 600075 w 2998729"/>
                <a:gd name="connsiteY7" fmla="*/ 376239 h 376239"/>
                <a:gd name="connsiteX8" fmla="*/ 0 w 2998729"/>
                <a:gd name="connsiteY8" fmla="*/ 338138 h 376239"/>
                <a:gd name="connsiteX0" fmla="*/ 185737 w 3013726"/>
                <a:gd name="connsiteY0" fmla="*/ 114301 h 376239"/>
                <a:gd name="connsiteX1" fmla="*/ 1233487 w 3013726"/>
                <a:gd name="connsiteY1" fmla="*/ 57151 h 376239"/>
                <a:gd name="connsiteX2" fmla="*/ 2538413 w 3013726"/>
                <a:gd name="connsiteY2" fmla="*/ 0 h 376239"/>
                <a:gd name="connsiteX3" fmla="*/ 2995612 w 3013726"/>
                <a:gd name="connsiteY3" fmla="*/ 123826 h 376239"/>
                <a:gd name="connsiteX4" fmla="*/ 2724149 w 3013726"/>
                <a:gd name="connsiteY4" fmla="*/ 314326 h 376239"/>
                <a:gd name="connsiteX5" fmla="*/ 1771650 w 3013726"/>
                <a:gd name="connsiteY5" fmla="*/ 357189 h 376239"/>
                <a:gd name="connsiteX6" fmla="*/ 1143000 w 3013726"/>
                <a:gd name="connsiteY6" fmla="*/ 366714 h 376239"/>
                <a:gd name="connsiteX7" fmla="*/ 600075 w 3013726"/>
                <a:gd name="connsiteY7" fmla="*/ 376239 h 376239"/>
                <a:gd name="connsiteX8" fmla="*/ 0 w 3013726"/>
                <a:gd name="connsiteY8" fmla="*/ 338138 h 376239"/>
                <a:gd name="connsiteX0" fmla="*/ 185737 w 2996767"/>
                <a:gd name="connsiteY0" fmla="*/ 114301 h 376239"/>
                <a:gd name="connsiteX1" fmla="*/ 1233487 w 2996767"/>
                <a:gd name="connsiteY1" fmla="*/ 57151 h 376239"/>
                <a:gd name="connsiteX2" fmla="*/ 2538413 w 2996767"/>
                <a:gd name="connsiteY2" fmla="*/ 0 h 376239"/>
                <a:gd name="connsiteX3" fmla="*/ 2995612 w 2996767"/>
                <a:gd name="connsiteY3" fmla="*/ 123826 h 376239"/>
                <a:gd name="connsiteX4" fmla="*/ 2724149 w 2996767"/>
                <a:gd name="connsiteY4" fmla="*/ 314326 h 376239"/>
                <a:gd name="connsiteX5" fmla="*/ 1771650 w 2996767"/>
                <a:gd name="connsiteY5" fmla="*/ 357189 h 376239"/>
                <a:gd name="connsiteX6" fmla="*/ 1143000 w 2996767"/>
                <a:gd name="connsiteY6" fmla="*/ 366714 h 376239"/>
                <a:gd name="connsiteX7" fmla="*/ 600075 w 2996767"/>
                <a:gd name="connsiteY7" fmla="*/ 376239 h 376239"/>
                <a:gd name="connsiteX8" fmla="*/ 0 w 2996767"/>
                <a:gd name="connsiteY8" fmla="*/ 338138 h 376239"/>
                <a:gd name="connsiteX0" fmla="*/ 185737 w 3001208"/>
                <a:gd name="connsiteY0" fmla="*/ 90488 h 352426"/>
                <a:gd name="connsiteX1" fmla="*/ 1233487 w 3001208"/>
                <a:gd name="connsiteY1" fmla="*/ 33338 h 352426"/>
                <a:gd name="connsiteX2" fmla="*/ 2538413 w 3001208"/>
                <a:gd name="connsiteY2" fmla="*/ 0 h 352426"/>
                <a:gd name="connsiteX3" fmla="*/ 2995612 w 3001208"/>
                <a:gd name="connsiteY3" fmla="*/ 100013 h 352426"/>
                <a:gd name="connsiteX4" fmla="*/ 2724149 w 3001208"/>
                <a:gd name="connsiteY4" fmla="*/ 290513 h 352426"/>
                <a:gd name="connsiteX5" fmla="*/ 1771650 w 3001208"/>
                <a:gd name="connsiteY5" fmla="*/ 333376 h 352426"/>
                <a:gd name="connsiteX6" fmla="*/ 1143000 w 3001208"/>
                <a:gd name="connsiteY6" fmla="*/ 342901 h 352426"/>
                <a:gd name="connsiteX7" fmla="*/ 600075 w 3001208"/>
                <a:gd name="connsiteY7" fmla="*/ 352426 h 352426"/>
                <a:gd name="connsiteX8" fmla="*/ 0 w 3001208"/>
                <a:gd name="connsiteY8" fmla="*/ 314325 h 352426"/>
                <a:gd name="connsiteX0" fmla="*/ 185737 w 2998729"/>
                <a:gd name="connsiteY0" fmla="*/ 90590 h 352528"/>
                <a:gd name="connsiteX1" fmla="*/ 1233487 w 2998729"/>
                <a:gd name="connsiteY1" fmla="*/ 33440 h 352528"/>
                <a:gd name="connsiteX2" fmla="*/ 2538413 w 2998729"/>
                <a:gd name="connsiteY2" fmla="*/ 102 h 352528"/>
                <a:gd name="connsiteX3" fmla="*/ 2995612 w 2998729"/>
                <a:gd name="connsiteY3" fmla="*/ 100115 h 352528"/>
                <a:gd name="connsiteX4" fmla="*/ 2724149 w 2998729"/>
                <a:gd name="connsiteY4" fmla="*/ 290615 h 352528"/>
                <a:gd name="connsiteX5" fmla="*/ 1771650 w 2998729"/>
                <a:gd name="connsiteY5" fmla="*/ 333478 h 352528"/>
                <a:gd name="connsiteX6" fmla="*/ 1143000 w 2998729"/>
                <a:gd name="connsiteY6" fmla="*/ 343003 h 352528"/>
                <a:gd name="connsiteX7" fmla="*/ 600075 w 2998729"/>
                <a:gd name="connsiteY7" fmla="*/ 352528 h 352528"/>
                <a:gd name="connsiteX8" fmla="*/ 0 w 2998729"/>
                <a:gd name="connsiteY8" fmla="*/ 314427 h 352528"/>
                <a:gd name="connsiteX0" fmla="*/ 185737 w 3001208"/>
                <a:gd name="connsiteY0" fmla="*/ 90488 h 352426"/>
                <a:gd name="connsiteX1" fmla="*/ 1233487 w 3001208"/>
                <a:gd name="connsiteY1" fmla="*/ 33338 h 352426"/>
                <a:gd name="connsiteX2" fmla="*/ 2538413 w 3001208"/>
                <a:gd name="connsiteY2" fmla="*/ 0 h 352426"/>
                <a:gd name="connsiteX3" fmla="*/ 2995612 w 3001208"/>
                <a:gd name="connsiteY3" fmla="*/ 100013 h 352426"/>
                <a:gd name="connsiteX4" fmla="*/ 2724149 w 3001208"/>
                <a:gd name="connsiteY4" fmla="*/ 290513 h 352426"/>
                <a:gd name="connsiteX5" fmla="*/ 1771650 w 3001208"/>
                <a:gd name="connsiteY5" fmla="*/ 333376 h 352426"/>
                <a:gd name="connsiteX6" fmla="*/ 1143000 w 3001208"/>
                <a:gd name="connsiteY6" fmla="*/ 342901 h 352426"/>
                <a:gd name="connsiteX7" fmla="*/ 600075 w 3001208"/>
                <a:gd name="connsiteY7" fmla="*/ 352426 h 352426"/>
                <a:gd name="connsiteX8" fmla="*/ 0 w 3001208"/>
                <a:gd name="connsiteY8" fmla="*/ 314325 h 352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01208" h="352426">
                  <a:moveTo>
                    <a:pt x="185737" y="90488"/>
                  </a:moveTo>
                  <a:cubicBezTo>
                    <a:pt x="609343" y="101079"/>
                    <a:pt x="841374" y="48419"/>
                    <a:pt x="1233487" y="33338"/>
                  </a:cubicBezTo>
                  <a:cubicBezTo>
                    <a:pt x="1625600" y="18257"/>
                    <a:pt x="2103438" y="11113"/>
                    <a:pt x="2538413" y="0"/>
                  </a:cubicBezTo>
                  <a:cubicBezTo>
                    <a:pt x="2832100" y="11112"/>
                    <a:pt x="2964656" y="-5556"/>
                    <a:pt x="2995612" y="100013"/>
                  </a:cubicBezTo>
                  <a:cubicBezTo>
                    <a:pt x="3026568" y="205582"/>
                    <a:pt x="2928143" y="251619"/>
                    <a:pt x="2724149" y="290513"/>
                  </a:cubicBezTo>
                  <a:cubicBezTo>
                    <a:pt x="2520155" y="329407"/>
                    <a:pt x="2035175" y="324645"/>
                    <a:pt x="1771650" y="333376"/>
                  </a:cubicBezTo>
                  <a:lnTo>
                    <a:pt x="1143000" y="342901"/>
                  </a:lnTo>
                  <a:lnTo>
                    <a:pt x="600075" y="352426"/>
                  </a:lnTo>
                  <a:cubicBezTo>
                    <a:pt x="411163" y="348457"/>
                    <a:pt x="123031" y="321270"/>
                    <a:pt x="0" y="314325"/>
                  </a:cubicBezTo>
                </a:path>
              </a:pathLst>
            </a:custGeom>
            <a:noFill/>
            <a:ln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1" name="直接连接符 20">
              <a:extLst>
                <a:ext uri="{FF2B5EF4-FFF2-40B4-BE49-F238E27FC236}">
                  <a16:creationId xmlns:a16="http://schemas.microsoft.com/office/drawing/2014/main" id="{37D9BB8C-85C0-C4C4-2D27-C82E4C4E85FC}"/>
                </a:ext>
              </a:extLst>
            </p:cNvPr>
            <p:cNvCxnSpPr/>
            <p:nvPr/>
          </p:nvCxnSpPr>
          <p:spPr>
            <a:xfrm>
              <a:off x="-3193535" y="8238497"/>
              <a:ext cx="0" cy="1819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>
              <a:extLst>
                <a:ext uri="{FF2B5EF4-FFF2-40B4-BE49-F238E27FC236}">
                  <a16:creationId xmlns:a16="http://schemas.microsoft.com/office/drawing/2014/main" id="{80DA8485-9EEB-BF35-0D8F-B85133B61AE8}"/>
                </a:ext>
              </a:extLst>
            </p:cNvPr>
            <p:cNvCxnSpPr/>
            <p:nvPr/>
          </p:nvCxnSpPr>
          <p:spPr>
            <a:xfrm>
              <a:off x="-771318" y="8247425"/>
              <a:ext cx="0" cy="1819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接连接符 23">
              <a:extLst>
                <a:ext uri="{FF2B5EF4-FFF2-40B4-BE49-F238E27FC236}">
                  <a16:creationId xmlns:a16="http://schemas.microsoft.com/office/drawing/2014/main" id="{D7875251-6EF6-857E-14DD-2FDD7E51A08B}"/>
                </a:ext>
              </a:extLst>
            </p:cNvPr>
            <p:cNvCxnSpPr>
              <a:cxnSpLocks/>
            </p:cNvCxnSpPr>
            <p:nvPr/>
          </p:nvCxnSpPr>
          <p:spPr>
            <a:xfrm>
              <a:off x="-3193535" y="8338375"/>
              <a:ext cx="2413405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文本框 33">
              <a:extLst>
                <a:ext uri="{FF2B5EF4-FFF2-40B4-BE49-F238E27FC236}">
                  <a16:creationId xmlns:a16="http://schemas.microsoft.com/office/drawing/2014/main" id="{1841D86B-D873-1DE7-F450-B92749D39437}"/>
                </a:ext>
              </a:extLst>
            </p:cNvPr>
            <p:cNvSpPr txBox="1"/>
            <p:nvPr/>
          </p:nvSpPr>
          <p:spPr>
            <a:xfrm>
              <a:off x="-2201595" y="8286148"/>
              <a:ext cx="457028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12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3m</a:t>
              </a:r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5" name="组合 34">
            <a:extLst>
              <a:ext uri="{FF2B5EF4-FFF2-40B4-BE49-F238E27FC236}">
                <a16:creationId xmlns:a16="http://schemas.microsoft.com/office/drawing/2014/main" id="{C73FF85E-FC84-F59C-58B7-B4A66FB7B6B0}"/>
              </a:ext>
            </a:extLst>
          </p:cNvPr>
          <p:cNvGrpSpPr/>
          <p:nvPr/>
        </p:nvGrpSpPr>
        <p:grpSpPr>
          <a:xfrm>
            <a:off x="3142518" y="5656741"/>
            <a:ext cx="1309341" cy="261625"/>
            <a:chOff x="4389235" y="5094329"/>
            <a:chExt cx="2716057" cy="615793"/>
          </a:xfrm>
        </p:grpSpPr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7A8244C7-C3DB-F90E-C27A-546AA3E61CAD}"/>
                </a:ext>
              </a:extLst>
            </p:cNvPr>
            <p:cNvGrpSpPr/>
            <p:nvPr/>
          </p:nvGrpSpPr>
          <p:grpSpPr>
            <a:xfrm>
              <a:off x="4389235" y="5094329"/>
              <a:ext cx="2716057" cy="615793"/>
              <a:chOff x="4451507" y="4199800"/>
              <a:chExt cx="2716057" cy="615793"/>
            </a:xfrm>
          </p:grpSpPr>
          <p:sp>
            <p:nvSpPr>
              <p:cNvPr id="38" name="矩形: 剪去左右顶角 169">
                <a:extLst>
                  <a:ext uri="{FF2B5EF4-FFF2-40B4-BE49-F238E27FC236}">
                    <a16:creationId xmlns:a16="http://schemas.microsoft.com/office/drawing/2014/main" id="{D64CFE9A-0DE7-A801-6AF0-CD005AEA0957}"/>
                  </a:ext>
                </a:extLst>
              </p:cNvPr>
              <p:cNvSpPr/>
              <p:nvPr/>
            </p:nvSpPr>
            <p:spPr>
              <a:xfrm>
                <a:off x="4451507" y="4199800"/>
                <a:ext cx="2716057" cy="615793"/>
              </a:xfrm>
              <a:custGeom>
                <a:avLst/>
                <a:gdLst>
                  <a:gd name="connsiteX0" fmla="*/ 315364 w 1892144"/>
                  <a:gd name="connsiteY0" fmla="*/ 0 h 1892144"/>
                  <a:gd name="connsiteX1" fmla="*/ 1576780 w 1892144"/>
                  <a:gd name="connsiteY1" fmla="*/ 0 h 1892144"/>
                  <a:gd name="connsiteX2" fmla="*/ 1892144 w 1892144"/>
                  <a:gd name="connsiteY2" fmla="*/ 315364 h 1892144"/>
                  <a:gd name="connsiteX3" fmla="*/ 1892144 w 1892144"/>
                  <a:gd name="connsiteY3" fmla="*/ 1892144 h 1892144"/>
                  <a:gd name="connsiteX4" fmla="*/ 1892144 w 1892144"/>
                  <a:gd name="connsiteY4" fmla="*/ 1892144 h 1892144"/>
                  <a:gd name="connsiteX5" fmla="*/ 0 w 1892144"/>
                  <a:gd name="connsiteY5" fmla="*/ 1892144 h 1892144"/>
                  <a:gd name="connsiteX6" fmla="*/ 0 w 1892144"/>
                  <a:gd name="connsiteY6" fmla="*/ 1892144 h 1892144"/>
                  <a:gd name="connsiteX7" fmla="*/ 0 w 1892144"/>
                  <a:gd name="connsiteY7" fmla="*/ 315364 h 1892144"/>
                  <a:gd name="connsiteX8" fmla="*/ 315364 w 1892144"/>
                  <a:gd name="connsiteY8" fmla="*/ 0 h 1892144"/>
                  <a:gd name="connsiteX0" fmla="*/ 315364 w 2007786"/>
                  <a:gd name="connsiteY0" fmla="*/ 0 h 1892144"/>
                  <a:gd name="connsiteX1" fmla="*/ 2007786 w 2007786"/>
                  <a:gd name="connsiteY1" fmla="*/ 4763 h 1892144"/>
                  <a:gd name="connsiteX2" fmla="*/ 1892144 w 2007786"/>
                  <a:gd name="connsiteY2" fmla="*/ 315364 h 1892144"/>
                  <a:gd name="connsiteX3" fmla="*/ 1892144 w 2007786"/>
                  <a:gd name="connsiteY3" fmla="*/ 1892144 h 1892144"/>
                  <a:gd name="connsiteX4" fmla="*/ 1892144 w 2007786"/>
                  <a:gd name="connsiteY4" fmla="*/ 1892144 h 1892144"/>
                  <a:gd name="connsiteX5" fmla="*/ 0 w 2007786"/>
                  <a:gd name="connsiteY5" fmla="*/ 1892144 h 1892144"/>
                  <a:gd name="connsiteX6" fmla="*/ 0 w 2007786"/>
                  <a:gd name="connsiteY6" fmla="*/ 1892144 h 1892144"/>
                  <a:gd name="connsiteX7" fmla="*/ 0 w 2007786"/>
                  <a:gd name="connsiteY7" fmla="*/ 315364 h 1892144"/>
                  <a:gd name="connsiteX8" fmla="*/ 315364 w 2007786"/>
                  <a:gd name="connsiteY8" fmla="*/ 0 h 1892144"/>
                  <a:gd name="connsiteX0" fmla="*/ 46283 w 2007786"/>
                  <a:gd name="connsiteY0" fmla="*/ 2380 h 1887381"/>
                  <a:gd name="connsiteX1" fmla="*/ 2007786 w 2007786"/>
                  <a:gd name="connsiteY1" fmla="*/ 0 h 1887381"/>
                  <a:gd name="connsiteX2" fmla="*/ 1892144 w 2007786"/>
                  <a:gd name="connsiteY2" fmla="*/ 310601 h 1887381"/>
                  <a:gd name="connsiteX3" fmla="*/ 1892144 w 2007786"/>
                  <a:gd name="connsiteY3" fmla="*/ 1887381 h 1887381"/>
                  <a:gd name="connsiteX4" fmla="*/ 1892144 w 2007786"/>
                  <a:gd name="connsiteY4" fmla="*/ 1887381 h 1887381"/>
                  <a:gd name="connsiteX5" fmla="*/ 0 w 2007786"/>
                  <a:gd name="connsiteY5" fmla="*/ 1887381 h 1887381"/>
                  <a:gd name="connsiteX6" fmla="*/ 0 w 2007786"/>
                  <a:gd name="connsiteY6" fmla="*/ 1887381 h 1887381"/>
                  <a:gd name="connsiteX7" fmla="*/ 0 w 2007786"/>
                  <a:gd name="connsiteY7" fmla="*/ 310601 h 1887381"/>
                  <a:gd name="connsiteX8" fmla="*/ 46283 w 2007786"/>
                  <a:gd name="connsiteY8" fmla="*/ 2380 h 1887381"/>
                  <a:gd name="connsiteX0" fmla="*/ 377277 w 2338780"/>
                  <a:gd name="connsiteY0" fmla="*/ 2380 h 1887381"/>
                  <a:gd name="connsiteX1" fmla="*/ 2338780 w 2338780"/>
                  <a:gd name="connsiteY1" fmla="*/ 0 h 1887381"/>
                  <a:gd name="connsiteX2" fmla="*/ 2223138 w 2338780"/>
                  <a:gd name="connsiteY2" fmla="*/ 310601 h 1887381"/>
                  <a:gd name="connsiteX3" fmla="*/ 2223138 w 2338780"/>
                  <a:gd name="connsiteY3" fmla="*/ 1887381 h 1887381"/>
                  <a:gd name="connsiteX4" fmla="*/ 2223138 w 2338780"/>
                  <a:gd name="connsiteY4" fmla="*/ 1887381 h 1887381"/>
                  <a:gd name="connsiteX5" fmla="*/ 330994 w 2338780"/>
                  <a:gd name="connsiteY5" fmla="*/ 1887381 h 1887381"/>
                  <a:gd name="connsiteX6" fmla="*/ 330994 w 2338780"/>
                  <a:gd name="connsiteY6" fmla="*/ 1887381 h 1887381"/>
                  <a:gd name="connsiteX7" fmla="*/ 0 w 2338780"/>
                  <a:gd name="connsiteY7" fmla="*/ 463001 h 1887381"/>
                  <a:gd name="connsiteX8" fmla="*/ 377277 w 2338780"/>
                  <a:gd name="connsiteY8" fmla="*/ 2380 h 1887381"/>
                  <a:gd name="connsiteX0" fmla="*/ 377277 w 2708913"/>
                  <a:gd name="connsiteY0" fmla="*/ 2380 h 1887381"/>
                  <a:gd name="connsiteX1" fmla="*/ 2338780 w 2708913"/>
                  <a:gd name="connsiteY1" fmla="*/ 0 h 1887381"/>
                  <a:gd name="connsiteX2" fmla="*/ 2708913 w 2708913"/>
                  <a:gd name="connsiteY2" fmla="*/ 463001 h 1887381"/>
                  <a:gd name="connsiteX3" fmla="*/ 2223138 w 2708913"/>
                  <a:gd name="connsiteY3" fmla="*/ 1887381 h 1887381"/>
                  <a:gd name="connsiteX4" fmla="*/ 2223138 w 2708913"/>
                  <a:gd name="connsiteY4" fmla="*/ 1887381 h 1887381"/>
                  <a:gd name="connsiteX5" fmla="*/ 330994 w 2708913"/>
                  <a:gd name="connsiteY5" fmla="*/ 1887381 h 1887381"/>
                  <a:gd name="connsiteX6" fmla="*/ 330994 w 2708913"/>
                  <a:gd name="connsiteY6" fmla="*/ 1887381 h 1887381"/>
                  <a:gd name="connsiteX7" fmla="*/ 0 w 2708913"/>
                  <a:gd name="connsiteY7" fmla="*/ 463001 h 1887381"/>
                  <a:gd name="connsiteX8" fmla="*/ 377277 w 2708913"/>
                  <a:gd name="connsiteY8" fmla="*/ 2380 h 1887381"/>
                  <a:gd name="connsiteX0" fmla="*/ 377277 w 2708913"/>
                  <a:gd name="connsiteY0" fmla="*/ 2380 h 1887381"/>
                  <a:gd name="connsiteX1" fmla="*/ 2338780 w 2708913"/>
                  <a:gd name="connsiteY1" fmla="*/ 0 h 1887381"/>
                  <a:gd name="connsiteX2" fmla="*/ 2708913 w 2708913"/>
                  <a:gd name="connsiteY2" fmla="*/ 463001 h 1887381"/>
                  <a:gd name="connsiteX3" fmla="*/ 2223138 w 2708913"/>
                  <a:gd name="connsiteY3" fmla="*/ 1887381 h 1887381"/>
                  <a:gd name="connsiteX4" fmla="*/ 2499363 w 2708913"/>
                  <a:gd name="connsiteY4" fmla="*/ 1834994 h 1887381"/>
                  <a:gd name="connsiteX5" fmla="*/ 330994 w 2708913"/>
                  <a:gd name="connsiteY5" fmla="*/ 1887381 h 1887381"/>
                  <a:gd name="connsiteX6" fmla="*/ 330994 w 2708913"/>
                  <a:gd name="connsiteY6" fmla="*/ 1887381 h 1887381"/>
                  <a:gd name="connsiteX7" fmla="*/ 0 w 2708913"/>
                  <a:gd name="connsiteY7" fmla="*/ 463001 h 1887381"/>
                  <a:gd name="connsiteX8" fmla="*/ 377277 w 2708913"/>
                  <a:gd name="connsiteY8" fmla="*/ 2380 h 1887381"/>
                  <a:gd name="connsiteX0" fmla="*/ 377277 w 2708913"/>
                  <a:gd name="connsiteY0" fmla="*/ 2380 h 1887381"/>
                  <a:gd name="connsiteX1" fmla="*/ 2338780 w 2708913"/>
                  <a:gd name="connsiteY1" fmla="*/ 0 h 1887381"/>
                  <a:gd name="connsiteX2" fmla="*/ 2708913 w 2708913"/>
                  <a:gd name="connsiteY2" fmla="*/ 463001 h 1887381"/>
                  <a:gd name="connsiteX3" fmla="*/ 2223138 w 2708913"/>
                  <a:gd name="connsiteY3" fmla="*/ 1887381 h 1887381"/>
                  <a:gd name="connsiteX4" fmla="*/ 330994 w 2708913"/>
                  <a:gd name="connsiteY4" fmla="*/ 1887381 h 1887381"/>
                  <a:gd name="connsiteX5" fmla="*/ 330994 w 2708913"/>
                  <a:gd name="connsiteY5" fmla="*/ 1887381 h 1887381"/>
                  <a:gd name="connsiteX6" fmla="*/ 0 w 2708913"/>
                  <a:gd name="connsiteY6" fmla="*/ 463001 h 1887381"/>
                  <a:gd name="connsiteX7" fmla="*/ 377277 w 2708913"/>
                  <a:gd name="connsiteY7" fmla="*/ 2380 h 1887381"/>
                  <a:gd name="connsiteX0" fmla="*/ 377277 w 2713676"/>
                  <a:gd name="connsiteY0" fmla="*/ 2380 h 1887381"/>
                  <a:gd name="connsiteX1" fmla="*/ 2338780 w 2713676"/>
                  <a:gd name="connsiteY1" fmla="*/ 0 h 1887381"/>
                  <a:gd name="connsiteX2" fmla="*/ 2708913 w 2713676"/>
                  <a:gd name="connsiteY2" fmla="*/ 463001 h 1887381"/>
                  <a:gd name="connsiteX3" fmla="*/ 2713676 w 2713676"/>
                  <a:gd name="connsiteY3" fmla="*/ 615793 h 1887381"/>
                  <a:gd name="connsiteX4" fmla="*/ 330994 w 2713676"/>
                  <a:gd name="connsiteY4" fmla="*/ 1887381 h 1887381"/>
                  <a:gd name="connsiteX5" fmla="*/ 330994 w 2713676"/>
                  <a:gd name="connsiteY5" fmla="*/ 1887381 h 1887381"/>
                  <a:gd name="connsiteX6" fmla="*/ 0 w 2713676"/>
                  <a:gd name="connsiteY6" fmla="*/ 463001 h 1887381"/>
                  <a:gd name="connsiteX7" fmla="*/ 377277 w 2713676"/>
                  <a:gd name="connsiteY7" fmla="*/ 2380 h 1887381"/>
                  <a:gd name="connsiteX0" fmla="*/ 384421 w 2720820"/>
                  <a:gd name="connsiteY0" fmla="*/ 2380 h 1887381"/>
                  <a:gd name="connsiteX1" fmla="*/ 2345924 w 2720820"/>
                  <a:gd name="connsiteY1" fmla="*/ 0 h 1887381"/>
                  <a:gd name="connsiteX2" fmla="*/ 2716057 w 2720820"/>
                  <a:gd name="connsiteY2" fmla="*/ 463001 h 1887381"/>
                  <a:gd name="connsiteX3" fmla="*/ 2720820 w 2720820"/>
                  <a:gd name="connsiteY3" fmla="*/ 615793 h 1887381"/>
                  <a:gd name="connsiteX4" fmla="*/ 338138 w 2720820"/>
                  <a:gd name="connsiteY4" fmla="*/ 1887381 h 1887381"/>
                  <a:gd name="connsiteX5" fmla="*/ 0 w 2720820"/>
                  <a:gd name="connsiteY5" fmla="*/ 1134906 h 1887381"/>
                  <a:gd name="connsiteX6" fmla="*/ 7144 w 2720820"/>
                  <a:gd name="connsiteY6" fmla="*/ 463001 h 1887381"/>
                  <a:gd name="connsiteX7" fmla="*/ 384421 w 2720820"/>
                  <a:gd name="connsiteY7" fmla="*/ 2380 h 1887381"/>
                  <a:gd name="connsiteX0" fmla="*/ 377277 w 2713676"/>
                  <a:gd name="connsiteY0" fmla="*/ 2380 h 1887381"/>
                  <a:gd name="connsiteX1" fmla="*/ 2338780 w 2713676"/>
                  <a:gd name="connsiteY1" fmla="*/ 0 h 1887381"/>
                  <a:gd name="connsiteX2" fmla="*/ 2708913 w 2713676"/>
                  <a:gd name="connsiteY2" fmla="*/ 463001 h 1887381"/>
                  <a:gd name="connsiteX3" fmla="*/ 2713676 w 2713676"/>
                  <a:gd name="connsiteY3" fmla="*/ 615793 h 1887381"/>
                  <a:gd name="connsiteX4" fmla="*/ 330994 w 2713676"/>
                  <a:gd name="connsiteY4" fmla="*/ 1887381 h 1887381"/>
                  <a:gd name="connsiteX5" fmla="*/ 0 w 2713676"/>
                  <a:gd name="connsiteY5" fmla="*/ 463001 h 1887381"/>
                  <a:gd name="connsiteX6" fmla="*/ 377277 w 2713676"/>
                  <a:gd name="connsiteY6" fmla="*/ 2380 h 1887381"/>
                  <a:gd name="connsiteX0" fmla="*/ 389183 w 2725582"/>
                  <a:gd name="connsiteY0" fmla="*/ 2380 h 615793"/>
                  <a:gd name="connsiteX1" fmla="*/ 2350686 w 2725582"/>
                  <a:gd name="connsiteY1" fmla="*/ 0 h 615793"/>
                  <a:gd name="connsiteX2" fmla="*/ 2720819 w 2725582"/>
                  <a:gd name="connsiteY2" fmla="*/ 463001 h 615793"/>
                  <a:gd name="connsiteX3" fmla="*/ 2725582 w 2725582"/>
                  <a:gd name="connsiteY3" fmla="*/ 615793 h 615793"/>
                  <a:gd name="connsiteX4" fmla="*/ 0 w 2725582"/>
                  <a:gd name="connsiteY4" fmla="*/ 606269 h 615793"/>
                  <a:gd name="connsiteX5" fmla="*/ 11906 w 2725582"/>
                  <a:gd name="connsiteY5" fmla="*/ 463001 h 615793"/>
                  <a:gd name="connsiteX6" fmla="*/ 389183 w 2725582"/>
                  <a:gd name="connsiteY6" fmla="*/ 2380 h 615793"/>
                  <a:gd name="connsiteX0" fmla="*/ 379658 w 2716057"/>
                  <a:gd name="connsiteY0" fmla="*/ 2380 h 615793"/>
                  <a:gd name="connsiteX1" fmla="*/ 2341161 w 2716057"/>
                  <a:gd name="connsiteY1" fmla="*/ 0 h 615793"/>
                  <a:gd name="connsiteX2" fmla="*/ 2711294 w 2716057"/>
                  <a:gd name="connsiteY2" fmla="*/ 463001 h 615793"/>
                  <a:gd name="connsiteX3" fmla="*/ 2716057 w 2716057"/>
                  <a:gd name="connsiteY3" fmla="*/ 615793 h 615793"/>
                  <a:gd name="connsiteX4" fmla="*/ 0 w 2716057"/>
                  <a:gd name="connsiteY4" fmla="*/ 611032 h 615793"/>
                  <a:gd name="connsiteX5" fmla="*/ 2381 w 2716057"/>
                  <a:gd name="connsiteY5" fmla="*/ 463001 h 615793"/>
                  <a:gd name="connsiteX6" fmla="*/ 379658 w 2716057"/>
                  <a:gd name="connsiteY6" fmla="*/ 2380 h 615793"/>
                  <a:gd name="connsiteX0" fmla="*/ 379658 w 2716057"/>
                  <a:gd name="connsiteY0" fmla="*/ 2380 h 615793"/>
                  <a:gd name="connsiteX1" fmla="*/ 2341161 w 2716057"/>
                  <a:gd name="connsiteY1" fmla="*/ 0 h 615793"/>
                  <a:gd name="connsiteX2" fmla="*/ 2711294 w 2716057"/>
                  <a:gd name="connsiteY2" fmla="*/ 463001 h 615793"/>
                  <a:gd name="connsiteX3" fmla="*/ 2716057 w 2716057"/>
                  <a:gd name="connsiteY3" fmla="*/ 615793 h 615793"/>
                  <a:gd name="connsiteX4" fmla="*/ 0 w 2716057"/>
                  <a:gd name="connsiteY4" fmla="*/ 613414 h 615793"/>
                  <a:gd name="connsiteX5" fmla="*/ 2381 w 2716057"/>
                  <a:gd name="connsiteY5" fmla="*/ 463001 h 615793"/>
                  <a:gd name="connsiteX6" fmla="*/ 379658 w 2716057"/>
                  <a:gd name="connsiteY6" fmla="*/ 2380 h 61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16057" h="615793">
                    <a:moveTo>
                      <a:pt x="379658" y="2380"/>
                    </a:moveTo>
                    <a:lnTo>
                      <a:pt x="2341161" y="0"/>
                    </a:lnTo>
                    <a:lnTo>
                      <a:pt x="2711294" y="463001"/>
                    </a:lnTo>
                    <a:lnTo>
                      <a:pt x="2716057" y="615793"/>
                    </a:lnTo>
                    <a:lnTo>
                      <a:pt x="0" y="613414"/>
                    </a:lnTo>
                    <a:cubicBezTo>
                      <a:pt x="794" y="564070"/>
                      <a:pt x="1587" y="512345"/>
                      <a:pt x="2381" y="463001"/>
                    </a:cubicBezTo>
                    <a:lnTo>
                      <a:pt x="379658" y="2380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solidFill>
                  <a:srgbClr val="A5A5A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" name="矩形: 剪去左右顶角 169">
                <a:extLst>
                  <a:ext uri="{FF2B5EF4-FFF2-40B4-BE49-F238E27FC236}">
                    <a16:creationId xmlns:a16="http://schemas.microsoft.com/office/drawing/2014/main" id="{99FAF24A-C8C0-A232-5A66-ABF3753125DF}"/>
                  </a:ext>
                </a:extLst>
              </p:cNvPr>
              <p:cNvSpPr/>
              <p:nvPr/>
            </p:nvSpPr>
            <p:spPr>
              <a:xfrm>
                <a:off x="4590889" y="4279369"/>
                <a:ext cx="2431417" cy="330802"/>
              </a:xfrm>
              <a:custGeom>
                <a:avLst/>
                <a:gdLst>
                  <a:gd name="connsiteX0" fmla="*/ 315364 w 1892144"/>
                  <a:gd name="connsiteY0" fmla="*/ 0 h 1892144"/>
                  <a:gd name="connsiteX1" fmla="*/ 1576780 w 1892144"/>
                  <a:gd name="connsiteY1" fmla="*/ 0 h 1892144"/>
                  <a:gd name="connsiteX2" fmla="*/ 1892144 w 1892144"/>
                  <a:gd name="connsiteY2" fmla="*/ 315364 h 1892144"/>
                  <a:gd name="connsiteX3" fmla="*/ 1892144 w 1892144"/>
                  <a:gd name="connsiteY3" fmla="*/ 1892144 h 1892144"/>
                  <a:gd name="connsiteX4" fmla="*/ 1892144 w 1892144"/>
                  <a:gd name="connsiteY4" fmla="*/ 1892144 h 1892144"/>
                  <a:gd name="connsiteX5" fmla="*/ 0 w 1892144"/>
                  <a:gd name="connsiteY5" fmla="*/ 1892144 h 1892144"/>
                  <a:gd name="connsiteX6" fmla="*/ 0 w 1892144"/>
                  <a:gd name="connsiteY6" fmla="*/ 1892144 h 1892144"/>
                  <a:gd name="connsiteX7" fmla="*/ 0 w 1892144"/>
                  <a:gd name="connsiteY7" fmla="*/ 315364 h 1892144"/>
                  <a:gd name="connsiteX8" fmla="*/ 315364 w 1892144"/>
                  <a:gd name="connsiteY8" fmla="*/ 0 h 1892144"/>
                  <a:gd name="connsiteX0" fmla="*/ 315364 w 2007786"/>
                  <a:gd name="connsiteY0" fmla="*/ 0 h 1892144"/>
                  <a:gd name="connsiteX1" fmla="*/ 2007786 w 2007786"/>
                  <a:gd name="connsiteY1" fmla="*/ 4763 h 1892144"/>
                  <a:gd name="connsiteX2" fmla="*/ 1892144 w 2007786"/>
                  <a:gd name="connsiteY2" fmla="*/ 315364 h 1892144"/>
                  <a:gd name="connsiteX3" fmla="*/ 1892144 w 2007786"/>
                  <a:gd name="connsiteY3" fmla="*/ 1892144 h 1892144"/>
                  <a:gd name="connsiteX4" fmla="*/ 1892144 w 2007786"/>
                  <a:gd name="connsiteY4" fmla="*/ 1892144 h 1892144"/>
                  <a:gd name="connsiteX5" fmla="*/ 0 w 2007786"/>
                  <a:gd name="connsiteY5" fmla="*/ 1892144 h 1892144"/>
                  <a:gd name="connsiteX6" fmla="*/ 0 w 2007786"/>
                  <a:gd name="connsiteY6" fmla="*/ 1892144 h 1892144"/>
                  <a:gd name="connsiteX7" fmla="*/ 0 w 2007786"/>
                  <a:gd name="connsiteY7" fmla="*/ 315364 h 1892144"/>
                  <a:gd name="connsiteX8" fmla="*/ 315364 w 2007786"/>
                  <a:gd name="connsiteY8" fmla="*/ 0 h 1892144"/>
                  <a:gd name="connsiteX0" fmla="*/ 46283 w 2007786"/>
                  <a:gd name="connsiteY0" fmla="*/ 2380 h 1887381"/>
                  <a:gd name="connsiteX1" fmla="*/ 2007786 w 2007786"/>
                  <a:gd name="connsiteY1" fmla="*/ 0 h 1887381"/>
                  <a:gd name="connsiteX2" fmla="*/ 1892144 w 2007786"/>
                  <a:gd name="connsiteY2" fmla="*/ 310601 h 1887381"/>
                  <a:gd name="connsiteX3" fmla="*/ 1892144 w 2007786"/>
                  <a:gd name="connsiteY3" fmla="*/ 1887381 h 1887381"/>
                  <a:gd name="connsiteX4" fmla="*/ 1892144 w 2007786"/>
                  <a:gd name="connsiteY4" fmla="*/ 1887381 h 1887381"/>
                  <a:gd name="connsiteX5" fmla="*/ 0 w 2007786"/>
                  <a:gd name="connsiteY5" fmla="*/ 1887381 h 1887381"/>
                  <a:gd name="connsiteX6" fmla="*/ 0 w 2007786"/>
                  <a:gd name="connsiteY6" fmla="*/ 1887381 h 1887381"/>
                  <a:gd name="connsiteX7" fmla="*/ 0 w 2007786"/>
                  <a:gd name="connsiteY7" fmla="*/ 310601 h 1887381"/>
                  <a:gd name="connsiteX8" fmla="*/ 46283 w 2007786"/>
                  <a:gd name="connsiteY8" fmla="*/ 2380 h 1887381"/>
                  <a:gd name="connsiteX0" fmla="*/ 377277 w 2338780"/>
                  <a:gd name="connsiteY0" fmla="*/ 2380 h 1887381"/>
                  <a:gd name="connsiteX1" fmla="*/ 2338780 w 2338780"/>
                  <a:gd name="connsiteY1" fmla="*/ 0 h 1887381"/>
                  <a:gd name="connsiteX2" fmla="*/ 2223138 w 2338780"/>
                  <a:gd name="connsiteY2" fmla="*/ 310601 h 1887381"/>
                  <a:gd name="connsiteX3" fmla="*/ 2223138 w 2338780"/>
                  <a:gd name="connsiteY3" fmla="*/ 1887381 h 1887381"/>
                  <a:gd name="connsiteX4" fmla="*/ 2223138 w 2338780"/>
                  <a:gd name="connsiteY4" fmla="*/ 1887381 h 1887381"/>
                  <a:gd name="connsiteX5" fmla="*/ 330994 w 2338780"/>
                  <a:gd name="connsiteY5" fmla="*/ 1887381 h 1887381"/>
                  <a:gd name="connsiteX6" fmla="*/ 330994 w 2338780"/>
                  <a:gd name="connsiteY6" fmla="*/ 1887381 h 1887381"/>
                  <a:gd name="connsiteX7" fmla="*/ 0 w 2338780"/>
                  <a:gd name="connsiteY7" fmla="*/ 463001 h 1887381"/>
                  <a:gd name="connsiteX8" fmla="*/ 377277 w 2338780"/>
                  <a:gd name="connsiteY8" fmla="*/ 2380 h 1887381"/>
                  <a:gd name="connsiteX0" fmla="*/ 377277 w 2708913"/>
                  <a:gd name="connsiteY0" fmla="*/ 2380 h 1887381"/>
                  <a:gd name="connsiteX1" fmla="*/ 2338780 w 2708913"/>
                  <a:gd name="connsiteY1" fmla="*/ 0 h 1887381"/>
                  <a:gd name="connsiteX2" fmla="*/ 2708913 w 2708913"/>
                  <a:gd name="connsiteY2" fmla="*/ 463001 h 1887381"/>
                  <a:gd name="connsiteX3" fmla="*/ 2223138 w 2708913"/>
                  <a:gd name="connsiteY3" fmla="*/ 1887381 h 1887381"/>
                  <a:gd name="connsiteX4" fmla="*/ 2223138 w 2708913"/>
                  <a:gd name="connsiteY4" fmla="*/ 1887381 h 1887381"/>
                  <a:gd name="connsiteX5" fmla="*/ 330994 w 2708913"/>
                  <a:gd name="connsiteY5" fmla="*/ 1887381 h 1887381"/>
                  <a:gd name="connsiteX6" fmla="*/ 330994 w 2708913"/>
                  <a:gd name="connsiteY6" fmla="*/ 1887381 h 1887381"/>
                  <a:gd name="connsiteX7" fmla="*/ 0 w 2708913"/>
                  <a:gd name="connsiteY7" fmla="*/ 463001 h 1887381"/>
                  <a:gd name="connsiteX8" fmla="*/ 377277 w 2708913"/>
                  <a:gd name="connsiteY8" fmla="*/ 2380 h 1887381"/>
                  <a:gd name="connsiteX0" fmla="*/ 377277 w 2708913"/>
                  <a:gd name="connsiteY0" fmla="*/ 2380 h 1887381"/>
                  <a:gd name="connsiteX1" fmla="*/ 2338780 w 2708913"/>
                  <a:gd name="connsiteY1" fmla="*/ 0 h 1887381"/>
                  <a:gd name="connsiteX2" fmla="*/ 2708913 w 2708913"/>
                  <a:gd name="connsiteY2" fmla="*/ 463001 h 1887381"/>
                  <a:gd name="connsiteX3" fmla="*/ 2223138 w 2708913"/>
                  <a:gd name="connsiteY3" fmla="*/ 1887381 h 1887381"/>
                  <a:gd name="connsiteX4" fmla="*/ 2499363 w 2708913"/>
                  <a:gd name="connsiteY4" fmla="*/ 1834994 h 1887381"/>
                  <a:gd name="connsiteX5" fmla="*/ 330994 w 2708913"/>
                  <a:gd name="connsiteY5" fmla="*/ 1887381 h 1887381"/>
                  <a:gd name="connsiteX6" fmla="*/ 330994 w 2708913"/>
                  <a:gd name="connsiteY6" fmla="*/ 1887381 h 1887381"/>
                  <a:gd name="connsiteX7" fmla="*/ 0 w 2708913"/>
                  <a:gd name="connsiteY7" fmla="*/ 463001 h 1887381"/>
                  <a:gd name="connsiteX8" fmla="*/ 377277 w 2708913"/>
                  <a:gd name="connsiteY8" fmla="*/ 2380 h 1887381"/>
                  <a:gd name="connsiteX0" fmla="*/ 377277 w 2708913"/>
                  <a:gd name="connsiteY0" fmla="*/ 2380 h 1887381"/>
                  <a:gd name="connsiteX1" fmla="*/ 2338780 w 2708913"/>
                  <a:gd name="connsiteY1" fmla="*/ 0 h 1887381"/>
                  <a:gd name="connsiteX2" fmla="*/ 2708913 w 2708913"/>
                  <a:gd name="connsiteY2" fmla="*/ 463001 h 1887381"/>
                  <a:gd name="connsiteX3" fmla="*/ 2223138 w 2708913"/>
                  <a:gd name="connsiteY3" fmla="*/ 1887381 h 1887381"/>
                  <a:gd name="connsiteX4" fmla="*/ 330994 w 2708913"/>
                  <a:gd name="connsiteY4" fmla="*/ 1887381 h 1887381"/>
                  <a:gd name="connsiteX5" fmla="*/ 330994 w 2708913"/>
                  <a:gd name="connsiteY5" fmla="*/ 1887381 h 1887381"/>
                  <a:gd name="connsiteX6" fmla="*/ 0 w 2708913"/>
                  <a:gd name="connsiteY6" fmla="*/ 463001 h 1887381"/>
                  <a:gd name="connsiteX7" fmla="*/ 377277 w 2708913"/>
                  <a:gd name="connsiteY7" fmla="*/ 2380 h 1887381"/>
                  <a:gd name="connsiteX0" fmla="*/ 377277 w 2713676"/>
                  <a:gd name="connsiteY0" fmla="*/ 2380 h 1887381"/>
                  <a:gd name="connsiteX1" fmla="*/ 2338780 w 2713676"/>
                  <a:gd name="connsiteY1" fmla="*/ 0 h 1887381"/>
                  <a:gd name="connsiteX2" fmla="*/ 2708913 w 2713676"/>
                  <a:gd name="connsiteY2" fmla="*/ 463001 h 1887381"/>
                  <a:gd name="connsiteX3" fmla="*/ 2713676 w 2713676"/>
                  <a:gd name="connsiteY3" fmla="*/ 615793 h 1887381"/>
                  <a:gd name="connsiteX4" fmla="*/ 330994 w 2713676"/>
                  <a:gd name="connsiteY4" fmla="*/ 1887381 h 1887381"/>
                  <a:gd name="connsiteX5" fmla="*/ 330994 w 2713676"/>
                  <a:gd name="connsiteY5" fmla="*/ 1887381 h 1887381"/>
                  <a:gd name="connsiteX6" fmla="*/ 0 w 2713676"/>
                  <a:gd name="connsiteY6" fmla="*/ 463001 h 1887381"/>
                  <a:gd name="connsiteX7" fmla="*/ 377277 w 2713676"/>
                  <a:gd name="connsiteY7" fmla="*/ 2380 h 1887381"/>
                  <a:gd name="connsiteX0" fmla="*/ 384421 w 2720820"/>
                  <a:gd name="connsiteY0" fmla="*/ 2380 h 1887381"/>
                  <a:gd name="connsiteX1" fmla="*/ 2345924 w 2720820"/>
                  <a:gd name="connsiteY1" fmla="*/ 0 h 1887381"/>
                  <a:gd name="connsiteX2" fmla="*/ 2716057 w 2720820"/>
                  <a:gd name="connsiteY2" fmla="*/ 463001 h 1887381"/>
                  <a:gd name="connsiteX3" fmla="*/ 2720820 w 2720820"/>
                  <a:gd name="connsiteY3" fmla="*/ 615793 h 1887381"/>
                  <a:gd name="connsiteX4" fmla="*/ 338138 w 2720820"/>
                  <a:gd name="connsiteY4" fmla="*/ 1887381 h 1887381"/>
                  <a:gd name="connsiteX5" fmla="*/ 0 w 2720820"/>
                  <a:gd name="connsiteY5" fmla="*/ 1134906 h 1887381"/>
                  <a:gd name="connsiteX6" fmla="*/ 7144 w 2720820"/>
                  <a:gd name="connsiteY6" fmla="*/ 463001 h 1887381"/>
                  <a:gd name="connsiteX7" fmla="*/ 384421 w 2720820"/>
                  <a:gd name="connsiteY7" fmla="*/ 2380 h 1887381"/>
                  <a:gd name="connsiteX0" fmla="*/ 377277 w 2713676"/>
                  <a:gd name="connsiteY0" fmla="*/ 2380 h 1887381"/>
                  <a:gd name="connsiteX1" fmla="*/ 2338780 w 2713676"/>
                  <a:gd name="connsiteY1" fmla="*/ 0 h 1887381"/>
                  <a:gd name="connsiteX2" fmla="*/ 2708913 w 2713676"/>
                  <a:gd name="connsiteY2" fmla="*/ 463001 h 1887381"/>
                  <a:gd name="connsiteX3" fmla="*/ 2713676 w 2713676"/>
                  <a:gd name="connsiteY3" fmla="*/ 615793 h 1887381"/>
                  <a:gd name="connsiteX4" fmla="*/ 330994 w 2713676"/>
                  <a:gd name="connsiteY4" fmla="*/ 1887381 h 1887381"/>
                  <a:gd name="connsiteX5" fmla="*/ 0 w 2713676"/>
                  <a:gd name="connsiteY5" fmla="*/ 463001 h 1887381"/>
                  <a:gd name="connsiteX6" fmla="*/ 377277 w 2713676"/>
                  <a:gd name="connsiteY6" fmla="*/ 2380 h 1887381"/>
                  <a:gd name="connsiteX0" fmla="*/ 389183 w 2725582"/>
                  <a:gd name="connsiteY0" fmla="*/ 2380 h 615793"/>
                  <a:gd name="connsiteX1" fmla="*/ 2350686 w 2725582"/>
                  <a:gd name="connsiteY1" fmla="*/ 0 h 615793"/>
                  <a:gd name="connsiteX2" fmla="*/ 2720819 w 2725582"/>
                  <a:gd name="connsiteY2" fmla="*/ 463001 h 615793"/>
                  <a:gd name="connsiteX3" fmla="*/ 2725582 w 2725582"/>
                  <a:gd name="connsiteY3" fmla="*/ 615793 h 615793"/>
                  <a:gd name="connsiteX4" fmla="*/ 0 w 2725582"/>
                  <a:gd name="connsiteY4" fmla="*/ 606269 h 615793"/>
                  <a:gd name="connsiteX5" fmla="*/ 11906 w 2725582"/>
                  <a:gd name="connsiteY5" fmla="*/ 463001 h 615793"/>
                  <a:gd name="connsiteX6" fmla="*/ 389183 w 2725582"/>
                  <a:gd name="connsiteY6" fmla="*/ 2380 h 615793"/>
                  <a:gd name="connsiteX0" fmla="*/ 379658 w 2716057"/>
                  <a:gd name="connsiteY0" fmla="*/ 2380 h 615793"/>
                  <a:gd name="connsiteX1" fmla="*/ 2341161 w 2716057"/>
                  <a:gd name="connsiteY1" fmla="*/ 0 h 615793"/>
                  <a:gd name="connsiteX2" fmla="*/ 2711294 w 2716057"/>
                  <a:gd name="connsiteY2" fmla="*/ 463001 h 615793"/>
                  <a:gd name="connsiteX3" fmla="*/ 2716057 w 2716057"/>
                  <a:gd name="connsiteY3" fmla="*/ 615793 h 615793"/>
                  <a:gd name="connsiteX4" fmla="*/ 0 w 2716057"/>
                  <a:gd name="connsiteY4" fmla="*/ 611032 h 615793"/>
                  <a:gd name="connsiteX5" fmla="*/ 2381 w 2716057"/>
                  <a:gd name="connsiteY5" fmla="*/ 463001 h 615793"/>
                  <a:gd name="connsiteX6" fmla="*/ 379658 w 2716057"/>
                  <a:gd name="connsiteY6" fmla="*/ 2380 h 615793"/>
                  <a:gd name="connsiteX0" fmla="*/ 379658 w 2716057"/>
                  <a:gd name="connsiteY0" fmla="*/ 2380 h 615793"/>
                  <a:gd name="connsiteX1" fmla="*/ 2341161 w 2716057"/>
                  <a:gd name="connsiteY1" fmla="*/ 0 h 615793"/>
                  <a:gd name="connsiteX2" fmla="*/ 2711294 w 2716057"/>
                  <a:gd name="connsiteY2" fmla="*/ 463001 h 615793"/>
                  <a:gd name="connsiteX3" fmla="*/ 2716057 w 2716057"/>
                  <a:gd name="connsiteY3" fmla="*/ 615793 h 615793"/>
                  <a:gd name="connsiteX4" fmla="*/ 0 w 2716057"/>
                  <a:gd name="connsiteY4" fmla="*/ 613414 h 615793"/>
                  <a:gd name="connsiteX5" fmla="*/ 2381 w 2716057"/>
                  <a:gd name="connsiteY5" fmla="*/ 463001 h 615793"/>
                  <a:gd name="connsiteX6" fmla="*/ 379658 w 2716057"/>
                  <a:gd name="connsiteY6" fmla="*/ 2380 h 615793"/>
                  <a:gd name="connsiteX0" fmla="*/ 377277 w 2713676"/>
                  <a:gd name="connsiteY0" fmla="*/ 2380 h 615793"/>
                  <a:gd name="connsiteX1" fmla="*/ 2338780 w 2713676"/>
                  <a:gd name="connsiteY1" fmla="*/ 0 h 615793"/>
                  <a:gd name="connsiteX2" fmla="*/ 2708913 w 2713676"/>
                  <a:gd name="connsiteY2" fmla="*/ 463001 h 615793"/>
                  <a:gd name="connsiteX3" fmla="*/ 2713676 w 2713676"/>
                  <a:gd name="connsiteY3" fmla="*/ 615793 h 615793"/>
                  <a:gd name="connsiteX4" fmla="*/ 0 w 2713676"/>
                  <a:gd name="connsiteY4" fmla="*/ 463001 h 615793"/>
                  <a:gd name="connsiteX5" fmla="*/ 377277 w 2713676"/>
                  <a:gd name="connsiteY5" fmla="*/ 2380 h 615793"/>
                  <a:gd name="connsiteX0" fmla="*/ 377277 w 2708913"/>
                  <a:gd name="connsiteY0" fmla="*/ 2380 h 463001"/>
                  <a:gd name="connsiteX1" fmla="*/ 2338780 w 2708913"/>
                  <a:gd name="connsiteY1" fmla="*/ 0 h 463001"/>
                  <a:gd name="connsiteX2" fmla="*/ 2708913 w 2708913"/>
                  <a:gd name="connsiteY2" fmla="*/ 463001 h 463001"/>
                  <a:gd name="connsiteX3" fmla="*/ 0 w 2708913"/>
                  <a:gd name="connsiteY3" fmla="*/ 463001 h 463001"/>
                  <a:gd name="connsiteX4" fmla="*/ 377277 w 2708913"/>
                  <a:gd name="connsiteY4" fmla="*/ 2380 h 463001"/>
                  <a:gd name="connsiteX0" fmla="*/ 377277 w 3546583"/>
                  <a:gd name="connsiteY0" fmla="*/ 2380 h 463001"/>
                  <a:gd name="connsiteX1" fmla="*/ 3546583 w 3546583"/>
                  <a:gd name="connsiteY1" fmla="*/ 0 h 463001"/>
                  <a:gd name="connsiteX2" fmla="*/ 2708913 w 3546583"/>
                  <a:gd name="connsiteY2" fmla="*/ 463001 h 463001"/>
                  <a:gd name="connsiteX3" fmla="*/ 0 w 3546583"/>
                  <a:gd name="connsiteY3" fmla="*/ 463001 h 463001"/>
                  <a:gd name="connsiteX4" fmla="*/ 377277 w 3546583"/>
                  <a:gd name="connsiteY4" fmla="*/ 2380 h 463001"/>
                  <a:gd name="connsiteX0" fmla="*/ 377277 w 3972155"/>
                  <a:gd name="connsiteY0" fmla="*/ 2380 h 550122"/>
                  <a:gd name="connsiteX1" fmla="*/ 3546583 w 3972155"/>
                  <a:gd name="connsiteY1" fmla="*/ 0 h 550122"/>
                  <a:gd name="connsiteX2" fmla="*/ 3972155 w 3972155"/>
                  <a:gd name="connsiteY2" fmla="*/ 550122 h 550122"/>
                  <a:gd name="connsiteX3" fmla="*/ 0 w 3972155"/>
                  <a:gd name="connsiteY3" fmla="*/ 463001 h 550122"/>
                  <a:gd name="connsiteX4" fmla="*/ 377277 w 3972155"/>
                  <a:gd name="connsiteY4" fmla="*/ 2380 h 550122"/>
                  <a:gd name="connsiteX0" fmla="*/ 460438 w 4055316"/>
                  <a:gd name="connsiteY0" fmla="*/ 2380 h 550122"/>
                  <a:gd name="connsiteX1" fmla="*/ 3629744 w 4055316"/>
                  <a:gd name="connsiteY1" fmla="*/ 0 h 550122"/>
                  <a:gd name="connsiteX2" fmla="*/ 4055316 w 4055316"/>
                  <a:gd name="connsiteY2" fmla="*/ 550122 h 550122"/>
                  <a:gd name="connsiteX3" fmla="*/ 0 w 4055316"/>
                  <a:gd name="connsiteY3" fmla="*/ 546161 h 550122"/>
                  <a:gd name="connsiteX4" fmla="*/ 460438 w 4055316"/>
                  <a:gd name="connsiteY4" fmla="*/ 2380 h 550122"/>
                  <a:gd name="connsiteX0" fmla="*/ 460439 w 4055316"/>
                  <a:gd name="connsiteY0" fmla="*/ 2380 h 550122"/>
                  <a:gd name="connsiteX1" fmla="*/ 3629744 w 4055316"/>
                  <a:gd name="connsiteY1" fmla="*/ 0 h 550122"/>
                  <a:gd name="connsiteX2" fmla="*/ 4055316 w 4055316"/>
                  <a:gd name="connsiteY2" fmla="*/ 550122 h 550122"/>
                  <a:gd name="connsiteX3" fmla="*/ 0 w 4055316"/>
                  <a:gd name="connsiteY3" fmla="*/ 546161 h 550122"/>
                  <a:gd name="connsiteX4" fmla="*/ 460439 w 4055316"/>
                  <a:gd name="connsiteY4" fmla="*/ 2380 h 550122"/>
                  <a:gd name="connsiteX0" fmla="*/ 448560 w 4043437"/>
                  <a:gd name="connsiteY0" fmla="*/ 2380 h 550122"/>
                  <a:gd name="connsiteX1" fmla="*/ 3617865 w 4043437"/>
                  <a:gd name="connsiteY1" fmla="*/ 0 h 550122"/>
                  <a:gd name="connsiteX2" fmla="*/ 4043437 w 4043437"/>
                  <a:gd name="connsiteY2" fmla="*/ 550122 h 550122"/>
                  <a:gd name="connsiteX3" fmla="*/ 0 w 4043437"/>
                  <a:gd name="connsiteY3" fmla="*/ 546161 h 550122"/>
                  <a:gd name="connsiteX4" fmla="*/ 448560 w 4043437"/>
                  <a:gd name="connsiteY4" fmla="*/ 2380 h 550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3437" h="550122">
                    <a:moveTo>
                      <a:pt x="448560" y="2380"/>
                    </a:moveTo>
                    <a:lnTo>
                      <a:pt x="3617865" y="0"/>
                    </a:lnTo>
                    <a:lnTo>
                      <a:pt x="4043437" y="550122"/>
                    </a:lnTo>
                    <a:lnTo>
                      <a:pt x="0" y="546161"/>
                    </a:lnTo>
                    <a:lnTo>
                      <a:pt x="448560" y="2380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42526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37" name="直接连接符 36">
              <a:extLst>
                <a:ext uri="{FF2B5EF4-FFF2-40B4-BE49-F238E27FC236}">
                  <a16:creationId xmlns:a16="http://schemas.microsoft.com/office/drawing/2014/main" id="{0FF6EA9A-6150-BF92-322D-7684972AE289}"/>
                </a:ext>
              </a:extLst>
            </p:cNvPr>
            <p:cNvCxnSpPr/>
            <p:nvPr/>
          </p:nvCxnSpPr>
          <p:spPr>
            <a:xfrm>
              <a:off x="4661435" y="5310740"/>
              <a:ext cx="2184659" cy="0"/>
            </a:xfrm>
            <a:prstGeom prst="line">
              <a:avLst/>
            </a:prstGeom>
            <a:ln w="19050">
              <a:solidFill>
                <a:srgbClr val="A5A5A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5" name="文本框 504">
            <a:extLst>
              <a:ext uri="{FF2B5EF4-FFF2-40B4-BE49-F238E27FC236}">
                <a16:creationId xmlns:a16="http://schemas.microsoft.com/office/drawing/2014/main" id="{B7428310-11FE-1BED-6376-923E483A2E25}"/>
              </a:ext>
            </a:extLst>
          </p:cNvPr>
          <p:cNvSpPr txBox="1"/>
          <p:nvPr/>
        </p:nvSpPr>
        <p:spPr>
          <a:xfrm>
            <a:off x="1814599" y="1198032"/>
            <a:ext cx="1223554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输入关键词</a:t>
            </a:r>
          </a:p>
        </p:txBody>
      </p:sp>
      <p:sp>
        <p:nvSpPr>
          <p:cNvPr id="506" name="矩形: 圆角 505">
            <a:extLst>
              <a:ext uri="{FF2B5EF4-FFF2-40B4-BE49-F238E27FC236}">
                <a16:creationId xmlns:a16="http://schemas.microsoft.com/office/drawing/2014/main" id="{905FB5D1-87A5-D753-7CCA-6BD1E98E214C}"/>
              </a:ext>
            </a:extLst>
          </p:cNvPr>
          <p:cNvSpPr/>
          <p:nvPr/>
        </p:nvSpPr>
        <p:spPr>
          <a:xfrm>
            <a:off x="420200" y="1454858"/>
            <a:ext cx="4119793" cy="581401"/>
          </a:xfrm>
          <a:prstGeom prst="roundRect">
            <a:avLst>
              <a:gd name="adj" fmla="val 4610"/>
            </a:avLst>
          </a:prstGeom>
          <a:solidFill>
            <a:schemeClr val="accent1">
              <a:lumMod val="20000"/>
              <a:lumOff val="80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1400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jnsdinzhuxudshcuyhcucddcds</a:t>
            </a:r>
            <a:endParaRPr lang="zh-CN" altLang="en-US" sz="1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07" name="表格 506">
            <a:extLst>
              <a:ext uri="{FF2B5EF4-FFF2-40B4-BE49-F238E27FC236}">
                <a16:creationId xmlns:a16="http://schemas.microsoft.com/office/drawing/2014/main" id="{35B08D54-79B0-3104-681D-BF79500DBC23}"/>
              </a:ext>
            </a:extLst>
          </p:cNvPr>
          <p:cNvGraphicFramePr>
            <a:graphicFrameLocks noGrp="1"/>
          </p:cNvGraphicFramePr>
          <p:nvPr/>
        </p:nvGraphicFramePr>
        <p:xfrm>
          <a:off x="461302" y="2087266"/>
          <a:ext cx="4108289" cy="1577218"/>
        </p:xfrm>
        <a:graphic>
          <a:graphicData uri="http://schemas.openxmlformats.org/drawingml/2006/table">
            <a:tbl>
              <a:tblPr firstRow="1" firstCol="1" bandRow="1"/>
              <a:tblGrid>
                <a:gridCol w="1716552">
                  <a:extLst>
                    <a:ext uri="{9D8B030D-6E8A-4147-A177-3AD203B41FA5}">
                      <a16:colId xmlns:a16="http://schemas.microsoft.com/office/drawing/2014/main" val="384936113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525457148"/>
                    </a:ext>
                  </a:extLst>
                </a:gridCol>
                <a:gridCol w="2183457">
                  <a:extLst>
                    <a:ext uri="{9D8B030D-6E8A-4147-A177-3AD203B41FA5}">
                      <a16:colId xmlns:a16="http://schemas.microsoft.com/office/drawing/2014/main" val="3684810283"/>
                    </a:ext>
                  </a:extLst>
                </a:gridCol>
              </a:tblGrid>
              <a:tr h="276185">
                <a:tc gridSpan="2"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tabLst>
                          <a:tab pos="4053840" algn="l"/>
                        </a:tabLst>
                      </a:pPr>
                      <a:r>
                        <a:rPr lang="zh-CN" sz="900" b="1" kern="1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纳入标准</a:t>
                      </a:r>
                      <a:endParaRPr lang="zh-CN" sz="1200" b="1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tabLst>
                          <a:tab pos="4053840" algn="l"/>
                        </a:tabLst>
                      </a:pPr>
                      <a:r>
                        <a:rPr lang="zh-CN" sz="900" b="1" kern="1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排除标准</a:t>
                      </a:r>
                      <a:endParaRPr lang="zh-CN" sz="1200" b="1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5659406"/>
                  </a:ext>
                </a:extLst>
              </a:tr>
              <a:tr h="130103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9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njniuiuxsdnjniuiuxsdnji</a:t>
                      </a:r>
                      <a:endParaRPr lang="zh-CN" altLang="zh-CN" sz="12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9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nji</a:t>
                      </a: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9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053840" algn="l"/>
                        </a:tabLst>
                        <a:defRPr/>
                      </a:pPr>
                      <a:r>
                        <a:rPr lang="en-US" altLang="zh-CN" sz="1200" kern="1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njniuiuxsdnji</a:t>
                      </a:r>
                      <a:endParaRPr lang="zh-CN" alt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72990214"/>
                  </a:ext>
                </a:extLst>
              </a:tr>
            </a:tbl>
          </a:graphicData>
        </a:graphic>
      </p:graphicFrame>
      <p:grpSp>
        <p:nvGrpSpPr>
          <p:cNvPr id="509" name="组合 508">
            <a:extLst>
              <a:ext uri="{FF2B5EF4-FFF2-40B4-BE49-F238E27FC236}">
                <a16:creationId xmlns:a16="http://schemas.microsoft.com/office/drawing/2014/main" id="{81CF5D6F-DAC3-BF81-B105-F88A4C2B224F}"/>
              </a:ext>
            </a:extLst>
          </p:cNvPr>
          <p:cNvGrpSpPr/>
          <p:nvPr/>
        </p:nvGrpSpPr>
        <p:grpSpPr>
          <a:xfrm>
            <a:off x="391024" y="4127347"/>
            <a:ext cx="2376428" cy="1208780"/>
            <a:chOff x="433447" y="4250114"/>
            <a:chExt cx="2940156" cy="1588953"/>
          </a:xfrm>
        </p:grpSpPr>
        <p:grpSp>
          <p:nvGrpSpPr>
            <p:cNvPr id="510" name="组合 509">
              <a:extLst>
                <a:ext uri="{FF2B5EF4-FFF2-40B4-BE49-F238E27FC236}">
                  <a16:creationId xmlns:a16="http://schemas.microsoft.com/office/drawing/2014/main" id="{65A6337D-CCE6-2416-B43C-F3860A4450B3}"/>
                </a:ext>
              </a:extLst>
            </p:cNvPr>
            <p:cNvGrpSpPr/>
            <p:nvPr/>
          </p:nvGrpSpPr>
          <p:grpSpPr>
            <a:xfrm>
              <a:off x="433447" y="4558625"/>
              <a:ext cx="862468" cy="1237565"/>
              <a:chOff x="470873" y="2973002"/>
              <a:chExt cx="1775393" cy="3140416"/>
            </a:xfrm>
            <a:solidFill>
              <a:schemeClr val="bg1"/>
            </a:solidFill>
          </p:grpSpPr>
          <p:grpSp>
            <p:nvGrpSpPr>
              <p:cNvPr id="526" name="组合 525">
                <a:extLst>
                  <a:ext uri="{FF2B5EF4-FFF2-40B4-BE49-F238E27FC236}">
                    <a16:creationId xmlns:a16="http://schemas.microsoft.com/office/drawing/2014/main" id="{088FBE81-672B-5504-91B6-88F5568034F8}"/>
                  </a:ext>
                </a:extLst>
              </p:cNvPr>
              <p:cNvGrpSpPr/>
              <p:nvPr/>
            </p:nvGrpSpPr>
            <p:grpSpPr>
              <a:xfrm>
                <a:off x="1381837" y="3989216"/>
                <a:ext cx="673386" cy="2045725"/>
                <a:chOff x="2404466" y="3740154"/>
                <a:chExt cx="673386" cy="2045725"/>
              </a:xfrm>
              <a:grpFill/>
            </p:grpSpPr>
            <p:grpSp>
              <p:nvGrpSpPr>
                <p:cNvPr id="531" name="组合 530">
                  <a:extLst>
                    <a:ext uri="{FF2B5EF4-FFF2-40B4-BE49-F238E27FC236}">
                      <a16:creationId xmlns:a16="http://schemas.microsoft.com/office/drawing/2014/main" id="{851DB3E0-7374-6261-C9DC-A84E679721D3}"/>
                    </a:ext>
                  </a:extLst>
                </p:cNvPr>
                <p:cNvGrpSpPr/>
                <p:nvPr/>
              </p:nvGrpSpPr>
              <p:grpSpPr>
                <a:xfrm>
                  <a:off x="2849080" y="5561145"/>
                  <a:ext cx="228772" cy="224734"/>
                  <a:chOff x="3404010" y="8801965"/>
                  <a:chExt cx="132494" cy="130155"/>
                </a:xfrm>
                <a:grpFill/>
              </p:grpSpPr>
              <p:sp>
                <p:nvSpPr>
                  <p:cNvPr id="533" name="流程图: 接点 532">
                    <a:extLst>
                      <a:ext uri="{FF2B5EF4-FFF2-40B4-BE49-F238E27FC236}">
                        <a16:creationId xmlns:a16="http://schemas.microsoft.com/office/drawing/2014/main" id="{447B27FA-FB6F-11AF-5DFC-8CC23CB08EF7}"/>
                      </a:ext>
                    </a:extLst>
                  </p:cNvPr>
                  <p:cNvSpPr/>
                  <p:nvPr/>
                </p:nvSpPr>
                <p:spPr>
                  <a:xfrm>
                    <a:off x="3420195" y="8831117"/>
                    <a:ext cx="116309" cy="101003"/>
                  </a:xfrm>
                  <a:prstGeom prst="flowChartConnector">
                    <a:avLst/>
                  </a:prstGeom>
                  <a:grpFill/>
                  <a:ln w="1270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>
                      <a:latin typeface="微软雅黑" panose="020B0503020204020204" pitchFamily="34" charset="-122"/>
                      <a:ea typeface="微软雅黑" panose="020B0503020204020204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34" name="矩形: 圆角 533">
                    <a:extLst>
                      <a:ext uri="{FF2B5EF4-FFF2-40B4-BE49-F238E27FC236}">
                        <a16:creationId xmlns:a16="http://schemas.microsoft.com/office/drawing/2014/main" id="{D31AAFCB-C981-7023-9D31-DDD96A87C47A}"/>
                      </a:ext>
                    </a:extLst>
                  </p:cNvPr>
                  <p:cNvSpPr/>
                  <p:nvPr/>
                </p:nvSpPr>
                <p:spPr>
                  <a:xfrm rot="18675530">
                    <a:off x="3428163" y="8777812"/>
                    <a:ext cx="33230" cy="81536"/>
                  </a:xfrm>
                  <a:prstGeom prst="roundRect">
                    <a:avLst/>
                  </a:prstGeom>
                  <a:grpFill/>
                  <a:ln w="1270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>
                      <a:latin typeface="微软雅黑" panose="020B0503020204020204" pitchFamily="34" charset="-122"/>
                      <a:ea typeface="微软雅黑" panose="020B0503020204020204" pitchFamily="34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532" name="任意多边形: 形状 531">
                  <a:extLst>
                    <a:ext uri="{FF2B5EF4-FFF2-40B4-BE49-F238E27FC236}">
                      <a16:creationId xmlns:a16="http://schemas.microsoft.com/office/drawing/2014/main" id="{2EC9F708-3A91-993B-C414-C1CA188B4DF5}"/>
                    </a:ext>
                  </a:extLst>
                </p:cNvPr>
                <p:cNvSpPr/>
                <p:nvPr/>
              </p:nvSpPr>
              <p:spPr>
                <a:xfrm rot="20796923">
                  <a:off x="2404466" y="3740154"/>
                  <a:ext cx="317646" cy="489038"/>
                </a:xfrm>
                <a:custGeom>
                  <a:avLst/>
                  <a:gdLst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250825 h 869950"/>
                    <a:gd name="connsiteX15" fmla="*/ 244475 w 748958"/>
                    <a:gd name="connsiteY15" fmla="*/ 228600 h 869950"/>
                    <a:gd name="connsiteX16" fmla="*/ 231775 w 748958"/>
                    <a:gd name="connsiteY16" fmla="*/ 196850 h 869950"/>
                    <a:gd name="connsiteX17" fmla="*/ 209550 w 748958"/>
                    <a:gd name="connsiteY17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31775 w 748958"/>
                    <a:gd name="connsiteY15" fmla="*/ 196850 h 869950"/>
                    <a:gd name="connsiteX16" fmla="*/ 209550 w 748958"/>
                    <a:gd name="connsiteY16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09550 w 748958"/>
                    <a:gd name="connsiteY15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484187 w 748958"/>
                    <a:gd name="connsiteY12" fmla="*/ 534988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54512"/>
                    <a:gd name="connsiteY0" fmla="*/ 0 h 869950"/>
                    <a:gd name="connsiteX1" fmla="*/ 69850 w 754512"/>
                    <a:gd name="connsiteY1" fmla="*/ 168275 h 869950"/>
                    <a:gd name="connsiteX2" fmla="*/ 136525 w 754512"/>
                    <a:gd name="connsiteY2" fmla="*/ 320675 h 869950"/>
                    <a:gd name="connsiteX3" fmla="*/ 450850 w 754512"/>
                    <a:gd name="connsiteY3" fmla="*/ 704850 h 869950"/>
                    <a:gd name="connsiteX4" fmla="*/ 552450 w 754512"/>
                    <a:gd name="connsiteY4" fmla="*/ 787400 h 869950"/>
                    <a:gd name="connsiteX5" fmla="*/ 625475 w 754512"/>
                    <a:gd name="connsiteY5" fmla="*/ 812800 h 869950"/>
                    <a:gd name="connsiteX6" fmla="*/ 720725 w 754512"/>
                    <a:gd name="connsiteY6" fmla="*/ 866775 h 869950"/>
                    <a:gd name="connsiteX7" fmla="*/ 742950 w 754512"/>
                    <a:gd name="connsiteY7" fmla="*/ 869950 h 869950"/>
                    <a:gd name="connsiteX8" fmla="*/ 746125 w 754512"/>
                    <a:gd name="connsiteY8" fmla="*/ 771525 h 869950"/>
                    <a:gd name="connsiteX9" fmla="*/ 622300 w 754512"/>
                    <a:gd name="connsiteY9" fmla="*/ 581025 h 869950"/>
                    <a:gd name="connsiteX10" fmla="*/ 574675 w 754512"/>
                    <a:gd name="connsiteY10" fmla="*/ 546100 h 869950"/>
                    <a:gd name="connsiteX11" fmla="*/ 484187 w 754512"/>
                    <a:gd name="connsiteY11" fmla="*/ 534988 h 869950"/>
                    <a:gd name="connsiteX12" fmla="*/ 325438 w 754512"/>
                    <a:gd name="connsiteY12" fmla="*/ 398462 h 869950"/>
                    <a:gd name="connsiteX13" fmla="*/ 260350 w 754512"/>
                    <a:gd name="connsiteY13" fmla="*/ 184150 h 869950"/>
                    <a:gd name="connsiteX14" fmla="*/ 228600 w 754512"/>
                    <a:gd name="connsiteY14" fmla="*/ 50800 h 86995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546100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612775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5288"/>
                    <a:gd name="connsiteY0" fmla="*/ 0 h 867380"/>
                    <a:gd name="connsiteX1" fmla="*/ 69850 w 755288"/>
                    <a:gd name="connsiteY1" fmla="*/ 168275 h 867380"/>
                    <a:gd name="connsiteX2" fmla="*/ 136525 w 755288"/>
                    <a:gd name="connsiteY2" fmla="*/ 320675 h 867380"/>
                    <a:gd name="connsiteX3" fmla="*/ 450850 w 755288"/>
                    <a:gd name="connsiteY3" fmla="*/ 704850 h 867380"/>
                    <a:gd name="connsiteX4" fmla="*/ 552450 w 755288"/>
                    <a:gd name="connsiteY4" fmla="*/ 787400 h 867380"/>
                    <a:gd name="connsiteX5" fmla="*/ 625475 w 755288"/>
                    <a:gd name="connsiteY5" fmla="*/ 812800 h 867380"/>
                    <a:gd name="connsiteX6" fmla="*/ 720725 w 755288"/>
                    <a:gd name="connsiteY6" fmla="*/ 866775 h 867380"/>
                    <a:gd name="connsiteX7" fmla="*/ 746125 w 755288"/>
                    <a:gd name="connsiteY7" fmla="*/ 771525 h 867380"/>
                    <a:gd name="connsiteX8" fmla="*/ 574675 w 755288"/>
                    <a:gd name="connsiteY8" fmla="*/ 612775 h 867380"/>
                    <a:gd name="connsiteX9" fmla="*/ 484187 w 755288"/>
                    <a:gd name="connsiteY9" fmla="*/ 534988 h 867380"/>
                    <a:gd name="connsiteX10" fmla="*/ 325438 w 755288"/>
                    <a:gd name="connsiteY10" fmla="*/ 398462 h 867380"/>
                    <a:gd name="connsiteX11" fmla="*/ 260350 w 755288"/>
                    <a:gd name="connsiteY11" fmla="*/ 184150 h 867380"/>
                    <a:gd name="connsiteX12" fmla="*/ 228600 w 755288"/>
                    <a:gd name="connsiteY12" fmla="*/ 50800 h 867380"/>
                    <a:gd name="connsiteX0" fmla="*/ 0 w 723110"/>
                    <a:gd name="connsiteY0" fmla="*/ 0 h 871984"/>
                    <a:gd name="connsiteX1" fmla="*/ 69850 w 723110"/>
                    <a:gd name="connsiteY1" fmla="*/ 168275 h 871984"/>
                    <a:gd name="connsiteX2" fmla="*/ 136525 w 723110"/>
                    <a:gd name="connsiteY2" fmla="*/ 320675 h 871984"/>
                    <a:gd name="connsiteX3" fmla="*/ 450850 w 723110"/>
                    <a:gd name="connsiteY3" fmla="*/ 704850 h 871984"/>
                    <a:gd name="connsiteX4" fmla="*/ 552450 w 723110"/>
                    <a:gd name="connsiteY4" fmla="*/ 787400 h 871984"/>
                    <a:gd name="connsiteX5" fmla="*/ 625475 w 723110"/>
                    <a:gd name="connsiteY5" fmla="*/ 812800 h 871984"/>
                    <a:gd name="connsiteX6" fmla="*/ 720725 w 723110"/>
                    <a:gd name="connsiteY6" fmla="*/ 866775 h 871984"/>
                    <a:gd name="connsiteX7" fmla="*/ 684213 w 723110"/>
                    <a:gd name="connsiteY7" fmla="*/ 663575 h 871984"/>
                    <a:gd name="connsiteX8" fmla="*/ 574675 w 723110"/>
                    <a:gd name="connsiteY8" fmla="*/ 612775 h 871984"/>
                    <a:gd name="connsiteX9" fmla="*/ 484187 w 723110"/>
                    <a:gd name="connsiteY9" fmla="*/ 534988 h 871984"/>
                    <a:gd name="connsiteX10" fmla="*/ 325438 w 723110"/>
                    <a:gd name="connsiteY10" fmla="*/ 398462 h 871984"/>
                    <a:gd name="connsiteX11" fmla="*/ 260350 w 723110"/>
                    <a:gd name="connsiteY11" fmla="*/ 184150 h 871984"/>
                    <a:gd name="connsiteX12" fmla="*/ 228600 w 723110"/>
                    <a:gd name="connsiteY12" fmla="*/ 50800 h 871984"/>
                    <a:gd name="connsiteX0" fmla="*/ 0 w 744443"/>
                    <a:gd name="connsiteY0" fmla="*/ 0 h 813354"/>
                    <a:gd name="connsiteX1" fmla="*/ 69850 w 744443"/>
                    <a:gd name="connsiteY1" fmla="*/ 168275 h 813354"/>
                    <a:gd name="connsiteX2" fmla="*/ 136525 w 744443"/>
                    <a:gd name="connsiteY2" fmla="*/ 320675 h 813354"/>
                    <a:gd name="connsiteX3" fmla="*/ 450850 w 744443"/>
                    <a:gd name="connsiteY3" fmla="*/ 704850 h 813354"/>
                    <a:gd name="connsiteX4" fmla="*/ 552450 w 744443"/>
                    <a:gd name="connsiteY4" fmla="*/ 787400 h 813354"/>
                    <a:gd name="connsiteX5" fmla="*/ 625475 w 744443"/>
                    <a:gd name="connsiteY5" fmla="*/ 812800 h 813354"/>
                    <a:gd name="connsiteX6" fmla="*/ 742950 w 744443"/>
                    <a:gd name="connsiteY6" fmla="*/ 765175 h 813354"/>
                    <a:gd name="connsiteX7" fmla="*/ 684213 w 744443"/>
                    <a:gd name="connsiteY7" fmla="*/ 663575 h 813354"/>
                    <a:gd name="connsiteX8" fmla="*/ 574675 w 744443"/>
                    <a:gd name="connsiteY8" fmla="*/ 612775 h 813354"/>
                    <a:gd name="connsiteX9" fmla="*/ 484187 w 744443"/>
                    <a:gd name="connsiteY9" fmla="*/ 534988 h 813354"/>
                    <a:gd name="connsiteX10" fmla="*/ 325438 w 744443"/>
                    <a:gd name="connsiteY10" fmla="*/ 398462 h 813354"/>
                    <a:gd name="connsiteX11" fmla="*/ 260350 w 744443"/>
                    <a:gd name="connsiteY11" fmla="*/ 184150 h 813354"/>
                    <a:gd name="connsiteX12" fmla="*/ 228600 w 744443"/>
                    <a:gd name="connsiteY12" fmla="*/ 50800 h 813354"/>
                    <a:gd name="connsiteX0" fmla="*/ 0 w 743946"/>
                    <a:gd name="connsiteY0" fmla="*/ 0 h 807518"/>
                    <a:gd name="connsiteX1" fmla="*/ 69850 w 743946"/>
                    <a:gd name="connsiteY1" fmla="*/ 168275 h 807518"/>
                    <a:gd name="connsiteX2" fmla="*/ 136525 w 743946"/>
                    <a:gd name="connsiteY2" fmla="*/ 320675 h 807518"/>
                    <a:gd name="connsiteX3" fmla="*/ 450850 w 743946"/>
                    <a:gd name="connsiteY3" fmla="*/ 704850 h 807518"/>
                    <a:gd name="connsiteX4" fmla="*/ 552450 w 743946"/>
                    <a:gd name="connsiteY4" fmla="*/ 787400 h 807518"/>
                    <a:gd name="connsiteX5" fmla="*/ 708025 w 743946"/>
                    <a:gd name="connsiteY5" fmla="*/ 806450 h 807518"/>
                    <a:gd name="connsiteX6" fmla="*/ 742950 w 743946"/>
                    <a:gd name="connsiteY6" fmla="*/ 765175 h 807518"/>
                    <a:gd name="connsiteX7" fmla="*/ 684213 w 743946"/>
                    <a:gd name="connsiteY7" fmla="*/ 663575 h 807518"/>
                    <a:gd name="connsiteX8" fmla="*/ 574675 w 743946"/>
                    <a:gd name="connsiteY8" fmla="*/ 612775 h 807518"/>
                    <a:gd name="connsiteX9" fmla="*/ 484187 w 743946"/>
                    <a:gd name="connsiteY9" fmla="*/ 534988 h 807518"/>
                    <a:gd name="connsiteX10" fmla="*/ 325438 w 743946"/>
                    <a:gd name="connsiteY10" fmla="*/ 398462 h 807518"/>
                    <a:gd name="connsiteX11" fmla="*/ 260350 w 743946"/>
                    <a:gd name="connsiteY11" fmla="*/ 184150 h 807518"/>
                    <a:gd name="connsiteX12" fmla="*/ 228600 w 743946"/>
                    <a:gd name="connsiteY12" fmla="*/ 50800 h 807518"/>
                    <a:gd name="connsiteX0" fmla="*/ 0 w 743478"/>
                    <a:gd name="connsiteY0" fmla="*/ 0 h 809036"/>
                    <a:gd name="connsiteX1" fmla="*/ 69850 w 743478"/>
                    <a:gd name="connsiteY1" fmla="*/ 168275 h 809036"/>
                    <a:gd name="connsiteX2" fmla="*/ 136525 w 743478"/>
                    <a:gd name="connsiteY2" fmla="*/ 320675 h 809036"/>
                    <a:gd name="connsiteX3" fmla="*/ 450850 w 743478"/>
                    <a:gd name="connsiteY3" fmla="*/ 704850 h 809036"/>
                    <a:gd name="connsiteX4" fmla="*/ 623887 w 743478"/>
                    <a:gd name="connsiteY4" fmla="*/ 793750 h 809036"/>
                    <a:gd name="connsiteX5" fmla="*/ 708025 w 743478"/>
                    <a:gd name="connsiteY5" fmla="*/ 806450 h 809036"/>
                    <a:gd name="connsiteX6" fmla="*/ 742950 w 743478"/>
                    <a:gd name="connsiteY6" fmla="*/ 765175 h 809036"/>
                    <a:gd name="connsiteX7" fmla="*/ 684213 w 743478"/>
                    <a:gd name="connsiteY7" fmla="*/ 663575 h 809036"/>
                    <a:gd name="connsiteX8" fmla="*/ 574675 w 743478"/>
                    <a:gd name="connsiteY8" fmla="*/ 612775 h 809036"/>
                    <a:gd name="connsiteX9" fmla="*/ 484187 w 743478"/>
                    <a:gd name="connsiteY9" fmla="*/ 534988 h 809036"/>
                    <a:gd name="connsiteX10" fmla="*/ 325438 w 743478"/>
                    <a:gd name="connsiteY10" fmla="*/ 398462 h 809036"/>
                    <a:gd name="connsiteX11" fmla="*/ 260350 w 743478"/>
                    <a:gd name="connsiteY11" fmla="*/ 184150 h 809036"/>
                    <a:gd name="connsiteX12" fmla="*/ 228600 w 743478"/>
                    <a:gd name="connsiteY12" fmla="*/ 50800 h 80903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542925 w 743478"/>
                    <a:gd name="connsiteY3" fmla="*/ 709613 h 808866"/>
                    <a:gd name="connsiteX4" fmla="*/ 623887 w 743478"/>
                    <a:gd name="connsiteY4" fmla="*/ 793750 h 808866"/>
                    <a:gd name="connsiteX5" fmla="*/ 708025 w 743478"/>
                    <a:gd name="connsiteY5" fmla="*/ 806450 h 808866"/>
                    <a:gd name="connsiteX6" fmla="*/ 742950 w 743478"/>
                    <a:gd name="connsiteY6" fmla="*/ 765175 h 808866"/>
                    <a:gd name="connsiteX7" fmla="*/ 684213 w 743478"/>
                    <a:gd name="connsiteY7" fmla="*/ 663575 h 808866"/>
                    <a:gd name="connsiteX8" fmla="*/ 574675 w 743478"/>
                    <a:gd name="connsiteY8" fmla="*/ 612775 h 808866"/>
                    <a:gd name="connsiteX9" fmla="*/ 484187 w 743478"/>
                    <a:gd name="connsiteY9" fmla="*/ 534988 h 808866"/>
                    <a:gd name="connsiteX10" fmla="*/ 325438 w 743478"/>
                    <a:gd name="connsiteY10" fmla="*/ 398462 h 808866"/>
                    <a:gd name="connsiteX11" fmla="*/ 260350 w 743478"/>
                    <a:gd name="connsiteY11" fmla="*/ 184150 h 808866"/>
                    <a:gd name="connsiteX12" fmla="*/ 228600 w 743478"/>
                    <a:gd name="connsiteY12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350838 w 743478"/>
                    <a:gd name="connsiteY3" fmla="*/ 5286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146050 w 743478"/>
                    <a:gd name="connsiteY1" fmla="*/ 306387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675215"/>
                    <a:gd name="connsiteY0" fmla="*/ 79375 h 758066"/>
                    <a:gd name="connsiteX1" fmla="*/ 77787 w 675215"/>
                    <a:gd name="connsiteY1" fmla="*/ 255587 h 758066"/>
                    <a:gd name="connsiteX2" fmla="*/ 127000 w 675215"/>
                    <a:gd name="connsiteY2" fmla="*/ 387350 h 758066"/>
                    <a:gd name="connsiteX3" fmla="*/ 190500 w 675215"/>
                    <a:gd name="connsiteY3" fmla="*/ 452438 h 758066"/>
                    <a:gd name="connsiteX4" fmla="*/ 474662 w 675215"/>
                    <a:gd name="connsiteY4" fmla="*/ 658813 h 758066"/>
                    <a:gd name="connsiteX5" fmla="*/ 555624 w 675215"/>
                    <a:gd name="connsiteY5" fmla="*/ 742950 h 758066"/>
                    <a:gd name="connsiteX6" fmla="*/ 639762 w 675215"/>
                    <a:gd name="connsiteY6" fmla="*/ 755650 h 758066"/>
                    <a:gd name="connsiteX7" fmla="*/ 674687 w 675215"/>
                    <a:gd name="connsiteY7" fmla="*/ 714375 h 758066"/>
                    <a:gd name="connsiteX8" fmla="*/ 615950 w 675215"/>
                    <a:gd name="connsiteY8" fmla="*/ 612775 h 758066"/>
                    <a:gd name="connsiteX9" fmla="*/ 506412 w 675215"/>
                    <a:gd name="connsiteY9" fmla="*/ 561975 h 758066"/>
                    <a:gd name="connsiteX10" fmla="*/ 415924 w 675215"/>
                    <a:gd name="connsiteY10" fmla="*/ 484188 h 758066"/>
                    <a:gd name="connsiteX11" fmla="*/ 257175 w 675215"/>
                    <a:gd name="connsiteY11" fmla="*/ 347662 h 758066"/>
                    <a:gd name="connsiteX12" fmla="*/ 192087 w 675215"/>
                    <a:gd name="connsiteY12" fmla="*/ 133350 h 758066"/>
                    <a:gd name="connsiteX13" fmla="*/ 160337 w 675215"/>
                    <a:gd name="connsiteY13" fmla="*/ 0 h 758066"/>
                    <a:gd name="connsiteX0" fmla="*/ 4551 w 679766"/>
                    <a:gd name="connsiteY0" fmla="*/ 79375 h 758066"/>
                    <a:gd name="connsiteX1" fmla="*/ 6138 w 679766"/>
                    <a:gd name="connsiteY1" fmla="*/ 80963 h 758066"/>
                    <a:gd name="connsiteX2" fmla="*/ 82338 w 679766"/>
                    <a:gd name="connsiteY2" fmla="*/ 255587 h 758066"/>
                    <a:gd name="connsiteX3" fmla="*/ 131551 w 679766"/>
                    <a:gd name="connsiteY3" fmla="*/ 387350 h 758066"/>
                    <a:gd name="connsiteX4" fmla="*/ 195051 w 679766"/>
                    <a:gd name="connsiteY4" fmla="*/ 452438 h 758066"/>
                    <a:gd name="connsiteX5" fmla="*/ 479213 w 679766"/>
                    <a:gd name="connsiteY5" fmla="*/ 658813 h 758066"/>
                    <a:gd name="connsiteX6" fmla="*/ 560175 w 679766"/>
                    <a:gd name="connsiteY6" fmla="*/ 742950 h 758066"/>
                    <a:gd name="connsiteX7" fmla="*/ 644313 w 679766"/>
                    <a:gd name="connsiteY7" fmla="*/ 755650 h 758066"/>
                    <a:gd name="connsiteX8" fmla="*/ 679238 w 679766"/>
                    <a:gd name="connsiteY8" fmla="*/ 714375 h 758066"/>
                    <a:gd name="connsiteX9" fmla="*/ 620501 w 679766"/>
                    <a:gd name="connsiteY9" fmla="*/ 612775 h 758066"/>
                    <a:gd name="connsiteX10" fmla="*/ 510963 w 679766"/>
                    <a:gd name="connsiteY10" fmla="*/ 561975 h 758066"/>
                    <a:gd name="connsiteX11" fmla="*/ 420475 w 679766"/>
                    <a:gd name="connsiteY11" fmla="*/ 484188 h 758066"/>
                    <a:gd name="connsiteX12" fmla="*/ 261726 w 679766"/>
                    <a:gd name="connsiteY12" fmla="*/ 347662 h 758066"/>
                    <a:gd name="connsiteX13" fmla="*/ 196638 w 679766"/>
                    <a:gd name="connsiteY13" fmla="*/ 133350 h 758066"/>
                    <a:gd name="connsiteX14" fmla="*/ 164888 w 679766"/>
                    <a:gd name="connsiteY14" fmla="*/ 0 h 758066"/>
                    <a:gd name="connsiteX0" fmla="*/ 35617 w 710832"/>
                    <a:gd name="connsiteY0" fmla="*/ 150921 h 829612"/>
                    <a:gd name="connsiteX1" fmla="*/ 2279 w 710832"/>
                    <a:gd name="connsiteY1" fmla="*/ 3284 h 829612"/>
                    <a:gd name="connsiteX2" fmla="*/ 113404 w 710832"/>
                    <a:gd name="connsiteY2" fmla="*/ 327133 h 829612"/>
                    <a:gd name="connsiteX3" fmla="*/ 162617 w 710832"/>
                    <a:gd name="connsiteY3" fmla="*/ 458896 h 829612"/>
                    <a:gd name="connsiteX4" fmla="*/ 226117 w 710832"/>
                    <a:gd name="connsiteY4" fmla="*/ 523984 h 829612"/>
                    <a:gd name="connsiteX5" fmla="*/ 510279 w 710832"/>
                    <a:gd name="connsiteY5" fmla="*/ 730359 h 829612"/>
                    <a:gd name="connsiteX6" fmla="*/ 591241 w 710832"/>
                    <a:gd name="connsiteY6" fmla="*/ 814496 h 829612"/>
                    <a:gd name="connsiteX7" fmla="*/ 675379 w 710832"/>
                    <a:gd name="connsiteY7" fmla="*/ 827196 h 829612"/>
                    <a:gd name="connsiteX8" fmla="*/ 710304 w 710832"/>
                    <a:gd name="connsiteY8" fmla="*/ 785921 h 829612"/>
                    <a:gd name="connsiteX9" fmla="*/ 651567 w 710832"/>
                    <a:gd name="connsiteY9" fmla="*/ 684321 h 829612"/>
                    <a:gd name="connsiteX10" fmla="*/ 542029 w 710832"/>
                    <a:gd name="connsiteY10" fmla="*/ 633521 h 829612"/>
                    <a:gd name="connsiteX11" fmla="*/ 451541 w 710832"/>
                    <a:gd name="connsiteY11" fmla="*/ 555734 h 829612"/>
                    <a:gd name="connsiteX12" fmla="*/ 292792 w 710832"/>
                    <a:gd name="connsiteY12" fmla="*/ 419208 h 829612"/>
                    <a:gd name="connsiteX13" fmla="*/ 227704 w 710832"/>
                    <a:gd name="connsiteY13" fmla="*/ 204896 h 829612"/>
                    <a:gd name="connsiteX14" fmla="*/ 195954 w 710832"/>
                    <a:gd name="connsiteY14" fmla="*/ 71546 h 829612"/>
                    <a:gd name="connsiteX0" fmla="*/ 0 w 738715"/>
                    <a:gd name="connsiteY0" fmla="*/ 61722 h 832488"/>
                    <a:gd name="connsiteX1" fmla="*/ 30162 w 738715"/>
                    <a:gd name="connsiteY1" fmla="*/ 6160 h 832488"/>
                    <a:gd name="connsiteX2" fmla="*/ 141287 w 738715"/>
                    <a:gd name="connsiteY2" fmla="*/ 330009 h 832488"/>
                    <a:gd name="connsiteX3" fmla="*/ 190500 w 738715"/>
                    <a:gd name="connsiteY3" fmla="*/ 461772 h 832488"/>
                    <a:gd name="connsiteX4" fmla="*/ 254000 w 738715"/>
                    <a:gd name="connsiteY4" fmla="*/ 526860 h 832488"/>
                    <a:gd name="connsiteX5" fmla="*/ 538162 w 738715"/>
                    <a:gd name="connsiteY5" fmla="*/ 733235 h 832488"/>
                    <a:gd name="connsiteX6" fmla="*/ 619124 w 738715"/>
                    <a:gd name="connsiteY6" fmla="*/ 817372 h 832488"/>
                    <a:gd name="connsiteX7" fmla="*/ 703262 w 738715"/>
                    <a:gd name="connsiteY7" fmla="*/ 830072 h 832488"/>
                    <a:gd name="connsiteX8" fmla="*/ 738187 w 738715"/>
                    <a:gd name="connsiteY8" fmla="*/ 788797 h 832488"/>
                    <a:gd name="connsiteX9" fmla="*/ 679450 w 738715"/>
                    <a:gd name="connsiteY9" fmla="*/ 687197 h 832488"/>
                    <a:gd name="connsiteX10" fmla="*/ 569912 w 738715"/>
                    <a:gd name="connsiteY10" fmla="*/ 636397 h 832488"/>
                    <a:gd name="connsiteX11" fmla="*/ 479424 w 738715"/>
                    <a:gd name="connsiteY11" fmla="*/ 558610 h 832488"/>
                    <a:gd name="connsiteX12" fmla="*/ 320675 w 738715"/>
                    <a:gd name="connsiteY12" fmla="*/ 422084 h 832488"/>
                    <a:gd name="connsiteX13" fmla="*/ 255587 w 738715"/>
                    <a:gd name="connsiteY13" fmla="*/ 207772 h 832488"/>
                    <a:gd name="connsiteX14" fmla="*/ 223837 w 738715"/>
                    <a:gd name="connsiteY14" fmla="*/ 74422 h 832488"/>
                    <a:gd name="connsiteX0" fmla="*/ 0 w 738715"/>
                    <a:gd name="connsiteY0" fmla="*/ 0 h 770766"/>
                    <a:gd name="connsiteX1" fmla="*/ 65087 w 738715"/>
                    <a:gd name="connsiteY1" fmla="*/ 107951 h 770766"/>
                    <a:gd name="connsiteX2" fmla="*/ 141287 w 738715"/>
                    <a:gd name="connsiteY2" fmla="*/ 268287 h 770766"/>
                    <a:gd name="connsiteX3" fmla="*/ 190500 w 738715"/>
                    <a:gd name="connsiteY3" fmla="*/ 400050 h 770766"/>
                    <a:gd name="connsiteX4" fmla="*/ 254000 w 738715"/>
                    <a:gd name="connsiteY4" fmla="*/ 465138 h 770766"/>
                    <a:gd name="connsiteX5" fmla="*/ 538162 w 738715"/>
                    <a:gd name="connsiteY5" fmla="*/ 671513 h 770766"/>
                    <a:gd name="connsiteX6" fmla="*/ 619124 w 738715"/>
                    <a:gd name="connsiteY6" fmla="*/ 755650 h 770766"/>
                    <a:gd name="connsiteX7" fmla="*/ 703262 w 738715"/>
                    <a:gd name="connsiteY7" fmla="*/ 768350 h 770766"/>
                    <a:gd name="connsiteX8" fmla="*/ 738187 w 738715"/>
                    <a:gd name="connsiteY8" fmla="*/ 727075 h 770766"/>
                    <a:gd name="connsiteX9" fmla="*/ 679450 w 738715"/>
                    <a:gd name="connsiteY9" fmla="*/ 625475 h 770766"/>
                    <a:gd name="connsiteX10" fmla="*/ 569912 w 738715"/>
                    <a:gd name="connsiteY10" fmla="*/ 574675 h 770766"/>
                    <a:gd name="connsiteX11" fmla="*/ 479424 w 738715"/>
                    <a:gd name="connsiteY11" fmla="*/ 496888 h 770766"/>
                    <a:gd name="connsiteX12" fmla="*/ 320675 w 738715"/>
                    <a:gd name="connsiteY12" fmla="*/ 360362 h 770766"/>
                    <a:gd name="connsiteX13" fmla="*/ 255587 w 738715"/>
                    <a:gd name="connsiteY13" fmla="*/ 146050 h 770766"/>
                    <a:gd name="connsiteX14" fmla="*/ 223837 w 738715"/>
                    <a:gd name="connsiteY14" fmla="*/ 12700 h 770766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03199 w 718077"/>
                    <a:gd name="connsiteY14" fmla="*/ 73025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51519 w 718077"/>
                    <a:gd name="connsiteY10" fmla="*/ 65618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9098"/>
                    <a:gd name="connsiteY0" fmla="*/ 0 h 818642"/>
                    <a:gd name="connsiteX1" fmla="*/ 44449 w 719098"/>
                    <a:gd name="connsiteY1" fmla="*/ 168276 h 818642"/>
                    <a:gd name="connsiteX2" fmla="*/ 120649 w 719098"/>
                    <a:gd name="connsiteY2" fmla="*/ 328612 h 818642"/>
                    <a:gd name="connsiteX3" fmla="*/ 169862 w 719098"/>
                    <a:gd name="connsiteY3" fmla="*/ 460375 h 818642"/>
                    <a:gd name="connsiteX4" fmla="*/ 233362 w 719098"/>
                    <a:gd name="connsiteY4" fmla="*/ 525463 h 818642"/>
                    <a:gd name="connsiteX5" fmla="*/ 517524 w 719098"/>
                    <a:gd name="connsiteY5" fmla="*/ 731838 h 818642"/>
                    <a:gd name="connsiteX6" fmla="*/ 598486 w 719098"/>
                    <a:gd name="connsiteY6" fmla="*/ 815975 h 818642"/>
                    <a:gd name="connsiteX7" fmla="*/ 717549 w 719098"/>
                    <a:gd name="connsiteY7" fmla="*/ 787400 h 818642"/>
                    <a:gd name="connsiteX8" fmla="*/ 658812 w 719098"/>
                    <a:gd name="connsiteY8" fmla="*/ 685800 h 818642"/>
                    <a:gd name="connsiteX9" fmla="*/ 551519 w 719098"/>
                    <a:gd name="connsiteY9" fmla="*/ 656180 h 818642"/>
                    <a:gd name="connsiteX10" fmla="*/ 432742 w 719098"/>
                    <a:gd name="connsiteY10" fmla="*/ 513568 h 818642"/>
                    <a:gd name="connsiteX11" fmla="*/ 399891 w 719098"/>
                    <a:gd name="connsiteY11" fmla="*/ 426523 h 818642"/>
                    <a:gd name="connsiteX12" fmla="*/ 278591 w 719098"/>
                    <a:gd name="connsiteY12" fmla="*/ 227451 h 818642"/>
                    <a:gd name="connsiteX13" fmla="*/ 282938 w 719098"/>
                    <a:gd name="connsiteY13" fmla="*/ 165237 h 818642"/>
                    <a:gd name="connsiteX0" fmla="*/ 0 w 659721"/>
                    <a:gd name="connsiteY0" fmla="*/ 0 h 816860"/>
                    <a:gd name="connsiteX1" fmla="*/ 44449 w 659721"/>
                    <a:gd name="connsiteY1" fmla="*/ 168276 h 816860"/>
                    <a:gd name="connsiteX2" fmla="*/ 120649 w 659721"/>
                    <a:gd name="connsiteY2" fmla="*/ 328612 h 816860"/>
                    <a:gd name="connsiteX3" fmla="*/ 169862 w 659721"/>
                    <a:gd name="connsiteY3" fmla="*/ 460375 h 816860"/>
                    <a:gd name="connsiteX4" fmla="*/ 233362 w 659721"/>
                    <a:gd name="connsiteY4" fmla="*/ 525463 h 816860"/>
                    <a:gd name="connsiteX5" fmla="*/ 517524 w 659721"/>
                    <a:gd name="connsiteY5" fmla="*/ 731838 h 816860"/>
                    <a:gd name="connsiteX6" fmla="*/ 598486 w 659721"/>
                    <a:gd name="connsiteY6" fmla="*/ 815975 h 816860"/>
                    <a:gd name="connsiteX7" fmla="*/ 658812 w 659721"/>
                    <a:gd name="connsiteY7" fmla="*/ 685800 h 816860"/>
                    <a:gd name="connsiteX8" fmla="*/ 551519 w 659721"/>
                    <a:gd name="connsiteY8" fmla="*/ 656180 h 816860"/>
                    <a:gd name="connsiteX9" fmla="*/ 432742 w 659721"/>
                    <a:gd name="connsiteY9" fmla="*/ 513568 h 816860"/>
                    <a:gd name="connsiteX10" fmla="*/ 399891 w 659721"/>
                    <a:gd name="connsiteY10" fmla="*/ 426523 h 816860"/>
                    <a:gd name="connsiteX11" fmla="*/ 278591 w 659721"/>
                    <a:gd name="connsiteY11" fmla="*/ 227451 h 816860"/>
                    <a:gd name="connsiteX12" fmla="*/ 282938 w 659721"/>
                    <a:gd name="connsiteY12" fmla="*/ 165237 h 816860"/>
                    <a:gd name="connsiteX0" fmla="*/ 0 w 599294"/>
                    <a:gd name="connsiteY0" fmla="*/ 0 h 818005"/>
                    <a:gd name="connsiteX1" fmla="*/ 44449 w 599294"/>
                    <a:gd name="connsiteY1" fmla="*/ 168276 h 818005"/>
                    <a:gd name="connsiteX2" fmla="*/ 120649 w 599294"/>
                    <a:gd name="connsiteY2" fmla="*/ 328612 h 818005"/>
                    <a:gd name="connsiteX3" fmla="*/ 169862 w 599294"/>
                    <a:gd name="connsiteY3" fmla="*/ 460375 h 818005"/>
                    <a:gd name="connsiteX4" fmla="*/ 233362 w 599294"/>
                    <a:gd name="connsiteY4" fmla="*/ 525463 h 818005"/>
                    <a:gd name="connsiteX5" fmla="*/ 517524 w 599294"/>
                    <a:gd name="connsiteY5" fmla="*/ 731838 h 818005"/>
                    <a:gd name="connsiteX6" fmla="*/ 598486 w 599294"/>
                    <a:gd name="connsiteY6" fmla="*/ 815975 h 818005"/>
                    <a:gd name="connsiteX7" fmla="*/ 551519 w 599294"/>
                    <a:gd name="connsiteY7" fmla="*/ 656180 h 818005"/>
                    <a:gd name="connsiteX8" fmla="*/ 432742 w 599294"/>
                    <a:gd name="connsiteY8" fmla="*/ 513568 h 818005"/>
                    <a:gd name="connsiteX9" fmla="*/ 399891 w 599294"/>
                    <a:gd name="connsiteY9" fmla="*/ 426523 h 818005"/>
                    <a:gd name="connsiteX10" fmla="*/ 278591 w 599294"/>
                    <a:gd name="connsiteY10" fmla="*/ 227451 h 818005"/>
                    <a:gd name="connsiteX11" fmla="*/ 282938 w 599294"/>
                    <a:gd name="connsiteY11" fmla="*/ 165237 h 818005"/>
                    <a:gd name="connsiteX0" fmla="*/ 0 w 560957"/>
                    <a:gd name="connsiteY0" fmla="*/ 0 h 736416"/>
                    <a:gd name="connsiteX1" fmla="*/ 44449 w 560957"/>
                    <a:gd name="connsiteY1" fmla="*/ 168276 h 736416"/>
                    <a:gd name="connsiteX2" fmla="*/ 120649 w 560957"/>
                    <a:gd name="connsiteY2" fmla="*/ 328612 h 736416"/>
                    <a:gd name="connsiteX3" fmla="*/ 169862 w 560957"/>
                    <a:gd name="connsiteY3" fmla="*/ 460375 h 736416"/>
                    <a:gd name="connsiteX4" fmla="*/ 233362 w 560957"/>
                    <a:gd name="connsiteY4" fmla="*/ 525463 h 736416"/>
                    <a:gd name="connsiteX5" fmla="*/ 517524 w 560957"/>
                    <a:gd name="connsiteY5" fmla="*/ 731838 h 736416"/>
                    <a:gd name="connsiteX6" fmla="*/ 551519 w 560957"/>
                    <a:gd name="connsiteY6" fmla="*/ 656180 h 736416"/>
                    <a:gd name="connsiteX7" fmla="*/ 432742 w 560957"/>
                    <a:gd name="connsiteY7" fmla="*/ 513568 h 736416"/>
                    <a:gd name="connsiteX8" fmla="*/ 399891 w 560957"/>
                    <a:gd name="connsiteY8" fmla="*/ 426523 h 736416"/>
                    <a:gd name="connsiteX9" fmla="*/ 278591 w 560957"/>
                    <a:gd name="connsiteY9" fmla="*/ 227451 h 736416"/>
                    <a:gd name="connsiteX10" fmla="*/ 282938 w 560957"/>
                    <a:gd name="connsiteY10" fmla="*/ 165237 h 736416"/>
                    <a:gd name="connsiteX0" fmla="*/ 0 w 553781"/>
                    <a:gd name="connsiteY0" fmla="*/ 0 h 727150"/>
                    <a:gd name="connsiteX1" fmla="*/ 44449 w 553781"/>
                    <a:gd name="connsiteY1" fmla="*/ 168276 h 727150"/>
                    <a:gd name="connsiteX2" fmla="*/ 120649 w 553781"/>
                    <a:gd name="connsiteY2" fmla="*/ 328612 h 727150"/>
                    <a:gd name="connsiteX3" fmla="*/ 169862 w 553781"/>
                    <a:gd name="connsiteY3" fmla="*/ 460375 h 727150"/>
                    <a:gd name="connsiteX4" fmla="*/ 233362 w 553781"/>
                    <a:gd name="connsiteY4" fmla="*/ 525463 h 727150"/>
                    <a:gd name="connsiteX5" fmla="*/ 488643 w 553781"/>
                    <a:gd name="connsiteY5" fmla="*/ 722048 h 727150"/>
                    <a:gd name="connsiteX6" fmla="*/ 551519 w 553781"/>
                    <a:gd name="connsiteY6" fmla="*/ 656180 h 727150"/>
                    <a:gd name="connsiteX7" fmla="*/ 432742 w 553781"/>
                    <a:gd name="connsiteY7" fmla="*/ 513568 h 727150"/>
                    <a:gd name="connsiteX8" fmla="*/ 399891 w 553781"/>
                    <a:gd name="connsiteY8" fmla="*/ 426523 h 727150"/>
                    <a:gd name="connsiteX9" fmla="*/ 278591 w 553781"/>
                    <a:gd name="connsiteY9" fmla="*/ 227451 h 727150"/>
                    <a:gd name="connsiteX10" fmla="*/ 282938 w 553781"/>
                    <a:gd name="connsiteY10" fmla="*/ 165237 h 727150"/>
                    <a:gd name="connsiteX0" fmla="*/ 0 w 561611"/>
                    <a:gd name="connsiteY0" fmla="*/ 0 h 732877"/>
                    <a:gd name="connsiteX1" fmla="*/ 44449 w 561611"/>
                    <a:gd name="connsiteY1" fmla="*/ 168276 h 732877"/>
                    <a:gd name="connsiteX2" fmla="*/ 120649 w 561611"/>
                    <a:gd name="connsiteY2" fmla="*/ 328612 h 732877"/>
                    <a:gd name="connsiteX3" fmla="*/ 169862 w 561611"/>
                    <a:gd name="connsiteY3" fmla="*/ 460375 h 732877"/>
                    <a:gd name="connsiteX4" fmla="*/ 233362 w 561611"/>
                    <a:gd name="connsiteY4" fmla="*/ 525463 h 732877"/>
                    <a:gd name="connsiteX5" fmla="*/ 488643 w 561611"/>
                    <a:gd name="connsiteY5" fmla="*/ 722048 h 732877"/>
                    <a:gd name="connsiteX6" fmla="*/ 559753 w 561611"/>
                    <a:gd name="connsiteY6" fmla="*/ 686720 h 732877"/>
                    <a:gd name="connsiteX7" fmla="*/ 432742 w 561611"/>
                    <a:gd name="connsiteY7" fmla="*/ 513568 h 732877"/>
                    <a:gd name="connsiteX8" fmla="*/ 399891 w 561611"/>
                    <a:gd name="connsiteY8" fmla="*/ 426523 h 732877"/>
                    <a:gd name="connsiteX9" fmla="*/ 278591 w 561611"/>
                    <a:gd name="connsiteY9" fmla="*/ 227451 h 732877"/>
                    <a:gd name="connsiteX10" fmla="*/ 282938 w 561611"/>
                    <a:gd name="connsiteY10" fmla="*/ 165237 h 732877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22083"/>
                    <a:gd name="connsiteX1" fmla="*/ 44449 w 562157"/>
                    <a:gd name="connsiteY1" fmla="*/ 168276 h 722083"/>
                    <a:gd name="connsiteX2" fmla="*/ 120649 w 562157"/>
                    <a:gd name="connsiteY2" fmla="*/ 328612 h 722083"/>
                    <a:gd name="connsiteX3" fmla="*/ 169862 w 562157"/>
                    <a:gd name="connsiteY3" fmla="*/ 460375 h 722083"/>
                    <a:gd name="connsiteX4" fmla="*/ 233362 w 562157"/>
                    <a:gd name="connsiteY4" fmla="*/ 525463 h 722083"/>
                    <a:gd name="connsiteX5" fmla="*/ 488643 w 562157"/>
                    <a:gd name="connsiteY5" fmla="*/ 722048 h 722083"/>
                    <a:gd name="connsiteX6" fmla="*/ 559753 w 562157"/>
                    <a:gd name="connsiteY6" fmla="*/ 686720 h 722083"/>
                    <a:gd name="connsiteX7" fmla="*/ 432742 w 562157"/>
                    <a:gd name="connsiteY7" fmla="*/ 513568 h 722083"/>
                    <a:gd name="connsiteX8" fmla="*/ 399891 w 562157"/>
                    <a:gd name="connsiteY8" fmla="*/ 426523 h 722083"/>
                    <a:gd name="connsiteX9" fmla="*/ 278591 w 562157"/>
                    <a:gd name="connsiteY9" fmla="*/ 227451 h 722083"/>
                    <a:gd name="connsiteX10" fmla="*/ 282938 w 562157"/>
                    <a:gd name="connsiteY10" fmla="*/ 165237 h 722083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44449 w 562157"/>
                    <a:gd name="connsiteY2" fmla="*/ 168276 h 723888"/>
                    <a:gd name="connsiteX3" fmla="*/ 152851 w 562157"/>
                    <a:gd name="connsiteY3" fmla="*/ 255234 h 723888"/>
                    <a:gd name="connsiteX4" fmla="*/ 380209 w 562157"/>
                    <a:gd name="connsiteY4" fmla="*/ 538744 h 723888"/>
                    <a:gd name="connsiteX5" fmla="*/ 422793 w 562157"/>
                    <a:gd name="connsiteY5" fmla="*/ 662449 h 723888"/>
                    <a:gd name="connsiteX6" fmla="*/ 488643 w 562157"/>
                    <a:gd name="connsiteY6" fmla="*/ 722048 h 723888"/>
                    <a:gd name="connsiteX7" fmla="*/ 559753 w 562157"/>
                    <a:gd name="connsiteY7" fmla="*/ 686720 h 723888"/>
                    <a:gd name="connsiteX8" fmla="*/ 432742 w 562157"/>
                    <a:gd name="connsiteY8" fmla="*/ 513568 h 723888"/>
                    <a:gd name="connsiteX9" fmla="*/ 399891 w 562157"/>
                    <a:gd name="connsiteY9" fmla="*/ 426523 h 723888"/>
                    <a:gd name="connsiteX10" fmla="*/ 278591 w 562157"/>
                    <a:gd name="connsiteY10" fmla="*/ 227451 h 723888"/>
                    <a:gd name="connsiteX11" fmla="*/ 282938 w 562157"/>
                    <a:gd name="connsiteY11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60242 w 438552"/>
                    <a:gd name="connsiteY3" fmla="*/ 572163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57786 w 438552"/>
                    <a:gd name="connsiteY3" fmla="*/ 448537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7517 w 438552"/>
                    <a:gd name="connsiteY1" fmla="*/ 148907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137057 w 443413"/>
                    <a:gd name="connsiteY0" fmla="*/ 0 h 989649"/>
                    <a:gd name="connsiteX1" fmla="*/ 12378 w 443413"/>
                    <a:gd name="connsiteY1" fmla="*/ 375152 h 989649"/>
                    <a:gd name="connsiteX2" fmla="*/ 17850 w 443413"/>
                    <a:gd name="connsiteY2" fmla="*/ 495588 h 989649"/>
                    <a:gd name="connsiteX3" fmla="*/ 130344 w 443413"/>
                    <a:gd name="connsiteY3" fmla="*/ 659643 h 989649"/>
                    <a:gd name="connsiteX4" fmla="*/ 265103 w 443413"/>
                    <a:gd name="connsiteY4" fmla="*/ 798408 h 989649"/>
                    <a:gd name="connsiteX5" fmla="*/ 304049 w 443413"/>
                    <a:gd name="connsiteY5" fmla="*/ 928210 h 989649"/>
                    <a:gd name="connsiteX6" fmla="*/ 369899 w 443413"/>
                    <a:gd name="connsiteY6" fmla="*/ 987809 h 989649"/>
                    <a:gd name="connsiteX7" fmla="*/ 441009 w 443413"/>
                    <a:gd name="connsiteY7" fmla="*/ 952481 h 989649"/>
                    <a:gd name="connsiteX8" fmla="*/ 313998 w 443413"/>
                    <a:gd name="connsiteY8" fmla="*/ 779329 h 989649"/>
                    <a:gd name="connsiteX9" fmla="*/ 281147 w 443413"/>
                    <a:gd name="connsiteY9" fmla="*/ 692284 h 989649"/>
                    <a:gd name="connsiteX10" fmla="*/ 159847 w 443413"/>
                    <a:gd name="connsiteY10" fmla="*/ 493212 h 989649"/>
                    <a:gd name="connsiteX11" fmla="*/ 164194 w 443413"/>
                    <a:gd name="connsiteY11" fmla="*/ 430998 h 989649"/>
                    <a:gd name="connsiteX0" fmla="*/ 119412 w 425768"/>
                    <a:gd name="connsiteY0" fmla="*/ 0 h 989649"/>
                    <a:gd name="connsiteX1" fmla="*/ 85842 w 425768"/>
                    <a:gd name="connsiteY1" fmla="*/ 279398 h 989649"/>
                    <a:gd name="connsiteX2" fmla="*/ 205 w 425768"/>
                    <a:gd name="connsiteY2" fmla="*/ 495588 h 989649"/>
                    <a:gd name="connsiteX3" fmla="*/ 112699 w 425768"/>
                    <a:gd name="connsiteY3" fmla="*/ 659643 h 989649"/>
                    <a:gd name="connsiteX4" fmla="*/ 247458 w 425768"/>
                    <a:gd name="connsiteY4" fmla="*/ 798408 h 989649"/>
                    <a:gd name="connsiteX5" fmla="*/ 286404 w 425768"/>
                    <a:gd name="connsiteY5" fmla="*/ 928210 h 989649"/>
                    <a:gd name="connsiteX6" fmla="*/ 352254 w 425768"/>
                    <a:gd name="connsiteY6" fmla="*/ 987809 h 989649"/>
                    <a:gd name="connsiteX7" fmla="*/ 423364 w 425768"/>
                    <a:gd name="connsiteY7" fmla="*/ 952481 h 989649"/>
                    <a:gd name="connsiteX8" fmla="*/ 296353 w 425768"/>
                    <a:gd name="connsiteY8" fmla="*/ 779329 h 989649"/>
                    <a:gd name="connsiteX9" fmla="*/ 263502 w 425768"/>
                    <a:gd name="connsiteY9" fmla="*/ 692284 h 989649"/>
                    <a:gd name="connsiteX10" fmla="*/ 142202 w 425768"/>
                    <a:gd name="connsiteY10" fmla="*/ 493212 h 989649"/>
                    <a:gd name="connsiteX11" fmla="*/ 146549 w 425768"/>
                    <a:gd name="connsiteY11" fmla="*/ 430998 h 989649"/>
                    <a:gd name="connsiteX0" fmla="*/ 119374 w 425730"/>
                    <a:gd name="connsiteY0" fmla="*/ 0 h 989649"/>
                    <a:gd name="connsiteX1" fmla="*/ 85804 w 425730"/>
                    <a:gd name="connsiteY1" fmla="*/ 279398 h 989649"/>
                    <a:gd name="connsiteX2" fmla="*/ 167 w 425730"/>
                    <a:gd name="connsiteY2" fmla="*/ 495588 h 989649"/>
                    <a:gd name="connsiteX3" fmla="*/ 112661 w 425730"/>
                    <a:gd name="connsiteY3" fmla="*/ 659643 h 989649"/>
                    <a:gd name="connsiteX4" fmla="*/ 247420 w 425730"/>
                    <a:gd name="connsiteY4" fmla="*/ 798408 h 989649"/>
                    <a:gd name="connsiteX5" fmla="*/ 286366 w 425730"/>
                    <a:gd name="connsiteY5" fmla="*/ 928210 h 989649"/>
                    <a:gd name="connsiteX6" fmla="*/ 352216 w 425730"/>
                    <a:gd name="connsiteY6" fmla="*/ 987809 h 989649"/>
                    <a:gd name="connsiteX7" fmla="*/ 423326 w 425730"/>
                    <a:gd name="connsiteY7" fmla="*/ 952481 h 989649"/>
                    <a:gd name="connsiteX8" fmla="*/ 296315 w 425730"/>
                    <a:gd name="connsiteY8" fmla="*/ 779329 h 989649"/>
                    <a:gd name="connsiteX9" fmla="*/ 263464 w 425730"/>
                    <a:gd name="connsiteY9" fmla="*/ 692284 h 989649"/>
                    <a:gd name="connsiteX10" fmla="*/ 142164 w 425730"/>
                    <a:gd name="connsiteY10" fmla="*/ 493212 h 989649"/>
                    <a:gd name="connsiteX11" fmla="*/ 146511 w 425730"/>
                    <a:gd name="connsiteY11" fmla="*/ 430998 h 989649"/>
                    <a:gd name="connsiteX0" fmla="*/ 40060 w 346416"/>
                    <a:gd name="connsiteY0" fmla="*/ 0 h 989649"/>
                    <a:gd name="connsiteX1" fmla="*/ 6490 w 346416"/>
                    <a:gd name="connsiteY1" fmla="*/ 279398 h 989649"/>
                    <a:gd name="connsiteX2" fmla="*/ 2312 w 346416"/>
                    <a:gd name="connsiteY2" fmla="*/ 459282 h 989649"/>
                    <a:gd name="connsiteX3" fmla="*/ 33347 w 346416"/>
                    <a:gd name="connsiteY3" fmla="*/ 659643 h 989649"/>
                    <a:gd name="connsiteX4" fmla="*/ 168106 w 346416"/>
                    <a:gd name="connsiteY4" fmla="*/ 798408 h 989649"/>
                    <a:gd name="connsiteX5" fmla="*/ 207052 w 346416"/>
                    <a:gd name="connsiteY5" fmla="*/ 928210 h 989649"/>
                    <a:gd name="connsiteX6" fmla="*/ 272902 w 346416"/>
                    <a:gd name="connsiteY6" fmla="*/ 987809 h 989649"/>
                    <a:gd name="connsiteX7" fmla="*/ 344012 w 346416"/>
                    <a:gd name="connsiteY7" fmla="*/ 952481 h 989649"/>
                    <a:gd name="connsiteX8" fmla="*/ 217001 w 346416"/>
                    <a:gd name="connsiteY8" fmla="*/ 779329 h 989649"/>
                    <a:gd name="connsiteX9" fmla="*/ 184150 w 346416"/>
                    <a:gd name="connsiteY9" fmla="*/ 692284 h 989649"/>
                    <a:gd name="connsiteX10" fmla="*/ 62850 w 346416"/>
                    <a:gd name="connsiteY10" fmla="*/ 493212 h 989649"/>
                    <a:gd name="connsiteX11" fmla="*/ 67197 w 346416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70760 w 349979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182474 w 349979"/>
                    <a:gd name="connsiteY11" fmla="*/ 102331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111083 w 349979"/>
                    <a:gd name="connsiteY10" fmla="*/ 452679 h 989649"/>
                    <a:gd name="connsiteX11" fmla="*/ 182474 w 349979"/>
                    <a:gd name="connsiteY11" fmla="*/ 102331 h 989649"/>
                    <a:gd name="connsiteX0" fmla="*/ 43623 w 349943"/>
                    <a:gd name="connsiteY0" fmla="*/ 0 h 989649"/>
                    <a:gd name="connsiteX1" fmla="*/ 10053 w 349943"/>
                    <a:gd name="connsiteY1" fmla="*/ 279398 h 989649"/>
                    <a:gd name="connsiteX2" fmla="*/ 5875 w 349943"/>
                    <a:gd name="connsiteY2" fmla="*/ 459282 h 989649"/>
                    <a:gd name="connsiteX3" fmla="*/ 85077 w 349943"/>
                    <a:gd name="connsiteY3" fmla="*/ 643735 h 989649"/>
                    <a:gd name="connsiteX4" fmla="*/ 171669 w 349943"/>
                    <a:gd name="connsiteY4" fmla="*/ 798408 h 989649"/>
                    <a:gd name="connsiteX5" fmla="*/ 210615 w 349943"/>
                    <a:gd name="connsiteY5" fmla="*/ 928210 h 989649"/>
                    <a:gd name="connsiteX6" fmla="*/ 276465 w 349943"/>
                    <a:gd name="connsiteY6" fmla="*/ 987809 h 989649"/>
                    <a:gd name="connsiteX7" fmla="*/ 347575 w 349943"/>
                    <a:gd name="connsiteY7" fmla="*/ 952481 h 989649"/>
                    <a:gd name="connsiteX8" fmla="*/ 220564 w 349943"/>
                    <a:gd name="connsiteY8" fmla="*/ 779329 h 989649"/>
                    <a:gd name="connsiteX9" fmla="*/ 200566 w 349943"/>
                    <a:gd name="connsiteY9" fmla="*/ 688797 h 989649"/>
                    <a:gd name="connsiteX10" fmla="*/ 111083 w 349943"/>
                    <a:gd name="connsiteY10" fmla="*/ 452679 h 989649"/>
                    <a:gd name="connsiteX11" fmla="*/ 182474 w 349943"/>
                    <a:gd name="connsiteY11" fmla="*/ 102331 h 989649"/>
                    <a:gd name="connsiteX0" fmla="*/ 43623 w 347581"/>
                    <a:gd name="connsiteY0" fmla="*/ 0 h 988803"/>
                    <a:gd name="connsiteX1" fmla="*/ 10053 w 347581"/>
                    <a:gd name="connsiteY1" fmla="*/ 279398 h 988803"/>
                    <a:gd name="connsiteX2" fmla="*/ 5875 w 347581"/>
                    <a:gd name="connsiteY2" fmla="*/ 459282 h 988803"/>
                    <a:gd name="connsiteX3" fmla="*/ 85077 w 347581"/>
                    <a:gd name="connsiteY3" fmla="*/ 643735 h 988803"/>
                    <a:gd name="connsiteX4" fmla="*/ 171669 w 347581"/>
                    <a:gd name="connsiteY4" fmla="*/ 798408 h 988803"/>
                    <a:gd name="connsiteX5" fmla="*/ 210615 w 347581"/>
                    <a:gd name="connsiteY5" fmla="*/ 928210 h 988803"/>
                    <a:gd name="connsiteX6" fmla="*/ 276465 w 347581"/>
                    <a:gd name="connsiteY6" fmla="*/ 987809 h 988803"/>
                    <a:gd name="connsiteX7" fmla="*/ 347575 w 347581"/>
                    <a:gd name="connsiteY7" fmla="*/ 952481 h 988803"/>
                    <a:gd name="connsiteX8" fmla="*/ 280068 w 347581"/>
                    <a:gd name="connsiteY8" fmla="*/ 797285 h 988803"/>
                    <a:gd name="connsiteX9" fmla="*/ 200566 w 347581"/>
                    <a:gd name="connsiteY9" fmla="*/ 688797 h 988803"/>
                    <a:gd name="connsiteX10" fmla="*/ 111083 w 347581"/>
                    <a:gd name="connsiteY10" fmla="*/ 452679 h 988803"/>
                    <a:gd name="connsiteX11" fmla="*/ 182474 w 347581"/>
                    <a:gd name="connsiteY11" fmla="*/ 102331 h 988803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0566 w 341639"/>
                    <a:gd name="connsiteY9" fmla="*/ 688797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3685 w 341639"/>
                    <a:gd name="connsiteY9" fmla="*/ 679426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11083 w 318285"/>
                    <a:gd name="connsiteY10" fmla="*/ 452679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407"/>
                    <a:gd name="connsiteY0" fmla="*/ 0 h 989081"/>
                    <a:gd name="connsiteX1" fmla="*/ 10053 w 318407"/>
                    <a:gd name="connsiteY1" fmla="*/ 279398 h 989081"/>
                    <a:gd name="connsiteX2" fmla="*/ 5875 w 318407"/>
                    <a:gd name="connsiteY2" fmla="*/ 459282 h 989081"/>
                    <a:gd name="connsiteX3" fmla="*/ 85077 w 318407"/>
                    <a:gd name="connsiteY3" fmla="*/ 643735 h 989081"/>
                    <a:gd name="connsiteX4" fmla="*/ 171669 w 318407"/>
                    <a:gd name="connsiteY4" fmla="*/ 798408 h 989081"/>
                    <a:gd name="connsiteX5" fmla="*/ 210615 w 318407"/>
                    <a:gd name="connsiteY5" fmla="*/ 928210 h 989081"/>
                    <a:gd name="connsiteX6" fmla="*/ 276465 w 318407"/>
                    <a:gd name="connsiteY6" fmla="*/ 987809 h 989081"/>
                    <a:gd name="connsiteX7" fmla="*/ 318244 w 318407"/>
                    <a:gd name="connsiteY7" fmla="*/ 923499 h 989081"/>
                    <a:gd name="connsiteX8" fmla="*/ 269238 w 318407"/>
                    <a:gd name="connsiteY8" fmla="*/ 808747 h 989081"/>
                    <a:gd name="connsiteX9" fmla="*/ 203685 w 318407"/>
                    <a:gd name="connsiteY9" fmla="*/ 679426 h 989081"/>
                    <a:gd name="connsiteX10" fmla="*/ 129457 w 318407"/>
                    <a:gd name="connsiteY10" fmla="*/ 481793 h 989081"/>
                    <a:gd name="connsiteX11" fmla="*/ 175268 w 318407"/>
                    <a:gd name="connsiteY11" fmla="*/ 149750 h 989081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217821 w 318952"/>
                    <a:gd name="connsiteY11" fmla="*/ 103381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32322 w 318952"/>
                    <a:gd name="connsiteY10" fmla="*/ 451207 h 988835"/>
                    <a:gd name="connsiteX11" fmla="*/ 217821 w 318952"/>
                    <a:gd name="connsiteY11" fmla="*/ 103381 h 988835"/>
                    <a:gd name="connsiteX0" fmla="*/ 40066 w 315395"/>
                    <a:gd name="connsiteY0" fmla="*/ 0 h 988835"/>
                    <a:gd name="connsiteX1" fmla="*/ 6496 w 315395"/>
                    <a:gd name="connsiteY1" fmla="*/ 279398 h 988835"/>
                    <a:gd name="connsiteX2" fmla="*/ 7279 w 315395"/>
                    <a:gd name="connsiteY2" fmla="*/ 457309 h 988835"/>
                    <a:gd name="connsiteX3" fmla="*/ 81520 w 315395"/>
                    <a:gd name="connsiteY3" fmla="*/ 643735 h 988835"/>
                    <a:gd name="connsiteX4" fmla="*/ 168112 w 315395"/>
                    <a:gd name="connsiteY4" fmla="*/ 798408 h 988835"/>
                    <a:gd name="connsiteX5" fmla="*/ 207058 w 315395"/>
                    <a:gd name="connsiteY5" fmla="*/ 928210 h 988835"/>
                    <a:gd name="connsiteX6" fmla="*/ 272908 w 315395"/>
                    <a:gd name="connsiteY6" fmla="*/ 987809 h 988835"/>
                    <a:gd name="connsiteX7" fmla="*/ 314687 w 315395"/>
                    <a:gd name="connsiteY7" fmla="*/ 923499 h 988835"/>
                    <a:gd name="connsiteX8" fmla="*/ 265681 w 315395"/>
                    <a:gd name="connsiteY8" fmla="*/ 808747 h 988835"/>
                    <a:gd name="connsiteX9" fmla="*/ 196841 w 315395"/>
                    <a:gd name="connsiteY9" fmla="*/ 644798 h 988835"/>
                    <a:gd name="connsiteX10" fmla="*/ 128765 w 315395"/>
                    <a:gd name="connsiteY10" fmla="*/ 451207 h 988835"/>
                    <a:gd name="connsiteX11" fmla="*/ 214264 w 315395"/>
                    <a:gd name="connsiteY11" fmla="*/ 103381 h 988835"/>
                    <a:gd name="connsiteX0" fmla="*/ 33739 w 309068"/>
                    <a:gd name="connsiteY0" fmla="*/ 0 h 988835"/>
                    <a:gd name="connsiteX1" fmla="*/ 33178 w 309068"/>
                    <a:gd name="connsiteY1" fmla="*/ 283940 h 988835"/>
                    <a:gd name="connsiteX2" fmla="*/ 952 w 309068"/>
                    <a:gd name="connsiteY2" fmla="*/ 457309 h 988835"/>
                    <a:gd name="connsiteX3" fmla="*/ 75193 w 309068"/>
                    <a:gd name="connsiteY3" fmla="*/ 643735 h 988835"/>
                    <a:gd name="connsiteX4" fmla="*/ 161785 w 309068"/>
                    <a:gd name="connsiteY4" fmla="*/ 798408 h 988835"/>
                    <a:gd name="connsiteX5" fmla="*/ 200731 w 309068"/>
                    <a:gd name="connsiteY5" fmla="*/ 928210 h 988835"/>
                    <a:gd name="connsiteX6" fmla="*/ 266581 w 309068"/>
                    <a:gd name="connsiteY6" fmla="*/ 987809 h 988835"/>
                    <a:gd name="connsiteX7" fmla="*/ 308360 w 309068"/>
                    <a:gd name="connsiteY7" fmla="*/ 923499 h 988835"/>
                    <a:gd name="connsiteX8" fmla="*/ 259354 w 309068"/>
                    <a:gd name="connsiteY8" fmla="*/ 808747 h 988835"/>
                    <a:gd name="connsiteX9" fmla="*/ 190514 w 309068"/>
                    <a:gd name="connsiteY9" fmla="*/ 644798 h 988835"/>
                    <a:gd name="connsiteX10" fmla="*/ 122438 w 309068"/>
                    <a:gd name="connsiteY10" fmla="*/ 451207 h 988835"/>
                    <a:gd name="connsiteX11" fmla="*/ 207937 w 309068"/>
                    <a:gd name="connsiteY11" fmla="*/ 103381 h 988835"/>
                    <a:gd name="connsiteX0" fmla="*/ 70925 w 309238"/>
                    <a:gd name="connsiteY0" fmla="*/ 0 h 988832"/>
                    <a:gd name="connsiteX1" fmla="*/ 33348 w 309238"/>
                    <a:gd name="connsiteY1" fmla="*/ 283937 h 988832"/>
                    <a:gd name="connsiteX2" fmla="*/ 1122 w 309238"/>
                    <a:gd name="connsiteY2" fmla="*/ 457306 h 988832"/>
                    <a:gd name="connsiteX3" fmla="*/ 75363 w 309238"/>
                    <a:gd name="connsiteY3" fmla="*/ 643732 h 988832"/>
                    <a:gd name="connsiteX4" fmla="*/ 161955 w 309238"/>
                    <a:gd name="connsiteY4" fmla="*/ 798405 h 988832"/>
                    <a:gd name="connsiteX5" fmla="*/ 200901 w 309238"/>
                    <a:gd name="connsiteY5" fmla="*/ 928207 h 988832"/>
                    <a:gd name="connsiteX6" fmla="*/ 266751 w 309238"/>
                    <a:gd name="connsiteY6" fmla="*/ 987806 h 988832"/>
                    <a:gd name="connsiteX7" fmla="*/ 308530 w 309238"/>
                    <a:gd name="connsiteY7" fmla="*/ 923496 h 988832"/>
                    <a:gd name="connsiteX8" fmla="*/ 259524 w 309238"/>
                    <a:gd name="connsiteY8" fmla="*/ 808744 h 988832"/>
                    <a:gd name="connsiteX9" fmla="*/ 190684 w 309238"/>
                    <a:gd name="connsiteY9" fmla="*/ 644795 h 988832"/>
                    <a:gd name="connsiteX10" fmla="*/ 122608 w 309238"/>
                    <a:gd name="connsiteY10" fmla="*/ 451204 h 988832"/>
                    <a:gd name="connsiteX11" fmla="*/ 208107 w 309238"/>
                    <a:gd name="connsiteY11" fmla="*/ 103378 h 988832"/>
                    <a:gd name="connsiteX0" fmla="*/ 70925 w 309238"/>
                    <a:gd name="connsiteY0" fmla="*/ 0 h 988832"/>
                    <a:gd name="connsiteX1" fmla="*/ 33348 w 309238"/>
                    <a:gd name="connsiteY1" fmla="*/ 283937 h 988832"/>
                    <a:gd name="connsiteX2" fmla="*/ 1122 w 309238"/>
                    <a:gd name="connsiteY2" fmla="*/ 457306 h 988832"/>
                    <a:gd name="connsiteX3" fmla="*/ 75363 w 309238"/>
                    <a:gd name="connsiteY3" fmla="*/ 643732 h 988832"/>
                    <a:gd name="connsiteX4" fmla="*/ 161955 w 309238"/>
                    <a:gd name="connsiteY4" fmla="*/ 798405 h 988832"/>
                    <a:gd name="connsiteX5" fmla="*/ 200901 w 309238"/>
                    <a:gd name="connsiteY5" fmla="*/ 928207 h 988832"/>
                    <a:gd name="connsiteX6" fmla="*/ 266751 w 309238"/>
                    <a:gd name="connsiteY6" fmla="*/ 987806 h 988832"/>
                    <a:gd name="connsiteX7" fmla="*/ 308530 w 309238"/>
                    <a:gd name="connsiteY7" fmla="*/ 923496 h 988832"/>
                    <a:gd name="connsiteX8" fmla="*/ 259524 w 309238"/>
                    <a:gd name="connsiteY8" fmla="*/ 808744 h 988832"/>
                    <a:gd name="connsiteX9" fmla="*/ 190684 w 309238"/>
                    <a:gd name="connsiteY9" fmla="*/ 644795 h 988832"/>
                    <a:gd name="connsiteX10" fmla="*/ 122608 w 309238"/>
                    <a:gd name="connsiteY10" fmla="*/ 451204 h 988832"/>
                    <a:gd name="connsiteX11" fmla="*/ 208107 w 309238"/>
                    <a:gd name="connsiteY11" fmla="*/ 103378 h 988832"/>
                    <a:gd name="connsiteX0" fmla="*/ 72373 w 310686"/>
                    <a:gd name="connsiteY0" fmla="*/ 0 h 988832"/>
                    <a:gd name="connsiteX1" fmla="*/ 22204 w 310686"/>
                    <a:gd name="connsiteY1" fmla="*/ 265387 h 988832"/>
                    <a:gd name="connsiteX2" fmla="*/ 2570 w 310686"/>
                    <a:gd name="connsiteY2" fmla="*/ 457306 h 988832"/>
                    <a:gd name="connsiteX3" fmla="*/ 76811 w 310686"/>
                    <a:gd name="connsiteY3" fmla="*/ 643732 h 988832"/>
                    <a:gd name="connsiteX4" fmla="*/ 163403 w 310686"/>
                    <a:gd name="connsiteY4" fmla="*/ 798405 h 988832"/>
                    <a:gd name="connsiteX5" fmla="*/ 202349 w 310686"/>
                    <a:gd name="connsiteY5" fmla="*/ 928207 h 988832"/>
                    <a:gd name="connsiteX6" fmla="*/ 268199 w 310686"/>
                    <a:gd name="connsiteY6" fmla="*/ 987806 h 988832"/>
                    <a:gd name="connsiteX7" fmla="*/ 309978 w 310686"/>
                    <a:gd name="connsiteY7" fmla="*/ 923496 h 988832"/>
                    <a:gd name="connsiteX8" fmla="*/ 260972 w 310686"/>
                    <a:gd name="connsiteY8" fmla="*/ 808744 h 988832"/>
                    <a:gd name="connsiteX9" fmla="*/ 192132 w 310686"/>
                    <a:gd name="connsiteY9" fmla="*/ 644795 h 988832"/>
                    <a:gd name="connsiteX10" fmla="*/ 124056 w 310686"/>
                    <a:gd name="connsiteY10" fmla="*/ 451204 h 988832"/>
                    <a:gd name="connsiteX11" fmla="*/ 209555 w 310686"/>
                    <a:gd name="connsiteY11" fmla="*/ 103378 h 988832"/>
                    <a:gd name="connsiteX0" fmla="*/ 73122 w 311435"/>
                    <a:gd name="connsiteY0" fmla="*/ 0 h 988832"/>
                    <a:gd name="connsiteX1" fmla="*/ 22953 w 311435"/>
                    <a:gd name="connsiteY1" fmla="*/ 265387 h 988832"/>
                    <a:gd name="connsiteX2" fmla="*/ 3319 w 311435"/>
                    <a:gd name="connsiteY2" fmla="*/ 457306 h 988832"/>
                    <a:gd name="connsiteX3" fmla="*/ 77560 w 311435"/>
                    <a:gd name="connsiteY3" fmla="*/ 643732 h 988832"/>
                    <a:gd name="connsiteX4" fmla="*/ 164152 w 311435"/>
                    <a:gd name="connsiteY4" fmla="*/ 798405 h 988832"/>
                    <a:gd name="connsiteX5" fmla="*/ 203098 w 311435"/>
                    <a:gd name="connsiteY5" fmla="*/ 928207 h 988832"/>
                    <a:gd name="connsiteX6" fmla="*/ 268948 w 311435"/>
                    <a:gd name="connsiteY6" fmla="*/ 987806 h 988832"/>
                    <a:gd name="connsiteX7" fmla="*/ 310727 w 311435"/>
                    <a:gd name="connsiteY7" fmla="*/ 923496 h 988832"/>
                    <a:gd name="connsiteX8" fmla="*/ 261721 w 311435"/>
                    <a:gd name="connsiteY8" fmla="*/ 808744 h 988832"/>
                    <a:gd name="connsiteX9" fmla="*/ 192881 w 311435"/>
                    <a:gd name="connsiteY9" fmla="*/ 644795 h 988832"/>
                    <a:gd name="connsiteX10" fmla="*/ 124805 w 311435"/>
                    <a:gd name="connsiteY10" fmla="*/ 451204 h 988832"/>
                    <a:gd name="connsiteX11" fmla="*/ 210304 w 311435"/>
                    <a:gd name="connsiteY11" fmla="*/ 103378 h 988832"/>
                    <a:gd name="connsiteX0" fmla="*/ 73628 w 311941"/>
                    <a:gd name="connsiteY0" fmla="*/ 0 h 988832"/>
                    <a:gd name="connsiteX1" fmla="*/ 23459 w 311941"/>
                    <a:gd name="connsiteY1" fmla="*/ 265387 h 988832"/>
                    <a:gd name="connsiteX2" fmla="*/ 3825 w 311941"/>
                    <a:gd name="connsiteY2" fmla="*/ 457306 h 988832"/>
                    <a:gd name="connsiteX3" fmla="*/ 78066 w 311941"/>
                    <a:gd name="connsiteY3" fmla="*/ 643732 h 988832"/>
                    <a:gd name="connsiteX4" fmla="*/ 164658 w 311941"/>
                    <a:gd name="connsiteY4" fmla="*/ 798405 h 988832"/>
                    <a:gd name="connsiteX5" fmla="*/ 203604 w 311941"/>
                    <a:gd name="connsiteY5" fmla="*/ 928207 h 988832"/>
                    <a:gd name="connsiteX6" fmla="*/ 269454 w 311941"/>
                    <a:gd name="connsiteY6" fmla="*/ 987806 h 988832"/>
                    <a:gd name="connsiteX7" fmla="*/ 311233 w 311941"/>
                    <a:gd name="connsiteY7" fmla="*/ 923496 h 988832"/>
                    <a:gd name="connsiteX8" fmla="*/ 262227 w 311941"/>
                    <a:gd name="connsiteY8" fmla="*/ 808744 h 988832"/>
                    <a:gd name="connsiteX9" fmla="*/ 193387 w 311941"/>
                    <a:gd name="connsiteY9" fmla="*/ 644795 h 988832"/>
                    <a:gd name="connsiteX10" fmla="*/ 125311 w 311941"/>
                    <a:gd name="connsiteY10" fmla="*/ 451204 h 988832"/>
                    <a:gd name="connsiteX11" fmla="*/ 210810 w 311941"/>
                    <a:gd name="connsiteY11" fmla="*/ 103378 h 988832"/>
                    <a:gd name="connsiteX0" fmla="*/ 81107 w 319420"/>
                    <a:gd name="connsiteY0" fmla="*/ 0 h 988832"/>
                    <a:gd name="connsiteX1" fmla="*/ 30938 w 319420"/>
                    <a:gd name="connsiteY1" fmla="*/ 265387 h 988832"/>
                    <a:gd name="connsiteX2" fmla="*/ 1955 w 319420"/>
                    <a:gd name="connsiteY2" fmla="*/ 455135 h 988832"/>
                    <a:gd name="connsiteX3" fmla="*/ 85545 w 319420"/>
                    <a:gd name="connsiteY3" fmla="*/ 643732 h 988832"/>
                    <a:gd name="connsiteX4" fmla="*/ 172137 w 319420"/>
                    <a:gd name="connsiteY4" fmla="*/ 798405 h 988832"/>
                    <a:gd name="connsiteX5" fmla="*/ 211083 w 319420"/>
                    <a:gd name="connsiteY5" fmla="*/ 928207 h 988832"/>
                    <a:gd name="connsiteX6" fmla="*/ 276933 w 319420"/>
                    <a:gd name="connsiteY6" fmla="*/ 987806 h 988832"/>
                    <a:gd name="connsiteX7" fmla="*/ 318712 w 319420"/>
                    <a:gd name="connsiteY7" fmla="*/ 923496 h 988832"/>
                    <a:gd name="connsiteX8" fmla="*/ 269706 w 319420"/>
                    <a:gd name="connsiteY8" fmla="*/ 808744 h 988832"/>
                    <a:gd name="connsiteX9" fmla="*/ 200866 w 319420"/>
                    <a:gd name="connsiteY9" fmla="*/ 644795 h 988832"/>
                    <a:gd name="connsiteX10" fmla="*/ 132790 w 319420"/>
                    <a:gd name="connsiteY10" fmla="*/ 451204 h 988832"/>
                    <a:gd name="connsiteX11" fmla="*/ 218289 w 319420"/>
                    <a:gd name="connsiteY11" fmla="*/ 103378 h 988832"/>
                    <a:gd name="connsiteX0" fmla="*/ 79313 w 317626"/>
                    <a:gd name="connsiteY0" fmla="*/ 0 h 988832"/>
                    <a:gd name="connsiteX1" fmla="*/ 29144 w 317626"/>
                    <a:gd name="connsiteY1" fmla="*/ 265387 h 988832"/>
                    <a:gd name="connsiteX2" fmla="*/ 161 w 317626"/>
                    <a:gd name="connsiteY2" fmla="*/ 455135 h 988832"/>
                    <a:gd name="connsiteX3" fmla="*/ 83751 w 317626"/>
                    <a:gd name="connsiteY3" fmla="*/ 643732 h 988832"/>
                    <a:gd name="connsiteX4" fmla="*/ 170343 w 317626"/>
                    <a:gd name="connsiteY4" fmla="*/ 798405 h 988832"/>
                    <a:gd name="connsiteX5" fmla="*/ 209289 w 317626"/>
                    <a:gd name="connsiteY5" fmla="*/ 928207 h 988832"/>
                    <a:gd name="connsiteX6" fmla="*/ 275139 w 317626"/>
                    <a:gd name="connsiteY6" fmla="*/ 987806 h 988832"/>
                    <a:gd name="connsiteX7" fmla="*/ 316918 w 317626"/>
                    <a:gd name="connsiteY7" fmla="*/ 923496 h 988832"/>
                    <a:gd name="connsiteX8" fmla="*/ 267912 w 317626"/>
                    <a:gd name="connsiteY8" fmla="*/ 808744 h 988832"/>
                    <a:gd name="connsiteX9" fmla="*/ 199072 w 317626"/>
                    <a:gd name="connsiteY9" fmla="*/ 644795 h 988832"/>
                    <a:gd name="connsiteX10" fmla="*/ 130996 w 317626"/>
                    <a:gd name="connsiteY10" fmla="*/ 451204 h 988832"/>
                    <a:gd name="connsiteX11" fmla="*/ 216495 w 317626"/>
                    <a:gd name="connsiteY11" fmla="*/ 103378 h 988832"/>
                    <a:gd name="connsiteX0" fmla="*/ 68013 w 306326"/>
                    <a:gd name="connsiteY0" fmla="*/ 0 h 988832"/>
                    <a:gd name="connsiteX1" fmla="*/ 17844 w 306326"/>
                    <a:gd name="connsiteY1" fmla="*/ 265387 h 988832"/>
                    <a:gd name="connsiteX2" fmla="*/ 310 w 306326"/>
                    <a:gd name="connsiteY2" fmla="*/ 447637 h 988832"/>
                    <a:gd name="connsiteX3" fmla="*/ 72451 w 306326"/>
                    <a:gd name="connsiteY3" fmla="*/ 643732 h 988832"/>
                    <a:gd name="connsiteX4" fmla="*/ 159043 w 306326"/>
                    <a:gd name="connsiteY4" fmla="*/ 798405 h 988832"/>
                    <a:gd name="connsiteX5" fmla="*/ 197989 w 306326"/>
                    <a:gd name="connsiteY5" fmla="*/ 928207 h 988832"/>
                    <a:gd name="connsiteX6" fmla="*/ 263839 w 306326"/>
                    <a:gd name="connsiteY6" fmla="*/ 987806 h 988832"/>
                    <a:gd name="connsiteX7" fmla="*/ 305618 w 306326"/>
                    <a:gd name="connsiteY7" fmla="*/ 923496 h 988832"/>
                    <a:gd name="connsiteX8" fmla="*/ 256612 w 306326"/>
                    <a:gd name="connsiteY8" fmla="*/ 808744 h 988832"/>
                    <a:gd name="connsiteX9" fmla="*/ 187772 w 306326"/>
                    <a:gd name="connsiteY9" fmla="*/ 644795 h 988832"/>
                    <a:gd name="connsiteX10" fmla="*/ 119696 w 306326"/>
                    <a:gd name="connsiteY10" fmla="*/ 451204 h 988832"/>
                    <a:gd name="connsiteX11" fmla="*/ 205195 w 306326"/>
                    <a:gd name="connsiteY11" fmla="*/ 103378 h 988832"/>
                    <a:gd name="connsiteX0" fmla="*/ 72092 w 310405"/>
                    <a:gd name="connsiteY0" fmla="*/ 0 h 988832"/>
                    <a:gd name="connsiteX1" fmla="*/ 21923 w 310405"/>
                    <a:gd name="connsiteY1" fmla="*/ 265387 h 988832"/>
                    <a:gd name="connsiteX2" fmla="*/ 4389 w 310405"/>
                    <a:gd name="connsiteY2" fmla="*/ 447637 h 988832"/>
                    <a:gd name="connsiteX3" fmla="*/ 76530 w 310405"/>
                    <a:gd name="connsiteY3" fmla="*/ 643732 h 988832"/>
                    <a:gd name="connsiteX4" fmla="*/ 163122 w 310405"/>
                    <a:gd name="connsiteY4" fmla="*/ 798405 h 988832"/>
                    <a:gd name="connsiteX5" fmla="*/ 202068 w 310405"/>
                    <a:gd name="connsiteY5" fmla="*/ 928207 h 988832"/>
                    <a:gd name="connsiteX6" fmla="*/ 267918 w 310405"/>
                    <a:gd name="connsiteY6" fmla="*/ 987806 h 988832"/>
                    <a:gd name="connsiteX7" fmla="*/ 309697 w 310405"/>
                    <a:gd name="connsiteY7" fmla="*/ 923496 h 988832"/>
                    <a:gd name="connsiteX8" fmla="*/ 260691 w 310405"/>
                    <a:gd name="connsiteY8" fmla="*/ 808744 h 988832"/>
                    <a:gd name="connsiteX9" fmla="*/ 191851 w 310405"/>
                    <a:gd name="connsiteY9" fmla="*/ 644795 h 988832"/>
                    <a:gd name="connsiteX10" fmla="*/ 123775 w 310405"/>
                    <a:gd name="connsiteY10" fmla="*/ 451204 h 988832"/>
                    <a:gd name="connsiteX11" fmla="*/ 209274 w 310405"/>
                    <a:gd name="connsiteY11" fmla="*/ 103378 h 988832"/>
                    <a:gd name="connsiteX0" fmla="*/ 72092 w 309916"/>
                    <a:gd name="connsiteY0" fmla="*/ 0 h 988841"/>
                    <a:gd name="connsiteX1" fmla="*/ 21923 w 309916"/>
                    <a:gd name="connsiteY1" fmla="*/ 265387 h 988841"/>
                    <a:gd name="connsiteX2" fmla="*/ 4389 w 309916"/>
                    <a:gd name="connsiteY2" fmla="*/ 447637 h 988841"/>
                    <a:gd name="connsiteX3" fmla="*/ 76530 w 309916"/>
                    <a:gd name="connsiteY3" fmla="*/ 643732 h 988841"/>
                    <a:gd name="connsiteX4" fmla="*/ 163122 w 309916"/>
                    <a:gd name="connsiteY4" fmla="*/ 798405 h 988841"/>
                    <a:gd name="connsiteX5" fmla="*/ 202068 w 309916"/>
                    <a:gd name="connsiteY5" fmla="*/ 928207 h 988841"/>
                    <a:gd name="connsiteX6" fmla="*/ 267918 w 309916"/>
                    <a:gd name="connsiteY6" fmla="*/ 987806 h 988841"/>
                    <a:gd name="connsiteX7" fmla="*/ 309697 w 309916"/>
                    <a:gd name="connsiteY7" fmla="*/ 923496 h 988841"/>
                    <a:gd name="connsiteX8" fmla="*/ 268132 w 309916"/>
                    <a:gd name="connsiteY8" fmla="*/ 805785 h 988841"/>
                    <a:gd name="connsiteX9" fmla="*/ 191851 w 309916"/>
                    <a:gd name="connsiteY9" fmla="*/ 644795 h 988841"/>
                    <a:gd name="connsiteX10" fmla="*/ 123775 w 309916"/>
                    <a:gd name="connsiteY10" fmla="*/ 451204 h 988841"/>
                    <a:gd name="connsiteX11" fmla="*/ 209274 w 309916"/>
                    <a:gd name="connsiteY11" fmla="*/ 103378 h 988841"/>
                    <a:gd name="connsiteX0" fmla="*/ 72092 w 314658"/>
                    <a:gd name="connsiteY0" fmla="*/ 0 h 987837"/>
                    <a:gd name="connsiteX1" fmla="*/ 21923 w 314658"/>
                    <a:gd name="connsiteY1" fmla="*/ 265387 h 987837"/>
                    <a:gd name="connsiteX2" fmla="*/ 4389 w 314658"/>
                    <a:gd name="connsiteY2" fmla="*/ 447637 h 987837"/>
                    <a:gd name="connsiteX3" fmla="*/ 76530 w 314658"/>
                    <a:gd name="connsiteY3" fmla="*/ 643732 h 987837"/>
                    <a:gd name="connsiteX4" fmla="*/ 163122 w 314658"/>
                    <a:gd name="connsiteY4" fmla="*/ 798405 h 987837"/>
                    <a:gd name="connsiteX5" fmla="*/ 202068 w 314658"/>
                    <a:gd name="connsiteY5" fmla="*/ 928207 h 987837"/>
                    <a:gd name="connsiteX6" fmla="*/ 267918 w 314658"/>
                    <a:gd name="connsiteY6" fmla="*/ 987806 h 987837"/>
                    <a:gd name="connsiteX7" fmla="*/ 314658 w 314658"/>
                    <a:gd name="connsiteY7" fmla="*/ 921523 h 987837"/>
                    <a:gd name="connsiteX8" fmla="*/ 268132 w 314658"/>
                    <a:gd name="connsiteY8" fmla="*/ 805785 h 987837"/>
                    <a:gd name="connsiteX9" fmla="*/ 191851 w 314658"/>
                    <a:gd name="connsiteY9" fmla="*/ 644795 h 987837"/>
                    <a:gd name="connsiteX10" fmla="*/ 123775 w 314658"/>
                    <a:gd name="connsiteY10" fmla="*/ 451204 h 987837"/>
                    <a:gd name="connsiteX11" fmla="*/ 209274 w 314658"/>
                    <a:gd name="connsiteY11" fmla="*/ 103378 h 987837"/>
                    <a:gd name="connsiteX0" fmla="*/ 50266 w 292832"/>
                    <a:gd name="connsiteY0" fmla="*/ 0 h 987837"/>
                    <a:gd name="connsiteX1" fmla="*/ 97 w 292832"/>
                    <a:gd name="connsiteY1" fmla="*/ 265387 h 987837"/>
                    <a:gd name="connsiteX2" fmla="*/ 54704 w 292832"/>
                    <a:gd name="connsiteY2" fmla="*/ 643732 h 987837"/>
                    <a:gd name="connsiteX3" fmla="*/ 141296 w 292832"/>
                    <a:gd name="connsiteY3" fmla="*/ 798405 h 987837"/>
                    <a:gd name="connsiteX4" fmla="*/ 180242 w 292832"/>
                    <a:gd name="connsiteY4" fmla="*/ 928207 h 987837"/>
                    <a:gd name="connsiteX5" fmla="*/ 246092 w 292832"/>
                    <a:gd name="connsiteY5" fmla="*/ 987806 h 987837"/>
                    <a:gd name="connsiteX6" fmla="*/ 292832 w 292832"/>
                    <a:gd name="connsiteY6" fmla="*/ 921523 h 987837"/>
                    <a:gd name="connsiteX7" fmla="*/ 246306 w 292832"/>
                    <a:gd name="connsiteY7" fmla="*/ 805785 h 987837"/>
                    <a:gd name="connsiteX8" fmla="*/ 170025 w 292832"/>
                    <a:gd name="connsiteY8" fmla="*/ 644795 h 987837"/>
                    <a:gd name="connsiteX9" fmla="*/ 101949 w 292832"/>
                    <a:gd name="connsiteY9" fmla="*/ 451204 h 987837"/>
                    <a:gd name="connsiteX10" fmla="*/ 187448 w 292832"/>
                    <a:gd name="connsiteY10" fmla="*/ 103378 h 987837"/>
                    <a:gd name="connsiteX0" fmla="*/ 3413 w 245979"/>
                    <a:gd name="connsiteY0" fmla="*/ 0 h 987837"/>
                    <a:gd name="connsiteX1" fmla="*/ 7851 w 245979"/>
                    <a:gd name="connsiteY1" fmla="*/ 643732 h 987837"/>
                    <a:gd name="connsiteX2" fmla="*/ 94443 w 245979"/>
                    <a:gd name="connsiteY2" fmla="*/ 798405 h 987837"/>
                    <a:gd name="connsiteX3" fmla="*/ 133389 w 245979"/>
                    <a:gd name="connsiteY3" fmla="*/ 928207 h 987837"/>
                    <a:gd name="connsiteX4" fmla="*/ 199239 w 245979"/>
                    <a:gd name="connsiteY4" fmla="*/ 987806 h 987837"/>
                    <a:gd name="connsiteX5" fmla="*/ 245979 w 245979"/>
                    <a:gd name="connsiteY5" fmla="*/ 921523 h 987837"/>
                    <a:gd name="connsiteX6" fmla="*/ 199453 w 245979"/>
                    <a:gd name="connsiteY6" fmla="*/ 805785 h 987837"/>
                    <a:gd name="connsiteX7" fmla="*/ 123172 w 245979"/>
                    <a:gd name="connsiteY7" fmla="*/ 644795 h 987837"/>
                    <a:gd name="connsiteX8" fmla="*/ 55096 w 245979"/>
                    <a:gd name="connsiteY8" fmla="*/ 451204 h 987837"/>
                    <a:gd name="connsiteX9" fmla="*/ 140595 w 245979"/>
                    <a:gd name="connsiteY9" fmla="*/ 103378 h 987837"/>
                    <a:gd name="connsiteX0" fmla="*/ 0 w 238128"/>
                    <a:gd name="connsiteY0" fmla="*/ 540354 h 884459"/>
                    <a:gd name="connsiteX1" fmla="*/ 86592 w 238128"/>
                    <a:gd name="connsiteY1" fmla="*/ 695027 h 884459"/>
                    <a:gd name="connsiteX2" fmla="*/ 125538 w 238128"/>
                    <a:gd name="connsiteY2" fmla="*/ 824829 h 884459"/>
                    <a:gd name="connsiteX3" fmla="*/ 191388 w 238128"/>
                    <a:gd name="connsiteY3" fmla="*/ 884428 h 884459"/>
                    <a:gd name="connsiteX4" fmla="*/ 238128 w 238128"/>
                    <a:gd name="connsiteY4" fmla="*/ 818145 h 884459"/>
                    <a:gd name="connsiteX5" fmla="*/ 191602 w 238128"/>
                    <a:gd name="connsiteY5" fmla="*/ 702407 h 884459"/>
                    <a:gd name="connsiteX6" fmla="*/ 115321 w 238128"/>
                    <a:gd name="connsiteY6" fmla="*/ 541417 h 884459"/>
                    <a:gd name="connsiteX7" fmla="*/ 47245 w 238128"/>
                    <a:gd name="connsiteY7" fmla="*/ 347826 h 884459"/>
                    <a:gd name="connsiteX8" fmla="*/ 132744 w 238128"/>
                    <a:gd name="connsiteY8" fmla="*/ 0 h 884459"/>
                    <a:gd name="connsiteX0" fmla="*/ 0 w 238128"/>
                    <a:gd name="connsiteY0" fmla="*/ 192528 h 536633"/>
                    <a:gd name="connsiteX1" fmla="*/ 86592 w 238128"/>
                    <a:gd name="connsiteY1" fmla="*/ 347201 h 536633"/>
                    <a:gd name="connsiteX2" fmla="*/ 125538 w 238128"/>
                    <a:gd name="connsiteY2" fmla="*/ 477003 h 536633"/>
                    <a:gd name="connsiteX3" fmla="*/ 191388 w 238128"/>
                    <a:gd name="connsiteY3" fmla="*/ 536602 h 536633"/>
                    <a:gd name="connsiteX4" fmla="*/ 238128 w 238128"/>
                    <a:gd name="connsiteY4" fmla="*/ 470319 h 536633"/>
                    <a:gd name="connsiteX5" fmla="*/ 191602 w 238128"/>
                    <a:gd name="connsiteY5" fmla="*/ 354581 h 536633"/>
                    <a:gd name="connsiteX6" fmla="*/ 115321 w 238128"/>
                    <a:gd name="connsiteY6" fmla="*/ 193591 h 536633"/>
                    <a:gd name="connsiteX7" fmla="*/ 47245 w 238128"/>
                    <a:gd name="connsiteY7" fmla="*/ 0 h 536633"/>
                    <a:gd name="connsiteX0" fmla="*/ 0 w 238128"/>
                    <a:gd name="connsiteY0" fmla="*/ 76021 h 420126"/>
                    <a:gd name="connsiteX1" fmla="*/ 86592 w 238128"/>
                    <a:gd name="connsiteY1" fmla="*/ 230694 h 420126"/>
                    <a:gd name="connsiteX2" fmla="*/ 125538 w 238128"/>
                    <a:gd name="connsiteY2" fmla="*/ 360496 h 420126"/>
                    <a:gd name="connsiteX3" fmla="*/ 191388 w 238128"/>
                    <a:gd name="connsiteY3" fmla="*/ 420095 h 420126"/>
                    <a:gd name="connsiteX4" fmla="*/ 238128 w 238128"/>
                    <a:gd name="connsiteY4" fmla="*/ 353812 h 420126"/>
                    <a:gd name="connsiteX5" fmla="*/ 191602 w 238128"/>
                    <a:gd name="connsiteY5" fmla="*/ 238074 h 420126"/>
                    <a:gd name="connsiteX6" fmla="*/ 115321 w 238128"/>
                    <a:gd name="connsiteY6" fmla="*/ 77084 h 420126"/>
                    <a:gd name="connsiteX7" fmla="*/ 4049 w 238128"/>
                    <a:gd name="connsiteY7" fmla="*/ 0 h 420126"/>
                    <a:gd name="connsiteX0" fmla="*/ 0 w 238128"/>
                    <a:gd name="connsiteY0" fmla="*/ 76021 h 420126"/>
                    <a:gd name="connsiteX1" fmla="*/ 86592 w 238128"/>
                    <a:gd name="connsiteY1" fmla="*/ 230694 h 420126"/>
                    <a:gd name="connsiteX2" fmla="*/ 125538 w 238128"/>
                    <a:gd name="connsiteY2" fmla="*/ 360496 h 420126"/>
                    <a:gd name="connsiteX3" fmla="*/ 191388 w 238128"/>
                    <a:gd name="connsiteY3" fmla="*/ 420095 h 420126"/>
                    <a:gd name="connsiteX4" fmla="*/ 238128 w 238128"/>
                    <a:gd name="connsiteY4" fmla="*/ 353812 h 420126"/>
                    <a:gd name="connsiteX5" fmla="*/ 191602 w 238128"/>
                    <a:gd name="connsiteY5" fmla="*/ 238074 h 420126"/>
                    <a:gd name="connsiteX6" fmla="*/ 102278 w 238128"/>
                    <a:gd name="connsiteY6" fmla="*/ 121903 h 420126"/>
                    <a:gd name="connsiteX7" fmla="*/ 4049 w 238128"/>
                    <a:gd name="connsiteY7" fmla="*/ 0 h 420126"/>
                    <a:gd name="connsiteX0" fmla="*/ 0 w 238128"/>
                    <a:gd name="connsiteY0" fmla="*/ 76021 h 420126"/>
                    <a:gd name="connsiteX1" fmla="*/ 74529 w 238128"/>
                    <a:gd name="connsiteY1" fmla="*/ 247502 h 420126"/>
                    <a:gd name="connsiteX2" fmla="*/ 125538 w 238128"/>
                    <a:gd name="connsiteY2" fmla="*/ 360496 h 420126"/>
                    <a:gd name="connsiteX3" fmla="*/ 191388 w 238128"/>
                    <a:gd name="connsiteY3" fmla="*/ 420095 h 420126"/>
                    <a:gd name="connsiteX4" fmla="*/ 238128 w 238128"/>
                    <a:gd name="connsiteY4" fmla="*/ 353812 h 420126"/>
                    <a:gd name="connsiteX5" fmla="*/ 191602 w 238128"/>
                    <a:gd name="connsiteY5" fmla="*/ 238074 h 420126"/>
                    <a:gd name="connsiteX6" fmla="*/ 102278 w 238128"/>
                    <a:gd name="connsiteY6" fmla="*/ 121903 h 420126"/>
                    <a:gd name="connsiteX7" fmla="*/ 4049 w 238128"/>
                    <a:gd name="connsiteY7" fmla="*/ 0 h 420126"/>
                    <a:gd name="connsiteX0" fmla="*/ 0 w 235293"/>
                    <a:gd name="connsiteY0" fmla="*/ 99321 h 420126"/>
                    <a:gd name="connsiteX1" fmla="*/ 71694 w 235293"/>
                    <a:gd name="connsiteY1" fmla="*/ 247502 h 420126"/>
                    <a:gd name="connsiteX2" fmla="*/ 122703 w 235293"/>
                    <a:gd name="connsiteY2" fmla="*/ 360496 h 420126"/>
                    <a:gd name="connsiteX3" fmla="*/ 188553 w 235293"/>
                    <a:gd name="connsiteY3" fmla="*/ 420095 h 420126"/>
                    <a:gd name="connsiteX4" fmla="*/ 235293 w 235293"/>
                    <a:gd name="connsiteY4" fmla="*/ 353812 h 420126"/>
                    <a:gd name="connsiteX5" fmla="*/ 188767 w 235293"/>
                    <a:gd name="connsiteY5" fmla="*/ 238074 h 420126"/>
                    <a:gd name="connsiteX6" fmla="*/ 99443 w 235293"/>
                    <a:gd name="connsiteY6" fmla="*/ 121903 h 420126"/>
                    <a:gd name="connsiteX7" fmla="*/ 1214 w 235293"/>
                    <a:gd name="connsiteY7" fmla="*/ 0 h 420126"/>
                    <a:gd name="connsiteX0" fmla="*/ 0 w 235293"/>
                    <a:gd name="connsiteY0" fmla="*/ 99321 h 420126"/>
                    <a:gd name="connsiteX1" fmla="*/ 71694 w 235293"/>
                    <a:gd name="connsiteY1" fmla="*/ 247502 h 420126"/>
                    <a:gd name="connsiteX2" fmla="*/ 122703 w 235293"/>
                    <a:gd name="connsiteY2" fmla="*/ 360496 h 420126"/>
                    <a:gd name="connsiteX3" fmla="*/ 188553 w 235293"/>
                    <a:gd name="connsiteY3" fmla="*/ 420095 h 420126"/>
                    <a:gd name="connsiteX4" fmla="*/ 235293 w 235293"/>
                    <a:gd name="connsiteY4" fmla="*/ 353812 h 420126"/>
                    <a:gd name="connsiteX5" fmla="*/ 188767 w 235293"/>
                    <a:gd name="connsiteY5" fmla="*/ 238074 h 420126"/>
                    <a:gd name="connsiteX6" fmla="*/ 99443 w 235293"/>
                    <a:gd name="connsiteY6" fmla="*/ 121903 h 420126"/>
                    <a:gd name="connsiteX7" fmla="*/ 1214 w 235293"/>
                    <a:gd name="connsiteY7" fmla="*/ 0 h 420126"/>
                    <a:gd name="connsiteX0" fmla="*/ 0 w 251046"/>
                    <a:gd name="connsiteY0" fmla="*/ 132173 h 420126"/>
                    <a:gd name="connsiteX1" fmla="*/ 87447 w 251046"/>
                    <a:gd name="connsiteY1" fmla="*/ 247502 h 420126"/>
                    <a:gd name="connsiteX2" fmla="*/ 138456 w 251046"/>
                    <a:gd name="connsiteY2" fmla="*/ 360496 h 420126"/>
                    <a:gd name="connsiteX3" fmla="*/ 204306 w 251046"/>
                    <a:gd name="connsiteY3" fmla="*/ 420095 h 420126"/>
                    <a:gd name="connsiteX4" fmla="*/ 251046 w 251046"/>
                    <a:gd name="connsiteY4" fmla="*/ 353812 h 420126"/>
                    <a:gd name="connsiteX5" fmla="*/ 204520 w 251046"/>
                    <a:gd name="connsiteY5" fmla="*/ 238074 h 420126"/>
                    <a:gd name="connsiteX6" fmla="*/ 115196 w 251046"/>
                    <a:gd name="connsiteY6" fmla="*/ 121903 h 420126"/>
                    <a:gd name="connsiteX7" fmla="*/ 16967 w 251046"/>
                    <a:gd name="connsiteY7" fmla="*/ 0 h 420126"/>
                    <a:gd name="connsiteX0" fmla="*/ 0 w 251046"/>
                    <a:gd name="connsiteY0" fmla="*/ 132173 h 420126"/>
                    <a:gd name="connsiteX1" fmla="*/ 83141 w 251046"/>
                    <a:gd name="connsiteY1" fmla="*/ 266220 h 420126"/>
                    <a:gd name="connsiteX2" fmla="*/ 138456 w 251046"/>
                    <a:gd name="connsiteY2" fmla="*/ 360496 h 420126"/>
                    <a:gd name="connsiteX3" fmla="*/ 204306 w 251046"/>
                    <a:gd name="connsiteY3" fmla="*/ 420095 h 420126"/>
                    <a:gd name="connsiteX4" fmla="*/ 251046 w 251046"/>
                    <a:gd name="connsiteY4" fmla="*/ 353812 h 420126"/>
                    <a:gd name="connsiteX5" fmla="*/ 204520 w 251046"/>
                    <a:gd name="connsiteY5" fmla="*/ 238074 h 420126"/>
                    <a:gd name="connsiteX6" fmla="*/ 115196 w 251046"/>
                    <a:gd name="connsiteY6" fmla="*/ 121903 h 420126"/>
                    <a:gd name="connsiteX7" fmla="*/ 16967 w 251046"/>
                    <a:gd name="connsiteY7" fmla="*/ 0 h 420126"/>
                    <a:gd name="connsiteX0" fmla="*/ 0 w 251046"/>
                    <a:gd name="connsiteY0" fmla="*/ 132173 h 420126"/>
                    <a:gd name="connsiteX1" fmla="*/ 83141 w 251046"/>
                    <a:gd name="connsiteY1" fmla="*/ 266220 h 420126"/>
                    <a:gd name="connsiteX2" fmla="*/ 138456 w 251046"/>
                    <a:gd name="connsiteY2" fmla="*/ 360496 h 420126"/>
                    <a:gd name="connsiteX3" fmla="*/ 204306 w 251046"/>
                    <a:gd name="connsiteY3" fmla="*/ 420095 h 420126"/>
                    <a:gd name="connsiteX4" fmla="*/ 251046 w 251046"/>
                    <a:gd name="connsiteY4" fmla="*/ 353812 h 420126"/>
                    <a:gd name="connsiteX5" fmla="*/ 204520 w 251046"/>
                    <a:gd name="connsiteY5" fmla="*/ 238074 h 420126"/>
                    <a:gd name="connsiteX6" fmla="*/ 115196 w 251046"/>
                    <a:gd name="connsiteY6" fmla="*/ 121903 h 420126"/>
                    <a:gd name="connsiteX7" fmla="*/ 16967 w 251046"/>
                    <a:gd name="connsiteY7" fmla="*/ 0 h 420126"/>
                    <a:gd name="connsiteX0" fmla="*/ 0 w 251046"/>
                    <a:gd name="connsiteY0" fmla="*/ 132173 h 420126"/>
                    <a:gd name="connsiteX1" fmla="*/ 98529 w 251046"/>
                    <a:gd name="connsiteY1" fmla="*/ 258705 h 420126"/>
                    <a:gd name="connsiteX2" fmla="*/ 138456 w 251046"/>
                    <a:gd name="connsiteY2" fmla="*/ 360496 h 420126"/>
                    <a:gd name="connsiteX3" fmla="*/ 204306 w 251046"/>
                    <a:gd name="connsiteY3" fmla="*/ 420095 h 420126"/>
                    <a:gd name="connsiteX4" fmla="*/ 251046 w 251046"/>
                    <a:gd name="connsiteY4" fmla="*/ 353812 h 420126"/>
                    <a:gd name="connsiteX5" fmla="*/ 204520 w 251046"/>
                    <a:gd name="connsiteY5" fmla="*/ 238074 h 420126"/>
                    <a:gd name="connsiteX6" fmla="*/ 115196 w 251046"/>
                    <a:gd name="connsiteY6" fmla="*/ 121903 h 420126"/>
                    <a:gd name="connsiteX7" fmla="*/ 16967 w 251046"/>
                    <a:gd name="connsiteY7" fmla="*/ 0 h 420126"/>
                    <a:gd name="connsiteX0" fmla="*/ 0 w 251046"/>
                    <a:gd name="connsiteY0" fmla="*/ 132173 h 420126"/>
                    <a:gd name="connsiteX1" fmla="*/ 98529 w 251046"/>
                    <a:gd name="connsiteY1" fmla="*/ 258705 h 420126"/>
                    <a:gd name="connsiteX2" fmla="*/ 138456 w 251046"/>
                    <a:gd name="connsiteY2" fmla="*/ 360496 h 420126"/>
                    <a:gd name="connsiteX3" fmla="*/ 204306 w 251046"/>
                    <a:gd name="connsiteY3" fmla="*/ 420095 h 420126"/>
                    <a:gd name="connsiteX4" fmla="*/ 251046 w 251046"/>
                    <a:gd name="connsiteY4" fmla="*/ 353812 h 420126"/>
                    <a:gd name="connsiteX5" fmla="*/ 204520 w 251046"/>
                    <a:gd name="connsiteY5" fmla="*/ 238074 h 420126"/>
                    <a:gd name="connsiteX6" fmla="*/ 115196 w 251046"/>
                    <a:gd name="connsiteY6" fmla="*/ 121903 h 420126"/>
                    <a:gd name="connsiteX7" fmla="*/ 16967 w 251046"/>
                    <a:gd name="connsiteY7" fmla="*/ 0 h 420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046" h="420126">
                      <a:moveTo>
                        <a:pt x="0" y="132173"/>
                      </a:moveTo>
                      <a:cubicBezTo>
                        <a:pt x="25997" y="194447"/>
                        <a:pt x="75453" y="220651"/>
                        <a:pt x="98529" y="258705"/>
                      </a:cubicBezTo>
                      <a:cubicBezTo>
                        <a:pt x="121605" y="296759"/>
                        <a:pt x="120676" y="308941"/>
                        <a:pt x="138456" y="360496"/>
                      </a:cubicBezTo>
                      <a:cubicBezTo>
                        <a:pt x="155218" y="392261"/>
                        <a:pt x="185541" y="421209"/>
                        <a:pt x="204306" y="420095"/>
                      </a:cubicBezTo>
                      <a:cubicBezTo>
                        <a:pt x="223071" y="418981"/>
                        <a:pt x="251010" y="384149"/>
                        <a:pt x="251046" y="353812"/>
                      </a:cubicBezTo>
                      <a:cubicBezTo>
                        <a:pt x="251082" y="323475"/>
                        <a:pt x="227162" y="276726"/>
                        <a:pt x="204520" y="238074"/>
                      </a:cubicBezTo>
                      <a:cubicBezTo>
                        <a:pt x="181878" y="199422"/>
                        <a:pt x="143968" y="186044"/>
                        <a:pt x="115196" y="121903"/>
                      </a:cubicBezTo>
                      <a:cubicBezTo>
                        <a:pt x="71474" y="59634"/>
                        <a:pt x="36459" y="43548"/>
                        <a:pt x="16967" y="0"/>
                      </a:cubicBezTo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27" name="组合 526">
                <a:extLst>
                  <a:ext uri="{FF2B5EF4-FFF2-40B4-BE49-F238E27FC236}">
                    <a16:creationId xmlns:a16="http://schemas.microsoft.com/office/drawing/2014/main" id="{29754282-4109-D2B6-4943-EF8DF4923666}"/>
                  </a:ext>
                </a:extLst>
              </p:cNvPr>
              <p:cNvGrpSpPr/>
              <p:nvPr/>
            </p:nvGrpSpPr>
            <p:grpSpPr>
              <a:xfrm>
                <a:off x="470873" y="2973002"/>
                <a:ext cx="1775393" cy="3140416"/>
                <a:chOff x="547538" y="7119093"/>
                <a:chExt cx="1775393" cy="3140416"/>
              </a:xfrm>
              <a:grpFill/>
            </p:grpSpPr>
            <p:sp>
              <p:nvSpPr>
                <p:cNvPr id="528" name="任意多边形: 形状 527">
                  <a:extLst>
                    <a:ext uri="{FF2B5EF4-FFF2-40B4-BE49-F238E27FC236}">
                      <a16:creationId xmlns:a16="http://schemas.microsoft.com/office/drawing/2014/main" id="{47436755-B45F-292D-1512-2BCE1900A672}"/>
                    </a:ext>
                  </a:extLst>
                </p:cNvPr>
                <p:cNvSpPr/>
                <p:nvPr/>
              </p:nvSpPr>
              <p:spPr>
                <a:xfrm>
                  <a:off x="547538" y="8838242"/>
                  <a:ext cx="789084" cy="1421267"/>
                </a:xfrm>
                <a:custGeom>
                  <a:avLst/>
                  <a:gdLst>
                    <a:gd name="connsiteX0" fmla="*/ 69850 w 304815"/>
                    <a:gd name="connsiteY0" fmla="*/ 0 h 581025"/>
                    <a:gd name="connsiteX1" fmla="*/ 69850 w 304815"/>
                    <a:gd name="connsiteY1" fmla="*/ 0 h 581025"/>
                    <a:gd name="connsiteX2" fmla="*/ 50800 w 304815"/>
                    <a:gd name="connsiteY2" fmla="*/ 111125 h 581025"/>
                    <a:gd name="connsiteX3" fmla="*/ 15875 w 304815"/>
                    <a:gd name="connsiteY3" fmla="*/ 263525 h 581025"/>
                    <a:gd name="connsiteX4" fmla="*/ 0 w 304815"/>
                    <a:gd name="connsiteY4" fmla="*/ 396875 h 581025"/>
                    <a:gd name="connsiteX5" fmla="*/ 85725 w 304815"/>
                    <a:gd name="connsiteY5" fmla="*/ 571500 h 581025"/>
                    <a:gd name="connsiteX6" fmla="*/ 117475 w 304815"/>
                    <a:gd name="connsiteY6" fmla="*/ 581025 h 581025"/>
                    <a:gd name="connsiteX7" fmla="*/ 206375 w 304815"/>
                    <a:gd name="connsiteY7" fmla="*/ 523875 h 581025"/>
                    <a:gd name="connsiteX8" fmla="*/ 250825 w 304815"/>
                    <a:gd name="connsiteY8" fmla="*/ 479425 h 581025"/>
                    <a:gd name="connsiteX9" fmla="*/ 304800 w 304815"/>
                    <a:gd name="connsiteY9" fmla="*/ 330200 h 581025"/>
                    <a:gd name="connsiteX10" fmla="*/ 288925 w 304815"/>
                    <a:gd name="connsiteY10" fmla="*/ 187325 h 581025"/>
                    <a:gd name="connsiteX11" fmla="*/ 257175 w 304815"/>
                    <a:gd name="connsiteY11" fmla="*/ 123825 h 581025"/>
                    <a:gd name="connsiteX12" fmla="*/ 225425 w 304815"/>
                    <a:gd name="connsiteY12" fmla="*/ 76200 h 581025"/>
                    <a:gd name="connsiteX13" fmla="*/ 155575 w 304815"/>
                    <a:gd name="connsiteY13" fmla="*/ 15875 h 581025"/>
                    <a:gd name="connsiteX14" fmla="*/ 139700 w 304815"/>
                    <a:gd name="connsiteY14" fmla="*/ 9525 h 581025"/>
                    <a:gd name="connsiteX15" fmla="*/ 123825 w 304815"/>
                    <a:gd name="connsiteY15" fmla="*/ 0 h 581025"/>
                    <a:gd name="connsiteX16" fmla="*/ 111125 w 304815"/>
                    <a:gd name="connsiteY16" fmla="*/ 3175 h 581025"/>
                    <a:gd name="connsiteX17" fmla="*/ 69850 w 304815"/>
                    <a:gd name="connsiteY17" fmla="*/ 0 h 581025"/>
                    <a:gd name="connsiteX0" fmla="*/ 69850 w 908599"/>
                    <a:gd name="connsiteY0" fmla="*/ 0 h 2095622"/>
                    <a:gd name="connsiteX1" fmla="*/ 69850 w 908599"/>
                    <a:gd name="connsiteY1" fmla="*/ 0 h 2095622"/>
                    <a:gd name="connsiteX2" fmla="*/ 50800 w 908599"/>
                    <a:gd name="connsiteY2" fmla="*/ 111125 h 2095622"/>
                    <a:gd name="connsiteX3" fmla="*/ 15875 w 908599"/>
                    <a:gd name="connsiteY3" fmla="*/ 263525 h 2095622"/>
                    <a:gd name="connsiteX4" fmla="*/ 0 w 908599"/>
                    <a:gd name="connsiteY4" fmla="*/ 396875 h 2095622"/>
                    <a:gd name="connsiteX5" fmla="*/ 85725 w 908599"/>
                    <a:gd name="connsiteY5" fmla="*/ 571500 h 2095622"/>
                    <a:gd name="connsiteX6" fmla="*/ 117475 w 908599"/>
                    <a:gd name="connsiteY6" fmla="*/ 581025 h 2095622"/>
                    <a:gd name="connsiteX7" fmla="*/ 206375 w 908599"/>
                    <a:gd name="connsiteY7" fmla="*/ 523875 h 2095622"/>
                    <a:gd name="connsiteX8" fmla="*/ 908050 w 908599"/>
                    <a:gd name="connsiteY8" fmla="*/ 2095500 h 2095622"/>
                    <a:gd name="connsiteX9" fmla="*/ 304800 w 908599"/>
                    <a:gd name="connsiteY9" fmla="*/ 330200 h 2095622"/>
                    <a:gd name="connsiteX10" fmla="*/ 288925 w 908599"/>
                    <a:gd name="connsiteY10" fmla="*/ 187325 h 2095622"/>
                    <a:gd name="connsiteX11" fmla="*/ 257175 w 908599"/>
                    <a:gd name="connsiteY11" fmla="*/ 123825 h 2095622"/>
                    <a:gd name="connsiteX12" fmla="*/ 225425 w 908599"/>
                    <a:gd name="connsiteY12" fmla="*/ 76200 h 2095622"/>
                    <a:gd name="connsiteX13" fmla="*/ 155575 w 908599"/>
                    <a:gd name="connsiteY13" fmla="*/ 15875 h 2095622"/>
                    <a:gd name="connsiteX14" fmla="*/ 139700 w 908599"/>
                    <a:gd name="connsiteY14" fmla="*/ 9525 h 2095622"/>
                    <a:gd name="connsiteX15" fmla="*/ 123825 w 908599"/>
                    <a:gd name="connsiteY15" fmla="*/ 0 h 2095622"/>
                    <a:gd name="connsiteX16" fmla="*/ 111125 w 908599"/>
                    <a:gd name="connsiteY16" fmla="*/ 3175 h 2095622"/>
                    <a:gd name="connsiteX17" fmla="*/ 69850 w 908599"/>
                    <a:gd name="connsiteY17" fmla="*/ 0 h 2095622"/>
                    <a:gd name="connsiteX0" fmla="*/ 69850 w 908599"/>
                    <a:gd name="connsiteY0" fmla="*/ 0 h 2246968"/>
                    <a:gd name="connsiteX1" fmla="*/ 69850 w 908599"/>
                    <a:gd name="connsiteY1" fmla="*/ 0 h 2246968"/>
                    <a:gd name="connsiteX2" fmla="*/ 50800 w 908599"/>
                    <a:gd name="connsiteY2" fmla="*/ 111125 h 2246968"/>
                    <a:gd name="connsiteX3" fmla="*/ 15875 w 908599"/>
                    <a:gd name="connsiteY3" fmla="*/ 263525 h 2246968"/>
                    <a:gd name="connsiteX4" fmla="*/ 0 w 908599"/>
                    <a:gd name="connsiteY4" fmla="*/ 396875 h 2246968"/>
                    <a:gd name="connsiteX5" fmla="*/ 85725 w 908599"/>
                    <a:gd name="connsiteY5" fmla="*/ 571500 h 2246968"/>
                    <a:gd name="connsiteX6" fmla="*/ 117475 w 908599"/>
                    <a:gd name="connsiteY6" fmla="*/ 581025 h 2246968"/>
                    <a:gd name="connsiteX7" fmla="*/ 784225 w 908599"/>
                    <a:gd name="connsiteY7" fmla="*/ 2143125 h 2246968"/>
                    <a:gd name="connsiteX8" fmla="*/ 908050 w 908599"/>
                    <a:gd name="connsiteY8" fmla="*/ 2095500 h 2246968"/>
                    <a:gd name="connsiteX9" fmla="*/ 304800 w 908599"/>
                    <a:gd name="connsiteY9" fmla="*/ 330200 h 2246968"/>
                    <a:gd name="connsiteX10" fmla="*/ 288925 w 908599"/>
                    <a:gd name="connsiteY10" fmla="*/ 187325 h 2246968"/>
                    <a:gd name="connsiteX11" fmla="*/ 257175 w 908599"/>
                    <a:gd name="connsiteY11" fmla="*/ 123825 h 2246968"/>
                    <a:gd name="connsiteX12" fmla="*/ 225425 w 908599"/>
                    <a:gd name="connsiteY12" fmla="*/ 76200 h 2246968"/>
                    <a:gd name="connsiteX13" fmla="*/ 155575 w 908599"/>
                    <a:gd name="connsiteY13" fmla="*/ 15875 h 2246968"/>
                    <a:gd name="connsiteX14" fmla="*/ 139700 w 908599"/>
                    <a:gd name="connsiteY14" fmla="*/ 9525 h 2246968"/>
                    <a:gd name="connsiteX15" fmla="*/ 123825 w 908599"/>
                    <a:gd name="connsiteY15" fmla="*/ 0 h 2246968"/>
                    <a:gd name="connsiteX16" fmla="*/ 111125 w 908599"/>
                    <a:gd name="connsiteY16" fmla="*/ 3175 h 2246968"/>
                    <a:gd name="connsiteX17" fmla="*/ 69850 w 908599"/>
                    <a:gd name="connsiteY17" fmla="*/ 0 h 2246968"/>
                    <a:gd name="connsiteX0" fmla="*/ 69850 w 1114427"/>
                    <a:gd name="connsiteY0" fmla="*/ 0 h 2246968"/>
                    <a:gd name="connsiteX1" fmla="*/ 69850 w 1114427"/>
                    <a:gd name="connsiteY1" fmla="*/ 0 h 2246968"/>
                    <a:gd name="connsiteX2" fmla="*/ 50800 w 1114427"/>
                    <a:gd name="connsiteY2" fmla="*/ 111125 h 2246968"/>
                    <a:gd name="connsiteX3" fmla="*/ 15875 w 1114427"/>
                    <a:gd name="connsiteY3" fmla="*/ 263525 h 2246968"/>
                    <a:gd name="connsiteX4" fmla="*/ 0 w 1114427"/>
                    <a:gd name="connsiteY4" fmla="*/ 396875 h 2246968"/>
                    <a:gd name="connsiteX5" fmla="*/ 85725 w 1114427"/>
                    <a:gd name="connsiteY5" fmla="*/ 571500 h 2246968"/>
                    <a:gd name="connsiteX6" fmla="*/ 117475 w 1114427"/>
                    <a:gd name="connsiteY6" fmla="*/ 581025 h 2246968"/>
                    <a:gd name="connsiteX7" fmla="*/ 784225 w 1114427"/>
                    <a:gd name="connsiteY7" fmla="*/ 2143125 h 2246968"/>
                    <a:gd name="connsiteX8" fmla="*/ 908050 w 1114427"/>
                    <a:gd name="connsiteY8" fmla="*/ 2095500 h 2246968"/>
                    <a:gd name="connsiteX9" fmla="*/ 1114425 w 1114427"/>
                    <a:gd name="connsiteY9" fmla="*/ 2009775 h 2246968"/>
                    <a:gd name="connsiteX10" fmla="*/ 288925 w 1114427"/>
                    <a:gd name="connsiteY10" fmla="*/ 187325 h 2246968"/>
                    <a:gd name="connsiteX11" fmla="*/ 257175 w 1114427"/>
                    <a:gd name="connsiteY11" fmla="*/ 123825 h 2246968"/>
                    <a:gd name="connsiteX12" fmla="*/ 225425 w 1114427"/>
                    <a:gd name="connsiteY12" fmla="*/ 76200 h 2246968"/>
                    <a:gd name="connsiteX13" fmla="*/ 155575 w 1114427"/>
                    <a:gd name="connsiteY13" fmla="*/ 15875 h 2246968"/>
                    <a:gd name="connsiteX14" fmla="*/ 139700 w 1114427"/>
                    <a:gd name="connsiteY14" fmla="*/ 9525 h 2246968"/>
                    <a:gd name="connsiteX15" fmla="*/ 123825 w 1114427"/>
                    <a:gd name="connsiteY15" fmla="*/ 0 h 2246968"/>
                    <a:gd name="connsiteX16" fmla="*/ 111125 w 1114427"/>
                    <a:gd name="connsiteY16" fmla="*/ 3175 h 2246968"/>
                    <a:gd name="connsiteX17" fmla="*/ 69850 w 1114427"/>
                    <a:gd name="connsiteY17" fmla="*/ 0 h 2246968"/>
                    <a:gd name="connsiteX0" fmla="*/ 69850 w 1114427"/>
                    <a:gd name="connsiteY0" fmla="*/ 0 h 2225485"/>
                    <a:gd name="connsiteX1" fmla="*/ 69850 w 1114427"/>
                    <a:gd name="connsiteY1" fmla="*/ 0 h 2225485"/>
                    <a:gd name="connsiteX2" fmla="*/ 50800 w 1114427"/>
                    <a:gd name="connsiteY2" fmla="*/ 111125 h 2225485"/>
                    <a:gd name="connsiteX3" fmla="*/ 15875 w 1114427"/>
                    <a:gd name="connsiteY3" fmla="*/ 263525 h 2225485"/>
                    <a:gd name="connsiteX4" fmla="*/ 0 w 1114427"/>
                    <a:gd name="connsiteY4" fmla="*/ 396875 h 2225485"/>
                    <a:gd name="connsiteX5" fmla="*/ 85725 w 1114427"/>
                    <a:gd name="connsiteY5" fmla="*/ 571500 h 2225485"/>
                    <a:gd name="connsiteX6" fmla="*/ 117475 w 1114427"/>
                    <a:gd name="connsiteY6" fmla="*/ 581025 h 2225485"/>
                    <a:gd name="connsiteX7" fmla="*/ 254000 w 1114427"/>
                    <a:gd name="connsiteY7" fmla="*/ 873124 h 2225485"/>
                    <a:gd name="connsiteX8" fmla="*/ 784225 w 1114427"/>
                    <a:gd name="connsiteY8" fmla="*/ 2143125 h 2225485"/>
                    <a:gd name="connsiteX9" fmla="*/ 908050 w 1114427"/>
                    <a:gd name="connsiteY9" fmla="*/ 2095500 h 2225485"/>
                    <a:gd name="connsiteX10" fmla="*/ 1114425 w 1114427"/>
                    <a:gd name="connsiteY10" fmla="*/ 2009775 h 2225485"/>
                    <a:gd name="connsiteX11" fmla="*/ 288925 w 1114427"/>
                    <a:gd name="connsiteY11" fmla="*/ 187325 h 2225485"/>
                    <a:gd name="connsiteX12" fmla="*/ 257175 w 1114427"/>
                    <a:gd name="connsiteY12" fmla="*/ 123825 h 2225485"/>
                    <a:gd name="connsiteX13" fmla="*/ 225425 w 1114427"/>
                    <a:gd name="connsiteY13" fmla="*/ 76200 h 2225485"/>
                    <a:gd name="connsiteX14" fmla="*/ 155575 w 1114427"/>
                    <a:gd name="connsiteY14" fmla="*/ 15875 h 2225485"/>
                    <a:gd name="connsiteX15" fmla="*/ 139700 w 1114427"/>
                    <a:gd name="connsiteY15" fmla="*/ 9525 h 2225485"/>
                    <a:gd name="connsiteX16" fmla="*/ 123825 w 1114427"/>
                    <a:gd name="connsiteY16" fmla="*/ 0 h 2225485"/>
                    <a:gd name="connsiteX17" fmla="*/ 111125 w 1114427"/>
                    <a:gd name="connsiteY17" fmla="*/ 3175 h 2225485"/>
                    <a:gd name="connsiteX18" fmla="*/ 69850 w 1114427"/>
                    <a:gd name="connsiteY18" fmla="*/ 0 h 2225485"/>
                    <a:gd name="connsiteX0" fmla="*/ 69850 w 1114427"/>
                    <a:gd name="connsiteY0" fmla="*/ 0 h 2212910"/>
                    <a:gd name="connsiteX1" fmla="*/ 69850 w 1114427"/>
                    <a:gd name="connsiteY1" fmla="*/ 0 h 2212910"/>
                    <a:gd name="connsiteX2" fmla="*/ 50800 w 1114427"/>
                    <a:gd name="connsiteY2" fmla="*/ 111125 h 2212910"/>
                    <a:gd name="connsiteX3" fmla="*/ 15875 w 1114427"/>
                    <a:gd name="connsiteY3" fmla="*/ 263525 h 2212910"/>
                    <a:gd name="connsiteX4" fmla="*/ 0 w 1114427"/>
                    <a:gd name="connsiteY4" fmla="*/ 396875 h 2212910"/>
                    <a:gd name="connsiteX5" fmla="*/ 85725 w 1114427"/>
                    <a:gd name="connsiteY5" fmla="*/ 571500 h 2212910"/>
                    <a:gd name="connsiteX6" fmla="*/ 117475 w 1114427"/>
                    <a:gd name="connsiteY6" fmla="*/ 581025 h 2212910"/>
                    <a:gd name="connsiteX7" fmla="*/ 254000 w 1114427"/>
                    <a:gd name="connsiteY7" fmla="*/ 873124 h 2212910"/>
                    <a:gd name="connsiteX8" fmla="*/ 327025 w 1114427"/>
                    <a:gd name="connsiteY8" fmla="*/ 1044575 h 2212910"/>
                    <a:gd name="connsiteX9" fmla="*/ 784225 w 1114427"/>
                    <a:gd name="connsiteY9" fmla="*/ 2143125 h 2212910"/>
                    <a:gd name="connsiteX10" fmla="*/ 908050 w 1114427"/>
                    <a:gd name="connsiteY10" fmla="*/ 2095500 h 2212910"/>
                    <a:gd name="connsiteX11" fmla="*/ 1114425 w 1114427"/>
                    <a:gd name="connsiteY11" fmla="*/ 2009775 h 2212910"/>
                    <a:gd name="connsiteX12" fmla="*/ 288925 w 1114427"/>
                    <a:gd name="connsiteY12" fmla="*/ 187325 h 2212910"/>
                    <a:gd name="connsiteX13" fmla="*/ 257175 w 1114427"/>
                    <a:gd name="connsiteY13" fmla="*/ 123825 h 2212910"/>
                    <a:gd name="connsiteX14" fmla="*/ 225425 w 1114427"/>
                    <a:gd name="connsiteY14" fmla="*/ 76200 h 2212910"/>
                    <a:gd name="connsiteX15" fmla="*/ 155575 w 1114427"/>
                    <a:gd name="connsiteY15" fmla="*/ 15875 h 2212910"/>
                    <a:gd name="connsiteX16" fmla="*/ 139700 w 1114427"/>
                    <a:gd name="connsiteY16" fmla="*/ 9525 h 2212910"/>
                    <a:gd name="connsiteX17" fmla="*/ 123825 w 1114427"/>
                    <a:gd name="connsiteY17" fmla="*/ 0 h 2212910"/>
                    <a:gd name="connsiteX18" fmla="*/ 111125 w 1114427"/>
                    <a:gd name="connsiteY18" fmla="*/ 3175 h 2212910"/>
                    <a:gd name="connsiteX19" fmla="*/ 69850 w 1114427"/>
                    <a:gd name="connsiteY19" fmla="*/ 0 h 2212910"/>
                    <a:gd name="connsiteX0" fmla="*/ 69850 w 1114427"/>
                    <a:gd name="connsiteY0" fmla="*/ 0 h 2182177"/>
                    <a:gd name="connsiteX1" fmla="*/ 69850 w 1114427"/>
                    <a:gd name="connsiteY1" fmla="*/ 0 h 2182177"/>
                    <a:gd name="connsiteX2" fmla="*/ 50800 w 1114427"/>
                    <a:gd name="connsiteY2" fmla="*/ 111125 h 2182177"/>
                    <a:gd name="connsiteX3" fmla="*/ 15875 w 1114427"/>
                    <a:gd name="connsiteY3" fmla="*/ 263525 h 2182177"/>
                    <a:gd name="connsiteX4" fmla="*/ 0 w 1114427"/>
                    <a:gd name="connsiteY4" fmla="*/ 396875 h 2182177"/>
                    <a:gd name="connsiteX5" fmla="*/ 85725 w 1114427"/>
                    <a:gd name="connsiteY5" fmla="*/ 571500 h 2182177"/>
                    <a:gd name="connsiteX6" fmla="*/ 117475 w 1114427"/>
                    <a:gd name="connsiteY6" fmla="*/ 581025 h 2182177"/>
                    <a:gd name="connsiteX7" fmla="*/ 254000 w 1114427"/>
                    <a:gd name="connsiteY7" fmla="*/ 873124 h 2182177"/>
                    <a:gd name="connsiteX8" fmla="*/ 327025 w 1114427"/>
                    <a:gd name="connsiteY8" fmla="*/ 1044575 h 2182177"/>
                    <a:gd name="connsiteX9" fmla="*/ 488950 w 1114427"/>
                    <a:gd name="connsiteY9" fmla="*/ 1466850 h 2182177"/>
                    <a:gd name="connsiteX10" fmla="*/ 784225 w 1114427"/>
                    <a:gd name="connsiteY10" fmla="*/ 2143125 h 2182177"/>
                    <a:gd name="connsiteX11" fmla="*/ 908050 w 1114427"/>
                    <a:gd name="connsiteY11" fmla="*/ 2095500 h 2182177"/>
                    <a:gd name="connsiteX12" fmla="*/ 1114425 w 1114427"/>
                    <a:gd name="connsiteY12" fmla="*/ 2009775 h 2182177"/>
                    <a:gd name="connsiteX13" fmla="*/ 288925 w 1114427"/>
                    <a:gd name="connsiteY13" fmla="*/ 187325 h 2182177"/>
                    <a:gd name="connsiteX14" fmla="*/ 257175 w 1114427"/>
                    <a:gd name="connsiteY14" fmla="*/ 123825 h 2182177"/>
                    <a:gd name="connsiteX15" fmla="*/ 225425 w 1114427"/>
                    <a:gd name="connsiteY15" fmla="*/ 76200 h 2182177"/>
                    <a:gd name="connsiteX16" fmla="*/ 155575 w 1114427"/>
                    <a:gd name="connsiteY16" fmla="*/ 15875 h 2182177"/>
                    <a:gd name="connsiteX17" fmla="*/ 139700 w 1114427"/>
                    <a:gd name="connsiteY17" fmla="*/ 9525 h 2182177"/>
                    <a:gd name="connsiteX18" fmla="*/ 123825 w 1114427"/>
                    <a:gd name="connsiteY18" fmla="*/ 0 h 2182177"/>
                    <a:gd name="connsiteX19" fmla="*/ 111125 w 1114427"/>
                    <a:gd name="connsiteY19" fmla="*/ 3175 h 2182177"/>
                    <a:gd name="connsiteX20" fmla="*/ 69850 w 1114427"/>
                    <a:gd name="connsiteY20" fmla="*/ 0 h 2182177"/>
                    <a:gd name="connsiteX0" fmla="*/ 69850 w 1114427"/>
                    <a:gd name="connsiteY0" fmla="*/ 0 h 2181033"/>
                    <a:gd name="connsiteX1" fmla="*/ 69850 w 1114427"/>
                    <a:gd name="connsiteY1" fmla="*/ 0 h 2181033"/>
                    <a:gd name="connsiteX2" fmla="*/ 50800 w 1114427"/>
                    <a:gd name="connsiteY2" fmla="*/ 111125 h 2181033"/>
                    <a:gd name="connsiteX3" fmla="*/ 15875 w 1114427"/>
                    <a:gd name="connsiteY3" fmla="*/ 263525 h 2181033"/>
                    <a:gd name="connsiteX4" fmla="*/ 0 w 1114427"/>
                    <a:gd name="connsiteY4" fmla="*/ 396875 h 2181033"/>
                    <a:gd name="connsiteX5" fmla="*/ 85725 w 1114427"/>
                    <a:gd name="connsiteY5" fmla="*/ 571500 h 2181033"/>
                    <a:gd name="connsiteX6" fmla="*/ 117475 w 1114427"/>
                    <a:gd name="connsiteY6" fmla="*/ 581025 h 2181033"/>
                    <a:gd name="connsiteX7" fmla="*/ 254000 w 1114427"/>
                    <a:gd name="connsiteY7" fmla="*/ 873124 h 2181033"/>
                    <a:gd name="connsiteX8" fmla="*/ 327025 w 1114427"/>
                    <a:gd name="connsiteY8" fmla="*/ 1044575 h 2181033"/>
                    <a:gd name="connsiteX9" fmla="*/ 161925 w 1114427"/>
                    <a:gd name="connsiteY9" fmla="*/ 1482725 h 2181033"/>
                    <a:gd name="connsiteX10" fmla="*/ 784225 w 1114427"/>
                    <a:gd name="connsiteY10" fmla="*/ 2143125 h 2181033"/>
                    <a:gd name="connsiteX11" fmla="*/ 908050 w 1114427"/>
                    <a:gd name="connsiteY11" fmla="*/ 2095500 h 2181033"/>
                    <a:gd name="connsiteX12" fmla="*/ 1114425 w 1114427"/>
                    <a:gd name="connsiteY12" fmla="*/ 2009775 h 2181033"/>
                    <a:gd name="connsiteX13" fmla="*/ 288925 w 1114427"/>
                    <a:gd name="connsiteY13" fmla="*/ 187325 h 2181033"/>
                    <a:gd name="connsiteX14" fmla="*/ 257175 w 1114427"/>
                    <a:gd name="connsiteY14" fmla="*/ 123825 h 2181033"/>
                    <a:gd name="connsiteX15" fmla="*/ 225425 w 1114427"/>
                    <a:gd name="connsiteY15" fmla="*/ 76200 h 2181033"/>
                    <a:gd name="connsiteX16" fmla="*/ 155575 w 1114427"/>
                    <a:gd name="connsiteY16" fmla="*/ 15875 h 2181033"/>
                    <a:gd name="connsiteX17" fmla="*/ 139700 w 1114427"/>
                    <a:gd name="connsiteY17" fmla="*/ 9525 h 2181033"/>
                    <a:gd name="connsiteX18" fmla="*/ 123825 w 1114427"/>
                    <a:gd name="connsiteY18" fmla="*/ 0 h 2181033"/>
                    <a:gd name="connsiteX19" fmla="*/ 111125 w 1114427"/>
                    <a:gd name="connsiteY19" fmla="*/ 3175 h 2181033"/>
                    <a:gd name="connsiteX20" fmla="*/ 69850 w 1114427"/>
                    <a:gd name="connsiteY20" fmla="*/ 0 h 2181033"/>
                    <a:gd name="connsiteX0" fmla="*/ 69850 w 1114427"/>
                    <a:gd name="connsiteY0" fmla="*/ 0 h 2095636"/>
                    <a:gd name="connsiteX1" fmla="*/ 69850 w 1114427"/>
                    <a:gd name="connsiteY1" fmla="*/ 0 h 2095636"/>
                    <a:gd name="connsiteX2" fmla="*/ 50800 w 1114427"/>
                    <a:gd name="connsiteY2" fmla="*/ 111125 h 2095636"/>
                    <a:gd name="connsiteX3" fmla="*/ 15875 w 1114427"/>
                    <a:gd name="connsiteY3" fmla="*/ 263525 h 2095636"/>
                    <a:gd name="connsiteX4" fmla="*/ 0 w 1114427"/>
                    <a:gd name="connsiteY4" fmla="*/ 396875 h 2095636"/>
                    <a:gd name="connsiteX5" fmla="*/ 85725 w 1114427"/>
                    <a:gd name="connsiteY5" fmla="*/ 571500 h 2095636"/>
                    <a:gd name="connsiteX6" fmla="*/ 117475 w 1114427"/>
                    <a:gd name="connsiteY6" fmla="*/ 581025 h 2095636"/>
                    <a:gd name="connsiteX7" fmla="*/ 254000 w 1114427"/>
                    <a:gd name="connsiteY7" fmla="*/ 873124 h 2095636"/>
                    <a:gd name="connsiteX8" fmla="*/ 327025 w 1114427"/>
                    <a:gd name="connsiteY8" fmla="*/ 1044575 h 2095636"/>
                    <a:gd name="connsiteX9" fmla="*/ 161925 w 1114427"/>
                    <a:gd name="connsiteY9" fmla="*/ 1482725 h 2095636"/>
                    <a:gd name="connsiteX10" fmla="*/ 415925 w 1114427"/>
                    <a:gd name="connsiteY10" fmla="*/ 809625 h 2095636"/>
                    <a:gd name="connsiteX11" fmla="*/ 908050 w 1114427"/>
                    <a:gd name="connsiteY11" fmla="*/ 2095500 h 2095636"/>
                    <a:gd name="connsiteX12" fmla="*/ 1114425 w 1114427"/>
                    <a:gd name="connsiteY12" fmla="*/ 2009775 h 2095636"/>
                    <a:gd name="connsiteX13" fmla="*/ 288925 w 1114427"/>
                    <a:gd name="connsiteY13" fmla="*/ 187325 h 2095636"/>
                    <a:gd name="connsiteX14" fmla="*/ 257175 w 1114427"/>
                    <a:gd name="connsiteY14" fmla="*/ 123825 h 2095636"/>
                    <a:gd name="connsiteX15" fmla="*/ 225425 w 1114427"/>
                    <a:gd name="connsiteY15" fmla="*/ 76200 h 2095636"/>
                    <a:gd name="connsiteX16" fmla="*/ 155575 w 1114427"/>
                    <a:gd name="connsiteY16" fmla="*/ 15875 h 2095636"/>
                    <a:gd name="connsiteX17" fmla="*/ 139700 w 1114427"/>
                    <a:gd name="connsiteY17" fmla="*/ 9525 h 2095636"/>
                    <a:gd name="connsiteX18" fmla="*/ 123825 w 1114427"/>
                    <a:gd name="connsiteY18" fmla="*/ 0 h 2095636"/>
                    <a:gd name="connsiteX19" fmla="*/ 111125 w 1114427"/>
                    <a:gd name="connsiteY19" fmla="*/ 3175 h 2095636"/>
                    <a:gd name="connsiteX20" fmla="*/ 69850 w 1114427"/>
                    <a:gd name="connsiteY20" fmla="*/ 0 h 2095636"/>
                    <a:gd name="connsiteX0" fmla="*/ 338614 w 1383191"/>
                    <a:gd name="connsiteY0" fmla="*/ 0 h 2095636"/>
                    <a:gd name="connsiteX1" fmla="*/ 338614 w 1383191"/>
                    <a:gd name="connsiteY1" fmla="*/ 0 h 2095636"/>
                    <a:gd name="connsiteX2" fmla="*/ 319564 w 1383191"/>
                    <a:gd name="connsiteY2" fmla="*/ 111125 h 2095636"/>
                    <a:gd name="connsiteX3" fmla="*/ 284639 w 1383191"/>
                    <a:gd name="connsiteY3" fmla="*/ 263525 h 2095636"/>
                    <a:gd name="connsiteX4" fmla="*/ 268764 w 1383191"/>
                    <a:gd name="connsiteY4" fmla="*/ 396875 h 2095636"/>
                    <a:gd name="connsiteX5" fmla="*/ 354489 w 1383191"/>
                    <a:gd name="connsiteY5" fmla="*/ 571500 h 2095636"/>
                    <a:gd name="connsiteX6" fmla="*/ 386239 w 1383191"/>
                    <a:gd name="connsiteY6" fmla="*/ 581025 h 2095636"/>
                    <a:gd name="connsiteX7" fmla="*/ 522764 w 1383191"/>
                    <a:gd name="connsiteY7" fmla="*/ 873124 h 2095636"/>
                    <a:gd name="connsiteX8" fmla="*/ 8414 w 1383191"/>
                    <a:gd name="connsiteY8" fmla="*/ 1927225 h 2095636"/>
                    <a:gd name="connsiteX9" fmla="*/ 430689 w 1383191"/>
                    <a:gd name="connsiteY9" fmla="*/ 1482725 h 2095636"/>
                    <a:gd name="connsiteX10" fmla="*/ 684689 w 1383191"/>
                    <a:gd name="connsiteY10" fmla="*/ 809625 h 2095636"/>
                    <a:gd name="connsiteX11" fmla="*/ 1176814 w 1383191"/>
                    <a:gd name="connsiteY11" fmla="*/ 2095500 h 2095636"/>
                    <a:gd name="connsiteX12" fmla="*/ 1383189 w 1383191"/>
                    <a:gd name="connsiteY12" fmla="*/ 2009775 h 2095636"/>
                    <a:gd name="connsiteX13" fmla="*/ 557689 w 1383191"/>
                    <a:gd name="connsiteY13" fmla="*/ 187325 h 2095636"/>
                    <a:gd name="connsiteX14" fmla="*/ 525939 w 1383191"/>
                    <a:gd name="connsiteY14" fmla="*/ 123825 h 2095636"/>
                    <a:gd name="connsiteX15" fmla="*/ 494189 w 1383191"/>
                    <a:gd name="connsiteY15" fmla="*/ 76200 h 2095636"/>
                    <a:gd name="connsiteX16" fmla="*/ 424339 w 1383191"/>
                    <a:gd name="connsiteY16" fmla="*/ 15875 h 2095636"/>
                    <a:gd name="connsiteX17" fmla="*/ 408464 w 1383191"/>
                    <a:gd name="connsiteY17" fmla="*/ 9525 h 2095636"/>
                    <a:gd name="connsiteX18" fmla="*/ 392589 w 1383191"/>
                    <a:gd name="connsiteY18" fmla="*/ 0 h 2095636"/>
                    <a:gd name="connsiteX19" fmla="*/ 379889 w 1383191"/>
                    <a:gd name="connsiteY19" fmla="*/ 3175 h 2095636"/>
                    <a:gd name="connsiteX20" fmla="*/ 338614 w 1383191"/>
                    <a:gd name="connsiteY20" fmla="*/ 0 h 2095636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92588 w 1391090"/>
                    <a:gd name="connsiteY10" fmla="*/ 809625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88"/>
                    <a:gd name="connsiteY0" fmla="*/ 0 h 2132487"/>
                    <a:gd name="connsiteX1" fmla="*/ 346513 w 1391088"/>
                    <a:gd name="connsiteY1" fmla="*/ 0 h 2132487"/>
                    <a:gd name="connsiteX2" fmla="*/ 327463 w 1391088"/>
                    <a:gd name="connsiteY2" fmla="*/ 111125 h 2132487"/>
                    <a:gd name="connsiteX3" fmla="*/ 292538 w 1391088"/>
                    <a:gd name="connsiteY3" fmla="*/ 263525 h 2132487"/>
                    <a:gd name="connsiteX4" fmla="*/ 276663 w 1391088"/>
                    <a:gd name="connsiteY4" fmla="*/ 396875 h 2132487"/>
                    <a:gd name="connsiteX5" fmla="*/ 362388 w 1391088"/>
                    <a:gd name="connsiteY5" fmla="*/ 571500 h 2132487"/>
                    <a:gd name="connsiteX6" fmla="*/ 394138 w 1391088"/>
                    <a:gd name="connsiteY6" fmla="*/ 581025 h 2132487"/>
                    <a:gd name="connsiteX7" fmla="*/ 194113 w 1391088"/>
                    <a:gd name="connsiteY7" fmla="*/ 2124074 h 2132487"/>
                    <a:gd name="connsiteX8" fmla="*/ 16313 w 1391088"/>
                    <a:gd name="connsiteY8" fmla="*/ 1927225 h 2132487"/>
                    <a:gd name="connsiteX9" fmla="*/ 438588 w 1391088"/>
                    <a:gd name="connsiteY9" fmla="*/ 1482725 h 2132487"/>
                    <a:gd name="connsiteX10" fmla="*/ 622738 w 1391088"/>
                    <a:gd name="connsiteY10" fmla="*/ 952500 h 2132487"/>
                    <a:gd name="connsiteX11" fmla="*/ 705288 w 1391088"/>
                    <a:gd name="connsiteY11" fmla="*/ 654050 h 2132487"/>
                    <a:gd name="connsiteX12" fmla="*/ 1391088 w 1391088"/>
                    <a:gd name="connsiteY12" fmla="*/ 2009775 h 2132487"/>
                    <a:gd name="connsiteX13" fmla="*/ 565588 w 1391088"/>
                    <a:gd name="connsiteY13" fmla="*/ 187325 h 2132487"/>
                    <a:gd name="connsiteX14" fmla="*/ 533838 w 1391088"/>
                    <a:gd name="connsiteY14" fmla="*/ 123825 h 2132487"/>
                    <a:gd name="connsiteX15" fmla="*/ 502088 w 1391088"/>
                    <a:gd name="connsiteY15" fmla="*/ 76200 h 2132487"/>
                    <a:gd name="connsiteX16" fmla="*/ 432238 w 1391088"/>
                    <a:gd name="connsiteY16" fmla="*/ 15875 h 2132487"/>
                    <a:gd name="connsiteX17" fmla="*/ 416363 w 1391088"/>
                    <a:gd name="connsiteY17" fmla="*/ 9525 h 2132487"/>
                    <a:gd name="connsiteX18" fmla="*/ 400488 w 1391088"/>
                    <a:gd name="connsiteY18" fmla="*/ 0 h 2132487"/>
                    <a:gd name="connsiteX19" fmla="*/ 387788 w 1391088"/>
                    <a:gd name="connsiteY19" fmla="*/ 3175 h 2132487"/>
                    <a:gd name="connsiteX20" fmla="*/ 346513 w 1391088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65588 w 712105"/>
                    <a:gd name="connsiteY13" fmla="*/ 187325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603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419312 w 784904"/>
                    <a:gd name="connsiteY0" fmla="*/ 0 h 2132487"/>
                    <a:gd name="connsiteX1" fmla="*/ 419312 w 784904"/>
                    <a:gd name="connsiteY1" fmla="*/ 0 h 2132487"/>
                    <a:gd name="connsiteX2" fmla="*/ 400262 w 784904"/>
                    <a:gd name="connsiteY2" fmla="*/ 111125 h 2132487"/>
                    <a:gd name="connsiteX3" fmla="*/ 365337 w 784904"/>
                    <a:gd name="connsiteY3" fmla="*/ 263525 h 2132487"/>
                    <a:gd name="connsiteX4" fmla="*/ 349462 w 784904"/>
                    <a:gd name="connsiteY4" fmla="*/ 396875 h 2132487"/>
                    <a:gd name="connsiteX5" fmla="*/ 435187 w 784904"/>
                    <a:gd name="connsiteY5" fmla="*/ 571500 h 2132487"/>
                    <a:gd name="connsiteX6" fmla="*/ 212 w 784904"/>
                    <a:gd name="connsiteY6" fmla="*/ 2066925 h 2132487"/>
                    <a:gd name="connsiteX7" fmla="*/ 266912 w 784904"/>
                    <a:gd name="connsiteY7" fmla="*/ 2124074 h 2132487"/>
                    <a:gd name="connsiteX8" fmla="*/ 89112 w 784904"/>
                    <a:gd name="connsiteY8" fmla="*/ 1927225 h 2132487"/>
                    <a:gd name="connsiteX9" fmla="*/ 511387 w 784904"/>
                    <a:gd name="connsiteY9" fmla="*/ 1482725 h 2132487"/>
                    <a:gd name="connsiteX10" fmla="*/ 695537 w 784904"/>
                    <a:gd name="connsiteY10" fmla="*/ 952500 h 2132487"/>
                    <a:gd name="connsiteX11" fmla="*/ 778087 w 784904"/>
                    <a:gd name="connsiteY11" fmla="*/ 654050 h 2132487"/>
                    <a:gd name="connsiteX12" fmla="*/ 762212 w 784904"/>
                    <a:gd name="connsiteY12" fmla="*/ 571500 h 2132487"/>
                    <a:gd name="connsiteX13" fmla="*/ 625687 w 784904"/>
                    <a:gd name="connsiteY13" fmla="*/ 457200 h 2132487"/>
                    <a:gd name="connsiteX14" fmla="*/ 546312 w 784904"/>
                    <a:gd name="connsiteY14" fmla="*/ 241300 h 2132487"/>
                    <a:gd name="connsiteX15" fmla="*/ 489162 w 784904"/>
                    <a:gd name="connsiteY15" fmla="*/ 127000 h 2132487"/>
                    <a:gd name="connsiteX16" fmla="*/ 505037 w 784904"/>
                    <a:gd name="connsiteY16" fmla="*/ 15875 h 2132487"/>
                    <a:gd name="connsiteX17" fmla="*/ 489162 w 784904"/>
                    <a:gd name="connsiteY17" fmla="*/ 60325 h 2132487"/>
                    <a:gd name="connsiteX18" fmla="*/ 473287 w 784904"/>
                    <a:gd name="connsiteY18" fmla="*/ 0 h 2132487"/>
                    <a:gd name="connsiteX19" fmla="*/ 460587 w 784904"/>
                    <a:gd name="connsiteY19" fmla="*/ 3175 h 2132487"/>
                    <a:gd name="connsiteX20" fmla="*/ 419312 w 784904"/>
                    <a:gd name="connsiteY20" fmla="*/ 0 h 2132487"/>
                    <a:gd name="connsiteX0" fmla="*/ 531181 w 896773"/>
                    <a:gd name="connsiteY0" fmla="*/ 0 h 2132487"/>
                    <a:gd name="connsiteX1" fmla="*/ 531181 w 896773"/>
                    <a:gd name="connsiteY1" fmla="*/ 0 h 2132487"/>
                    <a:gd name="connsiteX2" fmla="*/ 512131 w 896773"/>
                    <a:gd name="connsiteY2" fmla="*/ 111125 h 2132487"/>
                    <a:gd name="connsiteX3" fmla="*/ 477206 w 896773"/>
                    <a:gd name="connsiteY3" fmla="*/ 263525 h 2132487"/>
                    <a:gd name="connsiteX4" fmla="*/ 461331 w 896773"/>
                    <a:gd name="connsiteY4" fmla="*/ 396875 h 2132487"/>
                    <a:gd name="connsiteX5" fmla="*/ 13656 w 896773"/>
                    <a:gd name="connsiteY5" fmla="*/ 1971675 h 2132487"/>
                    <a:gd name="connsiteX6" fmla="*/ 112081 w 896773"/>
                    <a:gd name="connsiteY6" fmla="*/ 2066925 h 2132487"/>
                    <a:gd name="connsiteX7" fmla="*/ 378781 w 896773"/>
                    <a:gd name="connsiteY7" fmla="*/ 2124074 h 2132487"/>
                    <a:gd name="connsiteX8" fmla="*/ 200981 w 896773"/>
                    <a:gd name="connsiteY8" fmla="*/ 1927225 h 2132487"/>
                    <a:gd name="connsiteX9" fmla="*/ 623256 w 896773"/>
                    <a:gd name="connsiteY9" fmla="*/ 1482725 h 2132487"/>
                    <a:gd name="connsiteX10" fmla="*/ 807406 w 896773"/>
                    <a:gd name="connsiteY10" fmla="*/ 952500 h 2132487"/>
                    <a:gd name="connsiteX11" fmla="*/ 889956 w 896773"/>
                    <a:gd name="connsiteY11" fmla="*/ 654050 h 2132487"/>
                    <a:gd name="connsiteX12" fmla="*/ 874081 w 896773"/>
                    <a:gd name="connsiteY12" fmla="*/ 571500 h 2132487"/>
                    <a:gd name="connsiteX13" fmla="*/ 737556 w 896773"/>
                    <a:gd name="connsiteY13" fmla="*/ 457200 h 2132487"/>
                    <a:gd name="connsiteX14" fmla="*/ 658181 w 896773"/>
                    <a:gd name="connsiteY14" fmla="*/ 241300 h 2132487"/>
                    <a:gd name="connsiteX15" fmla="*/ 601031 w 896773"/>
                    <a:gd name="connsiteY15" fmla="*/ 127000 h 2132487"/>
                    <a:gd name="connsiteX16" fmla="*/ 616906 w 896773"/>
                    <a:gd name="connsiteY16" fmla="*/ 15875 h 2132487"/>
                    <a:gd name="connsiteX17" fmla="*/ 601031 w 896773"/>
                    <a:gd name="connsiteY17" fmla="*/ 60325 h 2132487"/>
                    <a:gd name="connsiteX18" fmla="*/ 585156 w 896773"/>
                    <a:gd name="connsiteY18" fmla="*/ 0 h 2132487"/>
                    <a:gd name="connsiteX19" fmla="*/ 572456 w 896773"/>
                    <a:gd name="connsiteY19" fmla="*/ 3175 h 2132487"/>
                    <a:gd name="connsiteX20" fmla="*/ 531181 w 896773"/>
                    <a:gd name="connsiteY20" fmla="*/ 0 h 2132487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98942 w 883584"/>
                    <a:gd name="connsiteY2" fmla="*/ 111125 h 2132487"/>
                    <a:gd name="connsiteX3" fmla="*/ 464017 w 883584"/>
                    <a:gd name="connsiteY3" fmla="*/ 263525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17992 w 883584"/>
                    <a:gd name="connsiteY0" fmla="*/ 15815 h 2148302"/>
                    <a:gd name="connsiteX1" fmla="*/ 517992 w 883584"/>
                    <a:gd name="connsiteY1" fmla="*/ 15815 h 2148302"/>
                    <a:gd name="connsiteX2" fmla="*/ 498942 w 883584"/>
                    <a:gd name="connsiteY2" fmla="*/ 126940 h 2148302"/>
                    <a:gd name="connsiteX3" fmla="*/ 390992 w 883584"/>
                    <a:gd name="connsiteY3" fmla="*/ 1368365 h 2148302"/>
                    <a:gd name="connsiteX4" fmla="*/ 146517 w 883584"/>
                    <a:gd name="connsiteY4" fmla="*/ 1638240 h 2148302"/>
                    <a:gd name="connsiteX5" fmla="*/ 467 w 883584"/>
                    <a:gd name="connsiteY5" fmla="*/ 1987490 h 2148302"/>
                    <a:gd name="connsiteX6" fmla="*/ 98892 w 883584"/>
                    <a:gd name="connsiteY6" fmla="*/ 2082740 h 2148302"/>
                    <a:gd name="connsiteX7" fmla="*/ 365592 w 883584"/>
                    <a:gd name="connsiteY7" fmla="*/ 2139889 h 2148302"/>
                    <a:gd name="connsiteX8" fmla="*/ 187792 w 883584"/>
                    <a:gd name="connsiteY8" fmla="*/ 1943040 h 2148302"/>
                    <a:gd name="connsiteX9" fmla="*/ 610067 w 883584"/>
                    <a:gd name="connsiteY9" fmla="*/ 1498540 h 2148302"/>
                    <a:gd name="connsiteX10" fmla="*/ 794217 w 883584"/>
                    <a:gd name="connsiteY10" fmla="*/ 968315 h 2148302"/>
                    <a:gd name="connsiteX11" fmla="*/ 876767 w 883584"/>
                    <a:gd name="connsiteY11" fmla="*/ 669865 h 2148302"/>
                    <a:gd name="connsiteX12" fmla="*/ 860892 w 883584"/>
                    <a:gd name="connsiteY12" fmla="*/ 587315 h 2148302"/>
                    <a:gd name="connsiteX13" fmla="*/ 724367 w 883584"/>
                    <a:gd name="connsiteY13" fmla="*/ 473015 h 2148302"/>
                    <a:gd name="connsiteX14" fmla="*/ 644992 w 883584"/>
                    <a:gd name="connsiteY14" fmla="*/ 257115 h 2148302"/>
                    <a:gd name="connsiteX15" fmla="*/ 587842 w 883584"/>
                    <a:gd name="connsiteY15" fmla="*/ 142815 h 2148302"/>
                    <a:gd name="connsiteX16" fmla="*/ 603717 w 883584"/>
                    <a:gd name="connsiteY16" fmla="*/ 31690 h 2148302"/>
                    <a:gd name="connsiteX17" fmla="*/ 587842 w 883584"/>
                    <a:gd name="connsiteY17" fmla="*/ 76140 h 2148302"/>
                    <a:gd name="connsiteX18" fmla="*/ 571967 w 883584"/>
                    <a:gd name="connsiteY18" fmla="*/ 15815 h 2148302"/>
                    <a:gd name="connsiteX19" fmla="*/ 559267 w 883584"/>
                    <a:gd name="connsiteY19" fmla="*/ 18990 h 2148302"/>
                    <a:gd name="connsiteX20" fmla="*/ 517992 w 883584"/>
                    <a:gd name="connsiteY20" fmla="*/ 15815 h 2148302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21167 w 883584"/>
                    <a:gd name="connsiteY0" fmla="*/ 492125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21167 w 883584"/>
                    <a:gd name="connsiteY0" fmla="*/ 492125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467192 w 883584"/>
                    <a:gd name="connsiteY19" fmla="*/ 9842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79425 h 2211862"/>
                    <a:gd name="connsiteX1" fmla="*/ 470367 w 883584"/>
                    <a:gd name="connsiteY1" fmla="*/ 644525 h 2211862"/>
                    <a:gd name="connsiteX2" fmla="*/ 479892 w 883584"/>
                    <a:gd name="connsiteY2" fmla="*/ 930275 h 2211862"/>
                    <a:gd name="connsiteX3" fmla="*/ 390992 w 883584"/>
                    <a:gd name="connsiteY3" fmla="*/ 1431925 h 2211862"/>
                    <a:gd name="connsiteX4" fmla="*/ 146517 w 883584"/>
                    <a:gd name="connsiteY4" fmla="*/ 1701800 h 2211862"/>
                    <a:gd name="connsiteX5" fmla="*/ 467 w 883584"/>
                    <a:gd name="connsiteY5" fmla="*/ 2051050 h 2211862"/>
                    <a:gd name="connsiteX6" fmla="*/ 98892 w 883584"/>
                    <a:gd name="connsiteY6" fmla="*/ 2146300 h 2211862"/>
                    <a:gd name="connsiteX7" fmla="*/ 365592 w 883584"/>
                    <a:gd name="connsiteY7" fmla="*/ 2203449 h 2211862"/>
                    <a:gd name="connsiteX8" fmla="*/ 187792 w 883584"/>
                    <a:gd name="connsiteY8" fmla="*/ 2006600 h 2211862"/>
                    <a:gd name="connsiteX9" fmla="*/ 610067 w 883584"/>
                    <a:gd name="connsiteY9" fmla="*/ 1562100 h 2211862"/>
                    <a:gd name="connsiteX10" fmla="*/ 794217 w 883584"/>
                    <a:gd name="connsiteY10" fmla="*/ 1031875 h 2211862"/>
                    <a:gd name="connsiteX11" fmla="*/ 876767 w 883584"/>
                    <a:gd name="connsiteY11" fmla="*/ 733425 h 2211862"/>
                    <a:gd name="connsiteX12" fmla="*/ 860892 w 883584"/>
                    <a:gd name="connsiteY12" fmla="*/ 650875 h 2211862"/>
                    <a:gd name="connsiteX13" fmla="*/ 724367 w 883584"/>
                    <a:gd name="connsiteY13" fmla="*/ 536575 h 2211862"/>
                    <a:gd name="connsiteX14" fmla="*/ 644992 w 883584"/>
                    <a:gd name="connsiteY14" fmla="*/ 320675 h 2211862"/>
                    <a:gd name="connsiteX15" fmla="*/ 587842 w 883584"/>
                    <a:gd name="connsiteY15" fmla="*/ 206375 h 2211862"/>
                    <a:gd name="connsiteX16" fmla="*/ 603717 w 883584"/>
                    <a:gd name="connsiteY16" fmla="*/ 95250 h 2211862"/>
                    <a:gd name="connsiteX17" fmla="*/ 587842 w 883584"/>
                    <a:gd name="connsiteY17" fmla="*/ 139700 h 2211862"/>
                    <a:gd name="connsiteX18" fmla="*/ 511642 w 883584"/>
                    <a:gd name="connsiteY18" fmla="*/ 0 h 2211862"/>
                    <a:gd name="connsiteX19" fmla="*/ 467192 w 883584"/>
                    <a:gd name="connsiteY19" fmla="*/ 177800 h 2211862"/>
                    <a:gd name="connsiteX20" fmla="*/ 517992 w 883584"/>
                    <a:gd name="connsiteY20" fmla="*/ 479425 h 2211862"/>
                    <a:gd name="connsiteX0" fmla="*/ 517992 w 883584"/>
                    <a:gd name="connsiteY0" fmla="*/ 622633 h 2355070"/>
                    <a:gd name="connsiteX1" fmla="*/ 470367 w 883584"/>
                    <a:gd name="connsiteY1" fmla="*/ 787733 h 2355070"/>
                    <a:gd name="connsiteX2" fmla="*/ 479892 w 883584"/>
                    <a:gd name="connsiteY2" fmla="*/ 1073483 h 2355070"/>
                    <a:gd name="connsiteX3" fmla="*/ 390992 w 883584"/>
                    <a:gd name="connsiteY3" fmla="*/ 1575133 h 2355070"/>
                    <a:gd name="connsiteX4" fmla="*/ 146517 w 883584"/>
                    <a:gd name="connsiteY4" fmla="*/ 1845008 h 2355070"/>
                    <a:gd name="connsiteX5" fmla="*/ 467 w 883584"/>
                    <a:gd name="connsiteY5" fmla="*/ 2194258 h 2355070"/>
                    <a:gd name="connsiteX6" fmla="*/ 98892 w 883584"/>
                    <a:gd name="connsiteY6" fmla="*/ 2289508 h 2355070"/>
                    <a:gd name="connsiteX7" fmla="*/ 365592 w 883584"/>
                    <a:gd name="connsiteY7" fmla="*/ 2346657 h 2355070"/>
                    <a:gd name="connsiteX8" fmla="*/ 187792 w 883584"/>
                    <a:gd name="connsiteY8" fmla="*/ 2149808 h 2355070"/>
                    <a:gd name="connsiteX9" fmla="*/ 610067 w 883584"/>
                    <a:gd name="connsiteY9" fmla="*/ 1705308 h 2355070"/>
                    <a:gd name="connsiteX10" fmla="*/ 794217 w 883584"/>
                    <a:gd name="connsiteY10" fmla="*/ 1175083 h 2355070"/>
                    <a:gd name="connsiteX11" fmla="*/ 876767 w 883584"/>
                    <a:gd name="connsiteY11" fmla="*/ 876633 h 2355070"/>
                    <a:gd name="connsiteX12" fmla="*/ 860892 w 883584"/>
                    <a:gd name="connsiteY12" fmla="*/ 794083 h 2355070"/>
                    <a:gd name="connsiteX13" fmla="*/ 724367 w 883584"/>
                    <a:gd name="connsiteY13" fmla="*/ 679783 h 2355070"/>
                    <a:gd name="connsiteX14" fmla="*/ 644992 w 883584"/>
                    <a:gd name="connsiteY14" fmla="*/ 463883 h 2355070"/>
                    <a:gd name="connsiteX15" fmla="*/ 587842 w 883584"/>
                    <a:gd name="connsiteY15" fmla="*/ 349583 h 2355070"/>
                    <a:gd name="connsiteX16" fmla="*/ 613242 w 883584"/>
                    <a:gd name="connsiteY16" fmla="*/ 333 h 2355070"/>
                    <a:gd name="connsiteX17" fmla="*/ 587842 w 883584"/>
                    <a:gd name="connsiteY17" fmla="*/ 282908 h 2355070"/>
                    <a:gd name="connsiteX18" fmla="*/ 511642 w 883584"/>
                    <a:gd name="connsiteY18" fmla="*/ 143208 h 2355070"/>
                    <a:gd name="connsiteX19" fmla="*/ 467192 w 883584"/>
                    <a:gd name="connsiteY19" fmla="*/ 321008 h 2355070"/>
                    <a:gd name="connsiteX20" fmla="*/ 517992 w 883584"/>
                    <a:gd name="connsiteY20" fmla="*/ 622633 h 2355070"/>
                    <a:gd name="connsiteX0" fmla="*/ 517992 w 883584"/>
                    <a:gd name="connsiteY0" fmla="*/ 631650 h 2364087"/>
                    <a:gd name="connsiteX1" fmla="*/ 470367 w 883584"/>
                    <a:gd name="connsiteY1" fmla="*/ 796750 h 2364087"/>
                    <a:gd name="connsiteX2" fmla="*/ 479892 w 883584"/>
                    <a:gd name="connsiteY2" fmla="*/ 1082500 h 2364087"/>
                    <a:gd name="connsiteX3" fmla="*/ 390992 w 883584"/>
                    <a:gd name="connsiteY3" fmla="*/ 1584150 h 2364087"/>
                    <a:gd name="connsiteX4" fmla="*/ 146517 w 883584"/>
                    <a:gd name="connsiteY4" fmla="*/ 1854025 h 2364087"/>
                    <a:gd name="connsiteX5" fmla="*/ 467 w 883584"/>
                    <a:gd name="connsiteY5" fmla="*/ 2203275 h 2364087"/>
                    <a:gd name="connsiteX6" fmla="*/ 98892 w 883584"/>
                    <a:gd name="connsiteY6" fmla="*/ 2298525 h 2364087"/>
                    <a:gd name="connsiteX7" fmla="*/ 365592 w 883584"/>
                    <a:gd name="connsiteY7" fmla="*/ 2355674 h 2364087"/>
                    <a:gd name="connsiteX8" fmla="*/ 187792 w 883584"/>
                    <a:gd name="connsiteY8" fmla="*/ 2158825 h 2364087"/>
                    <a:gd name="connsiteX9" fmla="*/ 610067 w 883584"/>
                    <a:gd name="connsiteY9" fmla="*/ 1714325 h 2364087"/>
                    <a:gd name="connsiteX10" fmla="*/ 794217 w 883584"/>
                    <a:gd name="connsiteY10" fmla="*/ 1184100 h 2364087"/>
                    <a:gd name="connsiteX11" fmla="*/ 876767 w 883584"/>
                    <a:gd name="connsiteY11" fmla="*/ 885650 h 2364087"/>
                    <a:gd name="connsiteX12" fmla="*/ 860892 w 883584"/>
                    <a:gd name="connsiteY12" fmla="*/ 803100 h 2364087"/>
                    <a:gd name="connsiteX13" fmla="*/ 724367 w 883584"/>
                    <a:gd name="connsiteY13" fmla="*/ 688800 h 2364087"/>
                    <a:gd name="connsiteX14" fmla="*/ 644992 w 883584"/>
                    <a:gd name="connsiteY14" fmla="*/ 472900 h 2364087"/>
                    <a:gd name="connsiteX15" fmla="*/ 587842 w 883584"/>
                    <a:gd name="connsiteY15" fmla="*/ 358600 h 2364087"/>
                    <a:gd name="connsiteX16" fmla="*/ 613242 w 883584"/>
                    <a:gd name="connsiteY16" fmla="*/ 9350 h 2364087"/>
                    <a:gd name="connsiteX17" fmla="*/ 575142 w 883584"/>
                    <a:gd name="connsiteY17" fmla="*/ 104600 h 2364087"/>
                    <a:gd name="connsiteX18" fmla="*/ 511642 w 883584"/>
                    <a:gd name="connsiteY18" fmla="*/ 152225 h 2364087"/>
                    <a:gd name="connsiteX19" fmla="*/ 467192 w 883584"/>
                    <a:gd name="connsiteY19" fmla="*/ 330025 h 2364087"/>
                    <a:gd name="connsiteX20" fmla="*/ 517992 w 883584"/>
                    <a:gd name="connsiteY20" fmla="*/ 631650 h 2364087"/>
                    <a:gd name="connsiteX0" fmla="*/ 517992 w 883584"/>
                    <a:gd name="connsiteY0" fmla="*/ 842355 h 2574792"/>
                    <a:gd name="connsiteX1" fmla="*/ 470367 w 883584"/>
                    <a:gd name="connsiteY1" fmla="*/ 1007455 h 2574792"/>
                    <a:gd name="connsiteX2" fmla="*/ 479892 w 883584"/>
                    <a:gd name="connsiteY2" fmla="*/ 1293205 h 2574792"/>
                    <a:gd name="connsiteX3" fmla="*/ 390992 w 883584"/>
                    <a:gd name="connsiteY3" fmla="*/ 1794855 h 2574792"/>
                    <a:gd name="connsiteX4" fmla="*/ 146517 w 883584"/>
                    <a:gd name="connsiteY4" fmla="*/ 2064730 h 2574792"/>
                    <a:gd name="connsiteX5" fmla="*/ 467 w 883584"/>
                    <a:gd name="connsiteY5" fmla="*/ 2413980 h 2574792"/>
                    <a:gd name="connsiteX6" fmla="*/ 98892 w 883584"/>
                    <a:gd name="connsiteY6" fmla="*/ 2509230 h 2574792"/>
                    <a:gd name="connsiteX7" fmla="*/ 365592 w 883584"/>
                    <a:gd name="connsiteY7" fmla="*/ 2566379 h 2574792"/>
                    <a:gd name="connsiteX8" fmla="*/ 187792 w 883584"/>
                    <a:gd name="connsiteY8" fmla="*/ 2369530 h 2574792"/>
                    <a:gd name="connsiteX9" fmla="*/ 610067 w 883584"/>
                    <a:gd name="connsiteY9" fmla="*/ 1925030 h 2574792"/>
                    <a:gd name="connsiteX10" fmla="*/ 794217 w 883584"/>
                    <a:gd name="connsiteY10" fmla="*/ 1394805 h 2574792"/>
                    <a:gd name="connsiteX11" fmla="*/ 876767 w 883584"/>
                    <a:gd name="connsiteY11" fmla="*/ 1096355 h 2574792"/>
                    <a:gd name="connsiteX12" fmla="*/ 860892 w 883584"/>
                    <a:gd name="connsiteY12" fmla="*/ 1013805 h 2574792"/>
                    <a:gd name="connsiteX13" fmla="*/ 724367 w 883584"/>
                    <a:gd name="connsiteY13" fmla="*/ 899505 h 2574792"/>
                    <a:gd name="connsiteX14" fmla="*/ 644992 w 883584"/>
                    <a:gd name="connsiteY14" fmla="*/ 683605 h 2574792"/>
                    <a:gd name="connsiteX15" fmla="*/ 587842 w 883584"/>
                    <a:gd name="connsiteY15" fmla="*/ 569305 h 2574792"/>
                    <a:gd name="connsiteX16" fmla="*/ 530692 w 883584"/>
                    <a:gd name="connsiteY16" fmla="*/ 4155 h 2574792"/>
                    <a:gd name="connsiteX17" fmla="*/ 575142 w 883584"/>
                    <a:gd name="connsiteY17" fmla="*/ 315305 h 2574792"/>
                    <a:gd name="connsiteX18" fmla="*/ 511642 w 883584"/>
                    <a:gd name="connsiteY18" fmla="*/ 362930 h 2574792"/>
                    <a:gd name="connsiteX19" fmla="*/ 467192 w 883584"/>
                    <a:gd name="connsiteY19" fmla="*/ 540730 h 2574792"/>
                    <a:gd name="connsiteX20" fmla="*/ 517992 w 883584"/>
                    <a:gd name="connsiteY20" fmla="*/ 842355 h 2574792"/>
                    <a:gd name="connsiteX0" fmla="*/ 517992 w 883584"/>
                    <a:gd name="connsiteY0" fmla="*/ 872664 h 2605101"/>
                    <a:gd name="connsiteX1" fmla="*/ 470367 w 883584"/>
                    <a:gd name="connsiteY1" fmla="*/ 1037764 h 2605101"/>
                    <a:gd name="connsiteX2" fmla="*/ 479892 w 883584"/>
                    <a:gd name="connsiteY2" fmla="*/ 1323514 h 2605101"/>
                    <a:gd name="connsiteX3" fmla="*/ 390992 w 883584"/>
                    <a:gd name="connsiteY3" fmla="*/ 1825164 h 2605101"/>
                    <a:gd name="connsiteX4" fmla="*/ 146517 w 883584"/>
                    <a:gd name="connsiteY4" fmla="*/ 2095039 h 2605101"/>
                    <a:gd name="connsiteX5" fmla="*/ 467 w 883584"/>
                    <a:gd name="connsiteY5" fmla="*/ 2444289 h 2605101"/>
                    <a:gd name="connsiteX6" fmla="*/ 98892 w 883584"/>
                    <a:gd name="connsiteY6" fmla="*/ 2539539 h 2605101"/>
                    <a:gd name="connsiteX7" fmla="*/ 365592 w 883584"/>
                    <a:gd name="connsiteY7" fmla="*/ 2596688 h 2605101"/>
                    <a:gd name="connsiteX8" fmla="*/ 187792 w 883584"/>
                    <a:gd name="connsiteY8" fmla="*/ 2399839 h 2605101"/>
                    <a:gd name="connsiteX9" fmla="*/ 610067 w 883584"/>
                    <a:gd name="connsiteY9" fmla="*/ 1955339 h 2605101"/>
                    <a:gd name="connsiteX10" fmla="*/ 794217 w 883584"/>
                    <a:gd name="connsiteY10" fmla="*/ 1425114 h 2605101"/>
                    <a:gd name="connsiteX11" fmla="*/ 876767 w 883584"/>
                    <a:gd name="connsiteY11" fmla="*/ 1126664 h 2605101"/>
                    <a:gd name="connsiteX12" fmla="*/ 860892 w 883584"/>
                    <a:gd name="connsiteY12" fmla="*/ 1044114 h 2605101"/>
                    <a:gd name="connsiteX13" fmla="*/ 724367 w 883584"/>
                    <a:gd name="connsiteY13" fmla="*/ 929814 h 2605101"/>
                    <a:gd name="connsiteX14" fmla="*/ 644992 w 883584"/>
                    <a:gd name="connsiteY14" fmla="*/ 713914 h 2605101"/>
                    <a:gd name="connsiteX15" fmla="*/ 587842 w 883584"/>
                    <a:gd name="connsiteY15" fmla="*/ 599614 h 2605101"/>
                    <a:gd name="connsiteX16" fmla="*/ 530692 w 883584"/>
                    <a:gd name="connsiteY16" fmla="*/ 34464 h 2605101"/>
                    <a:gd name="connsiteX17" fmla="*/ 829142 w 883584"/>
                    <a:gd name="connsiteY17" fmla="*/ 97964 h 2605101"/>
                    <a:gd name="connsiteX18" fmla="*/ 511642 w 883584"/>
                    <a:gd name="connsiteY18" fmla="*/ 393239 h 2605101"/>
                    <a:gd name="connsiteX19" fmla="*/ 467192 w 883584"/>
                    <a:gd name="connsiteY19" fmla="*/ 571039 h 2605101"/>
                    <a:gd name="connsiteX20" fmla="*/ 517992 w 883584"/>
                    <a:gd name="connsiteY20" fmla="*/ 872664 h 2605101"/>
                    <a:gd name="connsiteX0" fmla="*/ 517992 w 986848"/>
                    <a:gd name="connsiteY0" fmla="*/ 778265 h 2510702"/>
                    <a:gd name="connsiteX1" fmla="*/ 470367 w 986848"/>
                    <a:gd name="connsiteY1" fmla="*/ 943365 h 2510702"/>
                    <a:gd name="connsiteX2" fmla="*/ 479892 w 986848"/>
                    <a:gd name="connsiteY2" fmla="*/ 1229115 h 2510702"/>
                    <a:gd name="connsiteX3" fmla="*/ 390992 w 986848"/>
                    <a:gd name="connsiteY3" fmla="*/ 1730765 h 2510702"/>
                    <a:gd name="connsiteX4" fmla="*/ 146517 w 986848"/>
                    <a:gd name="connsiteY4" fmla="*/ 2000640 h 2510702"/>
                    <a:gd name="connsiteX5" fmla="*/ 467 w 986848"/>
                    <a:gd name="connsiteY5" fmla="*/ 2349890 h 2510702"/>
                    <a:gd name="connsiteX6" fmla="*/ 98892 w 986848"/>
                    <a:gd name="connsiteY6" fmla="*/ 2445140 h 2510702"/>
                    <a:gd name="connsiteX7" fmla="*/ 365592 w 986848"/>
                    <a:gd name="connsiteY7" fmla="*/ 2502289 h 2510702"/>
                    <a:gd name="connsiteX8" fmla="*/ 187792 w 986848"/>
                    <a:gd name="connsiteY8" fmla="*/ 2305440 h 2510702"/>
                    <a:gd name="connsiteX9" fmla="*/ 610067 w 986848"/>
                    <a:gd name="connsiteY9" fmla="*/ 1860940 h 2510702"/>
                    <a:gd name="connsiteX10" fmla="*/ 794217 w 986848"/>
                    <a:gd name="connsiteY10" fmla="*/ 1330715 h 2510702"/>
                    <a:gd name="connsiteX11" fmla="*/ 876767 w 986848"/>
                    <a:gd name="connsiteY11" fmla="*/ 1032265 h 2510702"/>
                    <a:gd name="connsiteX12" fmla="*/ 860892 w 986848"/>
                    <a:gd name="connsiteY12" fmla="*/ 949715 h 2510702"/>
                    <a:gd name="connsiteX13" fmla="*/ 724367 w 986848"/>
                    <a:gd name="connsiteY13" fmla="*/ 835415 h 2510702"/>
                    <a:gd name="connsiteX14" fmla="*/ 644992 w 986848"/>
                    <a:gd name="connsiteY14" fmla="*/ 619515 h 2510702"/>
                    <a:gd name="connsiteX15" fmla="*/ 587842 w 986848"/>
                    <a:gd name="connsiteY15" fmla="*/ 505215 h 2510702"/>
                    <a:gd name="connsiteX16" fmla="*/ 978367 w 986848"/>
                    <a:gd name="connsiteY16" fmla="*/ 159140 h 2510702"/>
                    <a:gd name="connsiteX17" fmla="*/ 829142 w 986848"/>
                    <a:gd name="connsiteY17" fmla="*/ 3565 h 2510702"/>
                    <a:gd name="connsiteX18" fmla="*/ 511642 w 986848"/>
                    <a:gd name="connsiteY18" fmla="*/ 298840 h 2510702"/>
                    <a:gd name="connsiteX19" fmla="*/ 467192 w 986848"/>
                    <a:gd name="connsiteY19" fmla="*/ 476640 h 2510702"/>
                    <a:gd name="connsiteX20" fmla="*/ 517992 w 986848"/>
                    <a:gd name="connsiteY20" fmla="*/ 778265 h 2510702"/>
                    <a:gd name="connsiteX0" fmla="*/ 517992 w 978373"/>
                    <a:gd name="connsiteY0" fmla="*/ 652154 h 2384591"/>
                    <a:gd name="connsiteX1" fmla="*/ 470367 w 978373"/>
                    <a:gd name="connsiteY1" fmla="*/ 817254 h 2384591"/>
                    <a:gd name="connsiteX2" fmla="*/ 479892 w 978373"/>
                    <a:gd name="connsiteY2" fmla="*/ 1103004 h 2384591"/>
                    <a:gd name="connsiteX3" fmla="*/ 390992 w 978373"/>
                    <a:gd name="connsiteY3" fmla="*/ 1604654 h 2384591"/>
                    <a:gd name="connsiteX4" fmla="*/ 146517 w 978373"/>
                    <a:gd name="connsiteY4" fmla="*/ 1874529 h 2384591"/>
                    <a:gd name="connsiteX5" fmla="*/ 467 w 978373"/>
                    <a:gd name="connsiteY5" fmla="*/ 2223779 h 2384591"/>
                    <a:gd name="connsiteX6" fmla="*/ 98892 w 978373"/>
                    <a:gd name="connsiteY6" fmla="*/ 2319029 h 2384591"/>
                    <a:gd name="connsiteX7" fmla="*/ 365592 w 978373"/>
                    <a:gd name="connsiteY7" fmla="*/ 2376178 h 2384591"/>
                    <a:gd name="connsiteX8" fmla="*/ 187792 w 978373"/>
                    <a:gd name="connsiteY8" fmla="*/ 2179329 h 2384591"/>
                    <a:gd name="connsiteX9" fmla="*/ 610067 w 978373"/>
                    <a:gd name="connsiteY9" fmla="*/ 1734829 h 2384591"/>
                    <a:gd name="connsiteX10" fmla="*/ 794217 w 978373"/>
                    <a:gd name="connsiteY10" fmla="*/ 1204604 h 2384591"/>
                    <a:gd name="connsiteX11" fmla="*/ 876767 w 978373"/>
                    <a:gd name="connsiteY11" fmla="*/ 906154 h 2384591"/>
                    <a:gd name="connsiteX12" fmla="*/ 860892 w 978373"/>
                    <a:gd name="connsiteY12" fmla="*/ 823604 h 2384591"/>
                    <a:gd name="connsiteX13" fmla="*/ 724367 w 978373"/>
                    <a:gd name="connsiteY13" fmla="*/ 709304 h 2384591"/>
                    <a:gd name="connsiteX14" fmla="*/ 644992 w 978373"/>
                    <a:gd name="connsiteY14" fmla="*/ 493404 h 2384591"/>
                    <a:gd name="connsiteX15" fmla="*/ 587842 w 978373"/>
                    <a:gd name="connsiteY15" fmla="*/ 379104 h 2384591"/>
                    <a:gd name="connsiteX16" fmla="*/ 978367 w 978373"/>
                    <a:gd name="connsiteY16" fmla="*/ 33029 h 2384591"/>
                    <a:gd name="connsiteX17" fmla="*/ 597367 w 978373"/>
                    <a:gd name="connsiteY17" fmla="*/ 29854 h 2384591"/>
                    <a:gd name="connsiteX18" fmla="*/ 511642 w 978373"/>
                    <a:gd name="connsiteY18" fmla="*/ 172729 h 2384591"/>
                    <a:gd name="connsiteX19" fmla="*/ 467192 w 978373"/>
                    <a:gd name="connsiteY19" fmla="*/ 350529 h 2384591"/>
                    <a:gd name="connsiteX20" fmla="*/ 517992 w 978373"/>
                    <a:gd name="connsiteY20" fmla="*/ 652154 h 2384591"/>
                    <a:gd name="connsiteX0" fmla="*/ 517992 w 883584"/>
                    <a:gd name="connsiteY0" fmla="*/ 950381 h 2682818"/>
                    <a:gd name="connsiteX1" fmla="*/ 470367 w 883584"/>
                    <a:gd name="connsiteY1" fmla="*/ 1115481 h 2682818"/>
                    <a:gd name="connsiteX2" fmla="*/ 479892 w 883584"/>
                    <a:gd name="connsiteY2" fmla="*/ 1401231 h 2682818"/>
                    <a:gd name="connsiteX3" fmla="*/ 390992 w 883584"/>
                    <a:gd name="connsiteY3" fmla="*/ 1902881 h 2682818"/>
                    <a:gd name="connsiteX4" fmla="*/ 146517 w 883584"/>
                    <a:gd name="connsiteY4" fmla="*/ 2172756 h 2682818"/>
                    <a:gd name="connsiteX5" fmla="*/ 467 w 883584"/>
                    <a:gd name="connsiteY5" fmla="*/ 2522006 h 2682818"/>
                    <a:gd name="connsiteX6" fmla="*/ 98892 w 883584"/>
                    <a:gd name="connsiteY6" fmla="*/ 2617256 h 2682818"/>
                    <a:gd name="connsiteX7" fmla="*/ 365592 w 883584"/>
                    <a:gd name="connsiteY7" fmla="*/ 2674405 h 2682818"/>
                    <a:gd name="connsiteX8" fmla="*/ 187792 w 883584"/>
                    <a:gd name="connsiteY8" fmla="*/ 2477556 h 2682818"/>
                    <a:gd name="connsiteX9" fmla="*/ 610067 w 883584"/>
                    <a:gd name="connsiteY9" fmla="*/ 2033056 h 2682818"/>
                    <a:gd name="connsiteX10" fmla="*/ 794217 w 883584"/>
                    <a:gd name="connsiteY10" fmla="*/ 1502831 h 2682818"/>
                    <a:gd name="connsiteX11" fmla="*/ 876767 w 883584"/>
                    <a:gd name="connsiteY11" fmla="*/ 1204381 h 2682818"/>
                    <a:gd name="connsiteX12" fmla="*/ 860892 w 883584"/>
                    <a:gd name="connsiteY12" fmla="*/ 1121831 h 2682818"/>
                    <a:gd name="connsiteX13" fmla="*/ 724367 w 883584"/>
                    <a:gd name="connsiteY13" fmla="*/ 1007531 h 2682818"/>
                    <a:gd name="connsiteX14" fmla="*/ 644992 w 883584"/>
                    <a:gd name="connsiteY14" fmla="*/ 791631 h 2682818"/>
                    <a:gd name="connsiteX15" fmla="*/ 587842 w 883584"/>
                    <a:gd name="connsiteY15" fmla="*/ 677331 h 2682818"/>
                    <a:gd name="connsiteX16" fmla="*/ 587842 w 883584"/>
                    <a:gd name="connsiteY16" fmla="*/ 7406 h 2682818"/>
                    <a:gd name="connsiteX17" fmla="*/ 597367 w 883584"/>
                    <a:gd name="connsiteY17" fmla="*/ 328081 h 2682818"/>
                    <a:gd name="connsiteX18" fmla="*/ 511642 w 883584"/>
                    <a:gd name="connsiteY18" fmla="*/ 470956 h 2682818"/>
                    <a:gd name="connsiteX19" fmla="*/ 467192 w 883584"/>
                    <a:gd name="connsiteY19" fmla="*/ 648756 h 2682818"/>
                    <a:gd name="connsiteX20" fmla="*/ 517992 w 883584"/>
                    <a:gd name="connsiteY20" fmla="*/ 950381 h 2682818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511642 w 883584"/>
                    <a:gd name="connsiteY19" fmla="*/ 470512 h 2682374"/>
                    <a:gd name="connsiteX20" fmla="*/ 467192 w 883584"/>
                    <a:gd name="connsiteY20" fmla="*/ 648312 h 2682374"/>
                    <a:gd name="connsiteX21" fmla="*/ 517992 w 883584"/>
                    <a:gd name="connsiteY21" fmla="*/ 949937 h 2682374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600544 w 883584"/>
                    <a:gd name="connsiteY19" fmla="*/ 340339 h 2682374"/>
                    <a:gd name="connsiteX20" fmla="*/ 511642 w 883584"/>
                    <a:gd name="connsiteY20" fmla="*/ 470512 h 2682374"/>
                    <a:gd name="connsiteX21" fmla="*/ 467192 w 883584"/>
                    <a:gd name="connsiteY21" fmla="*/ 648312 h 2682374"/>
                    <a:gd name="connsiteX22" fmla="*/ 517992 w 883584"/>
                    <a:gd name="connsiteY22" fmla="*/ 949937 h 2682374"/>
                    <a:gd name="connsiteX0" fmla="*/ 517992 w 883584"/>
                    <a:gd name="connsiteY0" fmla="*/ 963028 h 2695465"/>
                    <a:gd name="connsiteX1" fmla="*/ 470367 w 883584"/>
                    <a:gd name="connsiteY1" fmla="*/ 1128128 h 2695465"/>
                    <a:gd name="connsiteX2" fmla="*/ 479892 w 883584"/>
                    <a:gd name="connsiteY2" fmla="*/ 1413878 h 2695465"/>
                    <a:gd name="connsiteX3" fmla="*/ 390992 w 883584"/>
                    <a:gd name="connsiteY3" fmla="*/ 1915528 h 2695465"/>
                    <a:gd name="connsiteX4" fmla="*/ 146517 w 883584"/>
                    <a:gd name="connsiteY4" fmla="*/ 2185403 h 2695465"/>
                    <a:gd name="connsiteX5" fmla="*/ 467 w 883584"/>
                    <a:gd name="connsiteY5" fmla="*/ 2534653 h 2695465"/>
                    <a:gd name="connsiteX6" fmla="*/ 98892 w 883584"/>
                    <a:gd name="connsiteY6" fmla="*/ 2629903 h 2695465"/>
                    <a:gd name="connsiteX7" fmla="*/ 365592 w 883584"/>
                    <a:gd name="connsiteY7" fmla="*/ 2687052 h 2695465"/>
                    <a:gd name="connsiteX8" fmla="*/ 187792 w 883584"/>
                    <a:gd name="connsiteY8" fmla="*/ 2490203 h 2695465"/>
                    <a:gd name="connsiteX9" fmla="*/ 610067 w 883584"/>
                    <a:gd name="connsiteY9" fmla="*/ 2045703 h 2695465"/>
                    <a:gd name="connsiteX10" fmla="*/ 794217 w 883584"/>
                    <a:gd name="connsiteY10" fmla="*/ 1515478 h 2695465"/>
                    <a:gd name="connsiteX11" fmla="*/ 876767 w 883584"/>
                    <a:gd name="connsiteY11" fmla="*/ 1217028 h 2695465"/>
                    <a:gd name="connsiteX12" fmla="*/ 860892 w 883584"/>
                    <a:gd name="connsiteY12" fmla="*/ 1134478 h 2695465"/>
                    <a:gd name="connsiteX13" fmla="*/ 724367 w 883584"/>
                    <a:gd name="connsiteY13" fmla="*/ 1020178 h 2695465"/>
                    <a:gd name="connsiteX14" fmla="*/ 644992 w 883584"/>
                    <a:gd name="connsiteY14" fmla="*/ 804278 h 2695465"/>
                    <a:gd name="connsiteX15" fmla="*/ 587842 w 883584"/>
                    <a:gd name="connsiteY15" fmla="*/ 689978 h 2695465"/>
                    <a:gd name="connsiteX16" fmla="*/ 587842 w 883584"/>
                    <a:gd name="connsiteY16" fmla="*/ 20053 h 2695465"/>
                    <a:gd name="connsiteX17" fmla="*/ 597367 w 883584"/>
                    <a:gd name="connsiteY17" fmla="*/ 340728 h 2695465"/>
                    <a:gd name="connsiteX18" fmla="*/ 603719 w 883584"/>
                    <a:gd name="connsiteY18" fmla="*/ 347080 h 2695465"/>
                    <a:gd name="connsiteX19" fmla="*/ 762469 w 883584"/>
                    <a:gd name="connsiteY19" fmla="*/ 1005 h 2695465"/>
                    <a:gd name="connsiteX20" fmla="*/ 511642 w 883584"/>
                    <a:gd name="connsiteY20" fmla="*/ 483603 h 2695465"/>
                    <a:gd name="connsiteX21" fmla="*/ 467192 w 883584"/>
                    <a:gd name="connsiteY21" fmla="*/ 661403 h 2695465"/>
                    <a:gd name="connsiteX22" fmla="*/ 517992 w 883584"/>
                    <a:gd name="connsiteY22" fmla="*/ 963028 h 2695465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587842 w 927570"/>
                    <a:gd name="connsiteY16" fmla="*/ 19999 h 2695411"/>
                    <a:gd name="connsiteX17" fmla="*/ 597367 w 927570"/>
                    <a:gd name="connsiteY17" fmla="*/ 34067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872"/>
                    <a:gd name="connsiteY0" fmla="*/ 962974 h 2695411"/>
                    <a:gd name="connsiteX1" fmla="*/ 470367 w 927872"/>
                    <a:gd name="connsiteY1" fmla="*/ 1128074 h 2695411"/>
                    <a:gd name="connsiteX2" fmla="*/ 479892 w 927872"/>
                    <a:gd name="connsiteY2" fmla="*/ 1413824 h 2695411"/>
                    <a:gd name="connsiteX3" fmla="*/ 390992 w 927872"/>
                    <a:gd name="connsiteY3" fmla="*/ 1915474 h 2695411"/>
                    <a:gd name="connsiteX4" fmla="*/ 146517 w 927872"/>
                    <a:gd name="connsiteY4" fmla="*/ 2185349 h 2695411"/>
                    <a:gd name="connsiteX5" fmla="*/ 467 w 927872"/>
                    <a:gd name="connsiteY5" fmla="*/ 2534599 h 2695411"/>
                    <a:gd name="connsiteX6" fmla="*/ 98892 w 927872"/>
                    <a:gd name="connsiteY6" fmla="*/ 2629849 h 2695411"/>
                    <a:gd name="connsiteX7" fmla="*/ 365592 w 927872"/>
                    <a:gd name="connsiteY7" fmla="*/ 2686998 h 2695411"/>
                    <a:gd name="connsiteX8" fmla="*/ 187792 w 927872"/>
                    <a:gd name="connsiteY8" fmla="*/ 2490149 h 2695411"/>
                    <a:gd name="connsiteX9" fmla="*/ 610067 w 927872"/>
                    <a:gd name="connsiteY9" fmla="*/ 2045649 h 2695411"/>
                    <a:gd name="connsiteX10" fmla="*/ 794217 w 927872"/>
                    <a:gd name="connsiteY10" fmla="*/ 1515424 h 2695411"/>
                    <a:gd name="connsiteX11" fmla="*/ 876767 w 927872"/>
                    <a:gd name="connsiteY11" fmla="*/ 1216974 h 2695411"/>
                    <a:gd name="connsiteX12" fmla="*/ 860892 w 927872"/>
                    <a:gd name="connsiteY12" fmla="*/ 1134424 h 2695411"/>
                    <a:gd name="connsiteX13" fmla="*/ 724367 w 927872"/>
                    <a:gd name="connsiteY13" fmla="*/ 1020124 h 2695411"/>
                    <a:gd name="connsiteX14" fmla="*/ 644992 w 927872"/>
                    <a:gd name="connsiteY14" fmla="*/ 804224 h 2695411"/>
                    <a:gd name="connsiteX15" fmla="*/ 587842 w 927872"/>
                    <a:gd name="connsiteY15" fmla="*/ 689924 h 2695411"/>
                    <a:gd name="connsiteX16" fmla="*/ 587842 w 927872"/>
                    <a:gd name="connsiteY16" fmla="*/ 19999 h 2695411"/>
                    <a:gd name="connsiteX17" fmla="*/ 879942 w 927872"/>
                    <a:gd name="connsiteY17" fmla="*/ 562924 h 2695411"/>
                    <a:gd name="connsiteX18" fmla="*/ 927569 w 927872"/>
                    <a:gd name="connsiteY18" fmla="*/ 369251 h 2695411"/>
                    <a:gd name="connsiteX19" fmla="*/ 762469 w 927872"/>
                    <a:gd name="connsiteY19" fmla="*/ 951 h 2695411"/>
                    <a:gd name="connsiteX20" fmla="*/ 511642 w 927872"/>
                    <a:gd name="connsiteY20" fmla="*/ 483549 h 2695411"/>
                    <a:gd name="connsiteX21" fmla="*/ 467192 w 927872"/>
                    <a:gd name="connsiteY21" fmla="*/ 661349 h 2695411"/>
                    <a:gd name="connsiteX22" fmla="*/ 517992 w 927872"/>
                    <a:gd name="connsiteY22" fmla="*/ 962974 h 2695411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898992 w 927570"/>
                    <a:gd name="connsiteY16" fmla="*/ 785174 h 2695411"/>
                    <a:gd name="connsiteX17" fmla="*/ 879942 w 927570"/>
                    <a:gd name="connsiteY17" fmla="*/ 56292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569"/>
                    <a:gd name="connsiteY0" fmla="*/ 622174 h 2354611"/>
                    <a:gd name="connsiteX1" fmla="*/ 470367 w 927569"/>
                    <a:gd name="connsiteY1" fmla="*/ 787274 h 2354611"/>
                    <a:gd name="connsiteX2" fmla="*/ 479892 w 927569"/>
                    <a:gd name="connsiteY2" fmla="*/ 1073024 h 2354611"/>
                    <a:gd name="connsiteX3" fmla="*/ 390992 w 927569"/>
                    <a:gd name="connsiteY3" fmla="*/ 1574674 h 2354611"/>
                    <a:gd name="connsiteX4" fmla="*/ 146517 w 927569"/>
                    <a:gd name="connsiteY4" fmla="*/ 1844549 h 2354611"/>
                    <a:gd name="connsiteX5" fmla="*/ 467 w 927569"/>
                    <a:gd name="connsiteY5" fmla="*/ 2193799 h 2354611"/>
                    <a:gd name="connsiteX6" fmla="*/ 98892 w 927569"/>
                    <a:gd name="connsiteY6" fmla="*/ 2289049 h 2354611"/>
                    <a:gd name="connsiteX7" fmla="*/ 365592 w 927569"/>
                    <a:gd name="connsiteY7" fmla="*/ 2346198 h 2354611"/>
                    <a:gd name="connsiteX8" fmla="*/ 187792 w 927569"/>
                    <a:gd name="connsiteY8" fmla="*/ 2149349 h 2354611"/>
                    <a:gd name="connsiteX9" fmla="*/ 610067 w 927569"/>
                    <a:gd name="connsiteY9" fmla="*/ 1704849 h 2354611"/>
                    <a:gd name="connsiteX10" fmla="*/ 794217 w 927569"/>
                    <a:gd name="connsiteY10" fmla="*/ 1174624 h 2354611"/>
                    <a:gd name="connsiteX11" fmla="*/ 876767 w 927569"/>
                    <a:gd name="connsiteY11" fmla="*/ 876174 h 2354611"/>
                    <a:gd name="connsiteX12" fmla="*/ 860892 w 927569"/>
                    <a:gd name="connsiteY12" fmla="*/ 793624 h 2354611"/>
                    <a:gd name="connsiteX13" fmla="*/ 724367 w 927569"/>
                    <a:gd name="connsiteY13" fmla="*/ 679324 h 2354611"/>
                    <a:gd name="connsiteX14" fmla="*/ 644992 w 927569"/>
                    <a:gd name="connsiteY14" fmla="*/ 463424 h 2354611"/>
                    <a:gd name="connsiteX15" fmla="*/ 587842 w 927569"/>
                    <a:gd name="connsiteY15" fmla="*/ 349124 h 2354611"/>
                    <a:gd name="connsiteX16" fmla="*/ 898992 w 927569"/>
                    <a:gd name="connsiteY16" fmla="*/ 444374 h 2354611"/>
                    <a:gd name="connsiteX17" fmla="*/ 879942 w 927569"/>
                    <a:gd name="connsiteY17" fmla="*/ 222124 h 2354611"/>
                    <a:gd name="connsiteX18" fmla="*/ 927569 w 927569"/>
                    <a:gd name="connsiteY18" fmla="*/ 28451 h 2354611"/>
                    <a:gd name="connsiteX19" fmla="*/ 613244 w 927569"/>
                    <a:gd name="connsiteY19" fmla="*/ 6226 h 2354611"/>
                    <a:gd name="connsiteX20" fmla="*/ 511642 w 927569"/>
                    <a:gd name="connsiteY20" fmla="*/ 142749 h 2354611"/>
                    <a:gd name="connsiteX21" fmla="*/ 467192 w 927569"/>
                    <a:gd name="connsiteY21" fmla="*/ 320549 h 2354611"/>
                    <a:gd name="connsiteX22" fmla="*/ 517992 w 927569"/>
                    <a:gd name="connsiteY22" fmla="*/ 622174 h 2354611"/>
                    <a:gd name="connsiteX0" fmla="*/ 517992 w 931813"/>
                    <a:gd name="connsiteY0" fmla="*/ 873132 h 2605569"/>
                    <a:gd name="connsiteX1" fmla="*/ 470367 w 931813"/>
                    <a:gd name="connsiteY1" fmla="*/ 1038232 h 2605569"/>
                    <a:gd name="connsiteX2" fmla="*/ 479892 w 931813"/>
                    <a:gd name="connsiteY2" fmla="*/ 1323982 h 2605569"/>
                    <a:gd name="connsiteX3" fmla="*/ 390992 w 931813"/>
                    <a:gd name="connsiteY3" fmla="*/ 1825632 h 2605569"/>
                    <a:gd name="connsiteX4" fmla="*/ 146517 w 931813"/>
                    <a:gd name="connsiteY4" fmla="*/ 2095507 h 2605569"/>
                    <a:gd name="connsiteX5" fmla="*/ 467 w 931813"/>
                    <a:gd name="connsiteY5" fmla="*/ 2444757 h 2605569"/>
                    <a:gd name="connsiteX6" fmla="*/ 98892 w 931813"/>
                    <a:gd name="connsiteY6" fmla="*/ 2540007 h 2605569"/>
                    <a:gd name="connsiteX7" fmla="*/ 365592 w 931813"/>
                    <a:gd name="connsiteY7" fmla="*/ 2597156 h 2605569"/>
                    <a:gd name="connsiteX8" fmla="*/ 187792 w 931813"/>
                    <a:gd name="connsiteY8" fmla="*/ 2400307 h 2605569"/>
                    <a:gd name="connsiteX9" fmla="*/ 610067 w 931813"/>
                    <a:gd name="connsiteY9" fmla="*/ 1955807 h 2605569"/>
                    <a:gd name="connsiteX10" fmla="*/ 794217 w 931813"/>
                    <a:gd name="connsiteY10" fmla="*/ 1425582 h 2605569"/>
                    <a:gd name="connsiteX11" fmla="*/ 876767 w 931813"/>
                    <a:gd name="connsiteY11" fmla="*/ 1127132 h 2605569"/>
                    <a:gd name="connsiteX12" fmla="*/ 860892 w 931813"/>
                    <a:gd name="connsiteY12" fmla="*/ 1044582 h 2605569"/>
                    <a:gd name="connsiteX13" fmla="*/ 724367 w 931813"/>
                    <a:gd name="connsiteY13" fmla="*/ 930282 h 2605569"/>
                    <a:gd name="connsiteX14" fmla="*/ 644992 w 931813"/>
                    <a:gd name="connsiteY14" fmla="*/ 714382 h 2605569"/>
                    <a:gd name="connsiteX15" fmla="*/ 587842 w 931813"/>
                    <a:gd name="connsiteY15" fmla="*/ 600082 h 2605569"/>
                    <a:gd name="connsiteX16" fmla="*/ 898992 w 931813"/>
                    <a:gd name="connsiteY16" fmla="*/ 695332 h 2605569"/>
                    <a:gd name="connsiteX17" fmla="*/ 879942 w 931813"/>
                    <a:gd name="connsiteY17" fmla="*/ 473082 h 2605569"/>
                    <a:gd name="connsiteX18" fmla="*/ 521169 w 931813"/>
                    <a:gd name="connsiteY18" fmla="*/ 9 h 2605569"/>
                    <a:gd name="connsiteX19" fmla="*/ 613244 w 931813"/>
                    <a:gd name="connsiteY19" fmla="*/ 257184 h 2605569"/>
                    <a:gd name="connsiteX20" fmla="*/ 511642 w 931813"/>
                    <a:gd name="connsiteY20" fmla="*/ 393707 h 2605569"/>
                    <a:gd name="connsiteX21" fmla="*/ 467192 w 931813"/>
                    <a:gd name="connsiteY21" fmla="*/ 571507 h 2605569"/>
                    <a:gd name="connsiteX22" fmla="*/ 517992 w 931813"/>
                    <a:gd name="connsiteY22" fmla="*/ 873132 h 2605569"/>
                    <a:gd name="connsiteX0" fmla="*/ 517992 w 901118"/>
                    <a:gd name="connsiteY0" fmla="*/ 1028787 h 2761224"/>
                    <a:gd name="connsiteX1" fmla="*/ 470367 w 901118"/>
                    <a:gd name="connsiteY1" fmla="*/ 1193887 h 2761224"/>
                    <a:gd name="connsiteX2" fmla="*/ 479892 w 901118"/>
                    <a:gd name="connsiteY2" fmla="*/ 1479637 h 2761224"/>
                    <a:gd name="connsiteX3" fmla="*/ 390992 w 901118"/>
                    <a:gd name="connsiteY3" fmla="*/ 1981287 h 2761224"/>
                    <a:gd name="connsiteX4" fmla="*/ 146517 w 901118"/>
                    <a:gd name="connsiteY4" fmla="*/ 2251162 h 2761224"/>
                    <a:gd name="connsiteX5" fmla="*/ 467 w 901118"/>
                    <a:gd name="connsiteY5" fmla="*/ 2600412 h 2761224"/>
                    <a:gd name="connsiteX6" fmla="*/ 98892 w 901118"/>
                    <a:gd name="connsiteY6" fmla="*/ 2695662 h 2761224"/>
                    <a:gd name="connsiteX7" fmla="*/ 365592 w 901118"/>
                    <a:gd name="connsiteY7" fmla="*/ 2752811 h 2761224"/>
                    <a:gd name="connsiteX8" fmla="*/ 187792 w 901118"/>
                    <a:gd name="connsiteY8" fmla="*/ 2555962 h 2761224"/>
                    <a:gd name="connsiteX9" fmla="*/ 610067 w 901118"/>
                    <a:gd name="connsiteY9" fmla="*/ 2111462 h 2761224"/>
                    <a:gd name="connsiteX10" fmla="*/ 794217 w 901118"/>
                    <a:gd name="connsiteY10" fmla="*/ 1581237 h 2761224"/>
                    <a:gd name="connsiteX11" fmla="*/ 876767 w 901118"/>
                    <a:gd name="connsiteY11" fmla="*/ 1282787 h 2761224"/>
                    <a:gd name="connsiteX12" fmla="*/ 860892 w 901118"/>
                    <a:gd name="connsiteY12" fmla="*/ 1200237 h 2761224"/>
                    <a:gd name="connsiteX13" fmla="*/ 724367 w 901118"/>
                    <a:gd name="connsiteY13" fmla="*/ 1085937 h 2761224"/>
                    <a:gd name="connsiteX14" fmla="*/ 644992 w 901118"/>
                    <a:gd name="connsiteY14" fmla="*/ 870037 h 2761224"/>
                    <a:gd name="connsiteX15" fmla="*/ 587842 w 901118"/>
                    <a:gd name="connsiteY15" fmla="*/ 755737 h 2761224"/>
                    <a:gd name="connsiteX16" fmla="*/ 898992 w 901118"/>
                    <a:gd name="connsiteY16" fmla="*/ 850987 h 2761224"/>
                    <a:gd name="connsiteX17" fmla="*/ 714842 w 901118"/>
                    <a:gd name="connsiteY17" fmla="*/ 31837 h 2761224"/>
                    <a:gd name="connsiteX18" fmla="*/ 521169 w 901118"/>
                    <a:gd name="connsiteY18" fmla="*/ 155664 h 2761224"/>
                    <a:gd name="connsiteX19" fmla="*/ 613244 w 901118"/>
                    <a:gd name="connsiteY19" fmla="*/ 412839 h 2761224"/>
                    <a:gd name="connsiteX20" fmla="*/ 511642 w 901118"/>
                    <a:gd name="connsiteY20" fmla="*/ 549362 h 2761224"/>
                    <a:gd name="connsiteX21" fmla="*/ 467192 w 901118"/>
                    <a:gd name="connsiteY21" fmla="*/ 727162 h 2761224"/>
                    <a:gd name="connsiteX22" fmla="*/ 517992 w 901118"/>
                    <a:gd name="connsiteY22" fmla="*/ 1028787 h 2761224"/>
                    <a:gd name="connsiteX0" fmla="*/ 517992 w 913695"/>
                    <a:gd name="connsiteY0" fmla="*/ 1008702 h 2741139"/>
                    <a:gd name="connsiteX1" fmla="*/ 470367 w 913695"/>
                    <a:gd name="connsiteY1" fmla="*/ 1173802 h 2741139"/>
                    <a:gd name="connsiteX2" fmla="*/ 479892 w 913695"/>
                    <a:gd name="connsiteY2" fmla="*/ 1459552 h 2741139"/>
                    <a:gd name="connsiteX3" fmla="*/ 390992 w 913695"/>
                    <a:gd name="connsiteY3" fmla="*/ 1961202 h 2741139"/>
                    <a:gd name="connsiteX4" fmla="*/ 146517 w 913695"/>
                    <a:gd name="connsiteY4" fmla="*/ 2231077 h 2741139"/>
                    <a:gd name="connsiteX5" fmla="*/ 467 w 913695"/>
                    <a:gd name="connsiteY5" fmla="*/ 2580327 h 2741139"/>
                    <a:gd name="connsiteX6" fmla="*/ 98892 w 913695"/>
                    <a:gd name="connsiteY6" fmla="*/ 2675577 h 2741139"/>
                    <a:gd name="connsiteX7" fmla="*/ 365592 w 913695"/>
                    <a:gd name="connsiteY7" fmla="*/ 2732726 h 2741139"/>
                    <a:gd name="connsiteX8" fmla="*/ 187792 w 913695"/>
                    <a:gd name="connsiteY8" fmla="*/ 2535877 h 2741139"/>
                    <a:gd name="connsiteX9" fmla="*/ 610067 w 913695"/>
                    <a:gd name="connsiteY9" fmla="*/ 2091377 h 2741139"/>
                    <a:gd name="connsiteX10" fmla="*/ 794217 w 913695"/>
                    <a:gd name="connsiteY10" fmla="*/ 1561152 h 2741139"/>
                    <a:gd name="connsiteX11" fmla="*/ 876767 w 913695"/>
                    <a:gd name="connsiteY11" fmla="*/ 1262702 h 2741139"/>
                    <a:gd name="connsiteX12" fmla="*/ 860892 w 913695"/>
                    <a:gd name="connsiteY12" fmla="*/ 1180152 h 2741139"/>
                    <a:gd name="connsiteX13" fmla="*/ 724367 w 913695"/>
                    <a:gd name="connsiteY13" fmla="*/ 1065852 h 2741139"/>
                    <a:gd name="connsiteX14" fmla="*/ 644992 w 913695"/>
                    <a:gd name="connsiteY14" fmla="*/ 849952 h 2741139"/>
                    <a:gd name="connsiteX15" fmla="*/ 587842 w 913695"/>
                    <a:gd name="connsiteY15" fmla="*/ 735652 h 2741139"/>
                    <a:gd name="connsiteX16" fmla="*/ 898992 w 913695"/>
                    <a:gd name="connsiteY16" fmla="*/ 830902 h 2741139"/>
                    <a:gd name="connsiteX17" fmla="*/ 848195 w 913695"/>
                    <a:gd name="connsiteY17" fmla="*/ 488005 h 2741139"/>
                    <a:gd name="connsiteX18" fmla="*/ 714842 w 913695"/>
                    <a:gd name="connsiteY18" fmla="*/ 11752 h 2741139"/>
                    <a:gd name="connsiteX19" fmla="*/ 521169 w 913695"/>
                    <a:gd name="connsiteY19" fmla="*/ 135579 h 2741139"/>
                    <a:gd name="connsiteX20" fmla="*/ 613244 w 913695"/>
                    <a:gd name="connsiteY20" fmla="*/ 392754 h 2741139"/>
                    <a:gd name="connsiteX21" fmla="*/ 511642 w 913695"/>
                    <a:gd name="connsiteY21" fmla="*/ 529277 h 2741139"/>
                    <a:gd name="connsiteX22" fmla="*/ 467192 w 913695"/>
                    <a:gd name="connsiteY22" fmla="*/ 707077 h 2741139"/>
                    <a:gd name="connsiteX23" fmla="*/ 517992 w 913695"/>
                    <a:gd name="connsiteY23" fmla="*/ 1008702 h 2741139"/>
                    <a:gd name="connsiteX0" fmla="*/ 517992 w 911783"/>
                    <a:gd name="connsiteY0" fmla="*/ 1020165 h 2752602"/>
                    <a:gd name="connsiteX1" fmla="*/ 470367 w 911783"/>
                    <a:gd name="connsiteY1" fmla="*/ 1185265 h 2752602"/>
                    <a:gd name="connsiteX2" fmla="*/ 479892 w 911783"/>
                    <a:gd name="connsiteY2" fmla="*/ 1471015 h 2752602"/>
                    <a:gd name="connsiteX3" fmla="*/ 390992 w 911783"/>
                    <a:gd name="connsiteY3" fmla="*/ 1972665 h 2752602"/>
                    <a:gd name="connsiteX4" fmla="*/ 146517 w 911783"/>
                    <a:gd name="connsiteY4" fmla="*/ 2242540 h 2752602"/>
                    <a:gd name="connsiteX5" fmla="*/ 467 w 911783"/>
                    <a:gd name="connsiteY5" fmla="*/ 2591790 h 2752602"/>
                    <a:gd name="connsiteX6" fmla="*/ 98892 w 911783"/>
                    <a:gd name="connsiteY6" fmla="*/ 2687040 h 2752602"/>
                    <a:gd name="connsiteX7" fmla="*/ 365592 w 911783"/>
                    <a:gd name="connsiteY7" fmla="*/ 2744189 h 2752602"/>
                    <a:gd name="connsiteX8" fmla="*/ 187792 w 911783"/>
                    <a:gd name="connsiteY8" fmla="*/ 2547340 h 2752602"/>
                    <a:gd name="connsiteX9" fmla="*/ 610067 w 911783"/>
                    <a:gd name="connsiteY9" fmla="*/ 2102840 h 2752602"/>
                    <a:gd name="connsiteX10" fmla="*/ 794217 w 911783"/>
                    <a:gd name="connsiteY10" fmla="*/ 1572615 h 2752602"/>
                    <a:gd name="connsiteX11" fmla="*/ 876767 w 911783"/>
                    <a:gd name="connsiteY11" fmla="*/ 1274165 h 2752602"/>
                    <a:gd name="connsiteX12" fmla="*/ 860892 w 911783"/>
                    <a:gd name="connsiteY12" fmla="*/ 1191615 h 2752602"/>
                    <a:gd name="connsiteX13" fmla="*/ 724367 w 911783"/>
                    <a:gd name="connsiteY13" fmla="*/ 1077315 h 2752602"/>
                    <a:gd name="connsiteX14" fmla="*/ 644992 w 911783"/>
                    <a:gd name="connsiteY14" fmla="*/ 861415 h 2752602"/>
                    <a:gd name="connsiteX15" fmla="*/ 587842 w 911783"/>
                    <a:gd name="connsiteY15" fmla="*/ 747115 h 2752602"/>
                    <a:gd name="connsiteX16" fmla="*/ 898992 w 911783"/>
                    <a:gd name="connsiteY16" fmla="*/ 842365 h 2752602"/>
                    <a:gd name="connsiteX17" fmla="*/ 838670 w 911783"/>
                    <a:gd name="connsiteY17" fmla="*/ 86718 h 2752602"/>
                    <a:gd name="connsiteX18" fmla="*/ 714842 w 911783"/>
                    <a:gd name="connsiteY18" fmla="*/ 23215 h 2752602"/>
                    <a:gd name="connsiteX19" fmla="*/ 521169 w 911783"/>
                    <a:gd name="connsiteY19" fmla="*/ 147042 h 2752602"/>
                    <a:gd name="connsiteX20" fmla="*/ 613244 w 911783"/>
                    <a:gd name="connsiteY20" fmla="*/ 404217 h 2752602"/>
                    <a:gd name="connsiteX21" fmla="*/ 511642 w 911783"/>
                    <a:gd name="connsiteY21" fmla="*/ 540740 h 2752602"/>
                    <a:gd name="connsiteX22" fmla="*/ 467192 w 911783"/>
                    <a:gd name="connsiteY22" fmla="*/ 718540 h 2752602"/>
                    <a:gd name="connsiteX23" fmla="*/ 517992 w 911783"/>
                    <a:gd name="connsiteY23" fmla="*/ 1020165 h 2752602"/>
                    <a:gd name="connsiteX0" fmla="*/ 517992 w 912474"/>
                    <a:gd name="connsiteY0" fmla="*/ 998240 h 2730677"/>
                    <a:gd name="connsiteX1" fmla="*/ 470367 w 912474"/>
                    <a:gd name="connsiteY1" fmla="*/ 1163340 h 2730677"/>
                    <a:gd name="connsiteX2" fmla="*/ 479892 w 912474"/>
                    <a:gd name="connsiteY2" fmla="*/ 1449090 h 2730677"/>
                    <a:gd name="connsiteX3" fmla="*/ 390992 w 912474"/>
                    <a:gd name="connsiteY3" fmla="*/ 1950740 h 2730677"/>
                    <a:gd name="connsiteX4" fmla="*/ 146517 w 912474"/>
                    <a:gd name="connsiteY4" fmla="*/ 2220615 h 2730677"/>
                    <a:gd name="connsiteX5" fmla="*/ 467 w 912474"/>
                    <a:gd name="connsiteY5" fmla="*/ 2569865 h 2730677"/>
                    <a:gd name="connsiteX6" fmla="*/ 98892 w 912474"/>
                    <a:gd name="connsiteY6" fmla="*/ 2665115 h 2730677"/>
                    <a:gd name="connsiteX7" fmla="*/ 365592 w 912474"/>
                    <a:gd name="connsiteY7" fmla="*/ 2722264 h 2730677"/>
                    <a:gd name="connsiteX8" fmla="*/ 187792 w 912474"/>
                    <a:gd name="connsiteY8" fmla="*/ 2525415 h 2730677"/>
                    <a:gd name="connsiteX9" fmla="*/ 610067 w 912474"/>
                    <a:gd name="connsiteY9" fmla="*/ 2080915 h 2730677"/>
                    <a:gd name="connsiteX10" fmla="*/ 794217 w 912474"/>
                    <a:gd name="connsiteY10" fmla="*/ 1550690 h 2730677"/>
                    <a:gd name="connsiteX11" fmla="*/ 876767 w 912474"/>
                    <a:gd name="connsiteY11" fmla="*/ 1252240 h 2730677"/>
                    <a:gd name="connsiteX12" fmla="*/ 860892 w 912474"/>
                    <a:gd name="connsiteY12" fmla="*/ 1169690 h 2730677"/>
                    <a:gd name="connsiteX13" fmla="*/ 724367 w 912474"/>
                    <a:gd name="connsiteY13" fmla="*/ 1055390 h 2730677"/>
                    <a:gd name="connsiteX14" fmla="*/ 644992 w 912474"/>
                    <a:gd name="connsiteY14" fmla="*/ 839490 h 2730677"/>
                    <a:gd name="connsiteX15" fmla="*/ 587842 w 912474"/>
                    <a:gd name="connsiteY15" fmla="*/ 725190 h 2730677"/>
                    <a:gd name="connsiteX16" fmla="*/ 898992 w 912474"/>
                    <a:gd name="connsiteY16" fmla="*/ 820440 h 2730677"/>
                    <a:gd name="connsiteX17" fmla="*/ 854545 w 912474"/>
                    <a:gd name="connsiteY17" fmla="*/ 134643 h 2730677"/>
                    <a:gd name="connsiteX18" fmla="*/ 838670 w 912474"/>
                    <a:gd name="connsiteY18" fmla="*/ 64793 h 2730677"/>
                    <a:gd name="connsiteX19" fmla="*/ 714842 w 912474"/>
                    <a:gd name="connsiteY19" fmla="*/ 1290 h 2730677"/>
                    <a:gd name="connsiteX20" fmla="*/ 521169 w 912474"/>
                    <a:gd name="connsiteY20" fmla="*/ 125117 h 2730677"/>
                    <a:gd name="connsiteX21" fmla="*/ 613244 w 912474"/>
                    <a:gd name="connsiteY21" fmla="*/ 382292 h 2730677"/>
                    <a:gd name="connsiteX22" fmla="*/ 511642 w 912474"/>
                    <a:gd name="connsiteY22" fmla="*/ 518815 h 2730677"/>
                    <a:gd name="connsiteX23" fmla="*/ 467192 w 912474"/>
                    <a:gd name="connsiteY23" fmla="*/ 696615 h 2730677"/>
                    <a:gd name="connsiteX24" fmla="*/ 517992 w 912474"/>
                    <a:gd name="connsiteY24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54544 w 912187"/>
                    <a:gd name="connsiteY18" fmla="*/ 134643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83119 w 912187"/>
                    <a:gd name="connsiteY18" fmla="*/ 239418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1083"/>
                    <a:gd name="connsiteY0" fmla="*/ 998240 h 2730677"/>
                    <a:gd name="connsiteX1" fmla="*/ 470367 w 911083"/>
                    <a:gd name="connsiteY1" fmla="*/ 1163340 h 2730677"/>
                    <a:gd name="connsiteX2" fmla="*/ 479892 w 911083"/>
                    <a:gd name="connsiteY2" fmla="*/ 1449090 h 2730677"/>
                    <a:gd name="connsiteX3" fmla="*/ 390992 w 911083"/>
                    <a:gd name="connsiteY3" fmla="*/ 1950740 h 2730677"/>
                    <a:gd name="connsiteX4" fmla="*/ 146517 w 911083"/>
                    <a:gd name="connsiteY4" fmla="*/ 2220615 h 2730677"/>
                    <a:gd name="connsiteX5" fmla="*/ 467 w 911083"/>
                    <a:gd name="connsiteY5" fmla="*/ 2569865 h 2730677"/>
                    <a:gd name="connsiteX6" fmla="*/ 98892 w 911083"/>
                    <a:gd name="connsiteY6" fmla="*/ 2665115 h 2730677"/>
                    <a:gd name="connsiteX7" fmla="*/ 365592 w 911083"/>
                    <a:gd name="connsiteY7" fmla="*/ 2722264 h 2730677"/>
                    <a:gd name="connsiteX8" fmla="*/ 187792 w 911083"/>
                    <a:gd name="connsiteY8" fmla="*/ 2525415 h 2730677"/>
                    <a:gd name="connsiteX9" fmla="*/ 610067 w 911083"/>
                    <a:gd name="connsiteY9" fmla="*/ 2080915 h 2730677"/>
                    <a:gd name="connsiteX10" fmla="*/ 794217 w 911083"/>
                    <a:gd name="connsiteY10" fmla="*/ 1550690 h 2730677"/>
                    <a:gd name="connsiteX11" fmla="*/ 876767 w 911083"/>
                    <a:gd name="connsiteY11" fmla="*/ 1252240 h 2730677"/>
                    <a:gd name="connsiteX12" fmla="*/ 860892 w 911083"/>
                    <a:gd name="connsiteY12" fmla="*/ 1169690 h 2730677"/>
                    <a:gd name="connsiteX13" fmla="*/ 724367 w 911083"/>
                    <a:gd name="connsiteY13" fmla="*/ 1055390 h 2730677"/>
                    <a:gd name="connsiteX14" fmla="*/ 644992 w 911083"/>
                    <a:gd name="connsiteY14" fmla="*/ 839490 h 2730677"/>
                    <a:gd name="connsiteX15" fmla="*/ 587842 w 911083"/>
                    <a:gd name="connsiteY15" fmla="*/ 725190 h 2730677"/>
                    <a:gd name="connsiteX16" fmla="*/ 898992 w 911083"/>
                    <a:gd name="connsiteY16" fmla="*/ 820440 h 2730677"/>
                    <a:gd name="connsiteX17" fmla="*/ 848195 w 911083"/>
                    <a:gd name="connsiteY17" fmla="*/ 356893 h 2730677"/>
                    <a:gd name="connsiteX18" fmla="*/ 883119 w 911083"/>
                    <a:gd name="connsiteY18" fmla="*/ 239418 h 2730677"/>
                    <a:gd name="connsiteX19" fmla="*/ 838670 w 911083"/>
                    <a:gd name="connsiteY19" fmla="*/ 64793 h 2730677"/>
                    <a:gd name="connsiteX20" fmla="*/ 714842 w 911083"/>
                    <a:gd name="connsiteY20" fmla="*/ 1290 h 2730677"/>
                    <a:gd name="connsiteX21" fmla="*/ 521169 w 911083"/>
                    <a:gd name="connsiteY21" fmla="*/ 125117 h 2730677"/>
                    <a:gd name="connsiteX22" fmla="*/ 613244 w 911083"/>
                    <a:gd name="connsiteY22" fmla="*/ 382292 h 2730677"/>
                    <a:gd name="connsiteX23" fmla="*/ 511642 w 911083"/>
                    <a:gd name="connsiteY23" fmla="*/ 518815 h 2730677"/>
                    <a:gd name="connsiteX24" fmla="*/ 467192 w 911083"/>
                    <a:gd name="connsiteY24" fmla="*/ 696615 h 2730677"/>
                    <a:gd name="connsiteX25" fmla="*/ 517992 w 911083"/>
                    <a:gd name="connsiteY25" fmla="*/ 998240 h 2730677"/>
                    <a:gd name="connsiteX0" fmla="*/ 517992 w 918868"/>
                    <a:gd name="connsiteY0" fmla="*/ 998240 h 2730677"/>
                    <a:gd name="connsiteX1" fmla="*/ 470367 w 918868"/>
                    <a:gd name="connsiteY1" fmla="*/ 1163340 h 2730677"/>
                    <a:gd name="connsiteX2" fmla="*/ 479892 w 918868"/>
                    <a:gd name="connsiteY2" fmla="*/ 1449090 h 2730677"/>
                    <a:gd name="connsiteX3" fmla="*/ 390992 w 918868"/>
                    <a:gd name="connsiteY3" fmla="*/ 1950740 h 2730677"/>
                    <a:gd name="connsiteX4" fmla="*/ 146517 w 918868"/>
                    <a:gd name="connsiteY4" fmla="*/ 2220615 h 2730677"/>
                    <a:gd name="connsiteX5" fmla="*/ 467 w 918868"/>
                    <a:gd name="connsiteY5" fmla="*/ 2569865 h 2730677"/>
                    <a:gd name="connsiteX6" fmla="*/ 98892 w 918868"/>
                    <a:gd name="connsiteY6" fmla="*/ 2665115 h 2730677"/>
                    <a:gd name="connsiteX7" fmla="*/ 365592 w 918868"/>
                    <a:gd name="connsiteY7" fmla="*/ 2722264 h 2730677"/>
                    <a:gd name="connsiteX8" fmla="*/ 187792 w 918868"/>
                    <a:gd name="connsiteY8" fmla="*/ 2525415 h 2730677"/>
                    <a:gd name="connsiteX9" fmla="*/ 610067 w 918868"/>
                    <a:gd name="connsiteY9" fmla="*/ 2080915 h 2730677"/>
                    <a:gd name="connsiteX10" fmla="*/ 794217 w 918868"/>
                    <a:gd name="connsiteY10" fmla="*/ 1550690 h 2730677"/>
                    <a:gd name="connsiteX11" fmla="*/ 876767 w 918868"/>
                    <a:gd name="connsiteY11" fmla="*/ 1252240 h 2730677"/>
                    <a:gd name="connsiteX12" fmla="*/ 860892 w 918868"/>
                    <a:gd name="connsiteY12" fmla="*/ 1169690 h 2730677"/>
                    <a:gd name="connsiteX13" fmla="*/ 724367 w 918868"/>
                    <a:gd name="connsiteY13" fmla="*/ 1055390 h 2730677"/>
                    <a:gd name="connsiteX14" fmla="*/ 644992 w 918868"/>
                    <a:gd name="connsiteY14" fmla="*/ 839490 h 2730677"/>
                    <a:gd name="connsiteX15" fmla="*/ 587842 w 918868"/>
                    <a:gd name="connsiteY15" fmla="*/ 725190 h 2730677"/>
                    <a:gd name="connsiteX16" fmla="*/ 898992 w 918868"/>
                    <a:gd name="connsiteY16" fmla="*/ 820440 h 2730677"/>
                    <a:gd name="connsiteX17" fmla="*/ 883120 w 918868"/>
                    <a:gd name="connsiteY17" fmla="*/ 541043 h 2730677"/>
                    <a:gd name="connsiteX18" fmla="*/ 848195 w 918868"/>
                    <a:gd name="connsiteY18" fmla="*/ 356893 h 2730677"/>
                    <a:gd name="connsiteX19" fmla="*/ 883119 w 918868"/>
                    <a:gd name="connsiteY19" fmla="*/ 239418 h 2730677"/>
                    <a:gd name="connsiteX20" fmla="*/ 838670 w 918868"/>
                    <a:gd name="connsiteY20" fmla="*/ 64793 h 2730677"/>
                    <a:gd name="connsiteX21" fmla="*/ 714842 w 918868"/>
                    <a:gd name="connsiteY21" fmla="*/ 1290 h 2730677"/>
                    <a:gd name="connsiteX22" fmla="*/ 521169 w 918868"/>
                    <a:gd name="connsiteY22" fmla="*/ 125117 h 2730677"/>
                    <a:gd name="connsiteX23" fmla="*/ 613244 w 918868"/>
                    <a:gd name="connsiteY23" fmla="*/ 382292 h 2730677"/>
                    <a:gd name="connsiteX24" fmla="*/ 511642 w 918868"/>
                    <a:gd name="connsiteY24" fmla="*/ 518815 h 2730677"/>
                    <a:gd name="connsiteX25" fmla="*/ 467192 w 918868"/>
                    <a:gd name="connsiteY25" fmla="*/ 696615 h 2730677"/>
                    <a:gd name="connsiteX26" fmla="*/ 517992 w 918868"/>
                    <a:gd name="connsiteY26" fmla="*/ 998240 h 2730677"/>
                    <a:gd name="connsiteX0" fmla="*/ 517992 w 902408"/>
                    <a:gd name="connsiteY0" fmla="*/ 998240 h 2730677"/>
                    <a:gd name="connsiteX1" fmla="*/ 470367 w 902408"/>
                    <a:gd name="connsiteY1" fmla="*/ 1163340 h 2730677"/>
                    <a:gd name="connsiteX2" fmla="*/ 479892 w 902408"/>
                    <a:gd name="connsiteY2" fmla="*/ 1449090 h 2730677"/>
                    <a:gd name="connsiteX3" fmla="*/ 390992 w 902408"/>
                    <a:gd name="connsiteY3" fmla="*/ 1950740 h 2730677"/>
                    <a:gd name="connsiteX4" fmla="*/ 146517 w 902408"/>
                    <a:gd name="connsiteY4" fmla="*/ 2220615 h 2730677"/>
                    <a:gd name="connsiteX5" fmla="*/ 467 w 902408"/>
                    <a:gd name="connsiteY5" fmla="*/ 2569865 h 2730677"/>
                    <a:gd name="connsiteX6" fmla="*/ 98892 w 902408"/>
                    <a:gd name="connsiteY6" fmla="*/ 2665115 h 2730677"/>
                    <a:gd name="connsiteX7" fmla="*/ 365592 w 902408"/>
                    <a:gd name="connsiteY7" fmla="*/ 2722264 h 2730677"/>
                    <a:gd name="connsiteX8" fmla="*/ 187792 w 902408"/>
                    <a:gd name="connsiteY8" fmla="*/ 2525415 h 2730677"/>
                    <a:gd name="connsiteX9" fmla="*/ 610067 w 902408"/>
                    <a:gd name="connsiteY9" fmla="*/ 2080915 h 2730677"/>
                    <a:gd name="connsiteX10" fmla="*/ 794217 w 902408"/>
                    <a:gd name="connsiteY10" fmla="*/ 1550690 h 2730677"/>
                    <a:gd name="connsiteX11" fmla="*/ 876767 w 902408"/>
                    <a:gd name="connsiteY11" fmla="*/ 1252240 h 2730677"/>
                    <a:gd name="connsiteX12" fmla="*/ 860892 w 902408"/>
                    <a:gd name="connsiteY12" fmla="*/ 1169690 h 2730677"/>
                    <a:gd name="connsiteX13" fmla="*/ 724367 w 902408"/>
                    <a:gd name="connsiteY13" fmla="*/ 1055390 h 2730677"/>
                    <a:gd name="connsiteX14" fmla="*/ 644992 w 902408"/>
                    <a:gd name="connsiteY14" fmla="*/ 839490 h 2730677"/>
                    <a:gd name="connsiteX15" fmla="*/ 587842 w 902408"/>
                    <a:gd name="connsiteY15" fmla="*/ 725190 h 2730677"/>
                    <a:gd name="connsiteX16" fmla="*/ 898992 w 902408"/>
                    <a:gd name="connsiteY16" fmla="*/ 820440 h 2730677"/>
                    <a:gd name="connsiteX17" fmla="*/ 759295 w 902408"/>
                    <a:gd name="connsiteY17" fmla="*/ 423568 h 2730677"/>
                    <a:gd name="connsiteX18" fmla="*/ 848195 w 902408"/>
                    <a:gd name="connsiteY18" fmla="*/ 356893 h 2730677"/>
                    <a:gd name="connsiteX19" fmla="*/ 883119 w 902408"/>
                    <a:gd name="connsiteY19" fmla="*/ 239418 h 2730677"/>
                    <a:gd name="connsiteX20" fmla="*/ 838670 w 902408"/>
                    <a:gd name="connsiteY20" fmla="*/ 64793 h 2730677"/>
                    <a:gd name="connsiteX21" fmla="*/ 714842 w 902408"/>
                    <a:gd name="connsiteY21" fmla="*/ 1290 h 2730677"/>
                    <a:gd name="connsiteX22" fmla="*/ 521169 w 902408"/>
                    <a:gd name="connsiteY22" fmla="*/ 125117 h 2730677"/>
                    <a:gd name="connsiteX23" fmla="*/ 613244 w 902408"/>
                    <a:gd name="connsiteY23" fmla="*/ 382292 h 2730677"/>
                    <a:gd name="connsiteX24" fmla="*/ 511642 w 902408"/>
                    <a:gd name="connsiteY24" fmla="*/ 518815 h 2730677"/>
                    <a:gd name="connsiteX25" fmla="*/ 467192 w 902408"/>
                    <a:gd name="connsiteY25" fmla="*/ 696615 h 2730677"/>
                    <a:gd name="connsiteX26" fmla="*/ 517992 w 902408"/>
                    <a:gd name="connsiteY26" fmla="*/ 998240 h 2730677"/>
                    <a:gd name="connsiteX0" fmla="*/ 517992 w 932676"/>
                    <a:gd name="connsiteY0" fmla="*/ 998240 h 2730677"/>
                    <a:gd name="connsiteX1" fmla="*/ 470367 w 932676"/>
                    <a:gd name="connsiteY1" fmla="*/ 1163340 h 2730677"/>
                    <a:gd name="connsiteX2" fmla="*/ 479892 w 932676"/>
                    <a:gd name="connsiteY2" fmla="*/ 1449090 h 2730677"/>
                    <a:gd name="connsiteX3" fmla="*/ 390992 w 932676"/>
                    <a:gd name="connsiteY3" fmla="*/ 1950740 h 2730677"/>
                    <a:gd name="connsiteX4" fmla="*/ 146517 w 932676"/>
                    <a:gd name="connsiteY4" fmla="*/ 2220615 h 2730677"/>
                    <a:gd name="connsiteX5" fmla="*/ 467 w 932676"/>
                    <a:gd name="connsiteY5" fmla="*/ 2569865 h 2730677"/>
                    <a:gd name="connsiteX6" fmla="*/ 98892 w 932676"/>
                    <a:gd name="connsiteY6" fmla="*/ 2665115 h 2730677"/>
                    <a:gd name="connsiteX7" fmla="*/ 365592 w 932676"/>
                    <a:gd name="connsiteY7" fmla="*/ 2722264 h 2730677"/>
                    <a:gd name="connsiteX8" fmla="*/ 187792 w 932676"/>
                    <a:gd name="connsiteY8" fmla="*/ 2525415 h 2730677"/>
                    <a:gd name="connsiteX9" fmla="*/ 610067 w 932676"/>
                    <a:gd name="connsiteY9" fmla="*/ 2080915 h 2730677"/>
                    <a:gd name="connsiteX10" fmla="*/ 794217 w 932676"/>
                    <a:gd name="connsiteY10" fmla="*/ 1550690 h 2730677"/>
                    <a:gd name="connsiteX11" fmla="*/ 876767 w 932676"/>
                    <a:gd name="connsiteY11" fmla="*/ 1252240 h 2730677"/>
                    <a:gd name="connsiteX12" fmla="*/ 860892 w 932676"/>
                    <a:gd name="connsiteY12" fmla="*/ 1169690 h 2730677"/>
                    <a:gd name="connsiteX13" fmla="*/ 724367 w 932676"/>
                    <a:gd name="connsiteY13" fmla="*/ 1055390 h 2730677"/>
                    <a:gd name="connsiteX14" fmla="*/ 644992 w 932676"/>
                    <a:gd name="connsiteY14" fmla="*/ 839490 h 2730677"/>
                    <a:gd name="connsiteX15" fmla="*/ 587842 w 932676"/>
                    <a:gd name="connsiteY15" fmla="*/ 725190 h 2730677"/>
                    <a:gd name="connsiteX16" fmla="*/ 898992 w 932676"/>
                    <a:gd name="connsiteY16" fmla="*/ 820440 h 2730677"/>
                    <a:gd name="connsiteX17" fmla="*/ 908519 w 932676"/>
                    <a:gd name="connsiteY17" fmla="*/ 814093 h 2730677"/>
                    <a:gd name="connsiteX18" fmla="*/ 759295 w 932676"/>
                    <a:gd name="connsiteY18" fmla="*/ 423568 h 2730677"/>
                    <a:gd name="connsiteX19" fmla="*/ 848195 w 932676"/>
                    <a:gd name="connsiteY19" fmla="*/ 356893 h 2730677"/>
                    <a:gd name="connsiteX20" fmla="*/ 883119 w 932676"/>
                    <a:gd name="connsiteY20" fmla="*/ 239418 h 2730677"/>
                    <a:gd name="connsiteX21" fmla="*/ 838670 w 932676"/>
                    <a:gd name="connsiteY21" fmla="*/ 64793 h 2730677"/>
                    <a:gd name="connsiteX22" fmla="*/ 714842 w 932676"/>
                    <a:gd name="connsiteY22" fmla="*/ 1290 h 2730677"/>
                    <a:gd name="connsiteX23" fmla="*/ 521169 w 932676"/>
                    <a:gd name="connsiteY23" fmla="*/ 125117 h 2730677"/>
                    <a:gd name="connsiteX24" fmla="*/ 613244 w 932676"/>
                    <a:gd name="connsiteY24" fmla="*/ 382292 h 2730677"/>
                    <a:gd name="connsiteX25" fmla="*/ 511642 w 932676"/>
                    <a:gd name="connsiteY25" fmla="*/ 518815 h 2730677"/>
                    <a:gd name="connsiteX26" fmla="*/ 467192 w 932676"/>
                    <a:gd name="connsiteY26" fmla="*/ 696615 h 2730677"/>
                    <a:gd name="connsiteX27" fmla="*/ 517992 w 932676"/>
                    <a:gd name="connsiteY27" fmla="*/ 998240 h 2730677"/>
                    <a:gd name="connsiteX0" fmla="*/ 517992 w 925354"/>
                    <a:gd name="connsiteY0" fmla="*/ 998240 h 2730677"/>
                    <a:gd name="connsiteX1" fmla="*/ 470367 w 925354"/>
                    <a:gd name="connsiteY1" fmla="*/ 1163340 h 2730677"/>
                    <a:gd name="connsiteX2" fmla="*/ 479892 w 925354"/>
                    <a:gd name="connsiteY2" fmla="*/ 1449090 h 2730677"/>
                    <a:gd name="connsiteX3" fmla="*/ 390992 w 925354"/>
                    <a:gd name="connsiteY3" fmla="*/ 1950740 h 2730677"/>
                    <a:gd name="connsiteX4" fmla="*/ 146517 w 925354"/>
                    <a:gd name="connsiteY4" fmla="*/ 2220615 h 2730677"/>
                    <a:gd name="connsiteX5" fmla="*/ 467 w 925354"/>
                    <a:gd name="connsiteY5" fmla="*/ 2569865 h 2730677"/>
                    <a:gd name="connsiteX6" fmla="*/ 98892 w 925354"/>
                    <a:gd name="connsiteY6" fmla="*/ 2665115 h 2730677"/>
                    <a:gd name="connsiteX7" fmla="*/ 365592 w 925354"/>
                    <a:gd name="connsiteY7" fmla="*/ 2722264 h 2730677"/>
                    <a:gd name="connsiteX8" fmla="*/ 187792 w 925354"/>
                    <a:gd name="connsiteY8" fmla="*/ 2525415 h 2730677"/>
                    <a:gd name="connsiteX9" fmla="*/ 610067 w 925354"/>
                    <a:gd name="connsiteY9" fmla="*/ 2080915 h 2730677"/>
                    <a:gd name="connsiteX10" fmla="*/ 794217 w 925354"/>
                    <a:gd name="connsiteY10" fmla="*/ 1550690 h 2730677"/>
                    <a:gd name="connsiteX11" fmla="*/ 876767 w 925354"/>
                    <a:gd name="connsiteY11" fmla="*/ 1252240 h 2730677"/>
                    <a:gd name="connsiteX12" fmla="*/ 860892 w 925354"/>
                    <a:gd name="connsiteY12" fmla="*/ 1169690 h 2730677"/>
                    <a:gd name="connsiteX13" fmla="*/ 724367 w 925354"/>
                    <a:gd name="connsiteY13" fmla="*/ 1055390 h 2730677"/>
                    <a:gd name="connsiteX14" fmla="*/ 644992 w 925354"/>
                    <a:gd name="connsiteY14" fmla="*/ 839490 h 2730677"/>
                    <a:gd name="connsiteX15" fmla="*/ 587842 w 925354"/>
                    <a:gd name="connsiteY15" fmla="*/ 725190 h 2730677"/>
                    <a:gd name="connsiteX16" fmla="*/ 898992 w 925354"/>
                    <a:gd name="connsiteY16" fmla="*/ 820440 h 2730677"/>
                    <a:gd name="connsiteX17" fmla="*/ 908519 w 925354"/>
                    <a:gd name="connsiteY17" fmla="*/ 814093 h 2730677"/>
                    <a:gd name="connsiteX18" fmla="*/ 902169 w 925354"/>
                    <a:gd name="connsiteY18" fmla="*/ 817268 h 2730677"/>
                    <a:gd name="connsiteX19" fmla="*/ 759295 w 925354"/>
                    <a:gd name="connsiteY19" fmla="*/ 423568 h 2730677"/>
                    <a:gd name="connsiteX20" fmla="*/ 848195 w 925354"/>
                    <a:gd name="connsiteY20" fmla="*/ 356893 h 2730677"/>
                    <a:gd name="connsiteX21" fmla="*/ 883119 w 925354"/>
                    <a:gd name="connsiteY21" fmla="*/ 239418 h 2730677"/>
                    <a:gd name="connsiteX22" fmla="*/ 838670 w 925354"/>
                    <a:gd name="connsiteY22" fmla="*/ 64793 h 2730677"/>
                    <a:gd name="connsiteX23" fmla="*/ 714842 w 925354"/>
                    <a:gd name="connsiteY23" fmla="*/ 1290 h 2730677"/>
                    <a:gd name="connsiteX24" fmla="*/ 521169 w 925354"/>
                    <a:gd name="connsiteY24" fmla="*/ 125117 h 2730677"/>
                    <a:gd name="connsiteX25" fmla="*/ 613244 w 925354"/>
                    <a:gd name="connsiteY25" fmla="*/ 382292 h 2730677"/>
                    <a:gd name="connsiteX26" fmla="*/ 511642 w 925354"/>
                    <a:gd name="connsiteY26" fmla="*/ 518815 h 2730677"/>
                    <a:gd name="connsiteX27" fmla="*/ 467192 w 925354"/>
                    <a:gd name="connsiteY27" fmla="*/ 696615 h 2730677"/>
                    <a:gd name="connsiteX28" fmla="*/ 517992 w 925354"/>
                    <a:gd name="connsiteY28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902169 w 930788"/>
                    <a:gd name="connsiteY19" fmla="*/ 817268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56"/>
                    <a:gd name="connsiteY0" fmla="*/ 998240 h 2730677"/>
                    <a:gd name="connsiteX1" fmla="*/ 470367 w 930756"/>
                    <a:gd name="connsiteY1" fmla="*/ 1163340 h 2730677"/>
                    <a:gd name="connsiteX2" fmla="*/ 479892 w 930756"/>
                    <a:gd name="connsiteY2" fmla="*/ 1449090 h 2730677"/>
                    <a:gd name="connsiteX3" fmla="*/ 390992 w 930756"/>
                    <a:gd name="connsiteY3" fmla="*/ 1950740 h 2730677"/>
                    <a:gd name="connsiteX4" fmla="*/ 146517 w 930756"/>
                    <a:gd name="connsiteY4" fmla="*/ 2220615 h 2730677"/>
                    <a:gd name="connsiteX5" fmla="*/ 467 w 930756"/>
                    <a:gd name="connsiteY5" fmla="*/ 2569865 h 2730677"/>
                    <a:gd name="connsiteX6" fmla="*/ 98892 w 930756"/>
                    <a:gd name="connsiteY6" fmla="*/ 2665115 h 2730677"/>
                    <a:gd name="connsiteX7" fmla="*/ 365592 w 930756"/>
                    <a:gd name="connsiteY7" fmla="*/ 2722264 h 2730677"/>
                    <a:gd name="connsiteX8" fmla="*/ 187792 w 930756"/>
                    <a:gd name="connsiteY8" fmla="*/ 2525415 h 2730677"/>
                    <a:gd name="connsiteX9" fmla="*/ 610067 w 930756"/>
                    <a:gd name="connsiteY9" fmla="*/ 2080915 h 2730677"/>
                    <a:gd name="connsiteX10" fmla="*/ 794217 w 930756"/>
                    <a:gd name="connsiteY10" fmla="*/ 1550690 h 2730677"/>
                    <a:gd name="connsiteX11" fmla="*/ 876767 w 930756"/>
                    <a:gd name="connsiteY11" fmla="*/ 1252240 h 2730677"/>
                    <a:gd name="connsiteX12" fmla="*/ 860892 w 930756"/>
                    <a:gd name="connsiteY12" fmla="*/ 1169690 h 2730677"/>
                    <a:gd name="connsiteX13" fmla="*/ 724367 w 930756"/>
                    <a:gd name="connsiteY13" fmla="*/ 1055390 h 2730677"/>
                    <a:gd name="connsiteX14" fmla="*/ 644992 w 930756"/>
                    <a:gd name="connsiteY14" fmla="*/ 839490 h 2730677"/>
                    <a:gd name="connsiteX15" fmla="*/ 587842 w 930756"/>
                    <a:gd name="connsiteY15" fmla="*/ 725190 h 2730677"/>
                    <a:gd name="connsiteX16" fmla="*/ 898992 w 930756"/>
                    <a:gd name="connsiteY16" fmla="*/ 820440 h 2730677"/>
                    <a:gd name="connsiteX17" fmla="*/ 857719 w 930756"/>
                    <a:gd name="connsiteY17" fmla="*/ 902993 h 2730677"/>
                    <a:gd name="connsiteX18" fmla="*/ 930744 w 930756"/>
                    <a:gd name="connsiteY18" fmla="*/ 826793 h 2730677"/>
                    <a:gd name="connsiteX19" fmla="*/ 870419 w 930756"/>
                    <a:gd name="connsiteY19" fmla="*/ 877593 h 2730677"/>
                    <a:gd name="connsiteX20" fmla="*/ 759295 w 930756"/>
                    <a:gd name="connsiteY20" fmla="*/ 423568 h 2730677"/>
                    <a:gd name="connsiteX21" fmla="*/ 848195 w 930756"/>
                    <a:gd name="connsiteY21" fmla="*/ 356893 h 2730677"/>
                    <a:gd name="connsiteX22" fmla="*/ 883119 w 930756"/>
                    <a:gd name="connsiteY22" fmla="*/ 239418 h 2730677"/>
                    <a:gd name="connsiteX23" fmla="*/ 838670 w 930756"/>
                    <a:gd name="connsiteY23" fmla="*/ 64793 h 2730677"/>
                    <a:gd name="connsiteX24" fmla="*/ 714842 w 930756"/>
                    <a:gd name="connsiteY24" fmla="*/ 1290 h 2730677"/>
                    <a:gd name="connsiteX25" fmla="*/ 521169 w 930756"/>
                    <a:gd name="connsiteY25" fmla="*/ 125117 h 2730677"/>
                    <a:gd name="connsiteX26" fmla="*/ 613244 w 930756"/>
                    <a:gd name="connsiteY26" fmla="*/ 382292 h 2730677"/>
                    <a:gd name="connsiteX27" fmla="*/ 511642 w 930756"/>
                    <a:gd name="connsiteY27" fmla="*/ 518815 h 2730677"/>
                    <a:gd name="connsiteX28" fmla="*/ 467192 w 930756"/>
                    <a:gd name="connsiteY28" fmla="*/ 696615 h 2730677"/>
                    <a:gd name="connsiteX29" fmla="*/ 517992 w 930756"/>
                    <a:gd name="connsiteY29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887922"/>
                    <a:gd name="connsiteY0" fmla="*/ 998240 h 2730677"/>
                    <a:gd name="connsiteX1" fmla="*/ 470367 w 887922"/>
                    <a:gd name="connsiteY1" fmla="*/ 1163340 h 2730677"/>
                    <a:gd name="connsiteX2" fmla="*/ 479892 w 887922"/>
                    <a:gd name="connsiteY2" fmla="*/ 1449090 h 2730677"/>
                    <a:gd name="connsiteX3" fmla="*/ 390992 w 887922"/>
                    <a:gd name="connsiteY3" fmla="*/ 1950740 h 2730677"/>
                    <a:gd name="connsiteX4" fmla="*/ 146517 w 887922"/>
                    <a:gd name="connsiteY4" fmla="*/ 2220615 h 2730677"/>
                    <a:gd name="connsiteX5" fmla="*/ 467 w 887922"/>
                    <a:gd name="connsiteY5" fmla="*/ 2569865 h 2730677"/>
                    <a:gd name="connsiteX6" fmla="*/ 98892 w 887922"/>
                    <a:gd name="connsiteY6" fmla="*/ 2665115 h 2730677"/>
                    <a:gd name="connsiteX7" fmla="*/ 365592 w 887922"/>
                    <a:gd name="connsiteY7" fmla="*/ 2722264 h 2730677"/>
                    <a:gd name="connsiteX8" fmla="*/ 187792 w 887922"/>
                    <a:gd name="connsiteY8" fmla="*/ 2525415 h 2730677"/>
                    <a:gd name="connsiteX9" fmla="*/ 610067 w 887922"/>
                    <a:gd name="connsiteY9" fmla="*/ 2080915 h 2730677"/>
                    <a:gd name="connsiteX10" fmla="*/ 794217 w 887922"/>
                    <a:gd name="connsiteY10" fmla="*/ 1550690 h 2730677"/>
                    <a:gd name="connsiteX11" fmla="*/ 876767 w 887922"/>
                    <a:gd name="connsiteY11" fmla="*/ 1252240 h 2730677"/>
                    <a:gd name="connsiteX12" fmla="*/ 860892 w 887922"/>
                    <a:gd name="connsiteY12" fmla="*/ 1169690 h 2730677"/>
                    <a:gd name="connsiteX13" fmla="*/ 724367 w 887922"/>
                    <a:gd name="connsiteY13" fmla="*/ 1055390 h 2730677"/>
                    <a:gd name="connsiteX14" fmla="*/ 644992 w 887922"/>
                    <a:gd name="connsiteY14" fmla="*/ 839490 h 2730677"/>
                    <a:gd name="connsiteX15" fmla="*/ 587842 w 887922"/>
                    <a:gd name="connsiteY15" fmla="*/ 725190 h 2730677"/>
                    <a:gd name="connsiteX16" fmla="*/ 857719 w 887922"/>
                    <a:gd name="connsiteY16" fmla="*/ 902993 h 2730677"/>
                    <a:gd name="connsiteX17" fmla="*/ 870419 w 887922"/>
                    <a:gd name="connsiteY17" fmla="*/ 877593 h 2730677"/>
                    <a:gd name="connsiteX18" fmla="*/ 759295 w 887922"/>
                    <a:gd name="connsiteY18" fmla="*/ 423568 h 2730677"/>
                    <a:gd name="connsiteX19" fmla="*/ 848195 w 887922"/>
                    <a:gd name="connsiteY19" fmla="*/ 356893 h 2730677"/>
                    <a:gd name="connsiteX20" fmla="*/ 883119 w 887922"/>
                    <a:gd name="connsiteY20" fmla="*/ 239418 h 2730677"/>
                    <a:gd name="connsiteX21" fmla="*/ 838670 w 887922"/>
                    <a:gd name="connsiteY21" fmla="*/ 64793 h 2730677"/>
                    <a:gd name="connsiteX22" fmla="*/ 714842 w 887922"/>
                    <a:gd name="connsiteY22" fmla="*/ 1290 h 2730677"/>
                    <a:gd name="connsiteX23" fmla="*/ 521169 w 887922"/>
                    <a:gd name="connsiteY23" fmla="*/ 125117 h 2730677"/>
                    <a:gd name="connsiteX24" fmla="*/ 613244 w 887922"/>
                    <a:gd name="connsiteY24" fmla="*/ 382292 h 2730677"/>
                    <a:gd name="connsiteX25" fmla="*/ 511642 w 887922"/>
                    <a:gd name="connsiteY25" fmla="*/ 518815 h 2730677"/>
                    <a:gd name="connsiteX26" fmla="*/ 467192 w 887922"/>
                    <a:gd name="connsiteY26" fmla="*/ 696615 h 2730677"/>
                    <a:gd name="connsiteX27" fmla="*/ 517992 w 887922"/>
                    <a:gd name="connsiteY27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587842 w 883584"/>
                    <a:gd name="connsiteY15" fmla="*/ 725190 h 2730677"/>
                    <a:gd name="connsiteX16" fmla="*/ 857719 w 883584"/>
                    <a:gd name="connsiteY16" fmla="*/ 902993 h 2730677"/>
                    <a:gd name="connsiteX17" fmla="*/ 759295 w 883584"/>
                    <a:gd name="connsiteY17" fmla="*/ 423568 h 2730677"/>
                    <a:gd name="connsiteX18" fmla="*/ 848195 w 883584"/>
                    <a:gd name="connsiteY18" fmla="*/ 356893 h 2730677"/>
                    <a:gd name="connsiteX19" fmla="*/ 883119 w 883584"/>
                    <a:gd name="connsiteY19" fmla="*/ 239418 h 2730677"/>
                    <a:gd name="connsiteX20" fmla="*/ 838670 w 883584"/>
                    <a:gd name="connsiteY20" fmla="*/ 64793 h 2730677"/>
                    <a:gd name="connsiteX21" fmla="*/ 714842 w 883584"/>
                    <a:gd name="connsiteY21" fmla="*/ 1290 h 2730677"/>
                    <a:gd name="connsiteX22" fmla="*/ 521169 w 883584"/>
                    <a:gd name="connsiteY22" fmla="*/ 125117 h 2730677"/>
                    <a:gd name="connsiteX23" fmla="*/ 613244 w 883584"/>
                    <a:gd name="connsiteY23" fmla="*/ 382292 h 2730677"/>
                    <a:gd name="connsiteX24" fmla="*/ 511642 w 883584"/>
                    <a:gd name="connsiteY24" fmla="*/ 518815 h 2730677"/>
                    <a:gd name="connsiteX25" fmla="*/ 467192 w 883584"/>
                    <a:gd name="connsiteY25" fmla="*/ 696615 h 2730677"/>
                    <a:gd name="connsiteX26" fmla="*/ 517992 w 883584"/>
                    <a:gd name="connsiteY26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11642 w 883584"/>
                    <a:gd name="connsiteY23" fmla="*/ 518815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17992 w 883584"/>
                    <a:gd name="connsiteY26" fmla="*/ 998240 h 2730677"/>
                    <a:gd name="connsiteX0" fmla="*/ 508467 w 883584"/>
                    <a:gd name="connsiteY0" fmla="*/ 10363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792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15430 w 890547"/>
                    <a:gd name="connsiteY0" fmla="*/ 1071265 h 2730677"/>
                    <a:gd name="connsiteX1" fmla="*/ 436055 w 890547"/>
                    <a:gd name="connsiteY1" fmla="*/ 1293515 h 2730677"/>
                    <a:gd name="connsiteX2" fmla="*/ 455105 w 890547"/>
                    <a:gd name="connsiteY2" fmla="*/ 1591965 h 2730677"/>
                    <a:gd name="connsiteX3" fmla="*/ 397955 w 890547"/>
                    <a:gd name="connsiteY3" fmla="*/ 1950740 h 2730677"/>
                    <a:gd name="connsiteX4" fmla="*/ 153480 w 890547"/>
                    <a:gd name="connsiteY4" fmla="*/ 2220615 h 2730677"/>
                    <a:gd name="connsiteX5" fmla="*/ 7430 w 890547"/>
                    <a:gd name="connsiteY5" fmla="*/ 2569865 h 2730677"/>
                    <a:gd name="connsiteX6" fmla="*/ 105855 w 890547"/>
                    <a:gd name="connsiteY6" fmla="*/ 2665115 h 2730677"/>
                    <a:gd name="connsiteX7" fmla="*/ 372555 w 890547"/>
                    <a:gd name="connsiteY7" fmla="*/ 2722264 h 2730677"/>
                    <a:gd name="connsiteX8" fmla="*/ 194755 w 890547"/>
                    <a:gd name="connsiteY8" fmla="*/ 2525415 h 2730677"/>
                    <a:gd name="connsiteX9" fmla="*/ 617030 w 890547"/>
                    <a:gd name="connsiteY9" fmla="*/ 2080915 h 2730677"/>
                    <a:gd name="connsiteX10" fmla="*/ 801180 w 890547"/>
                    <a:gd name="connsiteY10" fmla="*/ 1550690 h 2730677"/>
                    <a:gd name="connsiteX11" fmla="*/ 883730 w 890547"/>
                    <a:gd name="connsiteY11" fmla="*/ 1252240 h 2730677"/>
                    <a:gd name="connsiteX12" fmla="*/ 867855 w 890547"/>
                    <a:gd name="connsiteY12" fmla="*/ 1169690 h 2730677"/>
                    <a:gd name="connsiteX13" fmla="*/ 731330 w 890547"/>
                    <a:gd name="connsiteY13" fmla="*/ 1055390 h 2730677"/>
                    <a:gd name="connsiteX14" fmla="*/ 651955 w 890547"/>
                    <a:gd name="connsiteY14" fmla="*/ 839490 h 2730677"/>
                    <a:gd name="connsiteX15" fmla="*/ 864682 w 890547"/>
                    <a:gd name="connsiteY15" fmla="*/ 902993 h 2730677"/>
                    <a:gd name="connsiteX16" fmla="*/ 766258 w 890547"/>
                    <a:gd name="connsiteY16" fmla="*/ 423568 h 2730677"/>
                    <a:gd name="connsiteX17" fmla="*/ 855158 w 890547"/>
                    <a:gd name="connsiteY17" fmla="*/ 356893 h 2730677"/>
                    <a:gd name="connsiteX18" fmla="*/ 890082 w 890547"/>
                    <a:gd name="connsiteY18" fmla="*/ 239418 h 2730677"/>
                    <a:gd name="connsiteX19" fmla="*/ 845633 w 890547"/>
                    <a:gd name="connsiteY19" fmla="*/ 64793 h 2730677"/>
                    <a:gd name="connsiteX20" fmla="*/ 721805 w 890547"/>
                    <a:gd name="connsiteY20" fmla="*/ 1290 h 2730677"/>
                    <a:gd name="connsiteX21" fmla="*/ 528132 w 890547"/>
                    <a:gd name="connsiteY21" fmla="*/ 125117 h 2730677"/>
                    <a:gd name="connsiteX22" fmla="*/ 620207 w 890547"/>
                    <a:gd name="connsiteY22" fmla="*/ 382292 h 2730677"/>
                    <a:gd name="connsiteX23" fmla="*/ 537655 w 890547"/>
                    <a:gd name="connsiteY23" fmla="*/ 541040 h 2730677"/>
                    <a:gd name="connsiteX24" fmla="*/ 474155 w 890547"/>
                    <a:gd name="connsiteY24" fmla="*/ 696615 h 2730677"/>
                    <a:gd name="connsiteX25" fmla="*/ 483682 w 890547"/>
                    <a:gd name="connsiteY25" fmla="*/ 677568 h 2730677"/>
                    <a:gd name="connsiteX26" fmla="*/ 515430 w 890547"/>
                    <a:gd name="connsiteY26" fmla="*/ 1071265 h 2730677"/>
                    <a:gd name="connsiteX0" fmla="*/ 509256 w 884373"/>
                    <a:gd name="connsiteY0" fmla="*/ 1071265 h 2730677"/>
                    <a:gd name="connsiteX1" fmla="*/ 429881 w 884373"/>
                    <a:gd name="connsiteY1" fmla="*/ 1293515 h 2730677"/>
                    <a:gd name="connsiteX2" fmla="*/ 448931 w 884373"/>
                    <a:gd name="connsiteY2" fmla="*/ 1591965 h 2730677"/>
                    <a:gd name="connsiteX3" fmla="*/ 391781 w 884373"/>
                    <a:gd name="connsiteY3" fmla="*/ 1950740 h 2730677"/>
                    <a:gd name="connsiteX4" fmla="*/ 147306 w 884373"/>
                    <a:gd name="connsiteY4" fmla="*/ 2220615 h 2730677"/>
                    <a:gd name="connsiteX5" fmla="*/ 1256 w 884373"/>
                    <a:gd name="connsiteY5" fmla="*/ 2569865 h 2730677"/>
                    <a:gd name="connsiteX6" fmla="*/ 99681 w 884373"/>
                    <a:gd name="connsiteY6" fmla="*/ 2665115 h 2730677"/>
                    <a:gd name="connsiteX7" fmla="*/ 366381 w 884373"/>
                    <a:gd name="connsiteY7" fmla="*/ 2722264 h 2730677"/>
                    <a:gd name="connsiteX8" fmla="*/ 188581 w 884373"/>
                    <a:gd name="connsiteY8" fmla="*/ 2525415 h 2730677"/>
                    <a:gd name="connsiteX9" fmla="*/ 610856 w 884373"/>
                    <a:gd name="connsiteY9" fmla="*/ 2080915 h 2730677"/>
                    <a:gd name="connsiteX10" fmla="*/ 795006 w 884373"/>
                    <a:gd name="connsiteY10" fmla="*/ 1550690 h 2730677"/>
                    <a:gd name="connsiteX11" fmla="*/ 877556 w 884373"/>
                    <a:gd name="connsiteY11" fmla="*/ 1252240 h 2730677"/>
                    <a:gd name="connsiteX12" fmla="*/ 861681 w 884373"/>
                    <a:gd name="connsiteY12" fmla="*/ 1169690 h 2730677"/>
                    <a:gd name="connsiteX13" fmla="*/ 725156 w 884373"/>
                    <a:gd name="connsiteY13" fmla="*/ 1055390 h 2730677"/>
                    <a:gd name="connsiteX14" fmla="*/ 645781 w 884373"/>
                    <a:gd name="connsiteY14" fmla="*/ 839490 h 2730677"/>
                    <a:gd name="connsiteX15" fmla="*/ 858508 w 884373"/>
                    <a:gd name="connsiteY15" fmla="*/ 902993 h 2730677"/>
                    <a:gd name="connsiteX16" fmla="*/ 760084 w 884373"/>
                    <a:gd name="connsiteY16" fmla="*/ 423568 h 2730677"/>
                    <a:gd name="connsiteX17" fmla="*/ 848984 w 884373"/>
                    <a:gd name="connsiteY17" fmla="*/ 356893 h 2730677"/>
                    <a:gd name="connsiteX18" fmla="*/ 883908 w 884373"/>
                    <a:gd name="connsiteY18" fmla="*/ 239418 h 2730677"/>
                    <a:gd name="connsiteX19" fmla="*/ 839459 w 884373"/>
                    <a:gd name="connsiteY19" fmla="*/ 64793 h 2730677"/>
                    <a:gd name="connsiteX20" fmla="*/ 715631 w 884373"/>
                    <a:gd name="connsiteY20" fmla="*/ 1290 h 2730677"/>
                    <a:gd name="connsiteX21" fmla="*/ 521958 w 884373"/>
                    <a:gd name="connsiteY21" fmla="*/ 125117 h 2730677"/>
                    <a:gd name="connsiteX22" fmla="*/ 614033 w 884373"/>
                    <a:gd name="connsiteY22" fmla="*/ 382292 h 2730677"/>
                    <a:gd name="connsiteX23" fmla="*/ 531481 w 884373"/>
                    <a:gd name="connsiteY23" fmla="*/ 541040 h 2730677"/>
                    <a:gd name="connsiteX24" fmla="*/ 467981 w 884373"/>
                    <a:gd name="connsiteY24" fmla="*/ 696615 h 2730677"/>
                    <a:gd name="connsiteX25" fmla="*/ 477508 w 884373"/>
                    <a:gd name="connsiteY25" fmla="*/ 677568 h 2730677"/>
                    <a:gd name="connsiteX26" fmla="*/ 509256 w 884373"/>
                    <a:gd name="connsiteY26" fmla="*/ 1071265 h 2730677"/>
                    <a:gd name="connsiteX0" fmla="*/ 515259 w 890376"/>
                    <a:gd name="connsiteY0" fmla="*/ 1071265 h 2730677"/>
                    <a:gd name="connsiteX1" fmla="*/ 435884 w 890376"/>
                    <a:gd name="connsiteY1" fmla="*/ 1293515 h 2730677"/>
                    <a:gd name="connsiteX2" fmla="*/ 454934 w 890376"/>
                    <a:gd name="connsiteY2" fmla="*/ 1591965 h 2730677"/>
                    <a:gd name="connsiteX3" fmla="*/ 397784 w 890376"/>
                    <a:gd name="connsiteY3" fmla="*/ 1950740 h 2730677"/>
                    <a:gd name="connsiteX4" fmla="*/ 153309 w 890376"/>
                    <a:gd name="connsiteY4" fmla="*/ 2220615 h 2730677"/>
                    <a:gd name="connsiteX5" fmla="*/ 7259 w 890376"/>
                    <a:gd name="connsiteY5" fmla="*/ 2569865 h 2730677"/>
                    <a:gd name="connsiteX6" fmla="*/ 105684 w 890376"/>
                    <a:gd name="connsiteY6" fmla="*/ 2665115 h 2730677"/>
                    <a:gd name="connsiteX7" fmla="*/ 372384 w 890376"/>
                    <a:gd name="connsiteY7" fmla="*/ 2722264 h 2730677"/>
                    <a:gd name="connsiteX8" fmla="*/ 194584 w 890376"/>
                    <a:gd name="connsiteY8" fmla="*/ 2525415 h 2730677"/>
                    <a:gd name="connsiteX9" fmla="*/ 616859 w 890376"/>
                    <a:gd name="connsiteY9" fmla="*/ 2080915 h 2730677"/>
                    <a:gd name="connsiteX10" fmla="*/ 801009 w 890376"/>
                    <a:gd name="connsiteY10" fmla="*/ 1550690 h 2730677"/>
                    <a:gd name="connsiteX11" fmla="*/ 883559 w 890376"/>
                    <a:gd name="connsiteY11" fmla="*/ 1252240 h 2730677"/>
                    <a:gd name="connsiteX12" fmla="*/ 867684 w 890376"/>
                    <a:gd name="connsiteY12" fmla="*/ 1169690 h 2730677"/>
                    <a:gd name="connsiteX13" fmla="*/ 731159 w 890376"/>
                    <a:gd name="connsiteY13" fmla="*/ 1055390 h 2730677"/>
                    <a:gd name="connsiteX14" fmla="*/ 651784 w 890376"/>
                    <a:gd name="connsiteY14" fmla="*/ 839490 h 2730677"/>
                    <a:gd name="connsiteX15" fmla="*/ 864511 w 890376"/>
                    <a:gd name="connsiteY15" fmla="*/ 902993 h 2730677"/>
                    <a:gd name="connsiteX16" fmla="*/ 766087 w 890376"/>
                    <a:gd name="connsiteY16" fmla="*/ 423568 h 2730677"/>
                    <a:gd name="connsiteX17" fmla="*/ 854987 w 890376"/>
                    <a:gd name="connsiteY17" fmla="*/ 356893 h 2730677"/>
                    <a:gd name="connsiteX18" fmla="*/ 889911 w 890376"/>
                    <a:gd name="connsiteY18" fmla="*/ 239418 h 2730677"/>
                    <a:gd name="connsiteX19" fmla="*/ 845462 w 890376"/>
                    <a:gd name="connsiteY19" fmla="*/ 64793 h 2730677"/>
                    <a:gd name="connsiteX20" fmla="*/ 721634 w 890376"/>
                    <a:gd name="connsiteY20" fmla="*/ 1290 h 2730677"/>
                    <a:gd name="connsiteX21" fmla="*/ 527961 w 890376"/>
                    <a:gd name="connsiteY21" fmla="*/ 125117 h 2730677"/>
                    <a:gd name="connsiteX22" fmla="*/ 620036 w 890376"/>
                    <a:gd name="connsiteY22" fmla="*/ 382292 h 2730677"/>
                    <a:gd name="connsiteX23" fmla="*/ 537484 w 890376"/>
                    <a:gd name="connsiteY23" fmla="*/ 541040 h 2730677"/>
                    <a:gd name="connsiteX24" fmla="*/ 473984 w 890376"/>
                    <a:gd name="connsiteY24" fmla="*/ 696615 h 2730677"/>
                    <a:gd name="connsiteX25" fmla="*/ 483511 w 890376"/>
                    <a:gd name="connsiteY25" fmla="*/ 677568 h 2730677"/>
                    <a:gd name="connsiteX26" fmla="*/ 515259 w 890376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285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900803"/>
                    <a:gd name="connsiteY0" fmla="*/ 1071265 h 2730417"/>
                    <a:gd name="connsiteX1" fmla="*/ 429817 w 900803"/>
                    <a:gd name="connsiteY1" fmla="*/ 1293515 h 2730417"/>
                    <a:gd name="connsiteX2" fmla="*/ 448867 w 900803"/>
                    <a:gd name="connsiteY2" fmla="*/ 1591965 h 2730417"/>
                    <a:gd name="connsiteX3" fmla="*/ 391717 w 900803"/>
                    <a:gd name="connsiteY3" fmla="*/ 1950740 h 2730417"/>
                    <a:gd name="connsiteX4" fmla="*/ 147242 w 900803"/>
                    <a:gd name="connsiteY4" fmla="*/ 2220615 h 2730417"/>
                    <a:gd name="connsiteX5" fmla="*/ 1192 w 900803"/>
                    <a:gd name="connsiteY5" fmla="*/ 2569865 h 2730417"/>
                    <a:gd name="connsiteX6" fmla="*/ 77392 w 900803"/>
                    <a:gd name="connsiteY6" fmla="*/ 2652415 h 2730417"/>
                    <a:gd name="connsiteX7" fmla="*/ 366317 w 900803"/>
                    <a:gd name="connsiteY7" fmla="*/ 2712739 h 2730417"/>
                    <a:gd name="connsiteX8" fmla="*/ 188517 w 900803"/>
                    <a:gd name="connsiteY8" fmla="*/ 2525415 h 2730417"/>
                    <a:gd name="connsiteX9" fmla="*/ 347270 w 900803"/>
                    <a:gd name="connsiteY9" fmla="*/ 2303169 h 2730417"/>
                    <a:gd name="connsiteX10" fmla="*/ 588567 w 900803"/>
                    <a:gd name="connsiteY10" fmla="*/ 2061865 h 2730417"/>
                    <a:gd name="connsiteX11" fmla="*/ 794942 w 900803"/>
                    <a:gd name="connsiteY11" fmla="*/ 1550690 h 2730417"/>
                    <a:gd name="connsiteX12" fmla="*/ 877492 w 900803"/>
                    <a:gd name="connsiteY12" fmla="*/ 1252240 h 2730417"/>
                    <a:gd name="connsiteX13" fmla="*/ 861617 w 900803"/>
                    <a:gd name="connsiteY13" fmla="*/ 1169690 h 2730417"/>
                    <a:gd name="connsiteX14" fmla="*/ 826692 w 900803"/>
                    <a:gd name="connsiteY14" fmla="*/ 1052215 h 2730417"/>
                    <a:gd name="connsiteX15" fmla="*/ 899719 w 900803"/>
                    <a:gd name="connsiteY15" fmla="*/ 782343 h 2730417"/>
                    <a:gd name="connsiteX16" fmla="*/ 760020 w 900803"/>
                    <a:gd name="connsiteY16" fmla="*/ 423568 h 2730417"/>
                    <a:gd name="connsiteX17" fmla="*/ 848920 w 900803"/>
                    <a:gd name="connsiteY17" fmla="*/ 356893 h 2730417"/>
                    <a:gd name="connsiteX18" fmla="*/ 883844 w 900803"/>
                    <a:gd name="connsiteY18" fmla="*/ 239418 h 2730417"/>
                    <a:gd name="connsiteX19" fmla="*/ 839395 w 900803"/>
                    <a:gd name="connsiteY19" fmla="*/ 64793 h 2730417"/>
                    <a:gd name="connsiteX20" fmla="*/ 715567 w 900803"/>
                    <a:gd name="connsiteY20" fmla="*/ 1290 h 2730417"/>
                    <a:gd name="connsiteX21" fmla="*/ 521894 w 900803"/>
                    <a:gd name="connsiteY21" fmla="*/ 125117 h 2730417"/>
                    <a:gd name="connsiteX22" fmla="*/ 613969 w 900803"/>
                    <a:gd name="connsiteY22" fmla="*/ 382292 h 2730417"/>
                    <a:gd name="connsiteX23" fmla="*/ 531417 w 900803"/>
                    <a:gd name="connsiteY23" fmla="*/ 541040 h 2730417"/>
                    <a:gd name="connsiteX24" fmla="*/ 467917 w 900803"/>
                    <a:gd name="connsiteY24" fmla="*/ 696615 h 2730417"/>
                    <a:gd name="connsiteX25" fmla="*/ 477444 w 900803"/>
                    <a:gd name="connsiteY25" fmla="*/ 677568 h 2730417"/>
                    <a:gd name="connsiteX26" fmla="*/ 509192 w 900803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0018 h 2729170"/>
                    <a:gd name="connsiteX1" fmla="*/ 444105 w 899719"/>
                    <a:gd name="connsiteY1" fmla="*/ 1292268 h 2729170"/>
                    <a:gd name="connsiteX2" fmla="*/ 440929 w 899719"/>
                    <a:gd name="connsiteY2" fmla="*/ 1590718 h 2729170"/>
                    <a:gd name="connsiteX3" fmla="*/ 391717 w 899719"/>
                    <a:gd name="connsiteY3" fmla="*/ 1949493 h 2729170"/>
                    <a:gd name="connsiteX4" fmla="*/ 147242 w 899719"/>
                    <a:gd name="connsiteY4" fmla="*/ 2219368 h 2729170"/>
                    <a:gd name="connsiteX5" fmla="*/ 1192 w 899719"/>
                    <a:gd name="connsiteY5" fmla="*/ 2568618 h 2729170"/>
                    <a:gd name="connsiteX6" fmla="*/ 77392 w 899719"/>
                    <a:gd name="connsiteY6" fmla="*/ 2651168 h 2729170"/>
                    <a:gd name="connsiteX7" fmla="*/ 366317 w 899719"/>
                    <a:gd name="connsiteY7" fmla="*/ 2711492 h 2729170"/>
                    <a:gd name="connsiteX8" fmla="*/ 188517 w 899719"/>
                    <a:gd name="connsiteY8" fmla="*/ 2524168 h 2729170"/>
                    <a:gd name="connsiteX9" fmla="*/ 347270 w 899719"/>
                    <a:gd name="connsiteY9" fmla="*/ 2301922 h 2729170"/>
                    <a:gd name="connsiteX10" fmla="*/ 588567 w 899719"/>
                    <a:gd name="connsiteY10" fmla="*/ 2060618 h 2729170"/>
                    <a:gd name="connsiteX11" fmla="*/ 794942 w 899719"/>
                    <a:gd name="connsiteY11" fmla="*/ 1549443 h 2729170"/>
                    <a:gd name="connsiteX12" fmla="*/ 877492 w 899719"/>
                    <a:gd name="connsiteY12" fmla="*/ 1250993 h 2729170"/>
                    <a:gd name="connsiteX13" fmla="*/ 861617 w 899719"/>
                    <a:gd name="connsiteY13" fmla="*/ 1168443 h 2729170"/>
                    <a:gd name="connsiteX14" fmla="*/ 826692 w 899719"/>
                    <a:gd name="connsiteY14" fmla="*/ 1050968 h 2729170"/>
                    <a:gd name="connsiteX15" fmla="*/ 899719 w 899719"/>
                    <a:gd name="connsiteY15" fmla="*/ 781096 h 2729170"/>
                    <a:gd name="connsiteX16" fmla="*/ 760020 w 899719"/>
                    <a:gd name="connsiteY16" fmla="*/ 422321 h 2729170"/>
                    <a:gd name="connsiteX17" fmla="*/ 848920 w 899719"/>
                    <a:gd name="connsiteY17" fmla="*/ 355646 h 2729170"/>
                    <a:gd name="connsiteX18" fmla="*/ 883844 w 899719"/>
                    <a:gd name="connsiteY18" fmla="*/ 238171 h 2729170"/>
                    <a:gd name="connsiteX19" fmla="*/ 839395 w 899719"/>
                    <a:gd name="connsiteY19" fmla="*/ 63546 h 2729170"/>
                    <a:gd name="connsiteX20" fmla="*/ 715567 w 899719"/>
                    <a:gd name="connsiteY20" fmla="*/ 43 h 2729170"/>
                    <a:gd name="connsiteX21" fmla="*/ 525069 w 899719"/>
                    <a:gd name="connsiteY21" fmla="*/ 73070 h 2729170"/>
                    <a:gd name="connsiteX22" fmla="*/ 613969 w 899719"/>
                    <a:gd name="connsiteY22" fmla="*/ 381045 h 2729170"/>
                    <a:gd name="connsiteX23" fmla="*/ 531417 w 899719"/>
                    <a:gd name="connsiteY23" fmla="*/ 539793 h 2729170"/>
                    <a:gd name="connsiteX24" fmla="*/ 467917 w 899719"/>
                    <a:gd name="connsiteY24" fmla="*/ 695368 h 2729170"/>
                    <a:gd name="connsiteX25" fmla="*/ 509192 w 899719"/>
                    <a:gd name="connsiteY25" fmla="*/ 1070018 h 2729170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88051 h 2747203"/>
                    <a:gd name="connsiteX1" fmla="*/ 444105 w 899719"/>
                    <a:gd name="connsiteY1" fmla="*/ 1310301 h 2747203"/>
                    <a:gd name="connsiteX2" fmla="*/ 440929 w 899719"/>
                    <a:gd name="connsiteY2" fmla="*/ 1608751 h 2747203"/>
                    <a:gd name="connsiteX3" fmla="*/ 391717 w 899719"/>
                    <a:gd name="connsiteY3" fmla="*/ 1967526 h 2747203"/>
                    <a:gd name="connsiteX4" fmla="*/ 147242 w 899719"/>
                    <a:gd name="connsiteY4" fmla="*/ 2237401 h 2747203"/>
                    <a:gd name="connsiteX5" fmla="*/ 1192 w 899719"/>
                    <a:gd name="connsiteY5" fmla="*/ 2586651 h 2747203"/>
                    <a:gd name="connsiteX6" fmla="*/ 77392 w 899719"/>
                    <a:gd name="connsiteY6" fmla="*/ 2669201 h 2747203"/>
                    <a:gd name="connsiteX7" fmla="*/ 366317 w 899719"/>
                    <a:gd name="connsiteY7" fmla="*/ 2729525 h 2747203"/>
                    <a:gd name="connsiteX8" fmla="*/ 188517 w 899719"/>
                    <a:gd name="connsiteY8" fmla="*/ 2542201 h 2747203"/>
                    <a:gd name="connsiteX9" fmla="*/ 347270 w 899719"/>
                    <a:gd name="connsiteY9" fmla="*/ 2319955 h 2747203"/>
                    <a:gd name="connsiteX10" fmla="*/ 588567 w 899719"/>
                    <a:gd name="connsiteY10" fmla="*/ 2078651 h 2747203"/>
                    <a:gd name="connsiteX11" fmla="*/ 794942 w 899719"/>
                    <a:gd name="connsiteY11" fmla="*/ 1567476 h 2747203"/>
                    <a:gd name="connsiteX12" fmla="*/ 877492 w 899719"/>
                    <a:gd name="connsiteY12" fmla="*/ 1269026 h 2747203"/>
                    <a:gd name="connsiteX13" fmla="*/ 861617 w 899719"/>
                    <a:gd name="connsiteY13" fmla="*/ 1186476 h 2747203"/>
                    <a:gd name="connsiteX14" fmla="*/ 826692 w 899719"/>
                    <a:gd name="connsiteY14" fmla="*/ 1069001 h 2747203"/>
                    <a:gd name="connsiteX15" fmla="*/ 899719 w 899719"/>
                    <a:gd name="connsiteY15" fmla="*/ 799129 h 2747203"/>
                    <a:gd name="connsiteX16" fmla="*/ 760020 w 899719"/>
                    <a:gd name="connsiteY16" fmla="*/ 440354 h 2747203"/>
                    <a:gd name="connsiteX17" fmla="*/ 848920 w 899719"/>
                    <a:gd name="connsiteY17" fmla="*/ 373679 h 2747203"/>
                    <a:gd name="connsiteX18" fmla="*/ 883844 w 899719"/>
                    <a:gd name="connsiteY18" fmla="*/ 256204 h 2747203"/>
                    <a:gd name="connsiteX19" fmla="*/ 839395 w 899719"/>
                    <a:gd name="connsiteY19" fmla="*/ 81579 h 2747203"/>
                    <a:gd name="connsiteX20" fmla="*/ 663179 w 899719"/>
                    <a:gd name="connsiteY20" fmla="*/ 613 h 2747203"/>
                    <a:gd name="connsiteX21" fmla="*/ 523481 w 899719"/>
                    <a:gd name="connsiteY21" fmla="*/ 127616 h 2747203"/>
                    <a:gd name="connsiteX22" fmla="*/ 613969 w 899719"/>
                    <a:gd name="connsiteY22" fmla="*/ 399078 h 2747203"/>
                    <a:gd name="connsiteX23" fmla="*/ 531417 w 899719"/>
                    <a:gd name="connsiteY23" fmla="*/ 557826 h 2747203"/>
                    <a:gd name="connsiteX24" fmla="*/ 467917 w 899719"/>
                    <a:gd name="connsiteY24" fmla="*/ 713401 h 2747203"/>
                    <a:gd name="connsiteX25" fmla="*/ 509192 w 899719"/>
                    <a:gd name="connsiteY25" fmla="*/ 1088051 h 2747203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61617 w 899719"/>
                    <a:gd name="connsiteY13" fmla="*/ 1187029 h 2747756"/>
                    <a:gd name="connsiteX14" fmla="*/ 826692 w 899719"/>
                    <a:gd name="connsiteY14" fmla="*/ 1069554 h 2747756"/>
                    <a:gd name="connsiteX15" fmla="*/ 899719 w 899719"/>
                    <a:gd name="connsiteY15" fmla="*/ 799682 h 2747756"/>
                    <a:gd name="connsiteX16" fmla="*/ 760020 w 899719"/>
                    <a:gd name="connsiteY16" fmla="*/ 440907 h 2747756"/>
                    <a:gd name="connsiteX17" fmla="*/ 848920 w 899719"/>
                    <a:gd name="connsiteY17" fmla="*/ 374232 h 2747756"/>
                    <a:gd name="connsiteX18" fmla="*/ 883844 w 899719"/>
                    <a:gd name="connsiteY18" fmla="*/ 256757 h 2747756"/>
                    <a:gd name="connsiteX19" fmla="*/ 839395 w 899719"/>
                    <a:gd name="connsiteY19" fmla="*/ 82132 h 2747756"/>
                    <a:gd name="connsiteX20" fmla="*/ 663179 w 899719"/>
                    <a:gd name="connsiteY20" fmla="*/ 1166 h 2747756"/>
                    <a:gd name="connsiteX21" fmla="*/ 518719 w 899719"/>
                    <a:gd name="connsiteY21" fmla="*/ 167857 h 2747756"/>
                    <a:gd name="connsiteX22" fmla="*/ 613969 w 899719"/>
                    <a:gd name="connsiteY22" fmla="*/ 399631 h 2747756"/>
                    <a:gd name="connsiteX23" fmla="*/ 531417 w 899719"/>
                    <a:gd name="connsiteY23" fmla="*/ 558379 h 2747756"/>
                    <a:gd name="connsiteX24" fmla="*/ 467917 w 899719"/>
                    <a:gd name="connsiteY24" fmla="*/ 713954 h 2747756"/>
                    <a:gd name="connsiteX25" fmla="*/ 509192 w 899719"/>
                    <a:gd name="connsiteY25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8284 w 898811"/>
                    <a:gd name="connsiteY0" fmla="*/ 1088604 h 2747756"/>
                    <a:gd name="connsiteX1" fmla="*/ 443197 w 898811"/>
                    <a:gd name="connsiteY1" fmla="*/ 1310854 h 2747756"/>
                    <a:gd name="connsiteX2" fmla="*/ 440021 w 898811"/>
                    <a:gd name="connsiteY2" fmla="*/ 1609304 h 2747756"/>
                    <a:gd name="connsiteX3" fmla="*/ 390809 w 898811"/>
                    <a:gd name="connsiteY3" fmla="*/ 1968079 h 2747756"/>
                    <a:gd name="connsiteX4" fmla="*/ 146334 w 898811"/>
                    <a:gd name="connsiteY4" fmla="*/ 2237954 h 2747756"/>
                    <a:gd name="connsiteX5" fmla="*/ 54262 w 898811"/>
                    <a:gd name="connsiteY5" fmla="*/ 2444332 h 2747756"/>
                    <a:gd name="connsiteX6" fmla="*/ 284 w 898811"/>
                    <a:gd name="connsiteY6" fmla="*/ 2587204 h 2747756"/>
                    <a:gd name="connsiteX7" fmla="*/ 76484 w 898811"/>
                    <a:gd name="connsiteY7" fmla="*/ 2669754 h 2747756"/>
                    <a:gd name="connsiteX8" fmla="*/ 365409 w 898811"/>
                    <a:gd name="connsiteY8" fmla="*/ 2730078 h 2747756"/>
                    <a:gd name="connsiteX9" fmla="*/ 187609 w 898811"/>
                    <a:gd name="connsiteY9" fmla="*/ 2542754 h 2747756"/>
                    <a:gd name="connsiteX10" fmla="*/ 346362 w 898811"/>
                    <a:gd name="connsiteY10" fmla="*/ 2320508 h 2747756"/>
                    <a:gd name="connsiteX11" fmla="*/ 587659 w 898811"/>
                    <a:gd name="connsiteY11" fmla="*/ 2079204 h 2747756"/>
                    <a:gd name="connsiteX12" fmla="*/ 794034 w 898811"/>
                    <a:gd name="connsiteY12" fmla="*/ 1568029 h 2747756"/>
                    <a:gd name="connsiteX13" fmla="*/ 876584 w 898811"/>
                    <a:gd name="connsiteY13" fmla="*/ 1269579 h 2747756"/>
                    <a:gd name="connsiteX14" fmla="*/ 825784 w 898811"/>
                    <a:gd name="connsiteY14" fmla="*/ 1069554 h 2747756"/>
                    <a:gd name="connsiteX15" fmla="*/ 898811 w 898811"/>
                    <a:gd name="connsiteY15" fmla="*/ 799682 h 2747756"/>
                    <a:gd name="connsiteX16" fmla="*/ 759112 w 898811"/>
                    <a:gd name="connsiteY16" fmla="*/ 440907 h 2747756"/>
                    <a:gd name="connsiteX17" fmla="*/ 848012 w 898811"/>
                    <a:gd name="connsiteY17" fmla="*/ 374232 h 2747756"/>
                    <a:gd name="connsiteX18" fmla="*/ 882936 w 898811"/>
                    <a:gd name="connsiteY18" fmla="*/ 256757 h 2747756"/>
                    <a:gd name="connsiteX19" fmla="*/ 838487 w 898811"/>
                    <a:gd name="connsiteY19" fmla="*/ 82132 h 2747756"/>
                    <a:gd name="connsiteX20" fmla="*/ 662271 w 898811"/>
                    <a:gd name="connsiteY20" fmla="*/ 1166 h 2747756"/>
                    <a:gd name="connsiteX21" fmla="*/ 517811 w 898811"/>
                    <a:gd name="connsiteY21" fmla="*/ 167857 h 2747756"/>
                    <a:gd name="connsiteX22" fmla="*/ 613061 w 898811"/>
                    <a:gd name="connsiteY22" fmla="*/ 399631 h 2747756"/>
                    <a:gd name="connsiteX23" fmla="*/ 530509 w 898811"/>
                    <a:gd name="connsiteY23" fmla="*/ 558379 h 2747756"/>
                    <a:gd name="connsiteX24" fmla="*/ 486059 w 898811"/>
                    <a:gd name="connsiteY24" fmla="*/ 672678 h 2747756"/>
                    <a:gd name="connsiteX25" fmla="*/ 508284 w 898811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46078 w 898555"/>
                    <a:gd name="connsiteY4" fmla="*/ 2237954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326 w 898853"/>
                    <a:gd name="connsiteY0" fmla="*/ 1088604 h 2751668"/>
                    <a:gd name="connsiteX1" fmla="*/ 443239 w 898853"/>
                    <a:gd name="connsiteY1" fmla="*/ 1310854 h 2751668"/>
                    <a:gd name="connsiteX2" fmla="*/ 440063 w 898853"/>
                    <a:gd name="connsiteY2" fmla="*/ 1609304 h 2751668"/>
                    <a:gd name="connsiteX3" fmla="*/ 390851 w 898853"/>
                    <a:gd name="connsiteY3" fmla="*/ 1968079 h 2751668"/>
                    <a:gd name="connsiteX4" fmla="*/ 151138 w 898853"/>
                    <a:gd name="connsiteY4" fmla="*/ 2226841 h 2751668"/>
                    <a:gd name="connsiteX5" fmla="*/ 86054 w 898853"/>
                    <a:gd name="connsiteY5" fmla="*/ 2466557 h 2751668"/>
                    <a:gd name="connsiteX6" fmla="*/ 326 w 898853"/>
                    <a:gd name="connsiteY6" fmla="*/ 2587204 h 2751668"/>
                    <a:gd name="connsiteX7" fmla="*/ 119388 w 898853"/>
                    <a:gd name="connsiteY7" fmla="*/ 2685629 h 2751668"/>
                    <a:gd name="connsiteX8" fmla="*/ 365451 w 898853"/>
                    <a:gd name="connsiteY8" fmla="*/ 2730078 h 2751668"/>
                    <a:gd name="connsiteX9" fmla="*/ 187651 w 898853"/>
                    <a:gd name="connsiteY9" fmla="*/ 2542754 h 2751668"/>
                    <a:gd name="connsiteX10" fmla="*/ 346404 w 898853"/>
                    <a:gd name="connsiteY10" fmla="*/ 2320508 h 2751668"/>
                    <a:gd name="connsiteX11" fmla="*/ 587701 w 898853"/>
                    <a:gd name="connsiteY11" fmla="*/ 2079204 h 2751668"/>
                    <a:gd name="connsiteX12" fmla="*/ 794076 w 898853"/>
                    <a:gd name="connsiteY12" fmla="*/ 1568029 h 2751668"/>
                    <a:gd name="connsiteX13" fmla="*/ 876626 w 898853"/>
                    <a:gd name="connsiteY13" fmla="*/ 1269579 h 2751668"/>
                    <a:gd name="connsiteX14" fmla="*/ 825826 w 898853"/>
                    <a:gd name="connsiteY14" fmla="*/ 1069554 h 2751668"/>
                    <a:gd name="connsiteX15" fmla="*/ 898853 w 898853"/>
                    <a:gd name="connsiteY15" fmla="*/ 799682 h 2751668"/>
                    <a:gd name="connsiteX16" fmla="*/ 759154 w 898853"/>
                    <a:gd name="connsiteY16" fmla="*/ 440907 h 2751668"/>
                    <a:gd name="connsiteX17" fmla="*/ 848054 w 898853"/>
                    <a:gd name="connsiteY17" fmla="*/ 374232 h 2751668"/>
                    <a:gd name="connsiteX18" fmla="*/ 882978 w 898853"/>
                    <a:gd name="connsiteY18" fmla="*/ 256757 h 2751668"/>
                    <a:gd name="connsiteX19" fmla="*/ 838529 w 898853"/>
                    <a:gd name="connsiteY19" fmla="*/ 82132 h 2751668"/>
                    <a:gd name="connsiteX20" fmla="*/ 662313 w 898853"/>
                    <a:gd name="connsiteY20" fmla="*/ 1166 h 2751668"/>
                    <a:gd name="connsiteX21" fmla="*/ 517853 w 898853"/>
                    <a:gd name="connsiteY21" fmla="*/ 167857 h 2751668"/>
                    <a:gd name="connsiteX22" fmla="*/ 613103 w 898853"/>
                    <a:gd name="connsiteY22" fmla="*/ 399631 h 2751668"/>
                    <a:gd name="connsiteX23" fmla="*/ 530551 w 898853"/>
                    <a:gd name="connsiteY23" fmla="*/ 558379 h 2751668"/>
                    <a:gd name="connsiteX24" fmla="*/ 486101 w 898853"/>
                    <a:gd name="connsiteY24" fmla="*/ 672678 h 2751668"/>
                    <a:gd name="connsiteX25" fmla="*/ 508326 w 898853"/>
                    <a:gd name="connsiteY25" fmla="*/ 1088604 h 2751668"/>
                    <a:gd name="connsiteX0" fmla="*/ 508326 w 898853"/>
                    <a:gd name="connsiteY0" fmla="*/ 1088604 h 2746721"/>
                    <a:gd name="connsiteX1" fmla="*/ 443239 w 898853"/>
                    <a:gd name="connsiteY1" fmla="*/ 1310854 h 2746721"/>
                    <a:gd name="connsiteX2" fmla="*/ 440063 w 898853"/>
                    <a:gd name="connsiteY2" fmla="*/ 1609304 h 2746721"/>
                    <a:gd name="connsiteX3" fmla="*/ 390851 w 898853"/>
                    <a:gd name="connsiteY3" fmla="*/ 1968079 h 2746721"/>
                    <a:gd name="connsiteX4" fmla="*/ 151138 w 898853"/>
                    <a:gd name="connsiteY4" fmla="*/ 2226841 h 2746721"/>
                    <a:gd name="connsiteX5" fmla="*/ 86054 w 898853"/>
                    <a:gd name="connsiteY5" fmla="*/ 2466557 h 2746721"/>
                    <a:gd name="connsiteX6" fmla="*/ 326 w 898853"/>
                    <a:gd name="connsiteY6" fmla="*/ 2587204 h 2746721"/>
                    <a:gd name="connsiteX7" fmla="*/ 119388 w 898853"/>
                    <a:gd name="connsiteY7" fmla="*/ 2685629 h 2746721"/>
                    <a:gd name="connsiteX8" fmla="*/ 365451 w 898853"/>
                    <a:gd name="connsiteY8" fmla="*/ 2730078 h 2746721"/>
                    <a:gd name="connsiteX9" fmla="*/ 187651 w 898853"/>
                    <a:gd name="connsiteY9" fmla="*/ 2542754 h 2746721"/>
                    <a:gd name="connsiteX10" fmla="*/ 346404 w 898853"/>
                    <a:gd name="connsiteY10" fmla="*/ 2320508 h 2746721"/>
                    <a:gd name="connsiteX11" fmla="*/ 587701 w 898853"/>
                    <a:gd name="connsiteY11" fmla="*/ 2079204 h 2746721"/>
                    <a:gd name="connsiteX12" fmla="*/ 794076 w 898853"/>
                    <a:gd name="connsiteY12" fmla="*/ 1568029 h 2746721"/>
                    <a:gd name="connsiteX13" fmla="*/ 876626 w 898853"/>
                    <a:gd name="connsiteY13" fmla="*/ 1269579 h 2746721"/>
                    <a:gd name="connsiteX14" fmla="*/ 825826 w 898853"/>
                    <a:gd name="connsiteY14" fmla="*/ 1069554 h 2746721"/>
                    <a:gd name="connsiteX15" fmla="*/ 898853 w 898853"/>
                    <a:gd name="connsiteY15" fmla="*/ 799682 h 2746721"/>
                    <a:gd name="connsiteX16" fmla="*/ 759154 w 898853"/>
                    <a:gd name="connsiteY16" fmla="*/ 440907 h 2746721"/>
                    <a:gd name="connsiteX17" fmla="*/ 848054 w 898853"/>
                    <a:gd name="connsiteY17" fmla="*/ 374232 h 2746721"/>
                    <a:gd name="connsiteX18" fmla="*/ 882978 w 898853"/>
                    <a:gd name="connsiteY18" fmla="*/ 256757 h 2746721"/>
                    <a:gd name="connsiteX19" fmla="*/ 838529 w 898853"/>
                    <a:gd name="connsiteY19" fmla="*/ 82132 h 2746721"/>
                    <a:gd name="connsiteX20" fmla="*/ 662313 w 898853"/>
                    <a:gd name="connsiteY20" fmla="*/ 1166 h 2746721"/>
                    <a:gd name="connsiteX21" fmla="*/ 517853 w 898853"/>
                    <a:gd name="connsiteY21" fmla="*/ 167857 h 2746721"/>
                    <a:gd name="connsiteX22" fmla="*/ 613103 w 898853"/>
                    <a:gd name="connsiteY22" fmla="*/ 399631 h 2746721"/>
                    <a:gd name="connsiteX23" fmla="*/ 530551 w 898853"/>
                    <a:gd name="connsiteY23" fmla="*/ 558379 h 2746721"/>
                    <a:gd name="connsiteX24" fmla="*/ 486101 w 898853"/>
                    <a:gd name="connsiteY24" fmla="*/ 672678 h 2746721"/>
                    <a:gd name="connsiteX25" fmla="*/ 508326 w 898853"/>
                    <a:gd name="connsiteY25" fmla="*/ 1088604 h 2746721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51138 w 898853"/>
                    <a:gd name="connsiteY4" fmla="*/ 2226841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486101 w 898853"/>
                    <a:gd name="connsiteY0" fmla="*/ 672678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0" fmla="*/ 486101 w 898853"/>
                    <a:gd name="connsiteY0" fmla="*/ 672678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25826 w 898853"/>
                    <a:gd name="connsiteY13" fmla="*/ 1069554 h 2752057"/>
                    <a:gd name="connsiteX14" fmla="*/ 898853 w 898853"/>
                    <a:gd name="connsiteY14" fmla="*/ 799682 h 2752057"/>
                    <a:gd name="connsiteX15" fmla="*/ 759154 w 898853"/>
                    <a:gd name="connsiteY15" fmla="*/ 440907 h 2752057"/>
                    <a:gd name="connsiteX16" fmla="*/ 848054 w 898853"/>
                    <a:gd name="connsiteY16" fmla="*/ 374232 h 2752057"/>
                    <a:gd name="connsiteX17" fmla="*/ 882978 w 898853"/>
                    <a:gd name="connsiteY17" fmla="*/ 256757 h 2752057"/>
                    <a:gd name="connsiteX18" fmla="*/ 838529 w 898853"/>
                    <a:gd name="connsiteY18" fmla="*/ 82132 h 2752057"/>
                    <a:gd name="connsiteX19" fmla="*/ 662313 w 898853"/>
                    <a:gd name="connsiteY19" fmla="*/ 1166 h 2752057"/>
                    <a:gd name="connsiteX20" fmla="*/ 517853 w 898853"/>
                    <a:gd name="connsiteY20" fmla="*/ 167857 h 2752057"/>
                    <a:gd name="connsiteX21" fmla="*/ 613103 w 898853"/>
                    <a:gd name="connsiteY21" fmla="*/ 399631 h 2752057"/>
                    <a:gd name="connsiteX22" fmla="*/ 530551 w 898853"/>
                    <a:gd name="connsiteY22" fmla="*/ 558379 h 2752057"/>
                    <a:gd name="connsiteX23" fmla="*/ 486101 w 898853"/>
                    <a:gd name="connsiteY23" fmla="*/ 672678 h 2752057"/>
                    <a:gd name="connsiteX0" fmla="*/ 486101 w 882978"/>
                    <a:gd name="connsiteY0" fmla="*/ 672678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25826 w 882978"/>
                    <a:gd name="connsiteY13" fmla="*/ 1069554 h 2752057"/>
                    <a:gd name="connsiteX14" fmla="*/ 759154 w 882978"/>
                    <a:gd name="connsiteY14" fmla="*/ 440907 h 2752057"/>
                    <a:gd name="connsiteX15" fmla="*/ 848054 w 882978"/>
                    <a:gd name="connsiteY15" fmla="*/ 374232 h 2752057"/>
                    <a:gd name="connsiteX16" fmla="*/ 882978 w 882978"/>
                    <a:gd name="connsiteY16" fmla="*/ 256757 h 2752057"/>
                    <a:gd name="connsiteX17" fmla="*/ 838529 w 882978"/>
                    <a:gd name="connsiteY17" fmla="*/ 82132 h 2752057"/>
                    <a:gd name="connsiteX18" fmla="*/ 662313 w 882978"/>
                    <a:gd name="connsiteY18" fmla="*/ 1166 h 2752057"/>
                    <a:gd name="connsiteX19" fmla="*/ 517853 w 882978"/>
                    <a:gd name="connsiteY19" fmla="*/ 167857 h 2752057"/>
                    <a:gd name="connsiteX20" fmla="*/ 613103 w 882978"/>
                    <a:gd name="connsiteY20" fmla="*/ 399631 h 2752057"/>
                    <a:gd name="connsiteX21" fmla="*/ 530551 w 882978"/>
                    <a:gd name="connsiteY21" fmla="*/ 558379 h 2752057"/>
                    <a:gd name="connsiteX22" fmla="*/ 486101 w 882978"/>
                    <a:gd name="connsiteY22" fmla="*/ 672678 h 2752057"/>
                    <a:gd name="connsiteX0" fmla="*/ 486101 w 885823"/>
                    <a:gd name="connsiteY0" fmla="*/ 672678 h 2752057"/>
                    <a:gd name="connsiteX1" fmla="*/ 443239 w 885823"/>
                    <a:gd name="connsiteY1" fmla="*/ 1310854 h 2752057"/>
                    <a:gd name="connsiteX2" fmla="*/ 440063 w 885823"/>
                    <a:gd name="connsiteY2" fmla="*/ 1609304 h 2752057"/>
                    <a:gd name="connsiteX3" fmla="*/ 390851 w 885823"/>
                    <a:gd name="connsiteY3" fmla="*/ 1968079 h 2752057"/>
                    <a:gd name="connsiteX4" fmla="*/ 162250 w 885823"/>
                    <a:gd name="connsiteY4" fmla="*/ 2223666 h 2752057"/>
                    <a:gd name="connsiteX5" fmla="*/ 86054 w 885823"/>
                    <a:gd name="connsiteY5" fmla="*/ 2466557 h 2752057"/>
                    <a:gd name="connsiteX6" fmla="*/ 326 w 885823"/>
                    <a:gd name="connsiteY6" fmla="*/ 2587204 h 2752057"/>
                    <a:gd name="connsiteX7" fmla="*/ 119388 w 885823"/>
                    <a:gd name="connsiteY7" fmla="*/ 2685629 h 2752057"/>
                    <a:gd name="connsiteX8" fmla="*/ 365451 w 885823"/>
                    <a:gd name="connsiteY8" fmla="*/ 2730078 h 2752057"/>
                    <a:gd name="connsiteX9" fmla="*/ 187651 w 885823"/>
                    <a:gd name="connsiteY9" fmla="*/ 2542754 h 2752057"/>
                    <a:gd name="connsiteX10" fmla="*/ 346404 w 885823"/>
                    <a:gd name="connsiteY10" fmla="*/ 2320508 h 2752057"/>
                    <a:gd name="connsiteX11" fmla="*/ 587701 w 885823"/>
                    <a:gd name="connsiteY11" fmla="*/ 2079204 h 2752057"/>
                    <a:gd name="connsiteX12" fmla="*/ 794076 w 885823"/>
                    <a:gd name="connsiteY12" fmla="*/ 1568029 h 2752057"/>
                    <a:gd name="connsiteX13" fmla="*/ 825826 w 885823"/>
                    <a:gd name="connsiteY13" fmla="*/ 1069554 h 2752057"/>
                    <a:gd name="connsiteX14" fmla="*/ 759154 w 885823"/>
                    <a:gd name="connsiteY14" fmla="*/ 440907 h 2752057"/>
                    <a:gd name="connsiteX15" fmla="*/ 882978 w 885823"/>
                    <a:gd name="connsiteY15" fmla="*/ 256757 h 2752057"/>
                    <a:gd name="connsiteX16" fmla="*/ 838529 w 885823"/>
                    <a:gd name="connsiteY16" fmla="*/ 82132 h 2752057"/>
                    <a:gd name="connsiteX17" fmla="*/ 662313 w 885823"/>
                    <a:gd name="connsiteY17" fmla="*/ 1166 h 2752057"/>
                    <a:gd name="connsiteX18" fmla="*/ 517853 w 885823"/>
                    <a:gd name="connsiteY18" fmla="*/ 167857 h 2752057"/>
                    <a:gd name="connsiteX19" fmla="*/ 613103 w 885823"/>
                    <a:gd name="connsiteY19" fmla="*/ 399631 h 2752057"/>
                    <a:gd name="connsiteX20" fmla="*/ 530551 w 885823"/>
                    <a:gd name="connsiteY20" fmla="*/ 558379 h 2752057"/>
                    <a:gd name="connsiteX21" fmla="*/ 486101 w 885823"/>
                    <a:gd name="connsiteY21" fmla="*/ 672678 h 2752057"/>
                    <a:gd name="connsiteX0" fmla="*/ 486101 w 840402"/>
                    <a:gd name="connsiteY0" fmla="*/ 673911 h 2753290"/>
                    <a:gd name="connsiteX1" fmla="*/ 443239 w 840402"/>
                    <a:gd name="connsiteY1" fmla="*/ 1312087 h 2753290"/>
                    <a:gd name="connsiteX2" fmla="*/ 440063 w 840402"/>
                    <a:gd name="connsiteY2" fmla="*/ 1610537 h 2753290"/>
                    <a:gd name="connsiteX3" fmla="*/ 390851 w 840402"/>
                    <a:gd name="connsiteY3" fmla="*/ 1969312 h 2753290"/>
                    <a:gd name="connsiteX4" fmla="*/ 162250 w 840402"/>
                    <a:gd name="connsiteY4" fmla="*/ 2224899 h 2753290"/>
                    <a:gd name="connsiteX5" fmla="*/ 86054 w 840402"/>
                    <a:gd name="connsiteY5" fmla="*/ 2467790 h 2753290"/>
                    <a:gd name="connsiteX6" fmla="*/ 326 w 840402"/>
                    <a:gd name="connsiteY6" fmla="*/ 2588437 h 2753290"/>
                    <a:gd name="connsiteX7" fmla="*/ 119388 w 840402"/>
                    <a:gd name="connsiteY7" fmla="*/ 2686862 h 2753290"/>
                    <a:gd name="connsiteX8" fmla="*/ 365451 w 840402"/>
                    <a:gd name="connsiteY8" fmla="*/ 2731311 h 2753290"/>
                    <a:gd name="connsiteX9" fmla="*/ 187651 w 840402"/>
                    <a:gd name="connsiteY9" fmla="*/ 2543987 h 2753290"/>
                    <a:gd name="connsiteX10" fmla="*/ 346404 w 840402"/>
                    <a:gd name="connsiteY10" fmla="*/ 2321741 h 2753290"/>
                    <a:gd name="connsiteX11" fmla="*/ 587701 w 840402"/>
                    <a:gd name="connsiteY11" fmla="*/ 2080437 h 2753290"/>
                    <a:gd name="connsiteX12" fmla="*/ 794076 w 840402"/>
                    <a:gd name="connsiteY12" fmla="*/ 1569262 h 2753290"/>
                    <a:gd name="connsiteX13" fmla="*/ 825826 w 840402"/>
                    <a:gd name="connsiteY13" fmla="*/ 1070787 h 2753290"/>
                    <a:gd name="connsiteX14" fmla="*/ 759154 w 840402"/>
                    <a:gd name="connsiteY14" fmla="*/ 442140 h 2753290"/>
                    <a:gd name="connsiteX15" fmla="*/ 838529 w 840402"/>
                    <a:gd name="connsiteY15" fmla="*/ 83365 h 2753290"/>
                    <a:gd name="connsiteX16" fmla="*/ 662313 w 840402"/>
                    <a:gd name="connsiteY16" fmla="*/ 2399 h 2753290"/>
                    <a:gd name="connsiteX17" fmla="*/ 517853 w 840402"/>
                    <a:gd name="connsiteY17" fmla="*/ 169090 h 2753290"/>
                    <a:gd name="connsiteX18" fmla="*/ 613103 w 840402"/>
                    <a:gd name="connsiteY18" fmla="*/ 400864 h 2753290"/>
                    <a:gd name="connsiteX19" fmla="*/ 530551 w 840402"/>
                    <a:gd name="connsiteY19" fmla="*/ 559612 h 2753290"/>
                    <a:gd name="connsiteX20" fmla="*/ 486101 w 840402"/>
                    <a:gd name="connsiteY20" fmla="*/ 673911 h 2753290"/>
                    <a:gd name="connsiteX0" fmla="*/ 486101 w 825826"/>
                    <a:gd name="connsiteY0" fmla="*/ 681094 h 2760473"/>
                    <a:gd name="connsiteX1" fmla="*/ 443239 w 825826"/>
                    <a:gd name="connsiteY1" fmla="*/ 1319270 h 2760473"/>
                    <a:gd name="connsiteX2" fmla="*/ 440063 w 825826"/>
                    <a:gd name="connsiteY2" fmla="*/ 1617720 h 2760473"/>
                    <a:gd name="connsiteX3" fmla="*/ 390851 w 825826"/>
                    <a:gd name="connsiteY3" fmla="*/ 1976495 h 2760473"/>
                    <a:gd name="connsiteX4" fmla="*/ 162250 w 825826"/>
                    <a:gd name="connsiteY4" fmla="*/ 2232082 h 2760473"/>
                    <a:gd name="connsiteX5" fmla="*/ 86054 w 825826"/>
                    <a:gd name="connsiteY5" fmla="*/ 2474973 h 2760473"/>
                    <a:gd name="connsiteX6" fmla="*/ 326 w 825826"/>
                    <a:gd name="connsiteY6" fmla="*/ 2595620 h 2760473"/>
                    <a:gd name="connsiteX7" fmla="*/ 119388 w 825826"/>
                    <a:gd name="connsiteY7" fmla="*/ 2694045 h 2760473"/>
                    <a:gd name="connsiteX8" fmla="*/ 365451 w 825826"/>
                    <a:gd name="connsiteY8" fmla="*/ 2738494 h 2760473"/>
                    <a:gd name="connsiteX9" fmla="*/ 187651 w 825826"/>
                    <a:gd name="connsiteY9" fmla="*/ 2551170 h 2760473"/>
                    <a:gd name="connsiteX10" fmla="*/ 346404 w 825826"/>
                    <a:gd name="connsiteY10" fmla="*/ 2328924 h 2760473"/>
                    <a:gd name="connsiteX11" fmla="*/ 587701 w 825826"/>
                    <a:gd name="connsiteY11" fmla="*/ 2087620 h 2760473"/>
                    <a:gd name="connsiteX12" fmla="*/ 794076 w 825826"/>
                    <a:gd name="connsiteY12" fmla="*/ 1576445 h 2760473"/>
                    <a:gd name="connsiteX13" fmla="*/ 825826 w 825826"/>
                    <a:gd name="connsiteY13" fmla="*/ 1077970 h 2760473"/>
                    <a:gd name="connsiteX14" fmla="*/ 759154 w 825826"/>
                    <a:gd name="connsiteY14" fmla="*/ 449323 h 2760473"/>
                    <a:gd name="connsiteX15" fmla="*/ 662313 w 825826"/>
                    <a:gd name="connsiteY15" fmla="*/ 9582 h 2760473"/>
                    <a:gd name="connsiteX16" fmla="*/ 517853 w 825826"/>
                    <a:gd name="connsiteY16" fmla="*/ 176273 h 2760473"/>
                    <a:gd name="connsiteX17" fmla="*/ 613103 w 825826"/>
                    <a:gd name="connsiteY17" fmla="*/ 408047 h 2760473"/>
                    <a:gd name="connsiteX18" fmla="*/ 530551 w 825826"/>
                    <a:gd name="connsiteY18" fmla="*/ 566795 h 2760473"/>
                    <a:gd name="connsiteX19" fmla="*/ 486101 w 825826"/>
                    <a:gd name="connsiteY19" fmla="*/ 681094 h 2760473"/>
                    <a:gd name="connsiteX0" fmla="*/ 486101 w 825826"/>
                    <a:gd name="connsiteY0" fmla="*/ 504821 h 2584200"/>
                    <a:gd name="connsiteX1" fmla="*/ 443239 w 825826"/>
                    <a:gd name="connsiteY1" fmla="*/ 1142997 h 2584200"/>
                    <a:gd name="connsiteX2" fmla="*/ 440063 w 825826"/>
                    <a:gd name="connsiteY2" fmla="*/ 1441447 h 2584200"/>
                    <a:gd name="connsiteX3" fmla="*/ 390851 w 825826"/>
                    <a:gd name="connsiteY3" fmla="*/ 1800222 h 2584200"/>
                    <a:gd name="connsiteX4" fmla="*/ 162250 w 825826"/>
                    <a:gd name="connsiteY4" fmla="*/ 2055809 h 2584200"/>
                    <a:gd name="connsiteX5" fmla="*/ 86054 w 825826"/>
                    <a:gd name="connsiteY5" fmla="*/ 2298700 h 2584200"/>
                    <a:gd name="connsiteX6" fmla="*/ 326 w 825826"/>
                    <a:gd name="connsiteY6" fmla="*/ 2419347 h 2584200"/>
                    <a:gd name="connsiteX7" fmla="*/ 119388 w 825826"/>
                    <a:gd name="connsiteY7" fmla="*/ 2517772 h 2584200"/>
                    <a:gd name="connsiteX8" fmla="*/ 365451 w 825826"/>
                    <a:gd name="connsiteY8" fmla="*/ 2562221 h 2584200"/>
                    <a:gd name="connsiteX9" fmla="*/ 187651 w 825826"/>
                    <a:gd name="connsiteY9" fmla="*/ 2374897 h 2584200"/>
                    <a:gd name="connsiteX10" fmla="*/ 346404 w 825826"/>
                    <a:gd name="connsiteY10" fmla="*/ 2152651 h 2584200"/>
                    <a:gd name="connsiteX11" fmla="*/ 587701 w 825826"/>
                    <a:gd name="connsiteY11" fmla="*/ 1911347 h 2584200"/>
                    <a:gd name="connsiteX12" fmla="*/ 794076 w 825826"/>
                    <a:gd name="connsiteY12" fmla="*/ 1400172 h 2584200"/>
                    <a:gd name="connsiteX13" fmla="*/ 825826 w 825826"/>
                    <a:gd name="connsiteY13" fmla="*/ 901697 h 2584200"/>
                    <a:gd name="connsiteX14" fmla="*/ 759154 w 825826"/>
                    <a:gd name="connsiteY14" fmla="*/ 273050 h 2584200"/>
                    <a:gd name="connsiteX15" fmla="*/ 517853 w 825826"/>
                    <a:gd name="connsiteY15" fmla="*/ 0 h 2584200"/>
                    <a:gd name="connsiteX16" fmla="*/ 613103 w 825826"/>
                    <a:gd name="connsiteY16" fmla="*/ 231774 h 2584200"/>
                    <a:gd name="connsiteX17" fmla="*/ 530551 w 825826"/>
                    <a:gd name="connsiteY17" fmla="*/ 390522 h 2584200"/>
                    <a:gd name="connsiteX18" fmla="*/ 486101 w 825826"/>
                    <a:gd name="connsiteY18" fmla="*/ 504821 h 2584200"/>
                    <a:gd name="connsiteX0" fmla="*/ 486101 w 825826"/>
                    <a:gd name="connsiteY0" fmla="*/ 301686 h 2381065"/>
                    <a:gd name="connsiteX1" fmla="*/ 443239 w 825826"/>
                    <a:gd name="connsiteY1" fmla="*/ 939862 h 2381065"/>
                    <a:gd name="connsiteX2" fmla="*/ 440063 w 825826"/>
                    <a:gd name="connsiteY2" fmla="*/ 1238312 h 2381065"/>
                    <a:gd name="connsiteX3" fmla="*/ 390851 w 825826"/>
                    <a:gd name="connsiteY3" fmla="*/ 1597087 h 2381065"/>
                    <a:gd name="connsiteX4" fmla="*/ 162250 w 825826"/>
                    <a:gd name="connsiteY4" fmla="*/ 1852674 h 2381065"/>
                    <a:gd name="connsiteX5" fmla="*/ 86054 w 825826"/>
                    <a:gd name="connsiteY5" fmla="*/ 2095565 h 2381065"/>
                    <a:gd name="connsiteX6" fmla="*/ 326 w 825826"/>
                    <a:gd name="connsiteY6" fmla="*/ 2216212 h 2381065"/>
                    <a:gd name="connsiteX7" fmla="*/ 119388 w 825826"/>
                    <a:gd name="connsiteY7" fmla="*/ 2314637 h 2381065"/>
                    <a:gd name="connsiteX8" fmla="*/ 365451 w 825826"/>
                    <a:gd name="connsiteY8" fmla="*/ 2359086 h 2381065"/>
                    <a:gd name="connsiteX9" fmla="*/ 187651 w 825826"/>
                    <a:gd name="connsiteY9" fmla="*/ 2171762 h 2381065"/>
                    <a:gd name="connsiteX10" fmla="*/ 346404 w 825826"/>
                    <a:gd name="connsiteY10" fmla="*/ 1949516 h 2381065"/>
                    <a:gd name="connsiteX11" fmla="*/ 587701 w 825826"/>
                    <a:gd name="connsiteY11" fmla="*/ 1708212 h 2381065"/>
                    <a:gd name="connsiteX12" fmla="*/ 794076 w 825826"/>
                    <a:gd name="connsiteY12" fmla="*/ 1197037 h 2381065"/>
                    <a:gd name="connsiteX13" fmla="*/ 825826 w 825826"/>
                    <a:gd name="connsiteY13" fmla="*/ 698562 h 2381065"/>
                    <a:gd name="connsiteX14" fmla="*/ 759154 w 825826"/>
                    <a:gd name="connsiteY14" fmla="*/ 69915 h 2381065"/>
                    <a:gd name="connsiteX15" fmla="*/ 613103 w 825826"/>
                    <a:gd name="connsiteY15" fmla="*/ 28639 h 2381065"/>
                    <a:gd name="connsiteX16" fmla="*/ 530551 w 825826"/>
                    <a:gd name="connsiteY16" fmla="*/ 187387 h 2381065"/>
                    <a:gd name="connsiteX17" fmla="*/ 486101 w 825826"/>
                    <a:gd name="connsiteY17" fmla="*/ 301686 h 2381065"/>
                    <a:gd name="connsiteX0" fmla="*/ 486101 w 825826"/>
                    <a:gd name="connsiteY0" fmla="*/ 273047 h 2352426"/>
                    <a:gd name="connsiteX1" fmla="*/ 443239 w 825826"/>
                    <a:gd name="connsiteY1" fmla="*/ 911223 h 2352426"/>
                    <a:gd name="connsiteX2" fmla="*/ 440063 w 825826"/>
                    <a:gd name="connsiteY2" fmla="*/ 1209673 h 2352426"/>
                    <a:gd name="connsiteX3" fmla="*/ 390851 w 825826"/>
                    <a:gd name="connsiteY3" fmla="*/ 1568448 h 2352426"/>
                    <a:gd name="connsiteX4" fmla="*/ 162250 w 825826"/>
                    <a:gd name="connsiteY4" fmla="*/ 1824035 h 2352426"/>
                    <a:gd name="connsiteX5" fmla="*/ 86054 w 825826"/>
                    <a:gd name="connsiteY5" fmla="*/ 2066926 h 2352426"/>
                    <a:gd name="connsiteX6" fmla="*/ 326 w 825826"/>
                    <a:gd name="connsiteY6" fmla="*/ 2187573 h 2352426"/>
                    <a:gd name="connsiteX7" fmla="*/ 119388 w 825826"/>
                    <a:gd name="connsiteY7" fmla="*/ 2285998 h 2352426"/>
                    <a:gd name="connsiteX8" fmla="*/ 365451 w 825826"/>
                    <a:gd name="connsiteY8" fmla="*/ 2330447 h 2352426"/>
                    <a:gd name="connsiteX9" fmla="*/ 187651 w 825826"/>
                    <a:gd name="connsiteY9" fmla="*/ 2143123 h 2352426"/>
                    <a:gd name="connsiteX10" fmla="*/ 346404 w 825826"/>
                    <a:gd name="connsiteY10" fmla="*/ 1920877 h 2352426"/>
                    <a:gd name="connsiteX11" fmla="*/ 587701 w 825826"/>
                    <a:gd name="connsiteY11" fmla="*/ 1679573 h 2352426"/>
                    <a:gd name="connsiteX12" fmla="*/ 794076 w 825826"/>
                    <a:gd name="connsiteY12" fmla="*/ 1168398 h 2352426"/>
                    <a:gd name="connsiteX13" fmla="*/ 825826 w 825826"/>
                    <a:gd name="connsiteY13" fmla="*/ 669923 h 2352426"/>
                    <a:gd name="connsiteX14" fmla="*/ 613103 w 825826"/>
                    <a:gd name="connsiteY14" fmla="*/ 0 h 2352426"/>
                    <a:gd name="connsiteX15" fmla="*/ 530551 w 825826"/>
                    <a:gd name="connsiteY15" fmla="*/ 158748 h 2352426"/>
                    <a:gd name="connsiteX16" fmla="*/ 486101 w 825826"/>
                    <a:gd name="connsiteY16" fmla="*/ 273047 h 2352426"/>
                    <a:gd name="connsiteX0" fmla="*/ 486101 w 825826"/>
                    <a:gd name="connsiteY0" fmla="*/ 142512 h 2221891"/>
                    <a:gd name="connsiteX1" fmla="*/ 443239 w 825826"/>
                    <a:gd name="connsiteY1" fmla="*/ 780688 h 2221891"/>
                    <a:gd name="connsiteX2" fmla="*/ 440063 w 825826"/>
                    <a:gd name="connsiteY2" fmla="*/ 1079138 h 2221891"/>
                    <a:gd name="connsiteX3" fmla="*/ 390851 w 825826"/>
                    <a:gd name="connsiteY3" fmla="*/ 1437913 h 2221891"/>
                    <a:gd name="connsiteX4" fmla="*/ 162250 w 825826"/>
                    <a:gd name="connsiteY4" fmla="*/ 1693500 h 2221891"/>
                    <a:gd name="connsiteX5" fmla="*/ 86054 w 825826"/>
                    <a:gd name="connsiteY5" fmla="*/ 1936391 h 2221891"/>
                    <a:gd name="connsiteX6" fmla="*/ 326 w 825826"/>
                    <a:gd name="connsiteY6" fmla="*/ 2057038 h 2221891"/>
                    <a:gd name="connsiteX7" fmla="*/ 119388 w 825826"/>
                    <a:gd name="connsiteY7" fmla="*/ 2155463 h 2221891"/>
                    <a:gd name="connsiteX8" fmla="*/ 365451 w 825826"/>
                    <a:gd name="connsiteY8" fmla="*/ 2199912 h 2221891"/>
                    <a:gd name="connsiteX9" fmla="*/ 187651 w 825826"/>
                    <a:gd name="connsiteY9" fmla="*/ 2012588 h 2221891"/>
                    <a:gd name="connsiteX10" fmla="*/ 346404 w 825826"/>
                    <a:gd name="connsiteY10" fmla="*/ 1790342 h 2221891"/>
                    <a:gd name="connsiteX11" fmla="*/ 587701 w 825826"/>
                    <a:gd name="connsiteY11" fmla="*/ 1549038 h 2221891"/>
                    <a:gd name="connsiteX12" fmla="*/ 794076 w 825826"/>
                    <a:gd name="connsiteY12" fmla="*/ 1037863 h 2221891"/>
                    <a:gd name="connsiteX13" fmla="*/ 825826 w 825826"/>
                    <a:gd name="connsiteY13" fmla="*/ 539388 h 2221891"/>
                    <a:gd name="connsiteX14" fmla="*/ 530551 w 825826"/>
                    <a:gd name="connsiteY14" fmla="*/ 28213 h 2221891"/>
                    <a:gd name="connsiteX15" fmla="*/ 486101 w 825826"/>
                    <a:gd name="connsiteY15" fmla="*/ 142512 h 2221891"/>
                    <a:gd name="connsiteX0" fmla="*/ 486101 w 825826"/>
                    <a:gd name="connsiteY0" fmla="*/ 3813 h 2083192"/>
                    <a:gd name="connsiteX1" fmla="*/ 443239 w 825826"/>
                    <a:gd name="connsiteY1" fmla="*/ 641989 h 2083192"/>
                    <a:gd name="connsiteX2" fmla="*/ 440063 w 825826"/>
                    <a:gd name="connsiteY2" fmla="*/ 940439 h 2083192"/>
                    <a:gd name="connsiteX3" fmla="*/ 390851 w 825826"/>
                    <a:gd name="connsiteY3" fmla="*/ 1299214 h 2083192"/>
                    <a:gd name="connsiteX4" fmla="*/ 162250 w 825826"/>
                    <a:gd name="connsiteY4" fmla="*/ 1554801 h 2083192"/>
                    <a:gd name="connsiteX5" fmla="*/ 86054 w 825826"/>
                    <a:gd name="connsiteY5" fmla="*/ 1797692 h 2083192"/>
                    <a:gd name="connsiteX6" fmla="*/ 326 w 825826"/>
                    <a:gd name="connsiteY6" fmla="*/ 1918339 h 2083192"/>
                    <a:gd name="connsiteX7" fmla="*/ 119388 w 825826"/>
                    <a:gd name="connsiteY7" fmla="*/ 2016764 h 2083192"/>
                    <a:gd name="connsiteX8" fmla="*/ 365451 w 825826"/>
                    <a:gd name="connsiteY8" fmla="*/ 2061213 h 2083192"/>
                    <a:gd name="connsiteX9" fmla="*/ 187651 w 825826"/>
                    <a:gd name="connsiteY9" fmla="*/ 1873889 h 2083192"/>
                    <a:gd name="connsiteX10" fmla="*/ 346404 w 825826"/>
                    <a:gd name="connsiteY10" fmla="*/ 1651643 h 2083192"/>
                    <a:gd name="connsiteX11" fmla="*/ 587701 w 825826"/>
                    <a:gd name="connsiteY11" fmla="*/ 1410339 h 2083192"/>
                    <a:gd name="connsiteX12" fmla="*/ 794076 w 825826"/>
                    <a:gd name="connsiteY12" fmla="*/ 899164 h 2083192"/>
                    <a:gd name="connsiteX13" fmla="*/ 825826 w 825826"/>
                    <a:gd name="connsiteY13" fmla="*/ 400689 h 2083192"/>
                    <a:gd name="connsiteX14" fmla="*/ 486101 w 825826"/>
                    <a:gd name="connsiteY14" fmla="*/ 3813 h 2083192"/>
                    <a:gd name="connsiteX0" fmla="*/ 486101 w 883230"/>
                    <a:gd name="connsiteY0" fmla="*/ 0 h 2079379"/>
                    <a:gd name="connsiteX1" fmla="*/ 443239 w 883230"/>
                    <a:gd name="connsiteY1" fmla="*/ 638176 h 2079379"/>
                    <a:gd name="connsiteX2" fmla="*/ 440063 w 883230"/>
                    <a:gd name="connsiteY2" fmla="*/ 936626 h 2079379"/>
                    <a:gd name="connsiteX3" fmla="*/ 390851 w 883230"/>
                    <a:gd name="connsiteY3" fmla="*/ 1295401 h 2079379"/>
                    <a:gd name="connsiteX4" fmla="*/ 162250 w 883230"/>
                    <a:gd name="connsiteY4" fmla="*/ 1550988 h 2079379"/>
                    <a:gd name="connsiteX5" fmla="*/ 86054 w 883230"/>
                    <a:gd name="connsiteY5" fmla="*/ 1793879 h 2079379"/>
                    <a:gd name="connsiteX6" fmla="*/ 326 w 883230"/>
                    <a:gd name="connsiteY6" fmla="*/ 1914526 h 2079379"/>
                    <a:gd name="connsiteX7" fmla="*/ 119388 w 883230"/>
                    <a:gd name="connsiteY7" fmla="*/ 2012951 h 2079379"/>
                    <a:gd name="connsiteX8" fmla="*/ 365451 w 883230"/>
                    <a:gd name="connsiteY8" fmla="*/ 2057400 h 2079379"/>
                    <a:gd name="connsiteX9" fmla="*/ 187651 w 883230"/>
                    <a:gd name="connsiteY9" fmla="*/ 1870076 h 2079379"/>
                    <a:gd name="connsiteX10" fmla="*/ 346404 w 883230"/>
                    <a:gd name="connsiteY10" fmla="*/ 1647830 h 2079379"/>
                    <a:gd name="connsiteX11" fmla="*/ 587701 w 883230"/>
                    <a:gd name="connsiteY11" fmla="*/ 1406526 h 2079379"/>
                    <a:gd name="connsiteX12" fmla="*/ 794076 w 883230"/>
                    <a:gd name="connsiteY12" fmla="*/ 895351 h 2079379"/>
                    <a:gd name="connsiteX13" fmla="*/ 883230 w 883230"/>
                    <a:gd name="connsiteY13" fmla="*/ 456245 h 2079379"/>
                    <a:gd name="connsiteX0" fmla="*/ 486101 w 794076"/>
                    <a:gd name="connsiteY0" fmla="*/ 0 h 2079379"/>
                    <a:gd name="connsiteX1" fmla="*/ 443239 w 794076"/>
                    <a:gd name="connsiteY1" fmla="*/ 638176 h 2079379"/>
                    <a:gd name="connsiteX2" fmla="*/ 440063 w 794076"/>
                    <a:gd name="connsiteY2" fmla="*/ 936626 h 2079379"/>
                    <a:gd name="connsiteX3" fmla="*/ 390851 w 794076"/>
                    <a:gd name="connsiteY3" fmla="*/ 1295401 h 2079379"/>
                    <a:gd name="connsiteX4" fmla="*/ 162250 w 794076"/>
                    <a:gd name="connsiteY4" fmla="*/ 1550988 h 2079379"/>
                    <a:gd name="connsiteX5" fmla="*/ 86054 w 794076"/>
                    <a:gd name="connsiteY5" fmla="*/ 1793879 h 2079379"/>
                    <a:gd name="connsiteX6" fmla="*/ 326 w 794076"/>
                    <a:gd name="connsiteY6" fmla="*/ 1914526 h 2079379"/>
                    <a:gd name="connsiteX7" fmla="*/ 119388 w 794076"/>
                    <a:gd name="connsiteY7" fmla="*/ 2012951 h 2079379"/>
                    <a:gd name="connsiteX8" fmla="*/ 365451 w 794076"/>
                    <a:gd name="connsiteY8" fmla="*/ 2057400 h 2079379"/>
                    <a:gd name="connsiteX9" fmla="*/ 187651 w 794076"/>
                    <a:gd name="connsiteY9" fmla="*/ 1870076 h 2079379"/>
                    <a:gd name="connsiteX10" fmla="*/ 346404 w 794076"/>
                    <a:gd name="connsiteY10" fmla="*/ 1647830 h 2079379"/>
                    <a:gd name="connsiteX11" fmla="*/ 587701 w 794076"/>
                    <a:gd name="connsiteY11" fmla="*/ 1406526 h 2079379"/>
                    <a:gd name="connsiteX12" fmla="*/ 794076 w 794076"/>
                    <a:gd name="connsiteY12" fmla="*/ 895351 h 2079379"/>
                    <a:gd name="connsiteX0" fmla="*/ 443239 w 794076"/>
                    <a:gd name="connsiteY0" fmla="*/ 0 h 1441203"/>
                    <a:gd name="connsiteX1" fmla="*/ 440063 w 794076"/>
                    <a:gd name="connsiteY1" fmla="*/ 298450 h 1441203"/>
                    <a:gd name="connsiteX2" fmla="*/ 390851 w 794076"/>
                    <a:gd name="connsiteY2" fmla="*/ 657225 h 1441203"/>
                    <a:gd name="connsiteX3" fmla="*/ 162250 w 794076"/>
                    <a:gd name="connsiteY3" fmla="*/ 912812 h 1441203"/>
                    <a:gd name="connsiteX4" fmla="*/ 86054 w 794076"/>
                    <a:gd name="connsiteY4" fmla="*/ 1155703 h 1441203"/>
                    <a:gd name="connsiteX5" fmla="*/ 326 w 794076"/>
                    <a:gd name="connsiteY5" fmla="*/ 1276350 h 1441203"/>
                    <a:gd name="connsiteX6" fmla="*/ 119388 w 794076"/>
                    <a:gd name="connsiteY6" fmla="*/ 1374775 h 1441203"/>
                    <a:gd name="connsiteX7" fmla="*/ 365451 w 794076"/>
                    <a:gd name="connsiteY7" fmla="*/ 1419224 h 1441203"/>
                    <a:gd name="connsiteX8" fmla="*/ 187651 w 794076"/>
                    <a:gd name="connsiteY8" fmla="*/ 1231900 h 1441203"/>
                    <a:gd name="connsiteX9" fmla="*/ 346404 w 794076"/>
                    <a:gd name="connsiteY9" fmla="*/ 1009654 h 1441203"/>
                    <a:gd name="connsiteX10" fmla="*/ 587701 w 794076"/>
                    <a:gd name="connsiteY10" fmla="*/ 768350 h 1441203"/>
                    <a:gd name="connsiteX11" fmla="*/ 794076 w 794076"/>
                    <a:gd name="connsiteY11" fmla="*/ 257175 h 1441203"/>
                    <a:gd name="connsiteX0" fmla="*/ 440063 w 794076"/>
                    <a:gd name="connsiteY0" fmla="*/ 41275 h 1184028"/>
                    <a:gd name="connsiteX1" fmla="*/ 390851 w 794076"/>
                    <a:gd name="connsiteY1" fmla="*/ 400050 h 1184028"/>
                    <a:gd name="connsiteX2" fmla="*/ 162250 w 794076"/>
                    <a:gd name="connsiteY2" fmla="*/ 655637 h 1184028"/>
                    <a:gd name="connsiteX3" fmla="*/ 86054 w 794076"/>
                    <a:gd name="connsiteY3" fmla="*/ 898528 h 1184028"/>
                    <a:gd name="connsiteX4" fmla="*/ 326 w 794076"/>
                    <a:gd name="connsiteY4" fmla="*/ 1019175 h 1184028"/>
                    <a:gd name="connsiteX5" fmla="*/ 119388 w 794076"/>
                    <a:gd name="connsiteY5" fmla="*/ 1117600 h 1184028"/>
                    <a:gd name="connsiteX6" fmla="*/ 365451 w 794076"/>
                    <a:gd name="connsiteY6" fmla="*/ 1162049 h 1184028"/>
                    <a:gd name="connsiteX7" fmla="*/ 187651 w 794076"/>
                    <a:gd name="connsiteY7" fmla="*/ 974725 h 1184028"/>
                    <a:gd name="connsiteX8" fmla="*/ 346404 w 794076"/>
                    <a:gd name="connsiteY8" fmla="*/ 752479 h 1184028"/>
                    <a:gd name="connsiteX9" fmla="*/ 587701 w 794076"/>
                    <a:gd name="connsiteY9" fmla="*/ 511175 h 1184028"/>
                    <a:gd name="connsiteX10" fmla="*/ 794076 w 794076"/>
                    <a:gd name="connsiteY10" fmla="*/ 0 h 1184028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87701 w 613360"/>
                    <a:gd name="connsiteY9" fmla="*/ 469900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63783 w 613360"/>
                    <a:gd name="connsiteY9" fmla="*/ 467151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86 w 613383"/>
                    <a:gd name="connsiteY0" fmla="*/ 0 h 1142753"/>
                    <a:gd name="connsiteX1" fmla="*/ 390874 w 613383"/>
                    <a:gd name="connsiteY1" fmla="*/ 358775 h 1142753"/>
                    <a:gd name="connsiteX2" fmla="*/ 175561 w 613383"/>
                    <a:gd name="connsiteY2" fmla="*/ 611614 h 1142753"/>
                    <a:gd name="connsiteX3" fmla="*/ 86077 w 613383"/>
                    <a:gd name="connsiteY3" fmla="*/ 857253 h 1142753"/>
                    <a:gd name="connsiteX4" fmla="*/ 349 w 613383"/>
                    <a:gd name="connsiteY4" fmla="*/ 977900 h 1142753"/>
                    <a:gd name="connsiteX5" fmla="*/ 119411 w 613383"/>
                    <a:gd name="connsiteY5" fmla="*/ 1076325 h 1142753"/>
                    <a:gd name="connsiteX6" fmla="*/ 365474 w 613383"/>
                    <a:gd name="connsiteY6" fmla="*/ 1120774 h 1142753"/>
                    <a:gd name="connsiteX7" fmla="*/ 187674 w 613383"/>
                    <a:gd name="connsiteY7" fmla="*/ 933450 h 1142753"/>
                    <a:gd name="connsiteX8" fmla="*/ 346427 w 613383"/>
                    <a:gd name="connsiteY8" fmla="*/ 711204 h 1142753"/>
                    <a:gd name="connsiteX9" fmla="*/ 547861 w 613383"/>
                    <a:gd name="connsiteY9" fmla="*/ 458905 h 1142753"/>
                    <a:gd name="connsiteX10" fmla="*/ 613383 w 613383"/>
                    <a:gd name="connsiteY10" fmla="*/ 239076 h 1142753"/>
                    <a:gd name="connsiteX0" fmla="*/ 440086 w 613383"/>
                    <a:gd name="connsiteY0" fmla="*/ 0 h 1142753"/>
                    <a:gd name="connsiteX1" fmla="*/ 366956 w 613383"/>
                    <a:gd name="connsiteY1" fmla="*/ 402752 h 1142753"/>
                    <a:gd name="connsiteX2" fmla="*/ 175561 w 613383"/>
                    <a:gd name="connsiteY2" fmla="*/ 611614 h 1142753"/>
                    <a:gd name="connsiteX3" fmla="*/ 86077 w 613383"/>
                    <a:gd name="connsiteY3" fmla="*/ 857253 h 1142753"/>
                    <a:gd name="connsiteX4" fmla="*/ 349 w 613383"/>
                    <a:gd name="connsiteY4" fmla="*/ 977900 h 1142753"/>
                    <a:gd name="connsiteX5" fmla="*/ 119411 w 613383"/>
                    <a:gd name="connsiteY5" fmla="*/ 1076325 h 1142753"/>
                    <a:gd name="connsiteX6" fmla="*/ 365474 w 613383"/>
                    <a:gd name="connsiteY6" fmla="*/ 1120774 h 1142753"/>
                    <a:gd name="connsiteX7" fmla="*/ 187674 w 613383"/>
                    <a:gd name="connsiteY7" fmla="*/ 933450 h 1142753"/>
                    <a:gd name="connsiteX8" fmla="*/ 346427 w 613383"/>
                    <a:gd name="connsiteY8" fmla="*/ 711204 h 1142753"/>
                    <a:gd name="connsiteX9" fmla="*/ 547861 w 613383"/>
                    <a:gd name="connsiteY9" fmla="*/ 458905 h 1142753"/>
                    <a:gd name="connsiteX10" fmla="*/ 613383 w 613383"/>
                    <a:gd name="connsiteY10" fmla="*/ 239076 h 1142753"/>
                    <a:gd name="connsiteX0" fmla="*/ 378962 w 613383"/>
                    <a:gd name="connsiteY0" fmla="*/ 0 h 1208718"/>
                    <a:gd name="connsiteX1" fmla="*/ 366956 w 613383"/>
                    <a:gd name="connsiteY1" fmla="*/ 468717 h 1208718"/>
                    <a:gd name="connsiteX2" fmla="*/ 175561 w 613383"/>
                    <a:gd name="connsiteY2" fmla="*/ 677579 h 1208718"/>
                    <a:gd name="connsiteX3" fmla="*/ 86077 w 613383"/>
                    <a:gd name="connsiteY3" fmla="*/ 923218 h 1208718"/>
                    <a:gd name="connsiteX4" fmla="*/ 349 w 613383"/>
                    <a:gd name="connsiteY4" fmla="*/ 1043865 h 1208718"/>
                    <a:gd name="connsiteX5" fmla="*/ 119411 w 613383"/>
                    <a:gd name="connsiteY5" fmla="*/ 1142290 h 1208718"/>
                    <a:gd name="connsiteX6" fmla="*/ 365474 w 613383"/>
                    <a:gd name="connsiteY6" fmla="*/ 1186739 h 1208718"/>
                    <a:gd name="connsiteX7" fmla="*/ 187674 w 613383"/>
                    <a:gd name="connsiteY7" fmla="*/ 999415 h 1208718"/>
                    <a:gd name="connsiteX8" fmla="*/ 346427 w 613383"/>
                    <a:gd name="connsiteY8" fmla="*/ 777169 h 1208718"/>
                    <a:gd name="connsiteX9" fmla="*/ 547861 w 613383"/>
                    <a:gd name="connsiteY9" fmla="*/ 524870 h 1208718"/>
                    <a:gd name="connsiteX10" fmla="*/ 613383 w 613383"/>
                    <a:gd name="connsiteY10" fmla="*/ 305041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800 w 597276"/>
                    <a:gd name="connsiteY0" fmla="*/ 0 h 1208718"/>
                    <a:gd name="connsiteX1" fmla="*/ 366794 w 597276"/>
                    <a:gd name="connsiteY1" fmla="*/ 468717 h 1208718"/>
                    <a:gd name="connsiteX2" fmla="*/ 175399 w 597276"/>
                    <a:gd name="connsiteY2" fmla="*/ 677579 h 1208718"/>
                    <a:gd name="connsiteX3" fmla="*/ 93888 w 597276"/>
                    <a:gd name="connsiteY3" fmla="*/ 928715 h 1208718"/>
                    <a:gd name="connsiteX4" fmla="*/ 187 w 597276"/>
                    <a:gd name="connsiteY4" fmla="*/ 1043865 h 1208718"/>
                    <a:gd name="connsiteX5" fmla="*/ 119249 w 597276"/>
                    <a:gd name="connsiteY5" fmla="*/ 1142290 h 1208718"/>
                    <a:gd name="connsiteX6" fmla="*/ 365312 w 597276"/>
                    <a:gd name="connsiteY6" fmla="*/ 1186739 h 1208718"/>
                    <a:gd name="connsiteX7" fmla="*/ 187512 w 597276"/>
                    <a:gd name="connsiteY7" fmla="*/ 999415 h 1208718"/>
                    <a:gd name="connsiteX8" fmla="*/ 346265 w 597276"/>
                    <a:gd name="connsiteY8" fmla="*/ 777169 h 1208718"/>
                    <a:gd name="connsiteX9" fmla="*/ 547699 w 597276"/>
                    <a:gd name="connsiteY9" fmla="*/ 524870 h 1208718"/>
                    <a:gd name="connsiteX10" fmla="*/ 597276 w 597276"/>
                    <a:gd name="connsiteY10" fmla="*/ 299544 h 1208718"/>
                    <a:gd name="connsiteX0" fmla="*/ 336458 w 554934"/>
                    <a:gd name="connsiteY0" fmla="*/ 0 h 1208718"/>
                    <a:gd name="connsiteX1" fmla="*/ 324452 w 554934"/>
                    <a:gd name="connsiteY1" fmla="*/ 468717 h 1208718"/>
                    <a:gd name="connsiteX2" fmla="*/ 133057 w 554934"/>
                    <a:gd name="connsiteY2" fmla="*/ 677579 h 1208718"/>
                    <a:gd name="connsiteX3" fmla="*/ 51546 w 554934"/>
                    <a:gd name="connsiteY3" fmla="*/ 928715 h 1208718"/>
                    <a:gd name="connsiteX4" fmla="*/ 367 w 554934"/>
                    <a:gd name="connsiteY4" fmla="*/ 1041117 h 1208718"/>
                    <a:gd name="connsiteX5" fmla="*/ 76907 w 554934"/>
                    <a:gd name="connsiteY5" fmla="*/ 1142290 h 1208718"/>
                    <a:gd name="connsiteX6" fmla="*/ 322970 w 554934"/>
                    <a:gd name="connsiteY6" fmla="*/ 1186739 h 1208718"/>
                    <a:gd name="connsiteX7" fmla="*/ 145170 w 554934"/>
                    <a:gd name="connsiteY7" fmla="*/ 999415 h 1208718"/>
                    <a:gd name="connsiteX8" fmla="*/ 303923 w 554934"/>
                    <a:gd name="connsiteY8" fmla="*/ 777169 h 1208718"/>
                    <a:gd name="connsiteX9" fmla="*/ 505357 w 554934"/>
                    <a:gd name="connsiteY9" fmla="*/ 524870 h 1208718"/>
                    <a:gd name="connsiteX10" fmla="*/ 554934 w 554934"/>
                    <a:gd name="connsiteY10" fmla="*/ 299544 h 1208718"/>
                    <a:gd name="connsiteX0" fmla="*/ 336952 w 555428"/>
                    <a:gd name="connsiteY0" fmla="*/ 0 h 1201578"/>
                    <a:gd name="connsiteX1" fmla="*/ 324946 w 555428"/>
                    <a:gd name="connsiteY1" fmla="*/ 468717 h 1201578"/>
                    <a:gd name="connsiteX2" fmla="*/ 133551 w 555428"/>
                    <a:gd name="connsiteY2" fmla="*/ 677579 h 1201578"/>
                    <a:gd name="connsiteX3" fmla="*/ 52040 w 555428"/>
                    <a:gd name="connsiteY3" fmla="*/ 928715 h 1201578"/>
                    <a:gd name="connsiteX4" fmla="*/ 861 w 555428"/>
                    <a:gd name="connsiteY4" fmla="*/ 1041117 h 1201578"/>
                    <a:gd name="connsiteX5" fmla="*/ 93346 w 555428"/>
                    <a:gd name="connsiteY5" fmla="*/ 1109308 h 1201578"/>
                    <a:gd name="connsiteX6" fmla="*/ 323464 w 555428"/>
                    <a:gd name="connsiteY6" fmla="*/ 1186739 h 1201578"/>
                    <a:gd name="connsiteX7" fmla="*/ 145664 w 555428"/>
                    <a:gd name="connsiteY7" fmla="*/ 999415 h 1201578"/>
                    <a:gd name="connsiteX8" fmla="*/ 304417 w 555428"/>
                    <a:gd name="connsiteY8" fmla="*/ 777169 h 1201578"/>
                    <a:gd name="connsiteX9" fmla="*/ 505851 w 555428"/>
                    <a:gd name="connsiteY9" fmla="*/ 524870 h 1201578"/>
                    <a:gd name="connsiteX10" fmla="*/ 555428 w 555428"/>
                    <a:gd name="connsiteY10" fmla="*/ 299544 h 1201578"/>
                    <a:gd name="connsiteX0" fmla="*/ 336686 w 555162"/>
                    <a:gd name="connsiteY0" fmla="*/ 0 h 1201578"/>
                    <a:gd name="connsiteX1" fmla="*/ 324680 w 555162"/>
                    <a:gd name="connsiteY1" fmla="*/ 468717 h 1201578"/>
                    <a:gd name="connsiteX2" fmla="*/ 133285 w 555162"/>
                    <a:gd name="connsiteY2" fmla="*/ 677579 h 1201578"/>
                    <a:gd name="connsiteX3" fmla="*/ 51774 w 555162"/>
                    <a:gd name="connsiteY3" fmla="*/ 928715 h 1201578"/>
                    <a:gd name="connsiteX4" fmla="*/ 595 w 555162"/>
                    <a:gd name="connsiteY4" fmla="*/ 1041117 h 1201578"/>
                    <a:gd name="connsiteX5" fmla="*/ 85107 w 555162"/>
                    <a:gd name="connsiteY5" fmla="*/ 1109308 h 1201578"/>
                    <a:gd name="connsiteX6" fmla="*/ 323198 w 555162"/>
                    <a:gd name="connsiteY6" fmla="*/ 1186739 h 1201578"/>
                    <a:gd name="connsiteX7" fmla="*/ 145398 w 555162"/>
                    <a:gd name="connsiteY7" fmla="*/ 999415 h 1201578"/>
                    <a:gd name="connsiteX8" fmla="*/ 304151 w 555162"/>
                    <a:gd name="connsiteY8" fmla="*/ 777169 h 1201578"/>
                    <a:gd name="connsiteX9" fmla="*/ 505585 w 555162"/>
                    <a:gd name="connsiteY9" fmla="*/ 524870 h 1201578"/>
                    <a:gd name="connsiteX10" fmla="*/ 555162 w 555162"/>
                    <a:gd name="connsiteY10" fmla="*/ 299544 h 1201578"/>
                    <a:gd name="connsiteX0" fmla="*/ 357761 w 576237"/>
                    <a:gd name="connsiteY0" fmla="*/ 0 h 1201578"/>
                    <a:gd name="connsiteX1" fmla="*/ 345755 w 576237"/>
                    <a:gd name="connsiteY1" fmla="*/ 468717 h 1201578"/>
                    <a:gd name="connsiteX2" fmla="*/ 154360 w 576237"/>
                    <a:gd name="connsiteY2" fmla="*/ 677579 h 1201578"/>
                    <a:gd name="connsiteX3" fmla="*/ 72849 w 576237"/>
                    <a:gd name="connsiteY3" fmla="*/ 928715 h 1201578"/>
                    <a:gd name="connsiteX4" fmla="*/ 409 w 576237"/>
                    <a:gd name="connsiteY4" fmla="*/ 1046614 h 1201578"/>
                    <a:gd name="connsiteX5" fmla="*/ 106182 w 576237"/>
                    <a:gd name="connsiteY5" fmla="*/ 1109308 h 1201578"/>
                    <a:gd name="connsiteX6" fmla="*/ 344273 w 576237"/>
                    <a:gd name="connsiteY6" fmla="*/ 1186739 h 1201578"/>
                    <a:gd name="connsiteX7" fmla="*/ 166473 w 576237"/>
                    <a:gd name="connsiteY7" fmla="*/ 999415 h 1201578"/>
                    <a:gd name="connsiteX8" fmla="*/ 325226 w 576237"/>
                    <a:gd name="connsiteY8" fmla="*/ 777169 h 1201578"/>
                    <a:gd name="connsiteX9" fmla="*/ 526660 w 576237"/>
                    <a:gd name="connsiteY9" fmla="*/ 524870 h 1201578"/>
                    <a:gd name="connsiteX10" fmla="*/ 576237 w 576237"/>
                    <a:gd name="connsiteY10" fmla="*/ 299544 h 1201578"/>
                    <a:gd name="connsiteX0" fmla="*/ 358700 w 577176"/>
                    <a:gd name="connsiteY0" fmla="*/ 0 h 1201578"/>
                    <a:gd name="connsiteX1" fmla="*/ 346694 w 577176"/>
                    <a:gd name="connsiteY1" fmla="*/ 468717 h 1201578"/>
                    <a:gd name="connsiteX2" fmla="*/ 155299 w 577176"/>
                    <a:gd name="connsiteY2" fmla="*/ 677579 h 1201578"/>
                    <a:gd name="connsiteX3" fmla="*/ 73788 w 577176"/>
                    <a:gd name="connsiteY3" fmla="*/ 928715 h 1201578"/>
                    <a:gd name="connsiteX4" fmla="*/ 1348 w 577176"/>
                    <a:gd name="connsiteY4" fmla="*/ 1046614 h 1201578"/>
                    <a:gd name="connsiteX5" fmla="*/ 107121 w 577176"/>
                    <a:gd name="connsiteY5" fmla="*/ 1109308 h 1201578"/>
                    <a:gd name="connsiteX6" fmla="*/ 345212 w 577176"/>
                    <a:gd name="connsiteY6" fmla="*/ 1186739 h 1201578"/>
                    <a:gd name="connsiteX7" fmla="*/ 167412 w 577176"/>
                    <a:gd name="connsiteY7" fmla="*/ 999415 h 1201578"/>
                    <a:gd name="connsiteX8" fmla="*/ 326165 w 577176"/>
                    <a:gd name="connsiteY8" fmla="*/ 777169 h 1201578"/>
                    <a:gd name="connsiteX9" fmla="*/ 527599 w 577176"/>
                    <a:gd name="connsiteY9" fmla="*/ 524870 h 1201578"/>
                    <a:gd name="connsiteX10" fmla="*/ 577176 w 577176"/>
                    <a:gd name="connsiteY10" fmla="*/ 299544 h 1201578"/>
                    <a:gd name="connsiteX0" fmla="*/ 358700 w 577176"/>
                    <a:gd name="connsiteY0" fmla="*/ 0 h 1208605"/>
                    <a:gd name="connsiteX1" fmla="*/ 346694 w 577176"/>
                    <a:gd name="connsiteY1" fmla="*/ 468717 h 1208605"/>
                    <a:gd name="connsiteX2" fmla="*/ 155299 w 577176"/>
                    <a:gd name="connsiteY2" fmla="*/ 677579 h 1208605"/>
                    <a:gd name="connsiteX3" fmla="*/ 73788 w 577176"/>
                    <a:gd name="connsiteY3" fmla="*/ 928715 h 1208605"/>
                    <a:gd name="connsiteX4" fmla="*/ 1348 w 577176"/>
                    <a:gd name="connsiteY4" fmla="*/ 1046614 h 1208605"/>
                    <a:gd name="connsiteX5" fmla="*/ 107121 w 577176"/>
                    <a:gd name="connsiteY5" fmla="*/ 1109308 h 1208605"/>
                    <a:gd name="connsiteX6" fmla="*/ 345212 w 577176"/>
                    <a:gd name="connsiteY6" fmla="*/ 1186739 h 1208605"/>
                    <a:gd name="connsiteX7" fmla="*/ 167412 w 577176"/>
                    <a:gd name="connsiteY7" fmla="*/ 999415 h 1208605"/>
                    <a:gd name="connsiteX8" fmla="*/ 326165 w 577176"/>
                    <a:gd name="connsiteY8" fmla="*/ 777169 h 1208605"/>
                    <a:gd name="connsiteX9" fmla="*/ 527599 w 577176"/>
                    <a:gd name="connsiteY9" fmla="*/ 524870 h 1208605"/>
                    <a:gd name="connsiteX10" fmla="*/ 577176 w 577176"/>
                    <a:gd name="connsiteY10" fmla="*/ 299544 h 1208605"/>
                    <a:gd name="connsiteX0" fmla="*/ 358700 w 585149"/>
                    <a:gd name="connsiteY0" fmla="*/ 0 h 1208605"/>
                    <a:gd name="connsiteX1" fmla="*/ 346694 w 585149"/>
                    <a:gd name="connsiteY1" fmla="*/ 468717 h 1208605"/>
                    <a:gd name="connsiteX2" fmla="*/ 155299 w 585149"/>
                    <a:gd name="connsiteY2" fmla="*/ 677579 h 1208605"/>
                    <a:gd name="connsiteX3" fmla="*/ 73788 w 585149"/>
                    <a:gd name="connsiteY3" fmla="*/ 928715 h 1208605"/>
                    <a:gd name="connsiteX4" fmla="*/ 1348 w 585149"/>
                    <a:gd name="connsiteY4" fmla="*/ 1046614 h 1208605"/>
                    <a:gd name="connsiteX5" fmla="*/ 107121 w 585149"/>
                    <a:gd name="connsiteY5" fmla="*/ 1109308 h 1208605"/>
                    <a:gd name="connsiteX6" fmla="*/ 345212 w 585149"/>
                    <a:gd name="connsiteY6" fmla="*/ 1186739 h 1208605"/>
                    <a:gd name="connsiteX7" fmla="*/ 167412 w 585149"/>
                    <a:gd name="connsiteY7" fmla="*/ 999415 h 1208605"/>
                    <a:gd name="connsiteX8" fmla="*/ 326165 w 585149"/>
                    <a:gd name="connsiteY8" fmla="*/ 777169 h 1208605"/>
                    <a:gd name="connsiteX9" fmla="*/ 527599 w 585149"/>
                    <a:gd name="connsiteY9" fmla="*/ 524870 h 1208605"/>
                    <a:gd name="connsiteX10" fmla="*/ 585149 w 585149"/>
                    <a:gd name="connsiteY10" fmla="*/ 278930 h 1208605"/>
                    <a:gd name="connsiteX0" fmla="*/ 370659 w 585149"/>
                    <a:gd name="connsiteY0" fmla="*/ 0 h 1220973"/>
                    <a:gd name="connsiteX1" fmla="*/ 346694 w 585149"/>
                    <a:gd name="connsiteY1" fmla="*/ 481085 h 1220973"/>
                    <a:gd name="connsiteX2" fmla="*/ 155299 w 585149"/>
                    <a:gd name="connsiteY2" fmla="*/ 689947 h 1220973"/>
                    <a:gd name="connsiteX3" fmla="*/ 73788 w 585149"/>
                    <a:gd name="connsiteY3" fmla="*/ 941083 h 1220973"/>
                    <a:gd name="connsiteX4" fmla="*/ 1348 w 585149"/>
                    <a:gd name="connsiteY4" fmla="*/ 1058982 h 1220973"/>
                    <a:gd name="connsiteX5" fmla="*/ 107121 w 585149"/>
                    <a:gd name="connsiteY5" fmla="*/ 1121676 h 1220973"/>
                    <a:gd name="connsiteX6" fmla="*/ 345212 w 585149"/>
                    <a:gd name="connsiteY6" fmla="*/ 1199107 h 1220973"/>
                    <a:gd name="connsiteX7" fmla="*/ 167412 w 585149"/>
                    <a:gd name="connsiteY7" fmla="*/ 1011783 h 1220973"/>
                    <a:gd name="connsiteX8" fmla="*/ 326165 w 585149"/>
                    <a:gd name="connsiteY8" fmla="*/ 789537 h 1220973"/>
                    <a:gd name="connsiteX9" fmla="*/ 527599 w 585149"/>
                    <a:gd name="connsiteY9" fmla="*/ 537238 h 1220973"/>
                    <a:gd name="connsiteX10" fmla="*/ 585149 w 585149"/>
                    <a:gd name="connsiteY10" fmla="*/ 291298 h 1220973"/>
                    <a:gd name="connsiteX0" fmla="*/ 370659 w 585149"/>
                    <a:gd name="connsiteY0" fmla="*/ 0 h 1220973"/>
                    <a:gd name="connsiteX1" fmla="*/ 346694 w 585149"/>
                    <a:gd name="connsiteY1" fmla="*/ 481085 h 1220973"/>
                    <a:gd name="connsiteX2" fmla="*/ 155299 w 585149"/>
                    <a:gd name="connsiteY2" fmla="*/ 689947 h 1220973"/>
                    <a:gd name="connsiteX3" fmla="*/ 73788 w 585149"/>
                    <a:gd name="connsiteY3" fmla="*/ 941083 h 1220973"/>
                    <a:gd name="connsiteX4" fmla="*/ 1348 w 585149"/>
                    <a:gd name="connsiteY4" fmla="*/ 1058982 h 1220973"/>
                    <a:gd name="connsiteX5" fmla="*/ 107121 w 585149"/>
                    <a:gd name="connsiteY5" fmla="*/ 1121676 h 1220973"/>
                    <a:gd name="connsiteX6" fmla="*/ 345212 w 585149"/>
                    <a:gd name="connsiteY6" fmla="*/ 1199107 h 1220973"/>
                    <a:gd name="connsiteX7" fmla="*/ 167412 w 585149"/>
                    <a:gd name="connsiteY7" fmla="*/ 1011783 h 1220973"/>
                    <a:gd name="connsiteX8" fmla="*/ 326165 w 585149"/>
                    <a:gd name="connsiteY8" fmla="*/ 789537 h 1220973"/>
                    <a:gd name="connsiteX9" fmla="*/ 527599 w 585149"/>
                    <a:gd name="connsiteY9" fmla="*/ 537238 h 1220973"/>
                    <a:gd name="connsiteX10" fmla="*/ 585149 w 585149"/>
                    <a:gd name="connsiteY10" fmla="*/ 291298 h 1220973"/>
                    <a:gd name="connsiteX0" fmla="*/ 370659 w 588395"/>
                    <a:gd name="connsiteY0" fmla="*/ 0 h 1220973"/>
                    <a:gd name="connsiteX1" fmla="*/ 346694 w 588395"/>
                    <a:gd name="connsiteY1" fmla="*/ 481085 h 1220973"/>
                    <a:gd name="connsiteX2" fmla="*/ 155299 w 588395"/>
                    <a:gd name="connsiteY2" fmla="*/ 689947 h 1220973"/>
                    <a:gd name="connsiteX3" fmla="*/ 73788 w 588395"/>
                    <a:gd name="connsiteY3" fmla="*/ 941083 h 1220973"/>
                    <a:gd name="connsiteX4" fmla="*/ 1348 w 588395"/>
                    <a:gd name="connsiteY4" fmla="*/ 1058982 h 1220973"/>
                    <a:gd name="connsiteX5" fmla="*/ 107121 w 588395"/>
                    <a:gd name="connsiteY5" fmla="*/ 1121676 h 1220973"/>
                    <a:gd name="connsiteX6" fmla="*/ 345212 w 588395"/>
                    <a:gd name="connsiteY6" fmla="*/ 1199107 h 1220973"/>
                    <a:gd name="connsiteX7" fmla="*/ 167412 w 588395"/>
                    <a:gd name="connsiteY7" fmla="*/ 1011783 h 1220973"/>
                    <a:gd name="connsiteX8" fmla="*/ 326165 w 588395"/>
                    <a:gd name="connsiteY8" fmla="*/ 789537 h 1220973"/>
                    <a:gd name="connsiteX9" fmla="*/ 527599 w 588395"/>
                    <a:gd name="connsiteY9" fmla="*/ 537238 h 1220973"/>
                    <a:gd name="connsiteX10" fmla="*/ 585149 w 588395"/>
                    <a:gd name="connsiteY10" fmla="*/ 291298 h 1220973"/>
                    <a:gd name="connsiteX11" fmla="*/ 581046 w 588395"/>
                    <a:gd name="connsiteY11" fmla="*/ 286449 h 1220973"/>
                    <a:gd name="connsiteX0" fmla="*/ 370659 w 587329"/>
                    <a:gd name="connsiteY0" fmla="*/ 0 h 1220973"/>
                    <a:gd name="connsiteX1" fmla="*/ 346694 w 587329"/>
                    <a:gd name="connsiteY1" fmla="*/ 481085 h 1220973"/>
                    <a:gd name="connsiteX2" fmla="*/ 155299 w 587329"/>
                    <a:gd name="connsiteY2" fmla="*/ 689947 h 1220973"/>
                    <a:gd name="connsiteX3" fmla="*/ 73788 w 587329"/>
                    <a:gd name="connsiteY3" fmla="*/ 941083 h 1220973"/>
                    <a:gd name="connsiteX4" fmla="*/ 1348 w 587329"/>
                    <a:gd name="connsiteY4" fmla="*/ 1058982 h 1220973"/>
                    <a:gd name="connsiteX5" fmla="*/ 107121 w 587329"/>
                    <a:gd name="connsiteY5" fmla="*/ 1121676 h 1220973"/>
                    <a:gd name="connsiteX6" fmla="*/ 345212 w 587329"/>
                    <a:gd name="connsiteY6" fmla="*/ 1199107 h 1220973"/>
                    <a:gd name="connsiteX7" fmla="*/ 167412 w 587329"/>
                    <a:gd name="connsiteY7" fmla="*/ 1011783 h 1220973"/>
                    <a:gd name="connsiteX8" fmla="*/ 326165 w 587329"/>
                    <a:gd name="connsiteY8" fmla="*/ 789537 h 1220973"/>
                    <a:gd name="connsiteX9" fmla="*/ 527599 w 587329"/>
                    <a:gd name="connsiteY9" fmla="*/ 537238 h 1220973"/>
                    <a:gd name="connsiteX10" fmla="*/ 585149 w 587329"/>
                    <a:gd name="connsiteY10" fmla="*/ 291298 h 1220973"/>
                    <a:gd name="connsiteX11" fmla="*/ 463448 w 587329"/>
                    <a:gd name="connsiteY11" fmla="*/ 43203 h 1220973"/>
                    <a:gd name="connsiteX0" fmla="*/ 370659 w 647137"/>
                    <a:gd name="connsiteY0" fmla="*/ 0 h 1220973"/>
                    <a:gd name="connsiteX1" fmla="*/ 346694 w 647137"/>
                    <a:gd name="connsiteY1" fmla="*/ 481085 h 1220973"/>
                    <a:gd name="connsiteX2" fmla="*/ 155299 w 647137"/>
                    <a:gd name="connsiteY2" fmla="*/ 689947 h 1220973"/>
                    <a:gd name="connsiteX3" fmla="*/ 73788 w 647137"/>
                    <a:gd name="connsiteY3" fmla="*/ 941083 h 1220973"/>
                    <a:gd name="connsiteX4" fmla="*/ 1348 w 647137"/>
                    <a:gd name="connsiteY4" fmla="*/ 1058982 h 1220973"/>
                    <a:gd name="connsiteX5" fmla="*/ 107121 w 647137"/>
                    <a:gd name="connsiteY5" fmla="*/ 1121676 h 1220973"/>
                    <a:gd name="connsiteX6" fmla="*/ 345212 w 647137"/>
                    <a:gd name="connsiteY6" fmla="*/ 1199107 h 1220973"/>
                    <a:gd name="connsiteX7" fmla="*/ 167412 w 647137"/>
                    <a:gd name="connsiteY7" fmla="*/ 1011783 h 1220973"/>
                    <a:gd name="connsiteX8" fmla="*/ 326165 w 647137"/>
                    <a:gd name="connsiteY8" fmla="*/ 789537 h 1220973"/>
                    <a:gd name="connsiteX9" fmla="*/ 527599 w 647137"/>
                    <a:gd name="connsiteY9" fmla="*/ 537238 h 1220973"/>
                    <a:gd name="connsiteX10" fmla="*/ 646273 w 647137"/>
                    <a:gd name="connsiteY10" fmla="*/ 285801 h 1220973"/>
                    <a:gd name="connsiteX11" fmla="*/ 463448 w 647137"/>
                    <a:gd name="connsiteY11" fmla="*/ 43203 h 1220973"/>
                    <a:gd name="connsiteX0" fmla="*/ 370659 w 647561"/>
                    <a:gd name="connsiteY0" fmla="*/ 0 h 1220973"/>
                    <a:gd name="connsiteX1" fmla="*/ 346694 w 647561"/>
                    <a:gd name="connsiteY1" fmla="*/ 481085 h 1220973"/>
                    <a:gd name="connsiteX2" fmla="*/ 155299 w 647561"/>
                    <a:gd name="connsiteY2" fmla="*/ 689947 h 1220973"/>
                    <a:gd name="connsiteX3" fmla="*/ 73788 w 647561"/>
                    <a:gd name="connsiteY3" fmla="*/ 941083 h 1220973"/>
                    <a:gd name="connsiteX4" fmla="*/ 1348 w 647561"/>
                    <a:gd name="connsiteY4" fmla="*/ 1058982 h 1220973"/>
                    <a:gd name="connsiteX5" fmla="*/ 107121 w 647561"/>
                    <a:gd name="connsiteY5" fmla="*/ 1121676 h 1220973"/>
                    <a:gd name="connsiteX6" fmla="*/ 345212 w 647561"/>
                    <a:gd name="connsiteY6" fmla="*/ 1199107 h 1220973"/>
                    <a:gd name="connsiteX7" fmla="*/ 167412 w 647561"/>
                    <a:gd name="connsiteY7" fmla="*/ 1011783 h 1220973"/>
                    <a:gd name="connsiteX8" fmla="*/ 326165 w 647561"/>
                    <a:gd name="connsiteY8" fmla="*/ 789537 h 1220973"/>
                    <a:gd name="connsiteX9" fmla="*/ 527599 w 647561"/>
                    <a:gd name="connsiteY9" fmla="*/ 537238 h 1220973"/>
                    <a:gd name="connsiteX10" fmla="*/ 646273 w 647561"/>
                    <a:gd name="connsiteY10" fmla="*/ 285801 h 1220973"/>
                    <a:gd name="connsiteX11" fmla="*/ 447503 w 647561"/>
                    <a:gd name="connsiteY11" fmla="*/ 21215 h 1220973"/>
                    <a:gd name="connsiteX0" fmla="*/ 437099 w 647561"/>
                    <a:gd name="connsiteY0" fmla="*/ 9019 h 1199758"/>
                    <a:gd name="connsiteX1" fmla="*/ 346694 w 647561"/>
                    <a:gd name="connsiteY1" fmla="*/ 459870 h 1199758"/>
                    <a:gd name="connsiteX2" fmla="*/ 155299 w 647561"/>
                    <a:gd name="connsiteY2" fmla="*/ 668732 h 1199758"/>
                    <a:gd name="connsiteX3" fmla="*/ 73788 w 647561"/>
                    <a:gd name="connsiteY3" fmla="*/ 919868 h 1199758"/>
                    <a:gd name="connsiteX4" fmla="*/ 1348 w 647561"/>
                    <a:gd name="connsiteY4" fmla="*/ 1037767 h 1199758"/>
                    <a:gd name="connsiteX5" fmla="*/ 107121 w 647561"/>
                    <a:gd name="connsiteY5" fmla="*/ 1100461 h 1199758"/>
                    <a:gd name="connsiteX6" fmla="*/ 345212 w 647561"/>
                    <a:gd name="connsiteY6" fmla="*/ 1177892 h 1199758"/>
                    <a:gd name="connsiteX7" fmla="*/ 167412 w 647561"/>
                    <a:gd name="connsiteY7" fmla="*/ 990568 h 1199758"/>
                    <a:gd name="connsiteX8" fmla="*/ 326165 w 647561"/>
                    <a:gd name="connsiteY8" fmla="*/ 768322 h 1199758"/>
                    <a:gd name="connsiteX9" fmla="*/ 527599 w 647561"/>
                    <a:gd name="connsiteY9" fmla="*/ 516023 h 1199758"/>
                    <a:gd name="connsiteX10" fmla="*/ 646273 w 647561"/>
                    <a:gd name="connsiteY10" fmla="*/ 264586 h 1199758"/>
                    <a:gd name="connsiteX11" fmla="*/ 447503 w 647561"/>
                    <a:gd name="connsiteY11" fmla="*/ 0 h 1199758"/>
                    <a:gd name="connsiteX0" fmla="*/ 437099 w 647455"/>
                    <a:gd name="connsiteY0" fmla="*/ 9019 h 1199758"/>
                    <a:gd name="connsiteX1" fmla="*/ 346694 w 647455"/>
                    <a:gd name="connsiteY1" fmla="*/ 459870 h 1199758"/>
                    <a:gd name="connsiteX2" fmla="*/ 155299 w 647455"/>
                    <a:gd name="connsiteY2" fmla="*/ 668732 h 1199758"/>
                    <a:gd name="connsiteX3" fmla="*/ 73788 w 647455"/>
                    <a:gd name="connsiteY3" fmla="*/ 919868 h 1199758"/>
                    <a:gd name="connsiteX4" fmla="*/ 1348 w 647455"/>
                    <a:gd name="connsiteY4" fmla="*/ 1037767 h 1199758"/>
                    <a:gd name="connsiteX5" fmla="*/ 107121 w 647455"/>
                    <a:gd name="connsiteY5" fmla="*/ 1100461 h 1199758"/>
                    <a:gd name="connsiteX6" fmla="*/ 345212 w 647455"/>
                    <a:gd name="connsiteY6" fmla="*/ 1177892 h 1199758"/>
                    <a:gd name="connsiteX7" fmla="*/ 167412 w 647455"/>
                    <a:gd name="connsiteY7" fmla="*/ 990568 h 1199758"/>
                    <a:gd name="connsiteX8" fmla="*/ 326165 w 647455"/>
                    <a:gd name="connsiteY8" fmla="*/ 768322 h 1199758"/>
                    <a:gd name="connsiteX9" fmla="*/ 524941 w 647455"/>
                    <a:gd name="connsiteY9" fmla="*/ 560000 h 1199758"/>
                    <a:gd name="connsiteX10" fmla="*/ 646273 w 647455"/>
                    <a:gd name="connsiteY10" fmla="*/ 264586 h 1199758"/>
                    <a:gd name="connsiteX11" fmla="*/ 447503 w 647455"/>
                    <a:gd name="connsiteY11" fmla="*/ 0 h 1199758"/>
                    <a:gd name="connsiteX0" fmla="*/ 437099 w 647455"/>
                    <a:gd name="connsiteY0" fmla="*/ 9019 h 1199758"/>
                    <a:gd name="connsiteX1" fmla="*/ 346694 w 647455"/>
                    <a:gd name="connsiteY1" fmla="*/ 459870 h 1199758"/>
                    <a:gd name="connsiteX2" fmla="*/ 155299 w 647455"/>
                    <a:gd name="connsiteY2" fmla="*/ 668732 h 1199758"/>
                    <a:gd name="connsiteX3" fmla="*/ 73788 w 647455"/>
                    <a:gd name="connsiteY3" fmla="*/ 919868 h 1199758"/>
                    <a:gd name="connsiteX4" fmla="*/ 1348 w 647455"/>
                    <a:gd name="connsiteY4" fmla="*/ 1037767 h 1199758"/>
                    <a:gd name="connsiteX5" fmla="*/ 107121 w 647455"/>
                    <a:gd name="connsiteY5" fmla="*/ 1100461 h 1199758"/>
                    <a:gd name="connsiteX6" fmla="*/ 345212 w 647455"/>
                    <a:gd name="connsiteY6" fmla="*/ 1177892 h 1199758"/>
                    <a:gd name="connsiteX7" fmla="*/ 167412 w 647455"/>
                    <a:gd name="connsiteY7" fmla="*/ 990568 h 1199758"/>
                    <a:gd name="connsiteX8" fmla="*/ 326165 w 647455"/>
                    <a:gd name="connsiteY8" fmla="*/ 768322 h 1199758"/>
                    <a:gd name="connsiteX9" fmla="*/ 524941 w 647455"/>
                    <a:gd name="connsiteY9" fmla="*/ 560000 h 1199758"/>
                    <a:gd name="connsiteX10" fmla="*/ 646273 w 647455"/>
                    <a:gd name="connsiteY10" fmla="*/ 264586 h 1199758"/>
                    <a:gd name="connsiteX11" fmla="*/ 447503 w 647455"/>
                    <a:gd name="connsiteY11" fmla="*/ 0 h 1199758"/>
                    <a:gd name="connsiteX0" fmla="*/ 437222 w 647578"/>
                    <a:gd name="connsiteY0" fmla="*/ 9019 h 1199758"/>
                    <a:gd name="connsiteX1" fmla="*/ 346817 w 647578"/>
                    <a:gd name="connsiteY1" fmla="*/ 459870 h 1199758"/>
                    <a:gd name="connsiteX2" fmla="*/ 189970 w 647578"/>
                    <a:gd name="connsiteY2" fmla="*/ 613761 h 1199758"/>
                    <a:gd name="connsiteX3" fmla="*/ 73911 w 647578"/>
                    <a:gd name="connsiteY3" fmla="*/ 919868 h 1199758"/>
                    <a:gd name="connsiteX4" fmla="*/ 1471 w 647578"/>
                    <a:gd name="connsiteY4" fmla="*/ 1037767 h 1199758"/>
                    <a:gd name="connsiteX5" fmla="*/ 107244 w 647578"/>
                    <a:gd name="connsiteY5" fmla="*/ 1100461 h 1199758"/>
                    <a:gd name="connsiteX6" fmla="*/ 345335 w 647578"/>
                    <a:gd name="connsiteY6" fmla="*/ 1177892 h 1199758"/>
                    <a:gd name="connsiteX7" fmla="*/ 167535 w 647578"/>
                    <a:gd name="connsiteY7" fmla="*/ 990568 h 1199758"/>
                    <a:gd name="connsiteX8" fmla="*/ 326288 w 647578"/>
                    <a:gd name="connsiteY8" fmla="*/ 768322 h 1199758"/>
                    <a:gd name="connsiteX9" fmla="*/ 525064 w 647578"/>
                    <a:gd name="connsiteY9" fmla="*/ 560000 h 1199758"/>
                    <a:gd name="connsiteX10" fmla="*/ 646396 w 647578"/>
                    <a:gd name="connsiteY10" fmla="*/ 264586 h 1199758"/>
                    <a:gd name="connsiteX11" fmla="*/ 447626 w 647578"/>
                    <a:gd name="connsiteY11" fmla="*/ 0 h 1199758"/>
                    <a:gd name="connsiteX0" fmla="*/ 437243 w 647599"/>
                    <a:gd name="connsiteY0" fmla="*/ 9019 h 1199758"/>
                    <a:gd name="connsiteX1" fmla="*/ 346838 w 647599"/>
                    <a:gd name="connsiteY1" fmla="*/ 459870 h 1199758"/>
                    <a:gd name="connsiteX2" fmla="*/ 195306 w 647599"/>
                    <a:gd name="connsiteY2" fmla="*/ 627504 h 1199758"/>
                    <a:gd name="connsiteX3" fmla="*/ 73932 w 647599"/>
                    <a:gd name="connsiteY3" fmla="*/ 919868 h 1199758"/>
                    <a:gd name="connsiteX4" fmla="*/ 1492 w 647599"/>
                    <a:gd name="connsiteY4" fmla="*/ 1037767 h 1199758"/>
                    <a:gd name="connsiteX5" fmla="*/ 107265 w 647599"/>
                    <a:gd name="connsiteY5" fmla="*/ 1100461 h 1199758"/>
                    <a:gd name="connsiteX6" fmla="*/ 345356 w 647599"/>
                    <a:gd name="connsiteY6" fmla="*/ 1177892 h 1199758"/>
                    <a:gd name="connsiteX7" fmla="*/ 167556 w 647599"/>
                    <a:gd name="connsiteY7" fmla="*/ 990568 h 1199758"/>
                    <a:gd name="connsiteX8" fmla="*/ 326309 w 647599"/>
                    <a:gd name="connsiteY8" fmla="*/ 768322 h 1199758"/>
                    <a:gd name="connsiteX9" fmla="*/ 525085 w 647599"/>
                    <a:gd name="connsiteY9" fmla="*/ 560000 h 1199758"/>
                    <a:gd name="connsiteX10" fmla="*/ 646417 w 647599"/>
                    <a:gd name="connsiteY10" fmla="*/ 264586 h 1199758"/>
                    <a:gd name="connsiteX11" fmla="*/ 447647 w 647599"/>
                    <a:gd name="connsiteY11" fmla="*/ 0 h 1199758"/>
                    <a:gd name="connsiteX0" fmla="*/ 437243 w 644973"/>
                    <a:gd name="connsiteY0" fmla="*/ 9019 h 1199758"/>
                    <a:gd name="connsiteX1" fmla="*/ 346838 w 644973"/>
                    <a:gd name="connsiteY1" fmla="*/ 459870 h 1199758"/>
                    <a:gd name="connsiteX2" fmla="*/ 195306 w 644973"/>
                    <a:gd name="connsiteY2" fmla="*/ 627504 h 1199758"/>
                    <a:gd name="connsiteX3" fmla="*/ 73932 w 644973"/>
                    <a:gd name="connsiteY3" fmla="*/ 919868 h 1199758"/>
                    <a:gd name="connsiteX4" fmla="*/ 1492 w 644973"/>
                    <a:gd name="connsiteY4" fmla="*/ 1037767 h 1199758"/>
                    <a:gd name="connsiteX5" fmla="*/ 107265 w 644973"/>
                    <a:gd name="connsiteY5" fmla="*/ 1100461 h 1199758"/>
                    <a:gd name="connsiteX6" fmla="*/ 345356 w 644973"/>
                    <a:gd name="connsiteY6" fmla="*/ 1177892 h 1199758"/>
                    <a:gd name="connsiteX7" fmla="*/ 167556 w 644973"/>
                    <a:gd name="connsiteY7" fmla="*/ 990568 h 1199758"/>
                    <a:gd name="connsiteX8" fmla="*/ 326309 w 644973"/>
                    <a:gd name="connsiteY8" fmla="*/ 768322 h 1199758"/>
                    <a:gd name="connsiteX9" fmla="*/ 525085 w 644973"/>
                    <a:gd name="connsiteY9" fmla="*/ 560000 h 1199758"/>
                    <a:gd name="connsiteX10" fmla="*/ 643760 w 644973"/>
                    <a:gd name="connsiteY10" fmla="*/ 226106 h 1199758"/>
                    <a:gd name="connsiteX11" fmla="*/ 447647 w 644973"/>
                    <a:gd name="connsiteY11" fmla="*/ 0 h 1199758"/>
                    <a:gd name="connsiteX0" fmla="*/ 437243 w 644211"/>
                    <a:gd name="connsiteY0" fmla="*/ 9019 h 1199758"/>
                    <a:gd name="connsiteX1" fmla="*/ 346838 w 644211"/>
                    <a:gd name="connsiteY1" fmla="*/ 459870 h 1199758"/>
                    <a:gd name="connsiteX2" fmla="*/ 195306 w 644211"/>
                    <a:gd name="connsiteY2" fmla="*/ 627504 h 1199758"/>
                    <a:gd name="connsiteX3" fmla="*/ 73932 w 644211"/>
                    <a:gd name="connsiteY3" fmla="*/ 919868 h 1199758"/>
                    <a:gd name="connsiteX4" fmla="*/ 1492 w 644211"/>
                    <a:gd name="connsiteY4" fmla="*/ 1037767 h 1199758"/>
                    <a:gd name="connsiteX5" fmla="*/ 107265 w 644211"/>
                    <a:gd name="connsiteY5" fmla="*/ 1100461 h 1199758"/>
                    <a:gd name="connsiteX6" fmla="*/ 345356 w 644211"/>
                    <a:gd name="connsiteY6" fmla="*/ 1177892 h 1199758"/>
                    <a:gd name="connsiteX7" fmla="*/ 167556 w 644211"/>
                    <a:gd name="connsiteY7" fmla="*/ 990568 h 1199758"/>
                    <a:gd name="connsiteX8" fmla="*/ 326309 w 644211"/>
                    <a:gd name="connsiteY8" fmla="*/ 768322 h 1199758"/>
                    <a:gd name="connsiteX9" fmla="*/ 525085 w 644211"/>
                    <a:gd name="connsiteY9" fmla="*/ 560000 h 1199758"/>
                    <a:gd name="connsiteX10" fmla="*/ 643760 w 644211"/>
                    <a:gd name="connsiteY10" fmla="*/ 226106 h 1199758"/>
                    <a:gd name="connsiteX11" fmla="*/ 447647 w 644211"/>
                    <a:gd name="connsiteY11" fmla="*/ 0 h 1199758"/>
                    <a:gd name="connsiteX0" fmla="*/ 437243 w 644059"/>
                    <a:gd name="connsiteY0" fmla="*/ 9019 h 1199758"/>
                    <a:gd name="connsiteX1" fmla="*/ 346838 w 644059"/>
                    <a:gd name="connsiteY1" fmla="*/ 459870 h 1199758"/>
                    <a:gd name="connsiteX2" fmla="*/ 195306 w 644059"/>
                    <a:gd name="connsiteY2" fmla="*/ 627504 h 1199758"/>
                    <a:gd name="connsiteX3" fmla="*/ 73932 w 644059"/>
                    <a:gd name="connsiteY3" fmla="*/ 919868 h 1199758"/>
                    <a:gd name="connsiteX4" fmla="*/ 1492 w 644059"/>
                    <a:gd name="connsiteY4" fmla="*/ 1037767 h 1199758"/>
                    <a:gd name="connsiteX5" fmla="*/ 107265 w 644059"/>
                    <a:gd name="connsiteY5" fmla="*/ 1100461 h 1199758"/>
                    <a:gd name="connsiteX6" fmla="*/ 345356 w 644059"/>
                    <a:gd name="connsiteY6" fmla="*/ 1177892 h 1199758"/>
                    <a:gd name="connsiteX7" fmla="*/ 167556 w 644059"/>
                    <a:gd name="connsiteY7" fmla="*/ 990568 h 1199758"/>
                    <a:gd name="connsiteX8" fmla="*/ 326309 w 644059"/>
                    <a:gd name="connsiteY8" fmla="*/ 768322 h 1199758"/>
                    <a:gd name="connsiteX9" fmla="*/ 525085 w 644059"/>
                    <a:gd name="connsiteY9" fmla="*/ 560000 h 1199758"/>
                    <a:gd name="connsiteX10" fmla="*/ 643760 w 644059"/>
                    <a:gd name="connsiteY10" fmla="*/ 226106 h 1199758"/>
                    <a:gd name="connsiteX11" fmla="*/ 447647 w 644059"/>
                    <a:gd name="connsiteY11" fmla="*/ 0 h 1199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44059" h="1199758">
                      <a:moveTo>
                        <a:pt x="437243" y="9019"/>
                      </a:moveTo>
                      <a:cubicBezTo>
                        <a:pt x="387719" y="202576"/>
                        <a:pt x="387161" y="356789"/>
                        <a:pt x="346838" y="459870"/>
                      </a:cubicBezTo>
                      <a:cubicBezTo>
                        <a:pt x="306515" y="562951"/>
                        <a:pt x="240790" y="550838"/>
                        <a:pt x="195306" y="627504"/>
                      </a:cubicBezTo>
                      <a:cubicBezTo>
                        <a:pt x="149822" y="704170"/>
                        <a:pt x="106234" y="851491"/>
                        <a:pt x="73932" y="919868"/>
                      </a:cubicBezTo>
                      <a:cubicBezTo>
                        <a:pt x="41630" y="988245"/>
                        <a:pt x="-9378" y="982931"/>
                        <a:pt x="1492" y="1037767"/>
                      </a:cubicBezTo>
                      <a:cubicBezTo>
                        <a:pt x="12362" y="1092603"/>
                        <a:pt x="96682" y="1097286"/>
                        <a:pt x="107265" y="1100461"/>
                      </a:cubicBezTo>
                      <a:cubicBezTo>
                        <a:pt x="216273" y="1168194"/>
                        <a:pt x="278554" y="1235658"/>
                        <a:pt x="345356" y="1177892"/>
                      </a:cubicBezTo>
                      <a:cubicBezTo>
                        <a:pt x="335831" y="1115450"/>
                        <a:pt x="231585" y="1096401"/>
                        <a:pt x="167556" y="990568"/>
                      </a:cubicBezTo>
                      <a:cubicBezTo>
                        <a:pt x="164382" y="926540"/>
                        <a:pt x="222956" y="888498"/>
                        <a:pt x="326309" y="768322"/>
                      </a:cubicBezTo>
                      <a:cubicBezTo>
                        <a:pt x="450428" y="638527"/>
                        <a:pt x="405953" y="676521"/>
                        <a:pt x="525085" y="560000"/>
                      </a:cubicBezTo>
                      <a:cubicBezTo>
                        <a:pt x="563185" y="387492"/>
                        <a:pt x="632747" y="338679"/>
                        <a:pt x="643760" y="226106"/>
                      </a:cubicBezTo>
                      <a:cubicBezTo>
                        <a:pt x="652934" y="132333"/>
                        <a:pt x="448502" y="1010"/>
                        <a:pt x="447647" y="0"/>
                      </a:cubicBezTo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" name="任意多边形: 形状 528">
                  <a:extLst>
                    <a:ext uri="{FF2B5EF4-FFF2-40B4-BE49-F238E27FC236}">
                      <a16:creationId xmlns:a16="http://schemas.microsoft.com/office/drawing/2014/main" id="{E6624463-5E3C-8EAE-58B8-7A41D9C86858}"/>
                    </a:ext>
                  </a:extLst>
                </p:cNvPr>
                <p:cNvSpPr/>
                <p:nvPr/>
              </p:nvSpPr>
              <p:spPr>
                <a:xfrm>
                  <a:off x="1066267" y="7119093"/>
                  <a:ext cx="1256664" cy="3124457"/>
                </a:xfrm>
                <a:custGeom>
                  <a:avLst/>
                  <a:gdLst>
                    <a:gd name="connsiteX0" fmla="*/ 69850 w 304815"/>
                    <a:gd name="connsiteY0" fmla="*/ 0 h 581025"/>
                    <a:gd name="connsiteX1" fmla="*/ 69850 w 304815"/>
                    <a:gd name="connsiteY1" fmla="*/ 0 h 581025"/>
                    <a:gd name="connsiteX2" fmla="*/ 50800 w 304815"/>
                    <a:gd name="connsiteY2" fmla="*/ 111125 h 581025"/>
                    <a:gd name="connsiteX3" fmla="*/ 15875 w 304815"/>
                    <a:gd name="connsiteY3" fmla="*/ 263525 h 581025"/>
                    <a:gd name="connsiteX4" fmla="*/ 0 w 304815"/>
                    <a:gd name="connsiteY4" fmla="*/ 396875 h 581025"/>
                    <a:gd name="connsiteX5" fmla="*/ 85725 w 304815"/>
                    <a:gd name="connsiteY5" fmla="*/ 571500 h 581025"/>
                    <a:gd name="connsiteX6" fmla="*/ 117475 w 304815"/>
                    <a:gd name="connsiteY6" fmla="*/ 581025 h 581025"/>
                    <a:gd name="connsiteX7" fmla="*/ 206375 w 304815"/>
                    <a:gd name="connsiteY7" fmla="*/ 523875 h 581025"/>
                    <a:gd name="connsiteX8" fmla="*/ 250825 w 304815"/>
                    <a:gd name="connsiteY8" fmla="*/ 479425 h 581025"/>
                    <a:gd name="connsiteX9" fmla="*/ 304800 w 304815"/>
                    <a:gd name="connsiteY9" fmla="*/ 330200 h 581025"/>
                    <a:gd name="connsiteX10" fmla="*/ 288925 w 304815"/>
                    <a:gd name="connsiteY10" fmla="*/ 187325 h 581025"/>
                    <a:gd name="connsiteX11" fmla="*/ 257175 w 304815"/>
                    <a:gd name="connsiteY11" fmla="*/ 123825 h 581025"/>
                    <a:gd name="connsiteX12" fmla="*/ 225425 w 304815"/>
                    <a:gd name="connsiteY12" fmla="*/ 76200 h 581025"/>
                    <a:gd name="connsiteX13" fmla="*/ 155575 w 304815"/>
                    <a:gd name="connsiteY13" fmla="*/ 15875 h 581025"/>
                    <a:gd name="connsiteX14" fmla="*/ 139700 w 304815"/>
                    <a:gd name="connsiteY14" fmla="*/ 9525 h 581025"/>
                    <a:gd name="connsiteX15" fmla="*/ 123825 w 304815"/>
                    <a:gd name="connsiteY15" fmla="*/ 0 h 581025"/>
                    <a:gd name="connsiteX16" fmla="*/ 111125 w 304815"/>
                    <a:gd name="connsiteY16" fmla="*/ 3175 h 581025"/>
                    <a:gd name="connsiteX17" fmla="*/ 69850 w 304815"/>
                    <a:gd name="connsiteY17" fmla="*/ 0 h 581025"/>
                    <a:gd name="connsiteX0" fmla="*/ 69850 w 908599"/>
                    <a:gd name="connsiteY0" fmla="*/ 0 h 2095622"/>
                    <a:gd name="connsiteX1" fmla="*/ 69850 w 908599"/>
                    <a:gd name="connsiteY1" fmla="*/ 0 h 2095622"/>
                    <a:gd name="connsiteX2" fmla="*/ 50800 w 908599"/>
                    <a:gd name="connsiteY2" fmla="*/ 111125 h 2095622"/>
                    <a:gd name="connsiteX3" fmla="*/ 15875 w 908599"/>
                    <a:gd name="connsiteY3" fmla="*/ 263525 h 2095622"/>
                    <a:gd name="connsiteX4" fmla="*/ 0 w 908599"/>
                    <a:gd name="connsiteY4" fmla="*/ 396875 h 2095622"/>
                    <a:gd name="connsiteX5" fmla="*/ 85725 w 908599"/>
                    <a:gd name="connsiteY5" fmla="*/ 571500 h 2095622"/>
                    <a:gd name="connsiteX6" fmla="*/ 117475 w 908599"/>
                    <a:gd name="connsiteY6" fmla="*/ 581025 h 2095622"/>
                    <a:gd name="connsiteX7" fmla="*/ 206375 w 908599"/>
                    <a:gd name="connsiteY7" fmla="*/ 523875 h 2095622"/>
                    <a:gd name="connsiteX8" fmla="*/ 908050 w 908599"/>
                    <a:gd name="connsiteY8" fmla="*/ 2095500 h 2095622"/>
                    <a:gd name="connsiteX9" fmla="*/ 304800 w 908599"/>
                    <a:gd name="connsiteY9" fmla="*/ 330200 h 2095622"/>
                    <a:gd name="connsiteX10" fmla="*/ 288925 w 908599"/>
                    <a:gd name="connsiteY10" fmla="*/ 187325 h 2095622"/>
                    <a:gd name="connsiteX11" fmla="*/ 257175 w 908599"/>
                    <a:gd name="connsiteY11" fmla="*/ 123825 h 2095622"/>
                    <a:gd name="connsiteX12" fmla="*/ 225425 w 908599"/>
                    <a:gd name="connsiteY12" fmla="*/ 76200 h 2095622"/>
                    <a:gd name="connsiteX13" fmla="*/ 155575 w 908599"/>
                    <a:gd name="connsiteY13" fmla="*/ 15875 h 2095622"/>
                    <a:gd name="connsiteX14" fmla="*/ 139700 w 908599"/>
                    <a:gd name="connsiteY14" fmla="*/ 9525 h 2095622"/>
                    <a:gd name="connsiteX15" fmla="*/ 123825 w 908599"/>
                    <a:gd name="connsiteY15" fmla="*/ 0 h 2095622"/>
                    <a:gd name="connsiteX16" fmla="*/ 111125 w 908599"/>
                    <a:gd name="connsiteY16" fmla="*/ 3175 h 2095622"/>
                    <a:gd name="connsiteX17" fmla="*/ 69850 w 908599"/>
                    <a:gd name="connsiteY17" fmla="*/ 0 h 2095622"/>
                    <a:gd name="connsiteX0" fmla="*/ 69850 w 908599"/>
                    <a:gd name="connsiteY0" fmla="*/ 0 h 2246968"/>
                    <a:gd name="connsiteX1" fmla="*/ 69850 w 908599"/>
                    <a:gd name="connsiteY1" fmla="*/ 0 h 2246968"/>
                    <a:gd name="connsiteX2" fmla="*/ 50800 w 908599"/>
                    <a:gd name="connsiteY2" fmla="*/ 111125 h 2246968"/>
                    <a:gd name="connsiteX3" fmla="*/ 15875 w 908599"/>
                    <a:gd name="connsiteY3" fmla="*/ 263525 h 2246968"/>
                    <a:gd name="connsiteX4" fmla="*/ 0 w 908599"/>
                    <a:gd name="connsiteY4" fmla="*/ 396875 h 2246968"/>
                    <a:gd name="connsiteX5" fmla="*/ 85725 w 908599"/>
                    <a:gd name="connsiteY5" fmla="*/ 571500 h 2246968"/>
                    <a:gd name="connsiteX6" fmla="*/ 117475 w 908599"/>
                    <a:gd name="connsiteY6" fmla="*/ 581025 h 2246968"/>
                    <a:gd name="connsiteX7" fmla="*/ 784225 w 908599"/>
                    <a:gd name="connsiteY7" fmla="*/ 2143125 h 2246968"/>
                    <a:gd name="connsiteX8" fmla="*/ 908050 w 908599"/>
                    <a:gd name="connsiteY8" fmla="*/ 2095500 h 2246968"/>
                    <a:gd name="connsiteX9" fmla="*/ 304800 w 908599"/>
                    <a:gd name="connsiteY9" fmla="*/ 330200 h 2246968"/>
                    <a:gd name="connsiteX10" fmla="*/ 288925 w 908599"/>
                    <a:gd name="connsiteY10" fmla="*/ 187325 h 2246968"/>
                    <a:gd name="connsiteX11" fmla="*/ 257175 w 908599"/>
                    <a:gd name="connsiteY11" fmla="*/ 123825 h 2246968"/>
                    <a:gd name="connsiteX12" fmla="*/ 225425 w 908599"/>
                    <a:gd name="connsiteY12" fmla="*/ 76200 h 2246968"/>
                    <a:gd name="connsiteX13" fmla="*/ 155575 w 908599"/>
                    <a:gd name="connsiteY13" fmla="*/ 15875 h 2246968"/>
                    <a:gd name="connsiteX14" fmla="*/ 139700 w 908599"/>
                    <a:gd name="connsiteY14" fmla="*/ 9525 h 2246968"/>
                    <a:gd name="connsiteX15" fmla="*/ 123825 w 908599"/>
                    <a:gd name="connsiteY15" fmla="*/ 0 h 2246968"/>
                    <a:gd name="connsiteX16" fmla="*/ 111125 w 908599"/>
                    <a:gd name="connsiteY16" fmla="*/ 3175 h 2246968"/>
                    <a:gd name="connsiteX17" fmla="*/ 69850 w 908599"/>
                    <a:gd name="connsiteY17" fmla="*/ 0 h 2246968"/>
                    <a:gd name="connsiteX0" fmla="*/ 69850 w 1114427"/>
                    <a:gd name="connsiteY0" fmla="*/ 0 h 2246968"/>
                    <a:gd name="connsiteX1" fmla="*/ 69850 w 1114427"/>
                    <a:gd name="connsiteY1" fmla="*/ 0 h 2246968"/>
                    <a:gd name="connsiteX2" fmla="*/ 50800 w 1114427"/>
                    <a:gd name="connsiteY2" fmla="*/ 111125 h 2246968"/>
                    <a:gd name="connsiteX3" fmla="*/ 15875 w 1114427"/>
                    <a:gd name="connsiteY3" fmla="*/ 263525 h 2246968"/>
                    <a:gd name="connsiteX4" fmla="*/ 0 w 1114427"/>
                    <a:gd name="connsiteY4" fmla="*/ 396875 h 2246968"/>
                    <a:gd name="connsiteX5" fmla="*/ 85725 w 1114427"/>
                    <a:gd name="connsiteY5" fmla="*/ 571500 h 2246968"/>
                    <a:gd name="connsiteX6" fmla="*/ 117475 w 1114427"/>
                    <a:gd name="connsiteY6" fmla="*/ 581025 h 2246968"/>
                    <a:gd name="connsiteX7" fmla="*/ 784225 w 1114427"/>
                    <a:gd name="connsiteY7" fmla="*/ 2143125 h 2246968"/>
                    <a:gd name="connsiteX8" fmla="*/ 908050 w 1114427"/>
                    <a:gd name="connsiteY8" fmla="*/ 2095500 h 2246968"/>
                    <a:gd name="connsiteX9" fmla="*/ 1114425 w 1114427"/>
                    <a:gd name="connsiteY9" fmla="*/ 2009775 h 2246968"/>
                    <a:gd name="connsiteX10" fmla="*/ 288925 w 1114427"/>
                    <a:gd name="connsiteY10" fmla="*/ 187325 h 2246968"/>
                    <a:gd name="connsiteX11" fmla="*/ 257175 w 1114427"/>
                    <a:gd name="connsiteY11" fmla="*/ 123825 h 2246968"/>
                    <a:gd name="connsiteX12" fmla="*/ 225425 w 1114427"/>
                    <a:gd name="connsiteY12" fmla="*/ 76200 h 2246968"/>
                    <a:gd name="connsiteX13" fmla="*/ 155575 w 1114427"/>
                    <a:gd name="connsiteY13" fmla="*/ 15875 h 2246968"/>
                    <a:gd name="connsiteX14" fmla="*/ 139700 w 1114427"/>
                    <a:gd name="connsiteY14" fmla="*/ 9525 h 2246968"/>
                    <a:gd name="connsiteX15" fmla="*/ 123825 w 1114427"/>
                    <a:gd name="connsiteY15" fmla="*/ 0 h 2246968"/>
                    <a:gd name="connsiteX16" fmla="*/ 111125 w 1114427"/>
                    <a:gd name="connsiteY16" fmla="*/ 3175 h 2246968"/>
                    <a:gd name="connsiteX17" fmla="*/ 69850 w 1114427"/>
                    <a:gd name="connsiteY17" fmla="*/ 0 h 2246968"/>
                    <a:gd name="connsiteX0" fmla="*/ 69850 w 1114427"/>
                    <a:gd name="connsiteY0" fmla="*/ 0 h 2225485"/>
                    <a:gd name="connsiteX1" fmla="*/ 69850 w 1114427"/>
                    <a:gd name="connsiteY1" fmla="*/ 0 h 2225485"/>
                    <a:gd name="connsiteX2" fmla="*/ 50800 w 1114427"/>
                    <a:gd name="connsiteY2" fmla="*/ 111125 h 2225485"/>
                    <a:gd name="connsiteX3" fmla="*/ 15875 w 1114427"/>
                    <a:gd name="connsiteY3" fmla="*/ 263525 h 2225485"/>
                    <a:gd name="connsiteX4" fmla="*/ 0 w 1114427"/>
                    <a:gd name="connsiteY4" fmla="*/ 396875 h 2225485"/>
                    <a:gd name="connsiteX5" fmla="*/ 85725 w 1114427"/>
                    <a:gd name="connsiteY5" fmla="*/ 571500 h 2225485"/>
                    <a:gd name="connsiteX6" fmla="*/ 117475 w 1114427"/>
                    <a:gd name="connsiteY6" fmla="*/ 581025 h 2225485"/>
                    <a:gd name="connsiteX7" fmla="*/ 254000 w 1114427"/>
                    <a:gd name="connsiteY7" fmla="*/ 873124 h 2225485"/>
                    <a:gd name="connsiteX8" fmla="*/ 784225 w 1114427"/>
                    <a:gd name="connsiteY8" fmla="*/ 2143125 h 2225485"/>
                    <a:gd name="connsiteX9" fmla="*/ 908050 w 1114427"/>
                    <a:gd name="connsiteY9" fmla="*/ 2095500 h 2225485"/>
                    <a:gd name="connsiteX10" fmla="*/ 1114425 w 1114427"/>
                    <a:gd name="connsiteY10" fmla="*/ 2009775 h 2225485"/>
                    <a:gd name="connsiteX11" fmla="*/ 288925 w 1114427"/>
                    <a:gd name="connsiteY11" fmla="*/ 187325 h 2225485"/>
                    <a:gd name="connsiteX12" fmla="*/ 257175 w 1114427"/>
                    <a:gd name="connsiteY12" fmla="*/ 123825 h 2225485"/>
                    <a:gd name="connsiteX13" fmla="*/ 225425 w 1114427"/>
                    <a:gd name="connsiteY13" fmla="*/ 76200 h 2225485"/>
                    <a:gd name="connsiteX14" fmla="*/ 155575 w 1114427"/>
                    <a:gd name="connsiteY14" fmla="*/ 15875 h 2225485"/>
                    <a:gd name="connsiteX15" fmla="*/ 139700 w 1114427"/>
                    <a:gd name="connsiteY15" fmla="*/ 9525 h 2225485"/>
                    <a:gd name="connsiteX16" fmla="*/ 123825 w 1114427"/>
                    <a:gd name="connsiteY16" fmla="*/ 0 h 2225485"/>
                    <a:gd name="connsiteX17" fmla="*/ 111125 w 1114427"/>
                    <a:gd name="connsiteY17" fmla="*/ 3175 h 2225485"/>
                    <a:gd name="connsiteX18" fmla="*/ 69850 w 1114427"/>
                    <a:gd name="connsiteY18" fmla="*/ 0 h 2225485"/>
                    <a:gd name="connsiteX0" fmla="*/ 69850 w 1114427"/>
                    <a:gd name="connsiteY0" fmla="*/ 0 h 2212910"/>
                    <a:gd name="connsiteX1" fmla="*/ 69850 w 1114427"/>
                    <a:gd name="connsiteY1" fmla="*/ 0 h 2212910"/>
                    <a:gd name="connsiteX2" fmla="*/ 50800 w 1114427"/>
                    <a:gd name="connsiteY2" fmla="*/ 111125 h 2212910"/>
                    <a:gd name="connsiteX3" fmla="*/ 15875 w 1114427"/>
                    <a:gd name="connsiteY3" fmla="*/ 263525 h 2212910"/>
                    <a:gd name="connsiteX4" fmla="*/ 0 w 1114427"/>
                    <a:gd name="connsiteY4" fmla="*/ 396875 h 2212910"/>
                    <a:gd name="connsiteX5" fmla="*/ 85725 w 1114427"/>
                    <a:gd name="connsiteY5" fmla="*/ 571500 h 2212910"/>
                    <a:gd name="connsiteX6" fmla="*/ 117475 w 1114427"/>
                    <a:gd name="connsiteY6" fmla="*/ 581025 h 2212910"/>
                    <a:gd name="connsiteX7" fmla="*/ 254000 w 1114427"/>
                    <a:gd name="connsiteY7" fmla="*/ 873124 h 2212910"/>
                    <a:gd name="connsiteX8" fmla="*/ 327025 w 1114427"/>
                    <a:gd name="connsiteY8" fmla="*/ 1044575 h 2212910"/>
                    <a:gd name="connsiteX9" fmla="*/ 784225 w 1114427"/>
                    <a:gd name="connsiteY9" fmla="*/ 2143125 h 2212910"/>
                    <a:gd name="connsiteX10" fmla="*/ 908050 w 1114427"/>
                    <a:gd name="connsiteY10" fmla="*/ 2095500 h 2212910"/>
                    <a:gd name="connsiteX11" fmla="*/ 1114425 w 1114427"/>
                    <a:gd name="connsiteY11" fmla="*/ 2009775 h 2212910"/>
                    <a:gd name="connsiteX12" fmla="*/ 288925 w 1114427"/>
                    <a:gd name="connsiteY12" fmla="*/ 187325 h 2212910"/>
                    <a:gd name="connsiteX13" fmla="*/ 257175 w 1114427"/>
                    <a:gd name="connsiteY13" fmla="*/ 123825 h 2212910"/>
                    <a:gd name="connsiteX14" fmla="*/ 225425 w 1114427"/>
                    <a:gd name="connsiteY14" fmla="*/ 76200 h 2212910"/>
                    <a:gd name="connsiteX15" fmla="*/ 155575 w 1114427"/>
                    <a:gd name="connsiteY15" fmla="*/ 15875 h 2212910"/>
                    <a:gd name="connsiteX16" fmla="*/ 139700 w 1114427"/>
                    <a:gd name="connsiteY16" fmla="*/ 9525 h 2212910"/>
                    <a:gd name="connsiteX17" fmla="*/ 123825 w 1114427"/>
                    <a:gd name="connsiteY17" fmla="*/ 0 h 2212910"/>
                    <a:gd name="connsiteX18" fmla="*/ 111125 w 1114427"/>
                    <a:gd name="connsiteY18" fmla="*/ 3175 h 2212910"/>
                    <a:gd name="connsiteX19" fmla="*/ 69850 w 1114427"/>
                    <a:gd name="connsiteY19" fmla="*/ 0 h 2212910"/>
                    <a:gd name="connsiteX0" fmla="*/ 69850 w 1114427"/>
                    <a:gd name="connsiteY0" fmla="*/ 0 h 2182177"/>
                    <a:gd name="connsiteX1" fmla="*/ 69850 w 1114427"/>
                    <a:gd name="connsiteY1" fmla="*/ 0 h 2182177"/>
                    <a:gd name="connsiteX2" fmla="*/ 50800 w 1114427"/>
                    <a:gd name="connsiteY2" fmla="*/ 111125 h 2182177"/>
                    <a:gd name="connsiteX3" fmla="*/ 15875 w 1114427"/>
                    <a:gd name="connsiteY3" fmla="*/ 263525 h 2182177"/>
                    <a:gd name="connsiteX4" fmla="*/ 0 w 1114427"/>
                    <a:gd name="connsiteY4" fmla="*/ 396875 h 2182177"/>
                    <a:gd name="connsiteX5" fmla="*/ 85725 w 1114427"/>
                    <a:gd name="connsiteY5" fmla="*/ 571500 h 2182177"/>
                    <a:gd name="connsiteX6" fmla="*/ 117475 w 1114427"/>
                    <a:gd name="connsiteY6" fmla="*/ 581025 h 2182177"/>
                    <a:gd name="connsiteX7" fmla="*/ 254000 w 1114427"/>
                    <a:gd name="connsiteY7" fmla="*/ 873124 h 2182177"/>
                    <a:gd name="connsiteX8" fmla="*/ 327025 w 1114427"/>
                    <a:gd name="connsiteY8" fmla="*/ 1044575 h 2182177"/>
                    <a:gd name="connsiteX9" fmla="*/ 488950 w 1114427"/>
                    <a:gd name="connsiteY9" fmla="*/ 1466850 h 2182177"/>
                    <a:gd name="connsiteX10" fmla="*/ 784225 w 1114427"/>
                    <a:gd name="connsiteY10" fmla="*/ 2143125 h 2182177"/>
                    <a:gd name="connsiteX11" fmla="*/ 908050 w 1114427"/>
                    <a:gd name="connsiteY11" fmla="*/ 2095500 h 2182177"/>
                    <a:gd name="connsiteX12" fmla="*/ 1114425 w 1114427"/>
                    <a:gd name="connsiteY12" fmla="*/ 2009775 h 2182177"/>
                    <a:gd name="connsiteX13" fmla="*/ 288925 w 1114427"/>
                    <a:gd name="connsiteY13" fmla="*/ 187325 h 2182177"/>
                    <a:gd name="connsiteX14" fmla="*/ 257175 w 1114427"/>
                    <a:gd name="connsiteY14" fmla="*/ 123825 h 2182177"/>
                    <a:gd name="connsiteX15" fmla="*/ 225425 w 1114427"/>
                    <a:gd name="connsiteY15" fmla="*/ 76200 h 2182177"/>
                    <a:gd name="connsiteX16" fmla="*/ 155575 w 1114427"/>
                    <a:gd name="connsiteY16" fmla="*/ 15875 h 2182177"/>
                    <a:gd name="connsiteX17" fmla="*/ 139700 w 1114427"/>
                    <a:gd name="connsiteY17" fmla="*/ 9525 h 2182177"/>
                    <a:gd name="connsiteX18" fmla="*/ 123825 w 1114427"/>
                    <a:gd name="connsiteY18" fmla="*/ 0 h 2182177"/>
                    <a:gd name="connsiteX19" fmla="*/ 111125 w 1114427"/>
                    <a:gd name="connsiteY19" fmla="*/ 3175 h 2182177"/>
                    <a:gd name="connsiteX20" fmla="*/ 69850 w 1114427"/>
                    <a:gd name="connsiteY20" fmla="*/ 0 h 2182177"/>
                    <a:gd name="connsiteX0" fmla="*/ 69850 w 1114427"/>
                    <a:gd name="connsiteY0" fmla="*/ 0 h 2181033"/>
                    <a:gd name="connsiteX1" fmla="*/ 69850 w 1114427"/>
                    <a:gd name="connsiteY1" fmla="*/ 0 h 2181033"/>
                    <a:gd name="connsiteX2" fmla="*/ 50800 w 1114427"/>
                    <a:gd name="connsiteY2" fmla="*/ 111125 h 2181033"/>
                    <a:gd name="connsiteX3" fmla="*/ 15875 w 1114427"/>
                    <a:gd name="connsiteY3" fmla="*/ 263525 h 2181033"/>
                    <a:gd name="connsiteX4" fmla="*/ 0 w 1114427"/>
                    <a:gd name="connsiteY4" fmla="*/ 396875 h 2181033"/>
                    <a:gd name="connsiteX5" fmla="*/ 85725 w 1114427"/>
                    <a:gd name="connsiteY5" fmla="*/ 571500 h 2181033"/>
                    <a:gd name="connsiteX6" fmla="*/ 117475 w 1114427"/>
                    <a:gd name="connsiteY6" fmla="*/ 581025 h 2181033"/>
                    <a:gd name="connsiteX7" fmla="*/ 254000 w 1114427"/>
                    <a:gd name="connsiteY7" fmla="*/ 873124 h 2181033"/>
                    <a:gd name="connsiteX8" fmla="*/ 327025 w 1114427"/>
                    <a:gd name="connsiteY8" fmla="*/ 1044575 h 2181033"/>
                    <a:gd name="connsiteX9" fmla="*/ 161925 w 1114427"/>
                    <a:gd name="connsiteY9" fmla="*/ 1482725 h 2181033"/>
                    <a:gd name="connsiteX10" fmla="*/ 784225 w 1114427"/>
                    <a:gd name="connsiteY10" fmla="*/ 2143125 h 2181033"/>
                    <a:gd name="connsiteX11" fmla="*/ 908050 w 1114427"/>
                    <a:gd name="connsiteY11" fmla="*/ 2095500 h 2181033"/>
                    <a:gd name="connsiteX12" fmla="*/ 1114425 w 1114427"/>
                    <a:gd name="connsiteY12" fmla="*/ 2009775 h 2181033"/>
                    <a:gd name="connsiteX13" fmla="*/ 288925 w 1114427"/>
                    <a:gd name="connsiteY13" fmla="*/ 187325 h 2181033"/>
                    <a:gd name="connsiteX14" fmla="*/ 257175 w 1114427"/>
                    <a:gd name="connsiteY14" fmla="*/ 123825 h 2181033"/>
                    <a:gd name="connsiteX15" fmla="*/ 225425 w 1114427"/>
                    <a:gd name="connsiteY15" fmla="*/ 76200 h 2181033"/>
                    <a:gd name="connsiteX16" fmla="*/ 155575 w 1114427"/>
                    <a:gd name="connsiteY16" fmla="*/ 15875 h 2181033"/>
                    <a:gd name="connsiteX17" fmla="*/ 139700 w 1114427"/>
                    <a:gd name="connsiteY17" fmla="*/ 9525 h 2181033"/>
                    <a:gd name="connsiteX18" fmla="*/ 123825 w 1114427"/>
                    <a:gd name="connsiteY18" fmla="*/ 0 h 2181033"/>
                    <a:gd name="connsiteX19" fmla="*/ 111125 w 1114427"/>
                    <a:gd name="connsiteY19" fmla="*/ 3175 h 2181033"/>
                    <a:gd name="connsiteX20" fmla="*/ 69850 w 1114427"/>
                    <a:gd name="connsiteY20" fmla="*/ 0 h 2181033"/>
                    <a:gd name="connsiteX0" fmla="*/ 69850 w 1114427"/>
                    <a:gd name="connsiteY0" fmla="*/ 0 h 2095636"/>
                    <a:gd name="connsiteX1" fmla="*/ 69850 w 1114427"/>
                    <a:gd name="connsiteY1" fmla="*/ 0 h 2095636"/>
                    <a:gd name="connsiteX2" fmla="*/ 50800 w 1114427"/>
                    <a:gd name="connsiteY2" fmla="*/ 111125 h 2095636"/>
                    <a:gd name="connsiteX3" fmla="*/ 15875 w 1114427"/>
                    <a:gd name="connsiteY3" fmla="*/ 263525 h 2095636"/>
                    <a:gd name="connsiteX4" fmla="*/ 0 w 1114427"/>
                    <a:gd name="connsiteY4" fmla="*/ 396875 h 2095636"/>
                    <a:gd name="connsiteX5" fmla="*/ 85725 w 1114427"/>
                    <a:gd name="connsiteY5" fmla="*/ 571500 h 2095636"/>
                    <a:gd name="connsiteX6" fmla="*/ 117475 w 1114427"/>
                    <a:gd name="connsiteY6" fmla="*/ 581025 h 2095636"/>
                    <a:gd name="connsiteX7" fmla="*/ 254000 w 1114427"/>
                    <a:gd name="connsiteY7" fmla="*/ 873124 h 2095636"/>
                    <a:gd name="connsiteX8" fmla="*/ 327025 w 1114427"/>
                    <a:gd name="connsiteY8" fmla="*/ 1044575 h 2095636"/>
                    <a:gd name="connsiteX9" fmla="*/ 161925 w 1114427"/>
                    <a:gd name="connsiteY9" fmla="*/ 1482725 h 2095636"/>
                    <a:gd name="connsiteX10" fmla="*/ 415925 w 1114427"/>
                    <a:gd name="connsiteY10" fmla="*/ 809625 h 2095636"/>
                    <a:gd name="connsiteX11" fmla="*/ 908050 w 1114427"/>
                    <a:gd name="connsiteY11" fmla="*/ 2095500 h 2095636"/>
                    <a:gd name="connsiteX12" fmla="*/ 1114425 w 1114427"/>
                    <a:gd name="connsiteY12" fmla="*/ 2009775 h 2095636"/>
                    <a:gd name="connsiteX13" fmla="*/ 288925 w 1114427"/>
                    <a:gd name="connsiteY13" fmla="*/ 187325 h 2095636"/>
                    <a:gd name="connsiteX14" fmla="*/ 257175 w 1114427"/>
                    <a:gd name="connsiteY14" fmla="*/ 123825 h 2095636"/>
                    <a:gd name="connsiteX15" fmla="*/ 225425 w 1114427"/>
                    <a:gd name="connsiteY15" fmla="*/ 76200 h 2095636"/>
                    <a:gd name="connsiteX16" fmla="*/ 155575 w 1114427"/>
                    <a:gd name="connsiteY16" fmla="*/ 15875 h 2095636"/>
                    <a:gd name="connsiteX17" fmla="*/ 139700 w 1114427"/>
                    <a:gd name="connsiteY17" fmla="*/ 9525 h 2095636"/>
                    <a:gd name="connsiteX18" fmla="*/ 123825 w 1114427"/>
                    <a:gd name="connsiteY18" fmla="*/ 0 h 2095636"/>
                    <a:gd name="connsiteX19" fmla="*/ 111125 w 1114427"/>
                    <a:gd name="connsiteY19" fmla="*/ 3175 h 2095636"/>
                    <a:gd name="connsiteX20" fmla="*/ 69850 w 1114427"/>
                    <a:gd name="connsiteY20" fmla="*/ 0 h 2095636"/>
                    <a:gd name="connsiteX0" fmla="*/ 338614 w 1383191"/>
                    <a:gd name="connsiteY0" fmla="*/ 0 h 2095636"/>
                    <a:gd name="connsiteX1" fmla="*/ 338614 w 1383191"/>
                    <a:gd name="connsiteY1" fmla="*/ 0 h 2095636"/>
                    <a:gd name="connsiteX2" fmla="*/ 319564 w 1383191"/>
                    <a:gd name="connsiteY2" fmla="*/ 111125 h 2095636"/>
                    <a:gd name="connsiteX3" fmla="*/ 284639 w 1383191"/>
                    <a:gd name="connsiteY3" fmla="*/ 263525 h 2095636"/>
                    <a:gd name="connsiteX4" fmla="*/ 268764 w 1383191"/>
                    <a:gd name="connsiteY4" fmla="*/ 396875 h 2095636"/>
                    <a:gd name="connsiteX5" fmla="*/ 354489 w 1383191"/>
                    <a:gd name="connsiteY5" fmla="*/ 571500 h 2095636"/>
                    <a:gd name="connsiteX6" fmla="*/ 386239 w 1383191"/>
                    <a:gd name="connsiteY6" fmla="*/ 581025 h 2095636"/>
                    <a:gd name="connsiteX7" fmla="*/ 522764 w 1383191"/>
                    <a:gd name="connsiteY7" fmla="*/ 873124 h 2095636"/>
                    <a:gd name="connsiteX8" fmla="*/ 8414 w 1383191"/>
                    <a:gd name="connsiteY8" fmla="*/ 1927225 h 2095636"/>
                    <a:gd name="connsiteX9" fmla="*/ 430689 w 1383191"/>
                    <a:gd name="connsiteY9" fmla="*/ 1482725 h 2095636"/>
                    <a:gd name="connsiteX10" fmla="*/ 684689 w 1383191"/>
                    <a:gd name="connsiteY10" fmla="*/ 809625 h 2095636"/>
                    <a:gd name="connsiteX11" fmla="*/ 1176814 w 1383191"/>
                    <a:gd name="connsiteY11" fmla="*/ 2095500 h 2095636"/>
                    <a:gd name="connsiteX12" fmla="*/ 1383189 w 1383191"/>
                    <a:gd name="connsiteY12" fmla="*/ 2009775 h 2095636"/>
                    <a:gd name="connsiteX13" fmla="*/ 557689 w 1383191"/>
                    <a:gd name="connsiteY13" fmla="*/ 187325 h 2095636"/>
                    <a:gd name="connsiteX14" fmla="*/ 525939 w 1383191"/>
                    <a:gd name="connsiteY14" fmla="*/ 123825 h 2095636"/>
                    <a:gd name="connsiteX15" fmla="*/ 494189 w 1383191"/>
                    <a:gd name="connsiteY15" fmla="*/ 76200 h 2095636"/>
                    <a:gd name="connsiteX16" fmla="*/ 424339 w 1383191"/>
                    <a:gd name="connsiteY16" fmla="*/ 15875 h 2095636"/>
                    <a:gd name="connsiteX17" fmla="*/ 408464 w 1383191"/>
                    <a:gd name="connsiteY17" fmla="*/ 9525 h 2095636"/>
                    <a:gd name="connsiteX18" fmla="*/ 392589 w 1383191"/>
                    <a:gd name="connsiteY18" fmla="*/ 0 h 2095636"/>
                    <a:gd name="connsiteX19" fmla="*/ 379889 w 1383191"/>
                    <a:gd name="connsiteY19" fmla="*/ 3175 h 2095636"/>
                    <a:gd name="connsiteX20" fmla="*/ 338614 w 1383191"/>
                    <a:gd name="connsiteY20" fmla="*/ 0 h 2095636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92588 w 1391090"/>
                    <a:gd name="connsiteY10" fmla="*/ 809625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88"/>
                    <a:gd name="connsiteY0" fmla="*/ 0 h 2132487"/>
                    <a:gd name="connsiteX1" fmla="*/ 346513 w 1391088"/>
                    <a:gd name="connsiteY1" fmla="*/ 0 h 2132487"/>
                    <a:gd name="connsiteX2" fmla="*/ 327463 w 1391088"/>
                    <a:gd name="connsiteY2" fmla="*/ 111125 h 2132487"/>
                    <a:gd name="connsiteX3" fmla="*/ 292538 w 1391088"/>
                    <a:gd name="connsiteY3" fmla="*/ 263525 h 2132487"/>
                    <a:gd name="connsiteX4" fmla="*/ 276663 w 1391088"/>
                    <a:gd name="connsiteY4" fmla="*/ 396875 h 2132487"/>
                    <a:gd name="connsiteX5" fmla="*/ 362388 w 1391088"/>
                    <a:gd name="connsiteY5" fmla="*/ 571500 h 2132487"/>
                    <a:gd name="connsiteX6" fmla="*/ 394138 w 1391088"/>
                    <a:gd name="connsiteY6" fmla="*/ 581025 h 2132487"/>
                    <a:gd name="connsiteX7" fmla="*/ 194113 w 1391088"/>
                    <a:gd name="connsiteY7" fmla="*/ 2124074 h 2132487"/>
                    <a:gd name="connsiteX8" fmla="*/ 16313 w 1391088"/>
                    <a:gd name="connsiteY8" fmla="*/ 1927225 h 2132487"/>
                    <a:gd name="connsiteX9" fmla="*/ 438588 w 1391088"/>
                    <a:gd name="connsiteY9" fmla="*/ 1482725 h 2132487"/>
                    <a:gd name="connsiteX10" fmla="*/ 622738 w 1391088"/>
                    <a:gd name="connsiteY10" fmla="*/ 952500 h 2132487"/>
                    <a:gd name="connsiteX11" fmla="*/ 705288 w 1391088"/>
                    <a:gd name="connsiteY11" fmla="*/ 654050 h 2132487"/>
                    <a:gd name="connsiteX12" fmla="*/ 1391088 w 1391088"/>
                    <a:gd name="connsiteY12" fmla="*/ 2009775 h 2132487"/>
                    <a:gd name="connsiteX13" fmla="*/ 565588 w 1391088"/>
                    <a:gd name="connsiteY13" fmla="*/ 187325 h 2132487"/>
                    <a:gd name="connsiteX14" fmla="*/ 533838 w 1391088"/>
                    <a:gd name="connsiteY14" fmla="*/ 123825 h 2132487"/>
                    <a:gd name="connsiteX15" fmla="*/ 502088 w 1391088"/>
                    <a:gd name="connsiteY15" fmla="*/ 76200 h 2132487"/>
                    <a:gd name="connsiteX16" fmla="*/ 432238 w 1391088"/>
                    <a:gd name="connsiteY16" fmla="*/ 15875 h 2132487"/>
                    <a:gd name="connsiteX17" fmla="*/ 416363 w 1391088"/>
                    <a:gd name="connsiteY17" fmla="*/ 9525 h 2132487"/>
                    <a:gd name="connsiteX18" fmla="*/ 400488 w 1391088"/>
                    <a:gd name="connsiteY18" fmla="*/ 0 h 2132487"/>
                    <a:gd name="connsiteX19" fmla="*/ 387788 w 1391088"/>
                    <a:gd name="connsiteY19" fmla="*/ 3175 h 2132487"/>
                    <a:gd name="connsiteX20" fmla="*/ 346513 w 1391088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65588 w 712105"/>
                    <a:gd name="connsiteY13" fmla="*/ 187325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603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419312 w 784904"/>
                    <a:gd name="connsiteY0" fmla="*/ 0 h 2132487"/>
                    <a:gd name="connsiteX1" fmla="*/ 419312 w 784904"/>
                    <a:gd name="connsiteY1" fmla="*/ 0 h 2132487"/>
                    <a:gd name="connsiteX2" fmla="*/ 400262 w 784904"/>
                    <a:gd name="connsiteY2" fmla="*/ 111125 h 2132487"/>
                    <a:gd name="connsiteX3" fmla="*/ 365337 w 784904"/>
                    <a:gd name="connsiteY3" fmla="*/ 263525 h 2132487"/>
                    <a:gd name="connsiteX4" fmla="*/ 349462 w 784904"/>
                    <a:gd name="connsiteY4" fmla="*/ 396875 h 2132487"/>
                    <a:gd name="connsiteX5" fmla="*/ 435187 w 784904"/>
                    <a:gd name="connsiteY5" fmla="*/ 571500 h 2132487"/>
                    <a:gd name="connsiteX6" fmla="*/ 212 w 784904"/>
                    <a:gd name="connsiteY6" fmla="*/ 2066925 h 2132487"/>
                    <a:gd name="connsiteX7" fmla="*/ 266912 w 784904"/>
                    <a:gd name="connsiteY7" fmla="*/ 2124074 h 2132487"/>
                    <a:gd name="connsiteX8" fmla="*/ 89112 w 784904"/>
                    <a:gd name="connsiteY8" fmla="*/ 1927225 h 2132487"/>
                    <a:gd name="connsiteX9" fmla="*/ 511387 w 784904"/>
                    <a:gd name="connsiteY9" fmla="*/ 1482725 h 2132487"/>
                    <a:gd name="connsiteX10" fmla="*/ 695537 w 784904"/>
                    <a:gd name="connsiteY10" fmla="*/ 952500 h 2132487"/>
                    <a:gd name="connsiteX11" fmla="*/ 778087 w 784904"/>
                    <a:gd name="connsiteY11" fmla="*/ 654050 h 2132487"/>
                    <a:gd name="connsiteX12" fmla="*/ 762212 w 784904"/>
                    <a:gd name="connsiteY12" fmla="*/ 571500 h 2132487"/>
                    <a:gd name="connsiteX13" fmla="*/ 625687 w 784904"/>
                    <a:gd name="connsiteY13" fmla="*/ 457200 h 2132487"/>
                    <a:gd name="connsiteX14" fmla="*/ 546312 w 784904"/>
                    <a:gd name="connsiteY14" fmla="*/ 241300 h 2132487"/>
                    <a:gd name="connsiteX15" fmla="*/ 489162 w 784904"/>
                    <a:gd name="connsiteY15" fmla="*/ 127000 h 2132487"/>
                    <a:gd name="connsiteX16" fmla="*/ 505037 w 784904"/>
                    <a:gd name="connsiteY16" fmla="*/ 15875 h 2132487"/>
                    <a:gd name="connsiteX17" fmla="*/ 489162 w 784904"/>
                    <a:gd name="connsiteY17" fmla="*/ 60325 h 2132487"/>
                    <a:gd name="connsiteX18" fmla="*/ 473287 w 784904"/>
                    <a:gd name="connsiteY18" fmla="*/ 0 h 2132487"/>
                    <a:gd name="connsiteX19" fmla="*/ 460587 w 784904"/>
                    <a:gd name="connsiteY19" fmla="*/ 3175 h 2132487"/>
                    <a:gd name="connsiteX20" fmla="*/ 419312 w 784904"/>
                    <a:gd name="connsiteY20" fmla="*/ 0 h 2132487"/>
                    <a:gd name="connsiteX0" fmla="*/ 531181 w 896773"/>
                    <a:gd name="connsiteY0" fmla="*/ 0 h 2132487"/>
                    <a:gd name="connsiteX1" fmla="*/ 531181 w 896773"/>
                    <a:gd name="connsiteY1" fmla="*/ 0 h 2132487"/>
                    <a:gd name="connsiteX2" fmla="*/ 512131 w 896773"/>
                    <a:gd name="connsiteY2" fmla="*/ 111125 h 2132487"/>
                    <a:gd name="connsiteX3" fmla="*/ 477206 w 896773"/>
                    <a:gd name="connsiteY3" fmla="*/ 263525 h 2132487"/>
                    <a:gd name="connsiteX4" fmla="*/ 461331 w 896773"/>
                    <a:gd name="connsiteY4" fmla="*/ 396875 h 2132487"/>
                    <a:gd name="connsiteX5" fmla="*/ 13656 w 896773"/>
                    <a:gd name="connsiteY5" fmla="*/ 1971675 h 2132487"/>
                    <a:gd name="connsiteX6" fmla="*/ 112081 w 896773"/>
                    <a:gd name="connsiteY6" fmla="*/ 2066925 h 2132487"/>
                    <a:gd name="connsiteX7" fmla="*/ 378781 w 896773"/>
                    <a:gd name="connsiteY7" fmla="*/ 2124074 h 2132487"/>
                    <a:gd name="connsiteX8" fmla="*/ 200981 w 896773"/>
                    <a:gd name="connsiteY8" fmla="*/ 1927225 h 2132487"/>
                    <a:gd name="connsiteX9" fmla="*/ 623256 w 896773"/>
                    <a:gd name="connsiteY9" fmla="*/ 1482725 h 2132487"/>
                    <a:gd name="connsiteX10" fmla="*/ 807406 w 896773"/>
                    <a:gd name="connsiteY10" fmla="*/ 952500 h 2132487"/>
                    <a:gd name="connsiteX11" fmla="*/ 889956 w 896773"/>
                    <a:gd name="connsiteY11" fmla="*/ 654050 h 2132487"/>
                    <a:gd name="connsiteX12" fmla="*/ 874081 w 896773"/>
                    <a:gd name="connsiteY12" fmla="*/ 571500 h 2132487"/>
                    <a:gd name="connsiteX13" fmla="*/ 737556 w 896773"/>
                    <a:gd name="connsiteY13" fmla="*/ 457200 h 2132487"/>
                    <a:gd name="connsiteX14" fmla="*/ 658181 w 896773"/>
                    <a:gd name="connsiteY14" fmla="*/ 241300 h 2132487"/>
                    <a:gd name="connsiteX15" fmla="*/ 601031 w 896773"/>
                    <a:gd name="connsiteY15" fmla="*/ 127000 h 2132487"/>
                    <a:gd name="connsiteX16" fmla="*/ 616906 w 896773"/>
                    <a:gd name="connsiteY16" fmla="*/ 15875 h 2132487"/>
                    <a:gd name="connsiteX17" fmla="*/ 601031 w 896773"/>
                    <a:gd name="connsiteY17" fmla="*/ 60325 h 2132487"/>
                    <a:gd name="connsiteX18" fmla="*/ 585156 w 896773"/>
                    <a:gd name="connsiteY18" fmla="*/ 0 h 2132487"/>
                    <a:gd name="connsiteX19" fmla="*/ 572456 w 896773"/>
                    <a:gd name="connsiteY19" fmla="*/ 3175 h 2132487"/>
                    <a:gd name="connsiteX20" fmla="*/ 531181 w 896773"/>
                    <a:gd name="connsiteY20" fmla="*/ 0 h 2132487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98942 w 883584"/>
                    <a:gd name="connsiteY2" fmla="*/ 111125 h 2132487"/>
                    <a:gd name="connsiteX3" fmla="*/ 464017 w 883584"/>
                    <a:gd name="connsiteY3" fmla="*/ 263525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17992 w 883584"/>
                    <a:gd name="connsiteY0" fmla="*/ 15815 h 2148302"/>
                    <a:gd name="connsiteX1" fmla="*/ 517992 w 883584"/>
                    <a:gd name="connsiteY1" fmla="*/ 15815 h 2148302"/>
                    <a:gd name="connsiteX2" fmla="*/ 498942 w 883584"/>
                    <a:gd name="connsiteY2" fmla="*/ 126940 h 2148302"/>
                    <a:gd name="connsiteX3" fmla="*/ 390992 w 883584"/>
                    <a:gd name="connsiteY3" fmla="*/ 1368365 h 2148302"/>
                    <a:gd name="connsiteX4" fmla="*/ 146517 w 883584"/>
                    <a:gd name="connsiteY4" fmla="*/ 1638240 h 2148302"/>
                    <a:gd name="connsiteX5" fmla="*/ 467 w 883584"/>
                    <a:gd name="connsiteY5" fmla="*/ 1987490 h 2148302"/>
                    <a:gd name="connsiteX6" fmla="*/ 98892 w 883584"/>
                    <a:gd name="connsiteY6" fmla="*/ 2082740 h 2148302"/>
                    <a:gd name="connsiteX7" fmla="*/ 365592 w 883584"/>
                    <a:gd name="connsiteY7" fmla="*/ 2139889 h 2148302"/>
                    <a:gd name="connsiteX8" fmla="*/ 187792 w 883584"/>
                    <a:gd name="connsiteY8" fmla="*/ 1943040 h 2148302"/>
                    <a:gd name="connsiteX9" fmla="*/ 610067 w 883584"/>
                    <a:gd name="connsiteY9" fmla="*/ 1498540 h 2148302"/>
                    <a:gd name="connsiteX10" fmla="*/ 794217 w 883584"/>
                    <a:gd name="connsiteY10" fmla="*/ 968315 h 2148302"/>
                    <a:gd name="connsiteX11" fmla="*/ 876767 w 883584"/>
                    <a:gd name="connsiteY11" fmla="*/ 669865 h 2148302"/>
                    <a:gd name="connsiteX12" fmla="*/ 860892 w 883584"/>
                    <a:gd name="connsiteY12" fmla="*/ 587315 h 2148302"/>
                    <a:gd name="connsiteX13" fmla="*/ 724367 w 883584"/>
                    <a:gd name="connsiteY13" fmla="*/ 473015 h 2148302"/>
                    <a:gd name="connsiteX14" fmla="*/ 644992 w 883584"/>
                    <a:gd name="connsiteY14" fmla="*/ 257115 h 2148302"/>
                    <a:gd name="connsiteX15" fmla="*/ 587842 w 883584"/>
                    <a:gd name="connsiteY15" fmla="*/ 142815 h 2148302"/>
                    <a:gd name="connsiteX16" fmla="*/ 603717 w 883584"/>
                    <a:gd name="connsiteY16" fmla="*/ 31690 h 2148302"/>
                    <a:gd name="connsiteX17" fmla="*/ 587842 w 883584"/>
                    <a:gd name="connsiteY17" fmla="*/ 76140 h 2148302"/>
                    <a:gd name="connsiteX18" fmla="*/ 571967 w 883584"/>
                    <a:gd name="connsiteY18" fmla="*/ 15815 h 2148302"/>
                    <a:gd name="connsiteX19" fmla="*/ 559267 w 883584"/>
                    <a:gd name="connsiteY19" fmla="*/ 18990 h 2148302"/>
                    <a:gd name="connsiteX20" fmla="*/ 517992 w 883584"/>
                    <a:gd name="connsiteY20" fmla="*/ 15815 h 2148302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21167 w 883584"/>
                    <a:gd name="connsiteY0" fmla="*/ 492125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21167 w 883584"/>
                    <a:gd name="connsiteY0" fmla="*/ 492125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467192 w 883584"/>
                    <a:gd name="connsiteY19" fmla="*/ 9842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79425 h 2211862"/>
                    <a:gd name="connsiteX1" fmla="*/ 470367 w 883584"/>
                    <a:gd name="connsiteY1" fmla="*/ 644525 h 2211862"/>
                    <a:gd name="connsiteX2" fmla="*/ 479892 w 883584"/>
                    <a:gd name="connsiteY2" fmla="*/ 930275 h 2211862"/>
                    <a:gd name="connsiteX3" fmla="*/ 390992 w 883584"/>
                    <a:gd name="connsiteY3" fmla="*/ 1431925 h 2211862"/>
                    <a:gd name="connsiteX4" fmla="*/ 146517 w 883584"/>
                    <a:gd name="connsiteY4" fmla="*/ 1701800 h 2211862"/>
                    <a:gd name="connsiteX5" fmla="*/ 467 w 883584"/>
                    <a:gd name="connsiteY5" fmla="*/ 2051050 h 2211862"/>
                    <a:gd name="connsiteX6" fmla="*/ 98892 w 883584"/>
                    <a:gd name="connsiteY6" fmla="*/ 2146300 h 2211862"/>
                    <a:gd name="connsiteX7" fmla="*/ 365592 w 883584"/>
                    <a:gd name="connsiteY7" fmla="*/ 2203449 h 2211862"/>
                    <a:gd name="connsiteX8" fmla="*/ 187792 w 883584"/>
                    <a:gd name="connsiteY8" fmla="*/ 2006600 h 2211862"/>
                    <a:gd name="connsiteX9" fmla="*/ 610067 w 883584"/>
                    <a:gd name="connsiteY9" fmla="*/ 1562100 h 2211862"/>
                    <a:gd name="connsiteX10" fmla="*/ 794217 w 883584"/>
                    <a:gd name="connsiteY10" fmla="*/ 1031875 h 2211862"/>
                    <a:gd name="connsiteX11" fmla="*/ 876767 w 883584"/>
                    <a:gd name="connsiteY11" fmla="*/ 733425 h 2211862"/>
                    <a:gd name="connsiteX12" fmla="*/ 860892 w 883584"/>
                    <a:gd name="connsiteY12" fmla="*/ 650875 h 2211862"/>
                    <a:gd name="connsiteX13" fmla="*/ 724367 w 883584"/>
                    <a:gd name="connsiteY13" fmla="*/ 536575 h 2211862"/>
                    <a:gd name="connsiteX14" fmla="*/ 644992 w 883584"/>
                    <a:gd name="connsiteY14" fmla="*/ 320675 h 2211862"/>
                    <a:gd name="connsiteX15" fmla="*/ 587842 w 883584"/>
                    <a:gd name="connsiteY15" fmla="*/ 206375 h 2211862"/>
                    <a:gd name="connsiteX16" fmla="*/ 603717 w 883584"/>
                    <a:gd name="connsiteY16" fmla="*/ 95250 h 2211862"/>
                    <a:gd name="connsiteX17" fmla="*/ 587842 w 883584"/>
                    <a:gd name="connsiteY17" fmla="*/ 139700 h 2211862"/>
                    <a:gd name="connsiteX18" fmla="*/ 511642 w 883584"/>
                    <a:gd name="connsiteY18" fmla="*/ 0 h 2211862"/>
                    <a:gd name="connsiteX19" fmla="*/ 467192 w 883584"/>
                    <a:gd name="connsiteY19" fmla="*/ 177800 h 2211862"/>
                    <a:gd name="connsiteX20" fmla="*/ 517992 w 883584"/>
                    <a:gd name="connsiteY20" fmla="*/ 479425 h 2211862"/>
                    <a:gd name="connsiteX0" fmla="*/ 517992 w 883584"/>
                    <a:gd name="connsiteY0" fmla="*/ 622633 h 2355070"/>
                    <a:gd name="connsiteX1" fmla="*/ 470367 w 883584"/>
                    <a:gd name="connsiteY1" fmla="*/ 787733 h 2355070"/>
                    <a:gd name="connsiteX2" fmla="*/ 479892 w 883584"/>
                    <a:gd name="connsiteY2" fmla="*/ 1073483 h 2355070"/>
                    <a:gd name="connsiteX3" fmla="*/ 390992 w 883584"/>
                    <a:gd name="connsiteY3" fmla="*/ 1575133 h 2355070"/>
                    <a:gd name="connsiteX4" fmla="*/ 146517 w 883584"/>
                    <a:gd name="connsiteY4" fmla="*/ 1845008 h 2355070"/>
                    <a:gd name="connsiteX5" fmla="*/ 467 w 883584"/>
                    <a:gd name="connsiteY5" fmla="*/ 2194258 h 2355070"/>
                    <a:gd name="connsiteX6" fmla="*/ 98892 w 883584"/>
                    <a:gd name="connsiteY6" fmla="*/ 2289508 h 2355070"/>
                    <a:gd name="connsiteX7" fmla="*/ 365592 w 883584"/>
                    <a:gd name="connsiteY7" fmla="*/ 2346657 h 2355070"/>
                    <a:gd name="connsiteX8" fmla="*/ 187792 w 883584"/>
                    <a:gd name="connsiteY8" fmla="*/ 2149808 h 2355070"/>
                    <a:gd name="connsiteX9" fmla="*/ 610067 w 883584"/>
                    <a:gd name="connsiteY9" fmla="*/ 1705308 h 2355070"/>
                    <a:gd name="connsiteX10" fmla="*/ 794217 w 883584"/>
                    <a:gd name="connsiteY10" fmla="*/ 1175083 h 2355070"/>
                    <a:gd name="connsiteX11" fmla="*/ 876767 w 883584"/>
                    <a:gd name="connsiteY11" fmla="*/ 876633 h 2355070"/>
                    <a:gd name="connsiteX12" fmla="*/ 860892 w 883584"/>
                    <a:gd name="connsiteY12" fmla="*/ 794083 h 2355070"/>
                    <a:gd name="connsiteX13" fmla="*/ 724367 w 883584"/>
                    <a:gd name="connsiteY13" fmla="*/ 679783 h 2355070"/>
                    <a:gd name="connsiteX14" fmla="*/ 644992 w 883584"/>
                    <a:gd name="connsiteY14" fmla="*/ 463883 h 2355070"/>
                    <a:gd name="connsiteX15" fmla="*/ 587842 w 883584"/>
                    <a:gd name="connsiteY15" fmla="*/ 349583 h 2355070"/>
                    <a:gd name="connsiteX16" fmla="*/ 613242 w 883584"/>
                    <a:gd name="connsiteY16" fmla="*/ 333 h 2355070"/>
                    <a:gd name="connsiteX17" fmla="*/ 587842 w 883584"/>
                    <a:gd name="connsiteY17" fmla="*/ 282908 h 2355070"/>
                    <a:gd name="connsiteX18" fmla="*/ 511642 w 883584"/>
                    <a:gd name="connsiteY18" fmla="*/ 143208 h 2355070"/>
                    <a:gd name="connsiteX19" fmla="*/ 467192 w 883584"/>
                    <a:gd name="connsiteY19" fmla="*/ 321008 h 2355070"/>
                    <a:gd name="connsiteX20" fmla="*/ 517992 w 883584"/>
                    <a:gd name="connsiteY20" fmla="*/ 622633 h 2355070"/>
                    <a:gd name="connsiteX0" fmla="*/ 517992 w 883584"/>
                    <a:gd name="connsiteY0" fmla="*/ 631650 h 2364087"/>
                    <a:gd name="connsiteX1" fmla="*/ 470367 w 883584"/>
                    <a:gd name="connsiteY1" fmla="*/ 796750 h 2364087"/>
                    <a:gd name="connsiteX2" fmla="*/ 479892 w 883584"/>
                    <a:gd name="connsiteY2" fmla="*/ 1082500 h 2364087"/>
                    <a:gd name="connsiteX3" fmla="*/ 390992 w 883584"/>
                    <a:gd name="connsiteY3" fmla="*/ 1584150 h 2364087"/>
                    <a:gd name="connsiteX4" fmla="*/ 146517 w 883584"/>
                    <a:gd name="connsiteY4" fmla="*/ 1854025 h 2364087"/>
                    <a:gd name="connsiteX5" fmla="*/ 467 w 883584"/>
                    <a:gd name="connsiteY5" fmla="*/ 2203275 h 2364087"/>
                    <a:gd name="connsiteX6" fmla="*/ 98892 w 883584"/>
                    <a:gd name="connsiteY6" fmla="*/ 2298525 h 2364087"/>
                    <a:gd name="connsiteX7" fmla="*/ 365592 w 883584"/>
                    <a:gd name="connsiteY7" fmla="*/ 2355674 h 2364087"/>
                    <a:gd name="connsiteX8" fmla="*/ 187792 w 883584"/>
                    <a:gd name="connsiteY8" fmla="*/ 2158825 h 2364087"/>
                    <a:gd name="connsiteX9" fmla="*/ 610067 w 883584"/>
                    <a:gd name="connsiteY9" fmla="*/ 1714325 h 2364087"/>
                    <a:gd name="connsiteX10" fmla="*/ 794217 w 883584"/>
                    <a:gd name="connsiteY10" fmla="*/ 1184100 h 2364087"/>
                    <a:gd name="connsiteX11" fmla="*/ 876767 w 883584"/>
                    <a:gd name="connsiteY11" fmla="*/ 885650 h 2364087"/>
                    <a:gd name="connsiteX12" fmla="*/ 860892 w 883584"/>
                    <a:gd name="connsiteY12" fmla="*/ 803100 h 2364087"/>
                    <a:gd name="connsiteX13" fmla="*/ 724367 w 883584"/>
                    <a:gd name="connsiteY13" fmla="*/ 688800 h 2364087"/>
                    <a:gd name="connsiteX14" fmla="*/ 644992 w 883584"/>
                    <a:gd name="connsiteY14" fmla="*/ 472900 h 2364087"/>
                    <a:gd name="connsiteX15" fmla="*/ 587842 w 883584"/>
                    <a:gd name="connsiteY15" fmla="*/ 358600 h 2364087"/>
                    <a:gd name="connsiteX16" fmla="*/ 613242 w 883584"/>
                    <a:gd name="connsiteY16" fmla="*/ 9350 h 2364087"/>
                    <a:gd name="connsiteX17" fmla="*/ 575142 w 883584"/>
                    <a:gd name="connsiteY17" fmla="*/ 104600 h 2364087"/>
                    <a:gd name="connsiteX18" fmla="*/ 511642 w 883584"/>
                    <a:gd name="connsiteY18" fmla="*/ 152225 h 2364087"/>
                    <a:gd name="connsiteX19" fmla="*/ 467192 w 883584"/>
                    <a:gd name="connsiteY19" fmla="*/ 330025 h 2364087"/>
                    <a:gd name="connsiteX20" fmla="*/ 517992 w 883584"/>
                    <a:gd name="connsiteY20" fmla="*/ 631650 h 2364087"/>
                    <a:gd name="connsiteX0" fmla="*/ 517992 w 883584"/>
                    <a:gd name="connsiteY0" fmla="*/ 842355 h 2574792"/>
                    <a:gd name="connsiteX1" fmla="*/ 470367 w 883584"/>
                    <a:gd name="connsiteY1" fmla="*/ 1007455 h 2574792"/>
                    <a:gd name="connsiteX2" fmla="*/ 479892 w 883584"/>
                    <a:gd name="connsiteY2" fmla="*/ 1293205 h 2574792"/>
                    <a:gd name="connsiteX3" fmla="*/ 390992 w 883584"/>
                    <a:gd name="connsiteY3" fmla="*/ 1794855 h 2574792"/>
                    <a:gd name="connsiteX4" fmla="*/ 146517 w 883584"/>
                    <a:gd name="connsiteY4" fmla="*/ 2064730 h 2574792"/>
                    <a:gd name="connsiteX5" fmla="*/ 467 w 883584"/>
                    <a:gd name="connsiteY5" fmla="*/ 2413980 h 2574792"/>
                    <a:gd name="connsiteX6" fmla="*/ 98892 w 883584"/>
                    <a:gd name="connsiteY6" fmla="*/ 2509230 h 2574792"/>
                    <a:gd name="connsiteX7" fmla="*/ 365592 w 883584"/>
                    <a:gd name="connsiteY7" fmla="*/ 2566379 h 2574792"/>
                    <a:gd name="connsiteX8" fmla="*/ 187792 w 883584"/>
                    <a:gd name="connsiteY8" fmla="*/ 2369530 h 2574792"/>
                    <a:gd name="connsiteX9" fmla="*/ 610067 w 883584"/>
                    <a:gd name="connsiteY9" fmla="*/ 1925030 h 2574792"/>
                    <a:gd name="connsiteX10" fmla="*/ 794217 w 883584"/>
                    <a:gd name="connsiteY10" fmla="*/ 1394805 h 2574792"/>
                    <a:gd name="connsiteX11" fmla="*/ 876767 w 883584"/>
                    <a:gd name="connsiteY11" fmla="*/ 1096355 h 2574792"/>
                    <a:gd name="connsiteX12" fmla="*/ 860892 w 883584"/>
                    <a:gd name="connsiteY12" fmla="*/ 1013805 h 2574792"/>
                    <a:gd name="connsiteX13" fmla="*/ 724367 w 883584"/>
                    <a:gd name="connsiteY13" fmla="*/ 899505 h 2574792"/>
                    <a:gd name="connsiteX14" fmla="*/ 644992 w 883584"/>
                    <a:gd name="connsiteY14" fmla="*/ 683605 h 2574792"/>
                    <a:gd name="connsiteX15" fmla="*/ 587842 w 883584"/>
                    <a:gd name="connsiteY15" fmla="*/ 569305 h 2574792"/>
                    <a:gd name="connsiteX16" fmla="*/ 530692 w 883584"/>
                    <a:gd name="connsiteY16" fmla="*/ 4155 h 2574792"/>
                    <a:gd name="connsiteX17" fmla="*/ 575142 w 883584"/>
                    <a:gd name="connsiteY17" fmla="*/ 315305 h 2574792"/>
                    <a:gd name="connsiteX18" fmla="*/ 511642 w 883584"/>
                    <a:gd name="connsiteY18" fmla="*/ 362930 h 2574792"/>
                    <a:gd name="connsiteX19" fmla="*/ 467192 w 883584"/>
                    <a:gd name="connsiteY19" fmla="*/ 540730 h 2574792"/>
                    <a:gd name="connsiteX20" fmla="*/ 517992 w 883584"/>
                    <a:gd name="connsiteY20" fmla="*/ 842355 h 2574792"/>
                    <a:gd name="connsiteX0" fmla="*/ 517992 w 883584"/>
                    <a:gd name="connsiteY0" fmla="*/ 872664 h 2605101"/>
                    <a:gd name="connsiteX1" fmla="*/ 470367 w 883584"/>
                    <a:gd name="connsiteY1" fmla="*/ 1037764 h 2605101"/>
                    <a:gd name="connsiteX2" fmla="*/ 479892 w 883584"/>
                    <a:gd name="connsiteY2" fmla="*/ 1323514 h 2605101"/>
                    <a:gd name="connsiteX3" fmla="*/ 390992 w 883584"/>
                    <a:gd name="connsiteY3" fmla="*/ 1825164 h 2605101"/>
                    <a:gd name="connsiteX4" fmla="*/ 146517 w 883584"/>
                    <a:gd name="connsiteY4" fmla="*/ 2095039 h 2605101"/>
                    <a:gd name="connsiteX5" fmla="*/ 467 w 883584"/>
                    <a:gd name="connsiteY5" fmla="*/ 2444289 h 2605101"/>
                    <a:gd name="connsiteX6" fmla="*/ 98892 w 883584"/>
                    <a:gd name="connsiteY6" fmla="*/ 2539539 h 2605101"/>
                    <a:gd name="connsiteX7" fmla="*/ 365592 w 883584"/>
                    <a:gd name="connsiteY7" fmla="*/ 2596688 h 2605101"/>
                    <a:gd name="connsiteX8" fmla="*/ 187792 w 883584"/>
                    <a:gd name="connsiteY8" fmla="*/ 2399839 h 2605101"/>
                    <a:gd name="connsiteX9" fmla="*/ 610067 w 883584"/>
                    <a:gd name="connsiteY9" fmla="*/ 1955339 h 2605101"/>
                    <a:gd name="connsiteX10" fmla="*/ 794217 w 883584"/>
                    <a:gd name="connsiteY10" fmla="*/ 1425114 h 2605101"/>
                    <a:gd name="connsiteX11" fmla="*/ 876767 w 883584"/>
                    <a:gd name="connsiteY11" fmla="*/ 1126664 h 2605101"/>
                    <a:gd name="connsiteX12" fmla="*/ 860892 w 883584"/>
                    <a:gd name="connsiteY12" fmla="*/ 1044114 h 2605101"/>
                    <a:gd name="connsiteX13" fmla="*/ 724367 w 883584"/>
                    <a:gd name="connsiteY13" fmla="*/ 929814 h 2605101"/>
                    <a:gd name="connsiteX14" fmla="*/ 644992 w 883584"/>
                    <a:gd name="connsiteY14" fmla="*/ 713914 h 2605101"/>
                    <a:gd name="connsiteX15" fmla="*/ 587842 w 883584"/>
                    <a:gd name="connsiteY15" fmla="*/ 599614 h 2605101"/>
                    <a:gd name="connsiteX16" fmla="*/ 530692 w 883584"/>
                    <a:gd name="connsiteY16" fmla="*/ 34464 h 2605101"/>
                    <a:gd name="connsiteX17" fmla="*/ 829142 w 883584"/>
                    <a:gd name="connsiteY17" fmla="*/ 97964 h 2605101"/>
                    <a:gd name="connsiteX18" fmla="*/ 511642 w 883584"/>
                    <a:gd name="connsiteY18" fmla="*/ 393239 h 2605101"/>
                    <a:gd name="connsiteX19" fmla="*/ 467192 w 883584"/>
                    <a:gd name="connsiteY19" fmla="*/ 571039 h 2605101"/>
                    <a:gd name="connsiteX20" fmla="*/ 517992 w 883584"/>
                    <a:gd name="connsiteY20" fmla="*/ 872664 h 2605101"/>
                    <a:gd name="connsiteX0" fmla="*/ 517992 w 986848"/>
                    <a:gd name="connsiteY0" fmla="*/ 778265 h 2510702"/>
                    <a:gd name="connsiteX1" fmla="*/ 470367 w 986848"/>
                    <a:gd name="connsiteY1" fmla="*/ 943365 h 2510702"/>
                    <a:gd name="connsiteX2" fmla="*/ 479892 w 986848"/>
                    <a:gd name="connsiteY2" fmla="*/ 1229115 h 2510702"/>
                    <a:gd name="connsiteX3" fmla="*/ 390992 w 986848"/>
                    <a:gd name="connsiteY3" fmla="*/ 1730765 h 2510702"/>
                    <a:gd name="connsiteX4" fmla="*/ 146517 w 986848"/>
                    <a:gd name="connsiteY4" fmla="*/ 2000640 h 2510702"/>
                    <a:gd name="connsiteX5" fmla="*/ 467 w 986848"/>
                    <a:gd name="connsiteY5" fmla="*/ 2349890 h 2510702"/>
                    <a:gd name="connsiteX6" fmla="*/ 98892 w 986848"/>
                    <a:gd name="connsiteY6" fmla="*/ 2445140 h 2510702"/>
                    <a:gd name="connsiteX7" fmla="*/ 365592 w 986848"/>
                    <a:gd name="connsiteY7" fmla="*/ 2502289 h 2510702"/>
                    <a:gd name="connsiteX8" fmla="*/ 187792 w 986848"/>
                    <a:gd name="connsiteY8" fmla="*/ 2305440 h 2510702"/>
                    <a:gd name="connsiteX9" fmla="*/ 610067 w 986848"/>
                    <a:gd name="connsiteY9" fmla="*/ 1860940 h 2510702"/>
                    <a:gd name="connsiteX10" fmla="*/ 794217 w 986848"/>
                    <a:gd name="connsiteY10" fmla="*/ 1330715 h 2510702"/>
                    <a:gd name="connsiteX11" fmla="*/ 876767 w 986848"/>
                    <a:gd name="connsiteY11" fmla="*/ 1032265 h 2510702"/>
                    <a:gd name="connsiteX12" fmla="*/ 860892 w 986848"/>
                    <a:gd name="connsiteY12" fmla="*/ 949715 h 2510702"/>
                    <a:gd name="connsiteX13" fmla="*/ 724367 w 986848"/>
                    <a:gd name="connsiteY13" fmla="*/ 835415 h 2510702"/>
                    <a:gd name="connsiteX14" fmla="*/ 644992 w 986848"/>
                    <a:gd name="connsiteY14" fmla="*/ 619515 h 2510702"/>
                    <a:gd name="connsiteX15" fmla="*/ 587842 w 986848"/>
                    <a:gd name="connsiteY15" fmla="*/ 505215 h 2510702"/>
                    <a:gd name="connsiteX16" fmla="*/ 978367 w 986848"/>
                    <a:gd name="connsiteY16" fmla="*/ 159140 h 2510702"/>
                    <a:gd name="connsiteX17" fmla="*/ 829142 w 986848"/>
                    <a:gd name="connsiteY17" fmla="*/ 3565 h 2510702"/>
                    <a:gd name="connsiteX18" fmla="*/ 511642 w 986848"/>
                    <a:gd name="connsiteY18" fmla="*/ 298840 h 2510702"/>
                    <a:gd name="connsiteX19" fmla="*/ 467192 w 986848"/>
                    <a:gd name="connsiteY19" fmla="*/ 476640 h 2510702"/>
                    <a:gd name="connsiteX20" fmla="*/ 517992 w 986848"/>
                    <a:gd name="connsiteY20" fmla="*/ 778265 h 2510702"/>
                    <a:gd name="connsiteX0" fmla="*/ 517992 w 978373"/>
                    <a:gd name="connsiteY0" fmla="*/ 652154 h 2384591"/>
                    <a:gd name="connsiteX1" fmla="*/ 470367 w 978373"/>
                    <a:gd name="connsiteY1" fmla="*/ 817254 h 2384591"/>
                    <a:gd name="connsiteX2" fmla="*/ 479892 w 978373"/>
                    <a:gd name="connsiteY2" fmla="*/ 1103004 h 2384591"/>
                    <a:gd name="connsiteX3" fmla="*/ 390992 w 978373"/>
                    <a:gd name="connsiteY3" fmla="*/ 1604654 h 2384591"/>
                    <a:gd name="connsiteX4" fmla="*/ 146517 w 978373"/>
                    <a:gd name="connsiteY4" fmla="*/ 1874529 h 2384591"/>
                    <a:gd name="connsiteX5" fmla="*/ 467 w 978373"/>
                    <a:gd name="connsiteY5" fmla="*/ 2223779 h 2384591"/>
                    <a:gd name="connsiteX6" fmla="*/ 98892 w 978373"/>
                    <a:gd name="connsiteY6" fmla="*/ 2319029 h 2384591"/>
                    <a:gd name="connsiteX7" fmla="*/ 365592 w 978373"/>
                    <a:gd name="connsiteY7" fmla="*/ 2376178 h 2384591"/>
                    <a:gd name="connsiteX8" fmla="*/ 187792 w 978373"/>
                    <a:gd name="connsiteY8" fmla="*/ 2179329 h 2384591"/>
                    <a:gd name="connsiteX9" fmla="*/ 610067 w 978373"/>
                    <a:gd name="connsiteY9" fmla="*/ 1734829 h 2384591"/>
                    <a:gd name="connsiteX10" fmla="*/ 794217 w 978373"/>
                    <a:gd name="connsiteY10" fmla="*/ 1204604 h 2384591"/>
                    <a:gd name="connsiteX11" fmla="*/ 876767 w 978373"/>
                    <a:gd name="connsiteY11" fmla="*/ 906154 h 2384591"/>
                    <a:gd name="connsiteX12" fmla="*/ 860892 w 978373"/>
                    <a:gd name="connsiteY12" fmla="*/ 823604 h 2384591"/>
                    <a:gd name="connsiteX13" fmla="*/ 724367 w 978373"/>
                    <a:gd name="connsiteY13" fmla="*/ 709304 h 2384591"/>
                    <a:gd name="connsiteX14" fmla="*/ 644992 w 978373"/>
                    <a:gd name="connsiteY14" fmla="*/ 493404 h 2384591"/>
                    <a:gd name="connsiteX15" fmla="*/ 587842 w 978373"/>
                    <a:gd name="connsiteY15" fmla="*/ 379104 h 2384591"/>
                    <a:gd name="connsiteX16" fmla="*/ 978367 w 978373"/>
                    <a:gd name="connsiteY16" fmla="*/ 33029 h 2384591"/>
                    <a:gd name="connsiteX17" fmla="*/ 597367 w 978373"/>
                    <a:gd name="connsiteY17" fmla="*/ 29854 h 2384591"/>
                    <a:gd name="connsiteX18" fmla="*/ 511642 w 978373"/>
                    <a:gd name="connsiteY18" fmla="*/ 172729 h 2384591"/>
                    <a:gd name="connsiteX19" fmla="*/ 467192 w 978373"/>
                    <a:gd name="connsiteY19" fmla="*/ 350529 h 2384591"/>
                    <a:gd name="connsiteX20" fmla="*/ 517992 w 978373"/>
                    <a:gd name="connsiteY20" fmla="*/ 652154 h 2384591"/>
                    <a:gd name="connsiteX0" fmla="*/ 517992 w 883584"/>
                    <a:gd name="connsiteY0" fmla="*/ 950381 h 2682818"/>
                    <a:gd name="connsiteX1" fmla="*/ 470367 w 883584"/>
                    <a:gd name="connsiteY1" fmla="*/ 1115481 h 2682818"/>
                    <a:gd name="connsiteX2" fmla="*/ 479892 w 883584"/>
                    <a:gd name="connsiteY2" fmla="*/ 1401231 h 2682818"/>
                    <a:gd name="connsiteX3" fmla="*/ 390992 w 883584"/>
                    <a:gd name="connsiteY3" fmla="*/ 1902881 h 2682818"/>
                    <a:gd name="connsiteX4" fmla="*/ 146517 w 883584"/>
                    <a:gd name="connsiteY4" fmla="*/ 2172756 h 2682818"/>
                    <a:gd name="connsiteX5" fmla="*/ 467 w 883584"/>
                    <a:gd name="connsiteY5" fmla="*/ 2522006 h 2682818"/>
                    <a:gd name="connsiteX6" fmla="*/ 98892 w 883584"/>
                    <a:gd name="connsiteY6" fmla="*/ 2617256 h 2682818"/>
                    <a:gd name="connsiteX7" fmla="*/ 365592 w 883584"/>
                    <a:gd name="connsiteY7" fmla="*/ 2674405 h 2682818"/>
                    <a:gd name="connsiteX8" fmla="*/ 187792 w 883584"/>
                    <a:gd name="connsiteY8" fmla="*/ 2477556 h 2682818"/>
                    <a:gd name="connsiteX9" fmla="*/ 610067 w 883584"/>
                    <a:gd name="connsiteY9" fmla="*/ 2033056 h 2682818"/>
                    <a:gd name="connsiteX10" fmla="*/ 794217 w 883584"/>
                    <a:gd name="connsiteY10" fmla="*/ 1502831 h 2682818"/>
                    <a:gd name="connsiteX11" fmla="*/ 876767 w 883584"/>
                    <a:gd name="connsiteY11" fmla="*/ 1204381 h 2682818"/>
                    <a:gd name="connsiteX12" fmla="*/ 860892 w 883584"/>
                    <a:gd name="connsiteY12" fmla="*/ 1121831 h 2682818"/>
                    <a:gd name="connsiteX13" fmla="*/ 724367 w 883584"/>
                    <a:gd name="connsiteY13" fmla="*/ 1007531 h 2682818"/>
                    <a:gd name="connsiteX14" fmla="*/ 644992 w 883584"/>
                    <a:gd name="connsiteY14" fmla="*/ 791631 h 2682818"/>
                    <a:gd name="connsiteX15" fmla="*/ 587842 w 883584"/>
                    <a:gd name="connsiteY15" fmla="*/ 677331 h 2682818"/>
                    <a:gd name="connsiteX16" fmla="*/ 587842 w 883584"/>
                    <a:gd name="connsiteY16" fmla="*/ 7406 h 2682818"/>
                    <a:gd name="connsiteX17" fmla="*/ 597367 w 883584"/>
                    <a:gd name="connsiteY17" fmla="*/ 328081 h 2682818"/>
                    <a:gd name="connsiteX18" fmla="*/ 511642 w 883584"/>
                    <a:gd name="connsiteY18" fmla="*/ 470956 h 2682818"/>
                    <a:gd name="connsiteX19" fmla="*/ 467192 w 883584"/>
                    <a:gd name="connsiteY19" fmla="*/ 648756 h 2682818"/>
                    <a:gd name="connsiteX20" fmla="*/ 517992 w 883584"/>
                    <a:gd name="connsiteY20" fmla="*/ 950381 h 2682818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511642 w 883584"/>
                    <a:gd name="connsiteY19" fmla="*/ 470512 h 2682374"/>
                    <a:gd name="connsiteX20" fmla="*/ 467192 w 883584"/>
                    <a:gd name="connsiteY20" fmla="*/ 648312 h 2682374"/>
                    <a:gd name="connsiteX21" fmla="*/ 517992 w 883584"/>
                    <a:gd name="connsiteY21" fmla="*/ 949937 h 2682374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600544 w 883584"/>
                    <a:gd name="connsiteY19" fmla="*/ 340339 h 2682374"/>
                    <a:gd name="connsiteX20" fmla="*/ 511642 w 883584"/>
                    <a:gd name="connsiteY20" fmla="*/ 470512 h 2682374"/>
                    <a:gd name="connsiteX21" fmla="*/ 467192 w 883584"/>
                    <a:gd name="connsiteY21" fmla="*/ 648312 h 2682374"/>
                    <a:gd name="connsiteX22" fmla="*/ 517992 w 883584"/>
                    <a:gd name="connsiteY22" fmla="*/ 949937 h 2682374"/>
                    <a:gd name="connsiteX0" fmla="*/ 517992 w 883584"/>
                    <a:gd name="connsiteY0" fmla="*/ 963028 h 2695465"/>
                    <a:gd name="connsiteX1" fmla="*/ 470367 w 883584"/>
                    <a:gd name="connsiteY1" fmla="*/ 1128128 h 2695465"/>
                    <a:gd name="connsiteX2" fmla="*/ 479892 w 883584"/>
                    <a:gd name="connsiteY2" fmla="*/ 1413878 h 2695465"/>
                    <a:gd name="connsiteX3" fmla="*/ 390992 w 883584"/>
                    <a:gd name="connsiteY3" fmla="*/ 1915528 h 2695465"/>
                    <a:gd name="connsiteX4" fmla="*/ 146517 w 883584"/>
                    <a:gd name="connsiteY4" fmla="*/ 2185403 h 2695465"/>
                    <a:gd name="connsiteX5" fmla="*/ 467 w 883584"/>
                    <a:gd name="connsiteY5" fmla="*/ 2534653 h 2695465"/>
                    <a:gd name="connsiteX6" fmla="*/ 98892 w 883584"/>
                    <a:gd name="connsiteY6" fmla="*/ 2629903 h 2695465"/>
                    <a:gd name="connsiteX7" fmla="*/ 365592 w 883584"/>
                    <a:gd name="connsiteY7" fmla="*/ 2687052 h 2695465"/>
                    <a:gd name="connsiteX8" fmla="*/ 187792 w 883584"/>
                    <a:gd name="connsiteY8" fmla="*/ 2490203 h 2695465"/>
                    <a:gd name="connsiteX9" fmla="*/ 610067 w 883584"/>
                    <a:gd name="connsiteY9" fmla="*/ 2045703 h 2695465"/>
                    <a:gd name="connsiteX10" fmla="*/ 794217 w 883584"/>
                    <a:gd name="connsiteY10" fmla="*/ 1515478 h 2695465"/>
                    <a:gd name="connsiteX11" fmla="*/ 876767 w 883584"/>
                    <a:gd name="connsiteY11" fmla="*/ 1217028 h 2695465"/>
                    <a:gd name="connsiteX12" fmla="*/ 860892 w 883584"/>
                    <a:gd name="connsiteY12" fmla="*/ 1134478 h 2695465"/>
                    <a:gd name="connsiteX13" fmla="*/ 724367 w 883584"/>
                    <a:gd name="connsiteY13" fmla="*/ 1020178 h 2695465"/>
                    <a:gd name="connsiteX14" fmla="*/ 644992 w 883584"/>
                    <a:gd name="connsiteY14" fmla="*/ 804278 h 2695465"/>
                    <a:gd name="connsiteX15" fmla="*/ 587842 w 883584"/>
                    <a:gd name="connsiteY15" fmla="*/ 689978 h 2695465"/>
                    <a:gd name="connsiteX16" fmla="*/ 587842 w 883584"/>
                    <a:gd name="connsiteY16" fmla="*/ 20053 h 2695465"/>
                    <a:gd name="connsiteX17" fmla="*/ 597367 w 883584"/>
                    <a:gd name="connsiteY17" fmla="*/ 340728 h 2695465"/>
                    <a:gd name="connsiteX18" fmla="*/ 603719 w 883584"/>
                    <a:gd name="connsiteY18" fmla="*/ 347080 h 2695465"/>
                    <a:gd name="connsiteX19" fmla="*/ 762469 w 883584"/>
                    <a:gd name="connsiteY19" fmla="*/ 1005 h 2695465"/>
                    <a:gd name="connsiteX20" fmla="*/ 511642 w 883584"/>
                    <a:gd name="connsiteY20" fmla="*/ 483603 h 2695465"/>
                    <a:gd name="connsiteX21" fmla="*/ 467192 w 883584"/>
                    <a:gd name="connsiteY21" fmla="*/ 661403 h 2695465"/>
                    <a:gd name="connsiteX22" fmla="*/ 517992 w 883584"/>
                    <a:gd name="connsiteY22" fmla="*/ 963028 h 2695465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587842 w 927570"/>
                    <a:gd name="connsiteY16" fmla="*/ 19999 h 2695411"/>
                    <a:gd name="connsiteX17" fmla="*/ 597367 w 927570"/>
                    <a:gd name="connsiteY17" fmla="*/ 34067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872"/>
                    <a:gd name="connsiteY0" fmla="*/ 962974 h 2695411"/>
                    <a:gd name="connsiteX1" fmla="*/ 470367 w 927872"/>
                    <a:gd name="connsiteY1" fmla="*/ 1128074 h 2695411"/>
                    <a:gd name="connsiteX2" fmla="*/ 479892 w 927872"/>
                    <a:gd name="connsiteY2" fmla="*/ 1413824 h 2695411"/>
                    <a:gd name="connsiteX3" fmla="*/ 390992 w 927872"/>
                    <a:gd name="connsiteY3" fmla="*/ 1915474 h 2695411"/>
                    <a:gd name="connsiteX4" fmla="*/ 146517 w 927872"/>
                    <a:gd name="connsiteY4" fmla="*/ 2185349 h 2695411"/>
                    <a:gd name="connsiteX5" fmla="*/ 467 w 927872"/>
                    <a:gd name="connsiteY5" fmla="*/ 2534599 h 2695411"/>
                    <a:gd name="connsiteX6" fmla="*/ 98892 w 927872"/>
                    <a:gd name="connsiteY6" fmla="*/ 2629849 h 2695411"/>
                    <a:gd name="connsiteX7" fmla="*/ 365592 w 927872"/>
                    <a:gd name="connsiteY7" fmla="*/ 2686998 h 2695411"/>
                    <a:gd name="connsiteX8" fmla="*/ 187792 w 927872"/>
                    <a:gd name="connsiteY8" fmla="*/ 2490149 h 2695411"/>
                    <a:gd name="connsiteX9" fmla="*/ 610067 w 927872"/>
                    <a:gd name="connsiteY9" fmla="*/ 2045649 h 2695411"/>
                    <a:gd name="connsiteX10" fmla="*/ 794217 w 927872"/>
                    <a:gd name="connsiteY10" fmla="*/ 1515424 h 2695411"/>
                    <a:gd name="connsiteX11" fmla="*/ 876767 w 927872"/>
                    <a:gd name="connsiteY11" fmla="*/ 1216974 h 2695411"/>
                    <a:gd name="connsiteX12" fmla="*/ 860892 w 927872"/>
                    <a:gd name="connsiteY12" fmla="*/ 1134424 h 2695411"/>
                    <a:gd name="connsiteX13" fmla="*/ 724367 w 927872"/>
                    <a:gd name="connsiteY13" fmla="*/ 1020124 h 2695411"/>
                    <a:gd name="connsiteX14" fmla="*/ 644992 w 927872"/>
                    <a:gd name="connsiteY14" fmla="*/ 804224 h 2695411"/>
                    <a:gd name="connsiteX15" fmla="*/ 587842 w 927872"/>
                    <a:gd name="connsiteY15" fmla="*/ 689924 h 2695411"/>
                    <a:gd name="connsiteX16" fmla="*/ 587842 w 927872"/>
                    <a:gd name="connsiteY16" fmla="*/ 19999 h 2695411"/>
                    <a:gd name="connsiteX17" fmla="*/ 879942 w 927872"/>
                    <a:gd name="connsiteY17" fmla="*/ 562924 h 2695411"/>
                    <a:gd name="connsiteX18" fmla="*/ 927569 w 927872"/>
                    <a:gd name="connsiteY18" fmla="*/ 369251 h 2695411"/>
                    <a:gd name="connsiteX19" fmla="*/ 762469 w 927872"/>
                    <a:gd name="connsiteY19" fmla="*/ 951 h 2695411"/>
                    <a:gd name="connsiteX20" fmla="*/ 511642 w 927872"/>
                    <a:gd name="connsiteY20" fmla="*/ 483549 h 2695411"/>
                    <a:gd name="connsiteX21" fmla="*/ 467192 w 927872"/>
                    <a:gd name="connsiteY21" fmla="*/ 661349 h 2695411"/>
                    <a:gd name="connsiteX22" fmla="*/ 517992 w 927872"/>
                    <a:gd name="connsiteY22" fmla="*/ 962974 h 2695411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898992 w 927570"/>
                    <a:gd name="connsiteY16" fmla="*/ 785174 h 2695411"/>
                    <a:gd name="connsiteX17" fmla="*/ 879942 w 927570"/>
                    <a:gd name="connsiteY17" fmla="*/ 56292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569"/>
                    <a:gd name="connsiteY0" fmla="*/ 622174 h 2354611"/>
                    <a:gd name="connsiteX1" fmla="*/ 470367 w 927569"/>
                    <a:gd name="connsiteY1" fmla="*/ 787274 h 2354611"/>
                    <a:gd name="connsiteX2" fmla="*/ 479892 w 927569"/>
                    <a:gd name="connsiteY2" fmla="*/ 1073024 h 2354611"/>
                    <a:gd name="connsiteX3" fmla="*/ 390992 w 927569"/>
                    <a:gd name="connsiteY3" fmla="*/ 1574674 h 2354611"/>
                    <a:gd name="connsiteX4" fmla="*/ 146517 w 927569"/>
                    <a:gd name="connsiteY4" fmla="*/ 1844549 h 2354611"/>
                    <a:gd name="connsiteX5" fmla="*/ 467 w 927569"/>
                    <a:gd name="connsiteY5" fmla="*/ 2193799 h 2354611"/>
                    <a:gd name="connsiteX6" fmla="*/ 98892 w 927569"/>
                    <a:gd name="connsiteY6" fmla="*/ 2289049 h 2354611"/>
                    <a:gd name="connsiteX7" fmla="*/ 365592 w 927569"/>
                    <a:gd name="connsiteY7" fmla="*/ 2346198 h 2354611"/>
                    <a:gd name="connsiteX8" fmla="*/ 187792 w 927569"/>
                    <a:gd name="connsiteY8" fmla="*/ 2149349 h 2354611"/>
                    <a:gd name="connsiteX9" fmla="*/ 610067 w 927569"/>
                    <a:gd name="connsiteY9" fmla="*/ 1704849 h 2354611"/>
                    <a:gd name="connsiteX10" fmla="*/ 794217 w 927569"/>
                    <a:gd name="connsiteY10" fmla="*/ 1174624 h 2354611"/>
                    <a:gd name="connsiteX11" fmla="*/ 876767 w 927569"/>
                    <a:gd name="connsiteY11" fmla="*/ 876174 h 2354611"/>
                    <a:gd name="connsiteX12" fmla="*/ 860892 w 927569"/>
                    <a:gd name="connsiteY12" fmla="*/ 793624 h 2354611"/>
                    <a:gd name="connsiteX13" fmla="*/ 724367 w 927569"/>
                    <a:gd name="connsiteY13" fmla="*/ 679324 h 2354611"/>
                    <a:gd name="connsiteX14" fmla="*/ 644992 w 927569"/>
                    <a:gd name="connsiteY14" fmla="*/ 463424 h 2354611"/>
                    <a:gd name="connsiteX15" fmla="*/ 587842 w 927569"/>
                    <a:gd name="connsiteY15" fmla="*/ 349124 h 2354611"/>
                    <a:gd name="connsiteX16" fmla="*/ 898992 w 927569"/>
                    <a:gd name="connsiteY16" fmla="*/ 444374 h 2354611"/>
                    <a:gd name="connsiteX17" fmla="*/ 879942 w 927569"/>
                    <a:gd name="connsiteY17" fmla="*/ 222124 h 2354611"/>
                    <a:gd name="connsiteX18" fmla="*/ 927569 w 927569"/>
                    <a:gd name="connsiteY18" fmla="*/ 28451 h 2354611"/>
                    <a:gd name="connsiteX19" fmla="*/ 613244 w 927569"/>
                    <a:gd name="connsiteY19" fmla="*/ 6226 h 2354611"/>
                    <a:gd name="connsiteX20" fmla="*/ 511642 w 927569"/>
                    <a:gd name="connsiteY20" fmla="*/ 142749 h 2354611"/>
                    <a:gd name="connsiteX21" fmla="*/ 467192 w 927569"/>
                    <a:gd name="connsiteY21" fmla="*/ 320549 h 2354611"/>
                    <a:gd name="connsiteX22" fmla="*/ 517992 w 927569"/>
                    <a:gd name="connsiteY22" fmla="*/ 622174 h 2354611"/>
                    <a:gd name="connsiteX0" fmla="*/ 517992 w 931813"/>
                    <a:gd name="connsiteY0" fmla="*/ 873132 h 2605569"/>
                    <a:gd name="connsiteX1" fmla="*/ 470367 w 931813"/>
                    <a:gd name="connsiteY1" fmla="*/ 1038232 h 2605569"/>
                    <a:gd name="connsiteX2" fmla="*/ 479892 w 931813"/>
                    <a:gd name="connsiteY2" fmla="*/ 1323982 h 2605569"/>
                    <a:gd name="connsiteX3" fmla="*/ 390992 w 931813"/>
                    <a:gd name="connsiteY3" fmla="*/ 1825632 h 2605569"/>
                    <a:gd name="connsiteX4" fmla="*/ 146517 w 931813"/>
                    <a:gd name="connsiteY4" fmla="*/ 2095507 h 2605569"/>
                    <a:gd name="connsiteX5" fmla="*/ 467 w 931813"/>
                    <a:gd name="connsiteY5" fmla="*/ 2444757 h 2605569"/>
                    <a:gd name="connsiteX6" fmla="*/ 98892 w 931813"/>
                    <a:gd name="connsiteY6" fmla="*/ 2540007 h 2605569"/>
                    <a:gd name="connsiteX7" fmla="*/ 365592 w 931813"/>
                    <a:gd name="connsiteY7" fmla="*/ 2597156 h 2605569"/>
                    <a:gd name="connsiteX8" fmla="*/ 187792 w 931813"/>
                    <a:gd name="connsiteY8" fmla="*/ 2400307 h 2605569"/>
                    <a:gd name="connsiteX9" fmla="*/ 610067 w 931813"/>
                    <a:gd name="connsiteY9" fmla="*/ 1955807 h 2605569"/>
                    <a:gd name="connsiteX10" fmla="*/ 794217 w 931813"/>
                    <a:gd name="connsiteY10" fmla="*/ 1425582 h 2605569"/>
                    <a:gd name="connsiteX11" fmla="*/ 876767 w 931813"/>
                    <a:gd name="connsiteY11" fmla="*/ 1127132 h 2605569"/>
                    <a:gd name="connsiteX12" fmla="*/ 860892 w 931813"/>
                    <a:gd name="connsiteY12" fmla="*/ 1044582 h 2605569"/>
                    <a:gd name="connsiteX13" fmla="*/ 724367 w 931813"/>
                    <a:gd name="connsiteY13" fmla="*/ 930282 h 2605569"/>
                    <a:gd name="connsiteX14" fmla="*/ 644992 w 931813"/>
                    <a:gd name="connsiteY14" fmla="*/ 714382 h 2605569"/>
                    <a:gd name="connsiteX15" fmla="*/ 587842 w 931813"/>
                    <a:gd name="connsiteY15" fmla="*/ 600082 h 2605569"/>
                    <a:gd name="connsiteX16" fmla="*/ 898992 w 931813"/>
                    <a:gd name="connsiteY16" fmla="*/ 695332 h 2605569"/>
                    <a:gd name="connsiteX17" fmla="*/ 879942 w 931813"/>
                    <a:gd name="connsiteY17" fmla="*/ 473082 h 2605569"/>
                    <a:gd name="connsiteX18" fmla="*/ 521169 w 931813"/>
                    <a:gd name="connsiteY18" fmla="*/ 9 h 2605569"/>
                    <a:gd name="connsiteX19" fmla="*/ 613244 w 931813"/>
                    <a:gd name="connsiteY19" fmla="*/ 257184 h 2605569"/>
                    <a:gd name="connsiteX20" fmla="*/ 511642 w 931813"/>
                    <a:gd name="connsiteY20" fmla="*/ 393707 h 2605569"/>
                    <a:gd name="connsiteX21" fmla="*/ 467192 w 931813"/>
                    <a:gd name="connsiteY21" fmla="*/ 571507 h 2605569"/>
                    <a:gd name="connsiteX22" fmla="*/ 517992 w 931813"/>
                    <a:gd name="connsiteY22" fmla="*/ 873132 h 2605569"/>
                    <a:gd name="connsiteX0" fmla="*/ 517992 w 901118"/>
                    <a:gd name="connsiteY0" fmla="*/ 1028787 h 2761224"/>
                    <a:gd name="connsiteX1" fmla="*/ 470367 w 901118"/>
                    <a:gd name="connsiteY1" fmla="*/ 1193887 h 2761224"/>
                    <a:gd name="connsiteX2" fmla="*/ 479892 w 901118"/>
                    <a:gd name="connsiteY2" fmla="*/ 1479637 h 2761224"/>
                    <a:gd name="connsiteX3" fmla="*/ 390992 w 901118"/>
                    <a:gd name="connsiteY3" fmla="*/ 1981287 h 2761224"/>
                    <a:gd name="connsiteX4" fmla="*/ 146517 w 901118"/>
                    <a:gd name="connsiteY4" fmla="*/ 2251162 h 2761224"/>
                    <a:gd name="connsiteX5" fmla="*/ 467 w 901118"/>
                    <a:gd name="connsiteY5" fmla="*/ 2600412 h 2761224"/>
                    <a:gd name="connsiteX6" fmla="*/ 98892 w 901118"/>
                    <a:gd name="connsiteY6" fmla="*/ 2695662 h 2761224"/>
                    <a:gd name="connsiteX7" fmla="*/ 365592 w 901118"/>
                    <a:gd name="connsiteY7" fmla="*/ 2752811 h 2761224"/>
                    <a:gd name="connsiteX8" fmla="*/ 187792 w 901118"/>
                    <a:gd name="connsiteY8" fmla="*/ 2555962 h 2761224"/>
                    <a:gd name="connsiteX9" fmla="*/ 610067 w 901118"/>
                    <a:gd name="connsiteY9" fmla="*/ 2111462 h 2761224"/>
                    <a:gd name="connsiteX10" fmla="*/ 794217 w 901118"/>
                    <a:gd name="connsiteY10" fmla="*/ 1581237 h 2761224"/>
                    <a:gd name="connsiteX11" fmla="*/ 876767 w 901118"/>
                    <a:gd name="connsiteY11" fmla="*/ 1282787 h 2761224"/>
                    <a:gd name="connsiteX12" fmla="*/ 860892 w 901118"/>
                    <a:gd name="connsiteY12" fmla="*/ 1200237 h 2761224"/>
                    <a:gd name="connsiteX13" fmla="*/ 724367 w 901118"/>
                    <a:gd name="connsiteY13" fmla="*/ 1085937 h 2761224"/>
                    <a:gd name="connsiteX14" fmla="*/ 644992 w 901118"/>
                    <a:gd name="connsiteY14" fmla="*/ 870037 h 2761224"/>
                    <a:gd name="connsiteX15" fmla="*/ 587842 w 901118"/>
                    <a:gd name="connsiteY15" fmla="*/ 755737 h 2761224"/>
                    <a:gd name="connsiteX16" fmla="*/ 898992 w 901118"/>
                    <a:gd name="connsiteY16" fmla="*/ 850987 h 2761224"/>
                    <a:gd name="connsiteX17" fmla="*/ 714842 w 901118"/>
                    <a:gd name="connsiteY17" fmla="*/ 31837 h 2761224"/>
                    <a:gd name="connsiteX18" fmla="*/ 521169 w 901118"/>
                    <a:gd name="connsiteY18" fmla="*/ 155664 h 2761224"/>
                    <a:gd name="connsiteX19" fmla="*/ 613244 w 901118"/>
                    <a:gd name="connsiteY19" fmla="*/ 412839 h 2761224"/>
                    <a:gd name="connsiteX20" fmla="*/ 511642 w 901118"/>
                    <a:gd name="connsiteY20" fmla="*/ 549362 h 2761224"/>
                    <a:gd name="connsiteX21" fmla="*/ 467192 w 901118"/>
                    <a:gd name="connsiteY21" fmla="*/ 727162 h 2761224"/>
                    <a:gd name="connsiteX22" fmla="*/ 517992 w 901118"/>
                    <a:gd name="connsiteY22" fmla="*/ 1028787 h 2761224"/>
                    <a:gd name="connsiteX0" fmla="*/ 517992 w 913695"/>
                    <a:gd name="connsiteY0" fmla="*/ 1008702 h 2741139"/>
                    <a:gd name="connsiteX1" fmla="*/ 470367 w 913695"/>
                    <a:gd name="connsiteY1" fmla="*/ 1173802 h 2741139"/>
                    <a:gd name="connsiteX2" fmla="*/ 479892 w 913695"/>
                    <a:gd name="connsiteY2" fmla="*/ 1459552 h 2741139"/>
                    <a:gd name="connsiteX3" fmla="*/ 390992 w 913695"/>
                    <a:gd name="connsiteY3" fmla="*/ 1961202 h 2741139"/>
                    <a:gd name="connsiteX4" fmla="*/ 146517 w 913695"/>
                    <a:gd name="connsiteY4" fmla="*/ 2231077 h 2741139"/>
                    <a:gd name="connsiteX5" fmla="*/ 467 w 913695"/>
                    <a:gd name="connsiteY5" fmla="*/ 2580327 h 2741139"/>
                    <a:gd name="connsiteX6" fmla="*/ 98892 w 913695"/>
                    <a:gd name="connsiteY6" fmla="*/ 2675577 h 2741139"/>
                    <a:gd name="connsiteX7" fmla="*/ 365592 w 913695"/>
                    <a:gd name="connsiteY7" fmla="*/ 2732726 h 2741139"/>
                    <a:gd name="connsiteX8" fmla="*/ 187792 w 913695"/>
                    <a:gd name="connsiteY8" fmla="*/ 2535877 h 2741139"/>
                    <a:gd name="connsiteX9" fmla="*/ 610067 w 913695"/>
                    <a:gd name="connsiteY9" fmla="*/ 2091377 h 2741139"/>
                    <a:gd name="connsiteX10" fmla="*/ 794217 w 913695"/>
                    <a:gd name="connsiteY10" fmla="*/ 1561152 h 2741139"/>
                    <a:gd name="connsiteX11" fmla="*/ 876767 w 913695"/>
                    <a:gd name="connsiteY11" fmla="*/ 1262702 h 2741139"/>
                    <a:gd name="connsiteX12" fmla="*/ 860892 w 913695"/>
                    <a:gd name="connsiteY12" fmla="*/ 1180152 h 2741139"/>
                    <a:gd name="connsiteX13" fmla="*/ 724367 w 913695"/>
                    <a:gd name="connsiteY13" fmla="*/ 1065852 h 2741139"/>
                    <a:gd name="connsiteX14" fmla="*/ 644992 w 913695"/>
                    <a:gd name="connsiteY14" fmla="*/ 849952 h 2741139"/>
                    <a:gd name="connsiteX15" fmla="*/ 587842 w 913695"/>
                    <a:gd name="connsiteY15" fmla="*/ 735652 h 2741139"/>
                    <a:gd name="connsiteX16" fmla="*/ 898992 w 913695"/>
                    <a:gd name="connsiteY16" fmla="*/ 830902 h 2741139"/>
                    <a:gd name="connsiteX17" fmla="*/ 848195 w 913695"/>
                    <a:gd name="connsiteY17" fmla="*/ 488005 h 2741139"/>
                    <a:gd name="connsiteX18" fmla="*/ 714842 w 913695"/>
                    <a:gd name="connsiteY18" fmla="*/ 11752 h 2741139"/>
                    <a:gd name="connsiteX19" fmla="*/ 521169 w 913695"/>
                    <a:gd name="connsiteY19" fmla="*/ 135579 h 2741139"/>
                    <a:gd name="connsiteX20" fmla="*/ 613244 w 913695"/>
                    <a:gd name="connsiteY20" fmla="*/ 392754 h 2741139"/>
                    <a:gd name="connsiteX21" fmla="*/ 511642 w 913695"/>
                    <a:gd name="connsiteY21" fmla="*/ 529277 h 2741139"/>
                    <a:gd name="connsiteX22" fmla="*/ 467192 w 913695"/>
                    <a:gd name="connsiteY22" fmla="*/ 707077 h 2741139"/>
                    <a:gd name="connsiteX23" fmla="*/ 517992 w 913695"/>
                    <a:gd name="connsiteY23" fmla="*/ 1008702 h 2741139"/>
                    <a:gd name="connsiteX0" fmla="*/ 517992 w 911783"/>
                    <a:gd name="connsiteY0" fmla="*/ 1020165 h 2752602"/>
                    <a:gd name="connsiteX1" fmla="*/ 470367 w 911783"/>
                    <a:gd name="connsiteY1" fmla="*/ 1185265 h 2752602"/>
                    <a:gd name="connsiteX2" fmla="*/ 479892 w 911783"/>
                    <a:gd name="connsiteY2" fmla="*/ 1471015 h 2752602"/>
                    <a:gd name="connsiteX3" fmla="*/ 390992 w 911783"/>
                    <a:gd name="connsiteY3" fmla="*/ 1972665 h 2752602"/>
                    <a:gd name="connsiteX4" fmla="*/ 146517 w 911783"/>
                    <a:gd name="connsiteY4" fmla="*/ 2242540 h 2752602"/>
                    <a:gd name="connsiteX5" fmla="*/ 467 w 911783"/>
                    <a:gd name="connsiteY5" fmla="*/ 2591790 h 2752602"/>
                    <a:gd name="connsiteX6" fmla="*/ 98892 w 911783"/>
                    <a:gd name="connsiteY6" fmla="*/ 2687040 h 2752602"/>
                    <a:gd name="connsiteX7" fmla="*/ 365592 w 911783"/>
                    <a:gd name="connsiteY7" fmla="*/ 2744189 h 2752602"/>
                    <a:gd name="connsiteX8" fmla="*/ 187792 w 911783"/>
                    <a:gd name="connsiteY8" fmla="*/ 2547340 h 2752602"/>
                    <a:gd name="connsiteX9" fmla="*/ 610067 w 911783"/>
                    <a:gd name="connsiteY9" fmla="*/ 2102840 h 2752602"/>
                    <a:gd name="connsiteX10" fmla="*/ 794217 w 911783"/>
                    <a:gd name="connsiteY10" fmla="*/ 1572615 h 2752602"/>
                    <a:gd name="connsiteX11" fmla="*/ 876767 w 911783"/>
                    <a:gd name="connsiteY11" fmla="*/ 1274165 h 2752602"/>
                    <a:gd name="connsiteX12" fmla="*/ 860892 w 911783"/>
                    <a:gd name="connsiteY12" fmla="*/ 1191615 h 2752602"/>
                    <a:gd name="connsiteX13" fmla="*/ 724367 w 911783"/>
                    <a:gd name="connsiteY13" fmla="*/ 1077315 h 2752602"/>
                    <a:gd name="connsiteX14" fmla="*/ 644992 w 911783"/>
                    <a:gd name="connsiteY14" fmla="*/ 861415 h 2752602"/>
                    <a:gd name="connsiteX15" fmla="*/ 587842 w 911783"/>
                    <a:gd name="connsiteY15" fmla="*/ 747115 h 2752602"/>
                    <a:gd name="connsiteX16" fmla="*/ 898992 w 911783"/>
                    <a:gd name="connsiteY16" fmla="*/ 842365 h 2752602"/>
                    <a:gd name="connsiteX17" fmla="*/ 838670 w 911783"/>
                    <a:gd name="connsiteY17" fmla="*/ 86718 h 2752602"/>
                    <a:gd name="connsiteX18" fmla="*/ 714842 w 911783"/>
                    <a:gd name="connsiteY18" fmla="*/ 23215 h 2752602"/>
                    <a:gd name="connsiteX19" fmla="*/ 521169 w 911783"/>
                    <a:gd name="connsiteY19" fmla="*/ 147042 h 2752602"/>
                    <a:gd name="connsiteX20" fmla="*/ 613244 w 911783"/>
                    <a:gd name="connsiteY20" fmla="*/ 404217 h 2752602"/>
                    <a:gd name="connsiteX21" fmla="*/ 511642 w 911783"/>
                    <a:gd name="connsiteY21" fmla="*/ 540740 h 2752602"/>
                    <a:gd name="connsiteX22" fmla="*/ 467192 w 911783"/>
                    <a:gd name="connsiteY22" fmla="*/ 718540 h 2752602"/>
                    <a:gd name="connsiteX23" fmla="*/ 517992 w 911783"/>
                    <a:gd name="connsiteY23" fmla="*/ 1020165 h 2752602"/>
                    <a:gd name="connsiteX0" fmla="*/ 517992 w 912474"/>
                    <a:gd name="connsiteY0" fmla="*/ 998240 h 2730677"/>
                    <a:gd name="connsiteX1" fmla="*/ 470367 w 912474"/>
                    <a:gd name="connsiteY1" fmla="*/ 1163340 h 2730677"/>
                    <a:gd name="connsiteX2" fmla="*/ 479892 w 912474"/>
                    <a:gd name="connsiteY2" fmla="*/ 1449090 h 2730677"/>
                    <a:gd name="connsiteX3" fmla="*/ 390992 w 912474"/>
                    <a:gd name="connsiteY3" fmla="*/ 1950740 h 2730677"/>
                    <a:gd name="connsiteX4" fmla="*/ 146517 w 912474"/>
                    <a:gd name="connsiteY4" fmla="*/ 2220615 h 2730677"/>
                    <a:gd name="connsiteX5" fmla="*/ 467 w 912474"/>
                    <a:gd name="connsiteY5" fmla="*/ 2569865 h 2730677"/>
                    <a:gd name="connsiteX6" fmla="*/ 98892 w 912474"/>
                    <a:gd name="connsiteY6" fmla="*/ 2665115 h 2730677"/>
                    <a:gd name="connsiteX7" fmla="*/ 365592 w 912474"/>
                    <a:gd name="connsiteY7" fmla="*/ 2722264 h 2730677"/>
                    <a:gd name="connsiteX8" fmla="*/ 187792 w 912474"/>
                    <a:gd name="connsiteY8" fmla="*/ 2525415 h 2730677"/>
                    <a:gd name="connsiteX9" fmla="*/ 610067 w 912474"/>
                    <a:gd name="connsiteY9" fmla="*/ 2080915 h 2730677"/>
                    <a:gd name="connsiteX10" fmla="*/ 794217 w 912474"/>
                    <a:gd name="connsiteY10" fmla="*/ 1550690 h 2730677"/>
                    <a:gd name="connsiteX11" fmla="*/ 876767 w 912474"/>
                    <a:gd name="connsiteY11" fmla="*/ 1252240 h 2730677"/>
                    <a:gd name="connsiteX12" fmla="*/ 860892 w 912474"/>
                    <a:gd name="connsiteY12" fmla="*/ 1169690 h 2730677"/>
                    <a:gd name="connsiteX13" fmla="*/ 724367 w 912474"/>
                    <a:gd name="connsiteY13" fmla="*/ 1055390 h 2730677"/>
                    <a:gd name="connsiteX14" fmla="*/ 644992 w 912474"/>
                    <a:gd name="connsiteY14" fmla="*/ 839490 h 2730677"/>
                    <a:gd name="connsiteX15" fmla="*/ 587842 w 912474"/>
                    <a:gd name="connsiteY15" fmla="*/ 725190 h 2730677"/>
                    <a:gd name="connsiteX16" fmla="*/ 898992 w 912474"/>
                    <a:gd name="connsiteY16" fmla="*/ 820440 h 2730677"/>
                    <a:gd name="connsiteX17" fmla="*/ 854545 w 912474"/>
                    <a:gd name="connsiteY17" fmla="*/ 134643 h 2730677"/>
                    <a:gd name="connsiteX18" fmla="*/ 838670 w 912474"/>
                    <a:gd name="connsiteY18" fmla="*/ 64793 h 2730677"/>
                    <a:gd name="connsiteX19" fmla="*/ 714842 w 912474"/>
                    <a:gd name="connsiteY19" fmla="*/ 1290 h 2730677"/>
                    <a:gd name="connsiteX20" fmla="*/ 521169 w 912474"/>
                    <a:gd name="connsiteY20" fmla="*/ 125117 h 2730677"/>
                    <a:gd name="connsiteX21" fmla="*/ 613244 w 912474"/>
                    <a:gd name="connsiteY21" fmla="*/ 382292 h 2730677"/>
                    <a:gd name="connsiteX22" fmla="*/ 511642 w 912474"/>
                    <a:gd name="connsiteY22" fmla="*/ 518815 h 2730677"/>
                    <a:gd name="connsiteX23" fmla="*/ 467192 w 912474"/>
                    <a:gd name="connsiteY23" fmla="*/ 696615 h 2730677"/>
                    <a:gd name="connsiteX24" fmla="*/ 517992 w 912474"/>
                    <a:gd name="connsiteY24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54544 w 912187"/>
                    <a:gd name="connsiteY18" fmla="*/ 134643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83119 w 912187"/>
                    <a:gd name="connsiteY18" fmla="*/ 239418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1083"/>
                    <a:gd name="connsiteY0" fmla="*/ 998240 h 2730677"/>
                    <a:gd name="connsiteX1" fmla="*/ 470367 w 911083"/>
                    <a:gd name="connsiteY1" fmla="*/ 1163340 h 2730677"/>
                    <a:gd name="connsiteX2" fmla="*/ 479892 w 911083"/>
                    <a:gd name="connsiteY2" fmla="*/ 1449090 h 2730677"/>
                    <a:gd name="connsiteX3" fmla="*/ 390992 w 911083"/>
                    <a:gd name="connsiteY3" fmla="*/ 1950740 h 2730677"/>
                    <a:gd name="connsiteX4" fmla="*/ 146517 w 911083"/>
                    <a:gd name="connsiteY4" fmla="*/ 2220615 h 2730677"/>
                    <a:gd name="connsiteX5" fmla="*/ 467 w 911083"/>
                    <a:gd name="connsiteY5" fmla="*/ 2569865 h 2730677"/>
                    <a:gd name="connsiteX6" fmla="*/ 98892 w 911083"/>
                    <a:gd name="connsiteY6" fmla="*/ 2665115 h 2730677"/>
                    <a:gd name="connsiteX7" fmla="*/ 365592 w 911083"/>
                    <a:gd name="connsiteY7" fmla="*/ 2722264 h 2730677"/>
                    <a:gd name="connsiteX8" fmla="*/ 187792 w 911083"/>
                    <a:gd name="connsiteY8" fmla="*/ 2525415 h 2730677"/>
                    <a:gd name="connsiteX9" fmla="*/ 610067 w 911083"/>
                    <a:gd name="connsiteY9" fmla="*/ 2080915 h 2730677"/>
                    <a:gd name="connsiteX10" fmla="*/ 794217 w 911083"/>
                    <a:gd name="connsiteY10" fmla="*/ 1550690 h 2730677"/>
                    <a:gd name="connsiteX11" fmla="*/ 876767 w 911083"/>
                    <a:gd name="connsiteY11" fmla="*/ 1252240 h 2730677"/>
                    <a:gd name="connsiteX12" fmla="*/ 860892 w 911083"/>
                    <a:gd name="connsiteY12" fmla="*/ 1169690 h 2730677"/>
                    <a:gd name="connsiteX13" fmla="*/ 724367 w 911083"/>
                    <a:gd name="connsiteY13" fmla="*/ 1055390 h 2730677"/>
                    <a:gd name="connsiteX14" fmla="*/ 644992 w 911083"/>
                    <a:gd name="connsiteY14" fmla="*/ 839490 h 2730677"/>
                    <a:gd name="connsiteX15" fmla="*/ 587842 w 911083"/>
                    <a:gd name="connsiteY15" fmla="*/ 725190 h 2730677"/>
                    <a:gd name="connsiteX16" fmla="*/ 898992 w 911083"/>
                    <a:gd name="connsiteY16" fmla="*/ 820440 h 2730677"/>
                    <a:gd name="connsiteX17" fmla="*/ 848195 w 911083"/>
                    <a:gd name="connsiteY17" fmla="*/ 356893 h 2730677"/>
                    <a:gd name="connsiteX18" fmla="*/ 883119 w 911083"/>
                    <a:gd name="connsiteY18" fmla="*/ 239418 h 2730677"/>
                    <a:gd name="connsiteX19" fmla="*/ 838670 w 911083"/>
                    <a:gd name="connsiteY19" fmla="*/ 64793 h 2730677"/>
                    <a:gd name="connsiteX20" fmla="*/ 714842 w 911083"/>
                    <a:gd name="connsiteY20" fmla="*/ 1290 h 2730677"/>
                    <a:gd name="connsiteX21" fmla="*/ 521169 w 911083"/>
                    <a:gd name="connsiteY21" fmla="*/ 125117 h 2730677"/>
                    <a:gd name="connsiteX22" fmla="*/ 613244 w 911083"/>
                    <a:gd name="connsiteY22" fmla="*/ 382292 h 2730677"/>
                    <a:gd name="connsiteX23" fmla="*/ 511642 w 911083"/>
                    <a:gd name="connsiteY23" fmla="*/ 518815 h 2730677"/>
                    <a:gd name="connsiteX24" fmla="*/ 467192 w 911083"/>
                    <a:gd name="connsiteY24" fmla="*/ 696615 h 2730677"/>
                    <a:gd name="connsiteX25" fmla="*/ 517992 w 911083"/>
                    <a:gd name="connsiteY25" fmla="*/ 998240 h 2730677"/>
                    <a:gd name="connsiteX0" fmla="*/ 517992 w 918868"/>
                    <a:gd name="connsiteY0" fmla="*/ 998240 h 2730677"/>
                    <a:gd name="connsiteX1" fmla="*/ 470367 w 918868"/>
                    <a:gd name="connsiteY1" fmla="*/ 1163340 h 2730677"/>
                    <a:gd name="connsiteX2" fmla="*/ 479892 w 918868"/>
                    <a:gd name="connsiteY2" fmla="*/ 1449090 h 2730677"/>
                    <a:gd name="connsiteX3" fmla="*/ 390992 w 918868"/>
                    <a:gd name="connsiteY3" fmla="*/ 1950740 h 2730677"/>
                    <a:gd name="connsiteX4" fmla="*/ 146517 w 918868"/>
                    <a:gd name="connsiteY4" fmla="*/ 2220615 h 2730677"/>
                    <a:gd name="connsiteX5" fmla="*/ 467 w 918868"/>
                    <a:gd name="connsiteY5" fmla="*/ 2569865 h 2730677"/>
                    <a:gd name="connsiteX6" fmla="*/ 98892 w 918868"/>
                    <a:gd name="connsiteY6" fmla="*/ 2665115 h 2730677"/>
                    <a:gd name="connsiteX7" fmla="*/ 365592 w 918868"/>
                    <a:gd name="connsiteY7" fmla="*/ 2722264 h 2730677"/>
                    <a:gd name="connsiteX8" fmla="*/ 187792 w 918868"/>
                    <a:gd name="connsiteY8" fmla="*/ 2525415 h 2730677"/>
                    <a:gd name="connsiteX9" fmla="*/ 610067 w 918868"/>
                    <a:gd name="connsiteY9" fmla="*/ 2080915 h 2730677"/>
                    <a:gd name="connsiteX10" fmla="*/ 794217 w 918868"/>
                    <a:gd name="connsiteY10" fmla="*/ 1550690 h 2730677"/>
                    <a:gd name="connsiteX11" fmla="*/ 876767 w 918868"/>
                    <a:gd name="connsiteY11" fmla="*/ 1252240 h 2730677"/>
                    <a:gd name="connsiteX12" fmla="*/ 860892 w 918868"/>
                    <a:gd name="connsiteY12" fmla="*/ 1169690 h 2730677"/>
                    <a:gd name="connsiteX13" fmla="*/ 724367 w 918868"/>
                    <a:gd name="connsiteY13" fmla="*/ 1055390 h 2730677"/>
                    <a:gd name="connsiteX14" fmla="*/ 644992 w 918868"/>
                    <a:gd name="connsiteY14" fmla="*/ 839490 h 2730677"/>
                    <a:gd name="connsiteX15" fmla="*/ 587842 w 918868"/>
                    <a:gd name="connsiteY15" fmla="*/ 725190 h 2730677"/>
                    <a:gd name="connsiteX16" fmla="*/ 898992 w 918868"/>
                    <a:gd name="connsiteY16" fmla="*/ 820440 h 2730677"/>
                    <a:gd name="connsiteX17" fmla="*/ 883120 w 918868"/>
                    <a:gd name="connsiteY17" fmla="*/ 541043 h 2730677"/>
                    <a:gd name="connsiteX18" fmla="*/ 848195 w 918868"/>
                    <a:gd name="connsiteY18" fmla="*/ 356893 h 2730677"/>
                    <a:gd name="connsiteX19" fmla="*/ 883119 w 918868"/>
                    <a:gd name="connsiteY19" fmla="*/ 239418 h 2730677"/>
                    <a:gd name="connsiteX20" fmla="*/ 838670 w 918868"/>
                    <a:gd name="connsiteY20" fmla="*/ 64793 h 2730677"/>
                    <a:gd name="connsiteX21" fmla="*/ 714842 w 918868"/>
                    <a:gd name="connsiteY21" fmla="*/ 1290 h 2730677"/>
                    <a:gd name="connsiteX22" fmla="*/ 521169 w 918868"/>
                    <a:gd name="connsiteY22" fmla="*/ 125117 h 2730677"/>
                    <a:gd name="connsiteX23" fmla="*/ 613244 w 918868"/>
                    <a:gd name="connsiteY23" fmla="*/ 382292 h 2730677"/>
                    <a:gd name="connsiteX24" fmla="*/ 511642 w 918868"/>
                    <a:gd name="connsiteY24" fmla="*/ 518815 h 2730677"/>
                    <a:gd name="connsiteX25" fmla="*/ 467192 w 918868"/>
                    <a:gd name="connsiteY25" fmla="*/ 696615 h 2730677"/>
                    <a:gd name="connsiteX26" fmla="*/ 517992 w 918868"/>
                    <a:gd name="connsiteY26" fmla="*/ 998240 h 2730677"/>
                    <a:gd name="connsiteX0" fmla="*/ 517992 w 902408"/>
                    <a:gd name="connsiteY0" fmla="*/ 998240 h 2730677"/>
                    <a:gd name="connsiteX1" fmla="*/ 470367 w 902408"/>
                    <a:gd name="connsiteY1" fmla="*/ 1163340 h 2730677"/>
                    <a:gd name="connsiteX2" fmla="*/ 479892 w 902408"/>
                    <a:gd name="connsiteY2" fmla="*/ 1449090 h 2730677"/>
                    <a:gd name="connsiteX3" fmla="*/ 390992 w 902408"/>
                    <a:gd name="connsiteY3" fmla="*/ 1950740 h 2730677"/>
                    <a:gd name="connsiteX4" fmla="*/ 146517 w 902408"/>
                    <a:gd name="connsiteY4" fmla="*/ 2220615 h 2730677"/>
                    <a:gd name="connsiteX5" fmla="*/ 467 w 902408"/>
                    <a:gd name="connsiteY5" fmla="*/ 2569865 h 2730677"/>
                    <a:gd name="connsiteX6" fmla="*/ 98892 w 902408"/>
                    <a:gd name="connsiteY6" fmla="*/ 2665115 h 2730677"/>
                    <a:gd name="connsiteX7" fmla="*/ 365592 w 902408"/>
                    <a:gd name="connsiteY7" fmla="*/ 2722264 h 2730677"/>
                    <a:gd name="connsiteX8" fmla="*/ 187792 w 902408"/>
                    <a:gd name="connsiteY8" fmla="*/ 2525415 h 2730677"/>
                    <a:gd name="connsiteX9" fmla="*/ 610067 w 902408"/>
                    <a:gd name="connsiteY9" fmla="*/ 2080915 h 2730677"/>
                    <a:gd name="connsiteX10" fmla="*/ 794217 w 902408"/>
                    <a:gd name="connsiteY10" fmla="*/ 1550690 h 2730677"/>
                    <a:gd name="connsiteX11" fmla="*/ 876767 w 902408"/>
                    <a:gd name="connsiteY11" fmla="*/ 1252240 h 2730677"/>
                    <a:gd name="connsiteX12" fmla="*/ 860892 w 902408"/>
                    <a:gd name="connsiteY12" fmla="*/ 1169690 h 2730677"/>
                    <a:gd name="connsiteX13" fmla="*/ 724367 w 902408"/>
                    <a:gd name="connsiteY13" fmla="*/ 1055390 h 2730677"/>
                    <a:gd name="connsiteX14" fmla="*/ 644992 w 902408"/>
                    <a:gd name="connsiteY14" fmla="*/ 839490 h 2730677"/>
                    <a:gd name="connsiteX15" fmla="*/ 587842 w 902408"/>
                    <a:gd name="connsiteY15" fmla="*/ 725190 h 2730677"/>
                    <a:gd name="connsiteX16" fmla="*/ 898992 w 902408"/>
                    <a:gd name="connsiteY16" fmla="*/ 820440 h 2730677"/>
                    <a:gd name="connsiteX17" fmla="*/ 759295 w 902408"/>
                    <a:gd name="connsiteY17" fmla="*/ 423568 h 2730677"/>
                    <a:gd name="connsiteX18" fmla="*/ 848195 w 902408"/>
                    <a:gd name="connsiteY18" fmla="*/ 356893 h 2730677"/>
                    <a:gd name="connsiteX19" fmla="*/ 883119 w 902408"/>
                    <a:gd name="connsiteY19" fmla="*/ 239418 h 2730677"/>
                    <a:gd name="connsiteX20" fmla="*/ 838670 w 902408"/>
                    <a:gd name="connsiteY20" fmla="*/ 64793 h 2730677"/>
                    <a:gd name="connsiteX21" fmla="*/ 714842 w 902408"/>
                    <a:gd name="connsiteY21" fmla="*/ 1290 h 2730677"/>
                    <a:gd name="connsiteX22" fmla="*/ 521169 w 902408"/>
                    <a:gd name="connsiteY22" fmla="*/ 125117 h 2730677"/>
                    <a:gd name="connsiteX23" fmla="*/ 613244 w 902408"/>
                    <a:gd name="connsiteY23" fmla="*/ 382292 h 2730677"/>
                    <a:gd name="connsiteX24" fmla="*/ 511642 w 902408"/>
                    <a:gd name="connsiteY24" fmla="*/ 518815 h 2730677"/>
                    <a:gd name="connsiteX25" fmla="*/ 467192 w 902408"/>
                    <a:gd name="connsiteY25" fmla="*/ 696615 h 2730677"/>
                    <a:gd name="connsiteX26" fmla="*/ 517992 w 902408"/>
                    <a:gd name="connsiteY26" fmla="*/ 998240 h 2730677"/>
                    <a:gd name="connsiteX0" fmla="*/ 517992 w 932676"/>
                    <a:gd name="connsiteY0" fmla="*/ 998240 h 2730677"/>
                    <a:gd name="connsiteX1" fmla="*/ 470367 w 932676"/>
                    <a:gd name="connsiteY1" fmla="*/ 1163340 h 2730677"/>
                    <a:gd name="connsiteX2" fmla="*/ 479892 w 932676"/>
                    <a:gd name="connsiteY2" fmla="*/ 1449090 h 2730677"/>
                    <a:gd name="connsiteX3" fmla="*/ 390992 w 932676"/>
                    <a:gd name="connsiteY3" fmla="*/ 1950740 h 2730677"/>
                    <a:gd name="connsiteX4" fmla="*/ 146517 w 932676"/>
                    <a:gd name="connsiteY4" fmla="*/ 2220615 h 2730677"/>
                    <a:gd name="connsiteX5" fmla="*/ 467 w 932676"/>
                    <a:gd name="connsiteY5" fmla="*/ 2569865 h 2730677"/>
                    <a:gd name="connsiteX6" fmla="*/ 98892 w 932676"/>
                    <a:gd name="connsiteY6" fmla="*/ 2665115 h 2730677"/>
                    <a:gd name="connsiteX7" fmla="*/ 365592 w 932676"/>
                    <a:gd name="connsiteY7" fmla="*/ 2722264 h 2730677"/>
                    <a:gd name="connsiteX8" fmla="*/ 187792 w 932676"/>
                    <a:gd name="connsiteY8" fmla="*/ 2525415 h 2730677"/>
                    <a:gd name="connsiteX9" fmla="*/ 610067 w 932676"/>
                    <a:gd name="connsiteY9" fmla="*/ 2080915 h 2730677"/>
                    <a:gd name="connsiteX10" fmla="*/ 794217 w 932676"/>
                    <a:gd name="connsiteY10" fmla="*/ 1550690 h 2730677"/>
                    <a:gd name="connsiteX11" fmla="*/ 876767 w 932676"/>
                    <a:gd name="connsiteY11" fmla="*/ 1252240 h 2730677"/>
                    <a:gd name="connsiteX12" fmla="*/ 860892 w 932676"/>
                    <a:gd name="connsiteY12" fmla="*/ 1169690 h 2730677"/>
                    <a:gd name="connsiteX13" fmla="*/ 724367 w 932676"/>
                    <a:gd name="connsiteY13" fmla="*/ 1055390 h 2730677"/>
                    <a:gd name="connsiteX14" fmla="*/ 644992 w 932676"/>
                    <a:gd name="connsiteY14" fmla="*/ 839490 h 2730677"/>
                    <a:gd name="connsiteX15" fmla="*/ 587842 w 932676"/>
                    <a:gd name="connsiteY15" fmla="*/ 725190 h 2730677"/>
                    <a:gd name="connsiteX16" fmla="*/ 898992 w 932676"/>
                    <a:gd name="connsiteY16" fmla="*/ 820440 h 2730677"/>
                    <a:gd name="connsiteX17" fmla="*/ 908519 w 932676"/>
                    <a:gd name="connsiteY17" fmla="*/ 814093 h 2730677"/>
                    <a:gd name="connsiteX18" fmla="*/ 759295 w 932676"/>
                    <a:gd name="connsiteY18" fmla="*/ 423568 h 2730677"/>
                    <a:gd name="connsiteX19" fmla="*/ 848195 w 932676"/>
                    <a:gd name="connsiteY19" fmla="*/ 356893 h 2730677"/>
                    <a:gd name="connsiteX20" fmla="*/ 883119 w 932676"/>
                    <a:gd name="connsiteY20" fmla="*/ 239418 h 2730677"/>
                    <a:gd name="connsiteX21" fmla="*/ 838670 w 932676"/>
                    <a:gd name="connsiteY21" fmla="*/ 64793 h 2730677"/>
                    <a:gd name="connsiteX22" fmla="*/ 714842 w 932676"/>
                    <a:gd name="connsiteY22" fmla="*/ 1290 h 2730677"/>
                    <a:gd name="connsiteX23" fmla="*/ 521169 w 932676"/>
                    <a:gd name="connsiteY23" fmla="*/ 125117 h 2730677"/>
                    <a:gd name="connsiteX24" fmla="*/ 613244 w 932676"/>
                    <a:gd name="connsiteY24" fmla="*/ 382292 h 2730677"/>
                    <a:gd name="connsiteX25" fmla="*/ 511642 w 932676"/>
                    <a:gd name="connsiteY25" fmla="*/ 518815 h 2730677"/>
                    <a:gd name="connsiteX26" fmla="*/ 467192 w 932676"/>
                    <a:gd name="connsiteY26" fmla="*/ 696615 h 2730677"/>
                    <a:gd name="connsiteX27" fmla="*/ 517992 w 932676"/>
                    <a:gd name="connsiteY27" fmla="*/ 998240 h 2730677"/>
                    <a:gd name="connsiteX0" fmla="*/ 517992 w 925354"/>
                    <a:gd name="connsiteY0" fmla="*/ 998240 h 2730677"/>
                    <a:gd name="connsiteX1" fmla="*/ 470367 w 925354"/>
                    <a:gd name="connsiteY1" fmla="*/ 1163340 h 2730677"/>
                    <a:gd name="connsiteX2" fmla="*/ 479892 w 925354"/>
                    <a:gd name="connsiteY2" fmla="*/ 1449090 h 2730677"/>
                    <a:gd name="connsiteX3" fmla="*/ 390992 w 925354"/>
                    <a:gd name="connsiteY3" fmla="*/ 1950740 h 2730677"/>
                    <a:gd name="connsiteX4" fmla="*/ 146517 w 925354"/>
                    <a:gd name="connsiteY4" fmla="*/ 2220615 h 2730677"/>
                    <a:gd name="connsiteX5" fmla="*/ 467 w 925354"/>
                    <a:gd name="connsiteY5" fmla="*/ 2569865 h 2730677"/>
                    <a:gd name="connsiteX6" fmla="*/ 98892 w 925354"/>
                    <a:gd name="connsiteY6" fmla="*/ 2665115 h 2730677"/>
                    <a:gd name="connsiteX7" fmla="*/ 365592 w 925354"/>
                    <a:gd name="connsiteY7" fmla="*/ 2722264 h 2730677"/>
                    <a:gd name="connsiteX8" fmla="*/ 187792 w 925354"/>
                    <a:gd name="connsiteY8" fmla="*/ 2525415 h 2730677"/>
                    <a:gd name="connsiteX9" fmla="*/ 610067 w 925354"/>
                    <a:gd name="connsiteY9" fmla="*/ 2080915 h 2730677"/>
                    <a:gd name="connsiteX10" fmla="*/ 794217 w 925354"/>
                    <a:gd name="connsiteY10" fmla="*/ 1550690 h 2730677"/>
                    <a:gd name="connsiteX11" fmla="*/ 876767 w 925354"/>
                    <a:gd name="connsiteY11" fmla="*/ 1252240 h 2730677"/>
                    <a:gd name="connsiteX12" fmla="*/ 860892 w 925354"/>
                    <a:gd name="connsiteY12" fmla="*/ 1169690 h 2730677"/>
                    <a:gd name="connsiteX13" fmla="*/ 724367 w 925354"/>
                    <a:gd name="connsiteY13" fmla="*/ 1055390 h 2730677"/>
                    <a:gd name="connsiteX14" fmla="*/ 644992 w 925354"/>
                    <a:gd name="connsiteY14" fmla="*/ 839490 h 2730677"/>
                    <a:gd name="connsiteX15" fmla="*/ 587842 w 925354"/>
                    <a:gd name="connsiteY15" fmla="*/ 725190 h 2730677"/>
                    <a:gd name="connsiteX16" fmla="*/ 898992 w 925354"/>
                    <a:gd name="connsiteY16" fmla="*/ 820440 h 2730677"/>
                    <a:gd name="connsiteX17" fmla="*/ 908519 w 925354"/>
                    <a:gd name="connsiteY17" fmla="*/ 814093 h 2730677"/>
                    <a:gd name="connsiteX18" fmla="*/ 902169 w 925354"/>
                    <a:gd name="connsiteY18" fmla="*/ 817268 h 2730677"/>
                    <a:gd name="connsiteX19" fmla="*/ 759295 w 925354"/>
                    <a:gd name="connsiteY19" fmla="*/ 423568 h 2730677"/>
                    <a:gd name="connsiteX20" fmla="*/ 848195 w 925354"/>
                    <a:gd name="connsiteY20" fmla="*/ 356893 h 2730677"/>
                    <a:gd name="connsiteX21" fmla="*/ 883119 w 925354"/>
                    <a:gd name="connsiteY21" fmla="*/ 239418 h 2730677"/>
                    <a:gd name="connsiteX22" fmla="*/ 838670 w 925354"/>
                    <a:gd name="connsiteY22" fmla="*/ 64793 h 2730677"/>
                    <a:gd name="connsiteX23" fmla="*/ 714842 w 925354"/>
                    <a:gd name="connsiteY23" fmla="*/ 1290 h 2730677"/>
                    <a:gd name="connsiteX24" fmla="*/ 521169 w 925354"/>
                    <a:gd name="connsiteY24" fmla="*/ 125117 h 2730677"/>
                    <a:gd name="connsiteX25" fmla="*/ 613244 w 925354"/>
                    <a:gd name="connsiteY25" fmla="*/ 382292 h 2730677"/>
                    <a:gd name="connsiteX26" fmla="*/ 511642 w 925354"/>
                    <a:gd name="connsiteY26" fmla="*/ 518815 h 2730677"/>
                    <a:gd name="connsiteX27" fmla="*/ 467192 w 925354"/>
                    <a:gd name="connsiteY27" fmla="*/ 696615 h 2730677"/>
                    <a:gd name="connsiteX28" fmla="*/ 517992 w 925354"/>
                    <a:gd name="connsiteY28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902169 w 930788"/>
                    <a:gd name="connsiteY19" fmla="*/ 817268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56"/>
                    <a:gd name="connsiteY0" fmla="*/ 998240 h 2730677"/>
                    <a:gd name="connsiteX1" fmla="*/ 470367 w 930756"/>
                    <a:gd name="connsiteY1" fmla="*/ 1163340 h 2730677"/>
                    <a:gd name="connsiteX2" fmla="*/ 479892 w 930756"/>
                    <a:gd name="connsiteY2" fmla="*/ 1449090 h 2730677"/>
                    <a:gd name="connsiteX3" fmla="*/ 390992 w 930756"/>
                    <a:gd name="connsiteY3" fmla="*/ 1950740 h 2730677"/>
                    <a:gd name="connsiteX4" fmla="*/ 146517 w 930756"/>
                    <a:gd name="connsiteY4" fmla="*/ 2220615 h 2730677"/>
                    <a:gd name="connsiteX5" fmla="*/ 467 w 930756"/>
                    <a:gd name="connsiteY5" fmla="*/ 2569865 h 2730677"/>
                    <a:gd name="connsiteX6" fmla="*/ 98892 w 930756"/>
                    <a:gd name="connsiteY6" fmla="*/ 2665115 h 2730677"/>
                    <a:gd name="connsiteX7" fmla="*/ 365592 w 930756"/>
                    <a:gd name="connsiteY7" fmla="*/ 2722264 h 2730677"/>
                    <a:gd name="connsiteX8" fmla="*/ 187792 w 930756"/>
                    <a:gd name="connsiteY8" fmla="*/ 2525415 h 2730677"/>
                    <a:gd name="connsiteX9" fmla="*/ 610067 w 930756"/>
                    <a:gd name="connsiteY9" fmla="*/ 2080915 h 2730677"/>
                    <a:gd name="connsiteX10" fmla="*/ 794217 w 930756"/>
                    <a:gd name="connsiteY10" fmla="*/ 1550690 h 2730677"/>
                    <a:gd name="connsiteX11" fmla="*/ 876767 w 930756"/>
                    <a:gd name="connsiteY11" fmla="*/ 1252240 h 2730677"/>
                    <a:gd name="connsiteX12" fmla="*/ 860892 w 930756"/>
                    <a:gd name="connsiteY12" fmla="*/ 1169690 h 2730677"/>
                    <a:gd name="connsiteX13" fmla="*/ 724367 w 930756"/>
                    <a:gd name="connsiteY13" fmla="*/ 1055390 h 2730677"/>
                    <a:gd name="connsiteX14" fmla="*/ 644992 w 930756"/>
                    <a:gd name="connsiteY14" fmla="*/ 839490 h 2730677"/>
                    <a:gd name="connsiteX15" fmla="*/ 587842 w 930756"/>
                    <a:gd name="connsiteY15" fmla="*/ 725190 h 2730677"/>
                    <a:gd name="connsiteX16" fmla="*/ 898992 w 930756"/>
                    <a:gd name="connsiteY16" fmla="*/ 820440 h 2730677"/>
                    <a:gd name="connsiteX17" fmla="*/ 857719 w 930756"/>
                    <a:gd name="connsiteY17" fmla="*/ 902993 h 2730677"/>
                    <a:gd name="connsiteX18" fmla="*/ 930744 w 930756"/>
                    <a:gd name="connsiteY18" fmla="*/ 826793 h 2730677"/>
                    <a:gd name="connsiteX19" fmla="*/ 870419 w 930756"/>
                    <a:gd name="connsiteY19" fmla="*/ 877593 h 2730677"/>
                    <a:gd name="connsiteX20" fmla="*/ 759295 w 930756"/>
                    <a:gd name="connsiteY20" fmla="*/ 423568 h 2730677"/>
                    <a:gd name="connsiteX21" fmla="*/ 848195 w 930756"/>
                    <a:gd name="connsiteY21" fmla="*/ 356893 h 2730677"/>
                    <a:gd name="connsiteX22" fmla="*/ 883119 w 930756"/>
                    <a:gd name="connsiteY22" fmla="*/ 239418 h 2730677"/>
                    <a:gd name="connsiteX23" fmla="*/ 838670 w 930756"/>
                    <a:gd name="connsiteY23" fmla="*/ 64793 h 2730677"/>
                    <a:gd name="connsiteX24" fmla="*/ 714842 w 930756"/>
                    <a:gd name="connsiteY24" fmla="*/ 1290 h 2730677"/>
                    <a:gd name="connsiteX25" fmla="*/ 521169 w 930756"/>
                    <a:gd name="connsiteY25" fmla="*/ 125117 h 2730677"/>
                    <a:gd name="connsiteX26" fmla="*/ 613244 w 930756"/>
                    <a:gd name="connsiteY26" fmla="*/ 382292 h 2730677"/>
                    <a:gd name="connsiteX27" fmla="*/ 511642 w 930756"/>
                    <a:gd name="connsiteY27" fmla="*/ 518815 h 2730677"/>
                    <a:gd name="connsiteX28" fmla="*/ 467192 w 930756"/>
                    <a:gd name="connsiteY28" fmla="*/ 696615 h 2730677"/>
                    <a:gd name="connsiteX29" fmla="*/ 517992 w 930756"/>
                    <a:gd name="connsiteY29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887922"/>
                    <a:gd name="connsiteY0" fmla="*/ 998240 h 2730677"/>
                    <a:gd name="connsiteX1" fmla="*/ 470367 w 887922"/>
                    <a:gd name="connsiteY1" fmla="*/ 1163340 h 2730677"/>
                    <a:gd name="connsiteX2" fmla="*/ 479892 w 887922"/>
                    <a:gd name="connsiteY2" fmla="*/ 1449090 h 2730677"/>
                    <a:gd name="connsiteX3" fmla="*/ 390992 w 887922"/>
                    <a:gd name="connsiteY3" fmla="*/ 1950740 h 2730677"/>
                    <a:gd name="connsiteX4" fmla="*/ 146517 w 887922"/>
                    <a:gd name="connsiteY4" fmla="*/ 2220615 h 2730677"/>
                    <a:gd name="connsiteX5" fmla="*/ 467 w 887922"/>
                    <a:gd name="connsiteY5" fmla="*/ 2569865 h 2730677"/>
                    <a:gd name="connsiteX6" fmla="*/ 98892 w 887922"/>
                    <a:gd name="connsiteY6" fmla="*/ 2665115 h 2730677"/>
                    <a:gd name="connsiteX7" fmla="*/ 365592 w 887922"/>
                    <a:gd name="connsiteY7" fmla="*/ 2722264 h 2730677"/>
                    <a:gd name="connsiteX8" fmla="*/ 187792 w 887922"/>
                    <a:gd name="connsiteY8" fmla="*/ 2525415 h 2730677"/>
                    <a:gd name="connsiteX9" fmla="*/ 610067 w 887922"/>
                    <a:gd name="connsiteY9" fmla="*/ 2080915 h 2730677"/>
                    <a:gd name="connsiteX10" fmla="*/ 794217 w 887922"/>
                    <a:gd name="connsiteY10" fmla="*/ 1550690 h 2730677"/>
                    <a:gd name="connsiteX11" fmla="*/ 876767 w 887922"/>
                    <a:gd name="connsiteY11" fmla="*/ 1252240 h 2730677"/>
                    <a:gd name="connsiteX12" fmla="*/ 860892 w 887922"/>
                    <a:gd name="connsiteY12" fmla="*/ 1169690 h 2730677"/>
                    <a:gd name="connsiteX13" fmla="*/ 724367 w 887922"/>
                    <a:gd name="connsiteY13" fmla="*/ 1055390 h 2730677"/>
                    <a:gd name="connsiteX14" fmla="*/ 644992 w 887922"/>
                    <a:gd name="connsiteY14" fmla="*/ 839490 h 2730677"/>
                    <a:gd name="connsiteX15" fmla="*/ 587842 w 887922"/>
                    <a:gd name="connsiteY15" fmla="*/ 725190 h 2730677"/>
                    <a:gd name="connsiteX16" fmla="*/ 857719 w 887922"/>
                    <a:gd name="connsiteY16" fmla="*/ 902993 h 2730677"/>
                    <a:gd name="connsiteX17" fmla="*/ 870419 w 887922"/>
                    <a:gd name="connsiteY17" fmla="*/ 877593 h 2730677"/>
                    <a:gd name="connsiteX18" fmla="*/ 759295 w 887922"/>
                    <a:gd name="connsiteY18" fmla="*/ 423568 h 2730677"/>
                    <a:gd name="connsiteX19" fmla="*/ 848195 w 887922"/>
                    <a:gd name="connsiteY19" fmla="*/ 356893 h 2730677"/>
                    <a:gd name="connsiteX20" fmla="*/ 883119 w 887922"/>
                    <a:gd name="connsiteY20" fmla="*/ 239418 h 2730677"/>
                    <a:gd name="connsiteX21" fmla="*/ 838670 w 887922"/>
                    <a:gd name="connsiteY21" fmla="*/ 64793 h 2730677"/>
                    <a:gd name="connsiteX22" fmla="*/ 714842 w 887922"/>
                    <a:gd name="connsiteY22" fmla="*/ 1290 h 2730677"/>
                    <a:gd name="connsiteX23" fmla="*/ 521169 w 887922"/>
                    <a:gd name="connsiteY23" fmla="*/ 125117 h 2730677"/>
                    <a:gd name="connsiteX24" fmla="*/ 613244 w 887922"/>
                    <a:gd name="connsiteY24" fmla="*/ 382292 h 2730677"/>
                    <a:gd name="connsiteX25" fmla="*/ 511642 w 887922"/>
                    <a:gd name="connsiteY25" fmla="*/ 518815 h 2730677"/>
                    <a:gd name="connsiteX26" fmla="*/ 467192 w 887922"/>
                    <a:gd name="connsiteY26" fmla="*/ 696615 h 2730677"/>
                    <a:gd name="connsiteX27" fmla="*/ 517992 w 887922"/>
                    <a:gd name="connsiteY27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587842 w 883584"/>
                    <a:gd name="connsiteY15" fmla="*/ 725190 h 2730677"/>
                    <a:gd name="connsiteX16" fmla="*/ 857719 w 883584"/>
                    <a:gd name="connsiteY16" fmla="*/ 902993 h 2730677"/>
                    <a:gd name="connsiteX17" fmla="*/ 759295 w 883584"/>
                    <a:gd name="connsiteY17" fmla="*/ 423568 h 2730677"/>
                    <a:gd name="connsiteX18" fmla="*/ 848195 w 883584"/>
                    <a:gd name="connsiteY18" fmla="*/ 356893 h 2730677"/>
                    <a:gd name="connsiteX19" fmla="*/ 883119 w 883584"/>
                    <a:gd name="connsiteY19" fmla="*/ 239418 h 2730677"/>
                    <a:gd name="connsiteX20" fmla="*/ 838670 w 883584"/>
                    <a:gd name="connsiteY20" fmla="*/ 64793 h 2730677"/>
                    <a:gd name="connsiteX21" fmla="*/ 714842 w 883584"/>
                    <a:gd name="connsiteY21" fmla="*/ 1290 h 2730677"/>
                    <a:gd name="connsiteX22" fmla="*/ 521169 w 883584"/>
                    <a:gd name="connsiteY22" fmla="*/ 125117 h 2730677"/>
                    <a:gd name="connsiteX23" fmla="*/ 613244 w 883584"/>
                    <a:gd name="connsiteY23" fmla="*/ 382292 h 2730677"/>
                    <a:gd name="connsiteX24" fmla="*/ 511642 w 883584"/>
                    <a:gd name="connsiteY24" fmla="*/ 518815 h 2730677"/>
                    <a:gd name="connsiteX25" fmla="*/ 467192 w 883584"/>
                    <a:gd name="connsiteY25" fmla="*/ 696615 h 2730677"/>
                    <a:gd name="connsiteX26" fmla="*/ 517992 w 883584"/>
                    <a:gd name="connsiteY26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11642 w 883584"/>
                    <a:gd name="connsiteY23" fmla="*/ 518815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17992 w 883584"/>
                    <a:gd name="connsiteY26" fmla="*/ 998240 h 2730677"/>
                    <a:gd name="connsiteX0" fmla="*/ 508467 w 883584"/>
                    <a:gd name="connsiteY0" fmla="*/ 10363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792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15430 w 890547"/>
                    <a:gd name="connsiteY0" fmla="*/ 1071265 h 2730677"/>
                    <a:gd name="connsiteX1" fmla="*/ 436055 w 890547"/>
                    <a:gd name="connsiteY1" fmla="*/ 1293515 h 2730677"/>
                    <a:gd name="connsiteX2" fmla="*/ 455105 w 890547"/>
                    <a:gd name="connsiteY2" fmla="*/ 1591965 h 2730677"/>
                    <a:gd name="connsiteX3" fmla="*/ 397955 w 890547"/>
                    <a:gd name="connsiteY3" fmla="*/ 1950740 h 2730677"/>
                    <a:gd name="connsiteX4" fmla="*/ 153480 w 890547"/>
                    <a:gd name="connsiteY4" fmla="*/ 2220615 h 2730677"/>
                    <a:gd name="connsiteX5" fmla="*/ 7430 w 890547"/>
                    <a:gd name="connsiteY5" fmla="*/ 2569865 h 2730677"/>
                    <a:gd name="connsiteX6" fmla="*/ 105855 w 890547"/>
                    <a:gd name="connsiteY6" fmla="*/ 2665115 h 2730677"/>
                    <a:gd name="connsiteX7" fmla="*/ 372555 w 890547"/>
                    <a:gd name="connsiteY7" fmla="*/ 2722264 h 2730677"/>
                    <a:gd name="connsiteX8" fmla="*/ 194755 w 890547"/>
                    <a:gd name="connsiteY8" fmla="*/ 2525415 h 2730677"/>
                    <a:gd name="connsiteX9" fmla="*/ 617030 w 890547"/>
                    <a:gd name="connsiteY9" fmla="*/ 2080915 h 2730677"/>
                    <a:gd name="connsiteX10" fmla="*/ 801180 w 890547"/>
                    <a:gd name="connsiteY10" fmla="*/ 1550690 h 2730677"/>
                    <a:gd name="connsiteX11" fmla="*/ 883730 w 890547"/>
                    <a:gd name="connsiteY11" fmla="*/ 1252240 h 2730677"/>
                    <a:gd name="connsiteX12" fmla="*/ 867855 w 890547"/>
                    <a:gd name="connsiteY12" fmla="*/ 1169690 h 2730677"/>
                    <a:gd name="connsiteX13" fmla="*/ 731330 w 890547"/>
                    <a:gd name="connsiteY13" fmla="*/ 1055390 h 2730677"/>
                    <a:gd name="connsiteX14" fmla="*/ 651955 w 890547"/>
                    <a:gd name="connsiteY14" fmla="*/ 839490 h 2730677"/>
                    <a:gd name="connsiteX15" fmla="*/ 864682 w 890547"/>
                    <a:gd name="connsiteY15" fmla="*/ 902993 h 2730677"/>
                    <a:gd name="connsiteX16" fmla="*/ 766258 w 890547"/>
                    <a:gd name="connsiteY16" fmla="*/ 423568 h 2730677"/>
                    <a:gd name="connsiteX17" fmla="*/ 855158 w 890547"/>
                    <a:gd name="connsiteY17" fmla="*/ 356893 h 2730677"/>
                    <a:gd name="connsiteX18" fmla="*/ 890082 w 890547"/>
                    <a:gd name="connsiteY18" fmla="*/ 239418 h 2730677"/>
                    <a:gd name="connsiteX19" fmla="*/ 845633 w 890547"/>
                    <a:gd name="connsiteY19" fmla="*/ 64793 h 2730677"/>
                    <a:gd name="connsiteX20" fmla="*/ 721805 w 890547"/>
                    <a:gd name="connsiteY20" fmla="*/ 1290 h 2730677"/>
                    <a:gd name="connsiteX21" fmla="*/ 528132 w 890547"/>
                    <a:gd name="connsiteY21" fmla="*/ 125117 h 2730677"/>
                    <a:gd name="connsiteX22" fmla="*/ 620207 w 890547"/>
                    <a:gd name="connsiteY22" fmla="*/ 382292 h 2730677"/>
                    <a:gd name="connsiteX23" fmla="*/ 537655 w 890547"/>
                    <a:gd name="connsiteY23" fmla="*/ 541040 h 2730677"/>
                    <a:gd name="connsiteX24" fmla="*/ 474155 w 890547"/>
                    <a:gd name="connsiteY24" fmla="*/ 696615 h 2730677"/>
                    <a:gd name="connsiteX25" fmla="*/ 483682 w 890547"/>
                    <a:gd name="connsiteY25" fmla="*/ 677568 h 2730677"/>
                    <a:gd name="connsiteX26" fmla="*/ 515430 w 890547"/>
                    <a:gd name="connsiteY26" fmla="*/ 1071265 h 2730677"/>
                    <a:gd name="connsiteX0" fmla="*/ 509256 w 884373"/>
                    <a:gd name="connsiteY0" fmla="*/ 1071265 h 2730677"/>
                    <a:gd name="connsiteX1" fmla="*/ 429881 w 884373"/>
                    <a:gd name="connsiteY1" fmla="*/ 1293515 h 2730677"/>
                    <a:gd name="connsiteX2" fmla="*/ 448931 w 884373"/>
                    <a:gd name="connsiteY2" fmla="*/ 1591965 h 2730677"/>
                    <a:gd name="connsiteX3" fmla="*/ 391781 w 884373"/>
                    <a:gd name="connsiteY3" fmla="*/ 1950740 h 2730677"/>
                    <a:gd name="connsiteX4" fmla="*/ 147306 w 884373"/>
                    <a:gd name="connsiteY4" fmla="*/ 2220615 h 2730677"/>
                    <a:gd name="connsiteX5" fmla="*/ 1256 w 884373"/>
                    <a:gd name="connsiteY5" fmla="*/ 2569865 h 2730677"/>
                    <a:gd name="connsiteX6" fmla="*/ 99681 w 884373"/>
                    <a:gd name="connsiteY6" fmla="*/ 2665115 h 2730677"/>
                    <a:gd name="connsiteX7" fmla="*/ 366381 w 884373"/>
                    <a:gd name="connsiteY7" fmla="*/ 2722264 h 2730677"/>
                    <a:gd name="connsiteX8" fmla="*/ 188581 w 884373"/>
                    <a:gd name="connsiteY8" fmla="*/ 2525415 h 2730677"/>
                    <a:gd name="connsiteX9" fmla="*/ 610856 w 884373"/>
                    <a:gd name="connsiteY9" fmla="*/ 2080915 h 2730677"/>
                    <a:gd name="connsiteX10" fmla="*/ 795006 w 884373"/>
                    <a:gd name="connsiteY10" fmla="*/ 1550690 h 2730677"/>
                    <a:gd name="connsiteX11" fmla="*/ 877556 w 884373"/>
                    <a:gd name="connsiteY11" fmla="*/ 1252240 h 2730677"/>
                    <a:gd name="connsiteX12" fmla="*/ 861681 w 884373"/>
                    <a:gd name="connsiteY12" fmla="*/ 1169690 h 2730677"/>
                    <a:gd name="connsiteX13" fmla="*/ 725156 w 884373"/>
                    <a:gd name="connsiteY13" fmla="*/ 1055390 h 2730677"/>
                    <a:gd name="connsiteX14" fmla="*/ 645781 w 884373"/>
                    <a:gd name="connsiteY14" fmla="*/ 839490 h 2730677"/>
                    <a:gd name="connsiteX15" fmla="*/ 858508 w 884373"/>
                    <a:gd name="connsiteY15" fmla="*/ 902993 h 2730677"/>
                    <a:gd name="connsiteX16" fmla="*/ 760084 w 884373"/>
                    <a:gd name="connsiteY16" fmla="*/ 423568 h 2730677"/>
                    <a:gd name="connsiteX17" fmla="*/ 848984 w 884373"/>
                    <a:gd name="connsiteY17" fmla="*/ 356893 h 2730677"/>
                    <a:gd name="connsiteX18" fmla="*/ 883908 w 884373"/>
                    <a:gd name="connsiteY18" fmla="*/ 239418 h 2730677"/>
                    <a:gd name="connsiteX19" fmla="*/ 839459 w 884373"/>
                    <a:gd name="connsiteY19" fmla="*/ 64793 h 2730677"/>
                    <a:gd name="connsiteX20" fmla="*/ 715631 w 884373"/>
                    <a:gd name="connsiteY20" fmla="*/ 1290 h 2730677"/>
                    <a:gd name="connsiteX21" fmla="*/ 521958 w 884373"/>
                    <a:gd name="connsiteY21" fmla="*/ 125117 h 2730677"/>
                    <a:gd name="connsiteX22" fmla="*/ 614033 w 884373"/>
                    <a:gd name="connsiteY22" fmla="*/ 382292 h 2730677"/>
                    <a:gd name="connsiteX23" fmla="*/ 531481 w 884373"/>
                    <a:gd name="connsiteY23" fmla="*/ 541040 h 2730677"/>
                    <a:gd name="connsiteX24" fmla="*/ 467981 w 884373"/>
                    <a:gd name="connsiteY24" fmla="*/ 696615 h 2730677"/>
                    <a:gd name="connsiteX25" fmla="*/ 477508 w 884373"/>
                    <a:gd name="connsiteY25" fmla="*/ 677568 h 2730677"/>
                    <a:gd name="connsiteX26" fmla="*/ 509256 w 884373"/>
                    <a:gd name="connsiteY26" fmla="*/ 1071265 h 2730677"/>
                    <a:gd name="connsiteX0" fmla="*/ 515259 w 890376"/>
                    <a:gd name="connsiteY0" fmla="*/ 1071265 h 2730677"/>
                    <a:gd name="connsiteX1" fmla="*/ 435884 w 890376"/>
                    <a:gd name="connsiteY1" fmla="*/ 1293515 h 2730677"/>
                    <a:gd name="connsiteX2" fmla="*/ 454934 w 890376"/>
                    <a:gd name="connsiteY2" fmla="*/ 1591965 h 2730677"/>
                    <a:gd name="connsiteX3" fmla="*/ 397784 w 890376"/>
                    <a:gd name="connsiteY3" fmla="*/ 1950740 h 2730677"/>
                    <a:gd name="connsiteX4" fmla="*/ 153309 w 890376"/>
                    <a:gd name="connsiteY4" fmla="*/ 2220615 h 2730677"/>
                    <a:gd name="connsiteX5" fmla="*/ 7259 w 890376"/>
                    <a:gd name="connsiteY5" fmla="*/ 2569865 h 2730677"/>
                    <a:gd name="connsiteX6" fmla="*/ 105684 w 890376"/>
                    <a:gd name="connsiteY6" fmla="*/ 2665115 h 2730677"/>
                    <a:gd name="connsiteX7" fmla="*/ 372384 w 890376"/>
                    <a:gd name="connsiteY7" fmla="*/ 2722264 h 2730677"/>
                    <a:gd name="connsiteX8" fmla="*/ 194584 w 890376"/>
                    <a:gd name="connsiteY8" fmla="*/ 2525415 h 2730677"/>
                    <a:gd name="connsiteX9" fmla="*/ 616859 w 890376"/>
                    <a:gd name="connsiteY9" fmla="*/ 2080915 h 2730677"/>
                    <a:gd name="connsiteX10" fmla="*/ 801009 w 890376"/>
                    <a:gd name="connsiteY10" fmla="*/ 1550690 h 2730677"/>
                    <a:gd name="connsiteX11" fmla="*/ 883559 w 890376"/>
                    <a:gd name="connsiteY11" fmla="*/ 1252240 h 2730677"/>
                    <a:gd name="connsiteX12" fmla="*/ 867684 w 890376"/>
                    <a:gd name="connsiteY12" fmla="*/ 1169690 h 2730677"/>
                    <a:gd name="connsiteX13" fmla="*/ 731159 w 890376"/>
                    <a:gd name="connsiteY13" fmla="*/ 1055390 h 2730677"/>
                    <a:gd name="connsiteX14" fmla="*/ 651784 w 890376"/>
                    <a:gd name="connsiteY14" fmla="*/ 839490 h 2730677"/>
                    <a:gd name="connsiteX15" fmla="*/ 864511 w 890376"/>
                    <a:gd name="connsiteY15" fmla="*/ 902993 h 2730677"/>
                    <a:gd name="connsiteX16" fmla="*/ 766087 w 890376"/>
                    <a:gd name="connsiteY16" fmla="*/ 423568 h 2730677"/>
                    <a:gd name="connsiteX17" fmla="*/ 854987 w 890376"/>
                    <a:gd name="connsiteY17" fmla="*/ 356893 h 2730677"/>
                    <a:gd name="connsiteX18" fmla="*/ 889911 w 890376"/>
                    <a:gd name="connsiteY18" fmla="*/ 239418 h 2730677"/>
                    <a:gd name="connsiteX19" fmla="*/ 845462 w 890376"/>
                    <a:gd name="connsiteY19" fmla="*/ 64793 h 2730677"/>
                    <a:gd name="connsiteX20" fmla="*/ 721634 w 890376"/>
                    <a:gd name="connsiteY20" fmla="*/ 1290 h 2730677"/>
                    <a:gd name="connsiteX21" fmla="*/ 527961 w 890376"/>
                    <a:gd name="connsiteY21" fmla="*/ 125117 h 2730677"/>
                    <a:gd name="connsiteX22" fmla="*/ 620036 w 890376"/>
                    <a:gd name="connsiteY22" fmla="*/ 382292 h 2730677"/>
                    <a:gd name="connsiteX23" fmla="*/ 537484 w 890376"/>
                    <a:gd name="connsiteY23" fmla="*/ 541040 h 2730677"/>
                    <a:gd name="connsiteX24" fmla="*/ 473984 w 890376"/>
                    <a:gd name="connsiteY24" fmla="*/ 696615 h 2730677"/>
                    <a:gd name="connsiteX25" fmla="*/ 483511 w 890376"/>
                    <a:gd name="connsiteY25" fmla="*/ 677568 h 2730677"/>
                    <a:gd name="connsiteX26" fmla="*/ 515259 w 890376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285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900803"/>
                    <a:gd name="connsiteY0" fmla="*/ 1071265 h 2730417"/>
                    <a:gd name="connsiteX1" fmla="*/ 429817 w 900803"/>
                    <a:gd name="connsiteY1" fmla="*/ 1293515 h 2730417"/>
                    <a:gd name="connsiteX2" fmla="*/ 448867 w 900803"/>
                    <a:gd name="connsiteY2" fmla="*/ 1591965 h 2730417"/>
                    <a:gd name="connsiteX3" fmla="*/ 391717 w 900803"/>
                    <a:gd name="connsiteY3" fmla="*/ 1950740 h 2730417"/>
                    <a:gd name="connsiteX4" fmla="*/ 147242 w 900803"/>
                    <a:gd name="connsiteY4" fmla="*/ 2220615 h 2730417"/>
                    <a:gd name="connsiteX5" fmla="*/ 1192 w 900803"/>
                    <a:gd name="connsiteY5" fmla="*/ 2569865 h 2730417"/>
                    <a:gd name="connsiteX6" fmla="*/ 77392 w 900803"/>
                    <a:gd name="connsiteY6" fmla="*/ 2652415 h 2730417"/>
                    <a:gd name="connsiteX7" fmla="*/ 366317 w 900803"/>
                    <a:gd name="connsiteY7" fmla="*/ 2712739 h 2730417"/>
                    <a:gd name="connsiteX8" fmla="*/ 188517 w 900803"/>
                    <a:gd name="connsiteY8" fmla="*/ 2525415 h 2730417"/>
                    <a:gd name="connsiteX9" fmla="*/ 347270 w 900803"/>
                    <a:gd name="connsiteY9" fmla="*/ 2303169 h 2730417"/>
                    <a:gd name="connsiteX10" fmla="*/ 588567 w 900803"/>
                    <a:gd name="connsiteY10" fmla="*/ 2061865 h 2730417"/>
                    <a:gd name="connsiteX11" fmla="*/ 794942 w 900803"/>
                    <a:gd name="connsiteY11" fmla="*/ 1550690 h 2730417"/>
                    <a:gd name="connsiteX12" fmla="*/ 877492 w 900803"/>
                    <a:gd name="connsiteY12" fmla="*/ 1252240 h 2730417"/>
                    <a:gd name="connsiteX13" fmla="*/ 861617 w 900803"/>
                    <a:gd name="connsiteY13" fmla="*/ 1169690 h 2730417"/>
                    <a:gd name="connsiteX14" fmla="*/ 826692 w 900803"/>
                    <a:gd name="connsiteY14" fmla="*/ 1052215 h 2730417"/>
                    <a:gd name="connsiteX15" fmla="*/ 899719 w 900803"/>
                    <a:gd name="connsiteY15" fmla="*/ 782343 h 2730417"/>
                    <a:gd name="connsiteX16" fmla="*/ 760020 w 900803"/>
                    <a:gd name="connsiteY16" fmla="*/ 423568 h 2730417"/>
                    <a:gd name="connsiteX17" fmla="*/ 848920 w 900803"/>
                    <a:gd name="connsiteY17" fmla="*/ 356893 h 2730417"/>
                    <a:gd name="connsiteX18" fmla="*/ 883844 w 900803"/>
                    <a:gd name="connsiteY18" fmla="*/ 239418 h 2730417"/>
                    <a:gd name="connsiteX19" fmla="*/ 839395 w 900803"/>
                    <a:gd name="connsiteY19" fmla="*/ 64793 h 2730417"/>
                    <a:gd name="connsiteX20" fmla="*/ 715567 w 900803"/>
                    <a:gd name="connsiteY20" fmla="*/ 1290 h 2730417"/>
                    <a:gd name="connsiteX21" fmla="*/ 521894 w 900803"/>
                    <a:gd name="connsiteY21" fmla="*/ 125117 h 2730417"/>
                    <a:gd name="connsiteX22" fmla="*/ 613969 w 900803"/>
                    <a:gd name="connsiteY22" fmla="*/ 382292 h 2730417"/>
                    <a:gd name="connsiteX23" fmla="*/ 531417 w 900803"/>
                    <a:gd name="connsiteY23" fmla="*/ 541040 h 2730417"/>
                    <a:gd name="connsiteX24" fmla="*/ 467917 w 900803"/>
                    <a:gd name="connsiteY24" fmla="*/ 696615 h 2730417"/>
                    <a:gd name="connsiteX25" fmla="*/ 477444 w 900803"/>
                    <a:gd name="connsiteY25" fmla="*/ 677568 h 2730417"/>
                    <a:gd name="connsiteX26" fmla="*/ 509192 w 900803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0018 h 2729170"/>
                    <a:gd name="connsiteX1" fmla="*/ 444105 w 899719"/>
                    <a:gd name="connsiteY1" fmla="*/ 1292268 h 2729170"/>
                    <a:gd name="connsiteX2" fmla="*/ 440929 w 899719"/>
                    <a:gd name="connsiteY2" fmla="*/ 1590718 h 2729170"/>
                    <a:gd name="connsiteX3" fmla="*/ 391717 w 899719"/>
                    <a:gd name="connsiteY3" fmla="*/ 1949493 h 2729170"/>
                    <a:gd name="connsiteX4" fmla="*/ 147242 w 899719"/>
                    <a:gd name="connsiteY4" fmla="*/ 2219368 h 2729170"/>
                    <a:gd name="connsiteX5" fmla="*/ 1192 w 899719"/>
                    <a:gd name="connsiteY5" fmla="*/ 2568618 h 2729170"/>
                    <a:gd name="connsiteX6" fmla="*/ 77392 w 899719"/>
                    <a:gd name="connsiteY6" fmla="*/ 2651168 h 2729170"/>
                    <a:gd name="connsiteX7" fmla="*/ 366317 w 899719"/>
                    <a:gd name="connsiteY7" fmla="*/ 2711492 h 2729170"/>
                    <a:gd name="connsiteX8" fmla="*/ 188517 w 899719"/>
                    <a:gd name="connsiteY8" fmla="*/ 2524168 h 2729170"/>
                    <a:gd name="connsiteX9" fmla="*/ 347270 w 899719"/>
                    <a:gd name="connsiteY9" fmla="*/ 2301922 h 2729170"/>
                    <a:gd name="connsiteX10" fmla="*/ 588567 w 899719"/>
                    <a:gd name="connsiteY10" fmla="*/ 2060618 h 2729170"/>
                    <a:gd name="connsiteX11" fmla="*/ 794942 w 899719"/>
                    <a:gd name="connsiteY11" fmla="*/ 1549443 h 2729170"/>
                    <a:gd name="connsiteX12" fmla="*/ 877492 w 899719"/>
                    <a:gd name="connsiteY12" fmla="*/ 1250993 h 2729170"/>
                    <a:gd name="connsiteX13" fmla="*/ 861617 w 899719"/>
                    <a:gd name="connsiteY13" fmla="*/ 1168443 h 2729170"/>
                    <a:gd name="connsiteX14" fmla="*/ 826692 w 899719"/>
                    <a:gd name="connsiteY14" fmla="*/ 1050968 h 2729170"/>
                    <a:gd name="connsiteX15" fmla="*/ 899719 w 899719"/>
                    <a:gd name="connsiteY15" fmla="*/ 781096 h 2729170"/>
                    <a:gd name="connsiteX16" fmla="*/ 760020 w 899719"/>
                    <a:gd name="connsiteY16" fmla="*/ 422321 h 2729170"/>
                    <a:gd name="connsiteX17" fmla="*/ 848920 w 899719"/>
                    <a:gd name="connsiteY17" fmla="*/ 355646 h 2729170"/>
                    <a:gd name="connsiteX18" fmla="*/ 883844 w 899719"/>
                    <a:gd name="connsiteY18" fmla="*/ 238171 h 2729170"/>
                    <a:gd name="connsiteX19" fmla="*/ 839395 w 899719"/>
                    <a:gd name="connsiteY19" fmla="*/ 63546 h 2729170"/>
                    <a:gd name="connsiteX20" fmla="*/ 715567 w 899719"/>
                    <a:gd name="connsiteY20" fmla="*/ 43 h 2729170"/>
                    <a:gd name="connsiteX21" fmla="*/ 525069 w 899719"/>
                    <a:gd name="connsiteY21" fmla="*/ 73070 h 2729170"/>
                    <a:gd name="connsiteX22" fmla="*/ 613969 w 899719"/>
                    <a:gd name="connsiteY22" fmla="*/ 381045 h 2729170"/>
                    <a:gd name="connsiteX23" fmla="*/ 531417 w 899719"/>
                    <a:gd name="connsiteY23" fmla="*/ 539793 h 2729170"/>
                    <a:gd name="connsiteX24" fmla="*/ 467917 w 899719"/>
                    <a:gd name="connsiteY24" fmla="*/ 695368 h 2729170"/>
                    <a:gd name="connsiteX25" fmla="*/ 509192 w 899719"/>
                    <a:gd name="connsiteY25" fmla="*/ 1070018 h 2729170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88051 h 2747203"/>
                    <a:gd name="connsiteX1" fmla="*/ 444105 w 899719"/>
                    <a:gd name="connsiteY1" fmla="*/ 1310301 h 2747203"/>
                    <a:gd name="connsiteX2" fmla="*/ 440929 w 899719"/>
                    <a:gd name="connsiteY2" fmla="*/ 1608751 h 2747203"/>
                    <a:gd name="connsiteX3" fmla="*/ 391717 w 899719"/>
                    <a:gd name="connsiteY3" fmla="*/ 1967526 h 2747203"/>
                    <a:gd name="connsiteX4" fmla="*/ 147242 w 899719"/>
                    <a:gd name="connsiteY4" fmla="*/ 2237401 h 2747203"/>
                    <a:gd name="connsiteX5" fmla="*/ 1192 w 899719"/>
                    <a:gd name="connsiteY5" fmla="*/ 2586651 h 2747203"/>
                    <a:gd name="connsiteX6" fmla="*/ 77392 w 899719"/>
                    <a:gd name="connsiteY6" fmla="*/ 2669201 h 2747203"/>
                    <a:gd name="connsiteX7" fmla="*/ 366317 w 899719"/>
                    <a:gd name="connsiteY7" fmla="*/ 2729525 h 2747203"/>
                    <a:gd name="connsiteX8" fmla="*/ 188517 w 899719"/>
                    <a:gd name="connsiteY8" fmla="*/ 2542201 h 2747203"/>
                    <a:gd name="connsiteX9" fmla="*/ 347270 w 899719"/>
                    <a:gd name="connsiteY9" fmla="*/ 2319955 h 2747203"/>
                    <a:gd name="connsiteX10" fmla="*/ 588567 w 899719"/>
                    <a:gd name="connsiteY10" fmla="*/ 2078651 h 2747203"/>
                    <a:gd name="connsiteX11" fmla="*/ 794942 w 899719"/>
                    <a:gd name="connsiteY11" fmla="*/ 1567476 h 2747203"/>
                    <a:gd name="connsiteX12" fmla="*/ 877492 w 899719"/>
                    <a:gd name="connsiteY12" fmla="*/ 1269026 h 2747203"/>
                    <a:gd name="connsiteX13" fmla="*/ 861617 w 899719"/>
                    <a:gd name="connsiteY13" fmla="*/ 1186476 h 2747203"/>
                    <a:gd name="connsiteX14" fmla="*/ 826692 w 899719"/>
                    <a:gd name="connsiteY14" fmla="*/ 1069001 h 2747203"/>
                    <a:gd name="connsiteX15" fmla="*/ 899719 w 899719"/>
                    <a:gd name="connsiteY15" fmla="*/ 799129 h 2747203"/>
                    <a:gd name="connsiteX16" fmla="*/ 760020 w 899719"/>
                    <a:gd name="connsiteY16" fmla="*/ 440354 h 2747203"/>
                    <a:gd name="connsiteX17" fmla="*/ 848920 w 899719"/>
                    <a:gd name="connsiteY17" fmla="*/ 373679 h 2747203"/>
                    <a:gd name="connsiteX18" fmla="*/ 883844 w 899719"/>
                    <a:gd name="connsiteY18" fmla="*/ 256204 h 2747203"/>
                    <a:gd name="connsiteX19" fmla="*/ 839395 w 899719"/>
                    <a:gd name="connsiteY19" fmla="*/ 81579 h 2747203"/>
                    <a:gd name="connsiteX20" fmla="*/ 663179 w 899719"/>
                    <a:gd name="connsiteY20" fmla="*/ 613 h 2747203"/>
                    <a:gd name="connsiteX21" fmla="*/ 523481 w 899719"/>
                    <a:gd name="connsiteY21" fmla="*/ 127616 h 2747203"/>
                    <a:gd name="connsiteX22" fmla="*/ 613969 w 899719"/>
                    <a:gd name="connsiteY22" fmla="*/ 399078 h 2747203"/>
                    <a:gd name="connsiteX23" fmla="*/ 531417 w 899719"/>
                    <a:gd name="connsiteY23" fmla="*/ 557826 h 2747203"/>
                    <a:gd name="connsiteX24" fmla="*/ 467917 w 899719"/>
                    <a:gd name="connsiteY24" fmla="*/ 713401 h 2747203"/>
                    <a:gd name="connsiteX25" fmla="*/ 509192 w 899719"/>
                    <a:gd name="connsiteY25" fmla="*/ 1088051 h 2747203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61617 w 899719"/>
                    <a:gd name="connsiteY13" fmla="*/ 1187029 h 2747756"/>
                    <a:gd name="connsiteX14" fmla="*/ 826692 w 899719"/>
                    <a:gd name="connsiteY14" fmla="*/ 1069554 h 2747756"/>
                    <a:gd name="connsiteX15" fmla="*/ 899719 w 899719"/>
                    <a:gd name="connsiteY15" fmla="*/ 799682 h 2747756"/>
                    <a:gd name="connsiteX16" fmla="*/ 760020 w 899719"/>
                    <a:gd name="connsiteY16" fmla="*/ 440907 h 2747756"/>
                    <a:gd name="connsiteX17" fmla="*/ 848920 w 899719"/>
                    <a:gd name="connsiteY17" fmla="*/ 374232 h 2747756"/>
                    <a:gd name="connsiteX18" fmla="*/ 883844 w 899719"/>
                    <a:gd name="connsiteY18" fmla="*/ 256757 h 2747756"/>
                    <a:gd name="connsiteX19" fmla="*/ 839395 w 899719"/>
                    <a:gd name="connsiteY19" fmla="*/ 82132 h 2747756"/>
                    <a:gd name="connsiteX20" fmla="*/ 663179 w 899719"/>
                    <a:gd name="connsiteY20" fmla="*/ 1166 h 2747756"/>
                    <a:gd name="connsiteX21" fmla="*/ 518719 w 899719"/>
                    <a:gd name="connsiteY21" fmla="*/ 167857 h 2747756"/>
                    <a:gd name="connsiteX22" fmla="*/ 613969 w 899719"/>
                    <a:gd name="connsiteY22" fmla="*/ 399631 h 2747756"/>
                    <a:gd name="connsiteX23" fmla="*/ 531417 w 899719"/>
                    <a:gd name="connsiteY23" fmla="*/ 558379 h 2747756"/>
                    <a:gd name="connsiteX24" fmla="*/ 467917 w 899719"/>
                    <a:gd name="connsiteY24" fmla="*/ 713954 h 2747756"/>
                    <a:gd name="connsiteX25" fmla="*/ 509192 w 899719"/>
                    <a:gd name="connsiteY25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8284 w 898811"/>
                    <a:gd name="connsiteY0" fmla="*/ 1088604 h 2747756"/>
                    <a:gd name="connsiteX1" fmla="*/ 443197 w 898811"/>
                    <a:gd name="connsiteY1" fmla="*/ 1310854 h 2747756"/>
                    <a:gd name="connsiteX2" fmla="*/ 440021 w 898811"/>
                    <a:gd name="connsiteY2" fmla="*/ 1609304 h 2747756"/>
                    <a:gd name="connsiteX3" fmla="*/ 390809 w 898811"/>
                    <a:gd name="connsiteY3" fmla="*/ 1968079 h 2747756"/>
                    <a:gd name="connsiteX4" fmla="*/ 146334 w 898811"/>
                    <a:gd name="connsiteY4" fmla="*/ 2237954 h 2747756"/>
                    <a:gd name="connsiteX5" fmla="*/ 54262 w 898811"/>
                    <a:gd name="connsiteY5" fmla="*/ 2444332 h 2747756"/>
                    <a:gd name="connsiteX6" fmla="*/ 284 w 898811"/>
                    <a:gd name="connsiteY6" fmla="*/ 2587204 h 2747756"/>
                    <a:gd name="connsiteX7" fmla="*/ 76484 w 898811"/>
                    <a:gd name="connsiteY7" fmla="*/ 2669754 h 2747756"/>
                    <a:gd name="connsiteX8" fmla="*/ 365409 w 898811"/>
                    <a:gd name="connsiteY8" fmla="*/ 2730078 h 2747756"/>
                    <a:gd name="connsiteX9" fmla="*/ 187609 w 898811"/>
                    <a:gd name="connsiteY9" fmla="*/ 2542754 h 2747756"/>
                    <a:gd name="connsiteX10" fmla="*/ 346362 w 898811"/>
                    <a:gd name="connsiteY10" fmla="*/ 2320508 h 2747756"/>
                    <a:gd name="connsiteX11" fmla="*/ 587659 w 898811"/>
                    <a:gd name="connsiteY11" fmla="*/ 2079204 h 2747756"/>
                    <a:gd name="connsiteX12" fmla="*/ 794034 w 898811"/>
                    <a:gd name="connsiteY12" fmla="*/ 1568029 h 2747756"/>
                    <a:gd name="connsiteX13" fmla="*/ 876584 w 898811"/>
                    <a:gd name="connsiteY13" fmla="*/ 1269579 h 2747756"/>
                    <a:gd name="connsiteX14" fmla="*/ 825784 w 898811"/>
                    <a:gd name="connsiteY14" fmla="*/ 1069554 h 2747756"/>
                    <a:gd name="connsiteX15" fmla="*/ 898811 w 898811"/>
                    <a:gd name="connsiteY15" fmla="*/ 799682 h 2747756"/>
                    <a:gd name="connsiteX16" fmla="*/ 759112 w 898811"/>
                    <a:gd name="connsiteY16" fmla="*/ 440907 h 2747756"/>
                    <a:gd name="connsiteX17" fmla="*/ 848012 w 898811"/>
                    <a:gd name="connsiteY17" fmla="*/ 374232 h 2747756"/>
                    <a:gd name="connsiteX18" fmla="*/ 882936 w 898811"/>
                    <a:gd name="connsiteY18" fmla="*/ 256757 h 2747756"/>
                    <a:gd name="connsiteX19" fmla="*/ 838487 w 898811"/>
                    <a:gd name="connsiteY19" fmla="*/ 82132 h 2747756"/>
                    <a:gd name="connsiteX20" fmla="*/ 662271 w 898811"/>
                    <a:gd name="connsiteY20" fmla="*/ 1166 h 2747756"/>
                    <a:gd name="connsiteX21" fmla="*/ 517811 w 898811"/>
                    <a:gd name="connsiteY21" fmla="*/ 167857 h 2747756"/>
                    <a:gd name="connsiteX22" fmla="*/ 613061 w 898811"/>
                    <a:gd name="connsiteY22" fmla="*/ 399631 h 2747756"/>
                    <a:gd name="connsiteX23" fmla="*/ 530509 w 898811"/>
                    <a:gd name="connsiteY23" fmla="*/ 558379 h 2747756"/>
                    <a:gd name="connsiteX24" fmla="*/ 486059 w 898811"/>
                    <a:gd name="connsiteY24" fmla="*/ 672678 h 2747756"/>
                    <a:gd name="connsiteX25" fmla="*/ 508284 w 898811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46078 w 898555"/>
                    <a:gd name="connsiteY4" fmla="*/ 2237954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326 w 898853"/>
                    <a:gd name="connsiteY0" fmla="*/ 1088604 h 2751668"/>
                    <a:gd name="connsiteX1" fmla="*/ 443239 w 898853"/>
                    <a:gd name="connsiteY1" fmla="*/ 1310854 h 2751668"/>
                    <a:gd name="connsiteX2" fmla="*/ 440063 w 898853"/>
                    <a:gd name="connsiteY2" fmla="*/ 1609304 h 2751668"/>
                    <a:gd name="connsiteX3" fmla="*/ 390851 w 898853"/>
                    <a:gd name="connsiteY3" fmla="*/ 1968079 h 2751668"/>
                    <a:gd name="connsiteX4" fmla="*/ 151138 w 898853"/>
                    <a:gd name="connsiteY4" fmla="*/ 2226841 h 2751668"/>
                    <a:gd name="connsiteX5" fmla="*/ 86054 w 898853"/>
                    <a:gd name="connsiteY5" fmla="*/ 2466557 h 2751668"/>
                    <a:gd name="connsiteX6" fmla="*/ 326 w 898853"/>
                    <a:gd name="connsiteY6" fmla="*/ 2587204 h 2751668"/>
                    <a:gd name="connsiteX7" fmla="*/ 119388 w 898853"/>
                    <a:gd name="connsiteY7" fmla="*/ 2685629 h 2751668"/>
                    <a:gd name="connsiteX8" fmla="*/ 365451 w 898853"/>
                    <a:gd name="connsiteY8" fmla="*/ 2730078 h 2751668"/>
                    <a:gd name="connsiteX9" fmla="*/ 187651 w 898853"/>
                    <a:gd name="connsiteY9" fmla="*/ 2542754 h 2751668"/>
                    <a:gd name="connsiteX10" fmla="*/ 346404 w 898853"/>
                    <a:gd name="connsiteY10" fmla="*/ 2320508 h 2751668"/>
                    <a:gd name="connsiteX11" fmla="*/ 587701 w 898853"/>
                    <a:gd name="connsiteY11" fmla="*/ 2079204 h 2751668"/>
                    <a:gd name="connsiteX12" fmla="*/ 794076 w 898853"/>
                    <a:gd name="connsiteY12" fmla="*/ 1568029 h 2751668"/>
                    <a:gd name="connsiteX13" fmla="*/ 876626 w 898853"/>
                    <a:gd name="connsiteY13" fmla="*/ 1269579 h 2751668"/>
                    <a:gd name="connsiteX14" fmla="*/ 825826 w 898853"/>
                    <a:gd name="connsiteY14" fmla="*/ 1069554 h 2751668"/>
                    <a:gd name="connsiteX15" fmla="*/ 898853 w 898853"/>
                    <a:gd name="connsiteY15" fmla="*/ 799682 h 2751668"/>
                    <a:gd name="connsiteX16" fmla="*/ 759154 w 898853"/>
                    <a:gd name="connsiteY16" fmla="*/ 440907 h 2751668"/>
                    <a:gd name="connsiteX17" fmla="*/ 848054 w 898853"/>
                    <a:gd name="connsiteY17" fmla="*/ 374232 h 2751668"/>
                    <a:gd name="connsiteX18" fmla="*/ 882978 w 898853"/>
                    <a:gd name="connsiteY18" fmla="*/ 256757 h 2751668"/>
                    <a:gd name="connsiteX19" fmla="*/ 838529 w 898853"/>
                    <a:gd name="connsiteY19" fmla="*/ 82132 h 2751668"/>
                    <a:gd name="connsiteX20" fmla="*/ 662313 w 898853"/>
                    <a:gd name="connsiteY20" fmla="*/ 1166 h 2751668"/>
                    <a:gd name="connsiteX21" fmla="*/ 517853 w 898853"/>
                    <a:gd name="connsiteY21" fmla="*/ 167857 h 2751668"/>
                    <a:gd name="connsiteX22" fmla="*/ 613103 w 898853"/>
                    <a:gd name="connsiteY22" fmla="*/ 399631 h 2751668"/>
                    <a:gd name="connsiteX23" fmla="*/ 530551 w 898853"/>
                    <a:gd name="connsiteY23" fmla="*/ 558379 h 2751668"/>
                    <a:gd name="connsiteX24" fmla="*/ 486101 w 898853"/>
                    <a:gd name="connsiteY24" fmla="*/ 672678 h 2751668"/>
                    <a:gd name="connsiteX25" fmla="*/ 508326 w 898853"/>
                    <a:gd name="connsiteY25" fmla="*/ 1088604 h 2751668"/>
                    <a:gd name="connsiteX0" fmla="*/ 508326 w 898853"/>
                    <a:gd name="connsiteY0" fmla="*/ 1088604 h 2746721"/>
                    <a:gd name="connsiteX1" fmla="*/ 443239 w 898853"/>
                    <a:gd name="connsiteY1" fmla="*/ 1310854 h 2746721"/>
                    <a:gd name="connsiteX2" fmla="*/ 440063 w 898853"/>
                    <a:gd name="connsiteY2" fmla="*/ 1609304 h 2746721"/>
                    <a:gd name="connsiteX3" fmla="*/ 390851 w 898853"/>
                    <a:gd name="connsiteY3" fmla="*/ 1968079 h 2746721"/>
                    <a:gd name="connsiteX4" fmla="*/ 151138 w 898853"/>
                    <a:gd name="connsiteY4" fmla="*/ 2226841 h 2746721"/>
                    <a:gd name="connsiteX5" fmla="*/ 86054 w 898853"/>
                    <a:gd name="connsiteY5" fmla="*/ 2466557 h 2746721"/>
                    <a:gd name="connsiteX6" fmla="*/ 326 w 898853"/>
                    <a:gd name="connsiteY6" fmla="*/ 2587204 h 2746721"/>
                    <a:gd name="connsiteX7" fmla="*/ 119388 w 898853"/>
                    <a:gd name="connsiteY7" fmla="*/ 2685629 h 2746721"/>
                    <a:gd name="connsiteX8" fmla="*/ 365451 w 898853"/>
                    <a:gd name="connsiteY8" fmla="*/ 2730078 h 2746721"/>
                    <a:gd name="connsiteX9" fmla="*/ 187651 w 898853"/>
                    <a:gd name="connsiteY9" fmla="*/ 2542754 h 2746721"/>
                    <a:gd name="connsiteX10" fmla="*/ 346404 w 898853"/>
                    <a:gd name="connsiteY10" fmla="*/ 2320508 h 2746721"/>
                    <a:gd name="connsiteX11" fmla="*/ 587701 w 898853"/>
                    <a:gd name="connsiteY11" fmla="*/ 2079204 h 2746721"/>
                    <a:gd name="connsiteX12" fmla="*/ 794076 w 898853"/>
                    <a:gd name="connsiteY12" fmla="*/ 1568029 h 2746721"/>
                    <a:gd name="connsiteX13" fmla="*/ 876626 w 898853"/>
                    <a:gd name="connsiteY13" fmla="*/ 1269579 h 2746721"/>
                    <a:gd name="connsiteX14" fmla="*/ 825826 w 898853"/>
                    <a:gd name="connsiteY14" fmla="*/ 1069554 h 2746721"/>
                    <a:gd name="connsiteX15" fmla="*/ 898853 w 898853"/>
                    <a:gd name="connsiteY15" fmla="*/ 799682 h 2746721"/>
                    <a:gd name="connsiteX16" fmla="*/ 759154 w 898853"/>
                    <a:gd name="connsiteY16" fmla="*/ 440907 h 2746721"/>
                    <a:gd name="connsiteX17" fmla="*/ 848054 w 898853"/>
                    <a:gd name="connsiteY17" fmla="*/ 374232 h 2746721"/>
                    <a:gd name="connsiteX18" fmla="*/ 882978 w 898853"/>
                    <a:gd name="connsiteY18" fmla="*/ 256757 h 2746721"/>
                    <a:gd name="connsiteX19" fmla="*/ 838529 w 898853"/>
                    <a:gd name="connsiteY19" fmla="*/ 82132 h 2746721"/>
                    <a:gd name="connsiteX20" fmla="*/ 662313 w 898853"/>
                    <a:gd name="connsiteY20" fmla="*/ 1166 h 2746721"/>
                    <a:gd name="connsiteX21" fmla="*/ 517853 w 898853"/>
                    <a:gd name="connsiteY21" fmla="*/ 167857 h 2746721"/>
                    <a:gd name="connsiteX22" fmla="*/ 613103 w 898853"/>
                    <a:gd name="connsiteY22" fmla="*/ 399631 h 2746721"/>
                    <a:gd name="connsiteX23" fmla="*/ 530551 w 898853"/>
                    <a:gd name="connsiteY23" fmla="*/ 558379 h 2746721"/>
                    <a:gd name="connsiteX24" fmla="*/ 486101 w 898853"/>
                    <a:gd name="connsiteY24" fmla="*/ 672678 h 2746721"/>
                    <a:gd name="connsiteX25" fmla="*/ 508326 w 898853"/>
                    <a:gd name="connsiteY25" fmla="*/ 1088604 h 2746721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51138 w 898853"/>
                    <a:gd name="connsiteY4" fmla="*/ 2226841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76626 w 882978"/>
                    <a:gd name="connsiteY13" fmla="*/ 1269579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76626 w 882978"/>
                    <a:gd name="connsiteY13" fmla="*/ 1269579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42078 w 882978"/>
                    <a:gd name="connsiteY13" fmla="*/ 1247590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95025"/>
                    <a:gd name="connsiteY0" fmla="*/ 1088604 h 2752057"/>
                    <a:gd name="connsiteX1" fmla="*/ 443239 w 895025"/>
                    <a:gd name="connsiteY1" fmla="*/ 1310854 h 2752057"/>
                    <a:gd name="connsiteX2" fmla="*/ 440063 w 895025"/>
                    <a:gd name="connsiteY2" fmla="*/ 1609304 h 2752057"/>
                    <a:gd name="connsiteX3" fmla="*/ 390851 w 895025"/>
                    <a:gd name="connsiteY3" fmla="*/ 1968079 h 2752057"/>
                    <a:gd name="connsiteX4" fmla="*/ 162250 w 895025"/>
                    <a:gd name="connsiteY4" fmla="*/ 2223666 h 2752057"/>
                    <a:gd name="connsiteX5" fmla="*/ 86054 w 895025"/>
                    <a:gd name="connsiteY5" fmla="*/ 2466557 h 2752057"/>
                    <a:gd name="connsiteX6" fmla="*/ 326 w 895025"/>
                    <a:gd name="connsiteY6" fmla="*/ 2587204 h 2752057"/>
                    <a:gd name="connsiteX7" fmla="*/ 119388 w 895025"/>
                    <a:gd name="connsiteY7" fmla="*/ 2685629 h 2752057"/>
                    <a:gd name="connsiteX8" fmla="*/ 365451 w 895025"/>
                    <a:gd name="connsiteY8" fmla="*/ 2730078 h 2752057"/>
                    <a:gd name="connsiteX9" fmla="*/ 187651 w 895025"/>
                    <a:gd name="connsiteY9" fmla="*/ 2542754 h 2752057"/>
                    <a:gd name="connsiteX10" fmla="*/ 346404 w 895025"/>
                    <a:gd name="connsiteY10" fmla="*/ 2320508 h 2752057"/>
                    <a:gd name="connsiteX11" fmla="*/ 587701 w 895025"/>
                    <a:gd name="connsiteY11" fmla="*/ 2079204 h 2752057"/>
                    <a:gd name="connsiteX12" fmla="*/ 884434 w 895025"/>
                    <a:gd name="connsiteY12" fmla="*/ 1463584 h 2752057"/>
                    <a:gd name="connsiteX13" fmla="*/ 842078 w 895025"/>
                    <a:gd name="connsiteY13" fmla="*/ 1247590 h 2752057"/>
                    <a:gd name="connsiteX14" fmla="*/ 825826 w 895025"/>
                    <a:gd name="connsiteY14" fmla="*/ 1069554 h 2752057"/>
                    <a:gd name="connsiteX15" fmla="*/ 880250 w 895025"/>
                    <a:gd name="connsiteY15" fmla="*/ 794184 h 2752057"/>
                    <a:gd name="connsiteX16" fmla="*/ 759154 w 895025"/>
                    <a:gd name="connsiteY16" fmla="*/ 440907 h 2752057"/>
                    <a:gd name="connsiteX17" fmla="*/ 848054 w 895025"/>
                    <a:gd name="connsiteY17" fmla="*/ 374232 h 2752057"/>
                    <a:gd name="connsiteX18" fmla="*/ 882978 w 895025"/>
                    <a:gd name="connsiteY18" fmla="*/ 256757 h 2752057"/>
                    <a:gd name="connsiteX19" fmla="*/ 838529 w 895025"/>
                    <a:gd name="connsiteY19" fmla="*/ 82132 h 2752057"/>
                    <a:gd name="connsiteX20" fmla="*/ 662313 w 895025"/>
                    <a:gd name="connsiteY20" fmla="*/ 1166 h 2752057"/>
                    <a:gd name="connsiteX21" fmla="*/ 517853 w 895025"/>
                    <a:gd name="connsiteY21" fmla="*/ 167857 h 2752057"/>
                    <a:gd name="connsiteX22" fmla="*/ 613103 w 895025"/>
                    <a:gd name="connsiteY22" fmla="*/ 399631 h 2752057"/>
                    <a:gd name="connsiteX23" fmla="*/ 530551 w 895025"/>
                    <a:gd name="connsiteY23" fmla="*/ 558379 h 2752057"/>
                    <a:gd name="connsiteX24" fmla="*/ 486101 w 895025"/>
                    <a:gd name="connsiteY24" fmla="*/ 672678 h 2752057"/>
                    <a:gd name="connsiteX25" fmla="*/ 508326 w 895025"/>
                    <a:gd name="connsiteY25" fmla="*/ 1088604 h 2752057"/>
                    <a:gd name="connsiteX0" fmla="*/ 508326 w 887685"/>
                    <a:gd name="connsiteY0" fmla="*/ 1088604 h 2752057"/>
                    <a:gd name="connsiteX1" fmla="*/ 443239 w 887685"/>
                    <a:gd name="connsiteY1" fmla="*/ 1310854 h 2752057"/>
                    <a:gd name="connsiteX2" fmla="*/ 440063 w 887685"/>
                    <a:gd name="connsiteY2" fmla="*/ 1609304 h 2752057"/>
                    <a:gd name="connsiteX3" fmla="*/ 390851 w 887685"/>
                    <a:gd name="connsiteY3" fmla="*/ 1968079 h 2752057"/>
                    <a:gd name="connsiteX4" fmla="*/ 162250 w 887685"/>
                    <a:gd name="connsiteY4" fmla="*/ 2223666 h 2752057"/>
                    <a:gd name="connsiteX5" fmla="*/ 86054 w 887685"/>
                    <a:gd name="connsiteY5" fmla="*/ 2466557 h 2752057"/>
                    <a:gd name="connsiteX6" fmla="*/ 326 w 887685"/>
                    <a:gd name="connsiteY6" fmla="*/ 2587204 h 2752057"/>
                    <a:gd name="connsiteX7" fmla="*/ 119388 w 887685"/>
                    <a:gd name="connsiteY7" fmla="*/ 2685629 h 2752057"/>
                    <a:gd name="connsiteX8" fmla="*/ 365451 w 887685"/>
                    <a:gd name="connsiteY8" fmla="*/ 2730078 h 2752057"/>
                    <a:gd name="connsiteX9" fmla="*/ 187651 w 887685"/>
                    <a:gd name="connsiteY9" fmla="*/ 2542754 h 2752057"/>
                    <a:gd name="connsiteX10" fmla="*/ 346404 w 887685"/>
                    <a:gd name="connsiteY10" fmla="*/ 2320508 h 2752057"/>
                    <a:gd name="connsiteX11" fmla="*/ 587701 w 887685"/>
                    <a:gd name="connsiteY11" fmla="*/ 2079204 h 2752057"/>
                    <a:gd name="connsiteX12" fmla="*/ 884434 w 887685"/>
                    <a:gd name="connsiteY12" fmla="*/ 1463584 h 2752057"/>
                    <a:gd name="connsiteX13" fmla="*/ 842078 w 887685"/>
                    <a:gd name="connsiteY13" fmla="*/ 1247590 h 2752057"/>
                    <a:gd name="connsiteX14" fmla="*/ 825826 w 887685"/>
                    <a:gd name="connsiteY14" fmla="*/ 1069554 h 2752057"/>
                    <a:gd name="connsiteX15" fmla="*/ 880250 w 887685"/>
                    <a:gd name="connsiteY15" fmla="*/ 794184 h 2752057"/>
                    <a:gd name="connsiteX16" fmla="*/ 759154 w 887685"/>
                    <a:gd name="connsiteY16" fmla="*/ 440907 h 2752057"/>
                    <a:gd name="connsiteX17" fmla="*/ 848054 w 887685"/>
                    <a:gd name="connsiteY17" fmla="*/ 374232 h 2752057"/>
                    <a:gd name="connsiteX18" fmla="*/ 882978 w 887685"/>
                    <a:gd name="connsiteY18" fmla="*/ 256757 h 2752057"/>
                    <a:gd name="connsiteX19" fmla="*/ 838529 w 887685"/>
                    <a:gd name="connsiteY19" fmla="*/ 82132 h 2752057"/>
                    <a:gd name="connsiteX20" fmla="*/ 662313 w 887685"/>
                    <a:gd name="connsiteY20" fmla="*/ 1166 h 2752057"/>
                    <a:gd name="connsiteX21" fmla="*/ 517853 w 887685"/>
                    <a:gd name="connsiteY21" fmla="*/ 167857 h 2752057"/>
                    <a:gd name="connsiteX22" fmla="*/ 613103 w 887685"/>
                    <a:gd name="connsiteY22" fmla="*/ 399631 h 2752057"/>
                    <a:gd name="connsiteX23" fmla="*/ 530551 w 887685"/>
                    <a:gd name="connsiteY23" fmla="*/ 558379 h 2752057"/>
                    <a:gd name="connsiteX24" fmla="*/ 486101 w 887685"/>
                    <a:gd name="connsiteY24" fmla="*/ 672678 h 2752057"/>
                    <a:gd name="connsiteX25" fmla="*/ 508326 w 887685"/>
                    <a:gd name="connsiteY25" fmla="*/ 1088604 h 2752057"/>
                    <a:gd name="connsiteX0" fmla="*/ 508326 w 1037548"/>
                    <a:gd name="connsiteY0" fmla="*/ 1088604 h 2752057"/>
                    <a:gd name="connsiteX1" fmla="*/ 443239 w 1037548"/>
                    <a:gd name="connsiteY1" fmla="*/ 1310854 h 2752057"/>
                    <a:gd name="connsiteX2" fmla="*/ 440063 w 1037548"/>
                    <a:gd name="connsiteY2" fmla="*/ 1609304 h 2752057"/>
                    <a:gd name="connsiteX3" fmla="*/ 390851 w 1037548"/>
                    <a:gd name="connsiteY3" fmla="*/ 1968079 h 2752057"/>
                    <a:gd name="connsiteX4" fmla="*/ 162250 w 1037548"/>
                    <a:gd name="connsiteY4" fmla="*/ 2223666 h 2752057"/>
                    <a:gd name="connsiteX5" fmla="*/ 86054 w 1037548"/>
                    <a:gd name="connsiteY5" fmla="*/ 2466557 h 2752057"/>
                    <a:gd name="connsiteX6" fmla="*/ 326 w 1037548"/>
                    <a:gd name="connsiteY6" fmla="*/ 2587204 h 2752057"/>
                    <a:gd name="connsiteX7" fmla="*/ 119388 w 1037548"/>
                    <a:gd name="connsiteY7" fmla="*/ 2685629 h 2752057"/>
                    <a:gd name="connsiteX8" fmla="*/ 365451 w 1037548"/>
                    <a:gd name="connsiteY8" fmla="*/ 2730078 h 2752057"/>
                    <a:gd name="connsiteX9" fmla="*/ 187651 w 1037548"/>
                    <a:gd name="connsiteY9" fmla="*/ 2542754 h 2752057"/>
                    <a:gd name="connsiteX10" fmla="*/ 346404 w 1037548"/>
                    <a:gd name="connsiteY10" fmla="*/ 2320508 h 2752057"/>
                    <a:gd name="connsiteX11" fmla="*/ 1031517 w 1037548"/>
                    <a:gd name="connsiteY11" fmla="*/ 1930783 h 2752057"/>
                    <a:gd name="connsiteX12" fmla="*/ 884434 w 1037548"/>
                    <a:gd name="connsiteY12" fmla="*/ 1463584 h 2752057"/>
                    <a:gd name="connsiteX13" fmla="*/ 842078 w 1037548"/>
                    <a:gd name="connsiteY13" fmla="*/ 1247590 h 2752057"/>
                    <a:gd name="connsiteX14" fmla="*/ 825826 w 1037548"/>
                    <a:gd name="connsiteY14" fmla="*/ 1069554 h 2752057"/>
                    <a:gd name="connsiteX15" fmla="*/ 880250 w 1037548"/>
                    <a:gd name="connsiteY15" fmla="*/ 794184 h 2752057"/>
                    <a:gd name="connsiteX16" fmla="*/ 759154 w 1037548"/>
                    <a:gd name="connsiteY16" fmla="*/ 440907 h 2752057"/>
                    <a:gd name="connsiteX17" fmla="*/ 848054 w 1037548"/>
                    <a:gd name="connsiteY17" fmla="*/ 374232 h 2752057"/>
                    <a:gd name="connsiteX18" fmla="*/ 882978 w 1037548"/>
                    <a:gd name="connsiteY18" fmla="*/ 256757 h 2752057"/>
                    <a:gd name="connsiteX19" fmla="*/ 838529 w 1037548"/>
                    <a:gd name="connsiteY19" fmla="*/ 82132 h 2752057"/>
                    <a:gd name="connsiteX20" fmla="*/ 662313 w 1037548"/>
                    <a:gd name="connsiteY20" fmla="*/ 1166 h 2752057"/>
                    <a:gd name="connsiteX21" fmla="*/ 517853 w 1037548"/>
                    <a:gd name="connsiteY21" fmla="*/ 167857 h 2752057"/>
                    <a:gd name="connsiteX22" fmla="*/ 613103 w 1037548"/>
                    <a:gd name="connsiteY22" fmla="*/ 399631 h 2752057"/>
                    <a:gd name="connsiteX23" fmla="*/ 530551 w 1037548"/>
                    <a:gd name="connsiteY23" fmla="*/ 558379 h 2752057"/>
                    <a:gd name="connsiteX24" fmla="*/ 486101 w 1037548"/>
                    <a:gd name="connsiteY24" fmla="*/ 672678 h 2752057"/>
                    <a:gd name="connsiteX25" fmla="*/ 508326 w 1037548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346404 w 1031517"/>
                    <a:gd name="connsiteY10" fmla="*/ 2320508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70207"/>
                    <a:gd name="connsiteY0" fmla="*/ 1088604 h 2752057"/>
                    <a:gd name="connsiteX1" fmla="*/ 443239 w 1070207"/>
                    <a:gd name="connsiteY1" fmla="*/ 1310854 h 2752057"/>
                    <a:gd name="connsiteX2" fmla="*/ 440063 w 1070207"/>
                    <a:gd name="connsiteY2" fmla="*/ 1609304 h 2752057"/>
                    <a:gd name="connsiteX3" fmla="*/ 390851 w 1070207"/>
                    <a:gd name="connsiteY3" fmla="*/ 1968079 h 2752057"/>
                    <a:gd name="connsiteX4" fmla="*/ 162250 w 1070207"/>
                    <a:gd name="connsiteY4" fmla="*/ 2223666 h 2752057"/>
                    <a:gd name="connsiteX5" fmla="*/ 86054 w 1070207"/>
                    <a:gd name="connsiteY5" fmla="*/ 2466557 h 2752057"/>
                    <a:gd name="connsiteX6" fmla="*/ 326 w 1070207"/>
                    <a:gd name="connsiteY6" fmla="*/ 2587204 h 2752057"/>
                    <a:gd name="connsiteX7" fmla="*/ 119388 w 1070207"/>
                    <a:gd name="connsiteY7" fmla="*/ 2685629 h 2752057"/>
                    <a:gd name="connsiteX8" fmla="*/ 365451 w 1070207"/>
                    <a:gd name="connsiteY8" fmla="*/ 2730078 h 2752057"/>
                    <a:gd name="connsiteX9" fmla="*/ 187651 w 1070207"/>
                    <a:gd name="connsiteY9" fmla="*/ 2542754 h 2752057"/>
                    <a:gd name="connsiteX10" fmla="*/ 1005484 w 1070207"/>
                    <a:gd name="connsiteY10" fmla="*/ 2235303 h 2752057"/>
                    <a:gd name="connsiteX11" fmla="*/ 1031517 w 1070207"/>
                    <a:gd name="connsiteY11" fmla="*/ 1930783 h 2752057"/>
                    <a:gd name="connsiteX12" fmla="*/ 884434 w 1070207"/>
                    <a:gd name="connsiteY12" fmla="*/ 1463584 h 2752057"/>
                    <a:gd name="connsiteX13" fmla="*/ 842078 w 1070207"/>
                    <a:gd name="connsiteY13" fmla="*/ 1247590 h 2752057"/>
                    <a:gd name="connsiteX14" fmla="*/ 825826 w 1070207"/>
                    <a:gd name="connsiteY14" fmla="*/ 1069554 h 2752057"/>
                    <a:gd name="connsiteX15" fmla="*/ 880250 w 1070207"/>
                    <a:gd name="connsiteY15" fmla="*/ 794184 h 2752057"/>
                    <a:gd name="connsiteX16" fmla="*/ 759154 w 1070207"/>
                    <a:gd name="connsiteY16" fmla="*/ 440907 h 2752057"/>
                    <a:gd name="connsiteX17" fmla="*/ 848054 w 1070207"/>
                    <a:gd name="connsiteY17" fmla="*/ 374232 h 2752057"/>
                    <a:gd name="connsiteX18" fmla="*/ 882978 w 1070207"/>
                    <a:gd name="connsiteY18" fmla="*/ 256757 h 2752057"/>
                    <a:gd name="connsiteX19" fmla="*/ 838529 w 1070207"/>
                    <a:gd name="connsiteY19" fmla="*/ 82132 h 2752057"/>
                    <a:gd name="connsiteX20" fmla="*/ 662313 w 1070207"/>
                    <a:gd name="connsiteY20" fmla="*/ 1166 h 2752057"/>
                    <a:gd name="connsiteX21" fmla="*/ 517853 w 1070207"/>
                    <a:gd name="connsiteY21" fmla="*/ 167857 h 2752057"/>
                    <a:gd name="connsiteX22" fmla="*/ 613103 w 1070207"/>
                    <a:gd name="connsiteY22" fmla="*/ 399631 h 2752057"/>
                    <a:gd name="connsiteX23" fmla="*/ 530551 w 1070207"/>
                    <a:gd name="connsiteY23" fmla="*/ 558379 h 2752057"/>
                    <a:gd name="connsiteX24" fmla="*/ 486101 w 1070207"/>
                    <a:gd name="connsiteY24" fmla="*/ 672678 h 2752057"/>
                    <a:gd name="connsiteX25" fmla="*/ 508326 w 107020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011502 w 1031517"/>
                    <a:gd name="connsiteY9" fmla="*/ 2553749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011502 w 1031517"/>
                    <a:gd name="connsiteY9" fmla="*/ 2553749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213220"/>
                    <a:gd name="connsiteY0" fmla="*/ 1088604 h 2716480"/>
                    <a:gd name="connsiteX1" fmla="*/ 443239 w 1213220"/>
                    <a:gd name="connsiteY1" fmla="*/ 1310854 h 2716480"/>
                    <a:gd name="connsiteX2" fmla="*/ 440063 w 1213220"/>
                    <a:gd name="connsiteY2" fmla="*/ 1609304 h 2716480"/>
                    <a:gd name="connsiteX3" fmla="*/ 390851 w 1213220"/>
                    <a:gd name="connsiteY3" fmla="*/ 1968079 h 2716480"/>
                    <a:gd name="connsiteX4" fmla="*/ 162250 w 1213220"/>
                    <a:gd name="connsiteY4" fmla="*/ 2223666 h 2716480"/>
                    <a:gd name="connsiteX5" fmla="*/ 86054 w 1213220"/>
                    <a:gd name="connsiteY5" fmla="*/ 2466557 h 2716480"/>
                    <a:gd name="connsiteX6" fmla="*/ 326 w 1213220"/>
                    <a:gd name="connsiteY6" fmla="*/ 2587204 h 2716480"/>
                    <a:gd name="connsiteX7" fmla="*/ 119388 w 1213220"/>
                    <a:gd name="connsiteY7" fmla="*/ 2685629 h 2716480"/>
                    <a:gd name="connsiteX8" fmla="*/ 1213220 w 1213220"/>
                    <a:gd name="connsiteY8" fmla="*/ 2653118 h 2716480"/>
                    <a:gd name="connsiteX9" fmla="*/ 1011502 w 1213220"/>
                    <a:gd name="connsiteY9" fmla="*/ 2553749 h 2716480"/>
                    <a:gd name="connsiteX10" fmla="*/ 1005484 w 1213220"/>
                    <a:gd name="connsiteY10" fmla="*/ 2235303 h 2716480"/>
                    <a:gd name="connsiteX11" fmla="*/ 1031517 w 1213220"/>
                    <a:gd name="connsiteY11" fmla="*/ 1930783 h 2716480"/>
                    <a:gd name="connsiteX12" fmla="*/ 884434 w 1213220"/>
                    <a:gd name="connsiteY12" fmla="*/ 1463584 h 2716480"/>
                    <a:gd name="connsiteX13" fmla="*/ 842078 w 1213220"/>
                    <a:gd name="connsiteY13" fmla="*/ 1247590 h 2716480"/>
                    <a:gd name="connsiteX14" fmla="*/ 825826 w 1213220"/>
                    <a:gd name="connsiteY14" fmla="*/ 1069554 h 2716480"/>
                    <a:gd name="connsiteX15" fmla="*/ 880250 w 1213220"/>
                    <a:gd name="connsiteY15" fmla="*/ 794184 h 2716480"/>
                    <a:gd name="connsiteX16" fmla="*/ 759154 w 1213220"/>
                    <a:gd name="connsiteY16" fmla="*/ 440907 h 2716480"/>
                    <a:gd name="connsiteX17" fmla="*/ 848054 w 1213220"/>
                    <a:gd name="connsiteY17" fmla="*/ 374232 h 2716480"/>
                    <a:gd name="connsiteX18" fmla="*/ 882978 w 1213220"/>
                    <a:gd name="connsiteY18" fmla="*/ 256757 h 2716480"/>
                    <a:gd name="connsiteX19" fmla="*/ 838529 w 1213220"/>
                    <a:gd name="connsiteY19" fmla="*/ 82132 h 2716480"/>
                    <a:gd name="connsiteX20" fmla="*/ 662313 w 1213220"/>
                    <a:gd name="connsiteY20" fmla="*/ 1166 h 2716480"/>
                    <a:gd name="connsiteX21" fmla="*/ 517853 w 1213220"/>
                    <a:gd name="connsiteY21" fmla="*/ 167857 h 2716480"/>
                    <a:gd name="connsiteX22" fmla="*/ 613103 w 1213220"/>
                    <a:gd name="connsiteY22" fmla="*/ 399631 h 2716480"/>
                    <a:gd name="connsiteX23" fmla="*/ 530551 w 1213220"/>
                    <a:gd name="connsiteY23" fmla="*/ 558379 h 2716480"/>
                    <a:gd name="connsiteX24" fmla="*/ 486101 w 1213220"/>
                    <a:gd name="connsiteY24" fmla="*/ 672678 h 2716480"/>
                    <a:gd name="connsiteX25" fmla="*/ 508326 w 1213220"/>
                    <a:gd name="connsiteY25" fmla="*/ 1088604 h 2716480"/>
                    <a:gd name="connsiteX0" fmla="*/ 563788 w 1268682"/>
                    <a:gd name="connsiteY0" fmla="*/ 1088604 h 2701084"/>
                    <a:gd name="connsiteX1" fmla="*/ 498701 w 1268682"/>
                    <a:gd name="connsiteY1" fmla="*/ 1310854 h 2701084"/>
                    <a:gd name="connsiteX2" fmla="*/ 495525 w 1268682"/>
                    <a:gd name="connsiteY2" fmla="*/ 1609304 h 2701084"/>
                    <a:gd name="connsiteX3" fmla="*/ 446313 w 1268682"/>
                    <a:gd name="connsiteY3" fmla="*/ 1968079 h 2701084"/>
                    <a:gd name="connsiteX4" fmla="*/ 217712 w 1268682"/>
                    <a:gd name="connsiteY4" fmla="*/ 2223666 h 2701084"/>
                    <a:gd name="connsiteX5" fmla="*/ 141516 w 1268682"/>
                    <a:gd name="connsiteY5" fmla="*/ 2466557 h 2701084"/>
                    <a:gd name="connsiteX6" fmla="*/ 55788 w 1268682"/>
                    <a:gd name="connsiteY6" fmla="*/ 2587204 h 2701084"/>
                    <a:gd name="connsiteX7" fmla="*/ 1075770 w 1268682"/>
                    <a:gd name="connsiteY7" fmla="*/ 2663640 h 2701084"/>
                    <a:gd name="connsiteX8" fmla="*/ 1268682 w 1268682"/>
                    <a:gd name="connsiteY8" fmla="*/ 2653118 h 2701084"/>
                    <a:gd name="connsiteX9" fmla="*/ 1066964 w 1268682"/>
                    <a:gd name="connsiteY9" fmla="*/ 2553749 h 2701084"/>
                    <a:gd name="connsiteX10" fmla="*/ 1060946 w 1268682"/>
                    <a:gd name="connsiteY10" fmla="*/ 2235303 h 2701084"/>
                    <a:gd name="connsiteX11" fmla="*/ 1086979 w 1268682"/>
                    <a:gd name="connsiteY11" fmla="*/ 1930783 h 2701084"/>
                    <a:gd name="connsiteX12" fmla="*/ 939896 w 1268682"/>
                    <a:gd name="connsiteY12" fmla="*/ 1463584 h 2701084"/>
                    <a:gd name="connsiteX13" fmla="*/ 897540 w 1268682"/>
                    <a:gd name="connsiteY13" fmla="*/ 1247590 h 2701084"/>
                    <a:gd name="connsiteX14" fmla="*/ 881288 w 1268682"/>
                    <a:gd name="connsiteY14" fmla="*/ 1069554 h 2701084"/>
                    <a:gd name="connsiteX15" fmla="*/ 935712 w 1268682"/>
                    <a:gd name="connsiteY15" fmla="*/ 794184 h 2701084"/>
                    <a:gd name="connsiteX16" fmla="*/ 814616 w 1268682"/>
                    <a:gd name="connsiteY16" fmla="*/ 440907 h 2701084"/>
                    <a:gd name="connsiteX17" fmla="*/ 903516 w 1268682"/>
                    <a:gd name="connsiteY17" fmla="*/ 374232 h 2701084"/>
                    <a:gd name="connsiteX18" fmla="*/ 938440 w 1268682"/>
                    <a:gd name="connsiteY18" fmla="*/ 256757 h 2701084"/>
                    <a:gd name="connsiteX19" fmla="*/ 893991 w 1268682"/>
                    <a:gd name="connsiteY19" fmla="*/ 82132 h 2701084"/>
                    <a:gd name="connsiteX20" fmla="*/ 717775 w 1268682"/>
                    <a:gd name="connsiteY20" fmla="*/ 1166 h 2701084"/>
                    <a:gd name="connsiteX21" fmla="*/ 573315 w 1268682"/>
                    <a:gd name="connsiteY21" fmla="*/ 167857 h 2701084"/>
                    <a:gd name="connsiteX22" fmla="*/ 668565 w 1268682"/>
                    <a:gd name="connsiteY22" fmla="*/ 399631 h 2701084"/>
                    <a:gd name="connsiteX23" fmla="*/ 586013 w 1268682"/>
                    <a:gd name="connsiteY23" fmla="*/ 558379 h 2701084"/>
                    <a:gd name="connsiteX24" fmla="*/ 541563 w 1268682"/>
                    <a:gd name="connsiteY24" fmla="*/ 672678 h 2701084"/>
                    <a:gd name="connsiteX25" fmla="*/ 563788 w 1268682"/>
                    <a:gd name="connsiteY25" fmla="*/ 1088604 h 2701084"/>
                    <a:gd name="connsiteX0" fmla="*/ 464979 w 1169873"/>
                    <a:gd name="connsiteY0" fmla="*/ 1088604 h 2701084"/>
                    <a:gd name="connsiteX1" fmla="*/ 399892 w 1169873"/>
                    <a:gd name="connsiteY1" fmla="*/ 1310854 h 2701084"/>
                    <a:gd name="connsiteX2" fmla="*/ 396716 w 1169873"/>
                    <a:gd name="connsiteY2" fmla="*/ 1609304 h 2701084"/>
                    <a:gd name="connsiteX3" fmla="*/ 347504 w 1169873"/>
                    <a:gd name="connsiteY3" fmla="*/ 1968079 h 2701084"/>
                    <a:gd name="connsiteX4" fmla="*/ 118903 w 1169873"/>
                    <a:gd name="connsiteY4" fmla="*/ 2223666 h 2701084"/>
                    <a:gd name="connsiteX5" fmla="*/ 42707 w 1169873"/>
                    <a:gd name="connsiteY5" fmla="*/ 2466557 h 2701084"/>
                    <a:gd name="connsiteX6" fmla="*/ 831323 w 1169873"/>
                    <a:gd name="connsiteY6" fmla="*/ 2672409 h 2701084"/>
                    <a:gd name="connsiteX7" fmla="*/ 976961 w 1169873"/>
                    <a:gd name="connsiteY7" fmla="*/ 2663640 h 2701084"/>
                    <a:gd name="connsiteX8" fmla="*/ 1169873 w 1169873"/>
                    <a:gd name="connsiteY8" fmla="*/ 2653118 h 2701084"/>
                    <a:gd name="connsiteX9" fmla="*/ 968155 w 1169873"/>
                    <a:gd name="connsiteY9" fmla="*/ 2553749 h 2701084"/>
                    <a:gd name="connsiteX10" fmla="*/ 962137 w 1169873"/>
                    <a:gd name="connsiteY10" fmla="*/ 2235303 h 2701084"/>
                    <a:gd name="connsiteX11" fmla="*/ 988170 w 1169873"/>
                    <a:gd name="connsiteY11" fmla="*/ 1930783 h 2701084"/>
                    <a:gd name="connsiteX12" fmla="*/ 841087 w 1169873"/>
                    <a:gd name="connsiteY12" fmla="*/ 1463584 h 2701084"/>
                    <a:gd name="connsiteX13" fmla="*/ 798731 w 1169873"/>
                    <a:gd name="connsiteY13" fmla="*/ 1247590 h 2701084"/>
                    <a:gd name="connsiteX14" fmla="*/ 782479 w 1169873"/>
                    <a:gd name="connsiteY14" fmla="*/ 1069554 h 2701084"/>
                    <a:gd name="connsiteX15" fmla="*/ 836903 w 1169873"/>
                    <a:gd name="connsiteY15" fmla="*/ 794184 h 2701084"/>
                    <a:gd name="connsiteX16" fmla="*/ 715807 w 1169873"/>
                    <a:gd name="connsiteY16" fmla="*/ 440907 h 2701084"/>
                    <a:gd name="connsiteX17" fmla="*/ 804707 w 1169873"/>
                    <a:gd name="connsiteY17" fmla="*/ 374232 h 2701084"/>
                    <a:gd name="connsiteX18" fmla="*/ 839631 w 1169873"/>
                    <a:gd name="connsiteY18" fmla="*/ 256757 h 2701084"/>
                    <a:gd name="connsiteX19" fmla="*/ 795182 w 1169873"/>
                    <a:gd name="connsiteY19" fmla="*/ 82132 h 2701084"/>
                    <a:gd name="connsiteX20" fmla="*/ 618966 w 1169873"/>
                    <a:gd name="connsiteY20" fmla="*/ 1166 h 2701084"/>
                    <a:gd name="connsiteX21" fmla="*/ 474506 w 1169873"/>
                    <a:gd name="connsiteY21" fmla="*/ 167857 h 2701084"/>
                    <a:gd name="connsiteX22" fmla="*/ 569756 w 1169873"/>
                    <a:gd name="connsiteY22" fmla="*/ 399631 h 2701084"/>
                    <a:gd name="connsiteX23" fmla="*/ 487204 w 1169873"/>
                    <a:gd name="connsiteY23" fmla="*/ 558379 h 2701084"/>
                    <a:gd name="connsiteX24" fmla="*/ 442754 w 1169873"/>
                    <a:gd name="connsiteY24" fmla="*/ 672678 h 2701084"/>
                    <a:gd name="connsiteX25" fmla="*/ 464979 w 1169873"/>
                    <a:gd name="connsiteY25" fmla="*/ 1088604 h 2701084"/>
                    <a:gd name="connsiteX0" fmla="*/ 362436 w 1067330"/>
                    <a:gd name="connsiteY0" fmla="*/ 1088604 h 2701084"/>
                    <a:gd name="connsiteX1" fmla="*/ 297349 w 1067330"/>
                    <a:gd name="connsiteY1" fmla="*/ 1310854 h 2701084"/>
                    <a:gd name="connsiteX2" fmla="*/ 294173 w 1067330"/>
                    <a:gd name="connsiteY2" fmla="*/ 1609304 h 2701084"/>
                    <a:gd name="connsiteX3" fmla="*/ 244961 w 1067330"/>
                    <a:gd name="connsiteY3" fmla="*/ 1968079 h 2701084"/>
                    <a:gd name="connsiteX4" fmla="*/ 16360 w 1067330"/>
                    <a:gd name="connsiteY4" fmla="*/ 2223666 h 2701084"/>
                    <a:gd name="connsiteX5" fmla="*/ 750727 w 1067330"/>
                    <a:gd name="connsiteY5" fmla="*/ 2540768 h 2701084"/>
                    <a:gd name="connsiteX6" fmla="*/ 728780 w 1067330"/>
                    <a:gd name="connsiteY6" fmla="*/ 2672409 h 2701084"/>
                    <a:gd name="connsiteX7" fmla="*/ 874418 w 1067330"/>
                    <a:gd name="connsiteY7" fmla="*/ 2663640 h 2701084"/>
                    <a:gd name="connsiteX8" fmla="*/ 1067330 w 1067330"/>
                    <a:gd name="connsiteY8" fmla="*/ 2653118 h 2701084"/>
                    <a:gd name="connsiteX9" fmla="*/ 865612 w 1067330"/>
                    <a:gd name="connsiteY9" fmla="*/ 2553749 h 2701084"/>
                    <a:gd name="connsiteX10" fmla="*/ 859594 w 1067330"/>
                    <a:gd name="connsiteY10" fmla="*/ 2235303 h 2701084"/>
                    <a:gd name="connsiteX11" fmla="*/ 885627 w 1067330"/>
                    <a:gd name="connsiteY11" fmla="*/ 1930783 h 2701084"/>
                    <a:gd name="connsiteX12" fmla="*/ 738544 w 1067330"/>
                    <a:gd name="connsiteY12" fmla="*/ 1463584 h 2701084"/>
                    <a:gd name="connsiteX13" fmla="*/ 696188 w 1067330"/>
                    <a:gd name="connsiteY13" fmla="*/ 1247590 h 2701084"/>
                    <a:gd name="connsiteX14" fmla="*/ 679936 w 1067330"/>
                    <a:gd name="connsiteY14" fmla="*/ 1069554 h 2701084"/>
                    <a:gd name="connsiteX15" fmla="*/ 734360 w 1067330"/>
                    <a:gd name="connsiteY15" fmla="*/ 794184 h 2701084"/>
                    <a:gd name="connsiteX16" fmla="*/ 613264 w 1067330"/>
                    <a:gd name="connsiteY16" fmla="*/ 440907 h 2701084"/>
                    <a:gd name="connsiteX17" fmla="*/ 702164 w 1067330"/>
                    <a:gd name="connsiteY17" fmla="*/ 374232 h 2701084"/>
                    <a:gd name="connsiteX18" fmla="*/ 737088 w 1067330"/>
                    <a:gd name="connsiteY18" fmla="*/ 256757 h 2701084"/>
                    <a:gd name="connsiteX19" fmla="*/ 692639 w 1067330"/>
                    <a:gd name="connsiteY19" fmla="*/ 82132 h 2701084"/>
                    <a:gd name="connsiteX20" fmla="*/ 516423 w 1067330"/>
                    <a:gd name="connsiteY20" fmla="*/ 1166 h 2701084"/>
                    <a:gd name="connsiteX21" fmla="*/ 371963 w 1067330"/>
                    <a:gd name="connsiteY21" fmla="*/ 167857 h 2701084"/>
                    <a:gd name="connsiteX22" fmla="*/ 467213 w 1067330"/>
                    <a:gd name="connsiteY22" fmla="*/ 399631 h 2701084"/>
                    <a:gd name="connsiteX23" fmla="*/ 384661 w 1067330"/>
                    <a:gd name="connsiteY23" fmla="*/ 558379 h 2701084"/>
                    <a:gd name="connsiteX24" fmla="*/ 340211 w 1067330"/>
                    <a:gd name="connsiteY24" fmla="*/ 672678 h 2701084"/>
                    <a:gd name="connsiteX25" fmla="*/ 362436 w 1067330"/>
                    <a:gd name="connsiteY25" fmla="*/ 1088604 h 2701084"/>
                    <a:gd name="connsiteX0" fmla="*/ 142705 w 847599"/>
                    <a:gd name="connsiteY0" fmla="*/ 1088604 h 2701084"/>
                    <a:gd name="connsiteX1" fmla="*/ 77618 w 847599"/>
                    <a:gd name="connsiteY1" fmla="*/ 1310854 h 2701084"/>
                    <a:gd name="connsiteX2" fmla="*/ 74442 w 847599"/>
                    <a:gd name="connsiteY2" fmla="*/ 1609304 h 2701084"/>
                    <a:gd name="connsiteX3" fmla="*/ 25230 w 847599"/>
                    <a:gd name="connsiteY3" fmla="*/ 1968079 h 2701084"/>
                    <a:gd name="connsiteX4" fmla="*/ 461024 w 847599"/>
                    <a:gd name="connsiteY4" fmla="*/ 2322614 h 2701084"/>
                    <a:gd name="connsiteX5" fmla="*/ 530996 w 847599"/>
                    <a:gd name="connsiteY5" fmla="*/ 2540768 h 2701084"/>
                    <a:gd name="connsiteX6" fmla="*/ 509049 w 847599"/>
                    <a:gd name="connsiteY6" fmla="*/ 2672409 h 2701084"/>
                    <a:gd name="connsiteX7" fmla="*/ 654687 w 847599"/>
                    <a:gd name="connsiteY7" fmla="*/ 2663640 h 2701084"/>
                    <a:gd name="connsiteX8" fmla="*/ 847599 w 847599"/>
                    <a:gd name="connsiteY8" fmla="*/ 2653118 h 2701084"/>
                    <a:gd name="connsiteX9" fmla="*/ 645881 w 847599"/>
                    <a:gd name="connsiteY9" fmla="*/ 2553749 h 2701084"/>
                    <a:gd name="connsiteX10" fmla="*/ 639863 w 847599"/>
                    <a:gd name="connsiteY10" fmla="*/ 2235303 h 2701084"/>
                    <a:gd name="connsiteX11" fmla="*/ 665896 w 847599"/>
                    <a:gd name="connsiteY11" fmla="*/ 1930783 h 2701084"/>
                    <a:gd name="connsiteX12" fmla="*/ 518813 w 847599"/>
                    <a:gd name="connsiteY12" fmla="*/ 1463584 h 2701084"/>
                    <a:gd name="connsiteX13" fmla="*/ 476457 w 847599"/>
                    <a:gd name="connsiteY13" fmla="*/ 1247590 h 2701084"/>
                    <a:gd name="connsiteX14" fmla="*/ 460205 w 847599"/>
                    <a:gd name="connsiteY14" fmla="*/ 1069554 h 2701084"/>
                    <a:gd name="connsiteX15" fmla="*/ 514629 w 847599"/>
                    <a:gd name="connsiteY15" fmla="*/ 794184 h 2701084"/>
                    <a:gd name="connsiteX16" fmla="*/ 393533 w 847599"/>
                    <a:gd name="connsiteY16" fmla="*/ 440907 h 2701084"/>
                    <a:gd name="connsiteX17" fmla="*/ 482433 w 847599"/>
                    <a:gd name="connsiteY17" fmla="*/ 374232 h 2701084"/>
                    <a:gd name="connsiteX18" fmla="*/ 517357 w 847599"/>
                    <a:gd name="connsiteY18" fmla="*/ 256757 h 2701084"/>
                    <a:gd name="connsiteX19" fmla="*/ 472908 w 847599"/>
                    <a:gd name="connsiteY19" fmla="*/ 82132 h 2701084"/>
                    <a:gd name="connsiteX20" fmla="*/ 296692 w 847599"/>
                    <a:gd name="connsiteY20" fmla="*/ 1166 h 2701084"/>
                    <a:gd name="connsiteX21" fmla="*/ 152232 w 847599"/>
                    <a:gd name="connsiteY21" fmla="*/ 167857 h 2701084"/>
                    <a:gd name="connsiteX22" fmla="*/ 247482 w 847599"/>
                    <a:gd name="connsiteY22" fmla="*/ 399631 h 2701084"/>
                    <a:gd name="connsiteX23" fmla="*/ 164930 w 847599"/>
                    <a:gd name="connsiteY23" fmla="*/ 558379 h 2701084"/>
                    <a:gd name="connsiteX24" fmla="*/ 120480 w 847599"/>
                    <a:gd name="connsiteY24" fmla="*/ 672678 h 2701084"/>
                    <a:gd name="connsiteX25" fmla="*/ 142705 w 847599"/>
                    <a:gd name="connsiteY25" fmla="*/ 1088604 h 2701084"/>
                    <a:gd name="connsiteX0" fmla="*/ 93780 w 798674"/>
                    <a:gd name="connsiteY0" fmla="*/ 1088604 h 2701084"/>
                    <a:gd name="connsiteX1" fmla="*/ 28693 w 798674"/>
                    <a:gd name="connsiteY1" fmla="*/ 1310854 h 2701084"/>
                    <a:gd name="connsiteX2" fmla="*/ 25517 w 798674"/>
                    <a:gd name="connsiteY2" fmla="*/ 1609304 h 2701084"/>
                    <a:gd name="connsiteX3" fmla="*/ 454670 w 798674"/>
                    <a:gd name="connsiteY3" fmla="*/ 1987319 h 2701084"/>
                    <a:gd name="connsiteX4" fmla="*/ 412099 w 798674"/>
                    <a:gd name="connsiteY4" fmla="*/ 2322614 h 2701084"/>
                    <a:gd name="connsiteX5" fmla="*/ 482071 w 798674"/>
                    <a:gd name="connsiteY5" fmla="*/ 2540768 h 2701084"/>
                    <a:gd name="connsiteX6" fmla="*/ 460124 w 798674"/>
                    <a:gd name="connsiteY6" fmla="*/ 2672409 h 2701084"/>
                    <a:gd name="connsiteX7" fmla="*/ 605762 w 798674"/>
                    <a:gd name="connsiteY7" fmla="*/ 2663640 h 2701084"/>
                    <a:gd name="connsiteX8" fmla="*/ 798674 w 798674"/>
                    <a:gd name="connsiteY8" fmla="*/ 2653118 h 2701084"/>
                    <a:gd name="connsiteX9" fmla="*/ 596956 w 798674"/>
                    <a:gd name="connsiteY9" fmla="*/ 2553749 h 2701084"/>
                    <a:gd name="connsiteX10" fmla="*/ 590938 w 798674"/>
                    <a:gd name="connsiteY10" fmla="*/ 2235303 h 2701084"/>
                    <a:gd name="connsiteX11" fmla="*/ 616971 w 798674"/>
                    <a:gd name="connsiteY11" fmla="*/ 1930783 h 2701084"/>
                    <a:gd name="connsiteX12" fmla="*/ 469888 w 798674"/>
                    <a:gd name="connsiteY12" fmla="*/ 1463584 h 2701084"/>
                    <a:gd name="connsiteX13" fmla="*/ 427532 w 798674"/>
                    <a:gd name="connsiteY13" fmla="*/ 1247590 h 2701084"/>
                    <a:gd name="connsiteX14" fmla="*/ 411280 w 798674"/>
                    <a:gd name="connsiteY14" fmla="*/ 1069554 h 2701084"/>
                    <a:gd name="connsiteX15" fmla="*/ 465704 w 798674"/>
                    <a:gd name="connsiteY15" fmla="*/ 794184 h 2701084"/>
                    <a:gd name="connsiteX16" fmla="*/ 344608 w 798674"/>
                    <a:gd name="connsiteY16" fmla="*/ 440907 h 2701084"/>
                    <a:gd name="connsiteX17" fmla="*/ 433508 w 798674"/>
                    <a:gd name="connsiteY17" fmla="*/ 374232 h 2701084"/>
                    <a:gd name="connsiteX18" fmla="*/ 468432 w 798674"/>
                    <a:gd name="connsiteY18" fmla="*/ 256757 h 2701084"/>
                    <a:gd name="connsiteX19" fmla="*/ 423983 w 798674"/>
                    <a:gd name="connsiteY19" fmla="*/ 82132 h 2701084"/>
                    <a:gd name="connsiteX20" fmla="*/ 247767 w 798674"/>
                    <a:gd name="connsiteY20" fmla="*/ 1166 h 2701084"/>
                    <a:gd name="connsiteX21" fmla="*/ 103307 w 798674"/>
                    <a:gd name="connsiteY21" fmla="*/ 167857 h 2701084"/>
                    <a:gd name="connsiteX22" fmla="*/ 198557 w 798674"/>
                    <a:gd name="connsiteY22" fmla="*/ 399631 h 2701084"/>
                    <a:gd name="connsiteX23" fmla="*/ 116005 w 798674"/>
                    <a:gd name="connsiteY23" fmla="*/ 558379 h 2701084"/>
                    <a:gd name="connsiteX24" fmla="*/ 71555 w 798674"/>
                    <a:gd name="connsiteY24" fmla="*/ 672678 h 2701084"/>
                    <a:gd name="connsiteX25" fmla="*/ 93780 w 798674"/>
                    <a:gd name="connsiteY25" fmla="*/ 1088604 h 2701084"/>
                    <a:gd name="connsiteX0" fmla="*/ 65087 w 769981"/>
                    <a:gd name="connsiteY0" fmla="*/ 1088604 h 2701084"/>
                    <a:gd name="connsiteX1" fmla="*/ 0 w 769981"/>
                    <a:gd name="connsiteY1" fmla="*/ 1310854 h 2701084"/>
                    <a:gd name="connsiteX2" fmla="*/ 201457 w 769981"/>
                    <a:gd name="connsiteY2" fmla="*/ 1634041 h 2701084"/>
                    <a:gd name="connsiteX3" fmla="*/ 425977 w 769981"/>
                    <a:gd name="connsiteY3" fmla="*/ 1987319 h 2701084"/>
                    <a:gd name="connsiteX4" fmla="*/ 383406 w 769981"/>
                    <a:gd name="connsiteY4" fmla="*/ 2322614 h 2701084"/>
                    <a:gd name="connsiteX5" fmla="*/ 453378 w 769981"/>
                    <a:gd name="connsiteY5" fmla="*/ 2540768 h 2701084"/>
                    <a:gd name="connsiteX6" fmla="*/ 431431 w 769981"/>
                    <a:gd name="connsiteY6" fmla="*/ 2672409 h 2701084"/>
                    <a:gd name="connsiteX7" fmla="*/ 577069 w 769981"/>
                    <a:gd name="connsiteY7" fmla="*/ 2663640 h 2701084"/>
                    <a:gd name="connsiteX8" fmla="*/ 769981 w 769981"/>
                    <a:gd name="connsiteY8" fmla="*/ 2653118 h 2701084"/>
                    <a:gd name="connsiteX9" fmla="*/ 568263 w 769981"/>
                    <a:gd name="connsiteY9" fmla="*/ 2553749 h 2701084"/>
                    <a:gd name="connsiteX10" fmla="*/ 562245 w 769981"/>
                    <a:gd name="connsiteY10" fmla="*/ 2235303 h 2701084"/>
                    <a:gd name="connsiteX11" fmla="*/ 588278 w 769981"/>
                    <a:gd name="connsiteY11" fmla="*/ 1930783 h 2701084"/>
                    <a:gd name="connsiteX12" fmla="*/ 441195 w 769981"/>
                    <a:gd name="connsiteY12" fmla="*/ 1463584 h 2701084"/>
                    <a:gd name="connsiteX13" fmla="*/ 398839 w 769981"/>
                    <a:gd name="connsiteY13" fmla="*/ 1247590 h 2701084"/>
                    <a:gd name="connsiteX14" fmla="*/ 382587 w 769981"/>
                    <a:gd name="connsiteY14" fmla="*/ 1069554 h 2701084"/>
                    <a:gd name="connsiteX15" fmla="*/ 437011 w 769981"/>
                    <a:gd name="connsiteY15" fmla="*/ 794184 h 2701084"/>
                    <a:gd name="connsiteX16" fmla="*/ 315915 w 769981"/>
                    <a:gd name="connsiteY16" fmla="*/ 440907 h 2701084"/>
                    <a:gd name="connsiteX17" fmla="*/ 404815 w 769981"/>
                    <a:gd name="connsiteY17" fmla="*/ 374232 h 2701084"/>
                    <a:gd name="connsiteX18" fmla="*/ 439739 w 769981"/>
                    <a:gd name="connsiteY18" fmla="*/ 256757 h 2701084"/>
                    <a:gd name="connsiteX19" fmla="*/ 395290 w 769981"/>
                    <a:gd name="connsiteY19" fmla="*/ 82132 h 2701084"/>
                    <a:gd name="connsiteX20" fmla="*/ 219074 w 769981"/>
                    <a:gd name="connsiteY20" fmla="*/ 1166 h 2701084"/>
                    <a:gd name="connsiteX21" fmla="*/ 74614 w 769981"/>
                    <a:gd name="connsiteY21" fmla="*/ 167857 h 2701084"/>
                    <a:gd name="connsiteX22" fmla="*/ 169864 w 769981"/>
                    <a:gd name="connsiteY22" fmla="*/ 399631 h 2701084"/>
                    <a:gd name="connsiteX23" fmla="*/ 87312 w 769981"/>
                    <a:gd name="connsiteY23" fmla="*/ 558379 h 2701084"/>
                    <a:gd name="connsiteX24" fmla="*/ 42862 w 769981"/>
                    <a:gd name="connsiteY24" fmla="*/ 672678 h 2701084"/>
                    <a:gd name="connsiteX25" fmla="*/ 65087 w 769981"/>
                    <a:gd name="connsiteY25" fmla="*/ 1088604 h 2701084"/>
                    <a:gd name="connsiteX0" fmla="*/ 23563 w 728457"/>
                    <a:gd name="connsiteY0" fmla="*/ 1088604 h 2701084"/>
                    <a:gd name="connsiteX1" fmla="*/ 78067 w 728457"/>
                    <a:gd name="connsiteY1" fmla="*/ 1330093 h 2701084"/>
                    <a:gd name="connsiteX2" fmla="*/ 159933 w 728457"/>
                    <a:gd name="connsiteY2" fmla="*/ 1634041 h 2701084"/>
                    <a:gd name="connsiteX3" fmla="*/ 384453 w 728457"/>
                    <a:gd name="connsiteY3" fmla="*/ 1987319 h 2701084"/>
                    <a:gd name="connsiteX4" fmla="*/ 341882 w 728457"/>
                    <a:gd name="connsiteY4" fmla="*/ 2322614 h 2701084"/>
                    <a:gd name="connsiteX5" fmla="*/ 411854 w 728457"/>
                    <a:gd name="connsiteY5" fmla="*/ 2540768 h 2701084"/>
                    <a:gd name="connsiteX6" fmla="*/ 389907 w 728457"/>
                    <a:gd name="connsiteY6" fmla="*/ 2672409 h 2701084"/>
                    <a:gd name="connsiteX7" fmla="*/ 535545 w 728457"/>
                    <a:gd name="connsiteY7" fmla="*/ 2663640 h 2701084"/>
                    <a:gd name="connsiteX8" fmla="*/ 728457 w 728457"/>
                    <a:gd name="connsiteY8" fmla="*/ 2653118 h 2701084"/>
                    <a:gd name="connsiteX9" fmla="*/ 526739 w 728457"/>
                    <a:gd name="connsiteY9" fmla="*/ 2553749 h 2701084"/>
                    <a:gd name="connsiteX10" fmla="*/ 520721 w 728457"/>
                    <a:gd name="connsiteY10" fmla="*/ 2235303 h 2701084"/>
                    <a:gd name="connsiteX11" fmla="*/ 546754 w 728457"/>
                    <a:gd name="connsiteY11" fmla="*/ 1930783 h 2701084"/>
                    <a:gd name="connsiteX12" fmla="*/ 399671 w 728457"/>
                    <a:gd name="connsiteY12" fmla="*/ 1463584 h 2701084"/>
                    <a:gd name="connsiteX13" fmla="*/ 357315 w 728457"/>
                    <a:gd name="connsiteY13" fmla="*/ 1247590 h 2701084"/>
                    <a:gd name="connsiteX14" fmla="*/ 341063 w 728457"/>
                    <a:gd name="connsiteY14" fmla="*/ 1069554 h 2701084"/>
                    <a:gd name="connsiteX15" fmla="*/ 395487 w 728457"/>
                    <a:gd name="connsiteY15" fmla="*/ 794184 h 2701084"/>
                    <a:gd name="connsiteX16" fmla="*/ 274391 w 728457"/>
                    <a:gd name="connsiteY16" fmla="*/ 440907 h 2701084"/>
                    <a:gd name="connsiteX17" fmla="*/ 363291 w 728457"/>
                    <a:gd name="connsiteY17" fmla="*/ 374232 h 2701084"/>
                    <a:gd name="connsiteX18" fmla="*/ 398215 w 728457"/>
                    <a:gd name="connsiteY18" fmla="*/ 256757 h 2701084"/>
                    <a:gd name="connsiteX19" fmla="*/ 353766 w 728457"/>
                    <a:gd name="connsiteY19" fmla="*/ 82132 h 2701084"/>
                    <a:gd name="connsiteX20" fmla="*/ 177550 w 728457"/>
                    <a:gd name="connsiteY20" fmla="*/ 1166 h 2701084"/>
                    <a:gd name="connsiteX21" fmla="*/ 33090 w 728457"/>
                    <a:gd name="connsiteY21" fmla="*/ 167857 h 2701084"/>
                    <a:gd name="connsiteX22" fmla="*/ 128340 w 728457"/>
                    <a:gd name="connsiteY22" fmla="*/ 399631 h 2701084"/>
                    <a:gd name="connsiteX23" fmla="*/ 45788 w 728457"/>
                    <a:gd name="connsiteY23" fmla="*/ 558379 h 2701084"/>
                    <a:gd name="connsiteX24" fmla="*/ 1338 w 728457"/>
                    <a:gd name="connsiteY24" fmla="*/ 672678 h 2701084"/>
                    <a:gd name="connsiteX25" fmla="*/ 23563 w 728457"/>
                    <a:gd name="connsiteY25" fmla="*/ 1088604 h 2701084"/>
                    <a:gd name="connsiteX0" fmla="*/ 23563 w 728457"/>
                    <a:gd name="connsiteY0" fmla="*/ 1088604 h 2701084"/>
                    <a:gd name="connsiteX1" fmla="*/ 91354 w 728457"/>
                    <a:gd name="connsiteY1" fmla="*/ 1327344 h 2701084"/>
                    <a:gd name="connsiteX2" fmla="*/ 159933 w 728457"/>
                    <a:gd name="connsiteY2" fmla="*/ 1634041 h 2701084"/>
                    <a:gd name="connsiteX3" fmla="*/ 384453 w 728457"/>
                    <a:gd name="connsiteY3" fmla="*/ 1987319 h 2701084"/>
                    <a:gd name="connsiteX4" fmla="*/ 341882 w 728457"/>
                    <a:gd name="connsiteY4" fmla="*/ 2322614 h 2701084"/>
                    <a:gd name="connsiteX5" fmla="*/ 411854 w 728457"/>
                    <a:gd name="connsiteY5" fmla="*/ 2540768 h 2701084"/>
                    <a:gd name="connsiteX6" fmla="*/ 389907 w 728457"/>
                    <a:gd name="connsiteY6" fmla="*/ 2672409 h 2701084"/>
                    <a:gd name="connsiteX7" fmla="*/ 535545 w 728457"/>
                    <a:gd name="connsiteY7" fmla="*/ 2663640 h 2701084"/>
                    <a:gd name="connsiteX8" fmla="*/ 728457 w 728457"/>
                    <a:gd name="connsiteY8" fmla="*/ 2653118 h 2701084"/>
                    <a:gd name="connsiteX9" fmla="*/ 526739 w 728457"/>
                    <a:gd name="connsiteY9" fmla="*/ 2553749 h 2701084"/>
                    <a:gd name="connsiteX10" fmla="*/ 520721 w 728457"/>
                    <a:gd name="connsiteY10" fmla="*/ 2235303 h 2701084"/>
                    <a:gd name="connsiteX11" fmla="*/ 546754 w 728457"/>
                    <a:gd name="connsiteY11" fmla="*/ 1930783 h 2701084"/>
                    <a:gd name="connsiteX12" fmla="*/ 399671 w 728457"/>
                    <a:gd name="connsiteY12" fmla="*/ 1463584 h 2701084"/>
                    <a:gd name="connsiteX13" fmla="*/ 357315 w 728457"/>
                    <a:gd name="connsiteY13" fmla="*/ 1247590 h 2701084"/>
                    <a:gd name="connsiteX14" fmla="*/ 341063 w 728457"/>
                    <a:gd name="connsiteY14" fmla="*/ 1069554 h 2701084"/>
                    <a:gd name="connsiteX15" fmla="*/ 395487 w 728457"/>
                    <a:gd name="connsiteY15" fmla="*/ 794184 h 2701084"/>
                    <a:gd name="connsiteX16" fmla="*/ 274391 w 728457"/>
                    <a:gd name="connsiteY16" fmla="*/ 440907 h 2701084"/>
                    <a:gd name="connsiteX17" fmla="*/ 363291 w 728457"/>
                    <a:gd name="connsiteY17" fmla="*/ 374232 h 2701084"/>
                    <a:gd name="connsiteX18" fmla="*/ 398215 w 728457"/>
                    <a:gd name="connsiteY18" fmla="*/ 256757 h 2701084"/>
                    <a:gd name="connsiteX19" fmla="*/ 353766 w 728457"/>
                    <a:gd name="connsiteY19" fmla="*/ 82132 h 2701084"/>
                    <a:gd name="connsiteX20" fmla="*/ 177550 w 728457"/>
                    <a:gd name="connsiteY20" fmla="*/ 1166 h 2701084"/>
                    <a:gd name="connsiteX21" fmla="*/ 33090 w 728457"/>
                    <a:gd name="connsiteY21" fmla="*/ 167857 h 2701084"/>
                    <a:gd name="connsiteX22" fmla="*/ 128340 w 728457"/>
                    <a:gd name="connsiteY22" fmla="*/ 399631 h 2701084"/>
                    <a:gd name="connsiteX23" fmla="*/ 45788 w 728457"/>
                    <a:gd name="connsiteY23" fmla="*/ 558379 h 2701084"/>
                    <a:gd name="connsiteX24" fmla="*/ 1338 w 728457"/>
                    <a:gd name="connsiteY24" fmla="*/ 672678 h 2701084"/>
                    <a:gd name="connsiteX25" fmla="*/ 23563 w 728457"/>
                    <a:gd name="connsiteY25" fmla="*/ 1088604 h 2701084"/>
                    <a:gd name="connsiteX0" fmla="*/ 32925 w 727189"/>
                    <a:gd name="connsiteY0" fmla="*/ 1083108 h 2701084"/>
                    <a:gd name="connsiteX1" fmla="*/ 90086 w 727189"/>
                    <a:gd name="connsiteY1" fmla="*/ 1327344 h 2701084"/>
                    <a:gd name="connsiteX2" fmla="*/ 158665 w 727189"/>
                    <a:gd name="connsiteY2" fmla="*/ 1634041 h 2701084"/>
                    <a:gd name="connsiteX3" fmla="*/ 383185 w 727189"/>
                    <a:gd name="connsiteY3" fmla="*/ 1987319 h 2701084"/>
                    <a:gd name="connsiteX4" fmla="*/ 340614 w 727189"/>
                    <a:gd name="connsiteY4" fmla="*/ 2322614 h 2701084"/>
                    <a:gd name="connsiteX5" fmla="*/ 410586 w 727189"/>
                    <a:gd name="connsiteY5" fmla="*/ 2540768 h 2701084"/>
                    <a:gd name="connsiteX6" fmla="*/ 388639 w 727189"/>
                    <a:gd name="connsiteY6" fmla="*/ 2672409 h 2701084"/>
                    <a:gd name="connsiteX7" fmla="*/ 534277 w 727189"/>
                    <a:gd name="connsiteY7" fmla="*/ 2663640 h 2701084"/>
                    <a:gd name="connsiteX8" fmla="*/ 727189 w 727189"/>
                    <a:gd name="connsiteY8" fmla="*/ 2653118 h 2701084"/>
                    <a:gd name="connsiteX9" fmla="*/ 525471 w 727189"/>
                    <a:gd name="connsiteY9" fmla="*/ 2553749 h 2701084"/>
                    <a:gd name="connsiteX10" fmla="*/ 519453 w 727189"/>
                    <a:gd name="connsiteY10" fmla="*/ 2235303 h 2701084"/>
                    <a:gd name="connsiteX11" fmla="*/ 545486 w 727189"/>
                    <a:gd name="connsiteY11" fmla="*/ 1930783 h 2701084"/>
                    <a:gd name="connsiteX12" fmla="*/ 398403 w 727189"/>
                    <a:gd name="connsiteY12" fmla="*/ 1463584 h 2701084"/>
                    <a:gd name="connsiteX13" fmla="*/ 356047 w 727189"/>
                    <a:gd name="connsiteY13" fmla="*/ 1247590 h 2701084"/>
                    <a:gd name="connsiteX14" fmla="*/ 339795 w 727189"/>
                    <a:gd name="connsiteY14" fmla="*/ 1069554 h 2701084"/>
                    <a:gd name="connsiteX15" fmla="*/ 394219 w 727189"/>
                    <a:gd name="connsiteY15" fmla="*/ 794184 h 2701084"/>
                    <a:gd name="connsiteX16" fmla="*/ 273123 w 727189"/>
                    <a:gd name="connsiteY16" fmla="*/ 440907 h 2701084"/>
                    <a:gd name="connsiteX17" fmla="*/ 362023 w 727189"/>
                    <a:gd name="connsiteY17" fmla="*/ 374232 h 2701084"/>
                    <a:gd name="connsiteX18" fmla="*/ 396947 w 727189"/>
                    <a:gd name="connsiteY18" fmla="*/ 256757 h 2701084"/>
                    <a:gd name="connsiteX19" fmla="*/ 352498 w 727189"/>
                    <a:gd name="connsiteY19" fmla="*/ 82132 h 2701084"/>
                    <a:gd name="connsiteX20" fmla="*/ 176282 w 727189"/>
                    <a:gd name="connsiteY20" fmla="*/ 1166 h 2701084"/>
                    <a:gd name="connsiteX21" fmla="*/ 31822 w 727189"/>
                    <a:gd name="connsiteY21" fmla="*/ 167857 h 2701084"/>
                    <a:gd name="connsiteX22" fmla="*/ 127072 w 727189"/>
                    <a:gd name="connsiteY22" fmla="*/ 399631 h 2701084"/>
                    <a:gd name="connsiteX23" fmla="*/ 44520 w 727189"/>
                    <a:gd name="connsiteY23" fmla="*/ 558379 h 2701084"/>
                    <a:gd name="connsiteX24" fmla="*/ 70 w 727189"/>
                    <a:gd name="connsiteY24" fmla="*/ 672678 h 2701084"/>
                    <a:gd name="connsiteX25" fmla="*/ 32925 w 727189"/>
                    <a:gd name="connsiteY25" fmla="*/ 1083108 h 2701084"/>
                    <a:gd name="connsiteX0" fmla="*/ 7793 w 702057"/>
                    <a:gd name="connsiteY0" fmla="*/ 1083108 h 2701084"/>
                    <a:gd name="connsiteX1" fmla="*/ 64954 w 702057"/>
                    <a:gd name="connsiteY1" fmla="*/ 1327344 h 2701084"/>
                    <a:gd name="connsiteX2" fmla="*/ 133533 w 702057"/>
                    <a:gd name="connsiteY2" fmla="*/ 1634041 h 2701084"/>
                    <a:gd name="connsiteX3" fmla="*/ 358053 w 702057"/>
                    <a:gd name="connsiteY3" fmla="*/ 1987319 h 2701084"/>
                    <a:gd name="connsiteX4" fmla="*/ 315482 w 702057"/>
                    <a:gd name="connsiteY4" fmla="*/ 2322614 h 2701084"/>
                    <a:gd name="connsiteX5" fmla="*/ 385454 w 702057"/>
                    <a:gd name="connsiteY5" fmla="*/ 2540768 h 2701084"/>
                    <a:gd name="connsiteX6" fmla="*/ 363507 w 702057"/>
                    <a:gd name="connsiteY6" fmla="*/ 2672409 h 2701084"/>
                    <a:gd name="connsiteX7" fmla="*/ 509145 w 702057"/>
                    <a:gd name="connsiteY7" fmla="*/ 2663640 h 2701084"/>
                    <a:gd name="connsiteX8" fmla="*/ 702057 w 702057"/>
                    <a:gd name="connsiteY8" fmla="*/ 2653118 h 2701084"/>
                    <a:gd name="connsiteX9" fmla="*/ 500339 w 702057"/>
                    <a:gd name="connsiteY9" fmla="*/ 2553749 h 2701084"/>
                    <a:gd name="connsiteX10" fmla="*/ 494321 w 702057"/>
                    <a:gd name="connsiteY10" fmla="*/ 2235303 h 2701084"/>
                    <a:gd name="connsiteX11" fmla="*/ 520354 w 702057"/>
                    <a:gd name="connsiteY11" fmla="*/ 1930783 h 2701084"/>
                    <a:gd name="connsiteX12" fmla="*/ 373271 w 702057"/>
                    <a:gd name="connsiteY12" fmla="*/ 1463584 h 2701084"/>
                    <a:gd name="connsiteX13" fmla="*/ 330915 w 702057"/>
                    <a:gd name="connsiteY13" fmla="*/ 1247590 h 2701084"/>
                    <a:gd name="connsiteX14" fmla="*/ 314663 w 702057"/>
                    <a:gd name="connsiteY14" fmla="*/ 1069554 h 2701084"/>
                    <a:gd name="connsiteX15" fmla="*/ 369087 w 702057"/>
                    <a:gd name="connsiteY15" fmla="*/ 794184 h 2701084"/>
                    <a:gd name="connsiteX16" fmla="*/ 247991 w 702057"/>
                    <a:gd name="connsiteY16" fmla="*/ 440907 h 2701084"/>
                    <a:gd name="connsiteX17" fmla="*/ 336891 w 702057"/>
                    <a:gd name="connsiteY17" fmla="*/ 374232 h 2701084"/>
                    <a:gd name="connsiteX18" fmla="*/ 371815 w 702057"/>
                    <a:gd name="connsiteY18" fmla="*/ 256757 h 2701084"/>
                    <a:gd name="connsiteX19" fmla="*/ 327366 w 702057"/>
                    <a:gd name="connsiteY19" fmla="*/ 82132 h 2701084"/>
                    <a:gd name="connsiteX20" fmla="*/ 151150 w 702057"/>
                    <a:gd name="connsiteY20" fmla="*/ 1166 h 2701084"/>
                    <a:gd name="connsiteX21" fmla="*/ 6690 w 702057"/>
                    <a:gd name="connsiteY21" fmla="*/ 167857 h 2701084"/>
                    <a:gd name="connsiteX22" fmla="*/ 101940 w 702057"/>
                    <a:gd name="connsiteY22" fmla="*/ 399631 h 2701084"/>
                    <a:gd name="connsiteX23" fmla="*/ 19388 w 702057"/>
                    <a:gd name="connsiteY23" fmla="*/ 558379 h 2701084"/>
                    <a:gd name="connsiteX24" fmla="*/ 1514 w 702057"/>
                    <a:gd name="connsiteY24" fmla="*/ 708409 h 2701084"/>
                    <a:gd name="connsiteX25" fmla="*/ 7793 w 702057"/>
                    <a:gd name="connsiteY25" fmla="*/ 1083108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6832 w 706065"/>
                    <a:gd name="connsiteY4" fmla="*/ 2275888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4174 w 706065"/>
                    <a:gd name="connsiteY4" fmla="*/ 220717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4174 w 706065"/>
                    <a:gd name="connsiteY4" fmla="*/ 220717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680239"/>
                    <a:gd name="connsiteX1" fmla="*/ 68962 w 706065"/>
                    <a:gd name="connsiteY1" fmla="*/ 1327344 h 2680239"/>
                    <a:gd name="connsiteX2" fmla="*/ 137541 w 706065"/>
                    <a:gd name="connsiteY2" fmla="*/ 1634041 h 2680239"/>
                    <a:gd name="connsiteX3" fmla="*/ 362061 w 706065"/>
                    <a:gd name="connsiteY3" fmla="*/ 1987319 h 2680239"/>
                    <a:gd name="connsiteX4" fmla="*/ 314174 w 706065"/>
                    <a:gd name="connsiteY4" fmla="*/ 2207174 h 2680239"/>
                    <a:gd name="connsiteX5" fmla="*/ 389462 w 706065"/>
                    <a:gd name="connsiteY5" fmla="*/ 2540768 h 2680239"/>
                    <a:gd name="connsiteX6" fmla="*/ 367515 w 706065"/>
                    <a:gd name="connsiteY6" fmla="*/ 2672409 h 2680239"/>
                    <a:gd name="connsiteX7" fmla="*/ 706065 w 706065"/>
                    <a:gd name="connsiteY7" fmla="*/ 2653118 h 2680239"/>
                    <a:gd name="connsiteX8" fmla="*/ 504347 w 706065"/>
                    <a:gd name="connsiteY8" fmla="*/ 2553749 h 2680239"/>
                    <a:gd name="connsiteX9" fmla="*/ 498329 w 706065"/>
                    <a:gd name="connsiteY9" fmla="*/ 2235303 h 2680239"/>
                    <a:gd name="connsiteX10" fmla="*/ 524362 w 706065"/>
                    <a:gd name="connsiteY10" fmla="*/ 1930783 h 2680239"/>
                    <a:gd name="connsiteX11" fmla="*/ 377279 w 706065"/>
                    <a:gd name="connsiteY11" fmla="*/ 1463584 h 2680239"/>
                    <a:gd name="connsiteX12" fmla="*/ 334923 w 706065"/>
                    <a:gd name="connsiteY12" fmla="*/ 1247590 h 2680239"/>
                    <a:gd name="connsiteX13" fmla="*/ 318671 w 706065"/>
                    <a:gd name="connsiteY13" fmla="*/ 1069554 h 2680239"/>
                    <a:gd name="connsiteX14" fmla="*/ 373095 w 706065"/>
                    <a:gd name="connsiteY14" fmla="*/ 794184 h 2680239"/>
                    <a:gd name="connsiteX15" fmla="*/ 251999 w 706065"/>
                    <a:gd name="connsiteY15" fmla="*/ 440907 h 2680239"/>
                    <a:gd name="connsiteX16" fmla="*/ 340899 w 706065"/>
                    <a:gd name="connsiteY16" fmla="*/ 374232 h 2680239"/>
                    <a:gd name="connsiteX17" fmla="*/ 375823 w 706065"/>
                    <a:gd name="connsiteY17" fmla="*/ 256757 h 2680239"/>
                    <a:gd name="connsiteX18" fmla="*/ 331374 w 706065"/>
                    <a:gd name="connsiteY18" fmla="*/ 82132 h 2680239"/>
                    <a:gd name="connsiteX19" fmla="*/ 155158 w 706065"/>
                    <a:gd name="connsiteY19" fmla="*/ 1166 h 2680239"/>
                    <a:gd name="connsiteX20" fmla="*/ 10698 w 706065"/>
                    <a:gd name="connsiteY20" fmla="*/ 167857 h 2680239"/>
                    <a:gd name="connsiteX21" fmla="*/ 105948 w 706065"/>
                    <a:gd name="connsiteY21" fmla="*/ 399631 h 2680239"/>
                    <a:gd name="connsiteX22" fmla="*/ 23396 w 706065"/>
                    <a:gd name="connsiteY22" fmla="*/ 558379 h 2680239"/>
                    <a:gd name="connsiteX23" fmla="*/ 5522 w 706065"/>
                    <a:gd name="connsiteY23" fmla="*/ 708409 h 2680239"/>
                    <a:gd name="connsiteX0" fmla="*/ 5522 w 706290"/>
                    <a:gd name="connsiteY0" fmla="*/ 708409 h 2693231"/>
                    <a:gd name="connsiteX1" fmla="*/ 68962 w 706290"/>
                    <a:gd name="connsiteY1" fmla="*/ 1327344 h 2693231"/>
                    <a:gd name="connsiteX2" fmla="*/ 137541 w 706290"/>
                    <a:gd name="connsiteY2" fmla="*/ 1634041 h 2693231"/>
                    <a:gd name="connsiteX3" fmla="*/ 362061 w 706290"/>
                    <a:gd name="connsiteY3" fmla="*/ 1987319 h 2693231"/>
                    <a:gd name="connsiteX4" fmla="*/ 314174 w 706290"/>
                    <a:gd name="connsiteY4" fmla="*/ 2207174 h 2693231"/>
                    <a:gd name="connsiteX5" fmla="*/ 389462 w 706290"/>
                    <a:gd name="connsiteY5" fmla="*/ 2540768 h 2693231"/>
                    <a:gd name="connsiteX6" fmla="*/ 367515 w 706290"/>
                    <a:gd name="connsiteY6" fmla="*/ 2672409 h 2693231"/>
                    <a:gd name="connsiteX7" fmla="*/ 706065 w 706290"/>
                    <a:gd name="connsiteY7" fmla="*/ 2653118 h 2693231"/>
                    <a:gd name="connsiteX8" fmla="*/ 504347 w 706290"/>
                    <a:gd name="connsiteY8" fmla="*/ 2553749 h 2693231"/>
                    <a:gd name="connsiteX9" fmla="*/ 498329 w 706290"/>
                    <a:gd name="connsiteY9" fmla="*/ 2235303 h 2693231"/>
                    <a:gd name="connsiteX10" fmla="*/ 524362 w 706290"/>
                    <a:gd name="connsiteY10" fmla="*/ 1930783 h 2693231"/>
                    <a:gd name="connsiteX11" fmla="*/ 377279 w 706290"/>
                    <a:gd name="connsiteY11" fmla="*/ 1463584 h 2693231"/>
                    <a:gd name="connsiteX12" fmla="*/ 334923 w 706290"/>
                    <a:gd name="connsiteY12" fmla="*/ 1247590 h 2693231"/>
                    <a:gd name="connsiteX13" fmla="*/ 318671 w 706290"/>
                    <a:gd name="connsiteY13" fmla="*/ 1069554 h 2693231"/>
                    <a:gd name="connsiteX14" fmla="*/ 373095 w 706290"/>
                    <a:gd name="connsiteY14" fmla="*/ 794184 h 2693231"/>
                    <a:gd name="connsiteX15" fmla="*/ 251999 w 706290"/>
                    <a:gd name="connsiteY15" fmla="*/ 440907 h 2693231"/>
                    <a:gd name="connsiteX16" fmla="*/ 340899 w 706290"/>
                    <a:gd name="connsiteY16" fmla="*/ 374232 h 2693231"/>
                    <a:gd name="connsiteX17" fmla="*/ 375823 w 706290"/>
                    <a:gd name="connsiteY17" fmla="*/ 256757 h 2693231"/>
                    <a:gd name="connsiteX18" fmla="*/ 331374 w 706290"/>
                    <a:gd name="connsiteY18" fmla="*/ 82132 h 2693231"/>
                    <a:gd name="connsiteX19" fmla="*/ 155158 w 706290"/>
                    <a:gd name="connsiteY19" fmla="*/ 1166 h 2693231"/>
                    <a:gd name="connsiteX20" fmla="*/ 10698 w 706290"/>
                    <a:gd name="connsiteY20" fmla="*/ 167857 h 2693231"/>
                    <a:gd name="connsiteX21" fmla="*/ 105948 w 706290"/>
                    <a:gd name="connsiteY21" fmla="*/ 399631 h 2693231"/>
                    <a:gd name="connsiteX22" fmla="*/ 23396 w 706290"/>
                    <a:gd name="connsiteY22" fmla="*/ 558379 h 2693231"/>
                    <a:gd name="connsiteX23" fmla="*/ 5522 w 706290"/>
                    <a:gd name="connsiteY23" fmla="*/ 708409 h 2693231"/>
                    <a:gd name="connsiteX0" fmla="*/ 5522 w 706290"/>
                    <a:gd name="connsiteY0" fmla="*/ 708409 h 2693231"/>
                    <a:gd name="connsiteX1" fmla="*/ 68962 w 706290"/>
                    <a:gd name="connsiteY1" fmla="*/ 1327344 h 2693231"/>
                    <a:gd name="connsiteX2" fmla="*/ 137541 w 706290"/>
                    <a:gd name="connsiteY2" fmla="*/ 1634041 h 2693231"/>
                    <a:gd name="connsiteX3" fmla="*/ 362061 w 706290"/>
                    <a:gd name="connsiteY3" fmla="*/ 1987319 h 2693231"/>
                    <a:gd name="connsiteX4" fmla="*/ 314174 w 706290"/>
                    <a:gd name="connsiteY4" fmla="*/ 2207174 h 2693231"/>
                    <a:gd name="connsiteX5" fmla="*/ 389462 w 706290"/>
                    <a:gd name="connsiteY5" fmla="*/ 2540768 h 2693231"/>
                    <a:gd name="connsiteX6" fmla="*/ 367515 w 706290"/>
                    <a:gd name="connsiteY6" fmla="*/ 2672409 h 2693231"/>
                    <a:gd name="connsiteX7" fmla="*/ 706065 w 706290"/>
                    <a:gd name="connsiteY7" fmla="*/ 2653118 h 2693231"/>
                    <a:gd name="connsiteX8" fmla="*/ 504347 w 706290"/>
                    <a:gd name="connsiteY8" fmla="*/ 2553749 h 2693231"/>
                    <a:gd name="connsiteX9" fmla="*/ 498329 w 706290"/>
                    <a:gd name="connsiteY9" fmla="*/ 2235303 h 2693231"/>
                    <a:gd name="connsiteX10" fmla="*/ 524362 w 706290"/>
                    <a:gd name="connsiteY10" fmla="*/ 1930783 h 2693231"/>
                    <a:gd name="connsiteX11" fmla="*/ 377279 w 706290"/>
                    <a:gd name="connsiteY11" fmla="*/ 1463584 h 2693231"/>
                    <a:gd name="connsiteX12" fmla="*/ 334923 w 706290"/>
                    <a:gd name="connsiteY12" fmla="*/ 1247590 h 2693231"/>
                    <a:gd name="connsiteX13" fmla="*/ 318671 w 706290"/>
                    <a:gd name="connsiteY13" fmla="*/ 1069554 h 2693231"/>
                    <a:gd name="connsiteX14" fmla="*/ 373095 w 706290"/>
                    <a:gd name="connsiteY14" fmla="*/ 794184 h 2693231"/>
                    <a:gd name="connsiteX15" fmla="*/ 251999 w 706290"/>
                    <a:gd name="connsiteY15" fmla="*/ 440907 h 2693231"/>
                    <a:gd name="connsiteX16" fmla="*/ 340899 w 706290"/>
                    <a:gd name="connsiteY16" fmla="*/ 374232 h 2693231"/>
                    <a:gd name="connsiteX17" fmla="*/ 375823 w 706290"/>
                    <a:gd name="connsiteY17" fmla="*/ 256757 h 2693231"/>
                    <a:gd name="connsiteX18" fmla="*/ 331374 w 706290"/>
                    <a:gd name="connsiteY18" fmla="*/ 82132 h 2693231"/>
                    <a:gd name="connsiteX19" fmla="*/ 155158 w 706290"/>
                    <a:gd name="connsiteY19" fmla="*/ 1166 h 2693231"/>
                    <a:gd name="connsiteX20" fmla="*/ 10698 w 706290"/>
                    <a:gd name="connsiteY20" fmla="*/ 167857 h 2693231"/>
                    <a:gd name="connsiteX21" fmla="*/ 105948 w 706290"/>
                    <a:gd name="connsiteY21" fmla="*/ 399631 h 2693231"/>
                    <a:gd name="connsiteX22" fmla="*/ 23396 w 706290"/>
                    <a:gd name="connsiteY22" fmla="*/ 558379 h 2693231"/>
                    <a:gd name="connsiteX23" fmla="*/ 5522 w 706290"/>
                    <a:gd name="connsiteY23" fmla="*/ 708409 h 2693231"/>
                    <a:gd name="connsiteX0" fmla="*/ 5522 w 707596"/>
                    <a:gd name="connsiteY0" fmla="*/ 708409 h 2680768"/>
                    <a:gd name="connsiteX1" fmla="*/ 68962 w 707596"/>
                    <a:gd name="connsiteY1" fmla="*/ 1327344 h 2680768"/>
                    <a:gd name="connsiteX2" fmla="*/ 137541 w 707596"/>
                    <a:gd name="connsiteY2" fmla="*/ 1634041 h 2680768"/>
                    <a:gd name="connsiteX3" fmla="*/ 362061 w 707596"/>
                    <a:gd name="connsiteY3" fmla="*/ 1987319 h 2680768"/>
                    <a:gd name="connsiteX4" fmla="*/ 314174 w 707596"/>
                    <a:gd name="connsiteY4" fmla="*/ 2207174 h 2680768"/>
                    <a:gd name="connsiteX5" fmla="*/ 389462 w 707596"/>
                    <a:gd name="connsiteY5" fmla="*/ 2540768 h 2680768"/>
                    <a:gd name="connsiteX6" fmla="*/ 367515 w 707596"/>
                    <a:gd name="connsiteY6" fmla="*/ 2672409 h 2680768"/>
                    <a:gd name="connsiteX7" fmla="*/ 706065 w 707596"/>
                    <a:gd name="connsiteY7" fmla="*/ 2653118 h 2680768"/>
                    <a:gd name="connsiteX8" fmla="*/ 480429 w 707596"/>
                    <a:gd name="connsiteY8" fmla="*/ 2537258 h 2680768"/>
                    <a:gd name="connsiteX9" fmla="*/ 498329 w 707596"/>
                    <a:gd name="connsiteY9" fmla="*/ 2235303 h 2680768"/>
                    <a:gd name="connsiteX10" fmla="*/ 524362 w 707596"/>
                    <a:gd name="connsiteY10" fmla="*/ 1930783 h 2680768"/>
                    <a:gd name="connsiteX11" fmla="*/ 377279 w 707596"/>
                    <a:gd name="connsiteY11" fmla="*/ 1463584 h 2680768"/>
                    <a:gd name="connsiteX12" fmla="*/ 334923 w 707596"/>
                    <a:gd name="connsiteY12" fmla="*/ 1247590 h 2680768"/>
                    <a:gd name="connsiteX13" fmla="*/ 318671 w 707596"/>
                    <a:gd name="connsiteY13" fmla="*/ 1069554 h 2680768"/>
                    <a:gd name="connsiteX14" fmla="*/ 373095 w 707596"/>
                    <a:gd name="connsiteY14" fmla="*/ 794184 h 2680768"/>
                    <a:gd name="connsiteX15" fmla="*/ 251999 w 707596"/>
                    <a:gd name="connsiteY15" fmla="*/ 440907 h 2680768"/>
                    <a:gd name="connsiteX16" fmla="*/ 340899 w 707596"/>
                    <a:gd name="connsiteY16" fmla="*/ 374232 h 2680768"/>
                    <a:gd name="connsiteX17" fmla="*/ 375823 w 707596"/>
                    <a:gd name="connsiteY17" fmla="*/ 256757 h 2680768"/>
                    <a:gd name="connsiteX18" fmla="*/ 331374 w 707596"/>
                    <a:gd name="connsiteY18" fmla="*/ 82132 h 2680768"/>
                    <a:gd name="connsiteX19" fmla="*/ 155158 w 707596"/>
                    <a:gd name="connsiteY19" fmla="*/ 1166 h 2680768"/>
                    <a:gd name="connsiteX20" fmla="*/ 10698 w 707596"/>
                    <a:gd name="connsiteY20" fmla="*/ 167857 h 2680768"/>
                    <a:gd name="connsiteX21" fmla="*/ 105948 w 707596"/>
                    <a:gd name="connsiteY21" fmla="*/ 399631 h 2680768"/>
                    <a:gd name="connsiteX22" fmla="*/ 23396 w 707596"/>
                    <a:gd name="connsiteY22" fmla="*/ 558379 h 2680768"/>
                    <a:gd name="connsiteX23" fmla="*/ 5522 w 707596"/>
                    <a:gd name="connsiteY23" fmla="*/ 708409 h 2680768"/>
                    <a:gd name="connsiteX0" fmla="*/ 5522 w 707980"/>
                    <a:gd name="connsiteY0" fmla="*/ 708409 h 2681051"/>
                    <a:gd name="connsiteX1" fmla="*/ 68962 w 707980"/>
                    <a:gd name="connsiteY1" fmla="*/ 1327344 h 2681051"/>
                    <a:gd name="connsiteX2" fmla="*/ 137541 w 707980"/>
                    <a:gd name="connsiteY2" fmla="*/ 1634041 h 2681051"/>
                    <a:gd name="connsiteX3" fmla="*/ 362061 w 707980"/>
                    <a:gd name="connsiteY3" fmla="*/ 1987319 h 2681051"/>
                    <a:gd name="connsiteX4" fmla="*/ 314174 w 707980"/>
                    <a:gd name="connsiteY4" fmla="*/ 2207174 h 2681051"/>
                    <a:gd name="connsiteX5" fmla="*/ 389462 w 707980"/>
                    <a:gd name="connsiteY5" fmla="*/ 2540768 h 2681051"/>
                    <a:gd name="connsiteX6" fmla="*/ 367515 w 707980"/>
                    <a:gd name="connsiteY6" fmla="*/ 2672409 h 2681051"/>
                    <a:gd name="connsiteX7" fmla="*/ 706065 w 707980"/>
                    <a:gd name="connsiteY7" fmla="*/ 2653118 h 2681051"/>
                    <a:gd name="connsiteX8" fmla="*/ 491059 w 707980"/>
                    <a:gd name="connsiteY8" fmla="*/ 2529013 h 2681051"/>
                    <a:gd name="connsiteX9" fmla="*/ 498329 w 707980"/>
                    <a:gd name="connsiteY9" fmla="*/ 2235303 h 2681051"/>
                    <a:gd name="connsiteX10" fmla="*/ 524362 w 707980"/>
                    <a:gd name="connsiteY10" fmla="*/ 1930783 h 2681051"/>
                    <a:gd name="connsiteX11" fmla="*/ 377279 w 707980"/>
                    <a:gd name="connsiteY11" fmla="*/ 1463584 h 2681051"/>
                    <a:gd name="connsiteX12" fmla="*/ 334923 w 707980"/>
                    <a:gd name="connsiteY12" fmla="*/ 1247590 h 2681051"/>
                    <a:gd name="connsiteX13" fmla="*/ 318671 w 707980"/>
                    <a:gd name="connsiteY13" fmla="*/ 1069554 h 2681051"/>
                    <a:gd name="connsiteX14" fmla="*/ 373095 w 707980"/>
                    <a:gd name="connsiteY14" fmla="*/ 794184 h 2681051"/>
                    <a:gd name="connsiteX15" fmla="*/ 251999 w 707980"/>
                    <a:gd name="connsiteY15" fmla="*/ 440907 h 2681051"/>
                    <a:gd name="connsiteX16" fmla="*/ 340899 w 707980"/>
                    <a:gd name="connsiteY16" fmla="*/ 374232 h 2681051"/>
                    <a:gd name="connsiteX17" fmla="*/ 375823 w 707980"/>
                    <a:gd name="connsiteY17" fmla="*/ 256757 h 2681051"/>
                    <a:gd name="connsiteX18" fmla="*/ 331374 w 707980"/>
                    <a:gd name="connsiteY18" fmla="*/ 82132 h 2681051"/>
                    <a:gd name="connsiteX19" fmla="*/ 155158 w 707980"/>
                    <a:gd name="connsiteY19" fmla="*/ 1166 h 2681051"/>
                    <a:gd name="connsiteX20" fmla="*/ 10698 w 707980"/>
                    <a:gd name="connsiteY20" fmla="*/ 167857 h 2681051"/>
                    <a:gd name="connsiteX21" fmla="*/ 105948 w 707980"/>
                    <a:gd name="connsiteY21" fmla="*/ 399631 h 2681051"/>
                    <a:gd name="connsiteX22" fmla="*/ 23396 w 707980"/>
                    <a:gd name="connsiteY22" fmla="*/ 558379 h 2681051"/>
                    <a:gd name="connsiteX23" fmla="*/ 5522 w 707980"/>
                    <a:gd name="connsiteY23" fmla="*/ 708409 h 2681051"/>
                    <a:gd name="connsiteX0" fmla="*/ 5522 w 707980"/>
                    <a:gd name="connsiteY0" fmla="*/ 708409 h 2681051"/>
                    <a:gd name="connsiteX1" fmla="*/ 68962 w 707980"/>
                    <a:gd name="connsiteY1" fmla="*/ 1327344 h 2681051"/>
                    <a:gd name="connsiteX2" fmla="*/ 137541 w 707980"/>
                    <a:gd name="connsiteY2" fmla="*/ 1634041 h 2681051"/>
                    <a:gd name="connsiteX3" fmla="*/ 362061 w 707980"/>
                    <a:gd name="connsiteY3" fmla="*/ 1987319 h 2681051"/>
                    <a:gd name="connsiteX4" fmla="*/ 314174 w 707980"/>
                    <a:gd name="connsiteY4" fmla="*/ 2207174 h 2681051"/>
                    <a:gd name="connsiteX5" fmla="*/ 389462 w 707980"/>
                    <a:gd name="connsiteY5" fmla="*/ 2540768 h 2681051"/>
                    <a:gd name="connsiteX6" fmla="*/ 367515 w 707980"/>
                    <a:gd name="connsiteY6" fmla="*/ 2672409 h 2681051"/>
                    <a:gd name="connsiteX7" fmla="*/ 706065 w 707980"/>
                    <a:gd name="connsiteY7" fmla="*/ 2653118 h 2681051"/>
                    <a:gd name="connsiteX8" fmla="*/ 491059 w 707980"/>
                    <a:gd name="connsiteY8" fmla="*/ 2529013 h 2681051"/>
                    <a:gd name="connsiteX9" fmla="*/ 498329 w 707980"/>
                    <a:gd name="connsiteY9" fmla="*/ 2235303 h 2681051"/>
                    <a:gd name="connsiteX10" fmla="*/ 529677 w 707980"/>
                    <a:gd name="connsiteY10" fmla="*/ 1944526 h 2681051"/>
                    <a:gd name="connsiteX11" fmla="*/ 377279 w 707980"/>
                    <a:gd name="connsiteY11" fmla="*/ 1463584 h 2681051"/>
                    <a:gd name="connsiteX12" fmla="*/ 334923 w 707980"/>
                    <a:gd name="connsiteY12" fmla="*/ 1247590 h 2681051"/>
                    <a:gd name="connsiteX13" fmla="*/ 318671 w 707980"/>
                    <a:gd name="connsiteY13" fmla="*/ 1069554 h 2681051"/>
                    <a:gd name="connsiteX14" fmla="*/ 373095 w 707980"/>
                    <a:gd name="connsiteY14" fmla="*/ 794184 h 2681051"/>
                    <a:gd name="connsiteX15" fmla="*/ 251999 w 707980"/>
                    <a:gd name="connsiteY15" fmla="*/ 440907 h 2681051"/>
                    <a:gd name="connsiteX16" fmla="*/ 340899 w 707980"/>
                    <a:gd name="connsiteY16" fmla="*/ 374232 h 2681051"/>
                    <a:gd name="connsiteX17" fmla="*/ 375823 w 707980"/>
                    <a:gd name="connsiteY17" fmla="*/ 256757 h 2681051"/>
                    <a:gd name="connsiteX18" fmla="*/ 331374 w 707980"/>
                    <a:gd name="connsiteY18" fmla="*/ 82132 h 2681051"/>
                    <a:gd name="connsiteX19" fmla="*/ 155158 w 707980"/>
                    <a:gd name="connsiteY19" fmla="*/ 1166 h 2681051"/>
                    <a:gd name="connsiteX20" fmla="*/ 10698 w 707980"/>
                    <a:gd name="connsiteY20" fmla="*/ 167857 h 2681051"/>
                    <a:gd name="connsiteX21" fmla="*/ 105948 w 707980"/>
                    <a:gd name="connsiteY21" fmla="*/ 399631 h 2681051"/>
                    <a:gd name="connsiteX22" fmla="*/ 23396 w 707980"/>
                    <a:gd name="connsiteY22" fmla="*/ 558379 h 2681051"/>
                    <a:gd name="connsiteX23" fmla="*/ 5522 w 707980"/>
                    <a:gd name="connsiteY23" fmla="*/ 708409 h 2681051"/>
                    <a:gd name="connsiteX0" fmla="*/ 5522 w 707980"/>
                    <a:gd name="connsiteY0" fmla="*/ 709536 h 2682178"/>
                    <a:gd name="connsiteX1" fmla="*/ 68962 w 707980"/>
                    <a:gd name="connsiteY1" fmla="*/ 1328471 h 2682178"/>
                    <a:gd name="connsiteX2" fmla="*/ 137541 w 707980"/>
                    <a:gd name="connsiteY2" fmla="*/ 1635168 h 2682178"/>
                    <a:gd name="connsiteX3" fmla="*/ 362061 w 707980"/>
                    <a:gd name="connsiteY3" fmla="*/ 1988446 h 2682178"/>
                    <a:gd name="connsiteX4" fmla="*/ 314174 w 707980"/>
                    <a:gd name="connsiteY4" fmla="*/ 2208301 h 2682178"/>
                    <a:gd name="connsiteX5" fmla="*/ 389462 w 707980"/>
                    <a:gd name="connsiteY5" fmla="*/ 2541895 h 2682178"/>
                    <a:gd name="connsiteX6" fmla="*/ 367515 w 707980"/>
                    <a:gd name="connsiteY6" fmla="*/ 2673536 h 2682178"/>
                    <a:gd name="connsiteX7" fmla="*/ 706065 w 707980"/>
                    <a:gd name="connsiteY7" fmla="*/ 2654245 h 2682178"/>
                    <a:gd name="connsiteX8" fmla="*/ 491059 w 707980"/>
                    <a:gd name="connsiteY8" fmla="*/ 2530140 h 2682178"/>
                    <a:gd name="connsiteX9" fmla="*/ 498329 w 707980"/>
                    <a:gd name="connsiteY9" fmla="*/ 2236430 h 2682178"/>
                    <a:gd name="connsiteX10" fmla="*/ 529677 w 707980"/>
                    <a:gd name="connsiteY10" fmla="*/ 1945653 h 2682178"/>
                    <a:gd name="connsiteX11" fmla="*/ 377279 w 707980"/>
                    <a:gd name="connsiteY11" fmla="*/ 1464711 h 2682178"/>
                    <a:gd name="connsiteX12" fmla="*/ 334923 w 707980"/>
                    <a:gd name="connsiteY12" fmla="*/ 1248717 h 2682178"/>
                    <a:gd name="connsiteX13" fmla="*/ 318671 w 707980"/>
                    <a:gd name="connsiteY13" fmla="*/ 1070681 h 2682178"/>
                    <a:gd name="connsiteX14" fmla="*/ 373095 w 707980"/>
                    <a:gd name="connsiteY14" fmla="*/ 795311 h 2682178"/>
                    <a:gd name="connsiteX15" fmla="*/ 251999 w 707980"/>
                    <a:gd name="connsiteY15" fmla="*/ 442034 h 2682178"/>
                    <a:gd name="connsiteX16" fmla="*/ 340899 w 707980"/>
                    <a:gd name="connsiteY16" fmla="*/ 375359 h 2682178"/>
                    <a:gd name="connsiteX17" fmla="*/ 375823 w 707980"/>
                    <a:gd name="connsiteY17" fmla="*/ 257884 h 2682178"/>
                    <a:gd name="connsiteX18" fmla="*/ 331374 w 707980"/>
                    <a:gd name="connsiteY18" fmla="*/ 83259 h 2682178"/>
                    <a:gd name="connsiteX19" fmla="*/ 155158 w 707980"/>
                    <a:gd name="connsiteY19" fmla="*/ 2293 h 2682178"/>
                    <a:gd name="connsiteX20" fmla="*/ 32623 w 707980"/>
                    <a:gd name="connsiteY20" fmla="*/ 168984 h 2682178"/>
                    <a:gd name="connsiteX21" fmla="*/ 105948 w 707980"/>
                    <a:gd name="connsiteY21" fmla="*/ 400758 h 2682178"/>
                    <a:gd name="connsiteX22" fmla="*/ 23396 w 707980"/>
                    <a:gd name="connsiteY22" fmla="*/ 559506 h 2682178"/>
                    <a:gd name="connsiteX23" fmla="*/ 5522 w 707980"/>
                    <a:gd name="connsiteY23" fmla="*/ 709536 h 2682178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6678 w 707980"/>
                    <a:gd name="connsiteY13" fmla="*/ 886090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4685 w 707980"/>
                    <a:gd name="connsiteY13" fmla="*/ 91082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28944 w 707980"/>
                    <a:gd name="connsiteY12" fmla="*/ 1206364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28944 w 707980"/>
                    <a:gd name="connsiteY12" fmla="*/ 1206364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5729 w 707980"/>
                    <a:gd name="connsiteY2" fmla="*/ 1488357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205310 w 707980"/>
                    <a:gd name="connsiteY3" fmla="*/ 1712376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617377 w 707980"/>
                    <a:gd name="connsiteY11" fmla="*/ 1871004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668414 w 707980"/>
                    <a:gd name="connsiteY10" fmla="*/ 2211255 h 2662500"/>
                    <a:gd name="connsiteX11" fmla="*/ 617377 w 707980"/>
                    <a:gd name="connsiteY11" fmla="*/ 1871004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806576"/>
                    <a:gd name="connsiteY0" fmla="*/ 689858 h 2664101"/>
                    <a:gd name="connsiteX1" fmla="*/ 68962 w 806576"/>
                    <a:gd name="connsiteY1" fmla="*/ 1308793 h 2664101"/>
                    <a:gd name="connsiteX2" fmla="*/ 91742 w 806576"/>
                    <a:gd name="connsiteY2" fmla="*/ 1488358 h 2664101"/>
                    <a:gd name="connsiteX3" fmla="*/ 207303 w 806576"/>
                    <a:gd name="connsiteY3" fmla="*/ 1710315 h 2664101"/>
                    <a:gd name="connsiteX4" fmla="*/ 362061 w 806576"/>
                    <a:gd name="connsiteY4" fmla="*/ 1968768 h 2664101"/>
                    <a:gd name="connsiteX5" fmla="*/ 314174 w 806576"/>
                    <a:gd name="connsiteY5" fmla="*/ 2188623 h 2664101"/>
                    <a:gd name="connsiteX6" fmla="*/ 389462 w 806576"/>
                    <a:gd name="connsiteY6" fmla="*/ 2522217 h 2664101"/>
                    <a:gd name="connsiteX7" fmla="*/ 367515 w 806576"/>
                    <a:gd name="connsiteY7" fmla="*/ 2653858 h 2664101"/>
                    <a:gd name="connsiteX8" fmla="*/ 706065 w 806576"/>
                    <a:gd name="connsiteY8" fmla="*/ 2634567 h 2664101"/>
                    <a:gd name="connsiteX9" fmla="*/ 770105 w 806576"/>
                    <a:gd name="connsiteY9" fmla="*/ 2469234 h 2664101"/>
                    <a:gd name="connsiteX10" fmla="*/ 668414 w 806576"/>
                    <a:gd name="connsiteY10" fmla="*/ 2211255 h 2664101"/>
                    <a:gd name="connsiteX11" fmla="*/ 617377 w 806576"/>
                    <a:gd name="connsiteY11" fmla="*/ 1871004 h 2664101"/>
                    <a:gd name="connsiteX12" fmla="*/ 377279 w 806576"/>
                    <a:gd name="connsiteY12" fmla="*/ 1445033 h 2664101"/>
                    <a:gd name="connsiteX13" fmla="*/ 328944 w 806576"/>
                    <a:gd name="connsiteY13" fmla="*/ 1206364 h 2664101"/>
                    <a:gd name="connsiteX14" fmla="*/ 310699 w 806576"/>
                    <a:gd name="connsiteY14" fmla="*/ 939687 h 2664101"/>
                    <a:gd name="connsiteX15" fmla="*/ 373095 w 806576"/>
                    <a:gd name="connsiteY15" fmla="*/ 775633 h 2664101"/>
                    <a:gd name="connsiteX16" fmla="*/ 251999 w 806576"/>
                    <a:gd name="connsiteY16" fmla="*/ 422356 h 2664101"/>
                    <a:gd name="connsiteX17" fmla="*/ 340899 w 806576"/>
                    <a:gd name="connsiteY17" fmla="*/ 355681 h 2664101"/>
                    <a:gd name="connsiteX18" fmla="*/ 375823 w 806576"/>
                    <a:gd name="connsiteY18" fmla="*/ 238206 h 2664101"/>
                    <a:gd name="connsiteX19" fmla="*/ 331374 w 806576"/>
                    <a:gd name="connsiteY19" fmla="*/ 63581 h 2664101"/>
                    <a:gd name="connsiteX20" fmla="*/ 151171 w 806576"/>
                    <a:gd name="connsiteY20" fmla="*/ 3229 h 2664101"/>
                    <a:gd name="connsiteX21" fmla="*/ 32623 w 806576"/>
                    <a:gd name="connsiteY21" fmla="*/ 149306 h 2664101"/>
                    <a:gd name="connsiteX22" fmla="*/ 105948 w 806576"/>
                    <a:gd name="connsiteY22" fmla="*/ 381080 h 2664101"/>
                    <a:gd name="connsiteX23" fmla="*/ 23396 w 806576"/>
                    <a:gd name="connsiteY23" fmla="*/ 539828 h 2664101"/>
                    <a:gd name="connsiteX24" fmla="*/ 5522 w 806576"/>
                    <a:gd name="connsiteY24" fmla="*/ 689858 h 2664101"/>
                    <a:gd name="connsiteX0" fmla="*/ 5522 w 996293"/>
                    <a:gd name="connsiteY0" fmla="*/ 689858 h 2654114"/>
                    <a:gd name="connsiteX1" fmla="*/ 68962 w 996293"/>
                    <a:gd name="connsiteY1" fmla="*/ 1308793 h 2654114"/>
                    <a:gd name="connsiteX2" fmla="*/ 91742 w 996293"/>
                    <a:gd name="connsiteY2" fmla="*/ 1488358 h 2654114"/>
                    <a:gd name="connsiteX3" fmla="*/ 207303 w 996293"/>
                    <a:gd name="connsiteY3" fmla="*/ 1710315 h 2654114"/>
                    <a:gd name="connsiteX4" fmla="*/ 362061 w 996293"/>
                    <a:gd name="connsiteY4" fmla="*/ 1968768 h 2654114"/>
                    <a:gd name="connsiteX5" fmla="*/ 314174 w 996293"/>
                    <a:gd name="connsiteY5" fmla="*/ 2188623 h 2654114"/>
                    <a:gd name="connsiteX6" fmla="*/ 389462 w 996293"/>
                    <a:gd name="connsiteY6" fmla="*/ 2522217 h 2654114"/>
                    <a:gd name="connsiteX7" fmla="*/ 367515 w 996293"/>
                    <a:gd name="connsiteY7" fmla="*/ 2653858 h 2654114"/>
                    <a:gd name="connsiteX8" fmla="*/ 982453 w 996293"/>
                    <a:gd name="connsiteY8" fmla="*/ 2494392 h 2654114"/>
                    <a:gd name="connsiteX9" fmla="*/ 770105 w 996293"/>
                    <a:gd name="connsiteY9" fmla="*/ 2469234 h 2654114"/>
                    <a:gd name="connsiteX10" fmla="*/ 668414 w 996293"/>
                    <a:gd name="connsiteY10" fmla="*/ 2211255 h 2654114"/>
                    <a:gd name="connsiteX11" fmla="*/ 617377 w 996293"/>
                    <a:gd name="connsiteY11" fmla="*/ 1871004 h 2654114"/>
                    <a:gd name="connsiteX12" fmla="*/ 377279 w 996293"/>
                    <a:gd name="connsiteY12" fmla="*/ 1445033 h 2654114"/>
                    <a:gd name="connsiteX13" fmla="*/ 328944 w 996293"/>
                    <a:gd name="connsiteY13" fmla="*/ 1206364 h 2654114"/>
                    <a:gd name="connsiteX14" fmla="*/ 310699 w 996293"/>
                    <a:gd name="connsiteY14" fmla="*/ 939687 h 2654114"/>
                    <a:gd name="connsiteX15" fmla="*/ 373095 w 996293"/>
                    <a:gd name="connsiteY15" fmla="*/ 775633 h 2654114"/>
                    <a:gd name="connsiteX16" fmla="*/ 251999 w 996293"/>
                    <a:gd name="connsiteY16" fmla="*/ 422356 h 2654114"/>
                    <a:gd name="connsiteX17" fmla="*/ 340899 w 996293"/>
                    <a:gd name="connsiteY17" fmla="*/ 355681 h 2654114"/>
                    <a:gd name="connsiteX18" fmla="*/ 375823 w 996293"/>
                    <a:gd name="connsiteY18" fmla="*/ 238206 h 2654114"/>
                    <a:gd name="connsiteX19" fmla="*/ 331374 w 996293"/>
                    <a:gd name="connsiteY19" fmla="*/ 63581 h 2654114"/>
                    <a:gd name="connsiteX20" fmla="*/ 151171 w 996293"/>
                    <a:gd name="connsiteY20" fmla="*/ 3229 h 2654114"/>
                    <a:gd name="connsiteX21" fmla="*/ 32623 w 996293"/>
                    <a:gd name="connsiteY21" fmla="*/ 149306 h 2654114"/>
                    <a:gd name="connsiteX22" fmla="*/ 105948 w 996293"/>
                    <a:gd name="connsiteY22" fmla="*/ 381080 h 2654114"/>
                    <a:gd name="connsiteX23" fmla="*/ 23396 w 996293"/>
                    <a:gd name="connsiteY23" fmla="*/ 539828 h 2654114"/>
                    <a:gd name="connsiteX24" fmla="*/ 5522 w 996293"/>
                    <a:gd name="connsiteY24" fmla="*/ 689858 h 2654114"/>
                    <a:gd name="connsiteX0" fmla="*/ 5522 w 983171"/>
                    <a:gd name="connsiteY0" fmla="*/ 689858 h 2602400"/>
                    <a:gd name="connsiteX1" fmla="*/ 68962 w 983171"/>
                    <a:gd name="connsiteY1" fmla="*/ 1308793 h 2602400"/>
                    <a:gd name="connsiteX2" fmla="*/ 91742 w 983171"/>
                    <a:gd name="connsiteY2" fmla="*/ 1488358 h 2602400"/>
                    <a:gd name="connsiteX3" fmla="*/ 207303 w 983171"/>
                    <a:gd name="connsiteY3" fmla="*/ 1710315 h 2602400"/>
                    <a:gd name="connsiteX4" fmla="*/ 362061 w 983171"/>
                    <a:gd name="connsiteY4" fmla="*/ 1968768 h 2602400"/>
                    <a:gd name="connsiteX5" fmla="*/ 314174 w 983171"/>
                    <a:gd name="connsiteY5" fmla="*/ 2188623 h 2602400"/>
                    <a:gd name="connsiteX6" fmla="*/ 389462 w 983171"/>
                    <a:gd name="connsiteY6" fmla="*/ 2522217 h 2602400"/>
                    <a:gd name="connsiteX7" fmla="*/ 821962 w 983171"/>
                    <a:gd name="connsiteY7" fmla="*/ 2601635 h 2602400"/>
                    <a:gd name="connsiteX8" fmla="*/ 982453 w 983171"/>
                    <a:gd name="connsiteY8" fmla="*/ 2494392 h 2602400"/>
                    <a:gd name="connsiteX9" fmla="*/ 770105 w 983171"/>
                    <a:gd name="connsiteY9" fmla="*/ 2469234 h 2602400"/>
                    <a:gd name="connsiteX10" fmla="*/ 668414 w 983171"/>
                    <a:gd name="connsiteY10" fmla="*/ 2211255 h 2602400"/>
                    <a:gd name="connsiteX11" fmla="*/ 617377 w 983171"/>
                    <a:gd name="connsiteY11" fmla="*/ 1871004 h 2602400"/>
                    <a:gd name="connsiteX12" fmla="*/ 377279 w 983171"/>
                    <a:gd name="connsiteY12" fmla="*/ 1445033 h 2602400"/>
                    <a:gd name="connsiteX13" fmla="*/ 328944 w 983171"/>
                    <a:gd name="connsiteY13" fmla="*/ 1206364 h 2602400"/>
                    <a:gd name="connsiteX14" fmla="*/ 310699 w 983171"/>
                    <a:gd name="connsiteY14" fmla="*/ 939687 h 2602400"/>
                    <a:gd name="connsiteX15" fmla="*/ 373095 w 983171"/>
                    <a:gd name="connsiteY15" fmla="*/ 775633 h 2602400"/>
                    <a:gd name="connsiteX16" fmla="*/ 251999 w 983171"/>
                    <a:gd name="connsiteY16" fmla="*/ 422356 h 2602400"/>
                    <a:gd name="connsiteX17" fmla="*/ 340899 w 983171"/>
                    <a:gd name="connsiteY17" fmla="*/ 355681 h 2602400"/>
                    <a:gd name="connsiteX18" fmla="*/ 375823 w 983171"/>
                    <a:gd name="connsiteY18" fmla="*/ 238206 h 2602400"/>
                    <a:gd name="connsiteX19" fmla="*/ 331374 w 983171"/>
                    <a:gd name="connsiteY19" fmla="*/ 63581 h 2602400"/>
                    <a:gd name="connsiteX20" fmla="*/ 151171 w 983171"/>
                    <a:gd name="connsiteY20" fmla="*/ 3229 h 2602400"/>
                    <a:gd name="connsiteX21" fmla="*/ 32623 w 983171"/>
                    <a:gd name="connsiteY21" fmla="*/ 149306 h 2602400"/>
                    <a:gd name="connsiteX22" fmla="*/ 105948 w 983171"/>
                    <a:gd name="connsiteY22" fmla="*/ 381080 h 2602400"/>
                    <a:gd name="connsiteX23" fmla="*/ 23396 w 983171"/>
                    <a:gd name="connsiteY23" fmla="*/ 539828 h 2602400"/>
                    <a:gd name="connsiteX24" fmla="*/ 5522 w 983171"/>
                    <a:gd name="connsiteY24" fmla="*/ 689858 h 2602400"/>
                    <a:gd name="connsiteX0" fmla="*/ 5522 w 982912"/>
                    <a:gd name="connsiteY0" fmla="*/ 689858 h 2601944"/>
                    <a:gd name="connsiteX1" fmla="*/ 68962 w 982912"/>
                    <a:gd name="connsiteY1" fmla="*/ 1308793 h 2601944"/>
                    <a:gd name="connsiteX2" fmla="*/ 91742 w 982912"/>
                    <a:gd name="connsiteY2" fmla="*/ 1488358 h 2601944"/>
                    <a:gd name="connsiteX3" fmla="*/ 207303 w 982912"/>
                    <a:gd name="connsiteY3" fmla="*/ 1710315 h 2601944"/>
                    <a:gd name="connsiteX4" fmla="*/ 362061 w 982912"/>
                    <a:gd name="connsiteY4" fmla="*/ 1968768 h 2601944"/>
                    <a:gd name="connsiteX5" fmla="*/ 314174 w 982912"/>
                    <a:gd name="connsiteY5" fmla="*/ 2188623 h 2601944"/>
                    <a:gd name="connsiteX6" fmla="*/ 660535 w 982912"/>
                    <a:gd name="connsiteY6" fmla="*/ 2513972 h 2601944"/>
                    <a:gd name="connsiteX7" fmla="*/ 821962 w 982912"/>
                    <a:gd name="connsiteY7" fmla="*/ 2601635 h 2601944"/>
                    <a:gd name="connsiteX8" fmla="*/ 982453 w 982912"/>
                    <a:gd name="connsiteY8" fmla="*/ 2494392 h 2601944"/>
                    <a:gd name="connsiteX9" fmla="*/ 770105 w 982912"/>
                    <a:gd name="connsiteY9" fmla="*/ 2469234 h 2601944"/>
                    <a:gd name="connsiteX10" fmla="*/ 668414 w 982912"/>
                    <a:gd name="connsiteY10" fmla="*/ 2211255 h 2601944"/>
                    <a:gd name="connsiteX11" fmla="*/ 617377 w 982912"/>
                    <a:gd name="connsiteY11" fmla="*/ 1871004 h 2601944"/>
                    <a:gd name="connsiteX12" fmla="*/ 377279 w 982912"/>
                    <a:gd name="connsiteY12" fmla="*/ 1445033 h 2601944"/>
                    <a:gd name="connsiteX13" fmla="*/ 328944 w 982912"/>
                    <a:gd name="connsiteY13" fmla="*/ 1206364 h 2601944"/>
                    <a:gd name="connsiteX14" fmla="*/ 310699 w 982912"/>
                    <a:gd name="connsiteY14" fmla="*/ 939687 h 2601944"/>
                    <a:gd name="connsiteX15" fmla="*/ 373095 w 982912"/>
                    <a:gd name="connsiteY15" fmla="*/ 775633 h 2601944"/>
                    <a:gd name="connsiteX16" fmla="*/ 251999 w 982912"/>
                    <a:gd name="connsiteY16" fmla="*/ 422356 h 2601944"/>
                    <a:gd name="connsiteX17" fmla="*/ 340899 w 982912"/>
                    <a:gd name="connsiteY17" fmla="*/ 355681 h 2601944"/>
                    <a:gd name="connsiteX18" fmla="*/ 375823 w 982912"/>
                    <a:gd name="connsiteY18" fmla="*/ 238206 h 2601944"/>
                    <a:gd name="connsiteX19" fmla="*/ 331374 w 982912"/>
                    <a:gd name="connsiteY19" fmla="*/ 63581 h 2601944"/>
                    <a:gd name="connsiteX20" fmla="*/ 151171 w 982912"/>
                    <a:gd name="connsiteY20" fmla="*/ 3229 h 2601944"/>
                    <a:gd name="connsiteX21" fmla="*/ 32623 w 982912"/>
                    <a:gd name="connsiteY21" fmla="*/ 149306 h 2601944"/>
                    <a:gd name="connsiteX22" fmla="*/ 105948 w 982912"/>
                    <a:gd name="connsiteY22" fmla="*/ 381080 h 2601944"/>
                    <a:gd name="connsiteX23" fmla="*/ 23396 w 982912"/>
                    <a:gd name="connsiteY23" fmla="*/ 539828 h 2601944"/>
                    <a:gd name="connsiteX24" fmla="*/ 5522 w 982912"/>
                    <a:gd name="connsiteY24" fmla="*/ 689858 h 2601944"/>
                    <a:gd name="connsiteX0" fmla="*/ 5522 w 983056"/>
                    <a:gd name="connsiteY0" fmla="*/ 689858 h 2637511"/>
                    <a:gd name="connsiteX1" fmla="*/ 68962 w 983056"/>
                    <a:gd name="connsiteY1" fmla="*/ 1308793 h 2637511"/>
                    <a:gd name="connsiteX2" fmla="*/ 91742 w 983056"/>
                    <a:gd name="connsiteY2" fmla="*/ 1488358 h 2637511"/>
                    <a:gd name="connsiteX3" fmla="*/ 207303 w 983056"/>
                    <a:gd name="connsiteY3" fmla="*/ 1710315 h 2637511"/>
                    <a:gd name="connsiteX4" fmla="*/ 362061 w 983056"/>
                    <a:gd name="connsiteY4" fmla="*/ 1968768 h 2637511"/>
                    <a:gd name="connsiteX5" fmla="*/ 314174 w 983056"/>
                    <a:gd name="connsiteY5" fmla="*/ 2188623 h 2637511"/>
                    <a:gd name="connsiteX6" fmla="*/ 660535 w 983056"/>
                    <a:gd name="connsiteY6" fmla="*/ 2513972 h 2637511"/>
                    <a:gd name="connsiteX7" fmla="*/ 705028 w 983056"/>
                    <a:gd name="connsiteY7" fmla="*/ 2637366 h 2637511"/>
                    <a:gd name="connsiteX8" fmla="*/ 982453 w 983056"/>
                    <a:gd name="connsiteY8" fmla="*/ 2494392 h 2637511"/>
                    <a:gd name="connsiteX9" fmla="*/ 770105 w 983056"/>
                    <a:gd name="connsiteY9" fmla="*/ 2469234 h 2637511"/>
                    <a:gd name="connsiteX10" fmla="*/ 668414 w 983056"/>
                    <a:gd name="connsiteY10" fmla="*/ 2211255 h 2637511"/>
                    <a:gd name="connsiteX11" fmla="*/ 617377 w 983056"/>
                    <a:gd name="connsiteY11" fmla="*/ 1871004 h 2637511"/>
                    <a:gd name="connsiteX12" fmla="*/ 377279 w 983056"/>
                    <a:gd name="connsiteY12" fmla="*/ 1445033 h 2637511"/>
                    <a:gd name="connsiteX13" fmla="*/ 328944 w 983056"/>
                    <a:gd name="connsiteY13" fmla="*/ 1206364 h 2637511"/>
                    <a:gd name="connsiteX14" fmla="*/ 310699 w 983056"/>
                    <a:gd name="connsiteY14" fmla="*/ 939687 h 2637511"/>
                    <a:gd name="connsiteX15" fmla="*/ 373095 w 983056"/>
                    <a:gd name="connsiteY15" fmla="*/ 775633 h 2637511"/>
                    <a:gd name="connsiteX16" fmla="*/ 251999 w 983056"/>
                    <a:gd name="connsiteY16" fmla="*/ 422356 h 2637511"/>
                    <a:gd name="connsiteX17" fmla="*/ 340899 w 983056"/>
                    <a:gd name="connsiteY17" fmla="*/ 355681 h 2637511"/>
                    <a:gd name="connsiteX18" fmla="*/ 375823 w 983056"/>
                    <a:gd name="connsiteY18" fmla="*/ 238206 h 2637511"/>
                    <a:gd name="connsiteX19" fmla="*/ 331374 w 983056"/>
                    <a:gd name="connsiteY19" fmla="*/ 63581 h 2637511"/>
                    <a:gd name="connsiteX20" fmla="*/ 151171 w 983056"/>
                    <a:gd name="connsiteY20" fmla="*/ 3229 h 2637511"/>
                    <a:gd name="connsiteX21" fmla="*/ 32623 w 983056"/>
                    <a:gd name="connsiteY21" fmla="*/ 149306 h 2637511"/>
                    <a:gd name="connsiteX22" fmla="*/ 105948 w 983056"/>
                    <a:gd name="connsiteY22" fmla="*/ 381080 h 2637511"/>
                    <a:gd name="connsiteX23" fmla="*/ 23396 w 983056"/>
                    <a:gd name="connsiteY23" fmla="*/ 539828 h 2637511"/>
                    <a:gd name="connsiteX24" fmla="*/ 5522 w 983056"/>
                    <a:gd name="connsiteY24" fmla="*/ 689858 h 2637511"/>
                    <a:gd name="connsiteX0" fmla="*/ 5522 w 983056"/>
                    <a:gd name="connsiteY0" fmla="*/ 689858 h 2637483"/>
                    <a:gd name="connsiteX1" fmla="*/ 68962 w 983056"/>
                    <a:gd name="connsiteY1" fmla="*/ 1308793 h 2637483"/>
                    <a:gd name="connsiteX2" fmla="*/ 91742 w 983056"/>
                    <a:gd name="connsiteY2" fmla="*/ 1488358 h 2637483"/>
                    <a:gd name="connsiteX3" fmla="*/ 207303 w 983056"/>
                    <a:gd name="connsiteY3" fmla="*/ 1710315 h 2637483"/>
                    <a:gd name="connsiteX4" fmla="*/ 362061 w 983056"/>
                    <a:gd name="connsiteY4" fmla="*/ 1968768 h 2637483"/>
                    <a:gd name="connsiteX5" fmla="*/ 510836 w 983056"/>
                    <a:gd name="connsiteY5" fmla="*/ 2268331 h 2637483"/>
                    <a:gd name="connsiteX6" fmla="*/ 660535 w 983056"/>
                    <a:gd name="connsiteY6" fmla="*/ 2513972 h 2637483"/>
                    <a:gd name="connsiteX7" fmla="*/ 705028 w 983056"/>
                    <a:gd name="connsiteY7" fmla="*/ 2637366 h 2637483"/>
                    <a:gd name="connsiteX8" fmla="*/ 982453 w 983056"/>
                    <a:gd name="connsiteY8" fmla="*/ 2494392 h 2637483"/>
                    <a:gd name="connsiteX9" fmla="*/ 770105 w 983056"/>
                    <a:gd name="connsiteY9" fmla="*/ 2469234 h 2637483"/>
                    <a:gd name="connsiteX10" fmla="*/ 668414 w 983056"/>
                    <a:gd name="connsiteY10" fmla="*/ 2211255 h 2637483"/>
                    <a:gd name="connsiteX11" fmla="*/ 617377 w 983056"/>
                    <a:gd name="connsiteY11" fmla="*/ 1871004 h 2637483"/>
                    <a:gd name="connsiteX12" fmla="*/ 377279 w 983056"/>
                    <a:gd name="connsiteY12" fmla="*/ 1445033 h 2637483"/>
                    <a:gd name="connsiteX13" fmla="*/ 328944 w 983056"/>
                    <a:gd name="connsiteY13" fmla="*/ 1206364 h 2637483"/>
                    <a:gd name="connsiteX14" fmla="*/ 310699 w 983056"/>
                    <a:gd name="connsiteY14" fmla="*/ 939687 h 2637483"/>
                    <a:gd name="connsiteX15" fmla="*/ 373095 w 983056"/>
                    <a:gd name="connsiteY15" fmla="*/ 775633 h 2637483"/>
                    <a:gd name="connsiteX16" fmla="*/ 251999 w 983056"/>
                    <a:gd name="connsiteY16" fmla="*/ 422356 h 2637483"/>
                    <a:gd name="connsiteX17" fmla="*/ 340899 w 983056"/>
                    <a:gd name="connsiteY17" fmla="*/ 355681 h 2637483"/>
                    <a:gd name="connsiteX18" fmla="*/ 375823 w 983056"/>
                    <a:gd name="connsiteY18" fmla="*/ 238206 h 2637483"/>
                    <a:gd name="connsiteX19" fmla="*/ 331374 w 983056"/>
                    <a:gd name="connsiteY19" fmla="*/ 63581 h 2637483"/>
                    <a:gd name="connsiteX20" fmla="*/ 151171 w 983056"/>
                    <a:gd name="connsiteY20" fmla="*/ 3229 h 2637483"/>
                    <a:gd name="connsiteX21" fmla="*/ 32623 w 983056"/>
                    <a:gd name="connsiteY21" fmla="*/ 149306 h 2637483"/>
                    <a:gd name="connsiteX22" fmla="*/ 105948 w 983056"/>
                    <a:gd name="connsiteY22" fmla="*/ 381080 h 2637483"/>
                    <a:gd name="connsiteX23" fmla="*/ 23396 w 983056"/>
                    <a:gd name="connsiteY23" fmla="*/ 539828 h 2637483"/>
                    <a:gd name="connsiteX24" fmla="*/ 5522 w 983056"/>
                    <a:gd name="connsiteY24" fmla="*/ 689858 h 2637483"/>
                    <a:gd name="connsiteX0" fmla="*/ 5522 w 983056"/>
                    <a:gd name="connsiteY0" fmla="*/ 689858 h 2637483"/>
                    <a:gd name="connsiteX1" fmla="*/ 68962 w 983056"/>
                    <a:gd name="connsiteY1" fmla="*/ 1308793 h 2637483"/>
                    <a:gd name="connsiteX2" fmla="*/ 91742 w 983056"/>
                    <a:gd name="connsiteY2" fmla="*/ 1488358 h 2637483"/>
                    <a:gd name="connsiteX3" fmla="*/ 207303 w 983056"/>
                    <a:gd name="connsiteY3" fmla="*/ 1710315 h 2637483"/>
                    <a:gd name="connsiteX4" fmla="*/ 447103 w 983056"/>
                    <a:gd name="connsiteY4" fmla="*/ 1968768 h 2637483"/>
                    <a:gd name="connsiteX5" fmla="*/ 510836 w 983056"/>
                    <a:gd name="connsiteY5" fmla="*/ 2268331 h 2637483"/>
                    <a:gd name="connsiteX6" fmla="*/ 660535 w 983056"/>
                    <a:gd name="connsiteY6" fmla="*/ 2513972 h 2637483"/>
                    <a:gd name="connsiteX7" fmla="*/ 705028 w 983056"/>
                    <a:gd name="connsiteY7" fmla="*/ 2637366 h 2637483"/>
                    <a:gd name="connsiteX8" fmla="*/ 982453 w 983056"/>
                    <a:gd name="connsiteY8" fmla="*/ 2494392 h 2637483"/>
                    <a:gd name="connsiteX9" fmla="*/ 770105 w 983056"/>
                    <a:gd name="connsiteY9" fmla="*/ 2469234 h 2637483"/>
                    <a:gd name="connsiteX10" fmla="*/ 668414 w 983056"/>
                    <a:gd name="connsiteY10" fmla="*/ 2211255 h 2637483"/>
                    <a:gd name="connsiteX11" fmla="*/ 617377 w 983056"/>
                    <a:gd name="connsiteY11" fmla="*/ 1871004 h 2637483"/>
                    <a:gd name="connsiteX12" fmla="*/ 377279 w 983056"/>
                    <a:gd name="connsiteY12" fmla="*/ 1445033 h 2637483"/>
                    <a:gd name="connsiteX13" fmla="*/ 328944 w 983056"/>
                    <a:gd name="connsiteY13" fmla="*/ 1206364 h 2637483"/>
                    <a:gd name="connsiteX14" fmla="*/ 310699 w 983056"/>
                    <a:gd name="connsiteY14" fmla="*/ 939687 h 2637483"/>
                    <a:gd name="connsiteX15" fmla="*/ 373095 w 983056"/>
                    <a:gd name="connsiteY15" fmla="*/ 775633 h 2637483"/>
                    <a:gd name="connsiteX16" fmla="*/ 251999 w 983056"/>
                    <a:gd name="connsiteY16" fmla="*/ 422356 h 2637483"/>
                    <a:gd name="connsiteX17" fmla="*/ 340899 w 983056"/>
                    <a:gd name="connsiteY17" fmla="*/ 355681 h 2637483"/>
                    <a:gd name="connsiteX18" fmla="*/ 375823 w 983056"/>
                    <a:gd name="connsiteY18" fmla="*/ 238206 h 2637483"/>
                    <a:gd name="connsiteX19" fmla="*/ 331374 w 983056"/>
                    <a:gd name="connsiteY19" fmla="*/ 63581 h 2637483"/>
                    <a:gd name="connsiteX20" fmla="*/ 151171 w 983056"/>
                    <a:gd name="connsiteY20" fmla="*/ 3229 h 2637483"/>
                    <a:gd name="connsiteX21" fmla="*/ 32623 w 983056"/>
                    <a:gd name="connsiteY21" fmla="*/ 149306 h 2637483"/>
                    <a:gd name="connsiteX22" fmla="*/ 105948 w 983056"/>
                    <a:gd name="connsiteY22" fmla="*/ 381080 h 2637483"/>
                    <a:gd name="connsiteX23" fmla="*/ 23396 w 983056"/>
                    <a:gd name="connsiteY23" fmla="*/ 539828 h 2637483"/>
                    <a:gd name="connsiteX24" fmla="*/ 5522 w 983056"/>
                    <a:gd name="connsiteY24" fmla="*/ 689858 h 2637483"/>
                    <a:gd name="connsiteX0" fmla="*/ 22741 w 1000275"/>
                    <a:gd name="connsiteY0" fmla="*/ 689858 h 2637483"/>
                    <a:gd name="connsiteX1" fmla="*/ 86181 w 1000275"/>
                    <a:gd name="connsiteY1" fmla="*/ 1308793 h 2637483"/>
                    <a:gd name="connsiteX2" fmla="*/ 0 w 1000275"/>
                    <a:gd name="connsiteY2" fmla="*/ 1444382 h 2637483"/>
                    <a:gd name="connsiteX3" fmla="*/ 224522 w 1000275"/>
                    <a:gd name="connsiteY3" fmla="*/ 1710315 h 2637483"/>
                    <a:gd name="connsiteX4" fmla="*/ 464322 w 1000275"/>
                    <a:gd name="connsiteY4" fmla="*/ 1968768 h 2637483"/>
                    <a:gd name="connsiteX5" fmla="*/ 528055 w 1000275"/>
                    <a:gd name="connsiteY5" fmla="*/ 2268331 h 2637483"/>
                    <a:gd name="connsiteX6" fmla="*/ 677754 w 1000275"/>
                    <a:gd name="connsiteY6" fmla="*/ 2513972 h 2637483"/>
                    <a:gd name="connsiteX7" fmla="*/ 722247 w 1000275"/>
                    <a:gd name="connsiteY7" fmla="*/ 2637366 h 2637483"/>
                    <a:gd name="connsiteX8" fmla="*/ 999672 w 1000275"/>
                    <a:gd name="connsiteY8" fmla="*/ 2494392 h 2637483"/>
                    <a:gd name="connsiteX9" fmla="*/ 787324 w 1000275"/>
                    <a:gd name="connsiteY9" fmla="*/ 2469234 h 2637483"/>
                    <a:gd name="connsiteX10" fmla="*/ 685633 w 1000275"/>
                    <a:gd name="connsiteY10" fmla="*/ 2211255 h 2637483"/>
                    <a:gd name="connsiteX11" fmla="*/ 634596 w 1000275"/>
                    <a:gd name="connsiteY11" fmla="*/ 1871004 h 2637483"/>
                    <a:gd name="connsiteX12" fmla="*/ 394498 w 1000275"/>
                    <a:gd name="connsiteY12" fmla="*/ 1445033 h 2637483"/>
                    <a:gd name="connsiteX13" fmla="*/ 346163 w 1000275"/>
                    <a:gd name="connsiteY13" fmla="*/ 1206364 h 2637483"/>
                    <a:gd name="connsiteX14" fmla="*/ 327918 w 1000275"/>
                    <a:gd name="connsiteY14" fmla="*/ 939687 h 2637483"/>
                    <a:gd name="connsiteX15" fmla="*/ 390314 w 1000275"/>
                    <a:gd name="connsiteY15" fmla="*/ 775633 h 2637483"/>
                    <a:gd name="connsiteX16" fmla="*/ 269218 w 1000275"/>
                    <a:gd name="connsiteY16" fmla="*/ 422356 h 2637483"/>
                    <a:gd name="connsiteX17" fmla="*/ 358118 w 1000275"/>
                    <a:gd name="connsiteY17" fmla="*/ 355681 h 2637483"/>
                    <a:gd name="connsiteX18" fmla="*/ 393042 w 1000275"/>
                    <a:gd name="connsiteY18" fmla="*/ 238206 h 2637483"/>
                    <a:gd name="connsiteX19" fmla="*/ 348593 w 1000275"/>
                    <a:gd name="connsiteY19" fmla="*/ 63581 h 2637483"/>
                    <a:gd name="connsiteX20" fmla="*/ 168390 w 1000275"/>
                    <a:gd name="connsiteY20" fmla="*/ 3229 h 2637483"/>
                    <a:gd name="connsiteX21" fmla="*/ 49842 w 1000275"/>
                    <a:gd name="connsiteY21" fmla="*/ 149306 h 2637483"/>
                    <a:gd name="connsiteX22" fmla="*/ 123167 w 1000275"/>
                    <a:gd name="connsiteY22" fmla="*/ 381080 h 2637483"/>
                    <a:gd name="connsiteX23" fmla="*/ 40615 w 1000275"/>
                    <a:gd name="connsiteY23" fmla="*/ 539828 h 2637483"/>
                    <a:gd name="connsiteX24" fmla="*/ 22741 w 1000275"/>
                    <a:gd name="connsiteY24" fmla="*/ 689858 h 2637483"/>
                    <a:gd name="connsiteX0" fmla="*/ 30887 w 1008421"/>
                    <a:gd name="connsiteY0" fmla="*/ 689858 h 2637483"/>
                    <a:gd name="connsiteX1" fmla="*/ 6627 w 1008421"/>
                    <a:gd name="connsiteY1" fmla="*/ 1256570 h 2637483"/>
                    <a:gd name="connsiteX2" fmla="*/ 8146 w 1008421"/>
                    <a:gd name="connsiteY2" fmla="*/ 1444382 h 2637483"/>
                    <a:gd name="connsiteX3" fmla="*/ 232668 w 1008421"/>
                    <a:gd name="connsiteY3" fmla="*/ 1710315 h 2637483"/>
                    <a:gd name="connsiteX4" fmla="*/ 472468 w 1008421"/>
                    <a:gd name="connsiteY4" fmla="*/ 1968768 h 2637483"/>
                    <a:gd name="connsiteX5" fmla="*/ 536201 w 1008421"/>
                    <a:gd name="connsiteY5" fmla="*/ 2268331 h 2637483"/>
                    <a:gd name="connsiteX6" fmla="*/ 685900 w 1008421"/>
                    <a:gd name="connsiteY6" fmla="*/ 2513972 h 2637483"/>
                    <a:gd name="connsiteX7" fmla="*/ 730393 w 1008421"/>
                    <a:gd name="connsiteY7" fmla="*/ 2637366 h 2637483"/>
                    <a:gd name="connsiteX8" fmla="*/ 1007818 w 1008421"/>
                    <a:gd name="connsiteY8" fmla="*/ 2494392 h 2637483"/>
                    <a:gd name="connsiteX9" fmla="*/ 795470 w 1008421"/>
                    <a:gd name="connsiteY9" fmla="*/ 2469234 h 2637483"/>
                    <a:gd name="connsiteX10" fmla="*/ 693779 w 1008421"/>
                    <a:gd name="connsiteY10" fmla="*/ 2211255 h 2637483"/>
                    <a:gd name="connsiteX11" fmla="*/ 642742 w 1008421"/>
                    <a:gd name="connsiteY11" fmla="*/ 1871004 h 2637483"/>
                    <a:gd name="connsiteX12" fmla="*/ 402644 w 1008421"/>
                    <a:gd name="connsiteY12" fmla="*/ 1445033 h 2637483"/>
                    <a:gd name="connsiteX13" fmla="*/ 354309 w 1008421"/>
                    <a:gd name="connsiteY13" fmla="*/ 1206364 h 2637483"/>
                    <a:gd name="connsiteX14" fmla="*/ 336064 w 1008421"/>
                    <a:gd name="connsiteY14" fmla="*/ 939687 h 2637483"/>
                    <a:gd name="connsiteX15" fmla="*/ 398460 w 1008421"/>
                    <a:gd name="connsiteY15" fmla="*/ 775633 h 2637483"/>
                    <a:gd name="connsiteX16" fmla="*/ 277364 w 1008421"/>
                    <a:gd name="connsiteY16" fmla="*/ 422356 h 2637483"/>
                    <a:gd name="connsiteX17" fmla="*/ 366264 w 1008421"/>
                    <a:gd name="connsiteY17" fmla="*/ 355681 h 2637483"/>
                    <a:gd name="connsiteX18" fmla="*/ 401188 w 1008421"/>
                    <a:gd name="connsiteY18" fmla="*/ 238206 h 2637483"/>
                    <a:gd name="connsiteX19" fmla="*/ 356739 w 1008421"/>
                    <a:gd name="connsiteY19" fmla="*/ 63581 h 2637483"/>
                    <a:gd name="connsiteX20" fmla="*/ 176536 w 1008421"/>
                    <a:gd name="connsiteY20" fmla="*/ 3229 h 2637483"/>
                    <a:gd name="connsiteX21" fmla="*/ 57988 w 1008421"/>
                    <a:gd name="connsiteY21" fmla="*/ 149306 h 2637483"/>
                    <a:gd name="connsiteX22" fmla="*/ 131313 w 1008421"/>
                    <a:gd name="connsiteY22" fmla="*/ 381080 h 2637483"/>
                    <a:gd name="connsiteX23" fmla="*/ 48761 w 1008421"/>
                    <a:gd name="connsiteY23" fmla="*/ 539828 h 2637483"/>
                    <a:gd name="connsiteX24" fmla="*/ 30887 w 1008421"/>
                    <a:gd name="connsiteY24" fmla="*/ 689858 h 2637483"/>
                    <a:gd name="connsiteX0" fmla="*/ 33167 w 1010701"/>
                    <a:gd name="connsiteY0" fmla="*/ 689858 h 2637483"/>
                    <a:gd name="connsiteX1" fmla="*/ 923 w 1010701"/>
                    <a:gd name="connsiteY1" fmla="*/ 1032556 h 2637483"/>
                    <a:gd name="connsiteX2" fmla="*/ 8907 w 1010701"/>
                    <a:gd name="connsiteY2" fmla="*/ 1256570 h 2637483"/>
                    <a:gd name="connsiteX3" fmla="*/ 10426 w 1010701"/>
                    <a:gd name="connsiteY3" fmla="*/ 1444382 h 2637483"/>
                    <a:gd name="connsiteX4" fmla="*/ 234948 w 1010701"/>
                    <a:gd name="connsiteY4" fmla="*/ 1710315 h 2637483"/>
                    <a:gd name="connsiteX5" fmla="*/ 474748 w 1010701"/>
                    <a:gd name="connsiteY5" fmla="*/ 1968768 h 2637483"/>
                    <a:gd name="connsiteX6" fmla="*/ 538481 w 1010701"/>
                    <a:gd name="connsiteY6" fmla="*/ 2268331 h 2637483"/>
                    <a:gd name="connsiteX7" fmla="*/ 688180 w 1010701"/>
                    <a:gd name="connsiteY7" fmla="*/ 2513972 h 2637483"/>
                    <a:gd name="connsiteX8" fmla="*/ 732673 w 1010701"/>
                    <a:gd name="connsiteY8" fmla="*/ 2637366 h 2637483"/>
                    <a:gd name="connsiteX9" fmla="*/ 1010098 w 1010701"/>
                    <a:gd name="connsiteY9" fmla="*/ 2494392 h 2637483"/>
                    <a:gd name="connsiteX10" fmla="*/ 797750 w 1010701"/>
                    <a:gd name="connsiteY10" fmla="*/ 2469234 h 2637483"/>
                    <a:gd name="connsiteX11" fmla="*/ 696059 w 1010701"/>
                    <a:gd name="connsiteY11" fmla="*/ 2211255 h 2637483"/>
                    <a:gd name="connsiteX12" fmla="*/ 645022 w 1010701"/>
                    <a:gd name="connsiteY12" fmla="*/ 1871004 h 2637483"/>
                    <a:gd name="connsiteX13" fmla="*/ 404924 w 1010701"/>
                    <a:gd name="connsiteY13" fmla="*/ 1445033 h 2637483"/>
                    <a:gd name="connsiteX14" fmla="*/ 356589 w 1010701"/>
                    <a:gd name="connsiteY14" fmla="*/ 1206364 h 2637483"/>
                    <a:gd name="connsiteX15" fmla="*/ 338344 w 1010701"/>
                    <a:gd name="connsiteY15" fmla="*/ 939687 h 2637483"/>
                    <a:gd name="connsiteX16" fmla="*/ 400740 w 1010701"/>
                    <a:gd name="connsiteY16" fmla="*/ 775633 h 2637483"/>
                    <a:gd name="connsiteX17" fmla="*/ 279644 w 1010701"/>
                    <a:gd name="connsiteY17" fmla="*/ 422356 h 2637483"/>
                    <a:gd name="connsiteX18" fmla="*/ 368544 w 1010701"/>
                    <a:gd name="connsiteY18" fmla="*/ 355681 h 2637483"/>
                    <a:gd name="connsiteX19" fmla="*/ 403468 w 1010701"/>
                    <a:gd name="connsiteY19" fmla="*/ 238206 h 2637483"/>
                    <a:gd name="connsiteX20" fmla="*/ 359019 w 1010701"/>
                    <a:gd name="connsiteY20" fmla="*/ 63581 h 2637483"/>
                    <a:gd name="connsiteX21" fmla="*/ 178816 w 1010701"/>
                    <a:gd name="connsiteY21" fmla="*/ 3229 h 2637483"/>
                    <a:gd name="connsiteX22" fmla="*/ 60268 w 1010701"/>
                    <a:gd name="connsiteY22" fmla="*/ 149306 h 2637483"/>
                    <a:gd name="connsiteX23" fmla="*/ 133593 w 1010701"/>
                    <a:gd name="connsiteY23" fmla="*/ 381080 h 2637483"/>
                    <a:gd name="connsiteX24" fmla="*/ 51041 w 1010701"/>
                    <a:gd name="connsiteY24" fmla="*/ 539828 h 2637483"/>
                    <a:gd name="connsiteX25" fmla="*/ 33167 w 1010701"/>
                    <a:gd name="connsiteY25" fmla="*/ 689858 h 2637483"/>
                    <a:gd name="connsiteX0" fmla="*/ 32244 w 1009778"/>
                    <a:gd name="connsiteY0" fmla="*/ 689858 h 2637483"/>
                    <a:gd name="connsiteX1" fmla="*/ 0 w 1009778"/>
                    <a:gd name="connsiteY1" fmla="*/ 1032556 h 2637483"/>
                    <a:gd name="connsiteX2" fmla="*/ 0 w 1009778"/>
                    <a:gd name="connsiteY2" fmla="*/ 1032556 h 2637483"/>
                    <a:gd name="connsiteX3" fmla="*/ 7984 w 1009778"/>
                    <a:gd name="connsiteY3" fmla="*/ 1256570 h 2637483"/>
                    <a:gd name="connsiteX4" fmla="*/ 9503 w 1009778"/>
                    <a:gd name="connsiteY4" fmla="*/ 1444382 h 2637483"/>
                    <a:gd name="connsiteX5" fmla="*/ 234025 w 1009778"/>
                    <a:gd name="connsiteY5" fmla="*/ 1710315 h 2637483"/>
                    <a:gd name="connsiteX6" fmla="*/ 473825 w 1009778"/>
                    <a:gd name="connsiteY6" fmla="*/ 1968768 h 2637483"/>
                    <a:gd name="connsiteX7" fmla="*/ 537558 w 1009778"/>
                    <a:gd name="connsiteY7" fmla="*/ 2268331 h 2637483"/>
                    <a:gd name="connsiteX8" fmla="*/ 687257 w 1009778"/>
                    <a:gd name="connsiteY8" fmla="*/ 2513972 h 2637483"/>
                    <a:gd name="connsiteX9" fmla="*/ 731750 w 1009778"/>
                    <a:gd name="connsiteY9" fmla="*/ 2637366 h 2637483"/>
                    <a:gd name="connsiteX10" fmla="*/ 1009175 w 1009778"/>
                    <a:gd name="connsiteY10" fmla="*/ 2494392 h 2637483"/>
                    <a:gd name="connsiteX11" fmla="*/ 796827 w 1009778"/>
                    <a:gd name="connsiteY11" fmla="*/ 2469234 h 2637483"/>
                    <a:gd name="connsiteX12" fmla="*/ 695136 w 1009778"/>
                    <a:gd name="connsiteY12" fmla="*/ 2211255 h 2637483"/>
                    <a:gd name="connsiteX13" fmla="*/ 644099 w 1009778"/>
                    <a:gd name="connsiteY13" fmla="*/ 1871004 h 2637483"/>
                    <a:gd name="connsiteX14" fmla="*/ 404001 w 1009778"/>
                    <a:gd name="connsiteY14" fmla="*/ 1445033 h 2637483"/>
                    <a:gd name="connsiteX15" fmla="*/ 355666 w 1009778"/>
                    <a:gd name="connsiteY15" fmla="*/ 1206364 h 2637483"/>
                    <a:gd name="connsiteX16" fmla="*/ 337421 w 1009778"/>
                    <a:gd name="connsiteY16" fmla="*/ 939687 h 2637483"/>
                    <a:gd name="connsiteX17" fmla="*/ 399817 w 1009778"/>
                    <a:gd name="connsiteY17" fmla="*/ 775633 h 2637483"/>
                    <a:gd name="connsiteX18" fmla="*/ 278721 w 1009778"/>
                    <a:gd name="connsiteY18" fmla="*/ 422356 h 2637483"/>
                    <a:gd name="connsiteX19" fmla="*/ 367621 w 1009778"/>
                    <a:gd name="connsiteY19" fmla="*/ 355681 h 2637483"/>
                    <a:gd name="connsiteX20" fmla="*/ 402545 w 1009778"/>
                    <a:gd name="connsiteY20" fmla="*/ 238206 h 2637483"/>
                    <a:gd name="connsiteX21" fmla="*/ 358096 w 1009778"/>
                    <a:gd name="connsiteY21" fmla="*/ 63581 h 2637483"/>
                    <a:gd name="connsiteX22" fmla="*/ 177893 w 1009778"/>
                    <a:gd name="connsiteY22" fmla="*/ 3229 h 2637483"/>
                    <a:gd name="connsiteX23" fmla="*/ 59345 w 1009778"/>
                    <a:gd name="connsiteY23" fmla="*/ 149306 h 2637483"/>
                    <a:gd name="connsiteX24" fmla="*/ 132670 w 1009778"/>
                    <a:gd name="connsiteY24" fmla="*/ 381080 h 2637483"/>
                    <a:gd name="connsiteX25" fmla="*/ 50118 w 1009778"/>
                    <a:gd name="connsiteY25" fmla="*/ 539828 h 2637483"/>
                    <a:gd name="connsiteX26" fmla="*/ 32244 w 1009778"/>
                    <a:gd name="connsiteY26" fmla="*/ 689858 h 2637483"/>
                    <a:gd name="connsiteX0" fmla="*/ 32244 w 1009778"/>
                    <a:gd name="connsiteY0" fmla="*/ 689858 h 2637483"/>
                    <a:gd name="connsiteX1" fmla="*/ 0 w 1009778"/>
                    <a:gd name="connsiteY1" fmla="*/ 1032556 h 2637483"/>
                    <a:gd name="connsiteX2" fmla="*/ 47836 w 1009778"/>
                    <a:gd name="connsiteY2" fmla="*/ 1040801 h 2637483"/>
                    <a:gd name="connsiteX3" fmla="*/ 7984 w 1009778"/>
                    <a:gd name="connsiteY3" fmla="*/ 1256570 h 2637483"/>
                    <a:gd name="connsiteX4" fmla="*/ 9503 w 1009778"/>
                    <a:gd name="connsiteY4" fmla="*/ 1444382 h 2637483"/>
                    <a:gd name="connsiteX5" fmla="*/ 234025 w 1009778"/>
                    <a:gd name="connsiteY5" fmla="*/ 1710315 h 2637483"/>
                    <a:gd name="connsiteX6" fmla="*/ 473825 w 1009778"/>
                    <a:gd name="connsiteY6" fmla="*/ 1968768 h 2637483"/>
                    <a:gd name="connsiteX7" fmla="*/ 537558 w 1009778"/>
                    <a:gd name="connsiteY7" fmla="*/ 2268331 h 2637483"/>
                    <a:gd name="connsiteX8" fmla="*/ 687257 w 1009778"/>
                    <a:gd name="connsiteY8" fmla="*/ 2513972 h 2637483"/>
                    <a:gd name="connsiteX9" fmla="*/ 731750 w 1009778"/>
                    <a:gd name="connsiteY9" fmla="*/ 2637366 h 2637483"/>
                    <a:gd name="connsiteX10" fmla="*/ 1009175 w 1009778"/>
                    <a:gd name="connsiteY10" fmla="*/ 2494392 h 2637483"/>
                    <a:gd name="connsiteX11" fmla="*/ 796827 w 1009778"/>
                    <a:gd name="connsiteY11" fmla="*/ 2469234 h 2637483"/>
                    <a:gd name="connsiteX12" fmla="*/ 695136 w 1009778"/>
                    <a:gd name="connsiteY12" fmla="*/ 2211255 h 2637483"/>
                    <a:gd name="connsiteX13" fmla="*/ 644099 w 1009778"/>
                    <a:gd name="connsiteY13" fmla="*/ 1871004 h 2637483"/>
                    <a:gd name="connsiteX14" fmla="*/ 404001 w 1009778"/>
                    <a:gd name="connsiteY14" fmla="*/ 1445033 h 2637483"/>
                    <a:gd name="connsiteX15" fmla="*/ 355666 w 1009778"/>
                    <a:gd name="connsiteY15" fmla="*/ 1206364 h 2637483"/>
                    <a:gd name="connsiteX16" fmla="*/ 337421 w 1009778"/>
                    <a:gd name="connsiteY16" fmla="*/ 939687 h 2637483"/>
                    <a:gd name="connsiteX17" fmla="*/ 399817 w 1009778"/>
                    <a:gd name="connsiteY17" fmla="*/ 775633 h 2637483"/>
                    <a:gd name="connsiteX18" fmla="*/ 278721 w 1009778"/>
                    <a:gd name="connsiteY18" fmla="*/ 422356 h 2637483"/>
                    <a:gd name="connsiteX19" fmla="*/ 367621 w 1009778"/>
                    <a:gd name="connsiteY19" fmla="*/ 355681 h 2637483"/>
                    <a:gd name="connsiteX20" fmla="*/ 402545 w 1009778"/>
                    <a:gd name="connsiteY20" fmla="*/ 238206 h 2637483"/>
                    <a:gd name="connsiteX21" fmla="*/ 358096 w 1009778"/>
                    <a:gd name="connsiteY21" fmla="*/ 63581 h 2637483"/>
                    <a:gd name="connsiteX22" fmla="*/ 177893 w 1009778"/>
                    <a:gd name="connsiteY22" fmla="*/ 3229 h 2637483"/>
                    <a:gd name="connsiteX23" fmla="*/ 59345 w 1009778"/>
                    <a:gd name="connsiteY23" fmla="*/ 149306 h 2637483"/>
                    <a:gd name="connsiteX24" fmla="*/ 132670 w 1009778"/>
                    <a:gd name="connsiteY24" fmla="*/ 381080 h 2637483"/>
                    <a:gd name="connsiteX25" fmla="*/ 50118 w 1009778"/>
                    <a:gd name="connsiteY25" fmla="*/ 539828 h 2637483"/>
                    <a:gd name="connsiteX26" fmla="*/ 32244 w 1009778"/>
                    <a:gd name="connsiteY26" fmla="*/ 689858 h 2637483"/>
                    <a:gd name="connsiteX0" fmla="*/ 24303 w 1001837"/>
                    <a:gd name="connsiteY0" fmla="*/ 689858 h 2637483"/>
                    <a:gd name="connsiteX1" fmla="*/ 31923 w 1001837"/>
                    <a:gd name="connsiteY1" fmla="*/ 963842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7195 w 1001837"/>
                    <a:gd name="connsiteY12" fmla="*/ 2211255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70780 w 1001837"/>
                    <a:gd name="connsiteY18" fmla="*/ 422356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7195 w 1001837"/>
                    <a:gd name="connsiteY12" fmla="*/ 2211255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70780 w 1001837"/>
                    <a:gd name="connsiteY18" fmla="*/ 422356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7195 w 1001837"/>
                    <a:gd name="connsiteY12" fmla="*/ 2211255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62807 w 1001837"/>
                    <a:gd name="connsiteY18" fmla="*/ 466333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7195 w 1001837"/>
                    <a:gd name="connsiteY12" fmla="*/ 2211255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62807 w 1001837"/>
                    <a:gd name="connsiteY18" fmla="*/ 466333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7195 w 1001837"/>
                    <a:gd name="connsiteY12" fmla="*/ 2211255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62807 w 1001837"/>
                    <a:gd name="connsiteY18" fmla="*/ 466333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4537 w 1001837"/>
                    <a:gd name="connsiteY12" fmla="*/ 2181021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62807 w 1001837"/>
                    <a:gd name="connsiteY18" fmla="*/ 466333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4537 w 1001837"/>
                    <a:gd name="connsiteY12" fmla="*/ 2181021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62807 w 1001837"/>
                    <a:gd name="connsiteY18" fmla="*/ 466333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4537 w 1001837"/>
                    <a:gd name="connsiteY12" fmla="*/ 2181021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62807 w 1001837"/>
                    <a:gd name="connsiteY18" fmla="*/ 466333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37"/>
                    <a:gd name="connsiteY0" fmla="*/ 689858 h 2637483"/>
                    <a:gd name="connsiteX1" fmla="*/ 13320 w 1001837"/>
                    <a:gd name="connsiteY1" fmla="*/ 873140 h 2637483"/>
                    <a:gd name="connsiteX2" fmla="*/ 39895 w 1001837"/>
                    <a:gd name="connsiteY2" fmla="*/ 1040801 h 2637483"/>
                    <a:gd name="connsiteX3" fmla="*/ 43 w 1001837"/>
                    <a:gd name="connsiteY3" fmla="*/ 1256570 h 2637483"/>
                    <a:gd name="connsiteX4" fmla="*/ 1562 w 1001837"/>
                    <a:gd name="connsiteY4" fmla="*/ 1444382 h 2637483"/>
                    <a:gd name="connsiteX5" fmla="*/ 226084 w 1001837"/>
                    <a:gd name="connsiteY5" fmla="*/ 1710315 h 2637483"/>
                    <a:gd name="connsiteX6" fmla="*/ 465884 w 1001837"/>
                    <a:gd name="connsiteY6" fmla="*/ 1968768 h 2637483"/>
                    <a:gd name="connsiteX7" fmla="*/ 529617 w 1001837"/>
                    <a:gd name="connsiteY7" fmla="*/ 2268331 h 2637483"/>
                    <a:gd name="connsiteX8" fmla="*/ 679316 w 1001837"/>
                    <a:gd name="connsiteY8" fmla="*/ 2513972 h 2637483"/>
                    <a:gd name="connsiteX9" fmla="*/ 723809 w 1001837"/>
                    <a:gd name="connsiteY9" fmla="*/ 2637366 h 2637483"/>
                    <a:gd name="connsiteX10" fmla="*/ 1001234 w 1001837"/>
                    <a:gd name="connsiteY10" fmla="*/ 2494392 h 2637483"/>
                    <a:gd name="connsiteX11" fmla="*/ 788886 w 1001837"/>
                    <a:gd name="connsiteY11" fmla="*/ 2469234 h 2637483"/>
                    <a:gd name="connsiteX12" fmla="*/ 684537 w 1001837"/>
                    <a:gd name="connsiteY12" fmla="*/ 2181021 h 2637483"/>
                    <a:gd name="connsiteX13" fmla="*/ 636158 w 1001837"/>
                    <a:gd name="connsiteY13" fmla="*/ 1871004 h 2637483"/>
                    <a:gd name="connsiteX14" fmla="*/ 396060 w 1001837"/>
                    <a:gd name="connsiteY14" fmla="*/ 1445033 h 2637483"/>
                    <a:gd name="connsiteX15" fmla="*/ 347725 w 1001837"/>
                    <a:gd name="connsiteY15" fmla="*/ 1206364 h 2637483"/>
                    <a:gd name="connsiteX16" fmla="*/ 329480 w 1001837"/>
                    <a:gd name="connsiteY16" fmla="*/ 939687 h 2637483"/>
                    <a:gd name="connsiteX17" fmla="*/ 391876 w 1001837"/>
                    <a:gd name="connsiteY17" fmla="*/ 775633 h 2637483"/>
                    <a:gd name="connsiteX18" fmla="*/ 262807 w 1001837"/>
                    <a:gd name="connsiteY18" fmla="*/ 466333 h 2637483"/>
                    <a:gd name="connsiteX19" fmla="*/ 359680 w 1001837"/>
                    <a:gd name="connsiteY19" fmla="*/ 355681 h 2637483"/>
                    <a:gd name="connsiteX20" fmla="*/ 394604 w 1001837"/>
                    <a:gd name="connsiteY20" fmla="*/ 238206 h 2637483"/>
                    <a:gd name="connsiteX21" fmla="*/ 350155 w 1001837"/>
                    <a:gd name="connsiteY21" fmla="*/ 63581 h 2637483"/>
                    <a:gd name="connsiteX22" fmla="*/ 169952 w 1001837"/>
                    <a:gd name="connsiteY22" fmla="*/ 3229 h 2637483"/>
                    <a:gd name="connsiteX23" fmla="*/ 51404 w 1001837"/>
                    <a:gd name="connsiteY23" fmla="*/ 149306 h 2637483"/>
                    <a:gd name="connsiteX24" fmla="*/ 124729 w 1001837"/>
                    <a:gd name="connsiteY24" fmla="*/ 381080 h 2637483"/>
                    <a:gd name="connsiteX25" fmla="*/ 42177 w 1001837"/>
                    <a:gd name="connsiteY25" fmla="*/ 539828 h 2637483"/>
                    <a:gd name="connsiteX26" fmla="*/ 24303 w 1001837"/>
                    <a:gd name="connsiteY26" fmla="*/ 689858 h 2637483"/>
                    <a:gd name="connsiteX0" fmla="*/ 24303 w 1001826"/>
                    <a:gd name="connsiteY0" fmla="*/ 689858 h 2637483"/>
                    <a:gd name="connsiteX1" fmla="*/ 13320 w 1001826"/>
                    <a:gd name="connsiteY1" fmla="*/ 873140 h 2637483"/>
                    <a:gd name="connsiteX2" fmla="*/ 39895 w 1001826"/>
                    <a:gd name="connsiteY2" fmla="*/ 1040801 h 2637483"/>
                    <a:gd name="connsiteX3" fmla="*/ 43 w 1001826"/>
                    <a:gd name="connsiteY3" fmla="*/ 1256570 h 2637483"/>
                    <a:gd name="connsiteX4" fmla="*/ 1562 w 1001826"/>
                    <a:gd name="connsiteY4" fmla="*/ 1444382 h 2637483"/>
                    <a:gd name="connsiteX5" fmla="*/ 226084 w 1001826"/>
                    <a:gd name="connsiteY5" fmla="*/ 1710315 h 2637483"/>
                    <a:gd name="connsiteX6" fmla="*/ 465884 w 1001826"/>
                    <a:gd name="connsiteY6" fmla="*/ 1968768 h 2637483"/>
                    <a:gd name="connsiteX7" fmla="*/ 529617 w 1001826"/>
                    <a:gd name="connsiteY7" fmla="*/ 2268331 h 2637483"/>
                    <a:gd name="connsiteX8" fmla="*/ 679316 w 1001826"/>
                    <a:gd name="connsiteY8" fmla="*/ 2513972 h 2637483"/>
                    <a:gd name="connsiteX9" fmla="*/ 723809 w 1001826"/>
                    <a:gd name="connsiteY9" fmla="*/ 2637366 h 2637483"/>
                    <a:gd name="connsiteX10" fmla="*/ 1001234 w 1001826"/>
                    <a:gd name="connsiteY10" fmla="*/ 2494392 h 2637483"/>
                    <a:gd name="connsiteX11" fmla="*/ 788886 w 1001826"/>
                    <a:gd name="connsiteY11" fmla="*/ 2469234 h 2637483"/>
                    <a:gd name="connsiteX12" fmla="*/ 684537 w 1001826"/>
                    <a:gd name="connsiteY12" fmla="*/ 2181021 h 2637483"/>
                    <a:gd name="connsiteX13" fmla="*/ 636158 w 1001826"/>
                    <a:gd name="connsiteY13" fmla="*/ 1871004 h 2637483"/>
                    <a:gd name="connsiteX14" fmla="*/ 396060 w 1001826"/>
                    <a:gd name="connsiteY14" fmla="*/ 1445033 h 2637483"/>
                    <a:gd name="connsiteX15" fmla="*/ 347725 w 1001826"/>
                    <a:gd name="connsiteY15" fmla="*/ 1206364 h 2637483"/>
                    <a:gd name="connsiteX16" fmla="*/ 329480 w 1001826"/>
                    <a:gd name="connsiteY16" fmla="*/ 939687 h 2637483"/>
                    <a:gd name="connsiteX17" fmla="*/ 391876 w 1001826"/>
                    <a:gd name="connsiteY17" fmla="*/ 775633 h 2637483"/>
                    <a:gd name="connsiteX18" fmla="*/ 262807 w 1001826"/>
                    <a:gd name="connsiteY18" fmla="*/ 466333 h 2637483"/>
                    <a:gd name="connsiteX19" fmla="*/ 359680 w 1001826"/>
                    <a:gd name="connsiteY19" fmla="*/ 355681 h 2637483"/>
                    <a:gd name="connsiteX20" fmla="*/ 394604 w 1001826"/>
                    <a:gd name="connsiteY20" fmla="*/ 238206 h 2637483"/>
                    <a:gd name="connsiteX21" fmla="*/ 350155 w 1001826"/>
                    <a:gd name="connsiteY21" fmla="*/ 63581 h 2637483"/>
                    <a:gd name="connsiteX22" fmla="*/ 169952 w 1001826"/>
                    <a:gd name="connsiteY22" fmla="*/ 3229 h 2637483"/>
                    <a:gd name="connsiteX23" fmla="*/ 51404 w 1001826"/>
                    <a:gd name="connsiteY23" fmla="*/ 149306 h 2637483"/>
                    <a:gd name="connsiteX24" fmla="*/ 124729 w 1001826"/>
                    <a:gd name="connsiteY24" fmla="*/ 381080 h 2637483"/>
                    <a:gd name="connsiteX25" fmla="*/ 42177 w 1001826"/>
                    <a:gd name="connsiteY25" fmla="*/ 539828 h 2637483"/>
                    <a:gd name="connsiteX26" fmla="*/ 24303 w 1001826"/>
                    <a:gd name="connsiteY26" fmla="*/ 689858 h 2637483"/>
                    <a:gd name="connsiteX0" fmla="*/ 24303 w 1001826"/>
                    <a:gd name="connsiteY0" fmla="*/ 689858 h 2637483"/>
                    <a:gd name="connsiteX1" fmla="*/ 13320 w 1001826"/>
                    <a:gd name="connsiteY1" fmla="*/ 873140 h 2637483"/>
                    <a:gd name="connsiteX2" fmla="*/ 39895 w 1001826"/>
                    <a:gd name="connsiteY2" fmla="*/ 1040801 h 2637483"/>
                    <a:gd name="connsiteX3" fmla="*/ 43 w 1001826"/>
                    <a:gd name="connsiteY3" fmla="*/ 1256570 h 2637483"/>
                    <a:gd name="connsiteX4" fmla="*/ 1562 w 1001826"/>
                    <a:gd name="connsiteY4" fmla="*/ 1444382 h 2637483"/>
                    <a:gd name="connsiteX5" fmla="*/ 226084 w 1001826"/>
                    <a:gd name="connsiteY5" fmla="*/ 1710315 h 2637483"/>
                    <a:gd name="connsiteX6" fmla="*/ 465884 w 1001826"/>
                    <a:gd name="connsiteY6" fmla="*/ 1968768 h 2637483"/>
                    <a:gd name="connsiteX7" fmla="*/ 529617 w 1001826"/>
                    <a:gd name="connsiteY7" fmla="*/ 2268331 h 2637483"/>
                    <a:gd name="connsiteX8" fmla="*/ 679316 w 1001826"/>
                    <a:gd name="connsiteY8" fmla="*/ 2513972 h 2637483"/>
                    <a:gd name="connsiteX9" fmla="*/ 723809 w 1001826"/>
                    <a:gd name="connsiteY9" fmla="*/ 2637366 h 2637483"/>
                    <a:gd name="connsiteX10" fmla="*/ 1001234 w 1001826"/>
                    <a:gd name="connsiteY10" fmla="*/ 2494392 h 2637483"/>
                    <a:gd name="connsiteX11" fmla="*/ 788886 w 1001826"/>
                    <a:gd name="connsiteY11" fmla="*/ 2469234 h 2637483"/>
                    <a:gd name="connsiteX12" fmla="*/ 684537 w 1001826"/>
                    <a:gd name="connsiteY12" fmla="*/ 2181021 h 2637483"/>
                    <a:gd name="connsiteX13" fmla="*/ 636158 w 1001826"/>
                    <a:gd name="connsiteY13" fmla="*/ 1871004 h 2637483"/>
                    <a:gd name="connsiteX14" fmla="*/ 396060 w 1001826"/>
                    <a:gd name="connsiteY14" fmla="*/ 1445033 h 2637483"/>
                    <a:gd name="connsiteX15" fmla="*/ 347725 w 1001826"/>
                    <a:gd name="connsiteY15" fmla="*/ 1206364 h 2637483"/>
                    <a:gd name="connsiteX16" fmla="*/ 329480 w 1001826"/>
                    <a:gd name="connsiteY16" fmla="*/ 939687 h 2637483"/>
                    <a:gd name="connsiteX17" fmla="*/ 391876 w 1001826"/>
                    <a:gd name="connsiteY17" fmla="*/ 775633 h 2637483"/>
                    <a:gd name="connsiteX18" fmla="*/ 262807 w 1001826"/>
                    <a:gd name="connsiteY18" fmla="*/ 466333 h 2637483"/>
                    <a:gd name="connsiteX19" fmla="*/ 359680 w 1001826"/>
                    <a:gd name="connsiteY19" fmla="*/ 355681 h 2637483"/>
                    <a:gd name="connsiteX20" fmla="*/ 394604 w 1001826"/>
                    <a:gd name="connsiteY20" fmla="*/ 238206 h 2637483"/>
                    <a:gd name="connsiteX21" fmla="*/ 350155 w 1001826"/>
                    <a:gd name="connsiteY21" fmla="*/ 63581 h 2637483"/>
                    <a:gd name="connsiteX22" fmla="*/ 169952 w 1001826"/>
                    <a:gd name="connsiteY22" fmla="*/ 3229 h 2637483"/>
                    <a:gd name="connsiteX23" fmla="*/ 51404 w 1001826"/>
                    <a:gd name="connsiteY23" fmla="*/ 149306 h 2637483"/>
                    <a:gd name="connsiteX24" fmla="*/ 124729 w 1001826"/>
                    <a:gd name="connsiteY24" fmla="*/ 381080 h 2637483"/>
                    <a:gd name="connsiteX25" fmla="*/ 42177 w 1001826"/>
                    <a:gd name="connsiteY25" fmla="*/ 539828 h 2637483"/>
                    <a:gd name="connsiteX26" fmla="*/ 24303 w 1001826"/>
                    <a:gd name="connsiteY26" fmla="*/ 689858 h 2637483"/>
                    <a:gd name="connsiteX0" fmla="*/ 24303 w 1001826"/>
                    <a:gd name="connsiteY0" fmla="*/ 689858 h 2637483"/>
                    <a:gd name="connsiteX1" fmla="*/ 13320 w 1001826"/>
                    <a:gd name="connsiteY1" fmla="*/ 873140 h 2637483"/>
                    <a:gd name="connsiteX2" fmla="*/ 39895 w 1001826"/>
                    <a:gd name="connsiteY2" fmla="*/ 1040801 h 2637483"/>
                    <a:gd name="connsiteX3" fmla="*/ 43 w 1001826"/>
                    <a:gd name="connsiteY3" fmla="*/ 1256570 h 2637483"/>
                    <a:gd name="connsiteX4" fmla="*/ 1562 w 1001826"/>
                    <a:gd name="connsiteY4" fmla="*/ 1444382 h 2637483"/>
                    <a:gd name="connsiteX5" fmla="*/ 226084 w 1001826"/>
                    <a:gd name="connsiteY5" fmla="*/ 1710315 h 2637483"/>
                    <a:gd name="connsiteX6" fmla="*/ 465884 w 1001826"/>
                    <a:gd name="connsiteY6" fmla="*/ 1968768 h 2637483"/>
                    <a:gd name="connsiteX7" fmla="*/ 529617 w 1001826"/>
                    <a:gd name="connsiteY7" fmla="*/ 2268331 h 2637483"/>
                    <a:gd name="connsiteX8" fmla="*/ 679316 w 1001826"/>
                    <a:gd name="connsiteY8" fmla="*/ 2513972 h 2637483"/>
                    <a:gd name="connsiteX9" fmla="*/ 723809 w 1001826"/>
                    <a:gd name="connsiteY9" fmla="*/ 2637366 h 2637483"/>
                    <a:gd name="connsiteX10" fmla="*/ 1001234 w 1001826"/>
                    <a:gd name="connsiteY10" fmla="*/ 2494392 h 2637483"/>
                    <a:gd name="connsiteX11" fmla="*/ 788886 w 1001826"/>
                    <a:gd name="connsiteY11" fmla="*/ 2469234 h 2637483"/>
                    <a:gd name="connsiteX12" fmla="*/ 692510 w 1001826"/>
                    <a:gd name="connsiteY12" fmla="*/ 2178273 h 2637483"/>
                    <a:gd name="connsiteX13" fmla="*/ 636158 w 1001826"/>
                    <a:gd name="connsiteY13" fmla="*/ 1871004 h 2637483"/>
                    <a:gd name="connsiteX14" fmla="*/ 396060 w 1001826"/>
                    <a:gd name="connsiteY14" fmla="*/ 1445033 h 2637483"/>
                    <a:gd name="connsiteX15" fmla="*/ 347725 w 1001826"/>
                    <a:gd name="connsiteY15" fmla="*/ 1206364 h 2637483"/>
                    <a:gd name="connsiteX16" fmla="*/ 329480 w 1001826"/>
                    <a:gd name="connsiteY16" fmla="*/ 939687 h 2637483"/>
                    <a:gd name="connsiteX17" fmla="*/ 391876 w 1001826"/>
                    <a:gd name="connsiteY17" fmla="*/ 775633 h 2637483"/>
                    <a:gd name="connsiteX18" fmla="*/ 262807 w 1001826"/>
                    <a:gd name="connsiteY18" fmla="*/ 466333 h 2637483"/>
                    <a:gd name="connsiteX19" fmla="*/ 359680 w 1001826"/>
                    <a:gd name="connsiteY19" fmla="*/ 355681 h 2637483"/>
                    <a:gd name="connsiteX20" fmla="*/ 394604 w 1001826"/>
                    <a:gd name="connsiteY20" fmla="*/ 238206 h 2637483"/>
                    <a:gd name="connsiteX21" fmla="*/ 350155 w 1001826"/>
                    <a:gd name="connsiteY21" fmla="*/ 63581 h 2637483"/>
                    <a:gd name="connsiteX22" fmla="*/ 169952 w 1001826"/>
                    <a:gd name="connsiteY22" fmla="*/ 3229 h 2637483"/>
                    <a:gd name="connsiteX23" fmla="*/ 51404 w 1001826"/>
                    <a:gd name="connsiteY23" fmla="*/ 149306 h 2637483"/>
                    <a:gd name="connsiteX24" fmla="*/ 124729 w 1001826"/>
                    <a:gd name="connsiteY24" fmla="*/ 381080 h 2637483"/>
                    <a:gd name="connsiteX25" fmla="*/ 42177 w 1001826"/>
                    <a:gd name="connsiteY25" fmla="*/ 539828 h 2637483"/>
                    <a:gd name="connsiteX26" fmla="*/ 24303 w 1001826"/>
                    <a:gd name="connsiteY26" fmla="*/ 689858 h 2637483"/>
                    <a:gd name="connsiteX0" fmla="*/ 24303 w 1001826"/>
                    <a:gd name="connsiteY0" fmla="*/ 689858 h 2637483"/>
                    <a:gd name="connsiteX1" fmla="*/ 13320 w 1001826"/>
                    <a:gd name="connsiteY1" fmla="*/ 873140 h 2637483"/>
                    <a:gd name="connsiteX2" fmla="*/ 39895 w 1001826"/>
                    <a:gd name="connsiteY2" fmla="*/ 1040801 h 2637483"/>
                    <a:gd name="connsiteX3" fmla="*/ 43 w 1001826"/>
                    <a:gd name="connsiteY3" fmla="*/ 1256570 h 2637483"/>
                    <a:gd name="connsiteX4" fmla="*/ 1562 w 1001826"/>
                    <a:gd name="connsiteY4" fmla="*/ 1444382 h 2637483"/>
                    <a:gd name="connsiteX5" fmla="*/ 226084 w 1001826"/>
                    <a:gd name="connsiteY5" fmla="*/ 1710315 h 2637483"/>
                    <a:gd name="connsiteX6" fmla="*/ 465884 w 1001826"/>
                    <a:gd name="connsiteY6" fmla="*/ 1968768 h 2637483"/>
                    <a:gd name="connsiteX7" fmla="*/ 529617 w 1001826"/>
                    <a:gd name="connsiteY7" fmla="*/ 2268331 h 2637483"/>
                    <a:gd name="connsiteX8" fmla="*/ 679316 w 1001826"/>
                    <a:gd name="connsiteY8" fmla="*/ 2513972 h 2637483"/>
                    <a:gd name="connsiteX9" fmla="*/ 723809 w 1001826"/>
                    <a:gd name="connsiteY9" fmla="*/ 2637366 h 2637483"/>
                    <a:gd name="connsiteX10" fmla="*/ 1001234 w 1001826"/>
                    <a:gd name="connsiteY10" fmla="*/ 2494392 h 2637483"/>
                    <a:gd name="connsiteX11" fmla="*/ 788886 w 1001826"/>
                    <a:gd name="connsiteY11" fmla="*/ 2469234 h 2637483"/>
                    <a:gd name="connsiteX12" fmla="*/ 692510 w 1001826"/>
                    <a:gd name="connsiteY12" fmla="*/ 2178273 h 2637483"/>
                    <a:gd name="connsiteX13" fmla="*/ 636158 w 1001826"/>
                    <a:gd name="connsiteY13" fmla="*/ 1871004 h 2637483"/>
                    <a:gd name="connsiteX14" fmla="*/ 396060 w 1001826"/>
                    <a:gd name="connsiteY14" fmla="*/ 1445033 h 2637483"/>
                    <a:gd name="connsiteX15" fmla="*/ 347725 w 1001826"/>
                    <a:gd name="connsiteY15" fmla="*/ 1206364 h 2637483"/>
                    <a:gd name="connsiteX16" fmla="*/ 329480 w 1001826"/>
                    <a:gd name="connsiteY16" fmla="*/ 939687 h 2637483"/>
                    <a:gd name="connsiteX17" fmla="*/ 391876 w 1001826"/>
                    <a:gd name="connsiteY17" fmla="*/ 775633 h 2637483"/>
                    <a:gd name="connsiteX18" fmla="*/ 262807 w 1001826"/>
                    <a:gd name="connsiteY18" fmla="*/ 466333 h 2637483"/>
                    <a:gd name="connsiteX19" fmla="*/ 359680 w 1001826"/>
                    <a:gd name="connsiteY19" fmla="*/ 355681 h 2637483"/>
                    <a:gd name="connsiteX20" fmla="*/ 394604 w 1001826"/>
                    <a:gd name="connsiteY20" fmla="*/ 238206 h 2637483"/>
                    <a:gd name="connsiteX21" fmla="*/ 350155 w 1001826"/>
                    <a:gd name="connsiteY21" fmla="*/ 63581 h 2637483"/>
                    <a:gd name="connsiteX22" fmla="*/ 169952 w 1001826"/>
                    <a:gd name="connsiteY22" fmla="*/ 3229 h 2637483"/>
                    <a:gd name="connsiteX23" fmla="*/ 51404 w 1001826"/>
                    <a:gd name="connsiteY23" fmla="*/ 149306 h 2637483"/>
                    <a:gd name="connsiteX24" fmla="*/ 124729 w 1001826"/>
                    <a:gd name="connsiteY24" fmla="*/ 381080 h 2637483"/>
                    <a:gd name="connsiteX25" fmla="*/ 42177 w 1001826"/>
                    <a:gd name="connsiteY25" fmla="*/ 539828 h 2637483"/>
                    <a:gd name="connsiteX26" fmla="*/ 24303 w 1001826"/>
                    <a:gd name="connsiteY26" fmla="*/ 689858 h 2637483"/>
                    <a:gd name="connsiteX0" fmla="*/ 24303 w 1001826"/>
                    <a:gd name="connsiteY0" fmla="*/ 689858 h 2637483"/>
                    <a:gd name="connsiteX1" fmla="*/ 13320 w 1001826"/>
                    <a:gd name="connsiteY1" fmla="*/ 873140 h 2637483"/>
                    <a:gd name="connsiteX2" fmla="*/ 39895 w 1001826"/>
                    <a:gd name="connsiteY2" fmla="*/ 1040801 h 2637483"/>
                    <a:gd name="connsiteX3" fmla="*/ 43 w 1001826"/>
                    <a:gd name="connsiteY3" fmla="*/ 1256570 h 2637483"/>
                    <a:gd name="connsiteX4" fmla="*/ 1562 w 1001826"/>
                    <a:gd name="connsiteY4" fmla="*/ 1444382 h 2637483"/>
                    <a:gd name="connsiteX5" fmla="*/ 226084 w 1001826"/>
                    <a:gd name="connsiteY5" fmla="*/ 1710315 h 2637483"/>
                    <a:gd name="connsiteX6" fmla="*/ 465884 w 1001826"/>
                    <a:gd name="connsiteY6" fmla="*/ 1968768 h 2637483"/>
                    <a:gd name="connsiteX7" fmla="*/ 529617 w 1001826"/>
                    <a:gd name="connsiteY7" fmla="*/ 2268331 h 2637483"/>
                    <a:gd name="connsiteX8" fmla="*/ 679316 w 1001826"/>
                    <a:gd name="connsiteY8" fmla="*/ 2513972 h 2637483"/>
                    <a:gd name="connsiteX9" fmla="*/ 723809 w 1001826"/>
                    <a:gd name="connsiteY9" fmla="*/ 2637366 h 2637483"/>
                    <a:gd name="connsiteX10" fmla="*/ 1001234 w 1001826"/>
                    <a:gd name="connsiteY10" fmla="*/ 2494392 h 2637483"/>
                    <a:gd name="connsiteX11" fmla="*/ 788886 w 1001826"/>
                    <a:gd name="connsiteY11" fmla="*/ 2469234 h 2637483"/>
                    <a:gd name="connsiteX12" fmla="*/ 692510 w 1001826"/>
                    <a:gd name="connsiteY12" fmla="*/ 2178273 h 2637483"/>
                    <a:gd name="connsiteX13" fmla="*/ 636158 w 1001826"/>
                    <a:gd name="connsiteY13" fmla="*/ 1871004 h 2637483"/>
                    <a:gd name="connsiteX14" fmla="*/ 396060 w 1001826"/>
                    <a:gd name="connsiteY14" fmla="*/ 1445033 h 2637483"/>
                    <a:gd name="connsiteX15" fmla="*/ 347725 w 1001826"/>
                    <a:gd name="connsiteY15" fmla="*/ 1206364 h 2637483"/>
                    <a:gd name="connsiteX16" fmla="*/ 329480 w 1001826"/>
                    <a:gd name="connsiteY16" fmla="*/ 939687 h 2637483"/>
                    <a:gd name="connsiteX17" fmla="*/ 391876 w 1001826"/>
                    <a:gd name="connsiteY17" fmla="*/ 775633 h 2637483"/>
                    <a:gd name="connsiteX18" fmla="*/ 262807 w 1001826"/>
                    <a:gd name="connsiteY18" fmla="*/ 466333 h 2637483"/>
                    <a:gd name="connsiteX19" fmla="*/ 359680 w 1001826"/>
                    <a:gd name="connsiteY19" fmla="*/ 355681 h 2637483"/>
                    <a:gd name="connsiteX20" fmla="*/ 394604 w 1001826"/>
                    <a:gd name="connsiteY20" fmla="*/ 238206 h 2637483"/>
                    <a:gd name="connsiteX21" fmla="*/ 350155 w 1001826"/>
                    <a:gd name="connsiteY21" fmla="*/ 63581 h 2637483"/>
                    <a:gd name="connsiteX22" fmla="*/ 169952 w 1001826"/>
                    <a:gd name="connsiteY22" fmla="*/ 3229 h 2637483"/>
                    <a:gd name="connsiteX23" fmla="*/ 51404 w 1001826"/>
                    <a:gd name="connsiteY23" fmla="*/ 149306 h 2637483"/>
                    <a:gd name="connsiteX24" fmla="*/ 124729 w 1001826"/>
                    <a:gd name="connsiteY24" fmla="*/ 381080 h 2637483"/>
                    <a:gd name="connsiteX25" fmla="*/ 42177 w 1001826"/>
                    <a:gd name="connsiteY25" fmla="*/ 539828 h 2637483"/>
                    <a:gd name="connsiteX26" fmla="*/ 24303 w 1001826"/>
                    <a:gd name="connsiteY26" fmla="*/ 689858 h 2637483"/>
                    <a:gd name="connsiteX0" fmla="*/ 24303 w 1001826"/>
                    <a:gd name="connsiteY0" fmla="*/ 689858 h 2637499"/>
                    <a:gd name="connsiteX1" fmla="*/ 13320 w 1001826"/>
                    <a:gd name="connsiteY1" fmla="*/ 873140 h 2637499"/>
                    <a:gd name="connsiteX2" fmla="*/ 39895 w 1001826"/>
                    <a:gd name="connsiteY2" fmla="*/ 1040801 h 2637499"/>
                    <a:gd name="connsiteX3" fmla="*/ 43 w 1001826"/>
                    <a:gd name="connsiteY3" fmla="*/ 1256570 h 2637499"/>
                    <a:gd name="connsiteX4" fmla="*/ 1562 w 1001826"/>
                    <a:gd name="connsiteY4" fmla="*/ 1444382 h 2637499"/>
                    <a:gd name="connsiteX5" fmla="*/ 226084 w 1001826"/>
                    <a:gd name="connsiteY5" fmla="*/ 1710315 h 2637499"/>
                    <a:gd name="connsiteX6" fmla="*/ 465884 w 1001826"/>
                    <a:gd name="connsiteY6" fmla="*/ 1968768 h 2637499"/>
                    <a:gd name="connsiteX7" fmla="*/ 489753 w 1001826"/>
                    <a:gd name="connsiteY7" fmla="*/ 2218857 h 2637499"/>
                    <a:gd name="connsiteX8" fmla="*/ 679316 w 1001826"/>
                    <a:gd name="connsiteY8" fmla="*/ 2513972 h 2637499"/>
                    <a:gd name="connsiteX9" fmla="*/ 723809 w 1001826"/>
                    <a:gd name="connsiteY9" fmla="*/ 2637366 h 2637499"/>
                    <a:gd name="connsiteX10" fmla="*/ 1001234 w 1001826"/>
                    <a:gd name="connsiteY10" fmla="*/ 2494392 h 2637499"/>
                    <a:gd name="connsiteX11" fmla="*/ 788886 w 1001826"/>
                    <a:gd name="connsiteY11" fmla="*/ 2469234 h 2637499"/>
                    <a:gd name="connsiteX12" fmla="*/ 692510 w 1001826"/>
                    <a:gd name="connsiteY12" fmla="*/ 2178273 h 2637499"/>
                    <a:gd name="connsiteX13" fmla="*/ 636158 w 1001826"/>
                    <a:gd name="connsiteY13" fmla="*/ 1871004 h 2637499"/>
                    <a:gd name="connsiteX14" fmla="*/ 396060 w 1001826"/>
                    <a:gd name="connsiteY14" fmla="*/ 1445033 h 2637499"/>
                    <a:gd name="connsiteX15" fmla="*/ 347725 w 1001826"/>
                    <a:gd name="connsiteY15" fmla="*/ 1206364 h 2637499"/>
                    <a:gd name="connsiteX16" fmla="*/ 329480 w 1001826"/>
                    <a:gd name="connsiteY16" fmla="*/ 939687 h 2637499"/>
                    <a:gd name="connsiteX17" fmla="*/ 391876 w 1001826"/>
                    <a:gd name="connsiteY17" fmla="*/ 775633 h 2637499"/>
                    <a:gd name="connsiteX18" fmla="*/ 262807 w 1001826"/>
                    <a:gd name="connsiteY18" fmla="*/ 466333 h 2637499"/>
                    <a:gd name="connsiteX19" fmla="*/ 359680 w 1001826"/>
                    <a:gd name="connsiteY19" fmla="*/ 355681 h 2637499"/>
                    <a:gd name="connsiteX20" fmla="*/ 394604 w 1001826"/>
                    <a:gd name="connsiteY20" fmla="*/ 238206 h 2637499"/>
                    <a:gd name="connsiteX21" fmla="*/ 350155 w 1001826"/>
                    <a:gd name="connsiteY21" fmla="*/ 63581 h 2637499"/>
                    <a:gd name="connsiteX22" fmla="*/ 169952 w 1001826"/>
                    <a:gd name="connsiteY22" fmla="*/ 3229 h 2637499"/>
                    <a:gd name="connsiteX23" fmla="*/ 51404 w 1001826"/>
                    <a:gd name="connsiteY23" fmla="*/ 149306 h 2637499"/>
                    <a:gd name="connsiteX24" fmla="*/ 124729 w 1001826"/>
                    <a:gd name="connsiteY24" fmla="*/ 381080 h 2637499"/>
                    <a:gd name="connsiteX25" fmla="*/ 42177 w 1001826"/>
                    <a:gd name="connsiteY25" fmla="*/ 539828 h 2637499"/>
                    <a:gd name="connsiteX26" fmla="*/ 24303 w 1001826"/>
                    <a:gd name="connsiteY26" fmla="*/ 689858 h 2637499"/>
                    <a:gd name="connsiteX0" fmla="*/ 24303 w 1001826"/>
                    <a:gd name="connsiteY0" fmla="*/ 689858 h 2637499"/>
                    <a:gd name="connsiteX1" fmla="*/ 13320 w 1001826"/>
                    <a:gd name="connsiteY1" fmla="*/ 873140 h 2637499"/>
                    <a:gd name="connsiteX2" fmla="*/ 39895 w 1001826"/>
                    <a:gd name="connsiteY2" fmla="*/ 1040801 h 2637499"/>
                    <a:gd name="connsiteX3" fmla="*/ 43 w 1001826"/>
                    <a:gd name="connsiteY3" fmla="*/ 1256570 h 2637499"/>
                    <a:gd name="connsiteX4" fmla="*/ 1562 w 1001826"/>
                    <a:gd name="connsiteY4" fmla="*/ 1444382 h 2637499"/>
                    <a:gd name="connsiteX5" fmla="*/ 226084 w 1001826"/>
                    <a:gd name="connsiteY5" fmla="*/ 1710315 h 2637499"/>
                    <a:gd name="connsiteX6" fmla="*/ 465884 w 1001826"/>
                    <a:gd name="connsiteY6" fmla="*/ 1968768 h 2637499"/>
                    <a:gd name="connsiteX7" fmla="*/ 489753 w 1001826"/>
                    <a:gd name="connsiteY7" fmla="*/ 2218857 h 2637499"/>
                    <a:gd name="connsiteX8" fmla="*/ 679316 w 1001826"/>
                    <a:gd name="connsiteY8" fmla="*/ 2513972 h 2637499"/>
                    <a:gd name="connsiteX9" fmla="*/ 723809 w 1001826"/>
                    <a:gd name="connsiteY9" fmla="*/ 2637366 h 2637499"/>
                    <a:gd name="connsiteX10" fmla="*/ 1001234 w 1001826"/>
                    <a:gd name="connsiteY10" fmla="*/ 2494392 h 2637499"/>
                    <a:gd name="connsiteX11" fmla="*/ 788886 w 1001826"/>
                    <a:gd name="connsiteY11" fmla="*/ 2469234 h 2637499"/>
                    <a:gd name="connsiteX12" fmla="*/ 692510 w 1001826"/>
                    <a:gd name="connsiteY12" fmla="*/ 2178273 h 2637499"/>
                    <a:gd name="connsiteX13" fmla="*/ 636158 w 1001826"/>
                    <a:gd name="connsiteY13" fmla="*/ 1871004 h 2637499"/>
                    <a:gd name="connsiteX14" fmla="*/ 396060 w 1001826"/>
                    <a:gd name="connsiteY14" fmla="*/ 1445033 h 2637499"/>
                    <a:gd name="connsiteX15" fmla="*/ 347725 w 1001826"/>
                    <a:gd name="connsiteY15" fmla="*/ 1206364 h 2637499"/>
                    <a:gd name="connsiteX16" fmla="*/ 329480 w 1001826"/>
                    <a:gd name="connsiteY16" fmla="*/ 939687 h 2637499"/>
                    <a:gd name="connsiteX17" fmla="*/ 391876 w 1001826"/>
                    <a:gd name="connsiteY17" fmla="*/ 775633 h 2637499"/>
                    <a:gd name="connsiteX18" fmla="*/ 262807 w 1001826"/>
                    <a:gd name="connsiteY18" fmla="*/ 466333 h 2637499"/>
                    <a:gd name="connsiteX19" fmla="*/ 359680 w 1001826"/>
                    <a:gd name="connsiteY19" fmla="*/ 355681 h 2637499"/>
                    <a:gd name="connsiteX20" fmla="*/ 394604 w 1001826"/>
                    <a:gd name="connsiteY20" fmla="*/ 238206 h 2637499"/>
                    <a:gd name="connsiteX21" fmla="*/ 350155 w 1001826"/>
                    <a:gd name="connsiteY21" fmla="*/ 63581 h 2637499"/>
                    <a:gd name="connsiteX22" fmla="*/ 169952 w 1001826"/>
                    <a:gd name="connsiteY22" fmla="*/ 3229 h 2637499"/>
                    <a:gd name="connsiteX23" fmla="*/ 51404 w 1001826"/>
                    <a:gd name="connsiteY23" fmla="*/ 149306 h 2637499"/>
                    <a:gd name="connsiteX24" fmla="*/ 124729 w 1001826"/>
                    <a:gd name="connsiteY24" fmla="*/ 381080 h 2637499"/>
                    <a:gd name="connsiteX25" fmla="*/ 42177 w 1001826"/>
                    <a:gd name="connsiteY25" fmla="*/ 539828 h 2637499"/>
                    <a:gd name="connsiteX26" fmla="*/ 24303 w 1001826"/>
                    <a:gd name="connsiteY26" fmla="*/ 689858 h 2637499"/>
                    <a:gd name="connsiteX0" fmla="*/ 24303 w 1001826"/>
                    <a:gd name="connsiteY0" fmla="*/ 689858 h 2637499"/>
                    <a:gd name="connsiteX1" fmla="*/ 13320 w 1001826"/>
                    <a:gd name="connsiteY1" fmla="*/ 873140 h 2637499"/>
                    <a:gd name="connsiteX2" fmla="*/ 39895 w 1001826"/>
                    <a:gd name="connsiteY2" fmla="*/ 1040801 h 2637499"/>
                    <a:gd name="connsiteX3" fmla="*/ 43 w 1001826"/>
                    <a:gd name="connsiteY3" fmla="*/ 1256570 h 2637499"/>
                    <a:gd name="connsiteX4" fmla="*/ 1562 w 1001826"/>
                    <a:gd name="connsiteY4" fmla="*/ 1444382 h 2637499"/>
                    <a:gd name="connsiteX5" fmla="*/ 226084 w 1001826"/>
                    <a:gd name="connsiteY5" fmla="*/ 1710315 h 2637499"/>
                    <a:gd name="connsiteX6" fmla="*/ 465884 w 1001826"/>
                    <a:gd name="connsiteY6" fmla="*/ 1968768 h 2637499"/>
                    <a:gd name="connsiteX7" fmla="*/ 489753 w 1001826"/>
                    <a:gd name="connsiteY7" fmla="*/ 2218857 h 2637499"/>
                    <a:gd name="connsiteX8" fmla="*/ 679316 w 1001826"/>
                    <a:gd name="connsiteY8" fmla="*/ 2513972 h 2637499"/>
                    <a:gd name="connsiteX9" fmla="*/ 723809 w 1001826"/>
                    <a:gd name="connsiteY9" fmla="*/ 2637366 h 2637499"/>
                    <a:gd name="connsiteX10" fmla="*/ 1001234 w 1001826"/>
                    <a:gd name="connsiteY10" fmla="*/ 2494392 h 2637499"/>
                    <a:gd name="connsiteX11" fmla="*/ 788886 w 1001826"/>
                    <a:gd name="connsiteY11" fmla="*/ 2469234 h 2637499"/>
                    <a:gd name="connsiteX12" fmla="*/ 692510 w 1001826"/>
                    <a:gd name="connsiteY12" fmla="*/ 2178273 h 2637499"/>
                    <a:gd name="connsiteX13" fmla="*/ 636158 w 1001826"/>
                    <a:gd name="connsiteY13" fmla="*/ 1871004 h 2637499"/>
                    <a:gd name="connsiteX14" fmla="*/ 396060 w 1001826"/>
                    <a:gd name="connsiteY14" fmla="*/ 1445033 h 2637499"/>
                    <a:gd name="connsiteX15" fmla="*/ 347725 w 1001826"/>
                    <a:gd name="connsiteY15" fmla="*/ 1206364 h 2637499"/>
                    <a:gd name="connsiteX16" fmla="*/ 329480 w 1001826"/>
                    <a:gd name="connsiteY16" fmla="*/ 939687 h 2637499"/>
                    <a:gd name="connsiteX17" fmla="*/ 391876 w 1001826"/>
                    <a:gd name="connsiteY17" fmla="*/ 775633 h 2637499"/>
                    <a:gd name="connsiteX18" fmla="*/ 262807 w 1001826"/>
                    <a:gd name="connsiteY18" fmla="*/ 466333 h 2637499"/>
                    <a:gd name="connsiteX19" fmla="*/ 359680 w 1001826"/>
                    <a:gd name="connsiteY19" fmla="*/ 355681 h 2637499"/>
                    <a:gd name="connsiteX20" fmla="*/ 394604 w 1001826"/>
                    <a:gd name="connsiteY20" fmla="*/ 238206 h 2637499"/>
                    <a:gd name="connsiteX21" fmla="*/ 350155 w 1001826"/>
                    <a:gd name="connsiteY21" fmla="*/ 63581 h 2637499"/>
                    <a:gd name="connsiteX22" fmla="*/ 169952 w 1001826"/>
                    <a:gd name="connsiteY22" fmla="*/ 3229 h 2637499"/>
                    <a:gd name="connsiteX23" fmla="*/ 51404 w 1001826"/>
                    <a:gd name="connsiteY23" fmla="*/ 149306 h 2637499"/>
                    <a:gd name="connsiteX24" fmla="*/ 124729 w 1001826"/>
                    <a:gd name="connsiteY24" fmla="*/ 381080 h 2637499"/>
                    <a:gd name="connsiteX25" fmla="*/ 42177 w 1001826"/>
                    <a:gd name="connsiteY25" fmla="*/ 539828 h 2637499"/>
                    <a:gd name="connsiteX26" fmla="*/ 24303 w 1001826"/>
                    <a:gd name="connsiteY26" fmla="*/ 689858 h 2637499"/>
                    <a:gd name="connsiteX0" fmla="*/ 24303 w 1001826"/>
                    <a:gd name="connsiteY0" fmla="*/ 689858 h 2637509"/>
                    <a:gd name="connsiteX1" fmla="*/ 13320 w 1001826"/>
                    <a:gd name="connsiteY1" fmla="*/ 873140 h 2637509"/>
                    <a:gd name="connsiteX2" fmla="*/ 39895 w 1001826"/>
                    <a:gd name="connsiteY2" fmla="*/ 1040801 h 2637509"/>
                    <a:gd name="connsiteX3" fmla="*/ 43 w 1001826"/>
                    <a:gd name="connsiteY3" fmla="*/ 1256570 h 2637509"/>
                    <a:gd name="connsiteX4" fmla="*/ 1562 w 1001826"/>
                    <a:gd name="connsiteY4" fmla="*/ 1444382 h 2637509"/>
                    <a:gd name="connsiteX5" fmla="*/ 226084 w 1001826"/>
                    <a:gd name="connsiteY5" fmla="*/ 1710315 h 2637509"/>
                    <a:gd name="connsiteX6" fmla="*/ 465884 w 1001826"/>
                    <a:gd name="connsiteY6" fmla="*/ 1968768 h 2637509"/>
                    <a:gd name="connsiteX7" fmla="*/ 481780 w 1001826"/>
                    <a:gd name="connsiteY7" fmla="*/ 2194120 h 2637509"/>
                    <a:gd name="connsiteX8" fmla="*/ 679316 w 1001826"/>
                    <a:gd name="connsiteY8" fmla="*/ 2513972 h 2637509"/>
                    <a:gd name="connsiteX9" fmla="*/ 723809 w 1001826"/>
                    <a:gd name="connsiteY9" fmla="*/ 2637366 h 2637509"/>
                    <a:gd name="connsiteX10" fmla="*/ 1001234 w 1001826"/>
                    <a:gd name="connsiteY10" fmla="*/ 2494392 h 2637509"/>
                    <a:gd name="connsiteX11" fmla="*/ 788886 w 1001826"/>
                    <a:gd name="connsiteY11" fmla="*/ 2469234 h 2637509"/>
                    <a:gd name="connsiteX12" fmla="*/ 692510 w 1001826"/>
                    <a:gd name="connsiteY12" fmla="*/ 2178273 h 2637509"/>
                    <a:gd name="connsiteX13" fmla="*/ 636158 w 1001826"/>
                    <a:gd name="connsiteY13" fmla="*/ 1871004 h 2637509"/>
                    <a:gd name="connsiteX14" fmla="*/ 396060 w 1001826"/>
                    <a:gd name="connsiteY14" fmla="*/ 1445033 h 2637509"/>
                    <a:gd name="connsiteX15" fmla="*/ 347725 w 1001826"/>
                    <a:gd name="connsiteY15" fmla="*/ 1206364 h 2637509"/>
                    <a:gd name="connsiteX16" fmla="*/ 329480 w 1001826"/>
                    <a:gd name="connsiteY16" fmla="*/ 939687 h 2637509"/>
                    <a:gd name="connsiteX17" fmla="*/ 391876 w 1001826"/>
                    <a:gd name="connsiteY17" fmla="*/ 775633 h 2637509"/>
                    <a:gd name="connsiteX18" fmla="*/ 262807 w 1001826"/>
                    <a:gd name="connsiteY18" fmla="*/ 466333 h 2637509"/>
                    <a:gd name="connsiteX19" fmla="*/ 359680 w 1001826"/>
                    <a:gd name="connsiteY19" fmla="*/ 355681 h 2637509"/>
                    <a:gd name="connsiteX20" fmla="*/ 394604 w 1001826"/>
                    <a:gd name="connsiteY20" fmla="*/ 238206 h 2637509"/>
                    <a:gd name="connsiteX21" fmla="*/ 350155 w 1001826"/>
                    <a:gd name="connsiteY21" fmla="*/ 63581 h 2637509"/>
                    <a:gd name="connsiteX22" fmla="*/ 169952 w 1001826"/>
                    <a:gd name="connsiteY22" fmla="*/ 3229 h 2637509"/>
                    <a:gd name="connsiteX23" fmla="*/ 51404 w 1001826"/>
                    <a:gd name="connsiteY23" fmla="*/ 149306 h 2637509"/>
                    <a:gd name="connsiteX24" fmla="*/ 124729 w 1001826"/>
                    <a:gd name="connsiteY24" fmla="*/ 381080 h 2637509"/>
                    <a:gd name="connsiteX25" fmla="*/ 42177 w 1001826"/>
                    <a:gd name="connsiteY25" fmla="*/ 539828 h 2637509"/>
                    <a:gd name="connsiteX26" fmla="*/ 24303 w 1001826"/>
                    <a:gd name="connsiteY26" fmla="*/ 689858 h 2637509"/>
                    <a:gd name="connsiteX0" fmla="*/ 24303 w 1001826"/>
                    <a:gd name="connsiteY0" fmla="*/ 689858 h 2637500"/>
                    <a:gd name="connsiteX1" fmla="*/ 13320 w 1001826"/>
                    <a:gd name="connsiteY1" fmla="*/ 873140 h 2637500"/>
                    <a:gd name="connsiteX2" fmla="*/ 39895 w 1001826"/>
                    <a:gd name="connsiteY2" fmla="*/ 1040801 h 2637500"/>
                    <a:gd name="connsiteX3" fmla="*/ 43 w 1001826"/>
                    <a:gd name="connsiteY3" fmla="*/ 1256570 h 2637500"/>
                    <a:gd name="connsiteX4" fmla="*/ 1562 w 1001826"/>
                    <a:gd name="connsiteY4" fmla="*/ 1444382 h 2637500"/>
                    <a:gd name="connsiteX5" fmla="*/ 226084 w 1001826"/>
                    <a:gd name="connsiteY5" fmla="*/ 1710315 h 2637500"/>
                    <a:gd name="connsiteX6" fmla="*/ 465884 w 1001826"/>
                    <a:gd name="connsiteY6" fmla="*/ 1968768 h 2637500"/>
                    <a:gd name="connsiteX7" fmla="*/ 500383 w 1001826"/>
                    <a:gd name="connsiteY7" fmla="*/ 2216108 h 2637500"/>
                    <a:gd name="connsiteX8" fmla="*/ 679316 w 1001826"/>
                    <a:gd name="connsiteY8" fmla="*/ 2513972 h 2637500"/>
                    <a:gd name="connsiteX9" fmla="*/ 723809 w 1001826"/>
                    <a:gd name="connsiteY9" fmla="*/ 2637366 h 2637500"/>
                    <a:gd name="connsiteX10" fmla="*/ 1001234 w 1001826"/>
                    <a:gd name="connsiteY10" fmla="*/ 2494392 h 2637500"/>
                    <a:gd name="connsiteX11" fmla="*/ 788886 w 1001826"/>
                    <a:gd name="connsiteY11" fmla="*/ 2469234 h 2637500"/>
                    <a:gd name="connsiteX12" fmla="*/ 692510 w 1001826"/>
                    <a:gd name="connsiteY12" fmla="*/ 2178273 h 2637500"/>
                    <a:gd name="connsiteX13" fmla="*/ 636158 w 1001826"/>
                    <a:gd name="connsiteY13" fmla="*/ 1871004 h 2637500"/>
                    <a:gd name="connsiteX14" fmla="*/ 396060 w 1001826"/>
                    <a:gd name="connsiteY14" fmla="*/ 1445033 h 2637500"/>
                    <a:gd name="connsiteX15" fmla="*/ 347725 w 1001826"/>
                    <a:gd name="connsiteY15" fmla="*/ 1206364 h 2637500"/>
                    <a:gd name="connsiteX16" fmla="*/ 329480 w 1001826"/>
                    <a:gd name="connsiteY16" fmla="*/ 939687 h 2637500"/>
                    <a:gd name="connsiteX17" fmla="*/ 391876 w 1001826"/>
                    <a:gd name="connsiteY17" fmla="*/ 775633 h 2637500"/>
                    <a:gd name="connsiteX18" fmla="*/ 262807 w 1001826"/>
                    <a:gd name="connsiteY18" fmla="*/ 466333 h 2637500"/>
                    <a:gd name="connsiteX19" fmla="*/ 359680 w 1001826"/>
                    <a:gd name="connsiteY19" fmla="*/ 355681 h 2637500"/>
                    <a:gd name="connsiteX20" fmla="*/ 394604 w 1001826"/>
                    <a:gd name="connsiteY20" fmla="*/ 238206 h 2637500"/>
                    <a:gd name="connsiteX21" fmla="*/ 350155 w 1001826"/>
                    <a:gd name="connsiteY21" fmla="*/ 63581 h 2637500"/>
                    <a:gd name="connsiteX22" fmla="*/ 169952 w 1001826"/>
                    <a:gd name="connsiteY22" fmla="*/ 3229 h 2637500"/>
                    <a:gd name="connsiteX23" fmla="*/ 51404 w 1001826"/>
                    <a:gd name="connsiteY23" fmla="*/ 149306 h 2637500"/>
                    <a:gd name="connsiteX24" fmla="*/ 124729 w 1001826"/>
                    <a:gd name="connsiteY24" fmla="*/ 381080 h 2637500"/>
                    <a:gd name="connsiteX25" fmla="*/ 42177 w 1001826"/>
                    <a:gd name="connsiteY25" fmla="*/ 539828 h 2637500"/>
                    <a:gd name="connsiteX26" fmla="*/ 24303 w 1001826"/>
                    <a:gd name="connsiteY26" fmla="*/ 689858 h 2637500"/>
                    <a:gd name="connsiteX0" fmla="*/ 24303 w 1001826"/>
                    <a:gd name="connsiteY0" fmla="*/ 689858 h 2637500"/>
                    <a:gd name="connsiteX1" fmla="*/ 13320 w 1001826"/>
                    <a:gd name="connsiteY1" fmla="*/ 873140 h 2637500"/>
                    <a:gd name="connsiteX2" fmla="*/ 39895 w 1001826"/>
                    <a:gd name="connsiteY2" fmla="*/ 1040801 h 2637500"/>
                    <a:gd name="connsiteX3" fmla="*/ 43 w 1001826"/>
                    <a:gd name="connsiteY3" fmla="*/ 1256570 h 2637500"/>
                    <a:gd name="connsiteX4" fmla="*/ 1562 w 1001826"/>
                    <a:gd name="connsiteY4" fmla="*/ 1444382 h 2637500"/>
                    <a:gd name="connsiteX5" fmla="*/ 226084 w 1001826"/>
                    <a:gd name="connsiteY5" fmla="*/ 1710315 h 2637500"/>
                    <a:gd name="connsiteX6" fmla="*/ 465884 w 1001826"/>
                    <a:gd name="connsiteY6" fmla="*/ 1968768 h 2637500"/>
                    <a:gd name="connsiteX7" fmla="*/ 500383 w 1001826"/>
                    <a:gd name="connsiteY7" fmla="*/ 2216108 h 2637500"/>
                    <a:gd name="connsiteX8" fmla="*/ 679316 w 1001826"/>
                    <a:gd name="connsiteY8" fmla="*/ 2513972 h 2637500"/>
                    <a:gd name="connsiteX9" fmla="*/ 723809 w 1001826"/>
                    <a:gd name="connsiteY9" fmla="*/ 2637366 h 2637500"/>
                    <a:gd name="connsiteX10" fmla="*/ 1001234 w 1001826"/>
                    <a:gd name="connsiteY10" fmla="*/ 2494392 h 2637500"/>
                    <a:gd name="connsiteX11" fmla="*/ 788886 w 1001826"/>
                    <a:gd name="connsiteY11" fmla="*/ 2469234 h 2637500"/>
                    <a:gd name="connsiteX12" fmla="*/ 692510 w 1001826"/>
                    <a:gd name="connsiteY12" fmla="*/ 2178273 h 2637500"/>
                    <a:gd name="connsiteX13" fmla="*/ 636158 w 1001826"/>
                    <a:gd name="connsiteY13" fmla="*/ 1871004 h 2637500"/>
                    <a:gd name="connsiteX14" fmla="*/ 396060 w 1001826"/>
                    <a:gd name="connsiteY14" fmla="*/ 1445033 h 2637500"/>
                    <a:gd name="connsiteX15" fmla="*/ 347725 w 1001826"/>
                    <a:gd name="connsiteY15" fmla="*/ 1206364 h 2637500"/>
                    <a:gd name="connsiteX16" fmla="*/ 329480 w 1001826"/>
                    <a:gd name="connsiteY16" fmla="*/ 939687 h 2637500"/>
                    <a:gd name="connsiteX17" fmla="*/ 391876 w 1001826"/>
                    <a:gd name="connsiteY17" fmla="*/ 775633 h 2637500"/>
                    <a:gd name="connsiteX18" fmla="*/ 262807 w 1001826"/>
                    <a:gd name="connsiteY18" fmla="*/ 466333 h 2637500"/>
                    <a:gd name="connsiteX19" fmla="*/ 359680 w 1001826"/>
                    <a:gd name="connsiteY19" fmla="*/ 355681 h 2637500"/>
                    <a:gd name="connsiteX20" fmla="*/ 394604 w 1001826"/>
                    <a:gd name="connsiteY20" fmla="*/ 238206 h 2637500"/>
                    <a:gd name="connsiteX21" fmla="*/ 350155 w 1001826"/>
                    <a:gd name="connsiteY21" fmla="*/ 63581 h 2637500"/>
                    <a:gd name="connsiteX22" fmla="*/ 169952 w 1001826"/>
                    <a:gd name="connsiteY22" fmla="*/ 3229 h 2637500"/>
                    <a:gd name="connsiteX23" fmla="*/ 51404 w 1001826"/>
                    <a:gd name="connsiteY23" fmla="*/ 149306 h 2637500"/>
                    <a:gd name="connsiteX24" fmla="*/ 124729 w 1001826"/>
                    <a:gd name="connsiteY24" fmla="*/ 381080 h 2637500"/>
                    <a:gd name="connsiteX25" fmla="*/ 42177 w 1001826"/>
                    <a:gd name="connsiteY25" fmla="*/ 539828 h 2637500"/>
                    <a:gd name="connsiteX26" fmla="*/ 24303 w 1001826"/>
                    <a:gd name="connsiteY26" fmla="*/ 689858 h 2637500"/>
                    <a:gd name="connsiteX0" fmla="*/ 30714 w 1008237"/>
                    <a:gd name="connsiteY0" fmla="*/ 689858 h 2637500"/>
                    <a:gd name="connsiteX1" fmla="*/ 19731 w 1008237"/>
                    <a:gd name="connsiteY1" fmla="*/ 873140 h 2637500"/>
                    <a:gd name="connsiteX2" fmla="*/ 46306 w 1008237"/>
                    <a:gd name="connsiteY2" fmla="*/ 1040801 h 2637500"/>
                    <a:gd name="connsiteX3" fmla="*/ 6454 w 1008237"/>
                    <a:gd name="connsiteY3" fmla="*/ 1256570 h 2637500"/>
                    <a:gd name="connsiteX4" fmla="*/ 0 w 1008237"/>
                    <a:gd name="connsiteY4" fmla="*/ 1433388 h 2637500"/>
                    <a:gd name="connsiteX5" fmla="*/ 232495 w 1008237"/>
                    <a:gd name="connsiteY5" fmla="*/ 1710315 h 2637500"/>
                    <a:gd name="connsiteX6" fmla="*/ 472295 w 1008237"/>
                    <a:gd name="connsiteY6" fmla="*/ 1968768 h 2637500"/>
                    <a:gd name="connsiteX7" fmla="*/ 506794 w 1008237"/>
                    <a:gd name="connsiteY7" fmla="*/ 2216108 h 2637500"/>
                    <a:gd name="connsiteX8" fmla="*/ 685727 w 1008237"/>
                    <a:gd name="connsiteY8" fmla="*/ 2513972 h 2637500"/>
                    <a:gd name="connsiteX9" fmla="*/ 730220 w 1008237"/>
                    <a:gd name="connsiteY9" fmla="*/ 2637366 h 2637500"/>
                    <a:gd name="connsiteX10" fmla="*/ 1007645 w 1008237"/>
                    <a:gd name="connsiteY10" fmla="*/ 2494392 h 2637500"/>
                    <a:gd name="connsiteX11" fmla="*/ 795297 w 1008237"/>
                    <a:gd name="connsiteY11" fmla="*/ 2469234 h 2637500"/>
                    <a:gd name="connsiteX12" fmla="*/ 698921 w 1008237"/>
                    <a:gd name="connsiteY12" fmla="*/ 2178273 h 2637500"/>
                    <a:gd name="connsiteX13" fmla="*/ 642569 w 1008237"/>
                    <a:gd name="connsiteY13" fmla="*/ 1871004 h 2637500"/>
                    <a:gd name="connsiteX14" fmla="*/ 402471 w 1008237"/>
                    <a:gd name="connsiteY14" fmla="*/ 1445033 h 2637500"/>
                    <a:gd name="connsiteX15" fmla="*/ 354136 w 1008237"/>
                    <a:gd name="connsiteY15" fmla="*/ 1206364 h 2637500"/>
                    <a:gd name="connsiteX16" fmla="*/ 335891 w 1008237"/>
                    <a:gd name="connsiteY16" fmla="*/ 939687 h 2637500"/>
                    <a:gd name="connsiteX17" fmla="*/ 398287 w 1008237"/>
                    <a:gd name="connsiteY17" fmla="*/ 775633 h 2637500"/>
                    <a:gd name="connsiteX18" fmla="*/ 269218 w 1008237"/>
                    <a:gd name="connsiteY18" fmla="*/ 466333 h 2637500"/>
                    <a:gd name="connsiteX19" fmla="*/ 366091 w 1008237"/>
                    <a:gd name="connsiteY19" fmla="*/ 355681 h 2637500"/>
                    <a:gd name="connsiteX20" fmla="*/ 401015 w 1008237"/>
                    <a:gd name="connsiteY20" fmla="*/ 238206 h 2637500"/>
                    <a:gd name="connsiteX21" fmla="*/ 356566 w 1008237"/>
                    <a:gd name="connsiteY21" fmla="*/ 63581 h 2637500"/>
                    <a:gd name="connsiteX22" fmla="*/ 176363 w 1008237"/>
                    <a:gd name="connsiteY22" fmla="*/ 3229 h 2637500"/>
                    <a:gd name="connsiteX23" fmla="*/ 57815 w 1008237"/>
                    <a:gd name="connsiteY23" fmla="*/ 149306 h 2637500"/>
                    <a:gd name="connsiteX24" fmla="*/ 131140 w 1008237"/>
                    <a:gd name="connsiteY24" fmla="*/ 381080 h 2637500"/>
                    <a:gd name="connsiteX25" fmla="*/ 48588 w 1008237"/>
                    <a:gd name="connsiteY25" fmla="*/ 539828 h 2637500"/>
                    <a:gd name="connsiteX26" fmla="*/ 30714 w 1008237"/>
                    <a:gd name="connsiteY26" fmla="*/ 689858 h 2637500"/>
                    <a:gd name="connsiteX0" fmla="*/ 48205 w 1025728"/>
                    <a:gd name="connsiteY0" fmla="*/ 689858 h 2637500"/>
                    <a:gd name="connsiteX1" fmla="*/ 37222 w 1025728"/>
                    <a:gd name="connsiteY1" fmla="*/ 873140 h 2637500"/>
                    <a:gd name="connsiteX2" fmla="*/ 63797 w 1025728"/>
                    <a:gd name="connsiteY2" fmla="*/ 1040801 h 2637500"/>
                    <a:gd name="connsiteX3" fmla="*/ 27 w 1025728"/>
                    <a:gd name="connsiteY3" fmla="*/ 1267564 h 2637500"/>
                    <a:gd name="connsiteX4" fmla="*/ 17491 w 1025728"/>
                    <a:gd name="connsiteY4" fmla="*/ 1433388 h 2637500"/>
                    <a:gd name="connsiteX5" fmla="*/ 249986 w 1025728"/>
                    <a:gd name="connsiteY5" fmla="*/ 1710315 h 2637500"/>
                    <a:gd name="connsiteX6" fmla="*/ 489786 w 1025728"/>
                    <a:gd name="connsiteY6" fmla="*/ 1968768 h 2637500"/>
                    <a:gd name="connsiteX7" fmla="*/ 524285 w 1025728"/>
                    <a:gd name="connsiteY7" fmla="*/ 2216108 h 2637500"/>
                    <a:gd name="connsiteX8" fmla="*/ 703218 w 1025728"/>
                    <a:gd name="connsiteY8" fmla="*/ 2513972 h 2637500"/>
                    <a:gd name="connsiteX9" fmla="*/ 747711 w 1025728"/>
                    <a:gd name="connsiteY9" fmla="*/ 2637366 h 2637500"/>
                    <a:gd name="connsiteX10" fmla="*/ 1025136 w 1025728"/>
                    <a:gd name="connsiteY10" fmla="*/ 2494392 h 2637500"/>
                    <a:gd name="connsiteX11" fmla="*/ 812788 w 1025728"/>
                    <a:gd name="connsiteY11" fmla="*/ 2469234 h 2637500"/>
                    <a:gd name="connsiteX12" fmla="*/ 716412 w 1025728"/>
                    <a:gd name="connsiteY12" fmla="*/ 2178273 h 2637500"/>
                    <a:gd name="connsiteX13" fmla="*/ 660060 w 1025728"/>
                    <a:gd name="connsiteY13" fmla="*/ 1871004 h 2637500"/>
                    <a:gd name="connsiteX14" fmla="*/ 419962 w 1025728"/>
                    <a:gd name="connsiteY14" fmla="*/ 1445033 h 2637500"/>
                    <a:gd name="connsiteX15" fmla="*/ 371627 w 1025728"/>
                    <a:gd name="connsiteY15" fmla="*/ 1206364 h 2637500"/>
                    <a:gd name="connsiteX16" fmla="*/ 353382 w 1025728"/>
                    <a:gd name="connsiteY16" fmla="*/ 939687 h 2637500"/>
                    <a:gd name="connsiteX17" fmla="*/ 415778 w 1025728"/>
                    <a:gd name="connsiteY17" fmla="*/ 775633 h 2637500"/>
                    <a:gd name="connsiteX18" fmla="*/ 286709 w 1025728"/>
                    <a:gd name="connsiteY18" fmla="*/ 466333 h 2637500"/>
                    <a:gd name="connsiteX19" fmla="*/ 383582 w 1025728"/>
                    <a:gd name="connsiteY19" fmla="*/ 355681 h 2637500"/>
                    <a:gd name="connsiteX20" fmla="*/ 418506 w 1025728"/>
                    <a:gd name="connsiteY20" fmla="*/ 238206 h 2637500"/>
                    <a:gd name="connsiteX21" fmla="*/ 374057 w 1025728"/>
                    <a:gd name="connsiteY21" fmla="*/ 63581 h 2637500"/>
                    <a:gd name="connsiteX22" fmla="*/ 193854 w 1025728"/>
                    <a:gd name="connsiteY22" fmla="*/ 3229 h 2637500"/>
                    <a:gd name="connsiteX23" fmla="*/ 75306 w 1025728"/>
                    <a:gd name="connsiteY23" fmla="*/ 149306 h 2637500"/>
                    <a:gd name="connsiteX24" fmla="*/ 148631 w 1025728"/>
                    <a:gd name="connsiteY24" fmla="*/ 381080 h 2637500"/>
                    <a:gd name="connsiteX25" fmla="*/ 66079 w 1025728"/>
                    <a:gd name="connsiteY25" fmla="*/ 539828 h 2637500"/>
                    <a:gd name="connsiteX26" fmla="*/ 48205 w 1025728"/>
                    <a:gd name="connsiteY26" fmla="*/ 689858 h 2637500"/>
                    <a:gd name="connsiteX0" fmla="*/ 48178 w 1025701"/>
                    <a:gd name="connsiteY0" fmla="*/ 689858 h 2637500"/>
                    <a:gd name="connsiteX1" fmla="*/ 37195 w 1025701"/>
                    <a:gd name="connsiteY1" fmla="*/ 873140 h 2637500"/>
                    <a:gd name="connsiteX2" fmla="*/ 63770 w 1025701"/>
                    <a:gd name="connsiteY2" fmla="*/ 1040801 h 2637500"/>
                    <a:gd name="connsiteX3" fmla="*/ 0 w 1025701"/>
                    <a:gd name="connsiteY3" fmla="*/ 1267564 h 2637500"/>
                    <a:gd name="connsiteX4" fmla="*/ 17464 w 1025701"/>
                    <a:gd name="connsiteY4" fmla="*/ 1433388 h 2637500"/>
                    <a:gd name="connsiteX5" fmla="*/ 249959 w 1025701"/>
                    <a:gd name="connsiteY5" fmla="*/ 1710315 h 2637500"/>
                    <a:gd name="connsiteX6" fmla="*/ 489759 w 1025701"/>
                    <a:gd name="connsiteY6" fmla="*/ 1968768 h 2637500"/>
                    <a:gd name="connsiteX7" fmla="*/ 524258 w 1025701"/>
                    <a:gd name="connsiteY7" fmla="*/ 2216108 h 2637500"/>
                    <a:gd name="connsiteX8" fmla="*/ 703191 w 1025701"/>
                    <a:gd name="connsiteY8" fmla="*/ 2513972 h 2637500"/>
                    <a:gd name="connsiteX9" fmla="*/ 747684 w 1025701"/>
                    <a:gd name="connsiteY9" fmla="*/ 2637366 h 2637500"/>
                    <a:gd name="connsiteX10" fmla="*/ 1025109 w 1025701"/>
                    <a:gd name="connsiteY10" fmla="*/ 2494392 h 2637500"/>
                    <a:gd name="connsiteX11" fmla="*/ 812761 w 1025701"/>
                    <a:gd name="connsiteY11" fmla="*/ 2469234 h 2637500"/>
                    <a:gd name="connsiteX12" fmla="*/ 716385 w 1025701"/>
                    <a:gd name="connsiteY12" fmla="*/ 2178273 h 2637500"/>
                    <a:gd name="connsiteX13" fmla="*/ 660033 w 1025701"/>
                    <a:gd name="connsiteY13" fmla="*/ 1871004 h 2637500"/>
                    <a:gd name="connsiteX14" fmla="*/ 419935 w 1025701"/>
                    <a:gd name="connsiteY14" fmla="*/ 1445033 h 2637500"/>
                    <a:gd name="connsiteX15" fmla="*/ 371600 w 1025701"/>
                    <a:gd name="connsiteY15" fmla="*/ 1206364 h 2637500"/>
                    <a:gd name="connsiteX16" fmla="*/ 353355 w 1025701"/>
                    <a:gd name="connsiteY16" fmla="*/ 939687 h 2637500"/>
                    <a:gd name="connsiteX17" fmla="*/ 415751 w 1025701"/>
                    <a:gd name="connsiteY17" fmla="*/ 775633 h 2637500"/>
                    <a:gd name="connsiteX18" fmla="*/ 286682 w 1025701"/>
                    <a:gd name="connsiteY18" fmla="*/ 466333 h 2637500"/>
                    <a:gd name="connsiteX19" fmla="*/ 383555 w 1025701"/>
                    <a:gd name="connsiteY19" fmla="*/ 355681 h 2637500"/>
                    <a:gd name="connsiteX20" fmla="*/ 418479 w 1025701"/>
                    <a:gd name="connsiteY20" fmla="*/ 238206 h 2637500"/>
                    <a:gd name="connsiteX21" fmla="*/ 374030 w 1025701"/>
                    <a:gd name="connsiteY21" fmla="*/ 63581 h 2637500"/>
                    <a:gd name="connsiteX22" fmla="*/ 193827 w 1025701"/>
                    <a:gd name="connsiteY22" fmla="*/ 3229 h 2637500"/>
                    <a:gd name="connsiteX23" fmla="*/ 75279 w 1025701"/>
                    <a:gd name="connsiteY23" fmla="*/ 149306 h 2637500"/>
                    <a:gd name="connsiteX24" fmla="*/ 148604 w 1025701"/>
                    <a:gd name="connsiteY24" fmla="*/ 381080 h 2637500"/>
                    <a:gd name="connsiteX25" fmla="*/ 66052 w 1025701"/>
                    <a:gd name="connsiteY25" fmla="*/ 539828 h 2637500"/>
                    <a:gd name="connsiteX26" fmla="*/ 48178 w 1025701"/>
                    <a:gd name="connsiteY26" fmla="*/ 689858 h 2637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025701" h="2637500">
                      <a:moveTo>
                        <a:pt x="48178" y="689858"/>
                      </a:moveTo>
                      <a:cubicBezTo>
                        <a:pt x="43369" y="745410"/>
                        <a:pt x="41238" y="778688"/>
                        <a:pt x="37195" y="873140"/>
                      </a:cubicBezTo>
                      <a:lnTo>
                        <a:pt x="63770" y="1040801"/>
                      </a:lnTo>
                      <a:cubicBezTo>
                        <a:pt x="65101" y="1078137"/>
                        <a:pt x="17019" y="1198926"/>
                        <a:pt x="0" y="1267564"/>
                      </a:cubicBezTo>
                      <a:cubicBezTo>
                        <a:pt x="15034" y="1400647"/>
                        <a:pt x="17993" y="1378150"/>
                        <a:pt x="17464" y="1433388"/>
                      </a:cubicBezTo>
                      <a:cubicBezTo>
                        <a:pt x="54805" y="1500996"/>
                        <a:pt x="171243" y="1621085"/>
                        <a:pt x="249959" y="1710315"/>
                      </a:cubicBezTo>
                      <a:cubicBezTo>
                        <a:pt x="328675" y="1799545"/>
                        <a:pt x="395653" y="1818274"/>
                        <a:pt x="489759" y="1968768"/>
                      </a:cubicBezTo>
                      <a:cubicBezTo>
                        <a:pt x="488193" y="2138502"/>
                        <a:pt x="507289" y="2169218"/>
                        <a:pt x="524258" y="2216108"/>
                      </a:cubicBezTo>
                      <a:cubicBezTo>
                        <a:pt x="541227" y="2262998"/>
                        <a:pt x="665953" y="2443762"/>
                        <a:pt x="703191" y="2513972"/>
                      </a:cubicBezTo>
                      <a:cubicBezTo>
                        <a:pt x="740429" y="2584182"/>
                        <a:pt x="694031" y="2640629"/>
                        <a:pt x="747684" y="2637366"/>
                      </a:cubicBezTo>
                      <a:cubicBezTo>
                        <a:pt x="801337" y="2634103"/>
                        <a:pt x="1014263" y="2522414"/>
                        <a:pt x="1025109" y="2494392"/>
                      </a:cubicBezTo>
                      <a:cubicBezTo>
                        <a:pt x="1035955" y="2466370"/>
                        <a:pt x="895393" y="2465125"/>
                        <a:pt x="812761" y="2469234"/>
                      </a:cubicBezTo>
                      <a:cubicBezTo>
                        <a:pt x="756436" y="2320001"/>
                        <a:pt x="772488" y="2361667"/>
                        <a:pt x="716385" y="2178273"/>
                      </a:cubicBezTo>
                      <a:cubicBezTo>
                        <a:pt x="691681" y="2053976"/>
                        <a:pt x="668465" y="2050741"/>
                        <a:pt x="660033" y="1871004"/>
                      </a:cubicBezTo>
                      <a:cubicBezTo>
                        <a:pt x="621063" y="1690250"/>
                        <a:pt x="468007" y="1555806"/>
                        <a:pt x="419935" y="1445033"/>
                      </a:cubicBezTo>
                      <a:cubicBezTo>
                        <a:pt x="371863" y="1334260"/>
                        <a:pt x="356783" y="1221181"/>
                        <a:pt x="371600" y="1206364"/>
                      </a:cubicBezTo>
                      <a:cubicBezTo>
                        <a:pt x="356960" y="1108855"/>
                        <a:pt x="345997" y="1011475"/>
                        <a:pt x="353355" y="939687"/>
                      </a:cubicBezTo>
                      <a:cubicBezTo>
                        <a:pt x="360713" y="867899"/>
                        <a:pt x="359012" y="886140"/>
                        <a:pt x="415751" y="775633"/>
                      </a:cubicBezTo>
                      <a:cubicBezTo>
                        <a:pt x="376064" y="651809"/>
                        <a:pt x="292048" y="536325"/>
                        <a:pt x="286682" y="466333"/>
                      </a:cubicBezTo>
                      <a:cubicBezTo>
                        <a:pt x="281316" y="396341"/>
                        <a:pt x="361589" y="393702"/>
                        <a:pt x="383555" y="355681"/>
                      </a:cubicBezTo>
                      <a:cubicBezTo>
                        <a:pt x="405521" y="317660"/>
                        <a:pt x="398900" y="283186"/>
                        <a:pt x="418479" y="238206"/>
                      </a:cubicBezTo>
                      <a:cubicBezTo>
                        <a:pt x="390433" y="193227"/>
                        <a:pt x="411472" y="102744"/>
                        <a:pt x="374030" y="63581"/>
                      </a:cubicBezTo>
                      <a:cubicBezTo>
                        <a:pt x="336588" y="24418"/>
                        <a:pt x="243619" y="-11058"/>
                        <a:pt x="193827" y="3229"/>
                      </a:cubicBezTo>
                      <a:cubicBezTo>
                        <a:pt x="144035" y="17516"/>
                        <a:pt x="82816" y="86331"/>
                        <a:pt x="75279" y="149306"/>
                      </a:cubicBezTo>
                      <a:cubicBezTo>
                        <a:pt x="67742" y="212281"/>
                        <a:pt x="150142" y="315993"/>
                        <a:pt x="148604" y="381080"/>
                      </a:cubicBezTo>
                      <a:cubicBezTo>
                        <a:pt x="147066" y="446167"/>
                        <a:pt x="104152" y="459924"/>
                        <a:pt x="66052" y="539828"/>
                      </a:cubicBezTo>
                      <a:cubicBezTo>
                        <a:pt x="36420" y="601210"/>
                        <a:pt x="52987" y="634306"/>
                        <a:pt x="48178" y="689858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" name="任意多边形: 形状 529">
                  <a:extLst>
                    <a:ext uri="{FF2B5EF4-FFF2-40B4-BE49-F238E27FC236}">
                      <a16:creationId xmlns:a16="http://schemas.microsoft.com/office/drawing/2014/main" id="{B80ED5CF-FA60-0647-D013-133A1233B293}"/>
                    </a:ext>
                  </a:extLst>
                </p:cNvPr>
                <p:cNvSpPr/>
                <p:nvPr/>
              </p:nvSpPr>
              <p:spPr>
                <a:xfrm rot="1261961">
                  <a:off x="910780" y="7723621"/>
                  <a:ext cx="385513" cy="1170221"/>
                </a:xfrm>
                <a:custGeom>
                  <a:avLst/>
                  <a:gdLst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250825 h 869950"/>
                    <a:gd name="connsiteX15" fmla="*/ 244475 w 748958"/>
                    <a:gd name="connsiteY15" fmla="*/ 228600 h 869950"/>
                    <a:gd name="connsiteX16" fmla="*/ 231775 w 748958"/>
                    <a:gd name="connsiteY16" fmla="*/ 196850 h 869950"/>
                    <a:gd name="connsiteX17" fmla="*/ 209550 w 748958"/>
                    <a:gd name="connsiteY17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31775 w 748958"/>
                    <a:gd name="connsiteY15" fmla="*/ 196850 h 869950"/>
                    <a:gd name="connsiteX16" fmla="*/ 209550 w 748958"/>
                    <a:gd name="connsiteY16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09550 w 748958"/>
                    <a:gd name="connsiteY15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484187 w 748958"/>
                    <a:gd name="connsiteY12" fmla="*/ 534988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54512"/>
                    <a:gd name="connsiteY0" fmla="*/ 0 h 869950"/>
                    <a:gd name="connsiteX1" fmla="*/ 69850 w 754512"/>
                    <a:gd name="connsiteY1" fmla="*/ 168275 h 869950"/>
                    <a:gd name="connsiteX2" fmla="*/ 136525 w 754512"/>
                    <a:gd name="connsiteY2" fmla="*/ 320675 h 869950"/>
                    <a:gd name="connsiteX3" fmla="*/ 450850 w 754512"/>
                    <a:gd name="connsiteY3" fmla="*/ 704850 h 869950"/>
                    <a:gd name="connsiteX4" fmla="*/ 552450 w 754512"/>
                    <a:gd name="connsiteY4" fmla="*/ 787400 h 869950"/>
                    <a:gd name="connsiteX5" fmla="*/ 625475 w 754512"/>
                    <a:gd name="connsiteY5" fmla="*/ 812800 h 869950"/>
                    <a:gd name="connsiteX6" fmla="*/ 720725 w 754512"/>
                    <a:gd name="connsiteY6" fmla="*/ 866775 h 869950"/>
                    <a:gd name="connsiteX7" fmla="*/ 742950 w 754512"/>
                    <a:gd name="connsiteY7" fmla="*/ 869950 h 869950"/>
                    <a:gd name="connsiteX8" fmla="*/ 746125 w 754512"/>
                    <a:gd name="connsiteY8" fmla="*/ 771525 h 869950"/>
                    <a:gd name="connsiteX9" fmla="*/ 622300 w 754512"/>
                    <a:gd name="connsiteY9" fmla="*/ 581025 h 869950"/>
                    <a:gd name="connsiteX10" fmla="*/ 574675 w 754512"/>
                    <a:gd name="connsiteY10" fmla="*/ 546100 h 869950"/>
                    <a:gd name="connsiteX11" fmla="*/ 484187 w 754512"/>
                    <a:gd name="connsiteY11" fmla="*/ 534988 h 869950"/>
                    <a:gd name="connsiteX12" fmla="*/ 325438 w 754512"/>
                    <a:gd name="connsiteY12" fmla="*/ 398462 h 869950"/>
                    <a:gd name="connsiteX13" fmla="*/ 260350 w 754512"/>
                    <a:gd name="connsiteY13" fmla="*/ 184150 h 869950"/>
                    <a:gd name="connsiteX14" fmla="*/ 228600 w 754512"/>
                    <a:gd name="connsiteY14" fmla="*/ 50800 h 86995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546100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612775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5288"/>
                    <a:gd name="connsiteY0" fmla="*/ 0 h 867380"/>
                    <a:gd name="connsiteX1" fmla="*/ 69850 w 755288"/>
                    <a:gd name="connsiteY1" fmla="*/ 168275 h 867380"/>
                    <a:gd name="connsiteX2" fmla="*/ 136525 w 755288"/>
                    <a:gd name="connsiteY2" fmla="*/ 320675 h 867380"/>
                    <a:gd name="connsiteX3" fmla="*/ 450850 w 755288"/>
                    <a:gd name="connsiteY3" fmla="*/ 704850 h 867380"/>
                    <a:gd name="connsiteX4" fmla="*/ 552450 w 755288"/>
                    <a:gd name="connsiteY4" fmla="*/ 787400 h 867380"/>
                    <a:gd name="connsiteX5" fmla="*/ 625475 w 755288"/>
                    <a:gd name="connsiteY5" fmla="*/ 812800 h 867380"/>
                    <a:gd name="connsiteX6" fmla="*/ 720725 w 755288"/>
                    <a:gd name="connsiteY6" fmla="*/ 866775 h 867380"/>
                    <a:gd name="connsiteX7" fmla="*/ 746125 w 755288"/>
                    <a:gd name="connsiteY7" fmla="*/ 771525 h 867380"/>
                    <a:gd name="connsiteX8" fmla="*/ 574675 w 755288"/>
                    <a:gd name="connsiteY8" fmla="*/ 612775 h 867380"/>
                    <a:gd name="connsiteX9" fmla="*/ 484187 w 755288"/>
                    <a:gd name="connsiteY9" fmla="*/ 534988 h 867380"/>
                    <a:gd name="connsiteX10" fmla="*/ 325438 w 755288"/>
                    <a:gd name="connsiteY10" fmla="*/ 398462 h 867380"/>
                    <a:gd name="connsiteX11" fmla="*/ 260350 w 755288"/>
                    <a:gd name="connsiteY11" fmla="*/ 184150 h 867380"/>
                    <a:gd name="connsiteX12" fmla="*/ 228600 w 755288"/>
                    <a:gd name="connsiteY12" fmla="*/ 50800 h 867380"/>
                    <a:gd name="connsiteX0" fmla="*/ 0 w 723110"/>
                    <a:gd name="connsiteY0" fmla="*/ 0 h 871984"/>
                    <a:gd name="connsiteX1" fmla="*/ 69850 w 723110"/>
                    <a:gd name="connsiteY1" fmla="*/ 168275 h 871984"/>
                    <a:gd name="connsiteX2" fmla="*/ 136525 w 723110"/>
                    <a:gd name="connsiteY2" fmla="*/ 320675 h 871984"/>
                    <a:gd name="connsiteX3" fmla="*/ 450850 w 723110"/>
                    <a:gd name="connsiteY3" fmla="*/ 704850 h 871984"/>
                    <a:gd name="connsiteX4" fmla="*/ 552450 w 723110"/>
                    <a:gd name="connsiteY4" fmla="*/ 787400 h 871984"/>
                    <a:gd name="connsiteX5" fmla="*/ 625475 w 723110"/>
                    <a:gd name="connsiteY5" fmla="*/ 812800 h 871984"/>
                    <a:gd name="connsiteX6" fmla="*/ 720725 w 723110"/>
                    <a:gd name="connsiteY6" fmla="*/ 866775 h 871984"/>
                    <a:gd name="connsiteX7" fmla="*/ 684213 w 723110"/>
                    <a:gd name="connsiteY7" fmla="*/ 663575 h 871984"/>
                    <a:gd name="connsiteX8" fmla="*/ 574675 w 723110"/>
                    <a:gd name="connsiteY8" fmla="*/ 612775 h 871984"/>
                    <a:gd name="connsiteX9" fmla="*/ 484187 w 723110"/>
                    <a:gd name="connsiteY9" fmla="*/ 534988 h 871984"/>
                    <a:gd name="connsiteX10" fmla="*/ 325438 w 723110"/>
                    <a:gd name="connsiteY10" fmla="*/ 398462 h 871984"/>
                    <a:gd name="connsiteX11" fmla="*/ 260350 w 723110"/>
                    <a:gd name="connsiteY11" fmla="*/ 184150 h 871984"/>
                    <a:gd name="connsiteX12" fmla="*/ 228600 w 723110"/>
                    <a:gd name="connsiteY12" fmla="*/ 50800 h 871984"/>
                    <a:gd name="connsiteX0" fmla="*/ 0 w 744443"/>
                    <a:gd name="connsiteY0" fmla="*/ 0 h 813354"/>
                    <a:gd name="connsiteX1" fmla="*/ 69850 w 744443"/>
                    <a:gd name="connsiteY1" fmla="*/ 168275 h 813354"/>
                    <a:gd name="connsiteX2" fmla="*/ 136525 w 744443"/>
                    <a:gd name="connsiteY2" fmla="*/ 320675 h 813354"/>
                    <a:gd name="connsiteX3" fmla="*/ 450850 w 744443"/>
                    <a:gd name="connsiteY3" fmla="*/ 704850 h 813354"/>
                    <a:gd name="connsiteX4" fmla="*/ 552450 w 744443"/>
                    <a:gd name="connsiteY4" fmla="*/ 787400 h 813354"/>
                    <a:gd name="connsiteX5" fmla="*/ 625475 w 744443"/>
                    <a:gd name="connsiteY5" fmla="*/ 812800 h 813354"/>
                    <a:gd name="connsiteX6" fmla="*/ 742950 w 744443"/>
                    <a:gd name="connsiteY6" fmla="*/ 765175 h 813354"/>
                    <a:gd name="connsiteX7" fmla="*/ 684213 w 744443"/>
                    <a:gd name="connsiteY7" fmla="*/ 663575 h 813354"/>
                    <a:gd name="connsiteX8" fmla="*/ 574675 w 744443"/>
                    <a:gd name="connsiteY8" fmla="*/ 612775 h 813354"/>
                    <a:gd name="connsiteX9" fmla="*/ 484187 w 744443"/>
                    <a:gd name="connsiteY9" fmla="*/ 534988 h 813354"/>
                    <a:gd name="connsiteX10" fmla="*/ 325438 w 744443"/>
                    <a:gd name="connsiteY10" fmla="*/ 398462 h 813354"/>
                    <a:gd name="connsiteX11" fmla="*/ 260350 w 744443"/>
                    <a:gd name="connsiteY11" fmla="*/ 184150 h 813354"/>
                    <a:gd name="connsiteX12" fmla="*/ 228600 w 744443"/>
                    <a:gd name="connsiteY12" fmla="*/ 50800 h 813354"/>
                    <a:gd name="connsiteX0" fmla="*/ 0 w 743946"/>
                    <a:gd name="connsiteY0" fmla="*/ 0 h 807518"/>
                    <a:gd name="connsiteX1" fmla="*/ 69850 w 743946"/>
                    <a:gd name="connsiteY1" fmla="*/ 168275 h 807518"/>
                    <a:gd name="connsiteX2" fmla="*/ 136525 w 743946"/>
                    <a:gd name="connsiteY2" fmla="*/ 320675 h 807518"/>
                    <a:gd name="connsiteX3" fmla="*/ 450850 w 743946"/>
                    <a:gd name="connsiteY3" fmla="*/ 704850 h 807518"/>
                    <a:gd name="connsiteX4" fmla="*/ 552450 w 743946"/>
                    <a:gd name="connsiteY4" fmla="*/ 787400 h 807518"/>
                    <a:gd name="connsiteX5" fmla="*/ 708025 w 743946"/>
                    <a:gd name="connsiteY5" fmla="*/ 806450 h 807518"/>
                    <a:gd name="connsiteX6" fmla="*/ 742950 w 743946"/>
                    <a:gd name="connsiteY6" fmla="*/ 765175 h 807518"/>
                    <a:gd name="connsiteX7" fmla="*/ 684213 w 743946"/>
                    <a:gd name="connsiteY7" fmla="*/ 663575 h 807518"/>
                    <a:gd name="connsiteX8" fmla="*/ 574675 w 743946"/>
                    <a:gd name="connsiteY8" fmla="*/ 612775 h 807518"/>
                    <a:gd name="connsiteX9" fmla="*/ 484187 w 743946"/>
                    <a:gd name="connsiteY9" fmla="*/ 534988 h 807518"/>
                    <a:gd name="connsiteX10" fmla="*/ 325438 w 743946"/>
                    <a:gd name="connsiteY10" fmla="*/ 398462 h 807518"/>
                    <a:gd name="connsiteX11" fmla="*/ 260350 w 743946"/>
                    <a:gd name="connsiteY11" fmla="*/ 184150 h 807518"/>
                    <a:gd name="connsiteX12" fmla="*/ 228600 w 743946"/>
                    <a:gd name="connsiteY12" fmla="*/ 50800 h 807518"/>
                    <a:gd name="connsiteX0" fmla="*/ 0 w 743478"/>
                    <a:gd name="connsiteY0" fmla="*/ 0 h 809036"/>
                    <a:gd name="connsiteX1" fmla="*/ 69850 w 743478"/>
                    <a:gd name="connsiteY1" fmla="*/ 168275 h 809036"/>
                    <a:gd name="connsiteX2" fmla="*/ 136525 w 743478"/>
                    <a:gd name="connsiteY2" fmla="*/ 320675 h 809036"/>
                    <a:gd name="connsiteX3" fmla="*/ 450850 w 743478"/>
                    <a:gd name="connsiteY3" fmla="*/ 704850 h 809036"/>
                    <a:gd name="connsiteX4" fmla="*/ 623887 w 743478"/>
                    <a:gd name="connsiteY4" fmla="*/ 793750 h 809036"/>
                    <a:gd name="connsiteX5" fmla="*/ 708025 w 743478"/>
                    <a:gd name="connsiteY5" fmla="*/ 806450 h 809036"/>
                    <a:gd name="connsiteX6" fmla="*/ 742950 w 743478"/>
                    <a:gd name="connsiteY6" fmla="*/ 765175 h 809036"/>
                    <a:gd name="connsiteX7" fmla="*/ 684213 w 743478"/>
                    <a:gd name="connsiteY7" fmla="*/ 663575 h 809036"/>
                    <a:gd name="connsiteX8" fmla="*/ 574675 w 743478"/>
                    <a:gd name="connsiteY8" fmla="*/ 612775 h 809036"/>
                    <a:gd name="connsiteX9" fmla="*/ 484187 w 743478"/>
                    <a:gd name="connsiteY9" fmla="*/ 534988 h 809036"/>
                    <a:gd name="connsiteX10" fmla="*/ 325438 w 743478"/>
                    <a:gd name="connsiteY10" fmla="*/ 398462 h 809036"/>
                    <a:gd name="connsiteX11" fmla="*/ 260350 w 743478"/>
                    <a:gd name="connsiteY11" fmla="*/ 184150 h 809036"/>
                    <a:gd name="connsiteX12" fmla="*/ 228600 w 743478"/>
                    <a:gd name="connsiteY12" fmla="*/ 50800 h 80903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542925 w 743478"/>
                    <a:gd name="connsiteY3" fmla="*/ 709613 h 808866"/>
                    <a:gd name="connsiteX4" fmla="*/ 623887 w 743478"/>
                    <a:gd name="connsiteY4" fmla="*/ 793750 h 808866"/>
                    <a:gd name="connsiteX5" fmla="*/ 708025 w 743478"/>
                    <a:gd name="connsiteY5" fmla="*/ 806450 h 808866"/>
                    <a:gd name="connsiteX6" fmla="*/ 742950 w 743478"/>
                    <a:gd name="connsiteY6" fmla="*/ 765175 h 808866"/>
                    <a:gd name="connsiteX7" fmla="*/ 684213 w 743478"/>
                    <a:gd name="connsiteY7" fmla="*/ 663575 h 808866"/>
                    <a:gd name="connsiteX8" fmla="*/ 574675 w 743478"/>
                    <a:gd name="connsiteY8" fmla="*/ 612775 h 808866"/>
                    <a:gd name="connsiteX9" fmla="*/ 484187 w 743478"/>
                    <a:gd name="connsiteY9" fmla="*/ 534988 h 808866"/>
                    <a:gd name="connsiteX10" fmla="*/ 325438 w 743478"/>
                    <a:gd name="connsiteY10" fmla="*/ 398462 h 808866"/>
                    <a:gd name="connsiteX11" fmla="*/ 260350 w 743478"/>
                    <a:gd name="connsiteY11" fmla="*/ 184150 h 808866"/>
                    <a:gd name="connsiteX12" fmla="*/ 228600 w 743478"/>
                    <a:gd name="connsiteY12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350838 w 743478"/>
                    <a:gd name="connsiteY3" fmla="*/ 5286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146050 w 743478"/>
                    <a:gd name="connsiteY1" fmla="*/ 306387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675215"/>
                    <a:gd name="connsiteY0" fmla="*/ 79375 h 758066"/>
                    <a:gd name="connsiteX1" fmla="*/ 77787 w 675215"/>
                    <a:gd name="connsiteY1" fmla="*/ 255587 h 758066"/>
                    <a:gd name="connsiteX2" fmla="*/ 127000 w 675215"/>
                    <a:gd name="connsiteY2" fmla="*/ 387350 h 758066"/>
                    <a:gd name="connsiteX3" fmla="*/ 190500 w 675215"/>
                    <a:gd name="connsiteY3" fmla="*/ 452438 h 758066"/>
                    <a:gd name="connsiteX4" fmla="*/ 474662 w 675215"/>
                    <a:gd name="connsiteY4" fmla="*/ 658813 h 758066"/>
                    <a:gd name="connsiteX5" fmla="*/ 555624 w 675215"/>
                    <a:gd name="connsiteY5" fmla="*/ 742950 h 758066"/>
                    <a:gd name="connsiteX6" fmla="*/ 639762 w 675215"/>
                    <a:gd name="connsiteY6" fmla="*/ 755650 h 758066"/>
                    <a:gd name="connsiteX7" fmla="*/ 674687 w 675215"/>
                    <a:gd name="connsiteY7" fmla="*/ 714375 h 758066"/>
                    <a:gd name="connsiteX8" fmla="*/ 615950 w 675215"/>
                    <a:gd name="connsiteY8" fmla="*/ 612775 h 758066"/>
                    <a:gd name="connsiteX9" fmla="*/ 506412 w 675215"/>
                    <a:gd name="connsiteY9" fmla="*/ 561975 h 758066"/>
                    <a:gd name="connsiteX10" fmla="*/ 415924 w 675215"/>
                    <a:gd name="connsiteY10" fmla="*/ 484188 h 758066"/>
                    <a:gd name="connsiteX11" fmla="*/ 257175 w 675215"/>
                    <a:gd name="connsiteY11" fmla="*/ 347662 h 758066"/>
                    <a:gd name="connsiteX12" fmla="*/ 192087 w 675215"/>
                    <a:gd name="connsiteY12" fmla="*/ 133350 h 758066"/>
                    <a:gd name="connsiteX13" fmla="*/ 160337 w 675215"/>
                    <a:gd name="connsiteY13" fmla="*/ 0 h 758066"/>
                    <a:gd name="connsiteX0" fmla="*/ 4551 w 679766"/>
                    <a:gd name="connsiteY0" fmla="*/ 79375 h 758066"/>
                    <a:gd name="connsiteX1" fmla="*/ 6138 w 679766"/>
                    <a:gd name="connsiteY1" fmla="*/ 80963 h 758066"/>
                    <a:gd name="connsiteX2" fmla="*/ 82338 w 679766"/>
                    <a:gd name="connsiteY2" fmla="*/ 255587 h 758066"/>
                    <a:gd name="connsiteX3" fmla="*/ 131551 w 679766"/>
                    <a:gd name="connsiteY3" fmla="*/ 387350 h 758066"/>
                    <a:gd name="connsiteX4" fmla="*/ 195051 w 679766"/>
                    <a:gd name="connsiteY4" fmla="*/ 452438 h 758066"/>
                    <a:gd name="connsiteX5" fmla="*/ 479213 w 679766"/>
                    <a:gd name="connsiteY5" fmla="*/ 658813 h 758066"/>
                    <a:gd name="connsiteX6" fmla="*/ 560175 w 679766"/>
                    <a:gd name="connsiteY6" fmla="*/ 742950 h 758066"/>
                    <a:gd name="connsiteX7" fmla="*/ 644313 w 679766"/>
                    <a:gd name="connsiteY7" fmla="*/ 755650 h 758066"/>
                    <a:gd name="connsiteX8" fmla="*/ 679238 w 679766"/>
                    <a:gd name="connsiteY8" fmla="*/ 714375 h 758066"/>
                    <a:gd name="connsiteX9" fmla="*/ 620501 w 679766"/>
                    <a:gd name="connsiteY9" fmla="*/ 612775 h 758066"/>
                    <a:gd name="connsiteX10" fmla="*/ 510963 w 679766"/>
                    <a:gd name="connsiteY10" fmla="*/ 561975 h 758066"/>
                    <a:gd name="connsiteX11" fmla="*/ 420475 w 679766"/>
                    <a:gd name="connsiteY11" fmla="*/ 484188 h 758066"/>
                    <a:gd name="connsiteX12" fmla="*/ 261726 w 679766"/>
                    <a:gd name="connsiteY12" fmla="*/ 347662 h 758066"/>
                    <a:gd name="connsiteX13" fmla="*/ 196638 w 679766"/>
                    <a:gd name="connsiteY13" fmla="*/ 133350 h 758066"/>
                    <a:gd name="connsiteX14" fmla="*/ 164888 w 679766"/>
                    <a:gd name="connsiteY14" fmla="*/ 0 h 758066"/>
                    <a:gd name="connsiteX0" fmla="*/ 35617 w 710832"/>
                    <a:gd name="connsiteY0" fmla="*/ 150921 h 829612"/>
                    <a:gd name="connsiteX1" fmla="*/ 2279 w 710832"/>
                    <a:gd name="connsiteY1" fmla="*/ 3284 h 829612"/>
                    <a:gd name="connsiteX2" fmla="*/ 113404 w 710832"/>
                    <a:gd name="connsiteY2" fmla="*/ 327133 h 829612"/>
                    <a:gd name="connsiteX3" fmla="*/ 162617 w 710832"/>
                    <a:gd name="connsiteY3" fmla="*/ 458896 h 829612"/>
                    <a:gd name="connsiteX4" fmla="*/ 226117 w 710832"/>
                    <a:gd name="connsiteY4" fmla="*/ 523984 h 829612"/>
                    <a:gd name="connsiteX5" fmla="*/ 510279 w 710832"/>
                    <a:gd name="connsiteY5" fmla="*/ 730359 h 829612"/>
                    <a:gd name="connsiteX6" fmla="*/ 591241 w 710832"/>
                    <a:gd name="connsiteY6" fmla="*/ 814496 h 829612"/>
                    <a:gd name="connsiteX7" fmla="*/ 675379 w 710832"/>
                    <a:gd name="connsiteY7" fmla="*/ 827196 h 829612"/>
                    <a:gd name="connsiteX8" fmla="*/ 710304 w 710832"/>
                    <a:gd name="connsiteY8" fmla="*/ 785921 h 829612"/>
                    <a:gd name="connsiteX9" fmla="*/ 651567 w 710832"/>
                    <a:gd name="connsiteY9" fmla="*/ 684321 h 829612"/>
                    <a:gd name="connsiteX10" fmla="*/ 542029 w 710832"/>
                    <a:gd name="connsiteY10" fmla="*/ 633521 h 829612"/>
                    <a:gd name="connsiteX11" fmla="*/ 451541 w 710832"/>
                    <a:gd name="connsiteY11" fmla="*/ 555734 h 829612"/>
                    <a:gd name="connsiteX12" fmla="*/ 292792 w 710832"/>
                    <a:gd name="connsiteY12" fmla="*/ 419208 h 829612"/>
                    <a:gd name="connsiteX13" fmla="*/ 227704 w 710832"/>
                    <a:gd name="connsiteY13" fmla="*/ 204896 h 829612"/>
                    <a:gd name="connsiteX14" fmla="*/ 195954 w 710832"/>
                    <a:gd name="connsiteY14" fmla="*/ 71546 h 829612"/>
                    <a:gd name="connsiteX0" fmla="*/ 0 w 738715"/>
                    <a:gd name="connsiteY0" fmla="*/ 61722 h 832488"/>
                    <a:gd name="connsiteX1" fmla="*/ 30162 w 738715"/>
                    <a:gd name="connsiteY1" fmla="*/ 6160 h 832488"/>
                    <a:gd name="connsiteX2" fmla="*/ 141287 w 738715"/>
                    <a:gd name="connsiteY2" fmla="*/ 330009 h 832488"/>
                    <a:gd name="connsiteX3" fmla="*/ 190500 w 738715"/>
                    <a:gd name="connsiteY3" fmla="*/ 461772 h 832488"/>
                    <a:gd name="connsiteX4" fmla="*/ 254000 w 738715"/>
                    <a:gd name="connsiteY4" fmla="*/ 526860 h 832488"/>
                    <a:gd name="connsiteX5" fmla="*/ 538162 w 738715"/>
                    <a:gd name="connsiteY5" fmla="*/ 733235 h 832488"/>
                    <a:gd name="connsiteX6" fmla="*/ 619124 w 738715"/>
                    <a:gd name="connsiteY6" fmla="*/ 817372 h 832488"/>
                    <a:gd name="connsiteX7" fmla="*/ 703262 w 738715"/>
                    <a:gd name="connsiteY7" fmla="*/ 830072 h 832488"/>
                    <a:gd name="connsiteX8" fmla="*/ 738187 w 738715"/>
                    <a:gd name="connsiteY8" fmla="*/ 788797 h 832488"/>
                    <a:gd name="connsiteX9" fmla="*/ 679450 w 738715"/>
                    <a:gd name="connsiteY9" fmla="*/ 687197 h 832488"/>
                    <a:gd name="connsiteX10" fmla="*/ 569912 w 738715"/>
                    <a:gd name="connsiteY10" fmla="*/ 636397 h 832488"/>
                    <a:gd name="connsiteX11" fmla="*/ 479424 w 738715"/>
                    <a:gd name="connsiteY11" fmla="*/ 558610 h 832488"/>
                    <a:gd name="connsiteX12" fmla="*/ 320675 w 738715"/>
                    <a:gd name="connsiteY12" fmla="*/ 422084 h 832488"/>
                    <a:gd name="connsiteX13" fmla="*/ 255587 w 738715"/>
                    <a:gd name="connsiteY13" fmla="*/ 207772 h 832488"/>
                    <a:gd name="connsiteX14" fmla="*/ 223837 w 738715"/>
                    <a:gd name="connsiteY14" fmla="*/ 74422 h 832488"/>
                    <a:gd name="connsiteX0" fmla="*/ 0 w 738715"/>
                    <a:gd name="connsiteY0" fmla="*/ 0 h 770766"/>
                    <a:gd name="connsiteX1" fmla="*/ 65087 w 738715"/>
                    <a:gd name="connsiteY1" fmla="*/ 107951 h 770766"/>
                    <a:gd name="connsiteX2" fmla="*/ 141287 w 738715"/>
                    <a:gd name="connsiteY2" fmla="*/ 268287 h 770766"/>
                    <a:gd name="connsiteX3" fmla="*/ 190500 w 738715"/>
                    <a:gd name="connsiteY3" fmla="*/ 400050 h 770766"/>
                    <a:gd name="connsiteX4" fmla="*/ 254000 w 738715"/>
                    <a:gd name="connsiteY4" fmla="*/ 465138 h 770766"/>
                    <a:gd name="connsiteX5" fmla="*/ 538162 w 738715"/>
                    <a:gd name="connsiteY5" fmla="*/ 671513 h 770766"/>
                    <a:gd name="connsiteX6" fmla="*/ 619124 w 738715"/>
                    <a:gd name="connsiteY6" fmla="*/ 755650 h 770766"/>
                    <a:gd name="connsiteX7" fmla="*/ 703262 w 738715"/>
                    <a:gd name="connsiteY7" fmla="*/ 768350 h 770766"/>
                    <a:gd name="connsiteX8" fmla="*/ 738187 w 738715"/>
                    <a:gd name="connsiteY8" fmla="*/ 727075 h 770766"/>
                    <a:gd name="connsiteX9" fmla="*/ 679450 w 738715"/>
                    <a:gd name="connsiteY9" fmla="*/ 625475 h 770766"/>
                    <a:gd name="connsiteX10" fmla="*/ 569912 w 738715"/>
                    <a:gd name="connsiteY10" fmla="*/ 574675 h 770766"/>
                    <a:gd name="connsiteX11" fmla="*/ 479424 w 738715"/>
                    <a:gd name="connsiteY11" fmla="*/ 496888 h 770766"/>
                    <a:gd name="connsiteX12" fmla="*/ 320675 w 738715"/>
                    <a:gd name="connsiteY12" fmla="*/ 360362 h 770766"/>
                    <a:gd name="connsiteX13" fmla="*/ 255587 w 738715"/>
                    <a:gd name="connsiteY13" fmla="*/ 146050 h 770766"/>
                    <a:gd name="connsiteX14" fmla="*/ 223837 w 738715"/>
                    <a:gd name="connsiteY14" fmla="*/ 12700 h 770766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03199 w 718077"/>
                    <a:gd name="connsiteY14" fmla="*/ 73025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51519 w 718077"/>
                    <a:gd name="connsiteY10" fmla="*/ 65618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9098"/>
                    <a:gd name="connsiteY0" fmla="*/ 0 h 818642"/>
                    <a:gd name="connsiteX1" fmla="*/ 44449 w 719098"/>
                    <a:gd name="connsiteY1" fmla="*/ 168276 h 818642"/>
                    <a:gd name="connsiteX2" fmla="*/ 120649 w 719098"/>
                    <a:gd name="connsiteY2" fmla="*/ 328612 h 818642"/>
                    <a:gd name="connsiteX3" fmla="*/ 169862 w 719098"/>
                    <a:gd name="connsiteY3" fmla="*/ 460375 h 818642"/>
                    <a:gd name="connsiteX4" fmla="*/ 233362 w 719098"/>
                    <a:gd name="connsiteY4" fmla="*/ 525463 h 818642"/>
                    <a:gd name="connsiteX5" fmla="*/ 517524 w 719098"/>
                    <a:gd name="connsiteY5" fmla="*/ 731838 h 818642"/>
                    <a:gd name="connsiteX6" fmla="*/ 598486 w 719098"/>
                    <a:gd name="connsiteY6" fmla="*/ 815975 h 818642"/>
                    <a:gd name="connsiteX7" fmla="*/ 717549 w 719098"/>
                    <a:gd name="connsiteY7" fmla="*/ 787400 h 818642"/>
                    <a:gd name="connsiteX8" fmla="*/ 658812 w 719098"/>
                    <a:gd name="connsiteY8" fmla="*/ 685800 h 818642"/>
                    <a:gd name="connsiteX9" fmla="*/ 551519 w 719098"/>
                    <a:gd name="connsiteY9" fmla="*/ 656180 h 818642"/>
                    <a:gd name="connsiteX10" fmla="*/ 432742 w 719098"/>
                    <a:gd name="connsiteY10" fmla="*/ 513568 h 818642"/>
                    <a:gd name="connsiteX11" fmla="*/ 399891 w 719098"/>
                    <a:gd name="connsiteY11" fmla="*/ 426523 h 818642"/>
                    <a:gd name="connsiteX12" fmla="*/ 278591 w 719098"/>
                    <a:gd name="connsiteY12" fmla="*/ 227451 h 818642"/>
                    <a:gd name="connsiteX13" fmla="*/ 282938 w 719098"/>
                    <a:gd name="connsiteY13" fmla="*/ 165237 h 818642"/>
                    <a:gd name="connsiteX0" fmla="*/ 0 w 659721"/>
                    <a:gd name="connsiteY0" fmla="*/ 0 h 816860"/>
                    <a:gd name="connsiteX1" fmla="*/ 44449 w 659721"/>
                    <a:gd name="connsiteY1" fmla="*/ 168276 h 816860"/>
                    <a:gd name="connsiteX2" fmla="*/ 120649 w 659721"/>
                    <a:gd name="connsiteY2" fmla="*/ 328612 h 816860"/>
                    <a:gd name="connsiteX3" fmla="*/ 169862 w 659721"/>
                    <a:gd name="connsiteY3" fmla="*/ 460375 h 816860"/>
                    <a:gd name="connsiteX4" fmla="*/ 233362 w 659721"/>
                    <a:gd name="connsiteY4" fmla="*/ 525463 h 816860"/>
                    <a:gd name="connsiteX5" fmla="*/ 517524 w 659721"/>
                    <a:gd name="connsiteY5" fmla="*/ 731838 h 816860"/>
                    <a:gd name="connsiteX6" fmla="*/ 598486 w 659721"/>
                    <a:gd name="connsiteY6" fmla="*/ 815975 h 816860"/>
                    <a:gd name="connsiteX7" fmla="*/ 658812 w 659721"/>
                    <a:gd name="connsiteY7" fmla="*/ 685800 h 816860"/>
                    <a:gd name="connsiteX8" fmla="*/ 551519 w 659721"/>
                    <a:gd name="connsiteY8" fmla="*/ 656180 h 816860"/>
                    <a:gd name="connsiteX9" fmla="*/ 432742 w 659721"/>
                    <a:gd name="connsiteY9" fmla="*/ 513568 h 816860"/>
                    <a:gd name="connsiteX10" fmla="*/ 399891 w 659721"/>
                    <a:gd name="connsiteY10" fmla="*/ 426523 h 816860"/>
                    <a:gd name="connsiteX11" fmla="*/ 278591 w 659721"/>
                    <a:gd name="connsiteY11" fmla="*/ 227451 h 816860"/>
                    <a:gd name="connsiteX12" fmla="*/ 282938 w 659721"/>
                    <a:gd name="connsiteY12" fmla="*/ 165237 h 816860"/>
                    <a:gd name="connsiteX0" fmla="*/ 0 w 599294"/>
                    <a:gd name="connsiteY0" fmla="*/ 0 h 818005"/>
                    <a:gd name="connsiteX1" fmla="*/ 44449 w 599294"/>
                    <a:gd name="connsiteY1" fmla="*/ 168276 h 818005"/>
                    <a:gd name="connsiteX2" fmla="*/ 120649 w 599294"/>
                    <a:gd name="connsiteY2" fmla="*/ 328612 h 818005"/>
                    <a:gd name="connsiteX3" fmla="*/ 169862 w 599294"/>
                    <a:gd name="connsiteY3" fmla="*/ 460375 h 818005"/>
                    <a:gd name="connsiteX4" fmla="*/ 233362 w 599294"/>
                    <a:gd name="connsiteY4" fmla="*/ 525463 h 818005"/>
                    <a:gd name="connsiteX5" fmla="*/ 517524 w 599294"/>
                    <a:gd name="connsiteY5" fmla="*/ 731838 h 818005"/>
                    <a:gd name="connsiteX6" fmla="*/ 598486 w 599294"/>
                    <a:gd name="connsiteY6" fmla="*/ 815975 h 818005"/>
                    <a:gd name="connsiteX7" fmla="*/ 551519 w 599294"/>
                    <a:gd name="connsiteY7" fmla="*/ 656180 h 818005"/>
                    <a:gd name="connsiteX8" fmla="*/ 432742 w 599294"/>
                    <a:gd name="connsiteY8" fmla="*/ 513568 h 818005"/>
                    <a:gd name="connsiteX9" fmla="*/ 399891 w 599294"/>
                    <a:gd name="connsiteY9" fmla="*/ 426523 h 818005"/>
                    <a:gd name="connsiteX10" fmla="*/ 278591 w 599294"/>
                    <a:gd name="connsiteY10" fmla="*/ 227451 h 818005"/>
                    <a:gd name="connsiteX11" fmla="*/ 282938 w 599294"/>
                    <a:gd name="connsiteY11" fmla="*/ 165237 h 818005"/>
                    <a:gd name="connsiteX0" fmla="*/ 0 w 560957"/>
                    <a:gd name="connsiteY0" fmla="*/ 0 h 736416"/>
                    <a:gd name="connsiteX1" fmla="*/ 44449 w 560957"/>
                    <a:gd name="connsiteY1" fmla="*/ 168276 h 736416"/>
                    <a:gd name="connsiteX2" fmla="*/ 120649 w 560957"/>
                    <a:gd name="connsiteY2" fmla="*/ 328612 h 736416"/>
                    <a:gd name="connsiteX3" fmla="*/ 169862 w 560957"/>
                    <a:gd name="connsiteY3" fmla="*/ 460375 h 736416"/>
                    <a:gd name="connsiteX4" fmla="*/ 233362 w 560957"/>
                    <a:gd name="connsiteY4" fmla="*/ 525463 h 736416"/>
                    <a:gd name="connsiteX5" fmla="*/ 517524 w 560957"/>
                    <a:gd name="connsiteY5" fmla="*/ 731838 h 736416"/>
                    <a:gd name="connsiteX6" fmla="*/ 551519 w 560957"/>
                    <a:gd name="connsiteY6" fmla="*/ 656180 h 736416"/>
                    <a:gd name="connsiteX7" fmla="*/ 432742 w 560957"/>
                    <a:gd name="connsiteY7" fmla="*/ 513568 h 736416"/>
                    <a:gd name="connsiteX8" fmla="*/ 399891 w 560957"/>
                    <a:gd name="connsiteY8" fmla="*/ 426523 h 736416"/>
                    <a:gd name="connsiteX9" fmla="*/ 278591 w 560957"/>
                    <a:gd name="connsiteY9" fmla="*/ 227451 h 736416"/>
                    <a:gd name="connsiteX10" fmla="*/ 282938 w 560957"/>
                    <a:gd name="connsiteY10" fmla="*/ 165237 h 736416"/>
                    <a:gd name="connsiteX0" fmla="*/ 0 w 553781"/>
                    <a:gd name="connsiteY0" fmla="*/ 0 h 727150"/>
                    <a:gd name="connsiteX1" fmla="*/ 44449 w 553781"/>
                    <a:gd name="connsiteY1" fmla="*/ 168276 h 727150"/>
                    <a:gd name="connsiteX2" fmla="*/ 120649 w 553781"/>
                    <a:gd name="connsiteY2" fmla="*/ 328612 h 727150"/>
                    <a:gd name="connsiteX3" fmla="*/ 169862 w 553781"/>
                    <a:gd name="connsiteY3" fmla="*/ 460375 h 727150"/>
                    <a:gd name="connsiteX4" fmla="*/ 233362 w 553781"/>
                    <a:gd name="connsiteY4" fmla="*/ 525463 h 727150"/>
                    <a:gd name="connsiteX5" fmla="*/ 488643 w 553781"/>
                    <a:gd name="connsiteY5" fmla="*/ 722048 h 727150"/>
                    <a:gd name="connsiteX6" fmla="*/ 551519 w 553781"/>
                    <a:gd name="connsiteY6" fmla="*/ 656180 h 727150"/>
                    <a:gd name="connsiteX7" fmla="*/ 432742 w 553781"/>
                    <a:gd name="connsiteY7" fmla="*/ 513568 h 727150"/>
                    <a:gd name="connsiteX8" fmla="*/ 399891 w 553781"/>
                    <a:gd name="connsiteY8" fmla="*/ 426523 h 727150"/>
                    <a:gd name="connsiteX9" fmla="*/ 278591 w 553781"/>
                    <a:gd name="connsiteY9" fmla="*/ 227451 h 727150"/>
                    <a:gd name="connsiteX10" fmla="*/ 282938 w 553781"/>
                    <a:gd name="connsiteY10" fmla="*/ 165237 h 727150"/>
                    <a:gd name="connsiteX0" fmla="*/ 0 w 561611"/>
                    <a:gd name="connsiteY0" fmla="*/ 0 h 732877"/>
                    <a:gd name="connsiteX1" fmla="*/ 44449 w 561611"/>
                    <a:gd name="connsiteY1" fmla="*/ 168276 h 732877"/>
                    <a:gd name="connsiteX2" fmla="*/ 120649 w 561611"/>
                    <a:gd name="connsiteY2" fmla="*/ 328612 h 732877"/>
                    <a:gd name="connsiteX3" fmla="*/ 169862 w 561611"/>
                    <a:gd name="connsiteY3" fmla="*/ 460375 h 732877"/>
                    <a:gd name="connsiteX4" fmla="*/ 233362 w 561611"/>
                    <a:gd name="connsiteY4" fmla="*/ 525463 h 732877"/>
                    <a:gd name="connsiteX5" fmla="*/ 488643 w 561611"/>
                    <a:gd name="connsiteY5" fmla="*/ 722048 h 732877"/>
                    <a:gd name="connsiteX6" fmla="*/ 559753 w 561611"/>
                    <a:gd name="connsiteY6" fmla="*/ 686720 h 732877"/>
                    <a:gd name="connsiteX7" fmla="*/ 432742 w 561611"/>
                    <a:gd name="connsiteY7" fmla="*/ 513568 h 732877"/>
                    <a:gd name="connsiteX8" fmla="*/ 399891 w 561611"/>
                    <a:gd name="connsiteY8" fmla="*/ 426523 h 732877"/>
                    <a:gd name="connsiteX9" fmla="*/ 278591 w 561611"/>
                    <a:gd name="connsiteY9" fmla="*/ 227451 h 732877"/>
                    <a:gd name="connsiteX10" fmla="*/ 282938 w 561611"/>
                    <a:gd name="connsiteY10" fmla="*/ 165237 h 732877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22083"/>
                    <a:gd name="connsiteX1" fmla="*/ 44449 w 562157"/>
                    <a:gd name="connsiteY1" fmla="*/ 168276 h 722083"/>
                    <a:gd name="connsiteX2" fmla="*/ 120649 w 562157"/>
                    <a:gd name="connsiteY2" fmla="*/ 328612 h 722083"/>
                    <a:gd name="connsiteX3" fmla="*/ 169862 w 562157"/>
                    <a:gd name="connsiteY3" fmla="*/ 460375 h 722083"/>
                    <a:gd name="connsiteX4" fmla="*/ 233362 w 562157"/>
                    <a:gd name="connsiteY4" fmla="*/ 525463 h 722083"/>
                    <a:gd name="connsiteX5" fmla="*/ 488643 w 562157"/>
                    <a:gd name="connsiteY5" fmla="*/ 722048 h 722083"/>
                    <a:gd name="connsiteX6" fmla="*/ 559753 w 562157"/>
                    <a:gd name="connsiteY6" fmla="*/ 686720 h 722083"/>
                    <a:gd name="connsiteX7" fmla="*/ 432742 w 562157"/>
                    <a:gd name="connsiteY7" fmla="*/ 513568 h 722083"/>
                    <a:gd name="connsiteX8" fmla="*/ 399891 w 562157"/>
                    <a:gd name="connsiteY8" fmla="*/ 426523 h 722083"/>
                    <a:gd name="connsiteX9" fmla="*/ 278591 w 562157"/>
                    <a:gd name="connsiteY9" fmla="*/ 227451 h 722083"/>
                    <a:gd name="connsiteX10" fmla="*/ 282938 w 562157"/>
                    <a:gd name="connsiteY10" fmla="*/ 165237 h 722083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44449 w 562157"/>
                    <a:gd name="connsiteY2" fmla="*/ 168276 h 723888"/>
                    <a:gd name="connsiteX3" fmla="*/ 152851 w 562157"/>
                    <a:gd name="connsiteY3" fmla="*/ 255234 h 723888"/>
                    <a:gd name="connsiteX4" fmla="*/ 380209 w 562157"/>
                    <a:gd name="connsiteY4" fmla="*/ 538744 h 723888"/>
                    <a:gd name="connsiteX5" fmla="*/ 422793 w 562157"/>
                    <a:gd name="connsiteY5" fmla="*/ 662449 h 723888"/>
                    <a:gd name="connsiteX6" fmla="*/ 488643 w 562157"/>
                    <a:gd name="connsiteY6" fmla="*/ 722048 h 723888"/>
                    <a:gd name="connsiteX7" fmla="*/ 559753 w 562157"/>
                    <a:gd name="connsiteY7" fmla="*/ 686720 h 723888"/>
                    <a:gd name="connsiteX8" fmla="*/ 432742 w 562157"/>
                    <a:gd name="connsiteY8" fmla="*/ 513568 h 723888"/>
                    <a:gd name="connsiteX9" fmla="*/ 399891 w 562157"/>
                    <a:gd name="connsiteY9" fmla="*/ 426523 h 723888"/>
                    <a:gd name="connsiteX10" fmla="*/ 278591 w 562157"/>
                    <a:gd name="connsiteY10" fmla="*/ 227451 h 723888"/>
                    <a:gd name="connsiteX11" fmla="*/ 282938 w 562157"/>
                    <a:gd name="connsiteY11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60242 w 438552"/>
                    <a:gd name="connsiteY3" fmla="*/ 572163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57786 w 438552"/>
                    <a:gd name="connsiteY3" fmla="*/ 448537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7517 w 438552"/>
                    <a:gd name="connsiteY1" fmla="*/ 148907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137057 w 443413"/>
                    <a:gd name="connsiteY0" fmla="*/ 0 h 989649"/>
                    <a:gd name="connsiteX1" fmla="*/ 12378 w 443413"/>
                    <a:gd name="connsiteY1" fmla="*/ 375152 h 989649"/>
                    <a:gd name="connsiteX2" fmla="*/ 17850 w 443413"/>
                    <a:gd name="connsiteY2" fmla="*/ 495588 h 989649"/>
                    <a:gd name="connsiteX3" fmla="*/ 130344 w 443413"/>
                    <a:gd name="connsiteY3" fmla="*/ 659643 h 989649"/>
                    <a:gd name="connsiteX4" fmla="*/ 265103 w 443413"/>
                    <a:gd name="connsiteY4" fmla="*/ 798408 h 989649"/>
                    <a:gd name="connsiteX5" fmla="*/ 304049 w 443413"/>
                    <a:gd name="connsiteY5" fmla="*/ 928210 h 989649"/>
                    <a:gd name="connsiteX6" fmla="*/ 369899 w 443413"/>
                    <a:gd name="connsiteY6" fmla="*/ 987809 h 989649"/>
                    <a:gd name="connsiteX7" fmla="*/ 441009 w 443413"/>
                    <a:gd name="connsiteY7" fmla="*/ 952481 h 989649"/>
                    <a:gd name="connsiteX8" fmla="*/ 313998 w 443413"/>
                    <a:gd name="connsiteY8" fmla="*/ 779329 h 989649"/>
                    <a:gd name="connsiteX9" fmla="*/ 281147 w 443413"/>
                    <a:gd name="connsiteY9" fmla="*/ 692284 h 989649"/>
                    <a:gd name="connsiteX10" fmla="*/ 159847 w 443413"/>
                    <a:gd name="connsiteY10" fmla="*/ 493212 h 989649"/>
                    <a:gd name="connsiteX11" fmla="*/ 164194 w 443413"/>
                    <a:gd name="connsiteY11" fmla="*/ 430998 h 989649"/>
                    <a:gd name="connsiteX0" fmla="*/ 119412 w 425768"/>
                    <a:gd name="connsiteY0" fmla="*/ 0 h 989649"/>
                    <a:gd name="connsiteX1" fmla="*/ 85842 w 425768"/>
                    <a:gd name="connsiteY1" fmla="*/ 279398 h 989649"/>
                    <a:gd name="connsiteX2" fmla="*/ 205 w 425768"/>
                    <a:gd name="connsiteY2" fmla="*/ 495588 h 989649"/>
                    <a:gd name="connsiteX3" fmla="*/ 112699 w 425768"/>
                    <a:gd name="connsiteY3" fmla="*/ 659643 h 989649"/>
                    <a:gd name="connsiteX4" fmla="*/ 247458 w 425768"/>
                    <a:gd name="connsiteY4" fmla="*/ 798408 h 989649"/>
                    <a:gd name="connsiteX5" fmla="*/ 286404 w 425768"/>
                    <a:gd name="connsiteY5" fmla="*/ 928210 h 989649"/>
                    <a:gd name="connsiteX6" fmla="*/ 352254 w 425768"/>
                    <a:gd name="connsiteY6" fmla="*/ 987809 h 989649"/>
                    <a:gd name="connsiteX7" fmla="*/ 423364 w 425768"/>
                    <a:gd name="connsiteY7" fmla="*/ 952481 h 989649"/>
                    <a:gd name="connsiteX8" fmla="*/ 296353 w 425768"/>
                    <a:gd name="connsiteY8" fmla="*/ 779329 h 989649"/>
                    <a:gd name="connsiteX9" fmla="*/ 263502 w 425768"/>
                    <a:gd name="connsiteY9" fmla="*/ 692284 h 989649"/>
                    <a:gd name="connsiteX10" fmla="*/ 142202 w 425768"/>
                    <a:gd name="connsiteY10" fmla="*/ 493212 h 989649"/>
                    <a:gd name="connsiteX11" fmla="*/ 146549 w 425768"/>
                    <a:gd name="connsiteY11" fmla="*/ 430998 h 989649"/>
                    <a:gd name="connsiteX0" fmla="*/ 119374 w 425730"/>
                    <a:gd name="connsiteY0" fmla="*/ 0 h 989649"/>
                    <a:gd name="connsiteX1" fmla="*/ 85804 w 425730"/>
                    <a:gd name="connsiteY1" fmla="*/ 279398 h 989649"/>
                    <a:gd name="connsiteX2" fmla="*/ 167 w 425730"/>
                    <a:gd name="connsiteY2" fmla="*/ 495588 h 989649"/>
                    <a:gd name="connsiteX3" fmla="*/ 112661 w 425730"/>
                    <a:gd name="connsiteY3" fmla="*/ 659643 h 989649"/>
                    <a:gd name="connsiteX4" fmla="*/ 247420 w 425730"/>
                    <a:gd name="connsiteY4" fmla="*/ 798408 h 989649"/>
                    <a:gd name="connsiteX5" fmla="*/ 286366 w 425730"/>
                    <a:gd name="connsiteY5" fmla="*/ 928210 h 989649"/>
                    <a:gd name="connsiteX6" fmla="*/ 352216 w 425730"/>
                    <a:gd name="connsiteY6" fmla="*/ 987809 h 989649"/>
                    <a:gd name="connsiteX7" fmla="*/ 423326 w 425730"/>
                    <a:gd name="connsiteY7" fmla="*/ 952481 h 989649"/>
                    <a:gd name="connsiteX8" fmla="*/ 296315 w 425730"/>
                    <a:gd name="connsiteY8" fmla="*/ 779329 h 989649"/>
                    <a:gd name="connsiteX9" fmla="*/ 263464 w 425730"/>
                    <a:gd name="connsiteY9" fmla="*/ 692284 h 989649"/>
                    <a:gd name="connsiteX10" fmla="*/ 142164 w 425730"/>
                    <a:gd name="connsiteY10" fmla="*/ 493212 h 989649"/>
                    <a:gd name="connsiteX11" fmla="*/ 146511 w 425730"/>
                    <a:gd name="connsiteY11" fmla="*/ 430998 h 989649"/>
                    <a:gd name="connsiteX0" fmla="*/ 40060 w 346416"/>
                    <a:gd name="connsiteY0" fmla="*/ 0 h 989649"/>
                    <a:gd name="connsiteX1" fmla="*/ 6490 w 346416"/>
                    <a:gd name="connsiteY1" fmla="*/ 279398 h 989649"/>
                    <a:gd name="connsiteX2" fmla="*/ 2312 w 346416"/>
                    <a:gd name="connsiteY2" fmla="*/ 459282 h 989649"/>
                    <a:gd name="connsiteX3" fmla="*/ 33347 w 346416"/>
                    <a:gd name="connsiteY3" fmla="*/ 659643 h 989649"/>
                    <a:gd name="connsiteX4" fmla="*/ 168106 w 346416"/>
                    <a:gd name="connsiteY4" fmla="*/ 798408 h 989649"/>
                    <a:gd name="connsiteX5" fmla="*/ 207052 w 346416"/>
                    <a:gd name="connsiteY5" fmla="*/ 928210 h 989649"/>
                    <a:gd name="connsiteX6" fmla="*/ 272902 w 346416"/>
                    <a:gd name="connsiteY6" fmla="*/ 987809 h 989649"/>
                    <a:gd name="connsiteX7" fmla="*/ 344012 w 346416"/>
                    <a:gd name="connsiteY7" fmla="*/ 952481 h 989649"/>
                    <a:gd name="connsiteX8" fmla="*/ 217001 w 346416"/>
                    <a:gd name="connsiteY8" fmla="*/ 779329 h 989649"/>
                    <a:gd name="connsiteX9" fmla="*/ 184150 w 346416"/>
                    <a:gd name="connsiteY9" fmla="*/ 692284 h 989649"/>
                    <a:gd name="connsiteX10" fmla="*/ 62850 w 346416"/>
                    <a:gd name="connsiteY10" fmla="*/ 493212 h 989649"/>
                    <a:gd name="connsiteX11" fmla="*/ 67197 w 346416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70760 w 349979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182474 w 349979"/>
                    <a:gd name="connsiteY11" fmla="*/ 102331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111083 w 349979"/>
                    <a:gd name="connsiteY10" fmla="*/ 452679 h 989649"/>
                    <a:gd name="connsiteX11" fmla="*/ 182474 w 349979"/>
                    <a:gd name="connsiteY11" fmla="*/ 102331 h 989649"/>
                    <a:gd name="connsiteX0" fmla="*/ 43623 w 349943"/>
                    <a:gd name="connsiteY0" fmla="*/ 0 h 989649"/>
                    <a:gd name="connsiteX1" fmla="*/ 10053 w 349943"/>
                    <a:gd name="connsiteY1" fmla="*/ 279398 h 989649"/>
                    <a:gd name="connsiteX2" fmla="*/ 5875 w 349943"/>
                    <a:gd name="connsiteY2" fmla="*/ 459282 h 989649"/>
                    <a:gd name="connsiteX3" fmla="*/ 85077 w 349943"/>
                    <a:gd name="connsiteY3" fmla="*/ 643735 h 989649"/>
                    <a:gd name="connsiteX4" fmla="*/ 171669 w 349943"/>
                    <a:gd name="connsiteY4" fmla="*/ 798408 h 989649"/>
                    <a:gd name="connsiteX5" fmla="*/ 210615 w 349943"/>
                    <a:gd name="connsiteY5" fmla="*/ 928210 h 989649"/>
                    <a:gd name="connsiteX6" fmla="*/ 276465 w 349943"/>
                    <a:gd name="connsiteY6" fmla="*/ 987809 h 989649"/>
                    <a:gd name="connsiteX7" fmla="*/ 347575 w 349943"/>
                    <a:gd name="connsiteY7" fmla="*/ 952481 h 989649"/>
                    <a:gd name="connsiteX8" fmla="*/ 220564 w 349943"/>
                    <a:gd name="connsiteY8" fmla="*/ 779329 h 989649"/>
                    <a:gd name="connsiteX9" fmla="*/ 200566 w 349943"/>
                    <a:gd name="connsiteY9" fmla="*/ 688797 h 989649"/>
                    <a:gd name="connsiteX10" fmla="*/ 111083 w 349943"/>
                    <a:gd name="connsiteY10" fmla="*/ 452679 h 989649"/>
                    <a:gd name="connsiteX11" fmla="*/ 182474 w 349943"/>
                    <a:gd name="connsiteY11" fmla="*/ 102331 h 989649"/>
                    <a:gd name="connsiteX0" fmla="*/ 43623 w 347581"/>
                    <a:gd name="connsiteY0" fmla="*/ 0 h 988803"/>
                    <a:gd name="connsiteX1" fmla="*/ 10053 w 347581"/>
                    <a:gd name="connsiteY1" fmla="*/ 279398 h 988803"/>
                    <a:gd name="connsiteX2" fmla="*/ 5875 w 347581"/>
                    <a:gd name="connsiteY2" fmla="*/ 459282 h 988803"/>
                    <a:gd name="connsiteX3" fmla="*/ 85077 w 347581"/>
                    <a:gd name="connsiteY3" fmla="*/ 643735 h 988803"/>
                    <a:gd name="connsiteX4" fmla="*/ 171669 w 347581"/>
                    <a:gd name="connsiteY4" fmla="*/ 798408 h 988803"/>
                    <a:gd name="connsiteX5" fmla="*/ 210615 w 347581"/>
                    <a:gd name="connsiteY5" fmla="*/ 928210 h 988803"/>
                    <a:gd name="connsiteX6" fmla="*/ 276465 w 347581"/>
                    <a:gd name="connsiteY6" fmla="*/ 987809 h 988803"/>
                    <a:gd name="connsiteX7" fmla="*/ 347575 w 347581"/>
                    <a:gd name="connsiteY7" fmla="*/ 952481 h 988803"/>
                    <a:gd name="connsiteX8" fmla="*/ 280068 w 347581"/>
                    <a:gd name="connsiteY8" fmla="*/ 797285 h 988803"/>
                    <a:gd name="connsiteX9" fmla="*/ 200566 w 347581"/>
                    <a:gd name="connsiteY9" fmla="*/ 688797 h 988803"/>
                    <a:gd name="connsiteX10" fmla="*/ 111083 w 347581"/>
                    <a:gd name="connsiteY10" fmla="*/ 452679 h 988803"/>
                    <a:gd name="connsiteX11" fmla="*/ 182474 w 347581"/>
                    <a:gd name="connsiteY11" fmla="*/ 102331 h 988803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0566 w 341639"/>
                    <a:gd name="connsiteY9" fmla="*/ 688797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3685 w 341639"/>
                    <a:gd name="connsiteY9" fmla="*/ 679426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11083 w 318285"/>
                    <a:gd name="connsiteY10" fmla="*/ 452679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407"/>
                    <a:gd name="connsiteY0" fmla="*/ 0 h 989081"/>
                    <a:gd name="connsiteX1" fmla="*/ 10053 w 318407"/>
                    <a:gd name="connsiteY1" fmla="*/ 279398 h 989081"/>
                    <a:gd name="connsiteX2" fmla="*/ 5875 w 318407"/>
                    <a:gd name="connsiteY2" fmla="*/ 459282 h 989081"/>
                    <a:gd name="connsiteX3" fmla="*/ 85077 w 318407"/>
                    <a:gd name="connsiteY3" fmla="*/ 643735 h 989081"/>
                    <a:gd name="connsiteX4" fmla="*/ 171669 w 318407"/>
                    <a:gd name="connsiteY4" fmla="*/ 798408 h 989081"/>
                    <a:gd name="connsiteX5" fmla="*/ 210615 w 318407"/>
                    <a:gd name="connsiteY5" fmla="*/ 928210 h 989081"/>
                    <a:gd name="connsiteX6" fmla="*/ 276465 w 318407"/>
                    <a:gd name="connsiteY6" fmla="*/ 987809 h 989081"/>
                    <a:gd name="connsiteX7" fmla="*/ 318244 w 318407"/>
                    <a:gd name="connsiteY7" fmla="*/ 923499 h 989081"/>
                    <a:gd name="connsiteX8" fmla="*/ 269238 w 318407"/>
                    <a:gd name="connsiteY8" fmla="*/ 808747 h 989081"/>
                    <a:gd name="connsiteX9" fmla="*/ 203685 w 318407"/>
                    <a:gd name="connsiteY9" fmla="*/ 679426 h 989081"/>
                    <a:gd name="connsiteX10" fmla="*/ 129457 w 318407"/>
                    <a:gd name="connsiteY10" fmla="*/ 481793 h 989081"/>
                    <a:gd name="connsiteX11" fmla="*/ 175268 w 318407"/>
                    <a:gd name="connsiteY11" fmla="*/ 149750 h 989081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217821 w 318952"/>
                    <a:gd name="connsiteY11" fmla="*/ 103381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32322 w 318952"/>
                    <a:gd name="connsiteY10" fmla="*/ 451207 h 988835"/>
                    <a:gd name="connsiteX11" fmla="*/ 217821 w 318952"/>
                    <a:gd name="connsiteY11" fmla="*/ 103381 h 988835"/>
                    <a:gd name="connsiteX0" fmla="*/ 40066 w 315395"/>
                    <a:gd name="connsiteY0" fmla="*/ 0 h 988835"/>
                    <a:gd name="connsiteX1" fmla="*/ 6496 w 315395"/>
                    <a:gd name="connsiteY1" fmla="*/ 279398 h 988835"/>
                    <a:gd name="connsiteX2" fmla="*/ 7279 w 315395"/>
                    <a:gd name="connsiteY2" fmla="*/ 457309 h 988835"/>
                    <a:gd name="connsiteX3" fmla="*/ 81520 w 315395"/>
                    <a:gd name="connsiteY3" fmla="*/ 643735 h 988835"/>
                    <a:gd name="connsiteX4" fmla="*/ 168112 w 315395"/>
                    <a:gd name="connsiteY4" fmla="*/ 798408 h 988835"/>
                    <a:gd name="connsiteX5" fmla="*/ 207058 w 315395"/>
                    <a:gd name="connsiteY5" fmla="*/ 928210 h 988835"/>
                    <a:gd name="connsiteX6" fmla="*/ 272908 w 315395"/>
                    <a:gd name="connsiteY6" fmla="*/ 987809 h 988835"/>
                    <a:gd name="connsiteX7" fmla="*/ 314687 w 315395"/>
                    <a:gd name="connsiteY7" fmla="*/ 923499 h 988835"/>
                    <a:gd name="connsiteX8" fmla="*/ 265681 w 315395"/>
                    <a:gd name="connsiteY8" fmla="*/ 808747 h 988835"/>
                    <a:gd name="connsiteX9" fmla="*/ 196841 w 315395"/>
                    <a:gd name="connsiteY9" fmla="*/ 644798 h 988835"/>
                    <a:gd name="connsiteX10" fmla="*/ 128765 w 315395"/>
                    <a:gd name="connsiteY10" fmla="*/ 451207 h 988835"/>
                    <a:gd name="connsiteX11" fmla="*/ 214264 w 315395"/>
                    <a:gd name="connsiteY11" fmla="*/ 103381 h 988835"/>
                    <a:gd name="connsiteX0" fmla="*/ 33739 w 309068"/>
                    <a:gd name="connsiteY0" fmla="*/ 0 h 988835"/>
                    <a:gd name="connsiteX1" fmla="*/ 33178 w 309068"/>
                    <a:gd name="connsiteY1" fmla="*/ 283940 h 988835"/>
                    <a:gd name="connsiteX2" fmla="*/ 952 w 309068"/>
                    <a:gd name="connsiteY2" fmla="*/ 457309 h 988835"/>
                    <a:gd name="connsiteX3" fmla="*/ 75193 w 309068"/>
                    <a:gd name="connsiteY3" fmla="*/ 643735 h 988835"/>
                    <a:gd name="connsiteX4" fmla="*/ 161785 w 309068"/>
                    <a:gd name="connsiteY4" fmla="*/ 798408 h 988835"/>
                    <a:gd name="connsiteX5" fmla="*/ 200731 w 309068"/>
                    <a:gd name="connsiteY5" fmla="*/ 928210 h 988835"/>
                    <a:gd name="connsiteX6" fmla="*/ 266581 w 309068"/>
                    <a:gd name="connsiteY6" fmla="*/ 987809 h 988835"/>
                    <a:gd name="connsiteX7" fmla="*/ 308360 w 309068"/>
                    <a:gd name="connsiteY7" fmla="*/ 923499 h 988835"/>
                    <a:gd name="connsiteX8" fmla="*/ 259354 w 309068"/>
                    <a:gd name="connsiteY8" fmla="*/ 808747 h 988835"/>
                    <a:gd name="connsiteX9" fmla="*/ 190514 w 309068"/>
                    <a:gd name="connsiteY9" fmla="*/ 644798 h 988835"/>
                    <a:gd name="connsiteX10" fmla="*/ 122438 w 309068"/>
                    <a:gd name="connsiteY10" fmla="*/ 451207 h 988835"/>
                    <a:gd name="connsiteX11" fmla="*/ 207937 w 309068"/>
                    <a:gd name="connsiteY11" fmla="*/ 103381 h 988835"/>
                    <a:gd name="connsiteX0" fmla="*/ 70925 w 309238"/>
                    <a:gd name="connsiteY0" fmla="*/ 0 h 988832"/>
                    <a:gd name="connsiteX1" fmla="*/ 33348 w 309238"/>
                    <a:gd name="connsiteY1" fmla="*/ 283937 h 988832"/>
                    <a:gd name="connsiteX2" fmla="*/ 1122 w 309238"/>
                    <a:gd name="connsiteY2" fmla="*/ 457306 h 988832"/>
                    <a:gd name="connsiteX3" fmla="*/ 75363 w 309238"/>
                    <a:gd name="connsiteY3" fmla="*/ 643732 h 988832"/>
                    <a:gd name="connsiteX4" fmla="*/ 161955 w 309238"/>
                    <a:gd name="connsiteY4" fmla="*/ 798405 h 988832"/>
                    <a:gd name="connsiteX5" fmla="*/ 200901 w 309238"/>
                    <a:gd name="connsiteY5" fmla="*/ 928207 h 988832"/>
                    <a:gd name="connsiteX6" fmla="*/ 266751 w 309238"/>
                    <a:gd name="connsiteY6" fmla="*/ 987806 h 988832"/>
                    <a:gd name="connsiteX7" fmla="*/ 308530 w 309238"/>
                    <a:gd name="connsiteY7" fmla="*/ 923496 h 988832"/>
                    <a:gd name="connsiteX8" fmla="*/ 259524 w 309238"/>
                    <a:gd name="connsiteY8" fmla="*/ 808744 h 988832"/>
                    <a:gd name="connsiteX9" fmla="*/ 190684 w 309238"/>
                    <a:gd name="connsiteY9" fmla="*/ 644795 h 988832"/>
                    <a:gd name="connsiteX10" fmla="*/ 122608 w 309238"/>
                    <a:gd name="connsiteY10" fmla="*/ 451204 h 988832"/>
                    <a:gd name="connsiteX11" fmla="*/ 208107 w 309238"/>
                    <a:gd name="connsiteY11" fmla="*/ 103378 h 988832"/>
                    <a:gd name="connsiteX0" fmla="*/ 70925 w 309238"/>
                    <a:gd name="connsiteY0" fmla="*/ 0 h 988832"/>
                    <a:gd name="connsiteX1" fmla="*/ 33348 w 309238"/>
                    <a:gd name="connsiteY1" fmla="*/ 283937 h 988832"/>
                    <a:gd name="connsiteX2" fmla="*/ 1122 w 309238"/>
                    <a:gd name="connsiteY2" fmla="*/ 457306 h 988832"/>
                    <a:gd name="connsiteX3" fmla="*/ 75363 w 309238"/>
                    <a:gd name="connsiteY3" fmla="*/ 643732 h 988832"/>
                    <a:gd name="connsiteX4" fmla="*/ 161955 w 309238"/>
                    <a:gd name="connsiteY4" fmla="*/ 798405 h 988832"/>
                    <a:gd name="connsiteX5" fmla="*/ 200901 w 309238"/>
                    <a:gd name="connsiteY5" fmla="*/ 928207 h 988832"/>
                    <a:gd name="connsiteX6" fmla="*/ 266751 w 309238"/>
                    <a:gd name="connsiteY6" fmla="*/ 987806 h 988832"/>
                    <a:gd name="connsiteX7" fmla="*/ 308530 w 309238"/>
                    <a:gd name="connsiteY7" fmla="*/ 923496 h 988832"/>
                    <a:gd name="connsiteX8" fmla="*/ 259524 w 309238"/>
                    <a:gd name="connsiteY8" fmla="*/ 808744 h 988832"/>
                    <a:gd name="connsiteX9" fmla="*/ 190684 w 309238"/>
                    <a:gd name="connsiteY9" fmla="*/ 644795 h 988832"/>
                    <a:gd name="connsiteX10" fmla="*/ 122608 w 309238"/>
                    <a:gd name="connsiteY10" fmla="*/ 451204 h 988832"/>
                    <a:gd name="connsiteX11" fmla="*/ 208107 w 309238"/>
                    <a:gd name="connsiteY11" fmla="*/ 103378 h 988832"/>
                    <a:gd name="connsiteX0" fmla="*/ 72373 w 310686"/>
                    <a:gd name="connsiteY0" fmla="*/ 0 h 988832"/>
                    <a:gd name="connsiteX1" fmla="*/ 22204 w 310686"/>
                    <a:gd name="connsiteY1" fmla="*/ 265387 h 988832"/>
                    <a:gd name="connsiteX2" fmla="*/ 2570 w 310686"/>
                    <a:gd name="connsiteY2" fmla="*/ 457306 h 988832"/>
                    <a:gd name="connsiteX3" fmla="*/ 76811 w 310686"/>
                    <a:gd name="connsiteY3" fmla="*/ 643732 h 988832"/>
                    <a:gd name="connsiteX4" fmla="*/ 163403 w 310686"/>
                    <a:gd name="connsiteY4" fmla="*/ 798405 h 988832"/>
                    <a:gd name="connsiteX5" fmla="*/ 202349 w 310686"/>
                    <a:gd name="connsiteY5" fmla="*/ 928207 h 988832"/>
                    <a:gd name="connsiteX6" fmla="*/ 268199 w 310686"/>
                    <a:gd name="connsiteY6" fmla="*/ 987806 h 988832"/>
                    <a:gd name="connsiteX7" fmla="*/ 309978 w 310686"/>
                    <a:gd name="connsiteY7" fmla="*/ 923496 h 988832"/>
                    <a:gd name="connsiteX8" fmla="*/ 260972 w 310686"/>
                    <a:gd name="connsiteY8" fmla="*/ 808744 h 988832"/>
                    <a:gd name="connsiteX9" fmla="*/ 192132 w 310686"/>
                    <a:gd name="connsiteY9" fmla="*/ 644795 h 988832"/>
                    <a:gd name="connsiteX10" fmla="*/ 124056 w 310686"/>
                    <a:gd name="connsiteY10" fmla="*/ 451204 h 988832"/>
                    <a:gd name="connsiteX11" fmla="*/ 209555 w 310686"/>
                    <a:gd name="connsiteY11" fmla="*/ 103378 h 988832"/>
                    <a:gd name="connsiteX0" fmla="*/ 73122 w 311435"/>
                    <a:gd name="connsiteY0" fmla="*/ 0 h 988832"/>
                    <a:gd name="connsiteX1" fmla="*/ 22953 w 311435"/>
                    <a:gd name="connsiteY1" fmla="*/ 265387 h 988832"/>
                    <a:gd name="connsiteX2" fmla="*/ 3319 w 311435"/>
                    <a:gd name="connsiteY2" fmla="*/ 457306 h 988832"/>
                    <a:gd name="connsiteX3" fmla="*/ 77560 w 311435"/>
                    <a:gd name="connsiteY3" fmla="*/ 643732 h 988832"/>
                    <a:gd name="connsiteX4" fmla="*/ 164152 w 311435"/>
                    <a:gd name="connsiteY4" fmla="*/ 798405 h 988832"/>
                    <a:gd name="connsiteX5" fmla="*/ 203098 w 311435"/>
                    <a:gd name="connsiteY5" fmla="*/ 928207 h 988832"/>
                    <a:gd name="connsiteX6" fmla="*/ 268948 w 311435"/>
                    <a:gd name="connsiteY6" fmla="*/ 987806 h 988832"/>
                    <a:gd name="connsiteX7" fmla="*/ 310727 w 311435"/>
                    <a:gd name="connsiteY7" fmla="*/ 923496 h 988832"/>
                    <a:gd name="connsiteX8" fmla="*/ 261721 w 311435"/>
                    <a:gd name="connsiteY8" fmla="*/ 808744 h 988832"/>
                    <a:gd name="connsiteX9" fmla="*/ 192881 w 311435"/>
                    <a:gd name="connsiteY9" fmla="*/ 644795 h 988832"/>
                    <a:gd name="connsiteX10" fmla="*/ 124805 w 311435"/>
                    <a:gd name="connsiteY10" fmla="*/ 451204 h 988832"/>
                    <a:gd name="connsiteX11" fmla="*/ 210304 w 311435"/>
                    <a:gd name="connsiteY11" fmla="*/ 103378 h 988832"/>
                    <a:gd name="connsiteX0" fmla="*/ 73628 w 311941"/>
                    <a:gd name="connsiteY0" fmla="*/ 0 h 988832"/>
                    <a:gd name="connsiteX1" fmla="*/ 23459 w 311941"/>
                    <a:gd name="connsiteY1" fmla="*/ 265387 h 988832"/>
                    <a:gd name="connsiteX2" fmla="*/ 3825 w 311941"/>
                    <a:gd name="connsiteY2" fmla="*/ 457306 h 988832"/>
                    <a:gd name="connsiteX3" fmla="*/ 78066 w 311941"/>
                    <a:gd name="connsiteY3" fmla="*/ 643732 h 988832"/>
                    <a:gd name="connsiteX4" fmla="*/ 164658 w 311941"/>
                    <a:gd name="connsiteY4" fmla="*/ 798405 h 988832"/>
                    <a:gd name="connsiteX5" fmla="*/ 203604 w 311941"/>
                    <a:gd name="connsiteY5" fmla="*/ 928207 h 988832"/>
                    <a:gd name="connsiteX6" fmla="*/ 269454 w 311941"/>
                    <a:gd name="connsiteY6" fmla="*/ 987806 h 988832"/>
                    <a:gd name="connsiteX7" fmla="*/ 311233 w 311941"/>
                    <a:gd name="connsiteY7" fmla="*/ 923496 h 988832"/>
                    <a:gd name="connsiteX8" fmla="*/ 262227 w 311941"/>
                    <a:gd name="connsiteY8" fmla="*/ 808744 h 988832"/>
                    <a:gd name="connsiteX9" fmla="*/ 193387 w 311941"/>
                    <a:gd name="connsiteY9" fmla="*/ 644795 h 988832"/>
                    <a:gd name="connsiteX10" fmla="*/ 125311 w 311941"/>
                    <a:gd name="connsiteY10" fmla="*/ 451204 h 988832"/>
                    <a:gd name="connsiteX11" fmla="*/ 210810 w 311941"/>
                    <a:gd name="connsiteY11" fmla="*/ 103378 h 988832"/>
                    <a:gd name="connsiteX0" fmla="*/ 81107 w 319420"/>
                    <a:gd name="connsiteY0" fmla="*/ 0 h 988832"/>
                    <a:gd name="connsiteX1" fmla="*/ 30938 w 319420"/>
                    <a:gd name="connsiteY1" fmla="*/ 265387 h 988832"/>
                    <a:gd name="connsiteX2" fmla="*/ 1955 w 319420"/>
                    <a:gd name="connsiteY2" fmla="*/ 455135 h 988832"/>
                    <a:gd name="connsiteX3" fmla="*/ 85545 w 319420"/>
                    <a:gd name="connsiteY3" fmla="*/ 643732 h 988832"/>
                    <a:gd name="connsiteX4" fmla="*/ 172137 w 319420"/>
                    <a:gd name="connsiteY4" fmla="*/ 798405 h 988832"/>
                    <a:gd name="connsiteX5" fmla="*/ 211083 w 319420"/>
                    <a:gd name="connsiteY5" fmla="*/ 928207 h 988832"/>
                    <a:gd name="connsiteX6" fmla="*/ 276933 w 319420"/>
                    <a:gd name="connsiteY6" fmla="*/ 987806 h 988832"/>
                    <a:gd name="connsiteX7" fmla="*/ 318712 w 319420"/>
                    <a:gd name="connsiteY7" fmla="*/ 923496 h 988832"/>
                    <a:gd name="connsiteX8" fmla="*/ 269706 w 319420"/>
                    <a:gd name="connsiteY8" fmla="*/ 808744 h 988832"/>
                    <a:gd name="connsiteX9" fmla="*/ 200866 w 319420"/>
                    <a:gd name="connsiteY9" fmla="*/ 644795 h 988832"/>
                    <a:gd name="connsiteX10" fmla="*/ 132790 w 319420"/>
                    <a:gd name="connsiteY10" fmla="*/ 451204 h 988832"/>
                    <a:gd name="connsiteX11" fmla="*/ 218289 w 319420"/>
                    <a:gd name="connsiteY11" fmla="*/ 103378 h 988832"/>
                    <a:gd name="connsiteX0" fmla="*/ 79313 w 317626"/>
                    <a:gd name="connsiteY0" fmla="*/ 0 h 988832"/>
                    <a:gd name="connsiteX1" fmla="*/ 29144 w 317626"/>
                    <a:gd name="connsiteY1" fmla="*/ 265387 h 988832"/>
                    <a:gd name="connsiteX2" fmla="*/ 161 w 317626"/>
                    <a:gd name="connsiteY2" fmla="*/ 455135 h 988832"/>
                    <a:gd name="connsiteX3" fmla="*/ 83751 w 317626"/>
                    <a:gd name="connsiteY3" fmla="*/ 643732 h 988832"/>
                    <a:gd name="connsiteX4" fmla="*/ 170343 w 317626"/>
                    <a:gd name="connsiteY4" fmla="*/ 798405 h 988832"/>
                    <a:gd name="connsiteX5" fmla="*/ 209289 w 317626"/>
                    <a:gd name="connsiteY5" fmla="*/ 928207 h 988832"/>
                    <a:gd name="connsiteX6" fmla="*/ 275139 w 317626"/>
                    <a:gd name="connsiteY6" fmla="*/ 987806 h 988832"/>
                    <a:gd name="connsiteX7" fmla="*/ 316918 w 317626"/>
                    <a:gd name="connsiteY7" fmla="*/ 923496 h 988832"/>
                    <a:gd name="connsiteX8" fmla="*/ 267912 w 317626"/>
                    <a:gd name="connsiteY8" fmla="*/ 808744 h 988832"/>
                    <a:gd name="connsiteX9" fmla="*/ 199072 w 317626"/>
                    <a:gd name="connsiteY9" fmla="*/ 644795 h 988832"/>
                    <a:gd name="connsiteX10" fmla="*/ 130996 w 317626"/>
                    <a:gd name="connsiteY10" fmla="*/ 451204 h 988832"/>
                    <a:gd name="connsiteX11" fmla="*/ 216495 w 317626"/>
                    <a:gd name="connsiteY11" fmla="*/ 103378 h 988832"/>
                    <a:gd name="connsiteX0" fmla="*/ 68013 w 306326"/>
                    <a:gd name="connsiteY0" fmla="*/ 0 h 988832"/>
                    <a:gd name="connsiteX1" fmla="*/ 17844 w 306326"/>
                    <a:gd name="connsiteY1" fmla="*/ 265387 h 988832"/>
                    <a:gd name="connsiteX2" fmla="*/ 310 w 306326"/>
                    <a:gd name="connsiteY2" fmla="*/ 447637 h 988832"/>
                    <a:gd name="connsiteX3" fmla="*/ 72451 w 306326"/>
                    <a:gd name="connsiteY3" fmla="*/ 643732 h 988832"/>
                    <a:gd name="connsiteX4" fmla="*/ 159043 w 306326"/>
                    <a:gd name="connsiteY4" fmla="*/ 798405 h 988832"/>
                    <a:gd name="connsiteX5" fmla="*/ 197989 w 306326"/>
                    <a:gd name="connsiteY5" fmla="*/ 928207 h 988832"/>
                    <a:gd name="connsiteX6" fmla="*/ 263839 w 306326"/>
                    <a:gd name="connsiteY6" fmla="*/ 987806 h 988832"/>
                    <a:gd name="connsiteX7" fmla="*/ 305618 w 306326"/>
                    <a:gd name="connsiteY7" fmla="*/ 923496 h 988832"/>
                    <a:gd name="connsiteX8" fmla="*/ 256612 w 306326"/>
                    <a:gd name="connsiteY8" fmla="*/ 808744 h 988832"/>
                    <a:gd name="connsiteX9" fmla="*/ 187772 w 306326"/>
                    <a:gd name="connsiteY9" fmla="*/ 644795 h 988832"/>
                    <a:gd name="connsiteX10" fmla="*/ 119696 w 306326"/>
                    <a:gd name="connsiteY10" fmla="*/ 451204 h 988832"/>
                    <a:gd name="connsiteX11" fmla="*/ 205195 w 306326"/>
                    <a:gd name="connsiteY11" fmla="*/ 103378 h 988832"/>
                    <a:gd name="connsiteX0" fmla="*/ 72092 w 310405"/>
                    <a:gd name="connsiteY0" fmla="*/ 0 h 988832"/>
                    <a:gd name="connsiteX1" fmla="*/ 21923 w 310405"/>
                    <a:gd name="connsiteY1" fmla="*/ 265387 h 988832"/>
                    <a:gd name="connsiteX2" fmla="*/ 4389 w 310405"/>
                    <a:gd name="connsiteY2" fmla="*/ 447637 h 988832"/>
                    <a:gd name="connsiteX3" fmla="*/ 76530 w 310405"/>
                    <a:gd name="connsiteY3" fmla="*/ 643732 h 988832"/>
                    <a:gd name="connsiteX4" fmla="*/ 163122 w 310405"/>
                    <a:gd name="connsiteY4" fmla="*/ 798405 h 988832"/>
                    <a:gd name="connsiteX5" fmla="*/ 202068 w 310405"/>
                    <a:gd name="connsiteY5" fmla="*/ 928207 h 988832"/>
                    <a:gd name="connsiteX6" fmla="*/ 267918 w 310405"/>
                    <a:gd name="connsiteY6" fmla="*/ 987806 h 988832"/>
                    <a:gd name="connsiteX7" fmla="*/ 309697 w 310405"/>
                    <a:gd name="connsiteY7" fmla="*/ 923496 h 988832"/>
                    <a:gd name="connsiteX8" fmla="*/ 260691 w 310405"/>
                    <a:gd name="connsiteY8" fmla="*/ 808744 h 988832"/>
                    <a:gd name="connsiteX9" fmla="*/ 191851 w 310405"/>
                    <a:gd name="connsiteY9" fmla="*/ 644795 h 988832"/>
                    <a:gd name="connsiteX10" fmla="*/ 123775 w 310405"/>
                    <a:gd name="connsiteY10" fmla="*/ 451204 h 988832"/>
                    <a:gd name="connsiteX11" fmla="*/ 209274 w 310405"/>
                    <a:gd name="connsiteY11" fmla="*/ 103378 h 988832"/>
                    <a:gd name="connsiteX0" fmla="*/ 72092 w 309916"/>
                    <a:gd name="connsiteY0" fmla="*/ 0 h 988841"/>
                    <a:gd name="connsiteX1" fmla="*/ 21923 w 309916"/>
                    <a:gd name="connsiteY1" fmla="*/ 265387 h 988841"/>
                    <a:gd name="connsiteX2" fmla="*/ 4389 w 309916"/>
                    <a:gd name="connsiteY2" fmla="*/ 447637 h 988841"/>
                    <a:gd name="connsiteX3" fmla="*/ 76530 w 309916"/>
                    <a:gd name="connsiteY3" fmla="*/ 643732 h 988841"/>
                    <a:gd name="connsiteX4" fmla="*/ 163122 w 309916"/>
                    <a:gd name="connsiteY4" fmla="*/ 798405 h 988841"/>
                    <a:gd name="connsiteX5" fmla="*/ 202068 w 309916"/>
                    <a:gd name="connsiteY5" fmla="*/ 928207 h 988841"/>
                    <a:gd name="connsiteX6" fmla="*/ 267918 w 309916"/>
                    <a:gd name="connsiteY6" fmla="*/ 987806 h 988841"/>
                    <a:gd name="connsiteX7" fmla="*/ 309697 w 309916"/>
                    <a:gd name="connsiteY7" fmla="*/ 923496 h 988841"/>
                    <a:gd name="connsiteX8" fmla="*/ 268132 w 309916"/>
                    <a:gd name="connsiteY8" fmla="*/ 805785 h 988841"/>
                    <a:gd name="connsiteX9" fmla="*/ 191851 w 309916"/>
                    <a:gd name="connsiteY9" fmla="*/ 644795 h 988841"/>
                    <a:gd name="connsiteX10" fmla="*/ 123775 w 309916"/>
                    <a:gd name="connsiteY10" fmla="*/ 451204 h 988841"/>
                    <a:gd name="connsiteX11" fmla="*/ 209274 w 309916"/>
                    <a:gd name="connsiteY11" fmla="*/ 103378 h 988841"/>
                    <a:gd name="connsiteX0" fmla="*/ 72092 w 314658"/>
                    <a:gd name="connsiteY0" fmla="*/ 0 h 987837"/>
                    <a:gd name="connsiteX1" fmla="*/ 21923 w 314658"/>
                    <a:gd name="connsiteY1" fmla="*/ 265387 h 987837"/>
                    <a:gd name="connsiteX2" fmla="*/ 4389 w 314658"/>
                    <a:gd name="connsiteY2" fmla="*/ 447637 h 987837"/>
                    <a:gd name="connsiteX3" fmla="*/ 76530 w 314658"/>
                    <a:gd name="connsiteY3" fmla="*/ 643732 h 987837"/>
                    <a:gd name="connsiteX4" fmla="*/ 163122 w 314658"/>
                    <a:gd name="connsiteY4" fmla="*/ 798405 h 987837"/>
                    <a:gd name="connsiteX5" fmla="*/ 202068 w 314658"/>
                    <a:gd name="connsiteY5" fmla="*/ 928207 h 987837"/>
                    <a:gd name="connsiteX6" fmla="*/ 267918 w 314658"/>
                    <a:gd name="connsiteY6" fmla="*/ 987806 h 987837"/>
                    <a:gd name="connsiteX7" fmla="*/ 314658 w 314658"/>
                    <a:gd name="connsiteY7" fmla="*/ 921523 h 987837"/>
                    <a:gd name="connsiteX8" fmla="*/ 268132 w 314658"/>
                    <a:gd name="connsiteY8" fmla="*/ 805785 h 987837"/>
                    <a:gd name="connsiteX9" fmla="*/ 191851 w 314658"/>
                    <a:gd name="connsiteY9" fmla="*/ 644795 h 987837"/>
                    <a:gd name="connsiteX10" fmla="*/ 123775 w 314658"/>
                    <a:gd name="connsiteY10" fmla="*/ 451204 h 987837"/>
                    <a:gd name="connsiteX11" fmla="*/ 209274 w 314658"/>
                    <a:gd name="connsiteY11" fmla="*/ 103378 h 987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4658" h="987837">
                      <a:moveTo>
                        <a:pt x="72092" y="0"/>
                      </a:moveTo>
                      <a:cubicBezTo>
                        <a:pt x="23540" y="80028"/>
                        <a:pt x="33207" y="190781"/>
                        <a:pt x="21923" y="265387"/>
                      </a:cubicBezTo>
                      <a:cubicBezTo>
                        <a:pt x="10639" y="339993"/>
                        <a:pt x="-8720" y="389118"/>
                        <a:pt x="4389" y="447637"/>
                      </a:cubicBezTo>
                      <a:cubicBezTo>
                        <a:pt x="17498" y="506156"/>
                        <a:pt x="50075" y="585271"/>
                        <a:pt x="76530" y="643732"/>
                      </a:cubicBezTo>
                      <a:cubicBezTo>
                        <a:pt x="102986" y="702193"/>
                        <a:pt x="142199" y="750992"/>
                        <a:pt x="163122" y="798405"/>
                      </a:cubicBezTo>
                      <a:cubicBezTo>
                        <a:pt x="184045" y="845818"/>
                        <a:pt x="184288" y="876652"/>
                        <a:pt x="202068" y="928207"/>
                      </a:cubicBezTo>
                      <a:cubicBezTo>
                        <a:pt x="218830" y="959972"/>
                        <a:pt x="249153" y="988920"/>
                        <a:pt x="267918" y="987806"/>
                      </a:cubicBezTo>
                      <a:cubicBezTo>
                        <a:pt x="286683" y="986692"/>
                        <a:pt x="314622" y="951860"/>
                        <a:pt x="314658" y="921523"/>
                      </a:cubicBezTo>
                      <a:cubicBezTo>
                        <a:pt x="314694" y="891186"/>
                        <a:pt x="288600" y="851906"/>
                        <a:pt x="268132" y="805785"/>
                      </a:cubicBezTo>
                      <a:cubicBezTo>
                        <a:pt x="247664" y="759664"/>
                        <a:pt x="220623" y="708936"/>
                        <a:pt x="191851" y="644795"/>
                      </a:cubicBezTo>
                      <a:cubicBezTo>
                        <a:pt x="167457" y="581632"/>
                        <a:pt x="143267" y="494752"/>
                        <a:pt x="123775" y="451204"/>
                      </a:cubicBezTo>
                      <a:cubicBezTo>
                        <a:pt x="104283" y="407656"/>
                        <a:pt x="216550" y="124545"/>
                        <a:pt x="209274" y="103378"/>
                      </a:cubicBezTo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511" name="文本框 510">
              <a:extLst>
                <a:ext uri="{FF2B5EF4-FFF2-40B4-BE49-F238E27FC236}">
                  <a16:creationId xmlns:a16="http://schemas.microsoft.com/office/drawing/2014/main" id="{57F6550D-BDFE-E183-24B4-A0F04360A1C4}"/>
                </a:ext>
              </a:extLst>
            </p:cNvPr>
            <p:cNvSpPr txBox="1"/>
            <p:nvPr/>
          </p:nvSpPr>
          <p:spPr>
            <a:xfrm>
              <a:off x="565792" y="4257762"/>
              <a:ext cx="646944" cy="3641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200" dirty="0" err="1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frtg</a:t>
              </a:r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512" name="组合 511">
              <a:extLst>
                <a:ext uri="{FF2B5EF4-FFF2-40B4-BE49-F238E27FC236}">
                  <a16:creationId xmlns:a16="http://schemas.microsoft.com/office/drawing/2014/main" id="{DD5765D6-7FFE-7185-1534-488AFD6EF4DD}"/>
                </a:ext>
              </a:extLst>
            </p:cNvPr>
            <p:cNvGrpSpPr/>
            <p:nvPr/>
          </p:nvGrpSpPr>
          <p:grpSpPr>
            <a:xfrm>
              <a:off x="1498331" y="4579976"/>
              <a:ext cx="605376" cy="1235182"/>
              <a:chOff x="2580559" y="2947724"/>
              <a:chExt cx="1174427" cy="3165694"/>
            </a:xfrm>
            <a:solidFill>
              <a:srgbClr val="FFFBF0"/>
            </a:solidFill>
          </p:grpSpPr>
          <p:sp>
            <p:nvSpPr>
              <p:cNvPr id="521" name="任意多边形: 形状 520">
                <a:extLst>
                  <a:ext uri="{FF2B5EF4-FFF2-40B4-BE49-F238E27FC236}">
                    <a16:creationId xmlns:a16="http://schemas.microsoft.com/office/drawing/2014/main" id="{E0724BCC-D9C2-707E-1782-2FD4FC7586E0}"/>
                  </a:ext>
                </a:extLst>
              </p:cNvPr>
              <p:cNvSpPr/>
              <p:nvPr/>
            </p:nvSpPr>
            <p:spPr>
              <a:xfrm rot="261312">
                <a:off x="3233316" y="4090804"/>
                <a:ext cx="317646" cy="489038"/>
              </a:xfrm>
              <a:custGeom>
                <a:avLst/>
                <a:gdLst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60350 w 748958"/>
                  <a:gd name="connsiteY14" fmla="*/ 250825 h 869950"/>
                  <a:gd name="connsiteX15" fmla="*/ 244475 w 748958"/>
                  <a:gd name="connsiteY15" fmla="*/ 228600 h 869950"/>
                  <a:gd name="connsiteX16" fmla="*/ 231775 w 748958"/>
                  <a:gd name="connsiteY16" fmla="*/ 196850 h 869950"/>
                  <a:gd name="connsiteX17" fmla="*/ 209550 w 748958"/>
                  <a:gd name="connsiteY17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31775 w 748958"/>
                  <a:gd name="connsiteY15" fmla="*/ 196850 h 869950"/>
                  <a:gd name="connsiteX16" fmla="*/ 209550 w 748958"/>
                  <a:gd name="connsiteY16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09550 w 748958"/>
                  <a:gd name="connsiteY15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325438 w 748958"/>
                  <a:gd name="connsiteY13" fmla="*/ 398462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484187 w 748958"/>
                  <a:gd name="connsiteY12" fmla="*/ 534988 h 869950"/>
                  <a:gd name="connsiteX13" fmla="*/ 325438 w 748958"/>
                  <a:gd name="connsiteY13" fmla="*/ 398462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54512"/>
                  <a:gd name="connsiteY0" fmla="*/ 0 h 869950"/>
                  <a:gd name="connsiteX1" fmla="*/ 69850 w 754512"/>
                  <a:gd name="connsiteY1" fmla="*/ 168275 h 869950"/>
                  <a:gd name="connsiteX2" fmla="*/ 136525 w 754512"/>
                  <a:gd name="connsiteY2" fmla="*/ 320675 h 869950"/>
                  <a:gd name="connsiteX3" fmla="*/ 450850 w 754512"/>
                  <a:gd name="connsiteY3" fmla="*/ 704850 h 869950"/>
                  <a:gd name="connsiteX4" fmla="*/ 552450 w 754512"/>
                  <a:gd name="connsiteY4" fmla="*/ 787400 h 869950"/>
                  <a:gd name="connsiteX5" fmla="*/ 625475 w 754512"/>
                  <a:gd name="connsiteY5" fmla="*/ 812800 h 869950"/>
                  <a:gd name="connsiteX6" fmla="*/ 720725 w 754512"/>
                  <a:gd name="connsiteY6" fmla="*/ 866775 h 869950"/>
                  <a:gd name="connsiteX7" fmla="*/ 742950 w 754512"/>
                  <a:gd name="connsiteY7" fmla="*/ 869950 h 869950"/>
                  <a:gd name="connsiteX8" fmla="*/ 746125 w 754512"/>
                  <a:gd name="connsiteY8" fmla="*/ 771525 h 869950"/>
                  <a:gd name="connsiteX9" fmla="*/ 622300 w 754512"/>
                  <a:gd name="connsiteY9" fmla="*/ 581025 h 869950"/>
                  <a:gd name="connsiteX10" fmla="*/ 574675 w 754512"/>
                  <a:gd name="connsiteY10" fmla="*/ 546100 h 869950"/>
                  <a:gd name="connsiteX11" fmla="*/ 484187 w 754512"/>
                  <a:gd name="connsiteY11" fmla="*/ 534988 h 869950"/>
                  <a:gd name="connsiteX12" fmla="*/ 325438 w 754512"/>
                  <a:gd name="connsiteY12" fmla="*/ 398462 h 869950"/>
                  <a:gd name="connsiteX13" fmla="*/ 260350 w 754512"/>
                  <a:gd name="connsiteY13" fmla="*/ 184150 h 869950"/>
                  <a:gd name="connsiteX14" fmla="*/ 228600 w 754512"/>
                  <a:gd name="connsiteY14" fmla="*/ 50800 h 869950"/>
                  <a:gd name="connsiteX0" fmla="*/ 0 w 751905"/>
                  <a:gd name="connsiteY0" fmla="*/ 0 h 867380"/>
                  <a:gd name="connsiteX1" fmla="*/ 69850 w 751905"/>
                  <a:gd name="connsiteY1" fmla="*/ 168275 h 867380"/>
                  <a:gd name="connsiteX2" fmla="*/ 136525 w 751905"/>
                  <a:gd name="connsiteY2" fmla="*/ 320675 h 867380"/>
                  <a:gd name="connsiteX3" fmla="*/ 450850 w 751905"/>
                  <a:gd name="connsiteY3" fmla="*/ 704850 h 867380"/>
                  <a:gd name="connsiteX4" fmla="*/ 552450 w 751905"/>
                  <a:gd name="connsiteY4" fmla="*/ 787400 h 867380"/>
                  <a:gd name="connsiteX5" fmla="*/ 625475 w 751905"/>
                  <a:gd name="connsiteY5" fmla="*/ 812800 h 867380"/>
                  <a:gd name="connsiteX6" fmla="*/ 720725 w 751905"/>
                  <a:gd name="connsiteY6" fmla="*/ 866775 h 867380"/>
                  <a:gd name="connsiteX7" fmla="*/ 746125 w 751905"/>
                  <a:gd name="connsiteY7" fmla="*/ 771525 h 867380"/>
                  <a:gd name="connsiteX8" fmla="*/ 622300 w 751905"/>
                  <a:gd name="connsiteY8" fmla="*/ 581025 h 867380"/>
                  <a:gd name="connsiteX9" fmla="*/ 574675 w 751905"/>
                  <a:gd name="connsiteY9" fmla="*/ 546100 h 867380"/>
                  <a:gd name="connsiteX10" fmla="*/ 484187 w 751905"/>
                  <a:gd name="connsiteY10" fmla="*/ 534988 h 867380"/>
                  <a:gd name="connsiteX11" fmla="*/ 325438 w 751905"/>
                  <a:gd name="connsiteY11" fmla="*/ 398462 h 867380"/>
                  <a:gd name="connsiteX12" fmla="*/ 260350 w 751905"/>
                  <a:gd name="connsiteY12" fmla="*/ 184150 h 867380"/>
                  <a:gd name="connsiteX13" fmla="*/ 228600 w 751905"/>
                  <a:gd name="connsiteY13" fmla="*/ 50800 h 867380"/>
                  <a:gd name="connsiteX0" fmla="*/ 0 w 751905"/>
                  <a:gd name="connsiteY0" fmla="*/ 0 h 867380"/>
                  <a:gd name="connsiteX1" fmla="*/ 69850 w 751905"/>
                  <a:gd name="connsiteY1" fmla="*/ 168275 h 867380"/>
                  <a:gd name="connsiteX2" fmla="*/ 136525 w 751905"/>
                  <a:gd name="connsiteY2" fmla="*/ 320675 h 867380"/>
                  <a:gd name="connsiteX3" fmla="*/ 450850 w 751905"/>
                  <a:gd name="connsiteY3" fmla="*/ 704850 h 867380"/>
                  <a:gd name="connsiteX4" fmla="*/ 552450 w 751905"/>
                  <a:gd name="connsiteY4" fmla="*/ 787400 h 867380"/>
                  <a:gd name="connsiteX5" fmla="*/ 625475 w 751905"/>
                  <a:gd name="connsiteY5" fmla="*/ 812800 h 867380"/>
                  <a:gd name="connsiteX6" fmla="*/ 720725 w 751905"/>
                  <a:gd name="connsiteY6" fmla="*/ 866775 h 867380"/>
                  <a:gd name="connsiteX7" fmla="*/ 746125 w 751905"/>
                  <a:gd name="connsiteY7" fmla="*/ 771525 h 867380"/>
                  <a:gd name="connsiteX8" fmla="*/ 622300 w 751905"/>
                  <a:gd name="connsiteY8" fmla="*/ 581025 h 867380"/>
                  <a:gd name="connsiteX9" fmla="*/ 574675 w 751905"/>
                  <a:gd name="connsiteY9" fmla="*/ 612775 h 867380"/>
                  <a:gd name="connsiteX10" fmla="*/ 484187 w 751905"/>
                  <a:gd name="connsiteY10" fmla="*/ 534988 h 867380"/>
                  <a:gd name="connsiteX11" fmla="*/ 325438 w 751905"/>
                  <a:gd name="connsiteY11" fmla="*/ 398462 h 867380"/>
                  <a:gd name="connsiteX12" fmla="*/ 260350 w 751905"/>
                  <a:gd name="connsiteY12" fmla="*/ 184150 h 867380"/>
                  <a:gd name="connsiteX13" fmla="*/ 228600 w 751905"/>
                  <a:gd name="connsiteY13" fmla="*/ 50800 h 867380"/>
                  <a:gd name="connsiteX0" fmla="*/ 0 w 755288"/>
                  <a:gd name="connsiteY0" fmla="*/ 0 h 867380"/>
                  <a:gd name="connsiteX1" fmla="*/ 69850 w 755288"/>
                  <a:gd name="connsiteY1" fmla="*/ 168275 h 867380"/>
                  <a:gd name="connsiteX2" fmla="*/ 136525 w 755288"/>
                  <a:gd name="connsiteY2" fmla="*/ 320675 h 867380"/>
                  <a:gd name="connsiteX3" fmla="*/ 450850 w 755288"/>
                  <a:gd name="connsiteY3" fmla="*/ 704850 h 867380"/>
                  <a:gd name="connsiteX4" fmla="*/ 552450 w 755288"/>
                  <a:gd name="connsiteY4" fmla="*/ 787400 h 867380"/>
                  <a:gd name="connsiteX5" fmla="*/ 625475 w 755288"/>
                  <a:gd name="connsiteY5" fmla="*/ 812800 h 867380"/>
                  <a:gd name="connsiteX6" fmla="*/ 720725 w 755288"/>
                  <a:gd name="connsiteY6" fmla="*/ 866775 h 867380"/>
                  <a:gd name="connsiteX7" fmla="*/ 746125 w 755288"/>
                  <a:gd name="connsiteY7" fmla="*/ 771525 h 867380"/>
                  <a:gd name="connsiteX8" fmla="*/ 574675 w 755288"/>
                  <a:gd name="connsiteY8" fmla="*/ 612775 h 867380"/>
                  <a:gd name="connsiteX9" fmla="*/ 484187 w 755288"/>
                  <a:gd name="connsiteY9" fmla="*/ 534988 h 867380"/>
                  <a:gd name="connsiteX10" fmla="*/ 325438 w 755288"/>
                  <a:gd name="connsiteY10" fmla="*/ 398462 h 867380"/>
                  <a:gd name="connsiteX11" fmla="*/ 260350 w 755288"/>
                  <a:gd name="connsiteY11" fmla="*/ 184150 h 867380"/>
                  <a:gd name="connsiteX12" fmla="*/ 228600 w 755288"/>
                  <a:gd name="connsiteY12" fmla="*/ 50800 h 867380"/>
                  <a:gd name="connsiteX0" fmla="*/ 0 w 723110"/>
                  <a:gd name="connsiteY0" fmla="*/ 0 h 871984"/>
                  <a:gd name="connsiteX1" fmla="*/ 69850 w 723110"/>
                  <a:gd name="connsiteY1" fmla="*/ 168275 h 871984"/>
                  <a:gd name="connsiteX2" fmla="*/ 136525 w 723110"/>
                  <a:gd name="connsiteY2" fmla="*/ 320675 h 871984"/>
                  <a:gd name="connsiteX3" fmla="*/ 450850 w 723110"/>
                  <a:gd name="connsiteY3" fmla="*/ 704850 h 871984"/>
                  <a:gd name="connsiteX4" fmla="*/ 552450 w 723110"/>
                  <a:gd name="connsiteY4" fmla="*/ 787400 h 871984"/>
                  <a:gd name="connsiteX5" fmla="*/ 625475 w 723110"/>
                  <a:gd name="connsiteY5" fmla="*/ 812800 h 871984"/>
                  <a:gd name="connsiteX6" fmla="*/ 720725 w 723110"/>
                  <a:gd name="connsiteY6" fmla="*/ 866775 h 871984"/>
                  <a:gd name="connsiteX7" fmla="*/ 684213 w 723110"/>
                  <a:gd name="connsiteY7" fmla="*/ 663575 h 871984"/>
                  <a:gd name="connsiteX8" fmla="*/ 574675 w 723110"/>
                  <a:gd name="connsiteY8" fmla="*/ 612775 h 871984"/>
                  <a:gd name="connsiteX9" fmla="*/ 484187 w 723110"/>
                  <a:gd name="connsiteY9" fmla="*/ 534988 h 871984"/>
                  <a:gd name="connsiteX10" fmla="*/ 325438 w 723110"/>
                  <a:gd name="connsiteY10" fmla="*/ 398462 h 871984"/>
                  <a:gd name="connsiteX11" fmla="*/ 260350 w 723110"/>
                  <a:gd name="connsiteY11" fmla="*/ 184150 h 871984"/>
                  <a:gd name="connsiteX12" fmla="*/ 228600 w 723110"/>
                  <a:gd name="connsiteY12" fmla="*/ 50800 h 871984"/>
                  <a:gd name="connsiteX0" fmla="*/ 0 w 744443"/>
                  <a:gd name="connsiteY0" fmla="*/ 0 h 813354"/>
                  <a:gd name="connsiteX1" fmla="*/ 69850 w 744443"/>
                  <a:gd name="connsiteY1" fmla="*/ 168275 h 813354"/>
                  <a:gd name="connsiteX2" fmla="*/ 136525 w 744443"/>
                  <a:gd name="connsiteY2" fmla="*/ 320675 h 813354"/>
                  <a:gd name="connsiteX3" fmla="*/ 450850 w 744443"/>
                  <a:gd name="connsiteY3" fmla="*/ 704850 h 813354"/>
                  <a:gd name="connsiteX4" fmla="*/ 552450 w 744443"/>
                  <a:gd name="connsiteY4" fmla="*/ 787400 h 813354"/>
                  <a:gd name="connsiteX5" fmla="*/ 625475 w 744443"/>
                  <a:gd name="connsiteY5" fmla="*/ 812800 h 813354"/>
                  <a:gd name="connsiteX6" fmla="*/ 742950 w 744443"/>
                  <a:gd name="connsiteY6" fmla="*/ 765175 h 813354"/>
                  <a:gd name="connsiteX7" fmla="*/ 684213 w 744443"/>
                  <a:gd name="connsiteY7" fmla="*/ 663575 h 813354"/>
                  <a:gd name="connsiteX8" fmla="*/ 574675 w 744443"/>
                  <a:gd name="connsiteY8" fmla="*/ 612775 h 813354"/>
                  <a:gd name="connsiteX9" fmla="*/ 484187 w 744443"/>
                  <a:gd name="connsiteY9" fmla="*/ 534988 h 813354"/>
                  <a:gd name="connsiteX10" fmla="*/ 325438 w 744443"/>
                  <a:gd name="connsiteY10" fmla="*/ 398462 h 813354"/>
                  <a:gd name="connsiteX11" fmla="*/ 260350 w 744443"/>
                  <a:gd name="connsiteY11" fmla="*/ 184150 h 813354"/>
                  <a:gd name="connsiteX12" fmla="*/ 228600 w 744443"/>
                  <a:gd name="connsiteY12" fmla="*/ 50800 h 813354"/>
                  <a:gd name="connsiteX0" fmla="*/ 0 w 743946"/>
                  <a:gd name="connsiteY0" fmla="*/ 0 h 807518"/>
                  <a:gd name="connsiteX1" fmla="*/ 69850 w 743946"/>
                  <a:gd name="connsiteY1" fmla="*/ 168275 h 807518"/>
                  <a:gd name="connsiteX2" fmla="*/ 136525 w 743946"/>
                  <a:gd name="connsiteY2" fmla="*/ 320675 h 807518"/>
                  <a:gd name="connsiteX3" fmla="*/ 450850 w 743946"/>
                  <a:gd name="connsiteY3" fmla="*/ 704850 h 807518"/>
                  <a:gd name="connsiteX4" fmla="*/ 552450 w 743946"/>
                  <a:gd name="connsiteY4" fmla="*/ 787400 h 807518"/>
                  <a:gd name="connsiteX5" fmla="*/ 708025 w 743946"/>
                  <a:gd name="connsiteY5" fmla="*/ 806450 h 807518"/>
                  <a:gd name="connsiteX6" fmla="*/ 742950 w 743946"/>
                  <a:gd name="connsiteY6" fmla="*/ 765175 h 807518"/>
                  <a:gd name="connsiteX7" fmla="*/ 684213 w 743946"/>
                  <a:gd name="connsiteY7" fmla="*/ 663575 h 807518"/>
                  <a:gd name="connsiteX8" fmla="*/ 574675 w 743946"/>
                  <a:gd name="connsiteY8" fmla="*/ 612775 h 807518"/>
                  <a:gd name="connsiteX9" fmla="*/ 484187 w 743946"/>
                  <a:gd name="connsiteY9" fmla="*/ 534988 h 807518"/>
                  <a:gd name="connsiteX10" fmla="*/ 325438 w 743946"/>
                  <a:gd name="connsiteY10" fmla="*/ 398462 h 807518"/>
                  <a:gd name="connsiteX11" fmla="*/ 260350 w 743946"/>
                  <a:gd name="connsiteY11" fmla="*/ 184150 h 807518"/>
                  <a:gd name="connsiteX12" fmla="*/ 228600 w 743946"/>
                  <a:gd name="connsiteY12" fmla="*/ 50800 h 807518"/>
                  <a:gd name="connsiteX0" fmla="*/ 0 w 743478"/>
                  <a:gd name="connsiteY0" fmla="*/ 0 h 809036"/>
                  <a:gd name="connsiteX1" fmla="*/ 69850 w 743478"/>
                  <a:gd name="connsiteY1" fmla="*/ 168275 h 809036"/>
                  <a:gd name="connsiteX2" fmla="*/ 136525 w 743478"/>
                  <a:gd name="connsiteY2" fmla="*/ 320675 h 809036"/>
                  <a:gd name="connsiteX3" fmla="*/ 450850 w 743478"/>
                  <a:gd name="connsiteY3" fmla="*/ 704850 h 809036"/>
                  <a:gd name="connsiteX4" fmla="*/ 623887 w 743478"/>
                  <a:gd name="connsiteY4" fmla="*/ 793750 h 809036"/>
                  <a:gd name="connsiteX5" fmla="*/ 708025 w 743478"/>
                  <a:gd name="connsiteY5" fmla="*/ 806450 h 809036"/>
                  <a:gd name="connsiteX6" fmla="*/ 742950 w 743478"/>
                  <a:gd name="connsiteY6" fmla="*/ 765175 h 809036"/>
                  <a:gd name="connsiteX7" fmla="*/ 684213 w 743478"/>
                  <a:gd name="connsiteY7" fmla="*/ 663575 h 809036"/>
                  <a:gd name="connsiteX8" fmla="*/ 574675 w 743478"/>
                  <a:gd name="connsiteY8" fmla="*/ 612775 h 809036"/>
                  <a:gd name="connsiteX9" fmla="*/ 484187 w 743478"/>
                  <a:gd name="connsiteY9" fmla="*/ 534988 h 809036"/>
                  <a:gd name="connsiteX10" fmla="*/ 325438 w 743478"/>
                  <a:gd name="connsiteY10" fmla="*/ 398462 h 809036"/>
                  <a:gd name="connsiteX11" fmla="*/ 260350 w 743478"/>
                  <a:gd name="connsiteY11" fmla="*/ 184150 h 809036"/>
                  <a:gd name="connsiteX12" fmla="*/ 228600 w 743478"/>
                  <a:gd name="connsiteY12" fmla="*/ 50800 h 80903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542925 w 743478"/>
                  <a:gd name="connsiteY3" fmla="*/ 709613 h 808866"/>
                  <a:gd name="connsiteX4" fmla="*/ 623887 w 743478"/>
                  <a:gd name="connsiteY4" fmla="*/ 793750 h 808866"/>
                  <a:gd name="connsiteX5" fmla="*/ 708025 w 743478"/>
                  <a:gd name="connsiteY5" fmla="*/ 806450 h 808866"/>
                  <a:gd name="connsiteX6" fmla="*/ 742950 w 743478"/>
                  <a:gd name="connsiteY6" fmla="*/ 765175 h 808866"/>
                  <a:gd name="connsiteX7" fmla="*/ 684213 w 743478"/>
                  <a:gd name="connsiteY7" fmla="*/ 663575 h 808866"/>
                  <a:gd name="connsiteX8" fmla="*/ 574675 w 743478"/>
                  <a:gd name="connsiteY8" fmla="*/ 612775 h 808866"/>
                  <a:gd name="connsiteX9" fmla="*/ 484187 w 743478"/>
                  <a:gd name="connsiteY9" fmla="*/ 534988 h 808866"/>
                  <a:gd name="connsiteX10" fmla="*/ 325438 w 743478"/>
                  <a:gd name="connsiteY10" fmla="*/ 398462 h 808866"/>
                  <a:gd name="connsiteX11" fmla="*/ 260350 w 743478"/>
                  <a:gd name="connsiteY11" fmla="*/ 184150 h 808866"/>
                  <a:gd name="connsiteX12" fmla="*/ 228600 w 743478"/>
                  <a:gd name="connsiteY12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350838 w 743478"/>
                  <a:gd name="connsiteY3" fmla="*/ 5286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95263 w 743478"/>
                  <a:gd name="connsiteY2" fmla="*/ 438150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146050 w 743478"/>
                  <a:gd name="connsiteY1" fmla="*/ 306387 h 808866"/>
                  <a:gd name="connsiteX2" fmla="*/ 195263 w 743478"/>
                  <a:gd name="connsiteY2" fmla="*/ 438150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675215"/>
                  <a:gd name="connsiteY0" fmla="*/ 79375 h 758066"/>
                  <a:gd name="connsiteX1" fmla="*/ 77787 w 675215"/>
                  <a:gd name="connsiteY1" fmla="*/ 255587 h 758066"/>
                  <a:gd name="connsiteX2" fmla="*/ 127000 w 675215"/>
                  <a:gd name="connsiteY2" fmla="*/ 387350 h 758066"/>
                  <a:gd name="connsiteX3" fmla="*/ 190500 w 675215"/>
                  <a:gd name="connsiteY3" fmla="*/ 452438 h 758066"/>
                  <a:gd name="connsiteX4" fmla="*/ 474662 w 675215"/>
                  <a:gd name="connsiteY4" fmla="*/ 658813 h 758066"/>
                  <a:gd name="connsiteX5" fmla="*/ 555624 w 675215"/>
                  <a:gd name="connsiteY5" fmla="*/ 742950 h 758066"/>
                  <a:gd name="connsiteX6" fmla="*/ 639762 w 675215"/>
                  <a:gd name="connsiteY6" fmla="*/ 755650 h 758066"/>
                  <a:gd name="connsiteX7" fmla="*/ 674687 w 675215"/>
                  <a:gd name="connsiteY7" fmla="*/ 714375 h 758066"/>
                  <a:gd name="connsiteX8" fmla="*/ 615950 w 675215"/>
                  <a:gd name="connsiteY8" fmla="*/ 612775 h 758066"/>
                  <a:gd name="connsiteX9" fmla="*/ 506412 w 675215"/>
                  <a:gd name="connsiteY9" fmla="*/ 561975 h 758066"/>
                  <a:gd name="connsiteX10" fmla="*/ 415924 w 675215"/>
                  <a:gd name="connsiteY10" fmla="*/ 484188 h 758066"/>
                  <a:gd name="connsiteX11" fmla="*/ 257175 w 675215"/>
                  <a:gd name="connsiteY11" fmla="*/ 347662 h 758066"/>
                  <a:gd name="connsiteX12" fmla="*/ 192087 w 675215"/>
                  <a:gd name="connsiteY12" fmla="*/ 133350 h 758066"/>
                  <a:gd name="connsiteX13" fmla="*/ 160337 w 675215"/>
                  <a:gd name="connsiteY13" fmla="*/ 0 h 758066"/>
                  <a:gd name="connsiteX0" fmla="*/ 4551 w 679766"/>
                  <a:gd name="connsiteY0" fmla="*/ 79375 h 758066"/>
                  <a:gd name="connsiteX1" fmla="*/ 6138 w 679766"/>
                  <a:gd name="connsiteY1" fmla="*/ 80963 h 758066"/>
                  <a:gd name="connsiteX2" fmla="*/ 82338 w 679766"/>
                  <a:gd name="connsiteY2" fmla="*/ 255587 h 758066"/>
                  <a:gd name="connsiteX3" fmla="*/ 131551 w 679766"/>
                  <a:gd name="connsiteY3" fmla="*/ 387350 h 758066"/>
                  <a:gd name="connsiteX4" fmla="*/ 195051 w 679766"/>
                  <a:gd name="connsiteY4" fmla="*/ 452438 h 758066"/>
                  <a:gd name="connsiteX5" fmla="*/ 479213 w 679766"/>
                  <a:gd name="connsiteY5" fmla="*/ 658813 h 758066"/>
                  <a:gd name="connsiteX6" fmla="*/ 560175 w 679766"/>
                  <a:gd name="connsiteY6" fmla="*/ 742950 h 758066"/>
                  <a:gd name="connsiteX7" fmla="*/ 644313 w 679766"/>
                  <a:gd name="connsiteY7" fmla="*/ 755650 h 758066"/>
                  <a:gd name="connsiteX8" fmla="*/ 679238 w 679766"/>
                  <a:gd name="connsiteY8" fmla="*/ 714375 h 758066"/>
                  <a:gd name="connsiteX9" fmla="*/ 620501 w 679766"/>
                  <a:gd name="connsiteY9" fmla="*/ 612775 h 758066"/>
                  <a:gd name="connsiteX10" fmla="*/ 510963 w 679766"/>
                  <a:gd name="connsiteY10" fmla="*/ 561975 h 758066"/>
                  <a:gd name="connsiteX11" fmla="*/ 420475 w 679766"/>
                  <a:gd name="connsiteY11" fmla="*/ 484188 h 758066"/>
                  <a:gd name="connsiteX12" fmla="*/ 261726 w 679766"/>
                  <a:gd name="connsiteY12" fmla="*/ 347662 h 758066"/>
                  <a:gd name="connsiteX13" fmla="*/ 196638 w 679766"/>
                  <a:gd name="connsiteY13" fmla="*/ 133350 h 758066"/>
                  <a:gd name="connsiteX14" fmla="*/ 164888 w 679766"/>
                  <a:gd name="connsiteY14" fmla="*/ 0 h 758066"/>
                  <a:gd name="connsiteX0" fmla="*/ 35617 w 710832"/>
                  <a:gd name="connsiteY0" fmla="*/ 150921 h 829612"/>
                  <a:gd name="connsiteX1" fmla="*/ 2279 w 710832"/>
                  <a:gd name="connsiteY1" fmla="*/ 3284 h 829612"/>
                  <a:gd name="connsiteX2" fmla="*/ 113404 w 710832"/>
                  <a:gd name="connsiteY2" fmla="*/ 327133 h 829612"/>
                  <a:gd name="connsiteX3" fmla="*/ 162617 w 710832"/>
                  <a:gd name="connsiteY3" fmla="*/ 458896 h 829612"/>
                  <a:gd name="connsiteX4" fmla="*/ 226117 w 710832"/>
                  <a:gd name="connsiteY4" fmla="*/ 523984 h 829612"/>
                  <a:gd name="connsiteX5" fmla="*/ 510279 w 710832"/>
                  <a:gd name="connsiteY5" fmla="*/ 730359 h 829612"/>
                  <a:gd name="connsiteX6" fmla="*/ 591241 w 710832"/>
                  <a:gd name="connsiteY6" fmla="*/ 814496 h 829612"/>
                  <a:gd name="connsiteX7" fmla="*/ 675379 w 710832"/>
                  <a:gd name="connsiteY7" fmla="*/ 827196 h 829612"/>
                  <a:gd name="connsiteX8" fmla="*/ 710304 w 710832"/>
                  <a:gd name="connsiteY8" fmla="*/ 785921 h 829612"/>
                  <a:gd name="connsiteX9" fmla="*/ 651567 w 710832"/>
                  <a:gd name="connsiteY9" fmla="*/ 684321 h 829612"/>
                  <a:gd name="connsiteX10" fmla="*/ 542029 w 710832"/>
                  <a:gd name="connsiteY10" fmla="*/ 633521 h 829612"/>
                  <a:gd name="connsiteX11" fmla="*/ 451541 w 710832"/>
                  <a:gd name="connsiteY11" fmla="*/ 555734 h 829612"/>
                  <a:gd name="connsiteX12" fmla="*/ 292792 w 710832"/>
                  <a:gd name="connsiteY12" fmla="*/ 419208 h 829612"/>
                  <a:gd name="connsiteX13" fmla="*/ 227704 w 710832"/>
                  <a:gd name="connsiteY13" fmla="*/ 204896 h 829612"/>
                  <a:gd name="connsiteX14" fmla="*/ 195954 w 710832"/>
                  <a:gd name="connsiteY14" fmla="*/ 71546 h 829612"/>
                  <a:gd name="connsiteX0" fmla="*/ 0 w 738715"/>
                  <a:gd name="connsiteY0" fmla="*/ 61722 h 832488"/>
                  <a:gd name="connsiteX1" fmla="*/ 30162 w 738715"/>
                  <a:gd name="connsiteY1" fmla="*/ 6160 h 832488"/>
                  <a:gd name="connsiteX2" fmla="*/ 141287 w 738715"/>
                  <a:gd name="connsiteY2" fmla="*/ 330009 h 832488"/>
                  <a:gd name="connsiteX3" fmla="*/ 190500 w 738715"/>
                  <a:gd name="connsiteY3" fmla="*/ 461772 h 832488"/>
                  <a:gd name="connsiteX4" fmla="*/ 254000 w 738715"/>
                  <a:gd name="connsiteY4" fmla="*/ 526860 h 832488"/>
                  <a:gd name="connsiteX5" fmla="*/ 538162 w 738715"/>
                  <a:gd name="connsiteY5" fmla="*/ 733235 h 832488"/>
                  <a:gd name="connsiteX6" fmla="*/ 619124 w 738715"/>
                  <a:gd name="connsiteY6" fmla="*/ 817372 h 832488"/>
                  <a:gd name="connsiteX7" fmla="*/ 703262 w 738715"/>
                  <a:gd name="connsiteY7" fmla="*/ 830072 h 832488"/>
                  <a:gd name="connsiteX8" fmla="*/ 738187 w 738715"/>
                  <a:gd name="connsiteY8" fmla="*/ 788797 h 832488"/>
                  <a:gd name="connsiteX9" fmla="*/ 679450 w 738715"/>
                  <a:gd name="connsiteY9" fmla="*/ 687197 h 832488"/>
                  <a:gd name="connsiteX10" fmla="*/ 569912 w 738715"/>
                  <a:gd name="connsiteY10" fmla="*/ 636397 h 832488"/>
                  <a:gd name="connsiteX11" fmla="*/ 479424 w 738715"/>
                  <a:gd name="connsiteY11" fmla="*/ 558610 h 832488"/>
                  <a:gd name="connsiteX12" fmla="*/ 320675 w 738715"/>
                  <a:gd name="connsiteY12" fmla="*/ 422084 h 832488"/>
                  <a:gd name="connsiteX13" fmla="*/ 255587 w 738715"/>
                  <a:gd name="connsiteY13" fmla="*/ 207772 h 832488"/>
                  <a:gd name="connsiteX14" fmla="*/ 223837 w 738715"/>
                  <a:gd name="connsiteY14" fmla="*/ 74422 h 832488"/>
                  <a:gd name="connsiteX0" fmla="*/ 0 w 738715"/>
                  <a:gd name="connsiteY0" fmla="*/ 0 h 770766"/>
                  <a:gd name="connsiteX1" fmla="*/ 65087 w 738715"/>
                  <a:gd name="connsiteY1" fmla="*/ 107951 h 770766"/>
                  <a:gd name="connsiteX2" fmla="*/ 141287 w 738715"/>
                  <a:gd name="connsiteY2" fmla="*/ 268287 h 770766"/>
                  <a:gd name="connsiteX3" fmla="*/ 190500 w 738715"/>
                  <a:gd name="connsiteY3" fmla="*/ 400050 h 770766"/>
                  <a:gd name="connsiteX4" fmla="*/ 254000 w 738715"/>
                  <a:gd name="connsiteY4" fmla="*/ 465138 h 770766"/>
                  <a:gd name="connsiteX5" fmla="*/ 538162 w 738715"/>
                  <a:gd name="connsiteY5" fmla="*/ 671513 h 770766"/>
                  <a:gd name="connsiteX6" fmla="*/ 619124 w 738715"/>
                  <a:gd name="connsiteY6" fmla="*/ 755650 h 770766"/>
                  <a:gd name="connsiteX7" fmla="*/ 703262 w 738715"/>
                  <a:gd name="connsiteY7" fmla="*/ 768350 h 770766"/>
                  <a:gd name="connsiteX8" fmla="*/ 738187 w 738715"/>
                  <a:gd name="connsiteY8" fmla="*/ 727075 h 770766"/>
                  <a:gd name="connsiteX9" fmla="*/ 679450 w 738715"/>
                  <a:gd name="connsiteY9" fmla="*/ 625475 h 770766"/>
                  <a:gd name="connsiteX10" fmla="*/ 569912 w 738715"/>
                  <a:gd name="connsiteY10" fmla="*/ 574675 h 770766"/>
                  <a:gd name="connsiteX11" fmla="*/ 479424 w 738715"/>
                  <a:gd name="connsiteY11" fmla="*/ 496888 h 770766"/>
                  <a:gd name="connsiteX12" fmla="*/ 320675 w 738715"/>
                  <a:gd name="connsiteY12" fmla="*/ 360362 h 770766"/>
                  <a:gd name="connsiteX13" fmla="*/ 255587 w 738715"/>
                  <a:gd name="connsiteY13" fmla="*/ 146050 h 770766"/>
                  <a:gd name="connsiteX14" fmla="*/ 223837 w 738715"/>
                  <a:gd name="connsiteY14" fmla="*/ 12700 h 770766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34949 w 718077"/>
                  <a:gd name="connsiteY13" fmla="*/ 206375 h 831091"/>
                  <a:gd name="connsiteX14" fmla="*/ 203199 w 718077"/>
                  <a:gd name="connsiteY14" fmla="*/ 73025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34949 w 718077"/>
                  <a:gd name="connsiteY13" fmla="*/ 206375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32742 w 718077"/>
                  <a:gd name="connsiteY11" fmla="*/ 513568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51519 w 718077"/>
                  <a:gd name="connsiteY10" fmla="*/ 656180 h 831091"/>
                  <a:gd name="connsiteX11" fmla="*/ 432742 w 718077"/>
                  <a:gd name="connsiteY11" fmla="*/ 513568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9098"/>
                  <a:gd name="connsiteY0" fmla="*/ 0 h 818642"/>
                  <a:gd name="connsiteX1" fmla="*/ 44449 w 719098"/>
                  <a:gd name="connsiteY1" fmla="*/ 168276 h 818642"/>
                  <a:gd name="connsiteX2" fmla="*/ 120649 w 719098"/>
                  <a:gd name="connsiteY2" fmla="*/ 328612 h 818642"/>
                  <a:gd name="connsiteX3" fmla="*/ 169862 w 719098"/>
                  <a:gd name="connsiteY3" fmla="*/ 460375 h 818642"/>
                  <a:gd name="connsiteX4" fmla="*/ 233362 w 719098"/>
                  <a:gd name="connsiteY4" fmla="*/ 525463 h 818642"/>
                  <a:gd name="connsiteX5" fmla="*/ 517524 w 719098"/>
                  <a:gd name="connsiteY5" fmla="*/ 731838 h 818642"/>
                  <a:gd name="connsiteX6" fmla="*/ 598486 w 719098"/>
                  <a:gd name="connsiteY6" fmla="*/ 815975 h 818642"/>
                  <a:gd name="connsiteX7" fmla="*/ 717549 w 719098"/>
                  <a:gd name="connsiteY7" fmla="*/ 787400 h 818642"/>
                  <a:gd name="connsiteX8" fmla="*/ 658812 w 719098"/>
                  <a:gd name="connsiteY8" fmla="*/ 685800 h 818642"/>
                  <a:gd name="connsiteX9" fmla="*/ 551519 w 719098"/>
                  <a:gd name="connsiteY9" fmla="*/ 656180 h 818642"/>
                  <a:gd name="connsiteX10" fmla="*/ 432742 w 719098"/>
                  <a:gd name="connsiteY10" fmla="*/ 513568 h 818642"/>
                  <a:gd name="connsiteX11" fmla="*/ 399891 w 719098"/>
                  <a:gd name="connsiteY11" fmla="*/ 426523 h 818642"/>
                  <a:gd name="connsiteX12" fmla="*/ 278591 w 719098"/>
                  <a:gd name="connsiteY12" fmla="*/ 227451 h 818642"/>
                  <a:gd name="connsiteX13" fmla="*/ 282938 w 719098"/>
                  <a:gd name="connsiteY13" fmla="*/ 165237 h 818642"/>
                  <a:gd name="connsiteX0" fmla="*/ 0 w 659721"/>
                  <a:gd name="connsiteY0" fmla="*/ 0 h 816860"/>
                  <a:gd name="connsiteX1" fmla="*/ 44449 w 659721"/>
                  <a:gd name="connsiteY1" fmla="*/ 168276 h 816860"/>
                  <a:gd name="connsiteX2" fmla="*/ 120649 w 659721"/>
                  <a:gd name="connsiteY2" fmla="*/ 328612 h 816860"/>
                  <a:gd name="connsiteX3" fmla="*/ 169862 w 659721"/>
                  <a:gd name="connsiteY3" fmla="*/ 460375 h 816860"/>
                  <a:gd name="connsiteX4" fmla="*/ 233362 w 659721"/>
                  <a:gd name="connsiteY4" fmla="*/ 525463 h 816860"/>
                  <a:gd name="connsiteX5" fmla="*/ 517524 w 659721"/>
                  <a:gd name="connsiteY5" fmla="*/ 731838 h 816860"/>
                  <a:gd name="connsiteX6" fmla="*/ 598486 w 659721"/>
                  <a:gd name="connsiteY6" fmla="*/ 815975 h 816860"/>
                  <a:gd name="connsiteX7" fmla="*/ 658812 w 659721"/>
                  <a:gd name="connsiteY7" fmla="*/ 685800 h 816860"/>
                  <a:gd name="connsiteX8" fmla="*/ 551519 w 659721"/>
                  <a:gd name="connsiteY8" fmla="*/ 656180 h 816860"/>
                  <a:gd name="connsiteX9" fmla="*/ 432742 w 659721"/>
                  <a:gd name="connsiteY9" fmla="*/ 513568 h 816860"/>
                  <a:gd name="connsiteX10" fmla="*/ 399891 w 659721"/>
                  <a:gd name="connsiteY10" fmla="*/ 426523 h 816860"/>
                  <a:gd name="connsiteX11" fmla="*/ 278591 w 659721"/>
                  <a:gd name="connsiteY11" fmla="*/ 227451 h 816860"/>
                  <a:gd name="connsiteX12" fmla="*/ 282938 w 659721"/>
                  <a:gd name="connsiteY12" fmla="*/ 165237 h 816860"/>
                  <a:gd name="connsiteX0" fmla="*/ 0 w 599294"/>
                  <a:gd name="connsiteY0" fmla="*/ 0 h 818005"/>
                  <a:gd name="connsiteX1" fmla="*/ 44449 w 599294"/>
                  <a:gd name="connsiteY1" fmla="*/ 168276 h 818005"/>
                  <a:gd name="connsiteX2" fmla="*/ 120649 w 599294"/>
                  <a:gd name="connsiteY2" fmla="*/ 328612 h 818005"/>
                  <a:gd name="connsiteX3" fmla="*/ 169862 w 599294"/>
                  <a:gd name="connsiteY3" fmla="*/ 460375 h 818005"/>
                  <a:gd name="connsiteX4" fmla="*/ 233362 w 599294"/>
                  <a:gd name="connsiteY4" fmla="*/ 525463 h 818005"/>
                  <a:gd name="connsiteX5" fmla="*/ 517524 w 599294"/>
                  <a:gd name="connsiteY5" fmla="*/ 731838 h 818005"/>
                  <a:gd name="connsiteX6" fmla="*/ 598486 w 599294"/>
                  <a:gd name="connsiteY6" fmla="*/ 815975 h 818005"/>
                  <a:gd name="connsiteX7" fmla="*/ 551519 w 599294"/>
                  <a:gd name="connsiteY7" fmla="*/ 656180 h 818005"/>
                  <a:gd name="connsiteX8" fmla="*/ 432742 w 599294"/>
                  <a:gd name="connsiteY8" fmla="*/ 513568 h 818005"/>
                  <a:gd name="connsiteX9" fmla="*/ 399891 w 599294"/>
                  <a:gd name="connsiteY9" fmla="*/ 426523 h 818005"/>
                  <a:gd name="connsiteX10" fmla="*/ 278591 w 599294"/>
                  <a:gd name="connsiteY10" fmla="*/ 227451 h 818005"/>
                  <a:gd name="connsiteX11" fmla="*/ 282938 w 599294"/>
                  <a:gd name="connsiteY11" fmla="*/ 165237 h 818005"/>
                  <a:gd name="connsiteX0" fmla="*/ 0 w 560957"/>
                  <a:gd name="connsiteY0" fmla="*/ 0 h 736416"/>
                  <a:gd name="connsiteX1" fmla="*/ 44449 w 560957"/>
                  <a:gd name="connsiteY1" fmla="*/ 168276 h 736416"/>
                  <a:gd name="connsiteX2" fmla="*/ 120649 w 560957"/>
                  <a:gd name="connsiteY2" fmla="*/ 328612 h 736416"/>
                  <a:gd name="connsiteX3" fmla="*/ 169862 w 560957"/>
                  <a:gd name="connsiteY3" fmla="*/ 460375 h 736416"/>
                  <a:gd name="connsiteX4" fmla="*/ 233362 w 560957"/>
                  <a:gd name="connsiteY4" fmla="*/ 525463 h 736416"/>
                  <a:gd name="connsiteX5" fmla="*/ 517524 w 560957"/>
                  <a:gd name="connsiteY5" fmla="*/ 731838 h 736416"/>
                  <a:gd name="connsiteX6" fmla="*/ 551519 w 560957"/>
                  <a:gd name="connsiteY6" fmla="*/ 656180 h 736416"/>
                  <a:gd name="connsiteX7" fmla="*/ 432742 w 560957"/>
                  <a:gd name="connsiteY7" fmla="*/ 513568 h 736416"/>
                  <a:gd name="connsiteX8" fmla="*/ 399891 w 560957"/>
                  <a:gd name="connsiteY8" fmla="*/ 426523 h 736416"/>
                  <a:gd name="connsiteX9" fmla="*/ 278591 w 560957"/>
                  <a:gd name="connsiteY9" fmla="*/ 227451 h 736416"/>
                  <a:gd name="connsiteX10" fmla="*/ 282938 w 560957"/>
                  <a:gd name="connsiteY10" fmla="*/ 165237 h 736416"/>
                  <a:gd name="connsiteX0" fmla="*/ 0 w 553781"/>
                  <a:gd name="connsiteY0" fmla="*/ 0 h 727150"/>
                  <a:gd name="connsiteX1" fmla="*/ 44449 w 553781"/>
                  <a:gd name="connsiteY1" fmla="*/ 168276 h 727150"/>
                  <a:gd name="connsiteX2" fmla="*/ 120649 w 553781"/>
                  <a:gd name="connsiteY2" fmla="*/ 328612 h 727150"/>
                  <a:gd name="connsiteX3" fmla="*/ 169862 w 553781"/>
                  <a:gd name="connsiteY3" fmla="*/ 460375 h 727150"/>
                  <a:gd name="connsiteX4" fmla="*/ 233362 w 553781"/>
                  <a:gd name="connsiteY4" fmla="*/ 525463 h 727150"/>
                  <a:gd name="connsiteX5" fmla="*/ 488643 w 553781"/>
                  <a:gd name="connsiteY5" fmla="*/ 722048 h 727150"/>
                  <a:gd name="connsiteX6" fmla="*/ 551519 w 553781"/>
                  <a:gd name="connsiteY6" fmla="*/ 656180 h 727150"/>
                  <a:gd name="connsiteX7" fmla="*/ 432742 w 553781"/>
                  <a:gd name="connsiteY7" fmla="*/ 513568 h 727150"/>
                  <a:gd name="connsiteX8" fmla="*/ 399891 w 553781"/>
                  <a:gd name="connsiteY8" fmla="*/ 426523 h 727150"/>
                  <a:gd name="connsiteX9" fmla="*/ 278591 w 553781"/>
                  <a:gd name="connsiteY9" fmla="*/ 227451 h 727150"/>
                  <a:gd name="connsiteX10" fmla="*/ 282938 w 553781"/>
                  <a:gd name="connsiteY10" fmla="*/ 165237 h 727150"/>
                  <a:gd name="connsiteX0" fmla="*/ 0 w 561611"/>
                  <a:gd name="connsiteY0" fmla="*/ 0 h 732877"/>
                  <a:gd name="connsiteX1" fmla="*/ 44449 w 561611"/>
                  <a:gd name="connsiteY1" fmla="*/ 168276 h 732877"/>
                  <a:gd name="connsiteX2" fmla="*/ 120649 w 561611"/>
                  <a:gd name="connsiteY2" fmla="*/ 328612 h 732877"/>
                  <a:gd name="connsiteX3" fmla="*/ 169862 w 561611"/>
                  <a:gd name="connsiteY3" fmla="*/ 460375 h 732877"/>
                  <a:gd name="connsiteX4" fmla="*/ 233362 w 561611"/>
                  <a:gd name="connsiteY4" fmla="*/ 525463 h 732877"/>
                  <a:gd name="connsiteX5" fmla="*/ 488643 w 561611"/>
                  <a:gd name="connsiteY5" fmla="*/ 722048 h 732877"/>
                  <a:gd name="connsiteX6" fmla="*/ 559753 w 561611"/>
                  <a:gd name="connsiteY6" fmla="*/ 686720 h 732877"/>
                  <a:gd name="connsiteX7" fmla="*/ 432742 w 561611"/>
                  <a:gd name="connsiteY7" fmla="*/ 513568 h 732877"/>
                  <a:gd name="connsiteX8" fmla="*/ 399891 w 561611"/>
                  <a:gd name="connsiteY8" fmla="*/ 426523 h 732877"/>
                  <a:gd name="connsiteX9" fmla="*/ 278591 w 561611"/>
                  <a:gd name="connsiteY9" fmla="*/ 227451 h 732877"/>
                  <a:gd name="connsiteX10" fmla="*/ 282938 w 561611"/>
                  <a:gd name="connsiteY10" fmla="*/ 165237 h 732877"/>
                  <a:gd name="connsiteX0" fmla="*/ 0 w 562157"/>
                  <a:gd name="connsiteY0" fmla="*/ 0 h 733869"/>
                  <a:gd name="connsiteX1" fmla="*/ 44449 w 562157"/>
                  <a:gd name="connsiteY1" fmla="*/ 168276 h 733869"/>
                  <a:gd name="connsiteX2" fmla="*/ 120649 w 562157"/>
                  <a:gd name="connsiteY2" fmla="*/ 328612 h 733869"/>
                  <a:gd name="connsiteX3" fmla="*/ 169862 w 562157"/>
                  <a:gd name="connsiteY3" fmla="*/ 460375 h 733869"/>
                  <a:gd name="connsiteX4" fmla="*/ 233362 w 562157"/>
                  <a:gd name="connsiteY4" fmla="*/ 525463 h 733869"/>
                  <a:gd name="connsiteX5" fmla="*/ 488643 w 562157"/>
                  <a:gd name="connsiteY5" fmla="*/ 722048 h 733869"/>
                  <a:gd name="connsiteX6" fmla="*/ 559753 w 562157"/>
                  <a:gd name="connsiteY6" fmla="*/ 686720 h 733869"/>
                  <a:gd name="connsiteX7" fmla="*/ 432742 w 562157"/>
                  <a:gd name="connsiteY7" fmla="*/ 513568 h 733869"/>
                  <a:gd name="connsiteX8" fmla="*/ 399891 w 562157"/>
                  <a:gd name="connsiteY8" fmla="*/ 426523 h 733869"/>
                  <a:gd name="connsiteX9" fmla="*/ 278591 w 562157"/>
                  <a:gd name="connsiteY9" fmla="*/ 227451 h 733869"/>
                  <a:gd name="connsiteX10" fmla="*/ 282938 w 562157"/>
                  <a:gd name="connsiteY10" fmla="*/ 165237 h 733869"/>
                  <a:gd name="connsiteX0" fmla="*/ 0 w 562157"/>
                  <a:gd name="connsiteY0" fmla="*/ 0 h 733869"/>
                  <a:gd name="connsiteX1" fmla="*/ 44449 w 562157"/>
                  <a:gd name="connsiteY1" fmla="*/ 168276 h 733869"/>
                  <a:gd name="connsiteX2" fmla="*/ 120649 w 562157"/>
                  <a:gd name="connsiteY2" fmla="*/ 328612 h 733869"/>
                  <a:gd name="connsiteX3" fmla="*/ 169862 w 562157"/>
                  <a:gd name="connsiteY3" fmla="*/ 460375 h 733869"/>
                  <a:gd name="connsiteX4" fmla="*/ 233362 w 562157"/>
                  <a:gd name="connsiteY4" fmla="*/ 525463 h 733869"/>
                  <a:gd name="connsiteX5" fmla="*/ 488643 w 562157"/>
                  <a:gd name="connsiteY5" fmla="*/ 722048 h 733869"/>
                  <a:gd name="connsiteX6" fmla="*/ 559753 w 562157"/>
                  <a:gd name="connsiteY6" fmla="*/ 686720 h 733869"/>
                  <a:gd name="connsiteX7" fmla="*/ 432742 w 562157"/>
                  <a:gd name="connsiteY7" fmla="*/ 513568 h 733869"/>
                  <a:gd name="connsiteX8" fmla="*/ 399891 w 562157"/>
                  <a:gd name="connsiteY8" fmla="*/ 426523 h 733869"/>
                  <a:gd name="connsiteX9" fmla="*/ 278591 w 562157"/>
                  <a:gd name="connsiteY9" fmla="*/ 227451 h 733869"/>
                  <a:gd name="connsiteX10" fmla="*/ 282938 w 562157"/>
                  <a:gd name="connsiteY10" fmla="*/ 165237 h 733869"/>
                  <a:gd name="connsiteX0" fmla="*/ 0 w 562157"/>
                  <a:gd name="connsiteY0" fmla="*/ 0 h 722083"/>
                  <a:gd name="connsiteX1" fmla="*/ 44449 w 562157"/>
                  <a:gd name="connsiteY1" fmla="*/ 168276 h 722083"/>
                  <a:gd name="connsiteX2" fmla="*/ 120649 w 562157"/>
                  <a:gd name="connsiteY2" fmla="*/ 328612 h 722083"/>
                  <a:gd name="connsiteX3" fmla="*/ 169862 w 562157"/>
                  <a:gd name="connsiteY3" fmla="*/ 460375 h 722083"/>
                  <a:gd name="connsiteX4" fmla="*/ 233362 w 562157"/>
                  <a:gd name="connsiteY4" fmla="*/ 525463 h 722083"/>
                  <a:gd name="connsiteX5" fmla="*/ 488643 w 562157"/>
                  <a:gd name="connsiteY5" fmla="*/ 722048 h 722083"/>
                  <a:gd name="connsiteX6" fmla="*/ 559753 w 562157"/>
                  <a:gd name="connsiteY6" fmla="*/ 686720 h 722083"/>
                  <a:gd name="connsiteX7" fmla="*/ 432742 w 562157"/>
                  <a:gd name="connsiteY7" fmla="*/ 513568 h 722083"/>
                  <a:gd name="connsiteX8" fmla="*/ 399891 w 562157"/>
                  <a:gd name="connsiteY8" fmla="*/ 426523 h 722083"/>
                  <a:gd name="connsiteX9" fmla="*/ 278591 w 562157"/>
                  <a:gd name="connsiteY9" fmla="*/ 227451 h 722083"/>
                  <a:gd name="connsiteX10" fmla="*/ 282938 w 562157"/>
                  <a:gd name="connsiteY10" fmla="*/ 165237 h 722083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169862 w 562157"/>
                  <a:gd name="connsiteY3" fmla="*/ 460375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169862 w 562157"/>
                  <a:gd name="connsiteY3" fmla="*/ 460375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144439 w 562157"/>
                  <a:gd name="connsiteY1" fmla="*/ 127256 h 723888"/>
                  <a:gd name="connsiteX2" fmla="*/ 44449 w 562157"/>
                  <a:gd name="connsiteY2" fmla="*/ 168276 h 723888"/>
                  <a:gd name="connsiteX3" fmla="*/ 152851 w 562157"/>
                  <a:gd name="connsiteY3" fmla="*/ 255234 h 723888"/>
                  <a:gd name="connsiteX4" fmla="*/ 380209 w 562157"/>
                  <a:gd name="connsiteY4" fmla="*/ 538744 h 723888"/>
                  <a:gd name="connsiteX5" fmla="*/ 422793 w 562157"/>
                  <a:gd name="connsiteY5" fmla="*/ 662449 h 723888"/>
                  <a:gd name="connsiteX6" fmla="*/ 488643 w 562157"/>
                  <a:gd name="connsiteY6" fmla="*/ 722048 h 723888"/>
                  <a:gd name="connsiteX7" fmla="*/ 559753 w 562157"/>
                  <a:gd name="connsiteY7" fmla="*/ 686720 h 723888"/>
                  <a:gd name="connsiteX8" fmla="*/ 432742 w 562157"/>
                  <a:gd name="connsiteY8" fmla="*/ 513568 h 723888"/>
                  <a:gd name="connsiteX9" fmla="*/ 399891 w 562157"/>
                  <a:gd name="connsiteY9" fmla="*/ 426523 h 723888"/>
                  <a:gd name="connsiteX10" fmla="*/ 278591 w 562157"/>
                  <a:gd name="connsiteY10" fmla="*/ 227451 h 723888"/>
                  <a:gd name="connsiteX11" fmla="*/ 282938 w 562157"/>
                  <a:gd name="connsiteY11" fmla="*/ 165237 h 723888"/>
                  <a:gd name="connsiteX0" fmla="*/ 0 w 562157"/>
                  <a:gd name="connsiteY0" fmla="*/ 0 h 723888"/>
                  <a:gd name="connsiteX1" fmla="*/ 144439 w 562157"/>
                  <a:gd name="connsiteY1" fmla="*/ 12725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60242 w 438552"/>
                  <a:gd name="connsiteY3" fmla="*/ 572163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57786 w 438552"/>
                  <a:gd name="connsiteY3" fmla="*/ 448537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7517 w 438552"/>
                  <a:gd name="connsiteY1" fmla="*/ 148907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137057 w 443413"/>
                  <a:gd name="connsiteY0" fmla="*/ 0 h 989649"/>
                  <a:gd name="connsiteX1" fmla="*/ 12378 w 443413"/>
                  <a:gd name="connsiteY1" fmla="*/ 375152 h 989649"/>
                  <a:gd name="connsiteX2" fmla="*/ 17850 w 443413"/>
                  <a:gd name="connsiteY2" fmla="*/ 495588 h 989649"/>
                  <a:gd name="connsiteX3" fmla="*/ 130344 w 443413"/>
                  <a:gd name="connsiteY3" fmla="*/ 659643 h 989649"/>
                  <a:gd name="connsiteX4" fmla="*/ 265103 w 443413"/>
                  <a:gd name="connsiteY4" fmla="*/ 798408 h 989649"/>
                  <a:gd name="connsiteX5" fmla="*/ 304049 w 443413"/>
                  <a:gd name="connsiteY5" fmla="*/ 928210 h 989649"/>
                  <a:gd name="connsiteX6" fmla="*/ 369899 w 443413"/>
                  <a:gd name="connsiteY6" fmla="*/ 987809 h 989649"/>
                  <a:gd name="connsiteX7" fmla="*/ 441009 w 443413"/>
                  <a:gd name="connsiteY7" fmla="*/ 952481 h 989649"/>
                  <a:gd name="connsiteX8" fmla="*/ 313998 w 443413"/>
                  <a:gd name="connsiteY8" fmla="*/ 779329 h 989649"/>
                  <a:gd name="connsiteX9" fmla="*/ 281147 w 443413"/>
                  <a:gd name="connsiteY9" fmla="*/ 692284 h 989649"/>
                  <a:gd name="connsiteX10" fmla="*/ 159847 w 443413"/>
                  <a:gd name="connsiteY10" fmla="*/ 493212 h 989649"/>
                  <a:gd name="connsiteX11" fmla="*/ 164194 w 443413"/>
                  <a:gd name="connsiteY11" fmla="*/ 430998 h 989649"/>
                  <a:gd name="connsiteX0" fmla="*/ 119412 w 425768"/>
                  <a:gd name="connsiteY0" fmla="*/ 0 h 989649"/>
                  <a:gd name="connsiteX1" fmla="*/ 85842 w 425768"/>
                  <a:gd name="connsiteY1" fmla="*/ 279398 h 989649"/>
                  <a:gd name="connsiteX2" fmla="*/ 205 w 425768"/>
                  <a:gd name="connsiteY2" fmla="*/ 495588 h 989649"/>
                  <a:gd name="connsiteX3" fmla="*/ 112699 w 425768"/>
                  <a:gd name="connsiteY3" fmla="*/ 659643 h 989649"/>
                  <a:gd name="connsiteX4" fmla="*/ 247458 w 425768"/>
                  <a:gd name="connsiteY4" fmla="*/ 798408 h 989649"/>
                  <a:gd name="connsiteX5" fmla="*/ 286404 w 425768"/>
                  <a:gd name="connsiteY5" fmla="*/ 928210 h 989649"/>
                  <a:gd name="connsiteX6" fmla="*/ 352254 w 425768"/>
                  <a:gd name="connsiteY6" fmla="*/ 987809 h 989649"/>
                  <a:gd name="connsiteX7" fmla="*/ 423364 w 425768"/>
                  <a:gd name="connsiteY7" fmla="*/ 952481 h 989649"/>
                  <a:gd name="connsiteX8" fmla="*/ 296353 w 425768"/>
                  <a:gd name="connsiteY8" fmla="*/ 779329 h 989649"/>
                  <a:gd name="connsiteX9" fmla="*/ 263502 w 425768"/>
                  <a:gd name="connsiteY9" fmla="*/ 692284 h 989649"/>
                  <a:gd name="connsiteX10" fmla="*/ 142202 w 425768"/>
                  <a:gd name="connsiteY10" fmla="*/ 493212 h 989649"/>
                  <a:gd name="connsiteX11" fmla="*/ 146549 w 425768"/>
                  <a:gd name="connsiteY11" fmla="*/ 430998 h 989649"/>
                  <a:gd name="connsiteX0" fmla="*/ 119374 w 425730"/>
                  <a:gd name="connsiteY0" fmla="*/ 0 h 989649"/>
                  <a:gd name="connsiteX1" fmla="*/ 85804 w 425730"/>
                  <a:gd name="connsiteY1" fmla="*/ 279398 h 989649"/>
                  <a:gd name="connsiteX2" fmla="*/ 167 w 425730"/>
                  <a:gd name="connsiteY2" fmla="*/ 495588 h 989649"/>
                  <a:gd name="connsiteX3" fmla="*/ 112661 w 425730"/>
                  <a:gd name="connsiteY3" fmla="*/ 659643 h 989649"/>
                  <a:gd name="connsiteX4" fmla="*/ 247420 w 425730"/>
                  <a:gd name="connsiteY4" fmla="*/ 798408 h 989649"/>
                  <a:gd name="connsiteX5" fmla="*/ 286366 w 425730"/>
                  <a:gd name="connsiteY5" fmla="*/ 928210 h 989649"/>
                  <a:gd name="connsiteX6" fmla="*/ 352216 w 425730"/>
                  <a:gd name="connsiteY6" fmla="*/ 987809 h 989649"/>
                  <a:gd name="connsiteX7" fmla="*/ 423326 w 425730"/>
                  <a:gd name="connsiteY7" fmla="*/ 952481 h 989649"/>
                  <a:gd name="connsiteX8" fmla="*/ 296315 w 425730"/>
                  <a:gd name="connsiteY8" fmla="*/ 779329 h 989649"/>
                  <a:gd name="connsiteX9" fmla="*/ 263464 w 425730"/>
                  <a:gd name="connsiteY9" fmla="*/ 692284 h 989649"/>
                  <a:gd name="connsiteX10" fmla="*/ 142164 w 425730"/>
                  <a:gd name="connsiteY10" fmla="*/ 493212 h 989649"/>
                  <a:gd name="connsiteX11" fmla="*/ 146511 w 425730"/>
                  <a:gd name="connsiteY11" fmla="*/ 430998 h 989649"/>
                  <a:gd name="connsiteX0" fmla="*/ 40060 w 346416"/>
                  <a:gd name="connsiteY0" fmla="*/ 0 h 989649"/>
                  <a:gd name="connsiteX1" fmla="*/ 6490 w 346416"/>
                  <a:gd name="connsiteY1" fmla="*/ 279398 h 989649"/>
                  <a:gd name="connsiteX2" fmla="*/ 2312 w 346416"/>
                  <a:gd name="connsiteY2" fmla="*/ 459282 h 989649"/>
                  <a:gd name="connsiteX3" fmla="*/ 33347 w 346416"/>
                  <a:gd name="connsiteY3" fmla="*/ 659643 h 989649"/>
                  <a:gd name="connsiteX4" fmla="*/ 168106 w 346416"/>
                  <a:gd name="connsiteY4" fmla="*/ 798408 h 989649"/>
                  <a:gd name="connsiteX5" fmla="*/ 207052 w 346416"/>
                  <a:gd name="connsiteY5" fmla="*/ 928210 h 989649"/>
                  <a:gd name="connsiteX6" fmla="*/ 272902 w 346416"/>
                  <a:gd name="connsiteY6" fmla="*/ 987809 h 989649"/>
                  <a:gd name="connsiteX7" fmla="*/ 344012 w 346416"/>
                  <a:gd name="connsiteY7" fmla="*/ 952481 h 989649"/>
                  <a:gd name="connsiteX8" fmla="*/ 217001 w 346416"/>
                  <a:gd name="connsiteY8" fmla="*/ 779329 h 989649"/>
                  <a:gd name="connsiteX9" fmla="*/ 184150 w 346416"/>
                  <a:gd name="connsiteY9" fmla="*/ 692284 h 989649"/>
                  <a:gd name="connsiteX10" fmla="*/ 62850 w 346416"/>
                  <a:gd name="connsiteY10" fmla="*/ 493212 h 989649"/>
                  <a:gd name="connsiteX11" fmla="*/ 67197 w 346416"/>
                  <a:gd name="connsiteY11" fmla="*/ 430998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66413 w 349979"/>
                  <a:gd name="connsiteY10" fmla="*/ 493212 h 989649"/>
                  <a:gd name="connsiteX11" fmla="*/ 70760 w 349979"/>
                  <a:gd name="connsiteY11" fmla="*/ 430998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66413 w 349979"/>
                  <a:gd name="connsiteY10" fmla="*/ 493212 h 989649"/>
                  <a:gd name="connsiteX11" fmla="*/ 182474 w 349979"/>
                  <a:gd name="connsiteY11" fmla="*/ 102331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111083 w 349979"/>
                  <a:gd name="connsiteY10" fmla="*/ 452679 h 989649"/>
                  <a:gd name="connsiteX11" fmla="*/ 182474 w 349979"/>
                  <a:gd name="connsiteY11" fmla="*/ 102331 h 989649"/>
                  <a:gd name="connsiteX0" fmla="*/ 43623 w 349943"/>
                  <a:gd name="connsiteY0" fmla="*/ 0 h 989649"/>
                  <a:gd name="connsiteX1" fmla="*/ 10053 w 349943"/>
                  <a:gd name="connsiteY1" fmla="*/ 279398 h 989649"/>
                  <a:gd name="connsiteX2" fmla="*/ 5875 w 349943"/>
                  <a:gd name="connsiteY2" fmla="*/ 459282 h 989649"/>
                  <a:gd name="connsiteX3" fmla="*/ 85077 w 349943"/>
                  <a:gd name="connsiteY3" fmla="*/ 643735 h 989649"/>
                  <a:gd name="connsiteX4" fmla="*/ 171669 w 349943"/>
                  <a:gd name="connsiteY4" fmla="*/ 798408 h 989649"/>
                  <a:gd name="connsiteX5" fmla="*/ 210615 w 349943"/>
                  <a:gd name="connsiteY5" fmla="*/ 928210 h 989649"/>
                  <a:gd name="connsiteX6" fmla="*/ 276465 w 349943"/>
                  <a:gd name="connsiteY6" fmla="*/ 987809 h 989649"/>
                  <a:gd name="connsiteX7" fmla="*/ 347575 w 349943"/>
                  <a:gd name="connsiteY7" fmla="*/ 952481 h 989649"/>
                  <a:gd name="connsiteX8" fmla="*/ 220564 w 349943"/>
                  <a:gd name="connsiteY8" fmla="*/ 779329 h 989649"/>
                  <a:gd name="connsiteX9" fmla="*/ 200566 w 349943"/>
                  <a:gd name="connsiteY9" fmla="*/ 688797 h 989649"/>
                  <a:gd name="connsiteX10" fmla="*/ 111083 w 349943"/>
                  <a:gd name="connsiteY10" fmla="*/ 452679 h 989649"/>
                  <a:gd name="connsiteX11" fmla="*/ 182474 w 349943"/>
                  <a:gd name="connsiteY11" fmla="*/ 102331 h 989649"/>
                  <a:gd name="connsiteX0" fmla="*/ 43623 w 347581"/>
                  <a:gd name="connsiteY0" fmla="*/ 0 h 988803"/>
                  <a:gd name="connsiteX1" fmla="*/ 10053 w 347581"/>
                  <a:gd name="connsiteY1" fmla="*/ 279398 h 988803"/>
                  <a:gd name="connsiteX2" fmla="*/ 5875 w 347581"/>
                  <a:gd name="connsiteY2" fmla="*/ 459282 h 988803"/>
                  <a:gd name="connsiteX3" fmla="*/ 85077 w 347581"/>
                  <a:gd name="connsiteY3" fmla="*/ 643735 h 988803"/>
                  <a:gd name="connsiteX4" fmla="*/ 171669 w 347581"/>
                  <a:gd name="connsiteY4" fmla="*/ 798408 h 988803"/>
                  <a:gd name="connsiteX5" fmla="*/ 210615 w 347581"/>
                  <a:gd name="connsiteY5" fmla="*/ 928210 h 988803"/>
                  <a:gd name="connsiteX6" fmla="*/ 276465 w 347581"/>
                  <a:gd name="connsiteY6" fmla="*/ 987809 h 988803"/>
                  <a:gd name="connsiteX7" fmla="*/ 347575 w 347581"/>
                  <a:gd name="connsiteY7" fmla="*/ 952481 h 988803"/>
                  <a:gd name="connsiteX8" fmla="*/ 280068 w 347581"/>
                  <a:gd name="connsiteY8" fmla="*/ 797285 h 988803"/>
                  <a:gd name="connsiteX9" fmla="*/ 200566 w 347581"/>
                  <a:gd name="connsiteY9" fmla="*/ 688797 h 988803"/>
                  <a:gd name="connsiteX10" fmla="*/ 111083 w 347581"/>
                  <a:gd name="connsiteY10" fmla="*/ 452679 h 988803"/>
                  <a:gd name="connsiteX11" fmla="*/ 182474 w 347581"/>
                  <a:gd name="connsiteY11" fmla="*/ 102331 h 988803"/>
                  <a:gd name="connsiteX0" fmla="*/ 43623 w 341639"/>
                  <a:gd name="connsiteY0" fmla="*/ 0 h 987951"/>
                  <a:gd name="connsiteX1" fmla="*/ 10053 w 341639"/>
                  <a:gd name="connsiteY1" fmla="*/ 279398 h 987951"/>
                  <a:gd name="connsiteX2" fmla="*/ 5875 w 341639"/>
                  <a:gd name="connsiteY2" fmla="*/ 459282 h 987951"/>
                  <a:gd name="connsiteX3" fmla="*/ 85077 w 341639"/>
                  <a:gd name="connsiteY3" fmla="*/ 643735 h 987951"/>
                  <a:gd name="connsiteX4" fmla="*/ 171669 w 341639"/>
                  <a:gd name="connsiteY4" fmla="*/ 798408 h 987951"/>
                  <a:gd name="connsiteX5" fmla="*/ 210615 w 341639"/>
                  <a:gd name="connsiteY5" fmla="*/ 928210 h 987951"/>
                  <a:gd name="connsiteX6" fmla="*/ 276465 w 341639"/>
                  <a:gd name="connsiteY6" fmla="*/ 987809 h 987951"/>
                  <a:gd name="connsiteX7" fmla="*/ 341633 w 341639"/>
                  <a:gd name="connsiteY7" fmla="*/ 939886 h 987951"/>
                  <a:gd name="connsiteX8" fmla="*/ 280068 w 341639"/>
                  <a:gd name="connsiteY8" fmla="*/ 797285 h 987951"/>
                  <a:gd name="connsiteX9" fmla="*/ 200566 w 341639"/>
                  <a:gd name="connsiteY9" fmla="*/ 688797 h 987951"/>
                  <a:gd name="connsiteX10" fmla="*/ 111083 w 341639"/>
                  <a:gd name="connsiteY10" fmla="*/ 452679 h 987951"/>
                  <a:gd name="connsiteX11" fmla="*/ 182474 w 341639"/>
                  <a:gd name="connsiteY11" fmla="*/ 102331 h 987951"/>
                  <a:gd name="connsiteX0" fmla="*/ 43623 w 341639"/>
                  <a:gd name="connsiteY0" fmla="*/ 0 h 987951"/>
                  <a:gd name="connsiteX1" fmla="*/ 10053 w 341639"/>
                  <a:gd name="connsiteY1" fmla="*/ 279398 h 987951"/>
                  <a:gd name="connsiteX2" fmla="*/ 5875 w 341639"/>
                  <a:gd name="connsiteY2" fmla="*/ 459282 h 987951"/>
                  <a:gd name="connsiteX3" fmla="*/ 85077 w 341639"/>
                  <a:gd name="connsiteY3" fmla="*/ 643735 h 987951"/>
                  <a:gd name="connsiteX4" fmla="*/ 171669 w 341639"/>
                  <a:gd name="connsiteY4" fmla="*/ 798408 h 987951"/>
                  <a:gd name="connsiteX5" fmla="*/ 210615 w 341639"/>
                  <a:gd name="connsiteY5" fmla="*/ 928210 h 987951"/>
                  <a:gd name="connsiteX6" fmla="*/ 276465 w 341639"/>
                  <a:gd name="connsiteY6" fmla="*/ 987809 h 987951"/>
                  <a:gd name="connsiteX7" fmla="*/ 341633 w 341639"/>
                  <a:gd name="connsiteY7" fmla="*/ 939886 h 987951"/>
                  <a:gd name="connsiteX8" fmla="*/ 280068 w 341639"/>
                  <a:gd name="connsiteY8" fmla="*/ 797285 h 987951"/>
                  <a:gd name="connsiteX9" fmla="*/ 203685 w 341639"/>
                  <a:gd name="connsiteY9" fmla="*/ 679426 h 987951"/>
                  <a:gd name="connsiteX10" fmla="*/ 111083 w 341639"/>
                  <a:gd name="connsiteY10" fmla="*/ 452679 h 987951"/>
                  <a:gd name="connsiteX11" fmla="*/ 182474 w 341639"/>
                  <a:gd name="connsiteY11" fmla="*/ 102331 h 987951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11083 w 318285"/>
                  <a:gd name="connsiteY10" fmla="*/ 452679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407"/>
                  <a:gd name="connsiteY0" fmla="*/ 0 h 989081"/>
                  <a:gd name="connsiteX1" fmla="*/ 10053 w 318407"/>
                  <a:gd name="connsiteY1" fmla="*/ 279398 h 989081"/>
                  <a:gd name="connsiteX2" fmla="*/ 5875 w 318407"/>
                  <a:gd name="connsiteY2" fmla="*/ 459282 h 989081"/>
                  <a:gd name="connsiteX3" fmla="*/ 85077 w 318407"/>
                  <a:gd name="connsiteY3" fmla="*/ 643735 h 989081"/>
                  <a:gd name="connsiteX4" fmla="*/ 171669 w 318407"/>
                  <a:gd name="connsiteY4" fmla="*/ 798408 h 989081"/>
                  <a:gd name="connsiteX5" fmla="*/ 210615 w 318407"/>
                  <a:gd name="connsiteY5" fmla="*/ 928210 h 989081"/>
                  <a:gd name="connsiteX6" fmla="*/ 276465 w 318407"/>
                  <a:gd name="connsiteY6" fmla="*/ 987809 h 989081"/>
                  <a:gd name="connsiteX7" fmla="*/ 318244 w 318407"/>
                  <a:gd name="connsiteY7" fmla="*/ 923499 h 989081"/>
                  <a:gd name="connsiteX8" fmla="*/ 269238 w 318407"/>
                  <a:gd name="connsiteY8" fmla="*/ 808747 h 989081"/>
                  <a:gd name="connsiteX9" fmla="*/ 203685 w 318407"/>
                  <a:gd name="connsiteY9" fmla="*/ 679426 h 989081"/>
                  <a:gd name="connsiteX10" fmla="*/ 129457 w 318407"/>
                  <a:gd name="connsiteY10" fmla="*/ 481793 h 989081"/>
                  <a:gd name="connsiteX11" fmla="*/ 175268 w 318407"/>
                  <a:gd name="connsiteY11" fmla="*/ 149750 h 989081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217821 w 318952"/>
                  <a:gd name="connsiteY11" fmla="*/ 103381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32322 w 318952"/>
                  <a:gd name="connsiteY10" fmla="*/ 451207 h 988835"/>
                  <a:gd name="connsiteX11" fmla="*/ 217821 w 318952"/>
                  <a:gd name="connsiteY11" fmla="*/ 103381 h 988835"/>
                  <a:gd name="connsiteX0" fmla="*/ 40066 w 315395"/>
                  <a:gd name="connsiteY0" fmla="*/ 0 h 988835"/>
                  <a:gd name="connsiteX1" fmla="*/ 6496 w 315395"/>
                  <a:gd name="connsiteY1" fmla="*/ 279398 h 988835"/>
                  <a:gd name="connsiteX2" fmla="*/ 7279 w 315395"/>
                  <a:gd name="connsiteY2" fmla="*/ 457309 h 988835"/>
                  <a:gd name="connsiteX3" fmla="*/ 81520 w 315395"/>
                  <a:gd name="connsiteY3" fmla="*/ 643735 h 988835"/>
                  <a:gd name="connsiteX4" fmla="*/ 168112 w 315395"/>
                  <a:gd name="connsiteY4" fmla="*/ 798408 h 988835"/>
                  <a:gd name="connsiteX5" fmla="*/ 207058 w 315395"/>
                  <a:gd name="connsiteY5" fmla="*/ 928210 h 988835"/>
                  <a:gd name="connsiteX6" fmla="*/ 272908 w 315395"/>
                  <a:gd name="connsiteY6" fmla="*/ 987809 h 988835"/>
                  <a:gd name="connsiteX7" fmla="*/ 314687 w 315395"/>
                  <a:gd name="connsiteY7" fmla="*/ 923499 h 988835"/>
                  <a:gd name="connsiteX8" fmla="*/ 265681 w 315395"/>
                  <a:gd name="connsiteY8" fmla="*/ 808747 h 988835"/>
                  <a:gd name="connsiteX9" fmla="*/ 196841 w 315395"/>
                  <a:gd name="connsiteY9" fmla="*/ 644798 h 988835"/>
                  <a:gd name="connsiteX10" fmla="*/ 128765 w 315395"/>
                  <a:gd name="connsiteY10" fmla="*/ 451207 h 988835"/>
                  <a:gd name="connsiteX11" fmla="*/ 214264 w 315395"/>
                  <a:gd name="connsiteY11" fmla="*/ 103381 h 988835"/>
                  <a:gd name="connsiteX0" fmla="*/ 33739 w 309068"/>
                  <a:gd name="connsiteY0" fmla="*/ 0 h 988835"/>
                  <a:gd name="connsiteX1" fmla="*/ 33178 w 309068"/>
                  <a:gd name="connsiteY1" fmla="*/ 283940 h 988835"/>
                  <a:gd name="connsiteX2" fmla="*/ 952 w 309068"/>
                  <a:gd name="connsiteY2" fmla="*/ 457309 h 988835"/>
                  <a:gd name="connsiteX3" fmla="*/ 75193 w 309068"/>
                  <a:gd name="connsiteY3" fmla="*/ 643735 h 988835"/>
                  <a:gd name="connsiteX4" fmla="*/ 161785 w 309068"/>
                  <a:gd name="connsiteY4" fmla="*/ 798408 h 988835"/>
                  <a:gd name="connsiteX5" fmla="*/ 200731 w 309068"/>
                  <a:gd name="connsiteY5" fmla="*/ 928210 h 988835"/>
                  <a:gd name="connsiteX6" fmla="*/ 266581 w 309068"/>
                  <a:gd name="connsiteY6" fmla="*/ 987809 h 988835"/>
                  <a:gd name="connsiteX7" fmla="*/ 308360 w 309068"/>
                  <a:gd name="connsiteY7" fmla="*/ 923499 h 988835"/>
                  <a:gd name="connsiteX8" fmla="*/ 259354 w 309068"/>
                  <a:gd name="connsiteY8" fmla="*/ 808747 h 988835"/>
                  <a:gd name="connsiteX9" fmla="*/ 190514 w 309068"/>
                  <a:gd name="connsiteY9" fmla="*/ 644798 h 988835"/>
                  <a:gd name="connsiteX10" fmla="*/ 122438 w 309068"/>
                  <a:gd name="connsiteY10" fmla="*/ 451207 h 988835"/>
                  <a:gd name="connsiteX11" fmla="*/ 207937 w 309068"/>
                  <a:gd name="connsiteY11" fmla="*/ 103381 h 988835"/>
                  <a:gd name="connsiteX0" fmla="*/ 70925 w 309238"/>
                  <a:gd name="connsiteY0" fmla="*/ 0 h 988832"/>
                  <a:gd name="connsiteX1" fmla="*/ 33348 w 309238"/>
                  <a:gd name="connsiteY1" fmla="*/ 283937 h 988832"/>
                  <a:gd name="connsiteX2" fmla="*/ 1122 w 309238"/>
                  <a:gd name="connsiteY2" fmla="*/ 457306 h 988832"/>
                  <a:gd name="connsiteX3" fmla="*/ 75363 w 309238"/>
                  <a:gd name="connsiteY3" fmla="*/ 643732 h 988832"/>
                  <a:gd name="connsiteX4" fmla="*/ 161955 w 309238"/>
                  <a:gd name="connsiteY4" fmla="*/ 798405 h 988832"/>
                  <a:gd name="connsiteX5" fmla="*/ 200901 w 309238"/>
                  <a:gd name="connsiteY5" fmla="*/ 928207 h 988832"/>
                  <a:gd name="connsiteX6" fmla="*/ 266751 w 309238"/>
                  <a:gd name="connsiteY6" fmla="*/ 987806 h 988832"/>
                  <a:gd name="connsiteX7" fmla="*/ 308530 w 309238"/>
                  <a:gd name="connsiteY7" fmla="*/ 923496 h 988832"/>
                  <a:gd name="connsiteX8" fmla="*/ 259524 w 309238"/>
                  <a:gd name="connsiteY8" fmla="*/ 808744 h 988832"/>
                  <a:gd name="connsiteX9" fmla="*/ 190684 w 309238"/>
                  <a:gd name="connsiteY9" fmla="*/ 644795 h 988832"/>
                  <a:gd name="connsiteX10" fmla="*/ 122608 w 309238"/>
                  <a:gd name="connsiteY10" fmla="*/ 451204 h 988832"/>
                  <a:gd name="connsiteX11" fmla="*/ 208107 w 309238"/>
                  <a:gd name="connsiteY11" fmla="*/ 103378 h 988832"/>
                  <a:gd name="connsiteX0" fmla="*/ 70925 w 309238"/>
                  <a:gd name="connsiteY0" fmla="*/ 0 h 988832"/>
                  <a:gd name="connsiteX1" fmla="*/ 33348 w 309238"/>
                  <a:gd name="connsiteY1" fmla="*/ 283937 h 988832"/>
                  <a:gd name="connsiteX2" fmla="*/ 1122 w 309238"/>
                  <a:gd name="connsiteY2" fmla="*/ 457306 h 988832"/>
                  <a:gd name="connsiteX3" fmla="*/ 75363 w 309238"/>
                  <a:gd name="connsiteY3" fmla="*/ 643732 h 988832"/>
                  <a:gd name="connsiteX4" fmla="*/ 161955 w 309238"/>
                  <a:gd name="connsiteY4" fmla="*/ 798405 h 988832"/>
                  <a:gd name="connsiteX5" fmla="*/ 200901 w 309238"/>
                  <a:gd name="connsiteY5" fmla="*/ 928207 h 988832"/>
                  <a:gd name="connsiteX6" fmla="*/ 266751 w 309238"/>
                  <a:gd name="connsiteY6" fmla="*/ 987806 h 988832"/>
                  <a:gd name="connsiteX7" fmla="*/ 308530 w 309238"/>
                  <a:gd name="connsiteY7" fmla="*/ 923496 h 988832"/>
                  <a:gd name="connsiteX8" fmla="*/ 259524 w 309238"/>
                  <a:gd name="connsiteY8" fmla="*/ 808744 h 988832"/>
                  <a:gd name="connsiteX9" fmla="*/ 190684 w 309238"/>
                  <a:gd name="connsiteY9" fmla="*/ 644795 h 988832"/>
                  <a:gd name="connsiteX10" fmla="*/ 122608 w 309238"/>
                  <a:gd name="connsiteY10" fmla="*/ 451204 h 988832"/>
                  <a:gd name="connsiteX11" fmla="*/ 208107 w 309238"/>
                  <a:gd name="connsiteY11" fmla="*/ 103378 h 988832"/>
                  <a:gd name="connsiteX0" fmla="*/ 72373 w 310686"/>
                  <a:gd name="connsiteY0" fmla="*/ 0 h 988832"/>
                  <a:gd name="connsiteX1" fmla="*/ 22204 w 310686"/>
                  <a:gd name="connsiteY1" fmla="*/ 265387 h 988832"/>
                  <a:gd name="connsiteX2" fmla="*/ 2570 w 310686"/>
                  <a:gd name="connsiteY2" fmla="*/ 457306 h 988832"/>
                  <a:gd name="connsiteX3" fmla="*/ 76811 w 310686"/>
                  <a:gd name="connsiteY3" fmla="*/ 643732 h 988832"/>
                  <a:gd name="connsiteX4" fmla="*/ 163403 w 310686"/>
                  <a:gd name="connsiteY4" fmla="*/ 798405 h 988832"/>
                  <a:gd name="connsiteX5" fmla="*/ 202349 w 310686"/>
                  <a:gd name="connsiteY5" fmla="*/ 928207 h 988832"/>
                  <a:gd name="connsiteX6" fmla="*/ 268199 w 310686"/>
                  <a:gd name="connsiteY6" fmla="*/ 987806 h 988832"/>
                  <a:gd name="connsiteX7" fmla="*/ 309978 w 310686"/>
                  <a:gd name="connsiteY7" fmla="*/ 923496 h 988832"/>
                  <a:gd name="connsiteX8" fmla="*/ 260972 w 310686"/>
                  <a:gd name="connsiteY8" fmla="*/ 808744 h 988832"/>
                  <a:gd name="connsiteX9" fmla="*/ 192132 w 310686"/>
                  <a:gd name="connsiteY9" fmla="*/ 644795 h 988832"/>
                  <a:gd name="connsiteX10" fmla="*/ 124056 w 310686"/>
                  <a:gd name="connsiteY10" fmla="*/ 451204 h 988832"/>
                  <a:gd name="connsiteX11" fmla="*/ 209555 w 310686"/>
                  <a:gd name="connsiteY11" fmla="*/ 103378 h 988832"/>
                  <a:gd name="connsiteX0" fmla="*/ 73122 w 311435"/>
                  <a:gd name="connsiteY0" fmla="*/ 0 h 988832"/>
                  <a:gd name="connsiteX1" fmla="*/ 22953 w 311435"/>
                  <a:gd name="connsiteY1" fmla="*/ 265387 h 988832"/>
                  <a:gd name="connsiteX2" fmla="*/ 3319 w 311435"/>
                  <a:gd name="connsiteY2" fmla="*/ 457306 h 988832"/>
                  <a:gd name="connsiteX3" fmla="*/ 77560 w 311435"/>
                  <a:gd name="connsiteY3" fmla="*/ 643732 h 988832"/>
                  <a:gd name="connsiteX4" fmla="*/ 164152 w 311435"/>
                  <a:gd name="connsiteY4" fmla="*/ 798405 h 988832"/>
                  <a:gd name="connsiteX5" fmla="*/ 203098 w 311435"/>
                  <a:gd name="connsiteY5" fmla="*/ 928207 h 988832"/>
                  <a:gd name="connsiteX6" fmla="*/ 268948 w 311435"/>
                  <a:gd name="connsiteY6" fmla="*/ 987806 h 988832"/>
                  <a:gd name="connsiteX7" fmla="*/ 310727 w 311435"/>
                  <a:gd name="connsiteY7" fmla="*/ 923496 h 988832"/>
                  <a:gd name="connsiteX8" fmla="*/ 261721 w 311435"/>
                  <a:gd name="connsiteY8" fmla="*/ 808744 h 988832"/>
                  <a:gd name="connsiteX9" fmla="*/ 192881 w 311435"/>
                  <a:gd name="connsiteY9" fmla="*/ 644795 h 988832"/>
                  <a:gd name="connsiteX10" fmla="*/ 124805 w 311435"/>
                  <a:gd name="connsiteY10" fmla="*/ 451204 h 988832"/>
                  <a:gd name="connsiteX11" fmla="*/ 210304 w 311435"/>
                  <a:gd name="connsiteY11" fmla="*/ 103378 h 988832"/>
                  <a:gd name="connsiteX0" fmla="*/ 73628 w 311941"/>
                  <a:gd name="connsiteY0" fmla="*/ 0 h 988832"/>
                  <a:gd name="connsiteX1" fmla="*/ 23459 w 311941"/>
                  <a:gd name="connsiteY1" fmla="*/ 265387 h 988832"/>
                  <a:gd name="connsiteX2" fmla="*/ 3825 w 311941"/>
                  <a:gd name="connsiteY2" fmla="*/ 457306 h 988832"/>
                  <a:gd name="connsiteX3" fmla="*/ 78066 w 311941"/>
                  <a:gd name="connsiteY3" fmla="*/ 643732 h 988832"/>
                  <a:gd name="connsiteX4" fmla="*/ 164658 w 311941"/>
                  <a:gd name="connsiteY4" fmla="*/ 798405 h 988832"/>
                  <a:gd name="connsiteX5" fmla="*/ 203604 w 311941"/>
                  <a:gd name="connsiteY5" fmla="*/ 928207 h 988832"/>
                  <a:gd name="connsiteX6" fmla="*/ 269454 w 311941"/>
                  <a:gd name="connsiteY6" fmla="*/ 987806 h 988832"/>
                  <a:gd name="connsiteX7" fmla="*/ 311233 w 311941"/>
                  <a:gd name="connsiteY7" fmla="*/ 923496 h 988832"/>
                  <a:gd name="connsiteX8" fmla="*/ 262227 w 311941"/>
                  <a:gd name="connsiteY8" fmla="*/ 808744 h 988832"/>
                  <a:gd name="connsiteX9" fmla="*/ 193387 w 311941"/>
                  <a:gd name="connsiteY9" fmla="*/ 644795 h 988832"/>
                  <a:gd name="connsiteX10" fmla="*/ 125311 w 311941"/>
                  <a:gd name="connsiteY10" fmla="*/ 451204 h 988832"/>
                  <a:gd name="connsiteX11" fmla="*/ 210810 w 311941"/>
                  <a:gd name="connsiteY11" fmla="*/ 103378 h 988832"/>
                  <a:gd name="connsiteX0" fmla="*/ 81107 w 319420"/>
                  <a:gd name="connsiteY0" fmla="*/ 0 h 988832"/>
                  <a:gd name="connsiteX1" fmla="*/ 30938 w 319420"/>
                  <a:gd name="connsiteY1" fmla="*/ 265387 h 988832"/>
                  <a:gd name="connsiteX2" fmla="*/ 1955 w 319420"/>
                  <a:gd name="connsiteY2" fmla="*/ 455135 h 988832"/>
                  <a:gd name="connsiteX3" fmla="*/ 85545 w 319420"/>
                  <a:gd name="connsiteY3" fmla="*/ 643732 h 988832"/>
                  <a:gd name="connsiteX4" fmla="*/ 172137 w 319420"/>
                  <a:gd name="connsiteY4" fmla="*/ 798405 h 988832"/>
                  <a:gd name="connsiteX5" fmla="*/ 211083 w 319420"/>
                  <a:gd name="connsiteY5" fmla="*/ 928207 h 988832"/>
                  <a:gd name="connsiteX6" fmla="*/ 276933 w 319420"/>
                  <a:gd name="connsiteY6" fmla="*/ 987806 h 988832"/>
                  <a:gd name="connsiteX7" fmla="*/ 318712 w 319420"/>
                  <a:gd name="connsiteY7" fmla="*/ 923496 h 988832"/>
                  <a:gd name="connsiteX8" fmla="*/ 269706 w 319420"/>
                  <a:gd name="connsiteY8" fmla="*/ 808744 h 988832"/>
                  <a:gd name="connsiteX9" fmla="*/ 200866 w 319420"/>
                  <a:gd name="connsiteY9" fmla="*/ 644795 h 988832"/>
                  <a:gd name="connsiteX10" fmla="*/ 132790 w 319420"/>
                  <a:gd name="connsiteY10" fmla="*/ 451204 h 988832"/>
                  <a:gd name="connsiteX11" fmla="*/ 218289 w 319420"/>
                  <a:gd name="connsiteY11" fmla="*/ 103378 h 988832"/>
                  <a:gd name="connsiteX0" fmla="*/ 79313 w 317626"/>
                  <a:gd name="connsiteY0" fmla="*/ 0 h 988832"/>
                  <a:gd name="connsiteX1" fmla="*/ 29144 w 317626"/>
                  <a:gd name="connsiteY1" fmla="*/ 265387 h 988832"/>
                  <a:gd name="connsiteX2" fmla="*/ 161 w 317626"/>
                  <a:gd name="connsiteY2" fmla="*/ 455135 h 988832"/>
                  <a:gd name="connsiteX3" fmla="*/ 83751 w 317626"/>
                  <a:gd name="connsiteY3" fmla="*/ 643732 h 988832"/>
                  <a:gd name="connsiteX4" fmla="*/ 170343 w 317626"/>
                  <a:gd name="connsiteY4" fmla="*/ 798405 h 988832"/>
                  <a:gd name="connsiteX5" fmla="*/ 209289 w 317626"/>
                  <a:gd name="connsiteY5" fmla="*/ 928207 h 988832"/>
                  <a:gd name="connsiteX6" fmla="*/ 275139 w 317626"/>
                  <a:gd name="connsiteY6" fmla="*/ 987806 h 988832"/>
                  <a:gd name="connsiteX7" fmla="*/ 316918 w 317626"/>
                  <a:gd name="connsiteY7" fmla="*/ 923496 h 988832"/>
                  <a:gd name="connsiteX8" fmla="*/ 267912 w 317626"/>
                  <a:gd name="connsiteY8" fmla="*/ 808744 h 988832"/>
                  <a:gd name="connsiteX9" fmla="*/ 199072 w 317626"/>
                  <a:gd name="connsiteY9" fmla="*/ 644795 h 988832"/>
                  <a:gd name="connsiteX10" fmla="*/ 130996 w 317626"/>
                  <a:gd name="connsiteY10" fmla="*/ 451204 h 988832"/>
                  <a:gd name="connsiteX11" fmla="*/ 216495 w 317626"/>
                  <a:gd name="connsiteY11" fmla="*/ 103378 h 988832"/>
                  <a:gd name="connsiteX0" fmla="*/ 68013 w 306326"/>
                  <a:gd name="connsiteY0" fmla="*/ 0 h 988832"/>
                  <a:gd name="connsiteX1" fmla="*/ 17844 w 306326"/>
                  <a:gd name="connsiteY1" fmla="*/ 265387 h 988832"/>
                  <a:gd name="connsiteX2" fmla="*/ 310 w 306326"/>
                  <a:gd name="connsiteY2" fmla="*/ 447637 h 988832"/>
                  <a:gd name="connsiteX3" fmla="*/ 72451 w 306326"/>
                  <a:gd name="connsiteY3" fmla="*/ 643732 h 988832"/>
                  <a:gd name="connsiteX4" fmla="*/ 159043 w 306326"/>
                  <a:gd name="connsiteY4" fmla="*/ 798405 h 988832"/>
                  <a:gd name="connsiteX5" fmla="*/ 197989 w 306326"/>
                  <a:gd name="connsiteY5" fmla="*/ 928207 h 988832"/>
                  <a:gd name="connsiteX6" fmla="*/ 263839 w 306326"/>
                  <a:gd name="connsiteY6" fmla="*/ 987806 h 988832"/>
                  <a:gd name="connsiteX7" fmla="*/ 305618 w 306326"/>
                  <a:gd name="connsiteY7" fmla="*/ 923496 h 988832"/>
                  <a:gd name="connsiteX8" fmla="*/ 256612 w 306326"/>
                  <a:gd name="connsiteY8" fmla="*/ 808744 h 988832"/>
                  <a:gd name="connsiteX9" fmla="*/ 187772 w 306326"/>
                  <a:gd name="connsiteY9" fmla="*/ 644795 h 988832"/>
                  <a:gd name="connsiteX10" fmla="*/ 119696 w 306326"/>
                  <a:gd name="connsiteY10" fmla="*/ 451204 h 988832"/>
                  <a:gd name="connsiteX11" fmla="*/ 205195 w 306326"/>
                  <a:gd name="connsiteY11" fmla="*/ 103378 h 988832"/>
                  <a:gd name="connsiteX0" fmla="*/ 72092 w 310405"/>
                  <a:gd name="connsiteY0" fmla="*/ 0 h 988832"/>
                  <a:gd name="connsiteX1" fmla="*/ 21923 w 310405"/>
                  <a:gd name="connsiteY1" fmla="*/ 265387 h 988832"/>
                  <a:gd name="connsiteX2" fmla="*/ 4389 w 310405"/>
                  <a:gd name="connsiteY2" fmla="*/ 447637 h 988832"/>
                  <a:gd name="connsiteX3" fmla="*/ 76530 w 310405"/>
                  <a:gd name="connsiteY3" fmla="*/ 643732 h 988832"/>
                  <a:gd name="connsiteX4" fmla="*/ 163122 w 310405"/>
                  <a:gd name="connsiteY4" fmla="*/ 798405 h 988832"/>
                  <a:gd name="connsiteX5" fmla="*/ 202068 w 310405"/>
                  <a:gd name="connsiteY5" fmla="*/ 928207 h 988832"/>
                  <a:gd name="connsiteX6" fmla="*/ 267918 w 310405"/>
                  <a:gd name="connsiteY6" fmla="*/ 987806 h 988832"/>
                  <a:gd name="connsiteX7" fmla="*/ 309697 w 310405"/>
                  <a:gd name="connsiteY7" fmla="*/ 923496 h 988832"/>
                  <a:gd name="connsiteX8" fmla="*/ 260691 w 310405"/>
                  <a:gd name="connsiteY8" fmla="*/ 808744 h 988832"/>
                  <a:gd name="connsiteX9" fmla="*/ 191851 w 310405"/>
                  <a:gd name="connsiteY9" fmla="*/ 644795 h 988832"/>
                  <a:gd name="connsiteX10" fmla="*/ 123775 w 310405"/>
                  <a:gd name="connsiteY10" fmla="*/ 451204 h 988832"/>
                  <a:gd name="connsiteX11" fmla="*/ 209274 w 310405"/>
                  <a:gd name="connsiteY11" fmla="*/ 103378 h 988832"/>
                  <a:gd name="connsiteX0" fmla="*/ 72092 w 309916"/>
                  <a:gd name="connsiteY0" fmla="*/ 0 h 988841"/>
                  <a:gd name="connsiteX1" fmla="*/ 21923 w 309916"/>
                  <a:gd name="connsiteY1" fmla="*/ 265387 h 988841"/>
                  <a:gd name="connsiteX2" fmla="*/ 4389 w 309916"/>
                  <a:gd name="connsiteY2" fmla="*/ 447637 h 988841"/>
                  <a:gd name="connsiteX3" fmla="*/ 76530 w 309916"/>
                  <a:gd name="connsiteY3" fmla="*/ 643732 h 988841"/>
                  <a:gd name="connsiteX4" fmla="*/ 163122 w 309916"/>
                  <a:gd name="connsiteY4" fmla="*/ 798405 h 988841"/>
                  <a:gd name="connsiteX5" fmla="*/ 202068 w 309916"/>
                  <a:gd name="connsiteY5" fmla="*/ 928207 h 988841"/>
                  <a:gd name="connsiteX6" fmla="*/ 267918 w 309916"/>
                  <a:gd name="connsiteY6" fmla="*/ 987806 h 988841"/>
                  <a:gd name="connsiteX7" fmla="*/ 309697 w 309916"/>
                  <a:gd name="connsiteY7" fmla="*/ 923496 h 988841"/>
                  <a:gd name="connsiteX8" fmla="*/ 268132 w 309916"/>
                  <a:gd name="connsiteY8" fmla="*/ 805785 h 988841"/>
                  <a:gd name="connsiteX9" fmla="*/ 191851 w 309916"/>
                  <a:gd name="connsiteY9" fmla="*/ 644795 h 988841"/>
                  <a:gd name="connsiteX10" fmla="*/ 123775 w 309916"/>
                  <a:gd name="connsiteY10" fmla="*/ 451204 h 988841"/>
                  <a:gd name="connsiteX11" fmla="*/ 209274 w 309916"/>
                  <a:gd name="connsiteY11" fmla="*/ 103378 h 988841"/>
                  <a:gd name="connsiteX0" fmla="*/ 72092 w 314658"/>
                  <a:gd name="connsiteY0" fmla="*/ 0 h 987837"/>
                  <a:gd name="connsiteX1" fmla="*/ 21923 w 314658"/>
                  <a:gd name="connsiteY1" fmla="*/ 265387 h 987837"/>
                  <a:gd name="connsiteX2" fmla="*/ 4389 w 314658"/>
                  <a:gd name="connsiteY2" fmla="*/ 447637 h 987837"/>
                  <a:gd name="connsiteX3" fmla="*/ 76530 w 314658"/>
                  <a:gd name="connsiteY3" fmla="*/ 643732 h 987837"/>
                  <a:gd name="connsiteX4" fmla="*/ 163122 w 314658"/>
                  <a:gd name="connsiteY4" fmla="*/ 798405 h 987837"/>
                  <a:gd name="connsiteX5" fmla="*/ 202068 w 314658"/>
                  <a:gd name="connsiteY5" fmla="*/ 928207 h 987837"/>
                  <a:gd name="connsiteX6" fmla="*/ 267918 w 314658"/>
                  <a:gd name="connsiteY6" fmla="*/ 987806 h 987837"/>
                  <a:gd name="connsiteX7" fmla="*/ 314658 w 314658"/>
                  <a:gd name="connsiteY7" fmla="*/ 921523 h 987837"/>
                  <a:gd name="connsiteX8" fmla="*/ 268132 w 314658"/>
                  <a:gd name="connsiteY8" fmla="*/ 805785 h 987837"/>
                  <a:gd name="connsiteX9" fmla="*/ 191851 w 314658"/>
                  <a:gd name="connsiteY9" fmla="*/ 644795 h 987837"/>
                  <a:gd name="connsiteX10" fmla="*/ 123775 w 314658"/>
                  <a:gd name="connsiteY10" fmla="*/ 451204 h 987837"/>
                  <a:gd name="connsiteX11" fmla="*/ 209274 w 314658"/>
                  <a:gd name="connsiteY11" fmla="*/ 103378 h 987837"/>
                  <a:gd name="connsiteX0" fmla="*/ 50266 w 292832"/>
                  <a:gd name="connsiteY0" fmla="*/ 0 h 987837"/>
                  <a:gd name="connsiteX1" fmla="*/ 97 w 292832"/>
                  <a:gd name="connsiteY1" fmla="*/ 265387 h 987837"/>
                  <a:gd name="connsiteX2" fmla="*/ 54704 w 292832"/>
                  <a:gd name="connsiteY2" fmla="*/ 643732 h 987837"/>
                  <a:gd name="connsiteX3" fmla="*/ 141296 w 292832"/>
                  <a:gd name="connsiteY3" fmla="*/ 798405 h 987837"/>
                  <a:gd name="connsiteX4" fmla="*/ 180242 w 292832"/>
                  <a:gd name="connsiteY4" fmla="*/ 928207 h 987837"/>
                  <a:gd name="connsiteX5" fmla="*/ 246092 w 292832"/>
                  <a:gd name="connsiteY5" fmla="*/ 987806 h 987837"/>
                  <a:gd name="connsiteX6" fmla="*/ 292832 w 292832"/>
                  <a:gd name="connsiteY6" fmla="*/ 921523 h 987837"/>
                  <a:gd name="connsiteX7" fmla="*/ 246306 w 292832"/>
                  <a:gd name="connsiteY7" fmla="*/ 805785 h 987837"/>
                  <a:gd name="connsiteX8" fmla="*/ 170025 w 292832"/>
                  <a:gd name="connsiteY8" fmla="*/ 644795 h 987837"/>
                  <a:gd name="connsiteX9" fmla="*/ 101949 w 292832"/>
                  <a:gd name="connsiteY9" fmla="*/ 451204 h 987837"/>
                  <a:gd name="connsiteX10" fmla="*/ 187448 w 292832"/>
                  <a:gd name="connsiteY10" fmla="*/ 103378 h 987837"/>
                  <a:gd name="connsiteX0" fmla="*/ 3413 w 245979"/>
                  <a:gd name="connsiteY0" fmla="*/ 0 h 987837"/>
                  <a:gd name="connsiteX1" fmla="*/ 7851 w 245979"/>
                  <a:gd name="connsiteY1" fmla="*/ 643732 h 987837"/>
                  <a:gd name="connsiteX2" fmla="*/ 94443 w 245979"/>
                  <a:gd name="connsiteY2" fmla="*/ 798405 h 987837"/>
                  <a:gd name="connsiteX3" fmla="*/ 133389 w 245979"/>
                  <a:gd name="connsiteY3" fmla="*/ 928207 h 987837"/>
                  <a:gd name="connsiteX4" fmla="*/ 199239 w 245979"/>
                  <a:gd name="connsiteY4" fmla="*/ 987806 h 987837"/>
                  <a:gd name="connsiteX5" fmla="*/ 245979 w 245979"/>
                  <a:gd name="connsiteY5" fmla="*/ 921523 h 987837"/>
                  <a:gd name="connsiteX6" fmla="*/ 199453 w 245979"/>
                  <a:gd name="connsiteY6" fmla="*/ 805785 h 987837"/>
                  <a:gd name="connsiteX7" fmla="*/ 123172 w 245979"/>
                  <a:gd name="connsiteY7" fmla="*/ 644795 h 987837"/>
                  <a:gd name="connsiteX8" fmla="*/ 55096 w 245979"/>
                  <a:gd name="connsiteY8" fmla="*/ 451204 h 987837"/>
                  <a:gd name="connsiteX9" fmla="*/ 140595 w 245979"/>
                  <a:gd name="connsiteY9" fmla="*/ 103378 h 987837"/>
                  <a:gd name="connsiteX0" fmla="*/ 0 w 238128"/>
                  <a:gd name="connsiteY0" fmla="*/ 540354 h 884459"/>
                  <a:gd name="connsiteX1" fmla="*/ 86592 w 238128"/>
                  <a:gd name="connsiteY1" fmla="*/ 695027 h 884459"/>
                  <a:gd name="connsiteX2" fmla="*/ 125538 w 238128"/>
                  <a:gd name="connsiteY2" fmla="*/ 824829 h 884459"/>
                  <a:gd name="connsiteX3" fmla="*/ 191388 w 238128"/>
                  <a:gd name="connsiteY3" fmla="*/ 884428 h 884459"/>
                  <a:gd name="connsiteX4" fmla="*/ 238128 w 238128"/>
                  <a:gd name="connsiteY4" fmla="*/ 818145 h 884459"/>
                  <a:gd name="connsiteX5" fmla="*/ 191602 w 238128"/>
                  <a:gd name="connsiteY5" fmla="*/ 702407 h 884459"/>
                  <a:gd name="connsiteX6" fmla="*/ 115321 w 238128"/>
                  <a:gd name="connsiteY6" fmla="*/ 541417 h 884459"/>
                  <a:gd name="connsiteX7" fmla="*/ 47245 w 238128"/>
                  <a:gd name="connsiteY7" fmla="*/ 347826 h 884459"/>
                  <a:gd name="connsiteX8" fmla="*/ 132744 w 238128"/>
                  <a:gd name="connsiteY8" fmla="*/ 0 h 884459"/>
                  <a:gd name="connsiteX0" fmla="*/ 0 w 238128"/>
                  <a:gd name="connsiteY0" fmla="*/ 192528 h 536633"/>
                  <a:gd name="connsiteX1" fmla="*/ 86592 w 238128"/>
                  <a:gd name="connsiteY1" fmla="*/ 347201 h 536633"/>
                  <a:gd name="connsiteX2" fmla="*/ 125538 w 238128"/>
                  <a:gd name="connsiteY2" fmla="*/ 477003 h 536633"/>
                  <a:gd name="connsiteX3" fmla="*/ 191388 w 238128"/>
                  <a:gd name="connsiteY3" fmla="*/ 536602 h 536633"/>
                  <a:gd name="connsiteX4" fmla="*/ 238128 w 238128"/>
                  <a:gd name="connsiteY4" fmla="*/ 470319 h 536633"/>
                  <a:gd name="connsiteX5" fmla="*/ 191602 w 238128"/>
                  <a:gd name="connsiteY5" fmla="*/ 354581 h 536633"/>
                  <a:gd name="connsiteX6" fmla="*/ 115321 w 238128"/>
                  <a:gd name="connsiteY6" fmla="*/ 193591 h 536633"/>
                  <a:gd name="connsiteX7" fmla="*/ 47245 w 238128"/>
                  <a:gd name="connsiteY7" fmla="*/ 0 h 536633"/>
                  <a:gd name="connsiteX0" fmla="*/ 0 w 238128"/>
                  <a:gd name="connsiteY0" fmla="*/ 76021 h 420126"/>
                  <a:gd name="connsiteX1" fmla="*/ 86592 w 238128"/>
                  <a:gd name="connsiteY1" fmla="*/ 230694 h 420126"/>
                  <a:gd name="connsiteX2" fmla="*/ 125538 w 238128"/>
                  <a:gd name="connsiteY2" fmla="*/ 360496 h 420126"/>
                  <a:gd name="connsiteX3" fmla="*/ 191388 w 238128"/>
                  <a:gd name="connsiteY3" fmla="*/ 420095 h 420126"/>
                  <a:gd name="connsiteX4" fmla="*/ 238128 w 238128"/>
                  <a:gd name="connsiteY4" fmla="*/ 353812 h 420126"/>
                  <a:gd name="connsiteX5" fmla="*/ 191602 w 238128"/>
                  <a:gd name="connsiteY5" fmla="*/ 238074 h 420126"/>
                  <a:gd name="connsiteX6" fmla="*/ 115321 w 238128"/>
                  <a:gd name="connsiteY6" fmla="*/ 77084 h 420126"/>
                  <a:gd name="connsiteX7" fmla="*/ 4049 w 238128"/>
                  <a:gd name="connsiteY7" fmla="*/ 0 h 420126"/>
                  <a:gd name="connsiteX0" fmla="*/ 0 w 238128"/>
                  <a:gd name="connsiteY0" fmla="*/ 76021 h 420126"/>
                  <a:gd name="connsiteX1" fmla="*/ 86592 w 238128"/>
                  <a:gd name="connsiteY1" fmla="*/ 230694 h 420126"/>
                  <a:gd name="connsiteX2" fmla="*/ 125538 w 238128"/>
                  <a:gd name="connsiteY2" fmla="*/ 360496 h 420126"/>
                  <a:gd name="connsiteX3" fmla="*/ 191388 w 238128"/>
                  <a:gd name="connsiteY3" fmla="*/ 420095 h 420126"/>
                  <a:gd name="connsiteX4" fmla="*/ 238128 w 238128"/>
                  <a:gd name="connsiteY4" fmla="*/ 353812 h 420126"/>
                  <a:gd name="connsiteX5" fmla="*/ 191602 w 238128"/>
                  <a:gd name="connsiteY5" fmla="*/ 238074 h 420126"/>
                  <a:gd name="connsiteX6" fmla="*/ 102278 w 238128"/>
                  <a:gd name="connsiteY6" fmla="*/ 121903 h 420126"/>
                  <a:gd name="connsiteX7" fmla="*/ 4049 w 238128"/>
                  <a:gd name="connsiteY7" fmla="*/ 0 h 420126"/>
                  <a:gd name="connsiteX0" fmla="*/ 0 w 238128"/>
                  <a:gd name="connsiteY0" fmla="*/ 76021 h 420126"/>
                  <a:gd name="connsiteX1" fmla="*/ 74529 w 238128"/>
                  <a:gd name="connsiteY1" fmla="*/ 247502 h 420126"/>
                  <a:gd name="connsiteX2" fmla="*/ 125538 w 238128"/>
                  <a:gd name="connsiteY2" fmla="*/ 360496 h 420126"/>
                  <a:gd name="connsiteX3" fmla="*/ 191388 w 238128"/>
                  <a:gd name="connsiteY3" fmla="*/ 420095 h 420126"/>
                  <a:gd name="connsiteX4" fmla="*/ 238128 w 238128"/>
                  <a:gd name="connsiteY4" fmla="*/ 353812 h 420126"/>
                  <a:gd name="connsiteX5" fmla="*/ 191602 w 238128"/>
                  <a:gd name="connsiteY5" fmla="*/ 238074 h 420126"/>
                  <a:gd name="connsiteX6" fmla="*/ 102278 w 238128"/>
                  <a:gd name="connsiteY6" fmla="*/ 121903 h 420126"/>
                  <a:gd name="connsiteX7" fmla="*/ 4049 w 238128"/>
                  <a:gd name="connsiteY7" fmla="*/ 0 h 420126"/>
                  <a:gd name="connsiteX0" fmla="*/ 0 w 235293"/>
                  <a:gd name="connsiteY0" fmla="*/ 99321 h 420126"/>
                  <a:gd name="connsiteX1" fmla="*/ 71694 w 235293"/>
                  <a:gd name="connsiteY1" fmla="*/ 247502 h 420126"/>
                  <a:gd name="connsiteX2" fmla="*/ 122703 w 235293"/>
                  <a:gd name="connsiteY2" fmla="*/ 360496 h 420126"/>
                  <a:gd name="connsiteX3" fmla="*/ 188553 w 235293"/>
                  <a:gd name="connsiteY3" fmla="*/ 420095 h 420126"/>
                  <a:gd name="connsiteX4" fmla="*/ 235293 w 235293"/>
                  <a:gd name="connsiteY4" fmla="*/ 353812 h 420126"/>
                  <a:gd name="connsiteX5" fmla="*/ 188767 w 235293"/>
                  <a:gd name="connsiteY5" fmla="*/ 238074 h 420126"/>
                  <a:gd name="connsiteX6" fmla="*/ 99443 w 235293"/>
                  <a:gd name="connsiteY6" fmla="*/ 121903 h 420126"/>
                  <a:gd name="connsiteX7" fmla="*/ 1214 w 235293"/>
                  <a:gd name="connsiteY7" fmla="*/ 0 h 420126"/>
                  <a:gd name="connsiteX0" fmla="*/ 0 w 235293"/>
                  <a:gd name="connsiteY0" fmla="*/ 99321 h 420126"/>
                  <a:gd name="connsiteX1" fmla="*/ 71694 w 235293"/>
                  <a:gd name="connsiteY1" fmla="*/ 247502 h 420126"/>
                  <a:gd name="connsiteX2" fmla="*/ 122703 w 235293"/>
                  <a:gd name="connsiteY2" fmla="*/ 360496 h 420126"/>
                  <a:gd name="connsiteX3" fmla="*/ 188553 w 235293"/>
                  <a:gd name="connsiteY3" fmla="*/ 420095 h 420126"/>
                  <a:gd name="connsiteX4" fmla="*/ 235293 w 235293"/>
                  <a:gd name="connsiteY4" fmla="*/ 353812 h 420126"/>
                  <a:gd name="connsiteX5" fmla="*/ 188767 w 235293"/>
                  <a:gd name="connsiteY5" fmla="*/ 238074 h 420126"/>
                  <a:gd name="connsiteX6" fmla="*/ 99443 w 235293"/>
                  <a:gd name="connsiteY6" fmla="*/ 121903 h 420126"/>
                  <a:gd name="connsiteX7" fmla="*/ 1214 w 235293"/>
                  <a:gd name="connsiteY7" fmla="*/ 0 h 420126"/>
                  <a:gd name="connsiteX0" fmla="*/ 0 w 251046"/>
                  <a:gd name="connsiteY0" fmla="*/ 132173 h 420126"/>
                  <a:gd name="connsiteX1" fmla="*/ 87447 w 251046"/>
                  <a:gd name="connsiteY1" fmla="*/ 247502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83141 w 251046"/>
                  <a:gd name="connsiteY1" fmla="*/ 266220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83141 w 251046"/>
                  <a:gd name="connsiteY1" fmla="*/ 266220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98529 w 251046"/>
                  <a:gd name="connsiteY1" fmla="*/ 258705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98529 w 251046"/>
                  <a:gd name="connsiteY1" fmla="*/ 258705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1046" h="420126">
                    <a:moveTo>
                      <a:pt x="0" y="132173"/>
                    </a:moveTo>
                    <a:cubicBezTo>
                      <a:pt x="25997" y="194447"/>
                      <a:pt x="75453" y="220651"/>
                      <a:pt x="98529" y="258705"/>
                    </a:cubicBezTo>
                    <a:cubicBezTo>
                      <a:pt x="121605" y="296759"/>
                      <a:pt x="120676" y="308941"/>
                      <a:pt x="138456" y="360496"/>
                    </a:cubicBezTo>
                    <a:cubicBezTo>
                      <a:pt x="155218" y="392261"/>
                      <a:pt x="185541" y="421209"/>
                      <a:pt x="204306" y="420095"/>
                    </a:cubicBezTo>
                    <a:cubicBezTo>
                      <a:pt x="223071" y="418981"/>
                      <a:pt x="251010" y="384149"/>
                      <a:pt x="251046" y="353812"/>
                    </a:cubicBezTo>
                    <a:cubicBezTo>
                      <a:pt x="251082" y="323475"/>
                      <a:pt x="227162" y="276726"/>
                      <a:pt x="204520" y="238074"/>
                    </a:cubicBezTo>
                    <a:cubicBezTo>
                      <a:pt x="181878" y="199422"/>
                      <a:pt x="143968" y="186044"/>
                      <a:pt x="115196" y="121903"/>
                    </a:cubicBezTo>
                    <a:cubicBezTo>
                      <a:pt x="71474" y="59634"/>
                      <a:pt x="36459" y="43548"/>
                      <a:pt x="16967" y="0"/>
                    </a:cubicBezTo>
                  </a:path>
                </a:pathLst>
              </a:custGeom>
              <a:grpFill/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522" name="组合 521">
                <a:extLst>
                  <a:ext uri="{FF2B5EF4-FFF2-40B4-BE49-F238E27FC236}">
                    <a16:creationId xmlns:a16="http://schemas.microsoft.com/office/drawing/2014/main" id="{570099BF-3BEB-6882-A3F0-FDEEF6550C0A}"/>
                  </a:ext>
                </a:extLst>
              </p:cNvPr>
              <p:cNvGrpSpPr/>
              <p:nvPr/>
            </p:nvGrpSpPr>
            <p:grpSpPr>
              <a:xfrm>
                <a:off x="2580559" y="2947724"/>
                <a:ext cx="1174427" cy="3165694"/>
                <a:chOff x="5121624" y="7342613"/>
                <a:chExt cx="1174427" cy="3165694"/>
              </a:xfrm>
              <a:grpFill/>
            </p:grpSpPr>
            <p:sp>
              <p:nvSpPr>
                <p:cNvPr id="523" name="任意多边形: 形状 522">
                  <a:extLst>
                    <a:ext uri="{FF2B5EF4-FFF2-40B4-BE49-F238E27FC236}">
                      <a16:creationId xmlns:a16="http://schemas.microsoft.com/office/drawing/2014/main" id="{C16DE866-D736-71DD-A7C9-EE848846D5C3}"/>
                    </a:ext>
                  </a:extLst>
                </p:cNvPr>
                <p:cNvSpPr/>
                <p:nvPr/>
              </p:nvSpPr>
              <p:spPr>
                <a:xfrm>
                  <a:off x="5121624" y="9061908"/>
                  <a:ext cx="651601" cy="1446399"/>
                </a:xfrm>
                <a:custGeom>
                  <a:avLst/>
                  <a:gdLst>
                    <a:gd name="connsiteX0" fmla="*/ 69850 w 304815"/>
                    <a:gd name="connsiteY0" fmla="*/ 0 h 581025"/>
                    <a:gd name="connsiteX1" fmla="*/ 69850 w 304815"/>
                    <a:gd name="connsiteY1" fmla="*/ 0 h 581025"/>
                    <a:gd name="connsiteX2" fmla="*/ 50800 w 304815"/>
                    <a:gd name="connsiteY2" fmla="*/ 111125 h 581025"/>
                    <a:gd name="connsiteX3" fmla="*/ 15875 w 304815"/>
                    <a:gd name="connsiteY3" fmla="*/ 263525 h 581025"/>
                    <a:gd name="connsiteX4" fmla="*/ 0 w 304815"/>
                    <a:gd name="connsiteY4" fmla="*/ 396875 h 581025"/>
                    <a:gd name="connsiteX5" fmla="*/ 85725 w 304815"/>
                    <a:gd name="connsiteY5" fmla="*/ 571500 h 581025"/>
                    <a:gd name="connsiteX6" fmla="*/ 117475 w 304815"/>
                    <a:gd name="connsiteY6" fmla="*/ 581025 h 581025"/>
                    <a:gd name="connsiteX7" fmla="*/ 206375 w 304815"/>
                    <a:gd name="connsiteY7" fmla="*/ 523875 h 581025"/>
                    <a:gd name="connsiteX8" fmla="*/ 250825 w 304815"/>
                    <a:gd name="connsiteY8" fmla="*/ 479425 h 581025"/>
                    <a:gd name="connsiteX9" fmla="*/ 304800 w 304815"/>
                    <a:gd name="connsiteY9" fmla="*/ 330200 h 581025"/>
                    <a:gd name="connsiteX10" fmla="*/ 288925 w 304815"/>
                    <a:gd name="connsiteY10" fmla="*/ 187325 h 581025"/>
                    <a:gd name="connsiteX11" fmla="*/ 257175 w 304815"/>
                    <a:gd name="connsiteY11" fmla="*/ 123825 h 581025"/>
                    <a:gd name="connsiteX12" fmla="*/ 225425 w 304815"/>
                    <a:gd name="connsiteY12" fmla="*/ 76200 h 581025"/>
                    <a:gd name="connsiteX13" fmla="*/ 155575 w 304815"/>
                    <a:gd name="connsiteY13" fmla="*/ 15875 h 581025"/>
                    <a:gd name="connsiteX14" fmla="*/ 139700 w 304815"/>
                    <a:gd name="connsiteY14" fmla="*/ 9525 h 581025"/>
                    <a:gd name="connsiteX15" fmla="*/ 123825 w 304815"/>
                    <a:gd name="connsiteY15" fmla="*/ 0 h 581025"/>
                    <a:gd name="connsiteX16" fmla="*/ 111125 w 304815"/>
                    <a:gd name="connsiteY16" fmla="*/ 3175 h 581025"/>
                    <a:gd name="connsiteX17" fmla="*/ 69850 w 304815"/>
                    <a:gd name="connsiteY17" fmla="*/ 0 h 581025"/>
                    <a:gd name="connsiteX0" fmla="*/ 69850 w 908599"/>
                    <a:gd name="connsiteY0" fmla="*/ 0 h 2095622"/>
                    <a:gd name="connsiteX1" fmla="*/ 69850 w 908599"/>
                    <a:gd name="connsiteY1" fmla="*/ 0 h 2095622"/>
                    <a:gd name="connsiteX2" fmla="*/ 50800 w 908599"/>
                    <a:gd name="connsiteY2" fmla="*/ 111125 h 2095622"/>
                    <a:gd name="connsiteX3" fmla="*/ 15875 w 908599"/>
                    <a:gd name="connsiteY3" fmla="*/ 263525 h 2095622"/>
                    <a:gd name="connsiteX4" fmla="*/ 0 w 908599"/>
                    <a:gd name="connsiteY4" fmla="*/ 396875 h 2095622"/>
                    <a:gd name="connsiteX5" fmla="*/ 85725 w 908599"/>
                    <a:gd name="connsiteY5" fmla="*/ 571500 h 2095622"/>
                    <a:gd name="connsiteX6" fmla="*/ 117475 w 908599"/>
                    <a:gd name="connsiteY6" fmla="*/ 581025 h 2095622"/>
                    <a:gd name="connsiteX7" fmla="*/ 206375 w 908599"/>
                    <a:gd name="connsiteY7" fmla="*/ 523875 h 2095622"/>
                    <a:gd name="connsiteX8" fmla="*/ 908050 w 908599"/>
                    <a:gd name="connsiteY8" fmla="*/ 2095500 h 2095622"/>
                    <a:gd name="connsiteX9" fmla="*/ 304800 w 908599"/>
                    <a:gd name="connsiteY9" fmla="*/ 330200 h 2095622"/>
                    <a:gd name="connsiteX10" fmla="*/ 288925 w 908599"/>
                    <a:gd name="connsiteY10" fmla="*/ 187325 h 2095622"/>
                    <a:gd name="connsiteX11" fmla="*/ 257175 w 908599"/>
                    <a:gd name="connsiteY11" fmla="*/ 123825 h 2095622"/>
                    <a:gd name="connsiteX12" fmla="*/ 225425 w 908599"/>
                    <a:gd name="connsiteY12" fmla="*/ 76200 h 2095622"/>
                    <a:gd name="connsiteX13" fmla="*/ 155575 w 908599"/>
                    <a:gd name="connsiteY13" fmla="*/ 15875 h 2095622"/>
                    <a:gd name="connsiteX14" fmla="*/ 139700 w 908599"/>
                    <a:gd name="connsiteY14" fmla="*/ 9525 h 2095622"/>
                    <a:gd name="connsiteX15" fmla="*/ 123825 w 908599"/>
                    <a:gd name="connsiteY15" fmla="*/ 0 h 2095622"/>
                    <a:gd name="connsiteX16" fmla="*/ 111125 w 908599"/>
                    <a:gd name="connsiteY16" fmla="*/ 3175 h 2095622"/>
                    <a:gd name="connsiteX17" fmla="*/ 69850 w 908599"/>
                    <a:gd name="connsiteY17" fmla="*/ 0 h 2095622"/>
                    <a:gd name="connsiteX0" fmla="*/ 69850 w 908599"/>
                    <a:gd name="connsiteY0" fmla="*/ 0 h 2246968"/>
                    <a:gd name="connsiteX1" fmla="*/ 69850 w 908599"/>
                    <a:gd name="connsiteY1" fmla="*/ 0 h 2246968"/>
                    <a:gd name="connsiteX2" fmla="*/ 50800 w 908599"/>
                    <a:gd name="connsiteY2" fmla="*/ 111125 h 2246968"/>
                    <a:gd name="connsiteX3" fmla="*/ 15875 w 908599"/>
                    <a:gd name="connsiteY3" fmla="*/ 263525 h 2246968"/>
                    <a:gd name="connsiteX4" fmla="*/ 0 w 908599"/>
                    <a:gd name="connsiteY4" fmla="*/ 396875 h 2246968"/>
                    <a:gd name="connsiteX5" fmla="*/ 85725 w 908599"/>
                    <a:gd name="connsiteY5" fmla="*/ 571500 h 2246968"/>
                    <a:gd name="connsiteX6" fmla="*/ 117475 w 908599"/>
                    <a:gd name="connsiteY6" fmla="*/ 581025 h 2246968"/>
                    <a:gd name="connsiteX7" fmla="*/ 784225 w 908599"/>
                    <a:gd name="connsiteY7" fmla="*/ 2143125 h 2246968"/>
                    <a:gd name="connsiteX8" fmla="*/ 908050 w 908599"/>
                    <a:gd name="connsiteY8" fmla="*/ 2095500 h 2246968"/>
                    <a:gd name="connsiteX9" fmla="*/ 304800 w 908599"/>
                    <a:gd name="connsiteY9" fmla="*/ 330200 h 2246968"/>
                    <a:gd name="connsiteX10" fmla="*/ 288925 w 908599"/>
                    <a:gd name="connsiteY10" fmla="*/ 187325 h 2246968"/>
                    <a:gd name="connsiteX11" fmla="*/ 257175 w 908599"/>
                    <a:gd name="connsiteY11" fmla="*/ 123825 h 2246968"/>
                    <a:gd name="connsiteX12" fmla="*/ 225425 w 908599"/>
                    <a:gd name="connsiteY12" fmla="*/ 76200 h 2246968"/>
                    <a:gd name="connsiteX13" fmla="*/ 155575 w 908599"/>
                    <a:gd name="connsiteY13" fmla="*/ 15875 h 2246968"/>
                    <a:gd name="connsiteX14" fmla="*/ 139700 w 908599"/>
                    <a:gd name="connsiteY14" fmla="*/ 9525 h 2246968"/>
                    <a:gd name="connsiteX15" fmla="*/ 123825 w 908599"/>
                    <a:gd name="connsiteY15" fmla="*/ 0 h 2246968"/>
                    <a:gd name="connsiteX16" fmla="*/ 111125 w 908599"/>
                    <a:gd name="connsiteY16" fmla="*/ 3175 h 2246968"/>
                    <a:gd name="connsiteX17" fmla="*/ 69850 w 908599"/>
                    <a:gd name="connsiteY17" fmla="*/ 0 h 2246968"/>
                    <a:gd name="connsiteX0" fmla="*/ 69850 w 1114427"/>
                    <a:gd name="connsiteY0" fmla="*/ 0 h 2246968"/>
                    <a:gd name="connsiteX1" fmla="*/ 69850 w 1114427"/>
                    <a:gd name="connsiteY1" fmla="*/ 0 h 2246968"/>
                    <a:gd name="connsiteX2" fmla="*/ 50800 w 1114427"/>
                    <a:gd name="connsiteY2" fmla="*/ 111125 h 2246968"/>
                    <a:gd name="connsiteX3" fmla="*/ 15875 w 1114427"/>
                    <a:gd name="connsiteY3" fmla="*/ 263525 h 2246968"/>
                    <a:gd name="connsiteX4" fmla="*/ 0 w 1114427"/>
                    <a:gd name="connsiteY4" fmla="*/ 396875 h 2246968"/>
                    <a:gd name="connsiteX5" fmla="*/ 85725 w 1114427"/>
                    <a:gd name="connsiteY5" fmla="*/ 571500 h 2246968"/>
                    <a:gd name="connsiteX6" fmla="*/ 117475 w 1114427"/>
                    <a:gd name="connsiteY6" fmla="*/ 581025 h 2246968"/>
                    <a:gd name="connsiteX7" fmla="*/ 784225 w 1114427"/>
                    <a:gd name="connsiteY7" fmla="*/ 2143125 h 2246968"/>
                    <a:gd name="connsiteX8" fmla="*/ 908050 w 1114427"/>
                    <a:gd name="connsiteY8" fmla="*/ 2095500 h 2246968"/>
                    <a:gd name="connsiteX9" fmla="*/ 1114425 w 1114427"/>
                    <a:gd name="connsiteY9" fmla="*/ 2009775 h 2246968"/>
                    <a:gd name="connsiteX10" fmla="*/ 288925 w 1114427"/>
                    <a:gd name="connsiteY10" fmla="*/ 187325 h 2246968"/>
                    <a:gd name="connsiteX11" fmla="*/ 257175 w 1114427"/>
                    <a:gd name="connsiteY11" fmla="*/ 123825 h 2246968"/>
                    <a:gd name="connsiteX12" fmla="*/ 225425 w 1114427"/>
                    <a:gd name="connsiteY12" fmla="*/ 76200 h 2246968"/>
                    <a:gd name="connsiteX13" fmla="*/ 155575 w 1114427"/>
                    <a:gd name="connsiteY13" fmla="*/ 15875 h 2246968"/>
                    <a:gd name="connsiteX14" fmla="*/ 139700 w 1114427"/>
                    <a:gd name="connsiteY14" fmla="*/ 9525 h 2246968"/>
                    <a:gd name="connsiteX15" fmla="*/ 123825 w 1114427"/>
                    <a:gd name="connsiteY15" fmla="*/ 0 h 2246968"/>
                    <a:gd name="connsiteX16" fmla="*/ 111125 w 1114427"/>
                    <a:gd name="connsiteY16" fmla="*/ 3175 h 2246968"/>
                    <a:gd name="connsiteX17" fmla="*/ 69850 w 1114427"/>
                    <a:gd name="connsiteY17" fmla="*/ 0 h 2246968"/>
                    <a:gd name="connsiteX0" fmla="*/ 69850 w 1114427"/>
                    <a:gd name="connsiteY0" fmla="*/ 0 h 2225485"/>
                    <a:gd name="connsiteX1" fmla="*/ 69850 w 1114427"/>
                    <a:gd name="connsiteY1" fmla="*/ 0 h 2225485"/>
                    <a:gd name="connsiteX2" fmla="*/ 50800 w 1114427"/>
                    <a:gd name="connsiteY2" fmla="*/ 111125 h 2225485"/>
                    <a:gd name="connsiteX3" fmla="*/ 15875 w 1114427"/>
                    <a:gd name="connsiteY3" fmla="*/ 263525 h 2225485"/>
                    <a:gd name="connsiteX4" fmla="*/ 0 w 1114427"/>
                    <a:gd name="connsiteY4" fmla="*/ 396875 h 2225485"/>
                    <a:gd name="connsiteX5" fmla="*/ 85725 w 1114427"/>
                    <a:gd name="connsiteY5" fmla="*/ 571500 h 2225485"/>
                    <a:gd name="connsiteX6" fmla="*/ 117475 w 1114427"/>
                    <a:gd name="connsiteY6" fmla="*/ 581025 h 2225485"/>
                    <a:gd name="connsiteX7" fmla="*/ 254000 w 1114427"/>
                    <a:gd name="connsiteY7" fmla="*/ 873124 h 2225485"/>
                    <a:gd name="connsiteX8" fmla="*/ 784225 w 1114427"/>
                    <a:gd name="connsiteY8" fmla="*/ 2143125 h 2225485"/>
                    <a:gd name="connsiteX9" fmla="*/ 908050 w 1114427"/>
                    <a:gd name="connsiteY9" fmla="*/ 2095500 h 2225485"/>
                    <a:gd name="connsiteX10" fmla="*/ 1114425 w 1114427"/>
                    <a:gd name="connsiteY10" fmla="*/ 2009775 h 2225485"/>
                    <a:gd name="connsiteX11" fmla="*/ 288925 w 1114427"/>
                    <a:gd name="connsiteY11" fmla="*/ 187325 h 2225485"/>
                    <a:gd name="connsiteX12" fmla="*/ 257175 w 1114427"/>
                    <a:gd name="connsiteY12" fmla="*/ 123825 h 2225485"/>
                    <a:gd name="connsiteX13" fmla="*/ 225425 w 1114427"/>
                    <a:gd name="connsiteY13" fmla="*/ 76200 h 2225485"/>
                    <a:gd name="connsiteX14" fmla="*/ 155575 w 1114427"/>
                    <a:gd name="connsiteY14" fmla="*/ 15875 h 2225485"/>
                    <a:gd name="connsiteX15" fmla="*/ 139700 w 1114427"/>
                    <a:gd name="connsiteY15" fmla="*/ 9525 h 2225485"/>
                    <a:gd name="connsiteX16" fmla="*/ 123825 w 1114427"/>
                    <a:gd name="connsiteY16" fmla="*/ 0 h 2225485"/>
                    <a:gd name="connsiteX17" fmla="*/ 111125 w 1114427"/>
                    <a:gd name="connsiteY17" fmla="*/ 3175 h 2225485"/>
                    <a:gd name="connsiteX18" fmla="*/ 69850 w 1114427"/>
                    <a:gd name="connsiteY18" fmla="*/ 0 h 2225485"/>
                    <a:gd name="connsiteX0" fmla="*/ 69850 w 1114427"/>
                    <a:gd name="connsiteY0" fmla="*/ 0 h 2212910"/>
                    <a:gd name="connsiteX1" fmla="*/ 69850 w 1114427"/>
                    <a:gd name="connsiteY1" fmla="*/ 0 h 2212910"/>
                    <a:gd name="connsiteX2" fmla="*/ 50800 w 1114427"/>
                    <a:gd name="connsiteY2" fmla="*/ 111125 h 2212910"/>
                    <a:gd name="connsiteX3" fmla="*/ 15875 w 1114427"/>
                    <a:gd name="connsiteY3" fmla="*/ 263525 h 2212910"/>
                    <a:gd name="connsiteX4" fmla="*/ 0 w 1114427"/>
                    <a:gd name="connsiteY4" fmla="*/ 396875 h 2212910"/>
                    <a:gd name="connsiteX5" fmla="*/ 85725 w 1114427"/>
                    <a:gd name="connsiteY5" fmla="*/ 571500 h 2212910"/>
                    <a:gd name="connsiteX6" fmla="*/ 117475 w 1114427"/>
                    <a:gd name="connsiteY6" fmla="*/ 581025 h 2212910"/>
                    <a:gd name="connsiteX7" fmla="*/ 254000 w 1114427"/>
                    <a:gd name="connsiteY7" fmla="*/ 873124 h 2212910"/>
                    <a:gd name="connsiteX8" fmla="*/ 327025 w 1114427"/>
                    <a:gd name="connsiteY8" fmla="*/ 1044575 h 2212910"/>
                    <a:gd name="connsiteX9" fmla="*/ 784225 w 1114427"/>
                    <a:gd name="connsiteY9" fmla="*/ 2143125 h 2212910"/>
                    <a:gd name="connsiteX10" fmla="*/ 908050 w 1114427"/>
                    <a:gd name="connsiteY10" fmla="*/ 2095500 h 2212910"/>
                    <a:gd name="connsiteX11" fmla="*/ 1114425 w 1114427"/>
                    <a:gd name="connsiteY11" fmla="*/ 2009775 h 2212910"/>
                    <a:gd name="connsiteX12" fmla="*/ 288925 w 1114427"/>
                    <a:gd name="connsiteY12" fmla="*/ 187325 h 2212910"/>
                    <a:gd name="connsiteX13" fmla="*/ 257175 w 1114427"/>
                    <a:gd name="connsiteY13" fmla="*/ 123825 h 2212910"/>
                    <a:gd name="connsiteX14" fmla="*/ 225425 w 1114427"/>
                    <a:gd name="connsiteY14" fmla="*/ 76200 h 2212910"/>
                    <a:gd name="connsiteX15" fmla="*/ 155575 w 1114427"/>
                    <a:gd name="connsiteY15" fmla="*/ 15875 h 2212910"/>
                    <a:gd name="connsiteX16" fmla="*/ 139700 w 1114427"/>
                    <a:gd name="connsiteY16" fmla="*/ 9525 h 2212910"/>
                    <a:gd name="connsiteX17" fmla="*/ 123825 w 1114427"/>
                    <a:gd name="connsiteY17" fmla="*/ 0 h 2212910"/>
                    <a:gd name="connsiteX18" fmla="*/ 111125 w 1114427"/>
                    <a:gd name="connsiteY18" fmla="*/ 3175 h 2212910"/>
                    <a:gd name="connsiteX19" fmla="*/ 69850 w 1114427"/>
                    <a:gd name="connsiteY19" fmla="*/ 0 h 2212910"/>
                    <a:gd name="connsiteX0" fmla="*/ 69850 w 1114427"/>
                    <a:gd name="connsiteY0" fmla="*/ 0 h 2182177"/>
                    <a:gd name="connsiteX1" fmla="*/ 69850 w 1114427"/>
                    <a:gd name="connsiteY1" fmla="*/ 0 h 2182177"/>
                    <a:gd name="connsiteX2" fmla="*/ 50800 w 1114427"/>
                    <a:gd name="connsiteY2" fmla="*/ 111125 h 2182177"/>
                    <a:gd name="connsiteX3" fmla="*/ 15875 w 1114427"/>
                    <a:gd name="connsiteY3" fmla="*/ 263525 h 2182177"/>
                    <a:gd name="connsiteX4" fmla="*/ 0 w 1114427"/>
                    <a:gd name="connsiteY4" fmla="*/ 396875 h 2182177"/>
                    <a:gd name="connsiteX5" fmla="*/ 85725 w 1114427"/>
                    <a:gd name="connsiteY5" fmla="*/ 571500 h 2182177"/>
                    <a:gd name="connsiteX6" fmla="*/ 117475 w 1114427"/>
                    <a:gd name="connsiteY6" fmla="*/ 581025 h 2182177"/>
                    <a:gd name="connsiteX7" fmla="*/ 254000 w 1114427"/>
                    <a:gd name="connsiteY7" fmla="*/ 873124 h 2182177"/>
                    <a:gd name="connsiteX8" fmla="*/ 327025 w 1114427"/>
                    <a:gd name="connsiteY8" fmla="*/ 1044575 h 2182177"/>
                    <a:gd name="connsiteX9" fmla="*/ 488950 w 1114427"/>
                    <a:gd name="connsiteY9" fmla="*/ 1466850 h 2182177"/>
                    <a:gd name="connsiteX10" fmla="*/ 784225 w 1114427"/>
                    <a:gd name="connsiteY10" fmla="*/ 2143125 h 2182177"/>
                    <a:gd name="connsiteX11" fmla="*/ 908050 w 1114427"/>
                    <a:gd name="connsiteY11" fmla="*/ 2095500 h 2182177"/>
                    <a:gd name="connsiteX12" fmla="*/ 1114425 w 1114427"/>
                    <a:gd name="connsiteY12" fmla="*/ 2009775 h 2182177"/>
                    <a:gd name="connsiteX13" fmla="*/ 288925 w 1114427"/>
                    <a:gd name="connsiteY13" fmla="*/ 187325 h 2182177"/>
                    <a:gd name="connsiteX14" fmla="*/ 257175 w 1114427"/>
                    <a:gd name="connsiteY14" fmla="*/ 123825 h 2182177"/>
                    <a:gd name="connsiteX15" fmla="*/ 225425 w 1114427"/>
                    <a:gd name="connsiteY15" fmla="*/ 76200 h 2182177"/>
                    <a:gd name="connsiteX16" fmla="*/ 155575 w 1114427"/>
                    <a:gd name="connsiteY16" fmla="*/ 15875 h 2182177"/>
                    <a:gd name="connsiteX17" fmla="*/ 139700 w 1114427"/>
                    <a:gd name="connsiteY17" fmla="*/ 9525 h 2182177"/>
                    <a:gd name="connsiteX18" fmla="*/ 123825 w 1114427"/>
                    <a:gd name="connsiteY18" fmla="*/ 0 h 2182177"/>
                    <a:gd name="connsiteX19" fmla="*/ 111125 w 1114427"/>
                    <a:gd name="connsiteY19" fmla="*/ 3175 h 2182177"/>
                    <a:gd name="connsiteX20" fmla="*/ 69850 w 1114427"/>
                    <a:gd name="connsiteY20" fmla="*/ 0 h 2182177"/>
                    <a:gd name="connsiteX0" fmla="*/ 69850 w 1114427"/>
                    <a:gd name="connsiteY0" fmla="*/ 0 h 2181033"/>
                    <a:gd name="connsiteX1" fmla="*/ 69850 w 1114427"/>
                    <a:gd name="connsiteY1" fmla="*/ 0 h 2181033"/>
                    <a:gd name="connsiteX2" fmla="*/ 50800 w 1114427"/>
                    <a:gd name="connsiteY2" fmla="*/ 111125 h 2181033"/>
                    <a:gd name="connsiteX3" fmla="*/ 15875 w 1114427"/>
                    <a:gd name="connsiteY3" fmla="*/ 263525 h 2181033"/>
                    <a:gd name="connsiteX4" fmla="*/ 0 w 1114427"/>
                    <a:gd name="connsiteY4" fmla="*/ 396875 h 2181033"/>
                    <a:gd name="connsiteX5" fmla="*/ 85725 w 1114427"/>
                    <a:gd name="connsiteY5" fmla="*/ 571500 h 2181033"/>
                    <a:gd name="connsiteX6" fmla="*/ 117475 w 1114427"/>
                    <a:gd name="connsiteY6" fmla="*/ 581025 h 2181033"/>
                    <a:gd name="connsiteX7" fmla="*/ 254000 w 1114427"/>
                    <a:gd name="connsiteY7" fmla="*/ 873124 h 2181033"/>
                    <a:gd name="connsiteX8" fmla="*/ 327025 w 1114427"/>
                    <a:gd name="connsiteY8" fmla="*/ 1044575 h 2181033"/>
                    <a:gd name="connsiteX9" fmla="*/ 161925 w 1114427"/>
                    <a:gd name="connsiteY9" fmla="*/ 1482725 h 2181033"/>
                    <a:gd name="connsiteX10" fmla="*/ 784225 w 1114427"/>
                    <a:gd name="connsiteY10" fmla="*/ 2143125 h 2181033"/>
                    <a:gd name="connsiteX11" fmla="*/ 908050 w 1114427"/>
                    <a:gd name="connsiteY11" fmla="*/ 2095500 h 2181033"/>
                    <a:gd name="connsiteX12" fmla="*/ 1114425 w 1114427"/>
                    <a:gd name="connsiteY12" fmla="*/ 2009775 h 2181033"/>
                    <a:gd name="connsiteX13" fmla="*/ 288925 w 1114427"/>
                    <a:gd name="connsiteY13" fmla="*/ 187325 h 2181033"/>
                    <a:gd name="connsiteX14" fmla="*/ 257175 w 1114427"/>
                    <a:gd name="connsiteY14" fmla="*/ 123825 h 2181033"/>
                    <a:gd name="connsiteX15" fmla="*/ 225425 w 1114427"/>
                    <a:gd name="connsiteY15" fmla="*/ 76200 h 2181033"/>
                    <a:gd name="connsiteX16" fmla="*/ 155575 w 1114427"/>
                    <a:gd name="connsiteY16" fmla="*/ 15875 h 2181033"/>
                    <a:gd name="connsiteX17" fmla="*/ 139700 w 1114427"/>
                    <a:gd name="connsiteY17" fmla="*/ 9525 h 2181033"/>
                    <a:gd name="connsiteX18" fmla="*/ 123825 w 1114427"/>
                    <a:gd name="connsiteY18" fmla="*/ 0 h 2181033"/>
                    <a:gd name="connsiteX19" fmla="*/ 111125 w 1114427"/>
                    <a:gd name="connsiteY19" fmla="*/ 3175 h 2181033"/>
                    <a:gd name="connsiteX20" fmla="*/ 69850 w 1114427"/>
                    <a:gd name="connsiteY20" fmla="*/ 0 h 2181033"/>
                    <a:gd name="connsiteX0" fmla="*/ 69850 w 1114427"/>
                    <a:gd name="connsiteY0" fmla="*/ 0 h 2095636"/>
                    <a:gd name="connsiteX1" fmla="*/ 69850 w 1114427"/>
                    <a:gd name="connsiteY1" fmla="*/ 0 h 2095636"/>
                    <a:gd name="connsiteX2" fmla="*/ 50800 w 1114427"/>
                    <a:gd name="connsiteY2" fmla="*/ 111125 h 2095636"/>
                    <a:gd name="connsiteX3" fmla="*/ 15875 w 1114427"/>
                    <a:gd name="connsiteY3" fmla="*/ 263525 h 2095636"/>
                    <a:gd name="connsiteX4" fmla="*/ 0 w 1114427"/>
                    <a:gd name="connsiteY4" fmla="*/ 396875 h 2095636"/>
                    <a:gd name="connsiteX5" fmla="*/ 85725 w 1114427"/>
                    <a:gd name="connsiteY5" fmla="*/ 571500 h 2095636"/>
                    <a:gd name="connsiteX6" fmla="*/ 117475 w 1114427"/>
                    <a:gd name="connsiteY6" fmla="*/ 581025 h 2095636"/>
                    <a:gd name="connsiteX7" fmla="*/ 254000 w 1114427"/>
                    <a:gd name="connsiteY7" fmla="*/ 873124 h 2095636"/>
                    <a:gd name="connsiteX8" fmla="*/ 327025 w 1114427"/>
                    <a:gd name="connsiteY8" fmla="*/ 1044575 h 2095636"/>
                    <a:gd name="connsiteX9" fmla="*/ 161925 w 1114427"/>
                    <a:gd name="connsiteY9" fmla="*/ 1482725 h 2095636"/>
                    <a:gd name="connsiteX10" fmla="*/ 415925 w 1114427"/>
                    <a:gd name="connsiteY10" fmla="*/ 809625 h 2095636"/>
                    <a:gd name="connsiteX11" fmla="*/ 908050 w 1114427"/>
                    <a:gd name="connsiteY11" fmla="*/ 2095500 h 2095636"/>
                    <a:gd name="connsiteX12" fmla="*/ 1114425 w 1114427"/>
                    <a:gd name="connsiteY12" fmla="*/ 2009775 h 2095636"/>
                    <a:gd name="connsiteX13" fmla="*/ 288925 w 1114427"/>
                    <a:gd name="connsiteY13" fmla="*/ 187325 h 2095636"/>
                    <a:gd name="connsiteX14" fmla="*/ 257175 w 1114427"/>
                    <a:gd name="connsiteY14" fmla="*/ 123825 h 2095636"/>
                    <a:gd name="connsiteX15" fmla="*/ 225425 w 1114427"/>
                    <a:gd name="connsiteY15" fmla="*/ 76200 h 2095636"/>
                    <a:gd name="connsiteX16" fmla="*/ 155575 w 1114427"/>
                    <a:gd name="connsiteY16" fmla="*/ 15875 h 2095636"/>
                    <a:gd name="connsiteX17" fmla="*/ 139700 w 1114427"/>
                    <a:gd name="connsiteY17" fmla="*/ 9525 h 2095636"/>
                    <a:gd name="connsiteX18" fmla="*/ 123825 w 1114427"/>
                    <a:gd name="connsiteY18" fmla="*/ 0 h 2095636"/>
                    <a:gd name="connsiteX19" fmla="*/ 111125 w 1114427"/>
                    <a:gd name="connsiteY19" fmla="*/ 3175 h 2095636"/>
                    <a:gd name="connsiteX20" fmla="*/ 69850 w 1114427"/>
                    <a:gd name="connsiteY20" fmla="*/ 0 h 2095636"/>
                    <a:gd name="connsiteX0" fmla="*/ 338614 w 1383191"/>
                    <a:gd name="connsiteY0" fmla="*/ 0 h 2095636"/>
                    <a:gd name="connsiteX1" fmla="*/ 338614 w 1383191"/>
                    <a:gd name="connsiteY1" fmla="*/ 0 h 2095636"/>
                    <a:gd name="connsiteX2" fmla="*/ 319564 w 1383191"/>
                    <a:gd name="connsiteY2" fmla="*/ 111125 h 2095636"/>
                    <a:gd name="connsiteX3" fmla="*/ 284639 w 1383191"/>
                    <a:gd name="connsiteY3" fmla="*/ 263525 h 2095636"/>
                    <a:gd name="connsiteX4" fmla="*/ 268764 w 1383191"/>
                    <a:gd name="connsiteY4" fmla="*/ 396875 h 2095636"/>
                    <a:gd name="connsiteX5" fmla="*/ 354489 w 1383191"/>
                    <a:gd name="connsiteY5" fmla="*/ 571500 h 2095636"/>
                    <a:gd name="connsiteX6" fmla="*/ 386239 w 1383191"/>
                    <a:gd name="connsiteY6" fmla="*/ 581025 h 2095636"/>
                    <a:gd name="connsiteX7" fmla="*/ 522764 w 1383191"/>
                    <a:gd name="connsiteY7" fmla="*/ 873124 h 2095636"/>
                    <a:gd name="connsiteX8" fmla="*/ 8414 w 1383191"/>
                    <a:gd name="connsiteY8" fmla="*/ 1927225 h 2095636"/>
                    <a:gd name="connsiteX9" fmla="*/ 430689 w 1383191"/>
                    <a:gd name="connsiteY9" fmla="*/ 1482725 h 2095636"/>
                    <a:gd name="connsiteX10" fmla="*/ 684689 w 1383191"/>
                    <a:gd name="connsiteY10" fmla="*/ 809625 h 2095636"/>
                    <a:gd name="connsiteX11" fmla="*/ 1176814 w 1383191"/>
                    <a:gd name="connsiteY11" fmla="*/ 2095500 h 2095636"/>
                    <a:gd name="connsiteX12" fmla="*/ 1383189 w 1383191"/>
                    <a:gd name="connsiteY12" fmla="*/ 2009775 h 2095636"/>
                    <a:gd name="connsiteX13" fmla="*/ 557689 w 1383191"/>
                    <a:gd name="connsiteY13" fmla="*/ 187325 h 2095636"/>
                    <a:gd name="connsiteX14" fmla="*/ 525939 w 1383191"/>
                    <a:gd name="connsiteY14" fmla="*/ 123825 h 2095636"/>
                    <a:gd name="connsiteX15" fmla="*/ 494189 w 1383191"/>
                    <a:gd name="connsiteY15" fmla="*/ 76200 h 2095636"/>
                    <a:gd name="connsiteX16" fmla="*/ 424339 w 1383191"/>
                    <a:gd name="connsiteY16" fmla="*/ 15875 h 2095636"/>
                    <a:gd name="connsiteX17" fmla="*/ 408464 w 1383191"/>
                    <a:gd name="connsiteY17" fmla="*/ 9525 h 2095636"/>
                    <a:gd name="connsiteX18" fmla="*/ 392589 w 1383191"/>
                    <a:gd name="connsiteY18" fmla="*/ 0 h 2095636"/>
                    <a:gd name="connsiteX19" fmla="*/ 379889 w 1383191"/>
                    <a:gd name="connsiteY19" fmla="*/ 3175 h 2095636"/>
                    <a:gd name="connsiteX20" fmla="*/ 338614 w 1383191"/>
                    <a:gd name="connsiteY20" fmla="*/ 0 h 2095636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92588 w 1391090"/>
                    <a:gd name="connsiteY10" fmla="*/ 809625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88"/>
                    <a:gd name="connsiteY0" fmla="*/ 0 h 2132487"/>
                    <a:gd name="connsiteX1" fmla="*/ 346513 w 1391088"/>
                    <a:gd name="connsiteY1" fmla="*/ 0 h 2132487"/>
                    <a:gd name="connsiteX2" fmla="*/ 327463 w 1391088"/>
                    <a:gd name="connsiteY2" fmla="*/ 111125 h 2132487"/>
                    <a:gd name="connsiteX3" fmla="*/ 292538 w 1391088"/>
                    <a:gd name="connsiteY3" fmla="*/ 263525 h 2132487"/>
                    <a:gd name="connsiteX4" fmla="*/ 276663 w 1391088"/>
                    <a:gd name="connsiteY4" fmla="*/ 396875 h 2132487"/>
                    <a:gd name="connsiteX5" fmla="*/ 362388 w 1391088"/>
                    <a:gd name="connsiteY5" fmla="*/ 571500 h 2132487"/>
                    <a:gd name="connsiteX6" fmla="*/ 394138 w 1391088"/>
                    <a:gd name="connsiteY6" fmla="*/ 581025 h 2132487"/>
                    <a:gd name="connsiteX7" fmla="*/ 194113 w 1391088"/>
                    <a:gd name="connsiteY7" fmla="*/ 2124074 h 2132487"/>
                    <a:gd name="connsiteX8" fmla="*/ 16313 w 1391088"/>
                    <a:gd name="connsiteY8" fmla="*/ 1927225 h 2132487"/>
                    <a:gd name="connsiteX9" fmla="*/ 438588 w 1391088"/>
                    <a:gd name="connsiteY9" fmla="*/ 1482725 h 2132487"/>
                    <a:gd name="connsiteX10" fmla="*/ 622738 w 1391088"/>
                    <a:gd name="connsiteY10" fmla="*/ 952500 h 2132487"/>
                    <a:gd name="connsiteX11" fmla="*/ 705288 w 1391088"/>
                    <a:gd name="connsiteY11" fmla="*/ 654050 h 2132487"/>
                    <a:gd name="connsiteX12" fmla="*/ 1391088 w 1391088"/>
                    <a:gd name="connsiteY12" fmla="*/ 2009775 h 2132487"/>
                    <a:gd name="connsiteX13" fmla="*/ 565588 w 1391088"/>
                    <a:gd name="connsiteY13" fmla="*/ 187325 h 2132487"/>
                    <a:gd name="connsiteX14" fmla="*/ 533838 w 1391088"/>
                    <a:gd name="connsiteY14" fmla="*/ 123825 h 2132487"/>
                    <a:gd name="connsiteX15" fmla="*/ 502088 w 1391088"/>
                    <a:gd name="connsiteY15" fmla="*/ 76200 h 2132487"/>
                    <a:gd name="connsiteX16" fmla="*/ 432238 w 1391088"/>
                    <a:gd name="connsiteY16" fmla="*/ 15875 h 2132487"/>
                    <a:gd name="connsiteX17" fmla="*/ 416363 w 1391088"/>
                    <a:gd name="connsiteY17" fmla="*/ 9525 h 2132487"/>
                    <a:gd name="connsiteX18" fmla="*/ 400488 w 1391088"/>
                    <a:gd name="connsiteY18" fmla="*/ 0 h 2132487"/>
                    <a:gd name="connsiteX19" fmla="*/ 387788 w 1391088"/>
                    <a:gd name="connsiteY19" fmla="*/ 3175 h 2132487"/>
                    <a:gd name="connsiteX20" fmla="*/ 346513 w 1391088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65588 w 712105"/>
                    <a:gd name="connsiteY13" fmla="*/ 187325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603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419312 w 784904"/>
                    <a:gd name="connsiteY0" fmla="*/ 0 h 2132487"/>
                    <a:gd name="connsiteX1" fmla="*/ 419312 w 784904"/>
                    <a:gd name="connsiteY1" fmla="*/ 0 h 2132487"/>
                    <a:gd name="connsiteX2" fmla="*/ 400262 w 784904"/>
                    <a:gd name="connsiteY2" fmla="*/ 111125 h 2132487"/>
                    <a:gd name="connsiteX3" fmla="*/ 365337 w 784904"/>
                    <a:gd name="connsiteY3" fmla="*/ 263525 h 2132487"/>
                    <a:gd name="connsiteX4" fmla="*/ 349462 w 784904"/>
                    <a:gd name="connsiteY4" fmla="*/ 396875 h 2132487"/>
                    <a:gd name="connsiteX5" fmla="*/ 435187 w 784904"/>
                    <a:gd name="connsiteY5" fmla="*/ 571500 h 2132487"/>
                    <a:gd name="connsiteX6" fmla="*/ 212 w 784904"/>
                    <a:gd name="connsiteY6" fmla="*/ 2066925 h 2132487"/>
                    <a:gd name="connsiteX7" fmla="*/ 266912 w 784904"/>
                    <a:gd name="connsiteY7" fmla="*/ 2124074 h 2132487"/>
                    <a:gd name="connsiteX8" fmla="*/ 89112 w 784904"/>
                    <a:gd name="connsiteY8" fmla="*/ 1927225 h 2132487"/>
                    <a:gd name="connsiteX9" fmla="*/ 511387 w 784904"/>
                    <a:gd name="connsiteY9" fmla="*/ 1482725 h 2132487"/>
                    <a:gd name="connsiteX10" fmla="*/ 695537 w 784904"/>
                    <a:gd name="connsiteY10" fmla="*/ 952500 h 2132487"/>
                    <a:gd name="connsiteX11" fmla="*/ 778087 w 784904"/>
                    <a:gd name="connsiteY11" fmla="*/ 654050 h 2132487"/>
                    <a:gd name="connsiteX12" fmla="*/ 762212 w 784904"/>
                    <a:gd name="connsiteY12" fmla="*/ 571500 h 2132487"/>
                    <a:gd name="connsiteX13" fmla="*/ 625687 w 784904"/>
                    <a:gd name="connsiteY13" fmla="*/ 457200 h 2132487"/>
                    <a:gd name="connsiteX14" fmla="*/ 546312 w 784904"/>
                    <a:gd name="connsiteY14" fmla="*/ 241300 h 2132487"/>
                    <a:gd name="connsiteX15" fmla="*/ 489162 w 784904"/>
                    <a:gd name="connsiteY15" fmla="*/ 127000 h 2132487"/>
                    <a:gd name="connsiteX16" fmla="*/ 505037 w 784904"/>
                    <a:gd name="connsiteY16" fmla="*/ 15875 h 2132487"/>
                    <a:gd name="connsiteX17" fmla="*/ 489162 w 784904"/>
                    <a:gd name="connsiteY17" fmla="*/ 60325 h 2132487"/>
                    <a:gd name="connsiteX18" fmla="*/ 473287 w 784904"/>
                    <a:gd name="connsiteY18" fmla="*/ 0 h 2132487"/>
                    <a:gd name="connsiteX19" fmla="*/ 460587 w 784904"/>
                    <a:gd name="connsiteY19" fmla="*/ 3175 h 2132487"/>
                    <a:gd name="connsiteX20" fmla="*/ 419312 w 784904"/>
                    <a:gd name="connsiteY20" fmla="*/ 0 h 2132487"/>
                    <a:gd name="connsiteX0" fmla="*/ 531181 w 896773"/>
                    <a:gd name="connsiteY0" fmla="*/ 0 h 2132487"/>
                    <a:gd name="connsiteX1" fmla="*/ 531181 w 896773"/>
                    <a:gd name="connsiteY1" fmla="*/ 0 h 2132487"/>
                    <a:gd name="connsiteX2" fmla="*/ 512131 w 896773"/>
                    <a:gd name="connsiteY2" fmla="*/ 111125 h 2132487"/>
                    <a:gd name="connsiteX3" fmla="*/ 477206 w 896773"/>
                    <a:gd name="connsiteY3" fmla="*/ 263525 h 2132487"/>
                    <a:gd name="connsiteX4" fmla="*/ 461331 w 896773"/>
                    <a:gd name="connsiteY4" fmla="*/ 396875 h 2132487"/>
                    <a:gd name="connsiteX5" fmla="*/ 13656 w 896773"/>
                    <a:gd name="connsiteY5" fmla="*/ 1971675 h 2132487"/>
                    <a:gd name="connsiteX6" fmla="*/ 112081 w 896773"/>
                    <a:gd name="connsiteY6" fmla="*/ 2066925 h 2132487"/>
                    <a:gd name="connsiteX7" fmla="*/ 378781 w 896773"/>
                    <a:gd name="connsiteY7" fmla="*/ 2124074 h 2132487"/>
                    <a:gd name="connsiteX8" fmla="*/ 200981 w 896773"/>
                    <a:gd name="connsiteY8" fmla="*/ 1927225 h 2132487"/>
                    <a:gd name="connsiteX9" fmla="*/ 623256 w 896773"/>
                    <a:gd name="connsiteY9" fmla="*/ 1482725 h 2132487"/>
                    <a:gd name="connsiteX10" fmla="*/ 807406 w 896773"/>
                    <a:gd name="connsiteY10" fmla="*/ 952500 h 2132487"/>
                    <a:gd name="connsiteX11" fmla="*/ 889956 w 896773"/>
                    <a:gd name="connsiteY11" fmla="*/ 654050 h 2132487"/>
                    <a:gd name="connsiteX12" fmla="*/ 874081 w 896773"/>
                    <a:gd name="connsiteY12" fmla="*/ 571500 h 2132487"/>
                    <a:gd name="connsiteX13" fmla="*/ 737556 w 896773"/>
                    <a:gd name="connsiteY13" fmla="*/ 457200 h 2132487"/>
                    <a:gd name="connsiteX14" fmla="*/ 658181 w 896773"/>
                    <a:gd name="connsiteY14" fmla="*/ 241300 h 2132487"/>
                    <a:gd name="connsiteX15" fmla="*/ 601031 w 896773"/>
                    <a:gd name="connsiteY15" fmla="*/ 127000 h 2132487"/>
                    <a:gd name="connsiteX16" fmla="*/ 616906 w 896773"/>
                    <a:gd name="connsiteY16" fmla="*/ 15875 h 2132487"/>
                    <a:gd name="connsiteX17" fmla="*/ 601031 w 896773"/>
                    <a:gd name="connsiteY17" fmla="*/ 60325 h 2132487"/>
                    <a:gd name="connsiteX18" fmla="*/ 585156 w 896773"/>
                    <a:gd name="connsiteY18" fmla="*/ 0 h 2132487"/>
                    <a:gd name="connsiteX19" fmla="*/ 572456 w 896773"/>
                    <a:gd name="connsiteY19" fmla="*/ 3175 h 2132487"/>
                    <a:gd name="connsiteX20" fmla="*/ 531181 w 896773"/>
                    <a:gd name="connsiteY20" fmla="*/ 0 h 2132487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98942 w 883584"/>
                    <a:gd name="connsiteY2" fmla="*/ 111125 h 2132487"/>
                    <a:gd name="connsiteX3" fmla="*/ 464017 w 883584"/>
                    <a:gd name="connsiteY3" fmla="*/ 263525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17992 w 883584"/>
                    <a:gd name="connsiteY0" fmla="*/ 15815 h 2148302"/>
                    <a:gd name="connsiteX1" fmla="*/ 517992 w 883584"/>
                    <a:gd name="connsiteY1" fmla="*/ 15815 h 2148302"/>
                    <a:gd name="connsiteX2" fmla="*/ 498942 w 883584"/>
                    <a:gd name="connsiteY2" fmla="*/ 126940 h 2148302"/>
                    <a:gd name="connsiteX3" fmla="*/ 390992 w 883584"/>
                    <a:gd name="connsiteY3" fmla="*/ 1368365 h 2148302"/>
                    <a:gd name="connsiteX4" fmla="*/ 146517 w 883584"/>
                    <a:gd name="connsiteY4" fmla="*/ 1638240 h 2148302"/>
                    <a:gd name="connsiteX5" fmla="*/ 467 w 883584"/>
                    <a:gd name="connsiteY5" fmla="*/ 1987490 h 2148302"/>
                    <a:gd name="connsiteX6" fmla="*/ 98892 w 883584"/>
                    <a:gd name="connsiteY6" fmla="*/ 2082740 h 2148302"/>
                    <a:gd name="connsiteX7" fmla="*/ 365592 w 883584"/>
                    <a:gd name="connsiteY7" fmla="*/ 2139889 h 2148302"/>
                    <a:gd name="connsiteX8" fmla="*/ 187792 w 883584"/>
                    <a:gd name="connsiteY8" fmla="*/ 1943040 h 2148302"/>
                    <a:gd name="connsiteX9" fmla="*/ 610067 w 883584"/>
                    <a:gd name="connsiteY9" fmla="*/ 1498540 h 2148302"/>
                    <a:gd name="connsiteX10" fmla="*/ 794217 w 883584"/>
                    <a:gd name="connsiteY10" fmla="*/ 968315 h 2148302"/>
                    <a:gd name="connsiteX11" fmla="*/ 876767 w 883584"/>
                    <a:gd name="connsiteY11" fmla="*/ 669865 h 2148302"/>
                    <a:gd name="connsiteX12" fmla="*/ 860892 w 883584"/>
                    <a:gd name="connsiteY12" fmla="*/ 587315 h 2148302"/>
                    <a:gd name="connsiteX13" fmla="*/ 724367 w 883584"/>
                    <a:gd name="connsiteY13" fmla="*/ 473015 h 2148302"/>
                    <a:gd name="connsiteX14" fmla="*/ 644992 w 883584"/>
                    <a:gd name="connsiteY14" fmla="*/ 257115 h 2148302"/>
                    <a:gd name="connsiteX15" fmla="*/ 587842 w 883584"/>
                    <a:gd name="connsiteY15" fmla="*/ 142815 h 2148302"/>
                    <a:gd name="connsiteX16" fmla="*/ 603717 w 883584"/>
                    <a:gd name="connsiteY16" fmla="*/ 31690 h 2148302"/>
                    <a:gd name="connsiteX17" fmla="*/ 587842 w 883584"/>
                    <a:gd name="connsiteY17" fmla="*/ 76140 h 2148302"/>
                    <a:gd name="connsiteX18" fmla="*/ 571967 w 883584"/>
                    <a:gd name="connsiteY18" fmla="*/ 15815 h 2148302"/>
                    <a:gd name="connsiteX19" fmla="*/ 559267 w 883584"/>
                    <a:gd name="connsiteY19" fmla="*/ 18990 h 2148302"/>
                    <a:gd name="connsiteX20" fmla="*/ 517992 w 883584"/>
                    <a:gd name="connsiteY20" fmla="*/ 15815 h 2148302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21167 w 883584"/>
                    <a:gd name="connsiteY0" fmla="*/ 492125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21167 w 883584"/>
                    <a:gd name="connsiteY0" fmla="*/ 492125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467192 w 883584"/>
                    <a:gd name="connsiteY19" fmla="*/ 9842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79425 h 2211862"/>
                    <a:gd name="connsiteX1" fmla="*/ 470367 w 883584"/>
                    <a:gd name="connsiteY1" fmla="*/ 644525 h 2211862"/>
                    <a:gd name="connsiteX2" fmla="*/ 479892 w 883584"/>
                    <a:gd name="connsiteY2" fmla="*/ 930275 h 2211862"/>
                    <a:gd name="connsiteX3" fmla="*/ 390992 w 883584"/>
                    <a:gd name="connsiteY3" fmla="*/ 1431925 h 2211862"/>
                    <a:gd name="connsiteX4" fmla="*/ 146517 w 883584"/>
                    <a:gd name="connsiteY4" fmla="*/ 1701800 h 2211862"/>
                    <a:gd name="connsiteX5" fmla="*/ 467 w 883584"/>
                    <a:gd name="connsiteY5" fmla="*/ 2051050 h 2211862"/>
                    <a:gd name="connsiteX6" fmla="*/ 98892 w 883584"/>
                    <a:gd name="connsiteY6" fmla="*/ 2146300 h 2211862"/>
                    <a:gd name="connsiteX7" fmla="*/ 365592 w 883584"/>
                    <a:gd name="connsiteY7" fmla="*/ 2203449 h 2211862"/>
                    <a:gd name="connsiteX8" fmla="*/ 187792 w 883584"/>
                    <a:gd name="connsiteY8" fmla="*/ 2006600 h 2211862"/>
                    <a:gd name="connsiteX9" fmla="*/ 610067 w 883584"/>
                    <a:gd name="connsiteY9" fmla="*/ 1562100 h 2211862"/>
                    <a:gd name="connsiteX10" fmla="*/ 794217 w 883584"/>
                    <a:gd name="connsiteY10" fmla="*/ 1031875 h 2211862"/>
                    <a:gd name="connsiteX11" fmla="*/ 876767 w 883584"/>
                    <a:gd name="connsiteY11" fmla="*/ 733425 h 2211862"/>
                    <a:gd name="connsiteX12" fmla="*/ 860892 w 883584"/>
                    <a:gd name="connsiteY12" fmla="*/ 650875 h 2211862"/>
                    <a:gd name="connsiteX13" fmla="*/ 724367 w 883584"/>
                    <a:gd name="connsiteY13" fmla="*/ 536575 h 2211862"/>
                    <a:gd name="connsiteX14" fmla="*/ 644992 w 883584"/>
                    <a:gd name="connsiteY14" fmla="*/ 320675 h 2211862"/>
                    <a:gd name="connsiteX15" fmla="*/ 587842 w 883584"/>
                    <a:gd name="connsiteY15" fmla="*/ 206375 h 2211862"/>
                    <a:gd name="connsiteX16" fmla="*/ 603717 w 883584"/>
                    <a:gd name="connsiteY16" fmla="*/ 95250 h 2211862"/>
                    <a:gd name="connsiteX17" fmla="*/ 587842 w 883584"/>
                    <a:gd name="connsiteY17" fmla="*/ 139700 h 2211862"/>
                    <a:gd name="connsiteX18" fmla="*/ 511642 w 883584"/>
                    <a:gd name="connsiteY18" fmla="*/ 0 h 2211862"/>
                    <a:gd name="connsiteX19" fmla="*/ 467192 w 883584"/>
                    <a:gd name="connsiteY19" fmla="*/ 177800 h 2211862"/>
                    <a:gd name="connsiteX20" fmla="*/ 517992 w 883584"/>
                    <a:gd name="connsiteY20" fmla="*/ 479425 h 2211862"/>
                    <a:gd name="connsiteX0" fmla="*/ 517992 w 883584"/>
                    <a:gd name="connsiteY0" fmla="*/ 622633 h 2355070"/>
                    <a:gd name="connsiteX1" fmla="*/ 470367 w 883584"/>
                    <a:gd name="connsiteY1" fmla="*/ 787733 h 2355070"/>
                    <a:gd name="connsiteX2" fmla="*/ 479892 w 883584"/>
                    <a:gd name="connsiteY2" fmla="*/ 1073483 h 2355070"/>
                    <a:gd name="connsiteX3" fmla="*/ 390992 w 883584"/>
                    <a:gd name="connsiteY3" fmla="*/ 1575133 h 2355070"/>
                    <a:gd name="connsiteX4" fmla="*/ 146517 w 883584"/>
                    <a:gd name="connsiteY4" fmla="*/ 1845008 h 2355070"/>
                    <a:gd name="connsiteX5" fmla="*/ 467 w 883584"/>
                    <a:gd name="connsiteY5" fmla="*/ 2194258 h 2355070"/>
                    <a:gd name="connsiteX6" fmla="*/ 98892 w 883584"/>
                    <a:gd name="connsiteY6" fmla="*/ 2289508 h 2355070"/>
                    <a:gd name="connsiteX7" fmla="*/ 365592 w 883584"/>
                    <a:gd name="connsiteY7" fmla="*/ 2346657 h 2355070"/>
                    <a:gd name="connsiteX8" fmla="*/ 187792 w 883584"/>
                    <a:gd name="connsiteY8" fmla="*/ 2149808 h 2355070"/>
                    <a:gd name="connsiteX9" fmla="*/ 610067 w 883584"/>
                    <a:gd name="connsiteY9" fmla="*/ 1705308 h 2355070"/>
                    <a:gd name="connsiteX10" fmla="*/ 794217 w 883584"/>
                    <a:gd name="connsiteY10" fmla="*/ 1175083 h 2355070"/>
                    <a:gd name="connsiteX11" fmla="*/ 876767 w 883584"/>
                    <a:gd name="connsiteY11" fmla="*/ 876633 h 2355070"/>
                    <a:gd name="connsiteX12" fmla="*/ 860892 w 883584"/>
                    <a:gd name="connsiteY12" fmla="*/ 794083 h 2355070"/>
                    <a:gd name="connsiteX13" fmla="*/ 724367 w 883584"/>
                    <a:gd name="connsiteY13" fmla="*/ 679783 h 2355070"/>
                    <a:gd name="connsiteX14" fmla="*/ 644992 w 883584"/>
                    <a:gd name="connsiteY14" fmla="*/ 463883 h 2355070"/>
                    <a:gd name="connsiteX15" fmla="*/ 587842 w 883584"/>
                    <a:gd name="connsiteY15" fmla="*/ 349583 h 2355070"/>
                    <a:gd name="connsiteX16" fmla="*/ 613242 w 883584"/>
                    <a:gd name="connsiteY16" fmla="*/ 333 h 2355070"/>
                    <a:gd name="connsiteX17" fmla="*/ 587842 w 883584"/>
                    <a:gd name="connsiteY17" fmla="*/ 282908 h 2355070"/>
                    <a:gd name="connsiteX18" fmla="*/ 511642 w 883584"/>
                    <a:gd name="connsiteY18" fmla="*/ 143208 h 2355070"/>
                    <a:gd name="connsiteX19" fmla="*/ 467192 w 883584"/>
                    <a:gd name="connsiteY19" fmla="*/ 321008 h 2355070"/>
                    <a:gd name="connsiteX20" fmla="*/ 517992 w 883584"/>
                    <a:gd name="connsiteY20" fmla="*/ 622633 h 2355070"/>
                    <a:gd name="connsiteX0" fmla="*/ 517992 w 883584"/>
                    <a:gd name="connsiteY0" fmla="*/ 631650 h 2364087"/>
                    <a:gd name="connsiteX1" fmla="*/ 470367 w 883584"/>
                    <a:gd name="connsiteY1" fmla="*/ 796750 h 2364087"/>
                    <a:gd name="connsiteX2" fmla="*/ 479892 w 883584"/>
                    <a:gd name="connsiteY2" fmla="*/ 1082500 h 2364087"/>
                    <a:gd name="connsiteX3" fmla="*/ 390992 w 883584"/>
                    <a:gd name="connsiteY3" fmla="*/ 1584150 h 2364087"/>
                    <a:gd name="connsiteX4" fmla="*/ 146517 w 883584"/>
                    <a:gd name="connsiteY4" fmla="*/ 1854025 h 2364087"/>
                    <a:gd name="connsiteX5" fmla="*/ 467 w 883584"/>
                    <a:gd name="connsiteY5" fmla="*/ 2203275 h 2364087"/>
                    <a:gd name="connsiteX6" fmla="*/ 98892 w 883584"/>
                    <a:gd name="connsiteY6" fmla="*/ 2298525 h 2364087"/>
                    <a:gd name="connsiteX7" fmla="*/ 365592 w 883584"/>
                    <a:gd name="connsiteY7" fmla="*/ 2355674 h 2364087"/>
                    <a:gd name="connsiteX8" fmla="*/ 187792 w 883584"/>
                    <a:gd name="connsiteY8" fmla="*/ 2158825 h 2364087"/>
                    <a:gd name="connsiteX9" fmla="*/ 610067 w 883584"/>
                    <a:gd name="connsiteY9" fmla="*/ 1714325 h 2364087"/>
                    <a:gd name="connsiteX10" fmla="*/ 794217 w 883584"/>
                    <a:gd name="connsiteY10" fmla="*/ 1184100 h 2364087"/>
                    <a:gd name="connsiteX11" fmla="*/ 876767 w 883584"/>
                    <a:gd name="connsiteY11" fmla="*/ 885650 h 2364087"/>
                    <a:gd name="connsiteX12" fmla="*/ 860892 w 883584"/>
                    <a:gd name="connsiteY12" fmla="*/ 803100 h 2364087"/>
                    <a:gd name="connsiteX13" fmla="*/ 724367 w 883584"/>
                    <a:gd name="connsiteY13" fmla="*/ 688800 h 2364087"/>
                    <a:gd name="connsiteX14" fmla="*/ 644992 w 883584"/>
                    <a:gd name="connsiteY14" fmla="*/ 472900 h 2364087"/>
                    <a:gd name="connsiteX15" fmla="*/ 587842 w 883584"/>
                    <a:gd name="connsiteY15" fmla="*/ 358600 h 2364087"/>
                    <a:gd name="connsiteX16" fmla="*/ 613242 w 883584"/>
                    <a:gd name="connsiteY16" fmla="*/ 9350 h 2364087"/>
                    <a:gd name="connsiteX17" fmla="*/ 575142 w 883584"/>
                    <a:gd name="connsiteY17" fmla="*/ 104600 h 2364087"/>
                    <a:gd name="connsiteX18" fmla="*/ 511642 w 883584"/>
                    <a:gd name="connsiteY18" fmla="*/ 152225 h 2364087"/>
                    <a:gd name="connsiteX19" fmla="*/ 467192 w 883584"/>
                    <a:gd name="connsiteY19" fmla="*/ 330025 h 2364087"/>
                    <a:gd name="connsiteX20" fmla="*/ 517992 w 883584"/>
                    <a:gd name="connsiteY20" fmla="*/ 631650 h 2364087"/>
                    <a:gd name="connsiteX0" fmla="*/ 517992 w 883584"/>
                    <a:gd name="connsiteY0" fmla="*/ 842355 h 2574792"/>
                    <a:gd name="connsiteX1" fmla="*/ 470367 w 883584"/>
                    <a:gd name="connsiteY1" fmla="*/ 1007455 h 2574792"/>
                    <a:gd name="connsiteX2" fmla="*/ 479892 w 883584"/>
                    <a:gd name="connsiteY2" fmla="*/ 1293205 h 2574792"/>
                    <a:gd name="connsiteX3" fmla="*/ 390992 w 883584"/>
                    <a:gd name="connsiteY3" fmla="*/ 1794855 h 2574792"/>
                    <a:gd name="connsiteX4" fmla="*/ 146517 w 883584"/>
                    <a:gd name="connsiteY4" fmla="*/ 2064730 h 2574792"/>
                    <a:gd name="connsiteX5" fmla="*/ 467 w 883584"/>
                    <a:gd name="connsiteY5" fmla="*/ 2413980 h 2574792"/>
                    <a:gd name="connsiteX6" fmla="*/ 98892 w 883584"/>
                    <a:gd name="connsiteY6" fmla="*/ 2509230 h 2574792"/>
                    <a:gd name="connsiteX7" fmla="*/ 365592 w 883584"/>
                    <a:gd name="connsiteY7" fmla="*/ 2566379 h 2574792"/>
                    <a:gd name="connsiteX8" fmla="*/ 187792 w 883584"/>
                    <a:gd name="connsiteY8" fmla="*/ 2369530 h 2574792"/>
                    <a:gd name="connsiteX9" fmla="*/ 610067 w 883584"/>
                    <a:gd name="connsiteY9" fmla="*/ 1925030 h 2574792"/>
                    <a:gd name="connsiteX10" fmla="*/ 794217 w 883584"/>
                    <a:gd name="connsiteY10" fmla="*/ 1394805 h 2574792"/>
                    <a:gd name="connsiteX11" fmla="*/ 876767 w 883584"/>
                    <a:gd name="connsiteY11" fmla="*/ 1096355 h 2574792"/>
                    <a:gd name="connsiteX12" fmla="*/ 860892 w 883584"/>
                    <a:gd name="connsiteY12" fmla="*/ 1013805 h 2574792"/>
                    <a:gd name="connsiteX13" fmla="*/ 724367 w 883584"/>
                    <a:gd name="connsiteY13" fmla="*/ 899505 h 2574792"/>
                    <a:gd name="connsiteX14" fmla="*/ 644992 w 883584"/>
                    <a:gd name="connsiteY14" fmla="*/ 683605 h 2574792"/>
                    <a:gd name="connsiteX15" fmla="*/ 587842 w 883584"/>
                    <a:gd name="connsiteY15" fmla="*/ 569305 h 2574792"/>
                    <a:gd name="connsiteX16" fmla="*/ 530692 w 883584"/>
                    <a:gd name="connsiteY16" fmla="*/ 4155 h 2574792"/>
                    <a:gd name="connsiteX17" fmla="*/ 575142 w 883584"/>
                    <a:gd name="connsiteY17" fmla="*/ 315305 h 2574792"/>
                    <a:gd name="connsiteX18" fmla="*/ 511642 w 883584"/>
                    <a:gd name="connsiteY18" fmla="*/ 362930 h 2574792"/>
                    <a:gd name="connsiteX19" fmla="*/ 467192 w 883584"/>
                    <a:gd name="connsiteY19" fmla="*/ 540730 h 2574792"/>
                    <a:gd name="connsiteX20" fmla="*/ 517992 w 883584"/>
                    <a:gd name="connsiteY20" fmla="*/ 842355 h 2574792"/>
                    <a:gd name="connsiteX0" fmla="*/ 517992 w 883584"/>
                    <a:gd name="connsiteY0" fmla="*/ 872664 h 2605101"/>
                    <a:gd name="connsiteX1" fmla="*/ 470367 w 883584"/>
                    <a:gd name="connsiteY1" fmla="*/ 1037764 h 2605101"/>
                    <a:gd name="connsiteX2" fmla="*/ 479892 w 883584"/>
                    <a:gd name="connsiteY2" fmla="*/ 1323514 h 2605101"/>
                    <a:gd name="connsiteX3" fmla="*/ 390992 w 883584"/>
                    <a:gd name="connsiteY3" fmla="*/ 1825164 h 2605101"/>
                    <a:gd name="connsiteX4" fmla="*/ 146517 w 883584"/>
                    <a:gd name="connsiteY4" fmla="*/ 2095039 h 2605101"/>
                    <a:gd name="connsiteX5" fmla="*/ 467 w 883584"/>
                    <a:gd name="connsiteY5" fmla="*/ 2444289 h 2605101"/>
                    <a:gd name="connsiteX6" fmla="*/ 98892 w 883584"/>
                    <a:gd name="connsiteY6" fmla="*/ 2539539 h 2605101"/>
                    <a:gd name="connsiteX7" fmla="*/ 365592 w 883584"/>
                    <a:gd name="connsiteY7" fmla="*/ 2596688 h 2605101"/>
                    <a:gd name="connsiteX8" fmla="*/ 187792 w 883584"/>
                    <a:gd name="connsiteY8" fmla="*/ 2399839 h 2605101"/>
                    <a:gd name="connsiteX9" fmla="*/ 610067 w 883584"/>
                    <a:gd name="connsiteY9" fmla="*/ 1955339 h 2605101"/>
                    <a:gd name="connsiteX10" fmla="*/ 794217 w 883584"/>
                    <a:gd name="connsiteY10" fmla="*/ 1425114 h 2605101"/>
                    <a:gd name="connsiteX11" fmla="*/ 876767 w 883584"/>
                    <a:gd name="connsiteY11" fmla="*/ 1126664 h 2605101"/>
                    <a:gd name="connsiteX12" fmla="*/ 860892 w 883584"/>
                    <a:gd name="connsiteY12" fmla="*/ 1044114 h 2605101"/>
                    <a:gd name="connsiteX13" fmla="*/ 724367 w 883584"/>
                    <a:gd name="connsiteY13" fmla="*/ 929814 h 2605101"/>
                    <a:gd name="connsiteX14" fmla="*/ 644992 w 883584"/>
                    <a:gd name="connsiteY14" fmla="*/ 713914 h 2605101"/>
                    <a:gd name="connsiteX15" fmla="*/ 587842 w 883584"/>
                    <a:gd name="connsiteY15" fmla="*/ 599614 h 2605101"/>
                    <a:gd name="connsiteX16" fmla="*/ 530692 w 883584"/>
                    <a:gd name="connsiteY16" fmla="*/ 34464 h 2605101"/>
                    <a:gd name="connsiteX17" fmla="*/ 829142 w 883584"/>
                    <a:gd name="connsiteY17" fmla="*/ 97964 h 2605101"/>
                    <a:gd name="connsiteX18" fmla="*/ 511642 w 883584"/>
                    <a:gd name="connsiteY18" fmla="*/ 393239 h 2605101"/>
                    <a:gd name="connsiteX19" fmla="*/ 467192 w 883584"/>
                    <a:gd name="connsiteY19" fmla="*/ 571039 h 2605101"/>
                    <a:gd name="connsiteX20" fmla="*/ 517992 w 883584"/>
                    <a:gd name="connsiteY20" fmla="*/ 872664 h 2605101"/>
                    <a:gd name="connsiteX0" fmla="*/ 517992 w 986848"/>
                    <a:gd name="connsiteY0" fmla="*/ 778265 h 2510702"/>
                    <a:gd name="connsiteX1" fmla="*/ 470367 w 986848"/>
                    <a:gd name="connsiteY1" fmla="*/ 943365 h 2510702"/>
                    <a:gd name="connsiteX2" fmla="*/ 479892 w 986848"/>
                    <a:gd name="connsiteY2" fmla="*/ 1229115 h 2510702"/>
                    <a:gd name="connsiteX3" fmla="*/ 390992 w 986848"/>
                    <a:gd name="connsiteY3" fmla="*/ 1730765 h 2510702"/>
                    <a:gd name="connsiteX4" fmla="*/ 146517 w 986848"/>
                    <a:gd name="connsiteY4" fmla="*/ 2000640 h 2510702"/>
                    <a:gd name="connsiteX5" fmla="*/ 467 w 986848"/>
                    <a:gd name="connsiteY5" fmla="*/ 2349890 h 2510702"/>
                    <a:gd name="connsiteX6" fmla="*/ 98892 w 986848"/>
                    <a:gd name="connsiteY6" fmla="*/ 2445140 h 2510702"/>
                    <a:gd name="connsiteX7" fmla="*/ 365592 w 986848"/>
                    <a:gd name="connsiteY7" fmla="*/ 2502289 h 2510702"/>
                    <a:gd name="connsiteX8" fmla="*/ 187792 w 986848"/>
                    <a:gd name="connsiteY8" fmla="*/ 2305440 h 2510702"/>
                    <a:gd name="connsiteX9" fmla="*/ 610067 w 986848"/>
                    <a:gd name="connsiteY9" fmla="*/ 1860940 h 2510702"/>
                    <a:gd name="connsiteX10" fmla="*/ 794217 w 986848"/>
                    <a:gd name="connsiteY10" fmla="*/ 1330715 h 2510702"/>
                    <a:gd name="connsiteX11" fmla="*/ 876767 w 986848"/>
                    <a:gd name="connsiteY11" fmla="*/ 1032265 h 2510702"/>
                    <a:gd name="connsiteX12" fmla="*/ 860892 w 986848"/>
                    <a:gd name="connsiteY12" fmla="*/ 949715 h 2510702"/>
                    <a:gd name="connsiteX13" fmla="*/ 724367 w 986848"/>
                    <a:gd name="connsiteY13" fmla="*/ 835415 h 2510702"/>
                    <a:gd name="connsiteX14" fmla="*/ 644992 w 986848"/>
                    <a:gd name="connsiteY14" fmla="*/ 619515 h 2510702"/>
                    <a:gd name="connsiteX15" fmla="*/ 587842 w 986848"/>
                    <a:gd name="connsiteY15" fmla="*/ 505215 h 2510702"/>
                    <a:gd name="connsiteX16" fmla="*/ 978367 w 986848"/>
                    <a:gd name="connsiteY16" fmla="*/ 159140 h 2510702"/>
                    <a:gd name="connsiteX17" fmla="*/ 829142 w 986848"/>
                    <a:gd name="connsiteY17" fmla="*/ 3565 h 2510702"/>
                    <a:gd name="connsiteX18" fmla="*/ 511642 w 986848"/>
                    <a:gd name="connsiteY18" fmla="*/ 298840 h 2510702"/>
                    <a:gd name="connsiteX19" fmla="*/ 467192 w 986848"/>
                    <a:gd name="connsiteY19" fmla="*/ 476640 h 2510702"/>
                    <a:gd name="connsiteX20" fmla="*/ 517992 w 986848"/>
                    <a:gd name="connsiteY20" fmla="*/ 778265 h 2510702"/>
                    <a:gd name="connsiteX0" fmla="*/ 517992 w 978373"/>
                    <a:gd name="connsiteY0" fmla="*/ 652154 h 2384591"/>
                    <a:gd name="connsiteX1" fmla="*/ 470367 w 978373"/>
                    <a:gd name="connsiteY1" fmla="*/ 817254 h 2384591"/>
                    <a:gd name="connsiteX2" fmla="*/ 479892 w 978373"/>
                    <a:gd name="connsiteY2" fmla="*/ 1103004 h 2384591"/>
                    <a:gd name="connsiteX3" fmla="*/ 390992 w 978373"/>
                    <a:gd name="connsiteY3" fmla="*/ 1604654 h 2384591"/>
                    <a:gd name="connsiteX4" fmla="*/ 146517 w 978373"/>
                    <a:gd name="connsiteY4" fmla="*/ 1874529 h 2384591"/>
                    <a:gd name="connsiteX5" fmla="*/ 467 w 978373"/>
                    <a:gd name="connsiteY5" fmla="*/ 2223779 h 2384591"/>
                    <a:gd name="connsiteX6" fmla="*/ 98892 w 978373"/>
                    <a:gd name="connsiteY6" fmla="*/ 2319029 h 2384591"/>
                    <a:gd name="connsiteX7" fmla="*/ 365592 w 978373"/>
                    <a:gd name="connsiteY7" fmla="*/ 2376178 h 2384591"/>
                    <a:gd name="connsiteX8" fmla="*/ 187792 w 978373"/>
                    <a:gd name="connsiteY8" fmla="*/ 2179329 h 2384591"/>
                    <a:gd name="connsiteX9" fmla="*/ 610067 w 978373"/>
                    <a:gd name="connsiteY9" fmla="*/ 1734829 h 2384591"/>
                    <a:gd name="connsiteX10" fmla="*/ 794217 w 978373"/>
                    <a:gd name="connsiteY10" fmla="*/ 1204604 h 2384591"/>
                    <a:gd name="connsiteX11" fmla="*/ 876767 w 978373"/>
                    <a:gd name="connsiteY11" fmla="*/ 906154 h 2384591"/>
                    <a:gd name="connsiteX12" fmla="*/ 860892 w 978373"/>
                    <a:gd name="connsiteY12" fmla="*/ 823604 h 2384591"/>
                    <a:gd name="connsiteX13" fmla="*/ 724367 w 978373"/>
                    <a:gd name="connsiteY13" fmla="*/ 709304 h 2384591"/>
                    <a:gd name="connsiteX14" fmla="*/ 644992 w 978373"/>
                    <a:gd name="connsiteY14" fmla="*/ 493404 h 2384591"/>
                    <a:gd name="connsiteX15" fmla="*/ 587842 w 978373"/>
                    <a:gd name="connsiteY15" fmla="*/ 379104 h 2384591"/>
                    <a:gd name="connsiteX16" fmla="*/ 978367 w 978373"/>
                    <a:gd name="connsiteY16" fmla="*/ 33029 h 2384591"/>
                    <a:gd name="connsiteX17" fmla="*/ 597367 w 978373"/>
                    <a:gd name="connsiteY17" fmla="*/ 29854 h 2384591"/>
                    <a:gd name="connsiteX18" fmla="*/ 511642 w 978373"/>
                    <a:gd name="connsiteY18" fmla="*/ 172729 h 2384591"/>
                    <a:gd name="connsiteX19" fmla="*/ 467192 w 978373"/>
                    <a:gd name="connsiteY19" fmla="*/ 350529 h 2384591"/>
                    <a:gd name="connsiteX20" fmla="*/ 517992 w 978373"/>
                    <a:gd name="connsiteY20" fmla="*/ 652154 h 2384591"/>
                    <a:gd name="connsiteX0" fmla="*/ 517992 w 883584"/>
                    <a:gd name="connsiteY0" fmla="*/ 950381 h 2682818"/>
                    <a:gd name="connsiteX1" fmla="*/ 470367 w 883584"/>
                    <a:gd name="connsiteY1" fmla="*/ 1115481 h 2682818"/>
                    <a:gd name="connsiteX2" fmla="*/ 479892 w 883584"/>
                    <a:gd name="connsiteY2" fmla="*/ 1401231 h 2682818"/>
                    <a:gd name="connsiteX3" fmla="*/ 390992 w 883584"/>
                    <a:gd name="connsiteY3" fmla="*/ 1902881 h 2682818"/>
                    <a:gd name="connsiteX4" fmla="*/ 146517 w 883584"/>
                    <a:gd name="connsiteY4" fmla="*/ 2172756 h 2682818"/>
                    <a:gd name="connsiteX5" fmla="*/ 467 w 883584"/>
                    <a:gd name="connsiteY5" fmla="*/ 2522006 h 2682818"/>
                    <a:gd name="connsiteX6" fmla="*/ 98892 w 883584"/>
                    <a:gd name="connsiteY6" fmla="*/ 2617256 h 2682818"/>
                    <a:gd name="connsiteX7" fmla="*/ 365592 w 883584"/>
                    <a:gd name="connsiteY7" fmla="*/ 2674405 h 2682818"/>
                    <a:gd name="connsiteX8" fmla="*/ 187792 w 883584"/>
                    <a:gd name="connsiteY8" fmla="*/ 2477556 h 2682818"/>
                    <a:gd name="connsiteX9" fmla="*/ 610067 w 883584"/>
                    <a:gd name="connsiteY9" fmla="*/ 2033056 h 2682818"/>
                    <a:gd name="connsiteX10" fmla="*/ 794217 w 883584"/>
                    <a:gd name="connsiteY10" fmla="*/ 1502831 h 2682818"/>
                    <a:gd name="connsiteX11" fmla="*/ 876767 w 883584"/>
                    <a:gd name="connsiteY11" fmla="*/ 1204381 h 2682818"/>
                    <a:gd name="connsiteX12" fmla="*/ 860892 w 883584"/>
                    <a:gd name="connsiteY12" fmla="*/ 1121831 h 2682818"/>
                    <a:gd name="connsiteX13" fmla="*/ 724367 w 883584"/>
                    <a:gd name="connsiteY13" fmla="*/ 1007531 h 2682818"/>
                    <a:gd name="connsiteX14" fmla="*/ 644992 w 883584"/>
                    <a:gd name="connsiteY14" fmla="*/ 791631 h 2682818"/>
                    <a:gd name="connsiteX15" fmla="*/ 587842 w 883584"/>
                    <a:gd name="connsiteY15" fmla="*/ 677331 h 2682818"/>
                    <a:gd name="connsiteX16" fmla="*/ 587842 w 883584"/>
                    <a:gd name="connsiteY16" fmla="*/ 7406 h 2682818"/>
                    <a:gd name="connsiteX17" fmla="*/ 597367 w 883584"/>
                    <a:gd name="connsiteY17" fmla="*/ 328081 h 2682818"/>
                    <a:gd name="connsiteX18" fmla="*/ 511642 w 883584"/>
                    <a:gd name="connsiteY18" fmla="*/ 470956 h 2682818"/>
                    <a:gd name="connsiteX19" fmla="*/ 467192 w 883584"/>
                    <a:gd name="connsiteY19" fmla="*/ 648756 h 2682818"/>
                    <a:gd name="connsiteX20" fmla="*/ 517992 w 883584"/>
                    <a:gd name="connsiteY20" fmla="*/ 950381 h 2682818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511642 w 883584"/>
                    <a:gd name="connsiteY19" fmla="*/ 470512 h 2682374"/>
                    <a:gd name="connsiteX20" fmla="*/ 467192 w 883584"/>
                    <a:gd name="connsiteY20" fmla="*/ 648312 h 2682374"/>
                    <a:gd name="connsiteX21" fmla="*/ 517992 w 883584"/>
                    <a:gd name="connsiteY21" fmla="*/ 949937 h 2682374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600544 w 883584"/>
                    <a:gd name="connsiteY19" fmla="*/ 340339 h 2682374"/>
                    <a:gd name="connsiteX20" fmla="*/ 511642 w 883584"/>
                    <a:gd name="connsiteY20" fmla="*/ 470512 h 2682374"/>
                    <a:gd name="connsiteX21" fmla="*/ 467192 w 883584"/>
                    <a:gd name="connsiteY21" fmla="*/ 648312 h 2682374"/>
                    <a:gd name="connsiteX22" fmla="*/ 517992 w 883584"/>
                    <a:gd name="connsiteY22" fmla="*/ 949937 h 2682374"/>
                    <a:gd name="connsiteX0" fmla="*/ 517992 w 883584"/>
                    <a:gd name="connsiteY0" fmla="*/ 963028 h 2695465"/>
                    <a:gd name="connsiteX1" fmla="*/ 470367 w 883584"/>
                    <a:gd name="connsiteY1" fmla="*/ 1128128 h 2695465"/>
                    <a:gd name="connsiteX2" fmla="*/ 479892 w 883584"/>
                    <a:gd name="connsiteY2" fmla="*/ 1413878 h 2695465"/>
                    <a:gd name="connsiteX3" fmla="*/ 390992 w 883584"/>
                    <a:gd name="connsiteY3" fmla="*/ 1915528 h 2695465"/>
                    <a:gd name="connsiteX4" fmla="*/ 146517 w 883584"/>
                    <a:gd name="connsiteY4" fmla="*/ 2185403 h 2695465"/>
                    <a:gd name="connsiteX5" fmla="*/ 467 w 883584"/>
                    <a:gd name="connsiteY5" fmla="*/ 2534653 h 2695465"/>
                    <a:gd name="connsiteX6" fmla="*/ 98892 w 883584"/>
                    <a:gd name="connsiteY6" fmla="*/ 2629903 h 2695465"/>
                    <a:gd name="connsiteX7" fmla="*/ 365592 w 883584"/>
                    <a:gd name="connsiteY7" fmla="*/ 2687052 h 2695465"/>
                    <a:gd name="connsiteX8" fmla="*/ 187792 w 883584"/>
                    <a:gd name="connsiteY8" fmla="*/ 2490203 h 2695465"/>
                    <a:gd name="connsiteX9" fmla="*/ 610067 w 883584"/>
                    <a:gd name="connsiteY9" fmla="*/ 2045703 h 2695465"/>
                    <a:gd name="connsiteX10" fmla="*/ 794217 w 883584"/>
                    <a:gd name="connsiteY10" fmla="*/ 1515478 h 2695465"/>
                    <a:gd name="connsiteX11" fmla="*/ 876767 w 883584"/>
                    <a:gd name="connsiteY11" fmla="*/ 1217028 h 2695465"/>
                    <a:gd name="connsiteX12" fmla="*/ 860892 w 883584"/>
                    <a:gd name="connsiteY12" fmla="*/ 1134478 h 2695465"/>
                    <a:gd name="connsiteX13" fmla="*/ 724367 w 883584"/>
                    <a:gd name="connsiteY13" fmla="*/ 1020178 h 2695465"/>
                    <a:gd name="connsiteX14" fmla="*/ 644992 w 883584"/>
                    <a:gd name="connsiteY14" fmla="*/ 804278 h 2695465"/>
                    <a:gd name="connsiteX15" fmla="*/ 587842 w 883584"/>
                    <a:gd name="connsiteY15" fmla="*/ 689978 h 2695465"/>
                    <a:gd name="connsiteX16" fmla="*/ 587842 w 883584"/>
                    <a:gd name="connsiteY16" fmla="*/ 20053 h 2695465"/>
                    <a:gd name="connsiteX17" fmla="*/ 597367 w 883584"/>
                    <a:gd name="connsiteY17" fmla="*/ 340728 h 2695465"/>
                    <a:gd name="connsiteX18" fmla="*/ 603719 w 883584"/>
                    <a:gd name="connsiteY18" fmla="*/ 347080 h 2695465"/>
                    <a:gd name="connsiteX19" fmla="*/ 762469 w 883584"/>
                    <a:gd name="connsiteY19" fmla="*/ 1005 h 2695465"/>
                    <a:gd name="connsiteX20" fmla="*/ 511642 w 883584"/>
                    <a:gd name="connsiteY20" fmla="*/ 483603 h 2695465"/>
                    <a:gd name="connsiteX21" fmla="*/ 467192 w 883584"/>
                    <a:gd name="connsiteY21" fmla="*/ 661403 h 2695465"/>
                    <a:gd name="connsiteX22" fmla="*/ 517992 w 883584"/>
                    <a:gd name="connsiteY22" fmla="*/ 963028 h 2695465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587842 w 927570"/>
                    <a:gd name="connsiteY16" fmla="*/ 19999 h 2695411"/>
                    <a:gd name="connsiteX17" fmla="*/ 597367 w 927570"/>
                    <a:gd name="connsiteY17" fmla="*/ 34067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872"/>
                    <a:gd name="connsiteY0" fmla="*/ 962974 h 2695411"/>
                    <a:gd name="connsiteX1" fmla="*/ 470367 w 927872"/>
                    <a:gd name="connsiteY1" fmla="*/ 1128074 h 2695411"/>
                    <a:gd name="connsiteX2" fmla="*/ 479892 w 927872"/>
                    <a:gd name="connsiteY2" fmla="*/ 1413824 h 2695411"/>
                    <a:gd name="connsiteX3" fmla="*/ 390992 w 927872"/>
                    <a:gd name="connsiteY3" fmla="*/ 1915474 h 2695411"/>
                    <a:gd name="connsiteX4" fmla="*/ 146517 w 927872"/>
                    <a:gd name="connsiteY4" fmla="*/ 2185349 h 2695411"/>
                    <a:gd name="connsiteX5" fmla="*/ 467 w 927872"/>
                    <a:gd name="connsiteY5" fmla="*/ 2534599 h 2695411"/>
                    <a:gd name="connsiteX6" fmla="*/ 98892 w 927872"/>
                    <a:gd name="connsiteY6" fmla="*/ 2629849 h 2695411"/>
                    <a:gd name="connsiteX7" fmla="*/ 365592 w 927872"/>
                    <a:gd name="connsiteY7" fmla="*/ 2686998 h 2695411"/>
                    <a:gd name="connsiteX8" fmla="*/ 187792 w 927872"/>
                    <a:gd name="connsiteY8" fmla="*/ 2490149 h 2695411"/>
                    <a:gd name="connsiteX9" fmla="*/ 610067 w 927872"/>
                    <a:gd name="connsiteY9" fmla="*/ 2045649 h 2695411"/>
                    <a:gd name="connsiteX10" fmla="*/ 794217 w 927872"/>
                    <a:gd name="connsiteY10" fmla="*/ 1515424 h 2695411"/>
                    <a:gd name="connsiteX11" fmla="*/ 876767 w 927872"/>
                    <a:gd name="connsiteY11" fmla="*/ 1216974 h 2695411"/>
                    <a:gd name="connsiteX12" fmla="*/ 860892 w 927872"/>
                    <a:gd name="connsiteY12" fmla="*/ 1134424 h 2695411"/>
                    <a:gd name="connsiteX13" fmla="*/ 724367 w 927872"/>
                    <a:gd name="connsiteY13" fmla="*/ 1020124 h 2695411"/>
                    <a:gd name="connsiteX14" fmla="*/ 644992 w 927872"/>
                    <a:gd name="connsiteY14" fmla="*/ 804224 h 2695411"/>
                    <a:gd name="connsiteX15" fmla="*/ 587842 w 927872"/>
                    <a:gd name="connsiteY15" fmla="*/ 689924 h 2695411"/>
                    <a:gd name="connsiteX16" fmla="*/ 587842 w 927872"/>
                    <a:gd name="connsiteY16" fmla="*/ 19999 h 2695411"/>
                    <a:gd name="connsiteX17" fmla="*/ 879942 w 927872"/>
                    <a:gd name="connsiteY17" fmla="*/ 562924 h 2695411"/>
                    <a:gd name="connsiteX18" fmla="*/ 927569 w 927872"/>
                    <a:gd name="connsiteY18" fmla="*/ 369251 h 2695411"/>
                    <a:gd name="connsiteX19" fmla="*/ 762469 w 927872"/>
                    <a:gd name="connsiteY19" fmla="*/ 951 h 2695411"/>
                    <a:gd name="connsiteX20" fmla="*/ 511642 w 927872"/>
                    <a:gd name="connsiteY20" fmla="*/ 483549 h 2695411"/>
                    <a:gd name="connsiteX21" fmla="*/ 467192 w 927872"/>
                    <a:gd name="connsiteY21" fmla="*/ 661349 h 2695411"/>
                    <a:gd name="connsiteX22" fmla="*/ 517992 w 927872"/>
                    <a:gd name="connsiteY22" fmla="*/ 962974 h 2695411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898992 w 927570"/>
                    <a:gd name="connsiteY16" fmla="*/ 785174 h 2695411"/>
                    <a:gd name="connsiteX17" fmla="*/ 879942 w 927570"/>
                    <a:gd name="connsiteY17" fmla="*/ 56292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569"/>
                    <a:gd name="connsiteY0" fmla="*/ 622174 h 2354611"/>
                    <a:gd name="connsiteX1" fmla="*/ 470367 w 927569"/>
                    <a:gd name="connsiteY1" fmla="*/ 787274 h 2354611"/>
                    <a:gd name="connsiteX2" fmla="*/ 479892 w 927569"/>
                    <a:gd name="connsiteY2" fmla="*/ 1073024 h 2354611"/>
                    <a:gd name="connsiteX3" fmla="*/ 390992 w 927569"/>
                    <a:gd name="connsiteY3" fmla="*/ 1574674 h 2354611"/>
                    <a:gd name="connsiteX4" fmla="*/ 146517 w 927569"/>
                    <a:gd name="connsiteY4" fmla="*/ 1844549 h 2354611"/>
                    <a:gd name="connsiteX5" fmla="*/ 467 w 927569"/>
                    <a:gd name="connsiteY5" fmla="*/ 2193799 h 2354611"/>
                    <a:gd name="connsiteX6" fmla="*/ 98892 w 927569"/>
                    <a:gd name="connsiteY6" fmla="*/ 2289049 h 2354611"/>
                    <a:gd name="connsiteX7" fmla="*/ 365592 w 927569"/>
                    <a:gd name="connsiteY7" fmla="*/ 2346198 h 2354611"/>
                    <a:gd name="connsiteX8" fmla="*/ 187792 w 927569"/>
                    <a:gd name="connsiteY8" fmla="*/ 2149349 h 2354611"/>
                    <a:gd name="connsiteX9" fmla="*/ 610067 w 927569"/>
                    <a:gd name="connsiteY9" fmla="*/ 1704849 h 2354611"/>
                    <a:gd name="connsiteX10" fmla="*/ 794217 w 927569"/>
                    <a:gd name="connsiteY10" fmla="*/ 1174624 h 2354611"/>
                    <a:gd name="connsiteX11" fmla="*/ 876767 w 927569"/>
                    <a:gd name="connsiteY11" fmla="*/ 876174 h 2354611"/>
                    <a:gd name="connsiteX12" fmla="*/ 860892 w 927569"/>
                    <a:gd name="connsiteY12" fmla="*/ 793624 h 2354611"/>
                    <a:gd name="connsiteX13" fmla="*/ 724367 w 927569"/>
                    <a:gd name="connsiteY13" fmla="*/ 679324 h 2354611"/>
                    <a:gd name="connsiteX14" fmla="*/ 644992 w 927569"/>
                    <a:gd name="connsiteY14" fmla="*/ 463424 h 2354611"/>
                    <a:gd name="connsiteX15" fmla="*/ 587842 w 927569"/>
                    <a:gd name="connsiteY15" fmla="*/ 349124 h 2354611"/>
                    <a:gd name="connsiteX16" fmla="*/ 898992 w 927569"/>
                    <a:gd name="connsiteY16" fmla="*/ 444374 h 2354611"/>
                    <a:gd name="connsiteX17" fmla="*/ 879942 w 927569"/>
                    <a:gd name="connsiteY17" fmla="*/ 222124 h 2354611"/>
                    <a:gd name="connsiteX18" fmla="*/ 927569 w 927569"/>
                    <a:gd name="connsiteY18" fmla="*/ 28451 h 2354611"/>
                    <a:gd name="connsiteX19" fmla="*/ 613244 w 927569"/>
                    <a:gd name="connsiteY19" fmla="*/ 6226 h 2354611"/>
                    <a:gd name="connsiteX20" fmla="*/ 511642 w 927569"/>
                    <a:gd name="connsiteY20" fmla="*/ 142749 h 2354611"/>
                    <a:gd name="connsiteX21" fmla="*/ 467192 w 927569"/>
                    <a:gd name="connsiteY21" fmla="*/ 320549 h 2354611"/>
                    <a:gd name="connsiteX22" fmla="*/ 517992 w 927569"/>
                    <a:gd name="connsiteY22" fmla="*/ 622174 h 2354611"/>
                    <a:gd name="connsiteX0" fmla="*/ 517992 w 931813"/>
                    <a:gd name="connsiteY0" fmla="*/ 873132 h 2605569"/>
                    <a:gd name="connsiteX1" fmla="*/ 470367 w 931813"/>
                    <a:gd name="connsiteY1" fmla="*/ 1038232 h 2605569"/>
                    <a:gd name="connsiteX2" fmla="*/ 479892 w 931813"/>
                    <a:gd name="connsiteY2" fmla="*/ 1323982 h 2605569"/>
                    <a:gd name="connsiteX3" fmla="*/ 390992 w 931813"/>
                    <a:gd name="connsiteY3" fmla="*/ 1825632 h 2605569"/>
                    <a:gd name="connsiteX4" fmla="*/ 146517 w 931813"/>
                    <a:gd name="connsiteY4" fmla="*/ 2095507 h 2605569"/>
                    <a:gd name="connsiteX5" fmla="*/ 467 w 931813"/>
                    <a:gd name="connsiteY5" fmla="*/ 2444757 h 2605569"/>
                    <a:gd name="connsiteX6" fmla="*/ 98892 w 931813"/>
                    <a:gd name="connsiteY6" fmla="*/ 2540007 h 2605569"/>
                    <a:gd name="connsiteX7" fmla="*/ 365592 w 931813"/>
                    <a:gd name="connsiteY7" fmla="*/ 2597156 h 2605569"/>
                    <a:gd name="connsiteX8" fmla="*/ 187792 w 931813"/>
                    <a:gd name="connsiteY8" fmla="*/ 2400307 h 2605569"/>
                    <a:gd name="connsiteX9" fmla="*/ 610067 w 931813"/>
                    <a:gd name="connsiteY9" fmla="*/ 1955807 h 2605569"/>
                    <a:gd name="connsiteX10" fmla="*/ 794217 w 931813"/>
                    <a:gd name="connsiteY10" fmla="*/ 1425582 h 2605569"/>
                    <a:gd name="connsiteX11" fmla="*/ 876767 w 931813"/>
                    <a:gd name="connsiteY11" fmla="*/ 1127132 h 2605569"/>
                    <a:gd name="connsiteX12" fmla="*/ 860892 w 931813"/>
                    <a:gd name="connsiteY12" fmla="*/ 1044582 h 2605569"/>
                    <a:gd name="connsiteX13" fmla="*/ 724367 w 931813"/>
                    <a:gd name="connsiteY13" fmla="*/ 930282 h 2605569"/>
                    <a:gd name="connsiteX14" fmla="*/ 644992 w 931813"/>
                    <a:gd name="connsiteY14" fmla="*/ 714382 h 2605569"/>
                    <a:gd name="connsiteX15" fmla="*/ 587842 w 931813"/>
                    <a:gd name="connsiteY15" fmla="*/ 600082 h 2605569"/>
                    <a:gd name="connsiteX16" fmla="*/ 898992 w 931813"/>
                    <a:gd name="connsiteY16" fmla="*/ 695332 h 2605569"/>
                    <a:gd name="connsiteX17" fmla="*/ 879942 w 931813"/>
                    <a:gd name="connsiteY17" fmla="*/ 473082 h 2605569"/>
                    <a:gd name="connsiteX18" fmla="*/ 521169 w 931813"/>
                    <a:gd name="connsiteY18" fmla="*/ 9 h 2605569"/>
                    <a:gd name="connsiteX19" fmla="*/ 613244 w 931813"/>
                    <a:gd name="connsiteY19" fmla="*/ 257184 h 2605569"/>
                    <a:gd name="connsiteX20" fmla="*/ 511642 w 931813"/>
                    <a:gd name="connsiteY20" fmla="*/ 393707 h 2605569"/>
                    <a:gd name="connsiteX21" fmla="*/ 467192 w 931813"/>
                    <a:gd name="connsiteY21" fmla="*/ 571507 h 2605569"/>
                    <a:gd name="connsiteX22" fmla="*/ 517992 w 931813"/>
                    <a:gd name="connsiteY22" fmla="*/ 873132 h 2605569"/>
                    <a:gd name="connsiteX0" fmla="*/ 517992 w 901118"/>
                    <a:gd name="connsiteY0" fmla="*/ 1028787 h 2761224"/>
                    <a:gd name="connsiteX1" fmla="*/ 470367 w 901118"/>
                    <a:gd name="connsiteY1" fmla="*/ 1193887 h 2761224"/>
                    <a:gd name="connsiteX2" fmla="*/ 479892 w 901118"/>
                    <a:gd name="connsiteY2" fmla="*/ 1479637 h 2761224"/>
                    <a:gd name="connsiteX3" fmla="*/ 390992 w 901118"/>
                    <a:gd name="connsiteY3" fmla="*/ 1981287 h 2761224"/>
                    <a:gd name="connsiteX4" fmla="*/ 146517 w 901118"/>
                    <a:gd name="connsiteY4" fmla="*/ 2251162 h 2761224"/>
                    <a:gd name="connsiteX5" fmla="*/ 467 w 901118"/>
                    <a:gd name="connsiteY5" fmla="*/ 2600412 h 2761224"/>
                    <a:gd name="connsiteX6" fmla="*/ 98892 w 901118"/>
                    <a:gd name="connsiteY6" fmla="*/ 2695662 h 2761224"/>
                    <a:gd name="connsiteX7" fmla="*/ 365592 w 901118"/>
                    <a:gd name="connsiteY7" fmla="*/ 2752811 h 2761224"/>
                    <a:gd name="connsiteX8" fmla="*/ 187792 w 901118"/>
                    <a:gd name="connsiteY8" fmla="*/ 2555962 h 2761224"/>
                    <a:gd name="connsiteX9" fmla="*/ 610067 w 901118"/>
                    <a:gd name="connsiteY9" fmla="*/ 2111462 h 2761224"/>
                    <a:gd name="connsiteX10" fmla="*/ 794217 w 901118"/>
                    <a:gd name="connsiteY10" fmla="*/ 1581237 h 2761224"/>
                    <a:gd name="connsiteX11" fmla="*/ 876767 w 901118"/>
                    <a:gd name="connsiteY11" fmla="*/ 1282787 h 2761224"/>
                    <a:gd name="connsiteX12" fmla="*/ 860892 w 901118"/>
                    <a:gd name="connsiteY12" fmla="*/ 1200237 h 2761224"/>
                    <a:gd name="connsiteX13" fmla="*/ 724367 w 901118"/>
                    <a:gd name="connsiteY13" fmla="*/ 1085937 h 2761224"/>
                    <a:gd name="connsiteX14" fmla="*/ 644992 w 901118"/>
                    <a:gd name="connsiteY14" fmla="*/ 870037 h 2761224"/>
                    <a:gd name="connsiteX15" fmla="*/ 587842 w 901118"/>
                    <a:gd name="connsiteY15" fmla="*/ 755737 h 2761224"/>
                    <a:gd name="connsiteX16" fmla="*/ 898992 w 901118"/>
                    <a:gd name="connsiteY16" fmla="*/ 850987 h 2761224"/>
                    <a:gd name="connsiteX17" fmla="*/ 714842 w 901118"/>
                    <a:gd name="connsiteY17" fmla="*/ 31837 h 2761224"/>
                    <a:gd name="connsiteX18" fmla="*/ 521169 w 901118"/>
                    <a:gd name="connsiteY18" fmla="*/ 155664 h 2761224"/>
                    <a:gd name="connsiteX19" fmla="*/ 613244 w 901118"/>
                    <a:gd name="connsiteY19" fmla="*/ 412839 h 2761224"/>
                    <a:gd name="connsiteX20" fmla="*/ 511642 w 901118"/>
                    <a:gd name="connsiteY20" fmla="*/ 549362 h 2761224"/>
                    <a:gd name="connsiteX21" fmla="*/ 467192 w 901118"/>
                    <a:gd name="connsiteY21" fmla="*/ 727162 h 2761224"/>
                    <a:gd name="connsiteX22" fmla="*/ 517992 w 901118"/>
                    <a:gd name="connsiteY22" fmla="*/ 1028787 h 2761224"/>
                    <a:gd name="connsiteX0" fmla="*/ 517992 w 913695"/>
                    <a:gd name="connsiteY0" fmla="*/ 1008702 h 2741139"/>
                    <a:gd name="connsiteX1" fmla="*/ 470367 w 913695"/>
                    <a:gd name="connsiteY1" fmla="*/ 1173802 h 2741139"/>
                    <a:gd name="connsiteX2" fmla="*/ 479892 w 913695"/>
                    <a:gd name="connsiteY2" fmla="*/ 1459552 h 2741139"/>
                    <a:gd name="connsiteX3" fmla="*/ 390992 w 913695"/>
                    <a:gd name="connsiteY3" fmla="*/ 1961202 h 2741139"/>
                    <a:gd name="connsiteX4" fmla="*/ 146517 w 913695"/>
                    <a:gd name="connsiteY4" fmla="*/ 2231077 h 2741139"/>
                    <a:gd name="connsiteX5" fmla="*/ 467 w 913695"/>
                    <a:gd name="connsiteY5" fmla="*/ 2580327 h 2741139"/>
                    <a:gd name="connsiteX6" fmla="*/ 98892 w 913695"/>
                    <a:gd name="connsiteY6" fmla="*/ 2675577 h 2741139"/>
                    <a:gd name="connsiteX7" fmla="*/ 365592 w 913695"/>
                    <a:gd name="connsiteY7" fmla="*/ 2732726 h 2741139"/>
                    <a:gd name="connsiteX8" fmla="*/ 187792 w 913695"/>
                    <a:gd name="connsiteY8" fmla="*/ 2535877 h 2741139"/>
                    <a:gd name="connsiteX9" fmla="*/ 610067 w 913695"/>
                    <a:gd name="connsiteY9" fmla="*/ 2091377 h 2741139"/>
                    <a:gd name="connsiteX10" fmla="*/ 794217 w 913695"/>
                    <a:gd name="connsiteY10" fmla="*/ 1561152 h 2741139"/>
                    <a:gd name="connsiteX11" fmla="*/ 876767 w 913695"/>
                    <a:gd name="connsiteY11" fmla="*/ 1262702 h 2741139"/>
                    <a:gd name="connsiteX12" fmla="*/ 860892 w 913695"/>
                    <a:gd name="connsiteY12" fmla="*/ 1180152 h 2741139"/>
                    <a:gd name="connsiteX13" fmla="*/ 724367 w 913695"/>
                    <a:gd name="connsiteY13" fmla="*/ 1065852 h 2741139"/>
                    <a:gd name="connsiteX14" fmla="*/ 644992 w 913695"/>
                    <a:gd name="connsiteY14" fmla="*/ 849952 h 2741139"/>
                    <a:gd name="connsiteX15" fmla="*/ 587842 w 913695"/>
                    <a:gd name="connsiteY15" fmla="*/ 735652 h 2741139"/>
                    <a:gd name="connsiteX16" fmla="*/ 898992 w 913695"/>
                    <a:gd name="connsiteY16" fmla="*/ 830902 h 2741139"/>
                    <a:gd name="connsiteX17" fmla="*/ 848195 w 913695"/>
                    <a:gd name="connsiteY17" fmla="*/ 488005 h 2741139"/>
                    <a:gd name="connsiteX18" fmla="*/ 714842 w 913695"/>
                    <a:gd name="connsiteY18" fmla="*/ 11752 h 2741139"/>
                    <a:gd name="connsiteX19" fmla="*/ 521169 w 913695"/>
                    <a:gd name="connsiteY19" fmla="*/ 135579 h 2741139"/>
                    <a:gd name="connsiteX20" fmla="*/ 613244 w 913695"/>
                    <a:gd name="connsiteY20" fmla="*/ 392754 h 2741139"/>
                    <a:gd name="connsiteX21" fmla="*/ 511642 w 913695"/>
                    <a:gd name="connsiteY21" fmla="*/ 529277 h 2741139"/>
                    <a:gd name="connsiteX22" fmla="*/ 467192 w 913695"/>
                    <a:gd name="connsiteY22" fmla="*/ 707077 h 2741139"/>
                    <a:gd name="connsiteX23" fmla="*/ 517992 w 913695"/>
                    <a:gd name="connsiteY23" fmla="*/ 1008702 h 2741139"/>
                    <a:gd name="connsiteX0" fmla="*/ 517992 w 911783"/>
                    <a:gd name="connsiteY0" fmla="*/ 1020165 h 2752602"/>
                    <a:gd name="connsiteX1" fmla="*/ 470367 w 911783"/>
                    <a:gd name="connsiteY1" fmla="*/ 1185265 h 2752602"/>
                    <a:gd name="connsiteX2" fmla="*/ 479892 w 911783"/>
                    <a:gd name="connsiteY2" fmla="*/ 1471015 h 2752602"/>
                    <a:gd name="connsiteX3" fmla="*/ 390992 w 911783"/>
                    <a:gd name="connsiteY3" fmla="*/ 1972665 h 2752602"/>
                    <a:gd name="connsiteX4" fmla="*/ 146517 w 911783"/>
                    <a:gd name="connsiteY4" fmla="*/ 2242540 h 2752602"/>
                    <a:gd name="connsiteX5" fmla="*/ 467 w 911783"/>
                    <a:gd name="connsiteY5" fmla="*/ 2591790 h 2752602"/>
                    <a:gd name="connsiteX6" fmla="*/ 98892 w 911783"/>
                    <a:gd name="connsiteY6" fmla="*/ 2687040 h 2752602"/>
                    <a:gd name="connsiteX7" fmla="*/ 365592 w 911783"/>
                    <a:gd name="connsiteY7" fmla="*/ 2744189 h 2752602"/>
                    <a:gd name="connsiteX8" fmla="*/ 187792 w 911783"/>
                    <a:gd name="connsiteY8" fmla="*/ 2547340 h 2752602"/>
                    <a:gd name="connsiteX9" fmla="*/ 610067 w 911783"/>
                    <a:gd name="connsiteY9" fmla="*/ 2102840 h 2752602"/>
                    <a:gd name="connsiteX10" fmla="*/ 794217 w 911783"/>
                    <a:gd name="connsiteY10" fmla="*/ 1572615 h 2752602"/>
                    <a:gd name="connsiteX11" fmla="*/ 876767 w 911783"/>
                    <a:gd name="connsiteY11" fmla="*/ 1274165 h 2752602"/>
                    <a:gd name="connsiteX12" fmla="*/ 860892 w 911783"/>
                    <a:gd name="connsiteY12" fmla="*/ 1191615 h 2752602"/>
                    <a:gd name="connsiteX13" fmla="*/ 724367 w 911783"/>
                    <a:gd name="connsiteY13" fmla="*/ 1077315 h 2752602"/>
                    <a:gd name="connsiteX14" fmla="*/ 644992 w 911783"/>
                    <a:gd name="connsiteY14" fmla="*/ 861415 h 2752602"/>
                    <a:gd name="connsiteX15" fmla="*/ 587842 w 911783"/>
                    <a:gd name="connsiteY15" fmla="*/ 747115 h 2752602"/>
                    <a:gd name="connsiteX16" fmla="*/ 898992 w 911783"/>
                    <a:gd name="connsiteY16" fmla="*/ 842365 h 2752602"/>
                    <a:gd name="connsiteX17" fmla="*/ 838670 w 911783"/>
                    <a:gd name="connsiteY17" fmla="*/ 86718 h 2752602"/>
                    <a:gd name="connsiteX18" fmla="*/ 714842 w 911783"/>
                    <a:gd name="connsiteY18" fmla="*/ 23215 h 2752602"/>
                    <a:gd name="connsiteX19" fmla="*/ 521169 w 911783"/>
                    <a:gd name="connsiteY19" fmla="*/ 147042 h 2752602"/>
                    <a:gd name="connsiteX20" fmla="*/ 613244 w 911783"/>
                    <a:gd name="connsiteY20" fmla="*/ 404217 h 2752602"/>
                    <a:gd name="connsiteX21" fmla="*/ 511642 w 911783"/>
                    <a:gd name="connsiteY21" fmla="*/ 540740 h 2752602"/>
                    <a:gd name="connsiteX22" fmla="*/ 467192 w 911783"/>
                    <a:gd name="connsiteY22" fmla="*/ 718540 h 2752602"/>
                    <a:gd name="connsiteX23" fmla="*/ 517992 w 911783"/>
                    <a:gd name="connsiteY23" fmla="*/ 1020165 h 2752602"/>
                    <a:gd name="connsiteX0" fmla="*/ 517992 w 912474"/>
                    <a:gd name="connsiteY0" fmla="*/ 998240 h 2730677"/>
                    <a:gd name="connsiteX1" fmla="*/ 470367 w 912474"/>
                    <a:gd name="connsiteY1" fmla="*/ 1163340 h 2730677"/>
                    <a:gd name="connsiteX2" fmla="*/ 479892 w 912474"/>
                    <a:gd name="connsiteY2" fmla="*/ 1449090 h 2730677"/>
                    <a:gd name="connsiteX3" fmla="*/ 390992 w 912474"/>
                    <a:gd name="connsiteY3" fmla="*/ 1950740 h 2730677"/>
                    <a:gd name="connsiteX4" fmla="*/ 146517 w 912474"/>
                    <a:gd name="connsiteY4" fmla="*/ 2220615 h 2730677"/>
                    <a:gd name="connsiteX5" fmla="*/ 467 w 912474"/>
                    <a:gd name="connsiteY5" fmla="*/ 2569865 h 2730677"/>
                    <a:gd name="connsiteX6" fmla="*/ 98892 w 912474"/>
                    <a:gd name="connsiteY6" fmla="*/ 2665115 h 2730677"/>
                    <a:gd name="connsiteX7" fmla="*/ 365592 w 912474"/>
                    <a:gd name="connsiteY7" fmla="*/ 2722264 h 2730677"/>
                    <a:gd name="connsiteX8" fmla="*/ 187792 w 912474"/>
                    <a:gd name="connsiteY8" fmla="*/ 2525415 h 2730677"/>
                    <a:gd name="connsiteX9" fmla="*/ 610067 w 912474"/>
                    <a:gd name="connsiteY9" fmla="*/ 2080915 h 2730677"/>
                    <a:gd name="connsiteX10" fmla="*/ 794217 w 912474"/>
                    <a:gd name="connsiteY10" fmla="*/ 1550690 h 2730677"/>
                    <a:gd name="connsiteX11" fmla="*/ 876767 w 912474"/>
                    <a:gd name="connsiteY11" fmla="*/ 1252240 h 2730677"/>
                    <a:gd name="connsiteX12" fmla="*/ 860892 w 912474"/>
                    <a:gd name="connsiteY12" fmla="*/ 1169690 h 2730677"/>
                    <a:gd name="connsiteX13" fmla="*/ 724367 w 912474"/>
                    <a:gd name="connsiteY13" fmla="*/ 1055390 h 2730677"/>
                    <a:gd name="connsiteX14" fmla="*/ 644992 w 912474"/>
                    <a:gd name="connsiteY14" fmla="*/ 839490 h 2730677"/>
                    <a:gd name="connsiteX15" fmla="*/ 587842 w 912474"/>
                    <a:gd name="connsiteY15" fmla="*/ 725190 h 2730677"/>
                    <a:gd name="connsiteX16" fmla="*/ 898992 w 912474"/>
                    <a:gd name="connsiteY16" fmla="*/ 820440 h 2730677"/>
                    <a:gd name="connsiteX17" fmla="*/ 854545 w 912474"/>
                    <a:gd name="connsiteY17" fmla="*/ 134643 h 2730677"/>
                    <a:gd name="connsiteX18" fmla="*/ 838670 w 912474"/>
                    <a:gd name="connsiteY18" fmla="*/ 64793 h 2730677"/>
                    <a:gd name="connsiteX19" fmla="*/ 714842 w 912474"/>
                    <a:gd name="connsiteY19" fmla="*/ 1290 h 2730677"/>
                    <a:gd name="connsiteX20" fmla="*/ 521169 w 912474"/>
                    <a:gd name="connsiteY20" fmla="*/ 125117 h 2730677"/>
                    <a:gd name="connsiteX21" fmla="*/ 613244 w 912474"/>
                    <a:gd name="connsiteY21" fmla="*/ 382292 h 2730677"/>
                    <a:gd name="connsiteX22" fmla="*/ 511642 w 912474"/>
                    <a:gd name="connsiteY22" fmla="*/ 518815 h 2730677"/>
                    <a:gd name="connsiteX23" fmla="*/ 467192 w 912474"/>
                    <a:gd name="connsiteY23" fmla="*/ 696615 h 2730677"/>
                    <a:gd name="connsiteX24" fmla="*/ 517992 w 912474"/>
                    <a:gd name="connsiteY24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54544 w 912187"/>
                    <a:gd name="connsiteY18" fmla="*/ 134643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83119 w 912187"/>
                    <a:gd name="connsiteY18" fmla="*/ 239418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1083"/>
                    <a:gd name="connsiteY0" fmla="*/ 998240 h 2730677"/>
                    <a:gd name="connsiteX1" fmla="*/ 470367 w 911083"/>
                    <a:gd name="connsiteY1" fmla="*/ 1163340 h 2730677"/>
                    <a:gd name="connsiteX2" fmla="*/ 479892 w 911083"/>
                    <a:gd name="connsiteY2" fmla="*/ 1449090 h 2730677"/>
                    <a:gd name="connsiteX3" fmla="*/ 390992 w 911083"/>
                    <a:gd name="connsiteY3" fmla="*/ 1950740 h 2730677"/>
                    <a:gd name="connsiteX4" fmla="*/ 146517 w 911083"/>
                    <a:gd name="connsiteY4" fmla="*/ 2220615 h 2730677"/>
                    <a:gd name="connsiteX5" fmla="*/ 467 w 911083"/>
                    <a:gd name="connsiteY5" fmla="*/ 2569865 h 2730677"/>
                    <a:gd name="connsiteX6" fmla="*/ 98892 w 911083"/>
                    <a:gd name="connsiteY6" fmla="*/ 2665115 h 2730677"/>
                    <a:gd name="connsiteX7" fmla="*/ 365592 w 911083"/>
                    <a:gd name="connsiteY7" fmla="*/ 2722264 h 2730677"/>
                    <a:gd name="connsiteX8" fmla="*/ 187792 w 911083"/>
                    <a:gd name="connsiteY8" fmla="*/ 2525415 h 2730677"/>
                    <a:gd name="connsiteX9" fmla="*/ 610067 w 911083"/>
                    <a:gd name="connsiteY9" fmla="*/ 2080915 h 2730677"/>
                    <a:gd name="connsiteX10" fmla="*/ 794217 w 911083"/>
                    <a:gd name="connsiteY10" fmla="*/ 1550690 h 2730677"/>
                    <a:gd name="connsiteX11" fmla="*/ 876767 w 911083"/>
                    <a:gd name="connsiteY11" fmla="*/ 1252240 h 2730677"/>
                    <a:gd name="connsiteX12" fmla="*/ 860892 w 911083"/>
                    <a:gd name="connsiteY12" fmla="*/ 1169690 h 2730677"/>
                    <a:gd name="connsiteX13" fmla="*/ 724367 w 911083"/>
                    <a:gd name="connsiteY13" fmla="*/ 1055390 h 2730677"/>
                    <a:gd name="connsiteX14" fmla="*/ 644992 w 911083"/>
                    <a:gd name="connsiteY14" fmla="*/ 839490 h 2730677"/>
                    <a:gd name="connsiteX15" fmla="*/ 587842 w 911083"/>
                    <a:gd name="connsiteY15" fmla="*/ 725190 h 2730677"/>
                    <a:gd name="connsiteX16" fmla="*/ 898992 w 911083"/>
                    <a:gd name="connsiteY16" fmla="*/ 820440 h 2730677"/>
                    <a:gd name="connsiteX17" fmla="*/ 848195 w 911083"/>
                    <a:gd name="connsiteY17" fmla="*/ 356893 h 2730677"/>
                    <a:gd name="connsiteX18" fmla="*/ 883119 w 911083"/>
                    <a:gd name="connsiteY18" fmla="*/ 239418 h 2730677"/>
                    <a:gd name="connsiteX19" fmla="*/ 838670 w 911083"/>
                    <a:gd name="connsiteY19" fmla="*/ 64793 h 2730677"/>
                    <a:gd name="connsiteX20" fmla="*/ 714842 w 911083"/>
                    <a:gd name="connsiteY20" fmla="*/ 1290 h 2730677"/>
                    <a:gd name="connsiteX21" fmla="*/ 521169 w 911083"/>
                    <a:gd name="connsiteY21" fmla="*/ 125117 h 2730677"/>
                    <a:gd name="connsiteX22" fmla="*/ 613244 w 911083"/>
                    <a:gd name="connsiteY22" fmla="*/ 382292 h 2730677"/>
                    <a:gd name="connsiteX23" fmla="*/ 511642 w 911083"/>
                    <a:gd name="connsiteY23" fmla="*/ 518815 h 2730677"/>
                    <a:gd name="connsiteX24" fmla="*/ 467192 w 911083"/>
                    <a:gd name="connsiteY24" fmla="*/ 696615 h 2730677"/>
                    <a:gd name="connsiteX25" fmla="*/ 517992 w 911083"/>
                    <a:gd name="connsiteY25" fmla="*/ 998240 h 2730677"/>
                    <a:gd name="connsiteX0" fmla="*/ 517992 w 918868"/>
                    <a:gd name="connsiteY0" fmla="*/ 998240 h 2730677"/>
                    <a:gd name="connsiteX1" fmla="*/ 470367 w 918868"/>
                    <a:gd name="connsiteY1" fmla="*/ 1163340 h 2730677"/>
                    <a:gd name="connsiteX2" fmla="*/ 479892 w 918868"/>
                    <a:gd name="connsiteY2" fmla="*/ 1449090 h 2730677"/>
                    <a:gd name="connsiteX3" fmla="*/ 390992 w 918868"/>
                    <a:gd name="connsiteY3" fmla="*/ 1950740 h 2730677"/>
                    <a:gd name="connsiteX4" fmla="*/ 146517 w 918868"/>
                    <a:gd name="connsiteY4" fmla="*/ 2220615 h 2730677"/>
                    <a:gd name="connsiteX5" fmla="*/ 467 w 918868"/>
                    <a:gd name="connsiteY5" fmla="*/ 2569865 h 2730677"/>
                    <a:gd name="connsiteX6" fmla="*/ 98892 w 918868"/>
                    <a:gd name="connsiteY6" fmla="*/ 2665115 h 2730677"/>
                    <a:gd name="connsiteX7" fmla="*/ 365592 w 918868"/>
                    <a:gd name="connsiteY7" fmla="*/ 2722264 h 2730677"/>
                    <a:gd name="connsiteX8" fmla="*/ 187792 w 918868"/>
                    <a:gd name="connsiteY8" fmla="*/ 2525415 h 2730677"/>
                    <a:gd name="connsiteX9" fmla="*/ 610067 w 918868"/>
                    <a:gd name="connsiteY9" fmla="*/ 2080915 h 2730677"/>
                    <a:gd name="connsiteX10" fmla="*/ 794217 w 918868"/>
                    <a:gd name="connsiteY10" fmla="*/ 1550690 h 2730677"/>
                    <a:gd name="connsiteX11" fmla="*/ 876767 w 918868"/>
                    <a:gd name="connsiteY11" fmla="*/ 1252240 h 2730677"/>
                    <a:gd name="connsiteX12" fmla="*/ 860892 w 918868"/>
                    <a:gd name="connsiteY12" fmla="*/ 1169690 h 2730677"/>
                    <a:gd name="connsiteX13" fmla="*/ 724367 w 918868"/>
                    <a:gd name="connsiteY13" fmla="*/ 1055390 h 2730677"/>
                    <a:gd name="connsiteX14" fmla="*/ 644992 w 918868"/>
                    <a:gd name="connsiteY14" fmla="*/ 839490 h 2730677"/>
                    <a:gd name="connsiteX15" fmla="*/ 587842 w 918868"/>
                    <a:gd name="connsiteY15" fmla="*/ 725190 h 2730677"/>
                    <a:gd name="connsiteX16" fmla="*/ 898992 w 918868"/>
                    <a:gd name="connsiteY16" fmla="*/ 820440 h 2730677"/>
                    <a:gd name="connsiteX17" fmla="*/ 883120 w 918868"/>
                    <a:gd name="connsiteY17" fmla="*/ 541043 h 2730677"/>
                    <a:gd name="connsiteX18" fmla="*/ 848195 w 918868"/>
                    <a:gd name="connsiteY18" fmla="*/ 356893 h 2730677"/>
                    <a:gd name="connsiteX19" fmla="*/ 883119 w 918868"/>
                    <a:gd name="connsiteY19" fmla="*/ 239418 h 2730677"/>
                    <a:gd name="connsiteX20" fmla="*/ 838670 w 918868"/>
                    <a:gd name="connsiteY20" fmla="*/ 64793 h 2730677"/>
                    <a:gd name="connsiteX21" fmla="*/ 714842 w 918868"/>
                    <a:gd name="connsiteY21" fmla="*/ 1290 h 2730677"/>
                    <a:gd name="connsiteX22" fmla="*/ 521169 w 918868"/>
                    <a:gd name="connsiteY22" fmla="*/ 125117 h 2730677"/>
                    <a:gd name="connsiteX23" fmla="*/ 613244 w 918868"/>
                    <a:gd name="connsiteY23" fmla="*/ 382292 h 2730677"/>
                    <a:gd name="connsiteX24" fmla="*/ 511642 w 918868"/>
                    <a:gd name="connsiteY24" fmla="*/ 518815 h 2730677"/>
                    <a:gd name="connsiteX25" fmla="*/ 467192 w 918868"/>
                    <a:gd name="connsiteY25" fmla="*/ 696615 h 2730677"/>
                    <a:gd name="connsiteX26" fmla="*/ 517992 w 918868"/>
                    <a:gd name="connsiteY26" fmla="*/ 998240 h 2730677"/>
                    <a:gd name="connsiteX0" fmla="*/ 517992 w 902408"/>
                    <a:gd name="connsiteY0" fmla="*/ 998240 h 2730677"/>
                    <a:gd name="connsiteX1" fmla="*/ 470367 w 902408"/>
                    <a:gd name="connsiteY1" fmla="*/ 1163340 h 2730677"/>
                    <a:gd name="connsiteX2" fmla="*/ 479892 w 902408"/>
                    <a:gd name="connsiteY2" fmla="*/ 1449090 h 2730677"/>
                    <a:gd name="connsiteX3" fmla="*/ 390992 w 902408"/>
                    <a:gd name="connsiteY3" fmla="*/ 1950740 h 2730677"/>
                    <a:gd name="connsiteX4" fmla="*/ 146517 w 902408"/>
                    <a:gd name="connsiteY4" fmla="*/ 2220615 h 2730677"/>
                    <a:gd name="connsiteX5" fmla="*/ 467 w 902408"/>
                    <a:gd name="connsiteY5" fmla="*/ 2569865 h 2730677"/>
                    <a:gd name="connsiteX6" fmla="*/ 98892 w 902408"/>
                    <a:gd name="connsiteY6" fmla="*/ 2665115 h 2730677"/>
                    <a:gd name="connsiteX7" fmla="*/ 365592 w 902408"/>
                    <a:gd name="connsiteY7" fmla="*/ 2722264 h 2730677"/>
                    <a:gd name="connsiteX8" fmla="*/ 187792 w 902408"/>
                    <a:gd name="connsiteY8" fmla="*/ 2525415 h 2730677"/>
                    <a:gd name="connsiteX9" fmla="*/ 610067 w 902408"/>
                    <a:gd name="connsiteY9" fmla="*/ 2080915 h 2730677"/>
                    <a:gd name="connsiteX10" fmla="*/ 794217 w 902408"/>
                    <a:gd name="connsiteY10" fmla="*/ 1550690 h 2730677"/>
                    <a:gd name="connsiteX11" fmla="*/ 876767 w 902408"/>
                    <a:gd name="connsiteY11" fmla="*/ 1252240 h 2730677"/>
                    <a:gd name="connsiteX12" fmla="*/ 860892 w 902408"/>
                    <a:gd name="connsiteY12" fmla="*/ 1169690 h 2730677"/>
                    <a:gd name="connsiteX13" fmla="*/ 724367 w 902408"/>
                    <a:gd name="connsiteY13" fmla="*/ 1055390 h 2730677"/>
                    <a:gd name="connsiteX14" fmla="*/ 644992 w 902408"/>
                    <a:gd name="connsiteY14" fmla="*/ 839490 h 2730677"/>
                    <a:gd name="connsiteX15" fmla="*/ 587842 w 902408"/>
                    <a:gd name="connsiteY15" fmla="*/ 725190 h 2730677"/>
                    <a:gd name="connsiteX16" fmla="*/ 898992 w 902408"/>
                    <a:gd name="connsiteY16" fmla="*/ 820440 h 2730677"/>
                    <a:gd name="connsiteX17" fmla="*/ 759295 w 902408"/>
                    <a:gd name="connsiteY17" fmla="*/ 423568 h 2730677"/>
                    <a:gd name="connsiteX18" fmla="*/ 848195 w 902408"/>
                    <a:gd name="connsiteY18" fmla="*/ 356893 h 2730677"/>
                    <a:gd name="connsiteX19" fmla="*/ 883119 w 902408"/>
                    <a:gd name="connsiteY19" fmla="*/ 239418 h 2730677"/>
                    <a:gd name="connsiteX20" fmla="*/ 838670 w 902408"/>
                    <a:gd name="connsiteY20" fmla="*/ 64793 h 2730677"/>
                    <a:gd name="connsiteX21" fmla="*/ 714842 w 902408"/>
                    <a:gd name="connsiteY21" fmla="*/ 1290 h 2730677"/>
                    <a:gd name="connsiteX22" fmla="*/ 521169 w 902408"/>
                    <a:gd name="connsiteY22" fmla="*/ 125117 h 2730677"/>
                    <a:gd name="connsiteX23" fmla="*/ 613244 w 902408"/>
                    <a:gd name="connsiteY23" fmla="*/ 382292 h 2730677"/>
                    <a:gd name="connsiteX24" fmla="*/ 511642 w 902408"/>
                    <a:gd name="connsiteY24" fmla="*/ 518815 h 2730677"/>
                    <a:gd name="connsiteX25" fmla="*/ 467192 w 902408"/>
                    <a:gd name="connsiteY25" fmla="*/ 696615 h 2730677"/>
                    <a:gd name="connsiteX26" fmla="*/ 517992 w 902408"/>
                    <a:gd name="connsiteY26" fmla="*/ 998240 h 2730677"/>
                    <a:gd name="connsiteX0" fmla="*/ 517992 w 932676"/>
                    <a:gd name="connsiteY0" fmla="*/ 998240 h 2730677"/>
                    <a:gd name="connsiteX1" fmla="*/ 470367 w 932676"/>
                    <a:gd name="connsiteY1" fmla="*/ 1163340 h 2730677"/>
                    <a:gd name="connsiteX2" fmla="*/ 479892 w 932676"/>
                    <a:gd name="connsiteY2" fmla="*/ 1449090 h 2730677"/>
                    <a:gd name="connsiteX3" fmla="*/ 390992 w 932676"/>
                    <a:gd name="connsiteY3" fmla="*/ 1950740 h 2730677"/>
                    <a:gd name="connsiteX4" fmla="*/ 146517 w 932676"/>
                    <a:gd name="connsiteY4" fmla="*/ 2220615 h 2730677"/>
                    <a:gd name="connsiteX5" fmla="*/ 467 w 932676"/>
                    <a:gd name="connsiteY5" fmla="*/ 2569865 h 2730677"/>
                    <a:gd name="connsiteX6" fmla="*/ 98892 w 932676"/>
                    <a:gd name="connsiteY6" fmla="*/ 2665115 h 2730677"/>
                    <a:gd name="connsiteX7" fmla="*/ 365592 w 932676"/>
                    <a:gd name="connsiteY7" fmla="*/ 2722264 h 2730677"/>
                    <a:gd name="connsiteX8" fmla="*/ 187792 w 932676"/>
                    <a:gd name="connsiteY8" fmla="*/ 2525415 h 2730677"/>
                    <a:gd name="connsiteX9" fmla="*/ 610067 w 932676"/>
                    <a:gd name="connsiteY9" fmla="*/ 2080915 h 2730677"/>
                    <a:gd name="connsiteX10" fmla="*/ 794217 w 932676"/>
                    <a:gd name="connsiteY10" fmla="*/ 1550690 h 2730677"/>
                    <a:gd name="connsiteX11" fmla="*/ 876767 w 932676"/>
                    <a:gd name="connsiteY11" fmla="*/ 1252240 h 2730677"/>
                    <a:gd name="connsiteX12" fmla="*/ 860892 w 932676"/>
                    <a:gd name="connsiteY12" fmla="*/ 1169690 h 2730677"/>
                    <a:gd name="connsiteX13" fmla="*/ 724367 w 932676"/>
                    <a:gd name="connsiteY13" fmla="*/ 1055390 h 2730677"/>
                    <a:gd name="connsiteX14" fmla="*/ 644992 w 932676"/>
                    <a:gd name="connsiteY14" fmla="*/ 839490 h 2730677"/>
                    <a:gd name="connsiteX15" fmla="*/ 587842 w 932676"/>
                    <a:gd name="connsiteY15" fmla="*/ 725190 h 2730677"/>
                    <a:gd name="connsiteX16" fmla="*/ 898992 w 932676"/>
                    <a:gd name="connsiteY16" fmla="*/ 820440 h 2730677"/>
                    <a:gd name="connsiteX17" fmla="*/ 908519 w 932676"/>
                    <a:gd name="connsiteY17" fmla="*/ 814093 h 2730677"/>
                    <a:gd name="connsiteX18" fmla="*/ 759295 w 932676"/>
                    <a:gd name="connsiteY18" fmla="*/ 423568 h 2730677"/>
                    <a:gd name="connsiteX19" fmla="*/ 848195 w 932676"/>
                    <a:gd name="connsiteY19" fmla="*/ 356893 h 2730677"/>
                    <a:gd name="connsiteX20" fmla="*/ 883119 w 932676"/>
                    <a:gd name="connsiteY20" fmla="*/ 239418 h 2730677"/>
                    <a:gd name="connsiteX21" fmla="*/ 838670 w 932676"/>
                    <a:gd name="connsiteY21" fmla="*/ 64793 h 2730677"/>
                    <a:gd name="connsiteX22" fmla="*/ 714842 w 932676"/>
                    <a:gd name="connsiteY22" fmla="*/ 1290 h 2730677"/>
                    <a:gd name="connsiteX23" fmla="*/ 521169 w 932676"/>
                    <a:gd name="connsiteY23" fmla="*/ 125117 h 2730677"/>
                    <a:gd name="connsiteX24" fmla="*/ 613244 w 932676"/>
                    <a:gd name="connsiteY24" fmla="*/ 382292 h 2730677"/>
                    <a:gd name="connsiteX25" fmla="*/ 511642 w 932676"/>
                    <a:gd name="connsiteY25" fmla="*/ 518815 h 2730677"/>
                    <a:gd name="connsiteX26" fmla="*/ 467192 w 932676"/>
                    <a:gd name="connsiteY26" fmla="*/ 696615 h 2730677"/>
                    <a:gd name="connsiteX27" fmla="*/ 517992 w 932676"/>
                    <a:gd name="connsiteY27" fmla="*/ 998240 h 2730677"/>
                    <a:gd name="connsiteX0" fmla="*/ 517992 w 925354"/>
                    <a:gd name="connsiteY0" fmla="*/ 998240 h 2730677"/>
                    <a:gd name="connsiteX1" fmla="*/ 470367 w 925354"/>
                    <a:gd name="connsiteY1" fmla="*/ 1163340 h 2730677"/>
                    <a:gd name="connsiteX2" fmla="*/ 479892 w 925354"/>
                    <a:gd name="connsiteY2" fmla="*/ 1449090 h 2730677"/>
                    <a:gd name="connsiteX3" fmla="*/ 390992 w 925354"/>
                    <a:gd name="connsiteY3" fmla="*/ 1950740 h 2730677"/>
                    <a:gd name="connsiteX4" fmla="*/ 146517 w 925354"/>
                    <a:gd name="connsiteY4" fmla="*/ 2220615 h 2730677"/>
                    <a:gd name="connsiteX5" fmla="*/ 467 w 925354"/>
                    <a:gd name="connsiteY5" fmla="*/ 2569865 h 2730677"/>
                    <a:gd name="connsiteX6" fmla="*/ 98892 w 925354"/>
                    <a:gd name="connsiteY6" fmla="*/ 2665115 h 2730677"/>
                    <a:gd name="connsiteX7" fmla="*/ 365592 w 925354"/>
                    <a:gd name="connsiteY7" fmla="*/ 2722264 h 2730677"/>
                    <a:gd name="connsiteX8" fmla="*/ 187792 w 925354"/>
                    <a:gd name="connsiteY8" fmla="*/ 2525415 h 2730677"/>
                    <a:gd name="connsiteX9" fmla="*/ 610067 w 925354"/>
                    <a:gd name="connsiteY9" fmla="*/ 2080915 h 2730677"/>
                    <a:gd name="connsiteX10" fmla="*/ 794217 w 925354"/>
                    <a:gd name="connsiteY10" fmla="*/ 1550690 h 2730677"/>
                    <a:gd name="connsiteX11" fmla="*/ 876767 w 925354"/>
                    <a:gd name="connsiteY11" fmla="*/ 1252240 h 2730677"/>
                    <a:gd name="connsiteX12" fmla="*/ 860892 w 925354"/>
                    <a:gd name="connsiteY12" fmla="*/ 1169690 h 2730677"/>
                    <a:gd name="connsiteX13" fmla="*/ 724367 w 925354"/>
                    <a:gd name="connsiteY13" fmla="*/ 1055390 h 2730677"/>
                    <a:gd name="connsiteX14" fmla="*/ 644992 w 925354"/>
                    <a:gd name="connsiteY14" fmla="*/ 839490 h 2730677"/>
                    <a:gd name="connsiteX15" fmla="*/ 587842 w 925354"/>
                    <a:gd name="connsiteY15" fmla="*/ 725190 h 2730677"/>
                    <a:gd name="connsiteX16" fmla="*/ 898992 w 925354"/>
                    <a:gd name="connsiteY16" fmla="*/ 820440 h 2730677"/>
                    <a:gd name="connsiteX17" fmla="*/ 908519 w 925354"/>
                    <a:gd name="connsiteY17" fmla="*/ 814093 h 2730677"/>
                    <a:gd name="connsiteX18" fmla="*/ 902169 w 925354"/>
                    <a:gd name="connsiteY18" fmla="*/ 817268 h 2730677"/>
                    <a:gd name="connsiteX19" fmla="*/ 759295 w 925354"/>
                    <a:gd name="connsiteY19" fmla="*/ 423568 h 2730677"/>
                    <a:gd name="connsiteX20" fmla="*/ 848195 w 925354"/>
                    <a:gd name="connsiteY20" fmla="*/ 356893 h 2730677"/>
                    <a:gd name="connsiteX21" fmla="*/ 883119 w 925354"/>
                    <a:gd name="connsiteY21" fmla="*/ 239418 h 2730677"/>
                    <a:gd name="connsiteX22" fmla="*/ 838670 w 925354"/>
                    <a:gd name="connsiteY22" fmla="*/ 64793 h 2730677"/>
                    <a:gd name="connsiteX23" fmla="*/ 714842 w 925354"/>
                    <a:gd name="connsiteY23" fmla="*/ 1290 h 2730677"/>
                    <a:gd name="connsiteX24" fmla="*/ 521169 w 925354"/>
                    <a:gd name="connsiteY24" fmla="*/ 125117 h 2730677"/>
                    <a:gd name="connsiteX25" fmla="*/ 613244 w 925354"/>
                    <a:gd name="connsiteY25" fmla="*/ 382292 h 2730677"/>
                    <a:gd name="connsiteX26" fmla="*/ 511642 w 925354"/>
                    <a:gd name="connsiteY26" fmla="*/ 518815 h 2730677"/>
                    <a:gd name="connsiteX27" fmla="*/ 467192 w 925354"/>
                    <a:gd name="connsiteY27" fmla="*/ 696615 h 2730677"/>
                    <a:gd name="connsiteX28" fmla="*/ 517992 w 925354"/>
                    <a:gd name="connsiteY28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902169 w 930788"/>
                    <a:gd name="connsiteY19" fmla="*/ 817268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56"/>
                    <a:gd name="connsiteY0" fmla="*/ 998240 h 2730677"/>
                    <a:gd name="connsiteX1" fmla="*/ 470367 w 930756"/>
                    <a:gd name="connsiteY1" fmla="*/ 1163340 h 2730677"/>
                    <a:gd name="connsiteX2" fmla="*/ 479892 w 930756"/>
                    <a:gd name="connsiteY2" fmla="*/ 1449090 h 2730677"/>
                    <a:gd name="connsiteX3" fmla="*/ 390992 w 930756"/>
                    <a:gd name="connsiteY3" fmla="*/ 1950740 h 2730677"/>
                    <a:gd name="connsiteX4" fmla="*/ 146517 w 930756"/>
                    <a:gd name="connsiteY4" fmla="*/ 2220615 h 2730677"/>
                    <a:gd name="connsiteX5" fmla="*/ 467 w 930756"/>
                    <a:gd name="connsiteY5" fmla="*/ 2569865 h 2730677"/>
                    <a:gd name="connsiteX6" fmla="*/ 98892 w 930756"/>
                    <a:gd name="connsiteY6" fmla="*/ 2665115 h 2730677"/>
                    <a:gd name="connsiteX7" fmla="*/ 365592 w 930756"/>
                    <a:gd name="connsiteY7" fmla="*/ 2722264 h 2730677"/>
                    <a:gd name="connsiteX8" fmla="*/ 187792 w 930756"/>
                    <a:gd name="connsiteY8" fmla="*/ 2525415 h 2730677"/>
                    <a:gd name="connsiteX9" fmla="*/ 610067 w 930756"/>
                    <a:gd name="connsiteY9" fmla="*/ 2080915 h 2730677"/>
                    <a:gd name="connsiteX10" fmla="*/ 794217 w 930756"/>
                    <a:gd name="connsiteY10" fmla="*/ 1550690 h 2730677"/>
                    <a:gd name="connsiteX11" fmla="*/ 876767 w 930756"/>
                    <a:gd name="connsiteY11" fmla="*/ 1252240 h 2730677"/>
                    <a:gd name="connsiteX12" fmla="*/ 860892 w 930756"/>
                    <a:gd name="connsiteY12" fmla="*/ 1169690 h 2730677"/>
                    <a:gd name="connsiteX13" fmla="*/ 724367 w 930756"/>
                    <a:gd name="connsiteY13" fmla="*/ 1055390 h 2730677"/>
                    <a:gd name="connsiteX14" fmla="*/ 644992 w 930756"/>
                    <a:gd name="connsiteY14" fmla="*/ 839490 h 2730677"/>
                    <a:gd name="connsiteX15" fmla="*/ 587842 w 930756"/>
                    <a:gd name="connsiteY15" fmla="*/ 725190 h 2730677"/>
                    <a:gd name="connsiteX16" fmla="*/ 898992 w 930756"/>
                    <a:gd name="connsiteY16" fmla="*/ 820440 h 2730677"/>
                    <a:gd name="connsiteX17" fmla="*/ 857719 w 930756"/>
                    <a:gd name="connsiteY17" fmla="*/ 902993 h 2730677"/>
                    <a:gd name="connsiteX18" fmla="*/ 930744 w 930756"/>
                    <a:gd name="connsiteY18" fmla="*/ 826793 h 2730677"/>
                    <a:gd name="connsiteX19" fmla="*/ 870419 w 930756"/>
                    <a:gd name="connsiteY19" fmla="*/ 877593 h 2730677"/>
                    <a:gd name="connsiteX20" fmla="*/ 759295 w 930756"/>
                    <a:gd name="connsiteY20" fmla="*/ 423568 h 2730677"/>
                    <a:gd name="connsiteX21" fmla="*/ 848195 w 930756"/>
                    <a:gd name="connsiteY21" fmla="*/ 356893 h 2730677"/>
                    <a:gd name="connsiteX22" fmla="*/ 883119 w 930756"/>
                    <a:gd name="connsiteY22" fmla="*/ 239418 h 2730677"/>
                    <a:gd name="connsiteX23" fmla="*/ 838670 w 930756"/>
                    <a:gd name="connsiteY23" fmla="*/ 64793 h 2730677"/>
                    <a:gd name="connsiteX24" fmla="*/ 714842 w 930756"/>
                    <a:gd name="connsiteY24" fmla="*/ 1290 h 2730677"/>
                    <a:gd name="connsiteX25" fmla="*/ 521169 w 930756"/>
                    <a:gd name="connsiteY25" fmla="*/ 125117 h 2730677"/>
                    <a:gd name="connsiteX26" fmla="*/ 613244 w 930756"/>
                    <a:gd name="connsiteY26" fmla="*/ 382292 h 2730677"/>
                    <a:gd name="connsiteX27" fmla="*/ 511642 w 930756"/>
                    <a:gd name="connsiteY27" fmla="*/ 518815 h 2730677"/>
                    <a:gd name="connsiteX28" fmla="*/ 467192 w 930756"/>
                    <a:gd name="connsiteY28" fmla="*/ 696615 h 2730677"/>
                    <a:gd name="connsiteX29" fmla="*/ 517992 w 930756"/>
                    <a:gd name="connsiteY29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887922"/>
                    <a:gd name="connsiteY0" fmla="*/ 998240 h 2730677"/>
                    <a:gd name="connsiteX1" fmla="*/ 470367 w 887922"/>
                    <a:gd name="connsiteY1" fmla="*/ 1163340 h 2730677"/>
                    <a:gd name="connsiteX2" fmla="*/ 479892 w 887922"/>
                    <a:gd name="connsiteY2" fmla="*/ 1449090 h 2730677"/>
                    <a:gd name="connsiteX3" fmla="*/ 390992 w 887922"/>
                    <a:gd name="connsiteY3" fmla="*/ 1950740 h 2730677"/>
                    <a:gd name="connsiteX4" fmla="*/ 146517 w 887922"/>
                    <a:gd name="connsiteY4" fmla="*/ 2220615 h 2730677"/>
                    <a:gd name="connsiteX5" fmla="*/ 467 w 887922"/>
                    <a:gd name="connsiteY5" fmla="*/ 2569865 h 2730677"/>
                    <a:gd name="connsiteX6" fmla="*/ 98892 w 887922"/>
                    <a:gd name="connsiteY6" fmla="*/ 2665115 h 2730677"/>
                    <a:gd name="connsiteX7" fmla="*/ 365592 w 887922"/>
                    <a:gd name="connsiteY7" fmla="*/ 2722264 h 2730677"/>
                    <a:gd name="connsiteX8" fmla="*/ 187792 w 887922"/>
                    <a:gd name="connsiteY8" fmla="*/ 2525415 h 2730677"/>
                    <a:gd name="connsiteX9" fmla="*/ 610067 w 887922"/>
                    <a:gd name="connsiteY9" fmla="*/ 2080915 h 2730677"/>
                    <a:gd name="connsiteX10" fmla="*/ 794217 w 887922"/>
                    <a:gd name="connsiteY10" fmla="*/ 1550690 h 2730677"/>
                    <a:gd name="connsiteX11" fmla="*/ 876767 w 887922"/>
                    <a:gd name="connsiteY11" fmla="*/ 1252240 h 2730677"/>
                    <a:gd name="connsiteX12" fmla="*/ 860892 w 887922"/>
                    <a:gd name="connsiteY12" fmla="*/ 1169690 h 2730677"/>
                    <a:gd name="connsiteX13" fmla="*/ 724367 w 887922"/>
                    <a:gd name="connsiteY13" fmla="*/ 1055390 h 2730677"/>
                    <a:gd name="connsiteX14" fmla="*/ 644992 w 887922"/>
                    <a:gd name="connsiteY14" fmla="*/ 839490 h 2730677"/>
                    <a:gd name="connsiteX15" fmla="*/ 587842 w 887922"/>
                    <a:gd name="connsiteY15" fmla="*/ 725190 h 2730677"/>
                    <a:gd name="connsiteX16" fmla="*/ 857719 w 887922"/>
                    <a:gd name="connsiteY16" fmla="*/ 902993 h 2730677"/>
                    <a:gd name="connsiteX17" fmla="*/ 870419 w 887922"/>
                    <a:gd name="connsiteY17" fmla="*/ 877593 h 2730677"/>
                    <a:gd name="connsiteX18" fmla="*/ 759295 w 887922"/>
                    <a:gd name="connsiteY18" fmla="*/ 423568 h 2730677"/>
                    <a:gd name="connsiteX19" fmla="*/ 848195 w 887922"/>
                    <a:gd name="connsiteY19" fmla="*/ 356893 h 2730677"/>
                    <a:gd name="connsiteX20" fmla="*/ 883119 w 887922"/>
                    <a:gd name="connsiteY20" fmla="*/ 239418 h 2730677"/>
                    <a:gd name="connsiteX21" fmla="*/ 838670 w 887922"/>
                    <a:gd name="connsiteY21" fmla="*/ 64793 h 2730677"/>
                    <a:gd name="connsiteX22" fmla="*/ 714842 w 887922"/>
                    <a:gd name="connsiteY22" fmla="*/ 1290 h 2730677"/>
                    <a:gd name="connsiteX23" fmla="*/ 521169 w 887922"/>
                    <a:gd name="connsiteY23" fmla="*/ 125117 h 2730677"/>
                    <a:gd name="connsiteX24" fmla="*/ 613244 w 887922"/>
                    <a:gd name="connsiteY24" fmla="*/ 382292 h 2730677"/>
                    <a:gd name="connsiteX25" fmla="*/ 511642 w 887922"/>
                    <a:gd name="connsiteY25" fmla="*/ 518815 h 2730677"/>
                    <a:gd name="connsiteX26" fmla="*/ 467192 w 887922"/>
                    <a:gd name="connsiteY26" fmla="*/ 696615 h 2730677"/>
                    <a:gd name="connsiteX27" fmla="*/ 517992 w 887922"/>
                    <a:gd name="connsiteY27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587842 w 883584"/>
                    <a:gd name="connsiteY15" fmla="*/ 725190 h 2730677"/>
                    <a:gd name="connsiteX16" fmla="*/ 857719 w 883584"/>
                    <a:gd name="connsiteY16" fmla="*/ 902993 h 2730677"/>
                    <a:gd name="connsiteX17" fmla="*/ 759295 w 883584"/>
                    <a:gd name="connsiteY17" fmla="*/ 423568 h 2730677"/>
                    <a:gd name="connsiteX18" fmla="*/ 848195 w 883584"/>
                    <a:gd name="connsiteY18" fmla="*/ 356893 h 2730677"/>
                    <a:gd name="connsiteX19" fmla="*/ 883119 w 883584"/>
                    <a:gd name="connsiteY19" fmla="*/ 239418 h 2730677"/>
                    <a:gd name="connsiteX20" fmla="*/ 838670 w 883584"/>
                    <a:gd name="connsiteY20" fmla="*/ 64793 h 2730677"/>
                    <a:gd name="connsiteX21" fmla="*/ 714842 w 883584"/>
                    <a:gd name="connsiteY21" fmla="*/ 1290 h 2730677"/>
                    <a:gd name="connsiteX22" fmla="*/ 521169 w 883584"/>
                    <a:gd name="connsiteY22" fmla="*/ 125117 h 2730677"/>
                    <a:gd name="connsiteX23" fmla="*/ 613244 w 883584"/>
                    <a:gd name="connsiteY23" fmla="*/ 382292 h 2730677"/>
                    <a:gd name="connsiteX24" fmla="*/ 511642 w 883584"/>
                    <a:gd name="connsiteY24" fmla="*/ 518815 h 2730677"/>
                    <a:gd name="connsiteX25" fmla="*/ 467192 w 883584"/>
                    <a:gd name="connsiteY25" fmla="*/ 696615 h 2730677"/>
                    <a:gd name="connsiteX26" fmla="*/ 517992 w 883584"/>
                    <a:gd name="connsiteY26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11642 w 883584"/>
                    <a:gd name="connsiteY23" fmla="*/ 518815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17992 w 883584"/>
                    <a:gd name="connsiteY26" fmla="*/ 998240 h 2730677"/>
                    <a:gd name="connsiteX0" fmla="*/ 508467 w 883584"/>
                    <a:gd name="connsiteY0" fmla="*/ 10363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792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15430 w 890547"/>
                    <a:gd name="connsiteY0" fmla="*/ 1071265 h 2730677"/>
                    <a:gd name="connsiteX1" fmla="*/ 436055 w 890547"/>
                    <a:gd name="connsiteY1" fmla="*/ 1293515 h 2730677"/>
                    <a:gd name="connsiteX2" fmla="*/ 455105 w 890547"/>
                    <a:gd name="connsiteY2" fmla="*/ 1591965 h 2730677"/>
                    <a:gd name="connsiteX3" fmla="*/ 397955 w 890547"/>
                    <a:gd name="connsiteY3" fmla="*/ 1950740 h 2730677"/>
                    <a:gd name="connsiteX4" fmla="*/ 153480 w 890547"/>
                    <a:gd name="connsiteY4" fmla="*/ 2220615 h 2730677"/>
                    <a:gd name="connsiteX5" fmla="*/ 7430 w 890547"/>
                    <a:gd name="connsiteY5" fmla="*/ 2569865 h 2730677"/>
                    <a:gd name="connsiteX6" fmla="*/ 105855 w 890547"/>
                    <a:gd name="connsiteY6" fmla="*/ 2665115 h 2730677"/>
                    <a:gd name="connsiteX7" fmla="*/ 372555 w 890547"/>
                    <a:gd name="connsiteY7" fmla="*/ 2722264 h 2730677"/>
                    <a:gd name="connsiteX8" fmla="*/ 194755 w 890547"/>
                    <a:gd name="connsiteY8" fmla="*/ 2525415 h 2730677"/>
                    <a:gd name="connsiteX9" fmla="*/ 617030 w 890547"/>
                    <a:gd name="connsiteY9" fmla="*/ 2080915 h 2730677"/>
                    <a:gd name="connsiteX10" fmla="*/ 801180 w 890547"/>
                    <a:gd name="connsiteY10" fmla="*/ 1550690 h 2730677"/>
                    <a:gd name="connsiteX11" fmla="*/ 883730 w 890547"/>
                    <a:gd name="connsiteY11" fmla="*/ 1252240 h 2730677"/>
                    <a:gd name="connsiteX12" fmla="*/ 867855 w 890547"/>
                    <a:gd name="connsiteY12" fmla="*/ 1169690 h 2730677"/>
                    <a:gd name="connsiteX13" fmla="*/ 731330 w 890547"/>
                    <a:gd name="connsiteY13" fmla="*/ 1055390 h 2730677"/>
                    <a:gd name="connsiteX14" fmla="*/ 651955 w 890547"/>
                    <a:gd name="connsiteY14" fmla="*/ 839490 h 2730677"/>
                    <a:gd name="connsiteX15" fmla="*/ 864682 w 890547"/>
                    <a:gd name="connsiteY15" fmla="*/ 902993 h 2730677"/>
                    <a:gd name="connsiteX16" fmla="*/ 766258 w 890547"/>
                    <a:gd name="connsiteY16" fmla="*/ 423568 h 2730677"/>
                    <a:gd name="connsiteX17" fmla="*/ 855158 w 890547"/>
                    <a:gd name="connsiteY17" fmla="*/ 356893 h 2730677"/>
                    <a:gd name="connsiteX18" fmla="*/ 890082 w 890547"/>
                    <a:gd name="connsiteY18" fmla="*/ 239418 h 2730677"/>
                    <a:gd name="connsiteX19" fmla="*/ 845633 w 890547"/>
                    <a:gd name="connsiteY19" fmla="*/ 64793 h 2730677"/>
                    <a:gd name="connsiteX20" fmla="*/ 721805 w 890547"/>
                    <a:gd name="connsiteY20" fmla="*/ 1290 h 2730677"/>
                    <a:gd name="connsiteX21" fmla="*/ 528132 w 890547"/>
                    <a:gd name="connsiteY21" fmla="*/ 125117 h 2730677"/>
                    <a:gd name="connsiteX22" fmla="*/ 620207 w 890547"/>
                    <a:gd name="connsiteY22" fmla="*/ 382292 h 2730677"/>
                    <a:gd name="connsiteX23" fmla="*/ 537655 w 890547"/>
                    <a:gd name="connsiteY23" fmla="*/ 541040 h 2730677"/>
                    <a:gd name="connsiteX24" fmla="*/ 474155 w 890547"/>
                    <a:gd name="connsiteY24" fmla="*/ 696615 h 2730677"/>
                    <a:gd name="connsiteX25" fmla="*/ 483682 w 890547"/>
                    <a:gd name="connsiteY25" fmla="*/ 677568 h 2730677"/>
                    <a:gd name="connsiteX26" fmla="*/ 515430 w 890547"/>
                    <a:gd name="connsiteY26" fmla="*/ 1071265 h 2730677"/>
                    <a:gd name="connsiteX0" fmla="*/ 509256 w 884373"/>
                    <a:gd name="connsiteY0" fmla="*/ 1071265 h 2730677"/>
                    <a:gd name="connsiteX1" fmla="*/ 429881 w 884373"/>
                    <a:gd name="connsiteY1" fmla="*/ 1293515 h 2730677"/>
                    <a:gd name="connsiteX2" fmla="*/ 448931 w 884373"/>
                    <a:gd name="connsiteY2" fmla="*/ 1591965 h 2730677"/>
                    <a:gd name="connsiteX3" fmla="*/ 391781 w 884373"/>
                    <a:gd name="connsiteY3" fmla="*/ 1950740 h 2730677"/>
                    <a:gd name="connsiteX4" fmla="*/ 147306 w 884373"/>
                    <a:gd name="connsiteY4" fmla="*/ 2220615 h 2730677"/>
                    <a:gd name="connsiteX5" fmla="*/ 1256 w 884373"/>
                    <a:gd name="connsiteY5" fmla="*/ 2569865 h 2730677"/>
                    <a:gd name="connsiteX6" fmla="*/ 99681 w 884373"/>
                    <a:gd name="connsiteY6" fmla="*/ 2665115 h 2730677"/>
                    <a:gd name="connsiteX7" fmla="*/ 366381 w 884373"/>
                    <a:gd name="connsiteY7" fmla="*/ 2722264 h 2730677"/>
                    <a:gd name="connsiteX8" fmla="*/ 188581 w 884373"/>
                    <a:gd name="connsiteY8" fmla="*/ 2525415 h 2730677"/>
                    <a:gd name="connsiteX9" fmla="*/ 610856 w 884373"/>
                    <a:gd name="connsiteY9" fmla="*/ 2080915 h 2730677"/>
                    <a:gd name="connsiteX10" fmla="*/ 795006 w 884373"/>
                    <a:gd name="connsiteY10" fmla="*/ 1550690 h 2730677"/>
                    <a:gd name="connsiteX11" fmla="*/ 877556 w 884373"/>
                    <a:gd name="connsiteY11" fmla="*/ 1252240 h 2730677"/>
                    <a:gd name="connsiteX12" fmla="*/ 861681 w 884373"/>
                    <a:gd name="connsiteY12" fmla="*/ 1169690 h 2730677"/>
                    <a:gd name="connsiteX13" fmla="*/ 725156 w 884373"/>
                    <a:gd name="connsiteY13" fmla="*/ 1055390 h 2730677"/>
                    <a:gd name="connsiteX14" fmla="*/ 645781 w 884373"/>
                    <a:gd name="connsiteY14" fmla="*/ 839490 h 2730677"/>
                    <a:gd name="connsiteX15" fmla="*/ 858508 w 884373"/>
                    <a:gd name="connsiteY15" fmla="*/ 902993 h 2730677"/>
                    <a:gd name="connsiteX16" fmla="*/ 760084 w 884373"/>
                    <a:gd name="connsiteY16" fmla="*/ 423568 h 2730677"/>
                    <a:gd name="connsiteX17" fmla="*/ 848984 w 884373"/>
                    <a:gd name="connsiteY17" fmla="*/ 356893 h 2730677"/>
                    <a:gd name="connsiteX18" fmla="*/ 883908 w 884373"/>
                    <a:gd name="connsiteY18" fmla="*/ 239418 h 2730677"/>
                    <a:gd name="connsiteX19" fmla="*/ 839459 w 884373"/>
                    <a:gd name="connsiteY19" fmla="*/ 64793 h 2730677"/>
                    <a:gd name="connsiteX20" fmla="*/ 715631 w 884373"/>
                    <a:gd name="connsiteY20" fmla="*/ 1290 h 2730677"/>
                    <a:gd name="connsiteX21" fmla="*/ 521958 w 884373"/>
                    <a:gd name="connsiteY21" fmla="*/ 125117 h 2730677"/>
                    <a:gd name="connsiteX22" fmla="*/ 614033 w 884373"/>
                    <a:gd name="connsiteY22" fmla="*/ 382292 h 2730677"/>
                    <a:gd name="connsiteX23" fmla="*/ 531481 w 884373"/>
                    <a:gd name="connsiteY23" fmla="*/ 541040 h 2730677"/>
                    <a:gd name="connsiteX24" fmla="*/ 467981 w 884373"/>
                    <a:gd name="connsiteY24" fmla="*/ 696615 h 2730677"/>
                    <a:gd name="connsiteX25" fmla="*/ 477508 w 884373"/>
                    <a:gd name="connsiteY25" fmla="*/ 677568 h 2730677"/>
                    <a:gd name="connsiteX26" fmla="*/ 509256 w 884373"/>
                    <a:gd name="connsiteY26" fmla="*/ 1071265 h 2730677"/>
                    <a:gd name="connsiteX0" fmla="*/ 515259 w 890376"/>
                    <a:gd name="connsiteY0" fmla="*/ 1071265 h 2730677"/>
                    <a:gd name="connsiteX1" fmla="*/ 435884 w 890376"/>
                    <a:gd name="connsiteY1" fmla="*/ 1293515 h 2730677"/>
                    <a:gd name="connsiteX2" fmla="*/ 454934 w 890376"/>
                    <a:gd name="connsiteY2" fmla="*/ 1591965 h 2730677"/>
                    <a:gd name="connsiteX3" fmla="*/ 397784 w 890376"/>
                    <a:gd name="connsiteY3" fmla="*/ 1950740 h 2730677"/>
                    <a:gd name="connsiteX4" fmla="*/ 153309 w 890376"/>
                    <a:gd name="connsiteY4" fmla="*/ 2220615 h 2730677"/>
                    <a:gd name="connsiteX5" fmla="*/ 7259 w 890376"/>
                    <a:gd name="connsiteY5" fmla="*/ 2569865 h 2730677"/>
                    <a:gd name="connsiteX6" fmla="*/ 105684 w 890376"/>
                    <a:gd name="connsiteY6" fmla="*/ 2665115 h 2730677"/>
                    <a:gd name="connsiteX7" fmla="*/ 372384 w 890376"/>
                    <a:gd name="connsiteY7" fmla="*/ 2722264 h 2730677"/>
                    <a:gd name="connsiteX8" fmla="*/ 194584 w 890376"/>
                    <a:gd name="connsiteY8" fmla="*/ 2525415 h 2730677"/>
                    <a:gd name="connsiteX9" fmla="*/ 616859 w 890376"/>
                    <a:gd name="connsiteY9" fmla="*/ 2080915 h 2730677"/>
                    <a:gd name="connsiteX10" fmla="*/ 801009 w 890376"/>
                    <a:gd name="connsiteY10" fmla="*/ 1550690 h 2730677"/>
                    <a:gd name="connsiteX11" fmla="*/ 883559 w 890376"/>
                    <a:gd name="connsiteY11" fmla="*/ 1252240 h 2730677"/>
                    <a:gd name="connsiteX12" fmla="*/ 867684 w 890376"/>
                    <a:gd name="connsiteY12" fmla="*/ 1169690 h 2730677"/>
                    <a:gd name="connsiteX13" fmla="*/ 731159 w 890376"/>
                    <a:gd name="connsiteY13" fmla="*/ 1055390 h 2730677"/>
                    <a:gd name="connsiteX14" fmla="*/ 651784 w 890376"/>
                    <a:gd name="connsiteY14" fmla="*/ 839490 h 2730677"/>
                    <a:gd name="connsiteX15" fmla="*/ 864511 w 890376"/>
                    <a:gd name="connsiteY15" fmla="*/ 902993 h 2730677"/>
                    <a:gd name="connsiteX16" fmla="*/ 766087 w 890376"/>
                    <a:gd name="connsiteY16" fmla="*/ 423568 h 2730677"/>
                    <a:gd name="connsiteX17" fmla="*/ 854987 w 890376"/>
                    <a:gd name="connsiteY17" fmla="*/ 356893 h 2730677"/>
                    <a:gd name="connsiteX18" fmla="*/ 889911 w 890376"/>
                    <a:gd name="connsiteY18" fmla="*/ 239418 h 2730677"/>
                    <a:gd name="connsiteX19" fmla="*/ 845462 w 890376"/>
                    <a:gd name="connsiteY19" fmla="*/ 64793 h 2730677"/>
                    <a:gd name="connsiteX20" fmla="*/ 721634 w 890376"/>
                    <a:gd name="connsiteY20" fmla="*/ 1290 h 2730677"/>
                    <a:gd name="connsiteX21" fmla="*/ 527961 w 890376"/>
                    <a:gd name="connsiteY21" fmla="*/ 125117 h 2730677"/>
                    <a:gd name="connsiteX22" fmla="*/ 620036 w 890376"/>
                    <a:gd name="connsiteY22" fmla="*/ 382292 h 2730677"/>
                    <a:gd name="connsiteX23" fmla="*/ 537484 w 890376"/>
                    <a:gd name="connsiteY23" fmla="*/ 541040 h 2730677"/>
                    <a:gd name="connsiteX24" fmla="*/ 473984 w 890376"/>
                    <a:gd name="connsiteY24" fmla="*/ 696615 h 2730677"/>
                    <a:gd name="connsiteX25" fmla="*/ 483511 w 890376"/>
                    <a:gd name="connsiteY25" fmla="*/ 677568 h 2730677"/>
                    <a:gd name="connsiteX26" fmla="*/ 515259 w 890376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285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900803"/>
                    <a:gd name="connsiteY0" fmla="*/ 1071265 h 2730417"/>
                    <a:gd name="connsiteX1" fmla="*/ 429817 w 900803"/>
                    <a:gd name="connsiteY1" fmla="*/ 1293515 h 2730417"/>
                    <a:gd name="connsiteX2" fmla="*/ 448867 w 900803"/>
                    <a:gd name="connsiteY2" fmla="*/ 1591965 h 2730417"/>
                    <a:gd name="connsiteX3" fmla="*/ 391717 w 900803"/>
                    <a:gd name="connsiteY3" fmla="*/ 1950740 h 2730417"/>
                    <a:gd name="connsiteX4" fmla="*/ 147242 w 900803"/>
                    <a:gd name="connsiteY4" fmla="*/ 2220615 h 2730417"/>
                    <a:gd name="connsiteX5" fmla="*/ 1192 w 900803"/>
                    <a:gd name="connsiteY5" fmla="*/ 2569865 h 2730417"/>
                    <a:gd name="connsiteX6" fmla="*/ 77392 w 900803"/>
                    <a:gd name="connsiteY6" fmla="*/ 2652415 h 2730417"/>
                    <a:gd name="connsiteX7" fmla="*/ 366317 w 900803"/>
                    <a:gd name="connsiteY7" fmla="*/ 2712739 h 2730417"/>
                    <a:gd name="connsiteX8" fmla="*/ 188517 w 900803"/>
                    <a:gd name="connsiteY8" fmla="*/ 2525415 h 2730417"/>
                    <a:gd name="connsiteX9" fmla="*/ 347270 w 900803"/>
                    <a:gd name="connsiteY9" fmla="*/ 2303169 h 2730417"/>
                    <a:gd name="connsiteX10" fmla="*/ 588567 w 900803"/>
                    <a:gd name="connsiteY10" fmla="*/ 2061865 h 2730417"/>
                    <a:gd name="connsiteX11" fmla="*/ 794942 w 900803"/>
                    <a:gd name="connsiteY11" fmla="*/ 1550690 h 2730417"/>
                    <a:gd name="connsiteX12" fmla="*/ 877492 w 900803"/>
                    <a:gd name="connsiteY12" fmla="*/ 1252240 h 2730417"/>
                    <a:gd name="connsiteX13" fmla="*/ 861617 w 900803"/>
                    <a:gd name="connsiteY13" fmla="*/ 1169690 h 2730417"/>
                    <a:gd name="connsiteX14" fmla="*/ 826692 w 900803"/>
                    <a:gd name="connsiteY14" fmla="*/ 1052215 h 2730417"/>
                    <a:gd name="connsiteX15" fmla="*/ 899719 w 900803"/>
                    <a:gd name="connsiteY15" fmla="*/ 782343 h 2730417"/>
                    <a:gd name="connsiteX16" fmla="*/ 760020 w 900803"/>
                    <a:gd name="connsiteY16" fmla="*/ 423568 h 2730417"/>
                    <a:gd name="connsiteX17" fmla="*/ 848920 w 900803"/>
                    <a:gd name="connsiteY17" fmla="*/ 356893 h 2730417"/>
                    <a:gd name="connsiteX18" fmla="*/ 883844 w 900803"/>
                    <a:gd name="connsiteY18" fmla="*/ 239418 h 2730417"/>
                    <a:gd name="connsiteX19" fmla="*/ 839395 w 900803"/>
                    <a:gd name="connsiteY19" fmla="*/ 64793 h 2730417"/>
                    <a:gd name="connsiteX20" fmla="*/ 715567 w 900803"/>
                    <a:gd name="connsiteY20" fmla="*/ 1290 h 2730417"/>
                    <a:gd name="connsiteX21" fmla="*/ 521894 w 900803"/>
                    <a:gd name="connsiteY21" fmla="*/ 125117 h 2730417"/>
                    <a:gd name="connsiteX22" fmla="*/ 613969 w 900803"/>
                    <a:gd name="connsiteY22" fmla="*/ 382292 h 2730417"/>
                    <a:gd name="connsiteX23" fmla="*/ 531417 w 900803"/>
                    <a:gd name="connsiteY23" fmla="*/ 541040 h 2730417"/>
                    <a:gd name="connsiteX24" fmla="*/ 467917 w 900803"/>
                    <a:gd name="connsiteY24" fmla="*/ 696615 h 2730417"/>
                    <a:gd name="connsiteX25" fmla="*/ 477444 w 900803"/>
                    <a:gd name="connsiteY25" fmla="*/ 677568 h 2730417"/>
                    <a:gd name="connsiteX26" fmla="*/ 509192 w 900803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0018 h 2729170"/>
                    <a:gd name="connsiteX1" fmla="*/ 444105 w 899719"/>
                    <a:gd name="connsiteY1" fmla="*/ 1292268 h 2729170"/>
                    <a:gd name="connsiteX2" fmla="*/ 440929 w 899719"/>
                    <a:gd name="connsiteY2" fmla="*/ 1590718 h 2729170"/>
                    <a:gd name="connsiteX3" fmla="*/ 391717 w 899719"/>
                    <a:gd name="connsiteY3" fmla="*/ 1949493 h 2729170"/>
                    <a:gd name="connsiteX4" fmla="*/ 147242 w 899719"/>
                    <a:gd name="connsiteY4" fmla="*/ 2219368 h 2729170"/>
                    <a:gd name="connsiteX5" fmla="*/ 1192 w 899719"/>
                    <a:gd name="connsiteY5" fmla="*/ 2568618 h 2729170"/>
                    <a:gd name="connsiteX6" fmla="*/ 77392 w 899719"/>
                    <a:gd name="connsiteY6" fmla="*/ 2651168 h 2729170"/>
                    <a:gd name="connsiteX7" fmla="*/ 366317 w 899719"/>
                    <a:gd name="connsiteY7" fmla="*/ 2711492 h 2729170"/>
                    <a:gd name="connsiteX8" fmla="*/ 188517 w 899719"/>
                    <a:gd name="connsiteY8" fmla="*/ 2524168 h 2729170"/>
                    <a:gd name="connsiteX9" fmla="*/ 347270 w 899719"/>
                    <a:gd name="connsiteY9" fmla="*/ 2301922 h 2729170"/>
                    <a:gd name="connsiteX10" fmla="*/ 588567 w 899719"/>
                    <a:gd name="connsiteY10" fmla="*/ 2060618 h 2729170"/>
                    <a:gd name="connsiteX11" fmla="*/ 794942 w 899719"/>
                    <a:gd name="connsiteY11" fmla="*/ 1549443 h 2729170"/>
                    <a:gd name="connsiteX12" fmla="*/ 877492 w 899719"/>
                    <a:gd name="connsiteY12" fmla="*/ 1250993 h 2729170"/>
                    <a:gd name="connsiteX13" fmla="*/ 861617 w 899719"/>
                    <a:gd name="connsiteY13" fmla="*/ 1168443 h 2729170"/>
                    <a:gd name="connsiteX14" fmla="*/ 826692 w 899719"/>
                    <a:gd name="connsiteY14" fmla="*/ 1050968 h 2729170"/>
                    <a:gd name="connsiteX15" fmla="*/ 899719 w 899719"/>
                    <a:gd name="connsiteY15" fmla="*/ 781096 h 2729170"/>
                    <a:gd name="connsiteX16" fmla="*/ 760020 w 899719"/>
                    <a:gd name="connsiteY16" fmla="*/ 422321 h 2729170"/>
                    <a:gd name="connsiteX17" fmla="*/ 848920 w 899719"/>
                    <a:gd name="connsiteY17" fmla="*/ 355646 h 2729170"/>
                    <a:gd name="connsiteX18" fmla="*/ 883844 w 899719"/>
                    <a:gd name="connsiteY18" fmla="*/ 238171 h 2729170"/>
                    <a:gd name="connsiteX19" fmla="*/ 839395 w 899719"/>
                    <a:gd name="connsiteY19" fmla="*/ 63546 h 2729170"/>
                    <a:gd name="connsiteX20" fmla="*/ 715567 w 899719"/>
                    <a:gd name="connsiteY20" fmla="*/ 43 h 2729170"/>
                    <a:gd name="connsiteX21" fmla="*/ 525069 w 899719"/>
                    <a:gd name="connsiteY21" fmla="*/ 73070 h 2729170"/>
                    <a:gd name="connsiteX22" fmla="*/ 613969 w 899719"/>
                    <a:gd name="connsiteY22" fmla="*/ 381045 h 2729170"/>
                    <a:gd name="connsiteX23" fmla="*/ 531417 w 899719"/>
                    <a:gd name="connsiteY23" fmla="*/ 539793 h 2729170"/>
                    <a:gd name="connsiteX24" fmla="*/ 467917 w 899719"/>
                    <a:gd name="connsiteY24" fmla="*/ 695368 h 2729170"/>
                    <a:gd name="connsiteX25" fmla="*/ 509192 w 899719"/>
                    <a:gd name="connsiteY25" fmla="*/ 1070018 h 2729170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88051 h 2747203"/>
                    <a:gd name="connsiteX1" fmla="*/ 444105 w 899719"/>
                    <a:gd name="connsiteY1" fmla="*/ 1310301 h 2747203"/>
                    <a:gd name="connsiteX2" fmla="*/ 440929 w 899719"/>
                    <a:gd name="connsiteY2" fmla="*/ 1608751 h 2747203"/>
                    <a:gd name="connsiteX3" fmla="*/ 391717 w 899719"/>
                    <a:gd name="connsiteY3" fmla="*/ 1967526 h 2747203"/>
                    <a:gd name="connsiteX4" fmla="*/ 147242 w 899719"/>
                    <a:gd name="connsiteY4" fmla="*/ 2237401 h 2747203"/>
                    <a:gd name="connsiteX5" fmla="*/ 1192 w 899719"/>
                    <a:gd name="connsiteY5" fmla="*/ 2586651 h 2747203"/>
                    <a:gd name="connsiteX6" fmla="*/ 77392 w 899719"/>
                    <a:gd name="connsiteY6" fmla="*/ 2669201 h 2747203"/>
                    <a:gd name="connsiteX7" fmla="*/ 366317 w 899719"/>
                    <a:gd name="connsiteY7" fmla="*/ 2729525 h 2747203"/>
                    <a:gd name="connsiteX8" fmla="*/ 188517 w 899719"/>
                    <a:gd name="connsiteY8" fmla="*/ 2542201 h 2747203"/>
                    <a:gd name="connsiteX9" fmla="*/ 347270 w 899719"/>
                    <a:gd name="connsiteY9" fmla="*/ 2319955 h 2747203"/>
                    <a:gd name="connsiteX10" fmla="*/ 588567 w 899719"/>
                    <a:gd name="connsiteY10" fmla="*/ 2078651 h 2747203"/>
                    <a:gd name="connsiteX11" fmla="*/ 794942 w 899719"/>
                    <a:gd name="connsiteY11" fmla="*/ 1567476 h 2747203"/>
                    <a:gd name="connsiteX12" fmla="*/ 877492 w 899719"/>
                    <a:gd name="connsiteY12" fmla="*/ 1269026 h 2747203"/>
                    <a:gd name="connsiteX13" fmla="*/ 861617 w 899719"/>
                    <a:gd name="connsiteY13" fmla="*/ 1186476 h 2747203"/>
                    <a:gd name="connsiteX14" fmla="*/ 826692 w 899719"/>
                    <a:gd name="connsiteY14" fmla="*/ 1069001 h 2747203"/>
                    <a:gd name="connsiteX15" fmla="*/ 899719 w 899719"/>
                    <a:gd name="connsiteY15" fmla="*/ 799129 h 2747203"/>
                    <a:gd name="connsiteX16" fmla="*/ 760020 w 899719"/>
                    <a:gd name="connsiteY16" fmla="*/ 440354 h 2747203"/>
                    <a:gd name="connsiteX17" fmla="*/ 848920 w 899719"/>
                    <a:gd name="connsiteY17" fmla="*/ 373679 h 2747203"/>
                    <a:gd name="connsiteX18" fmla="*/ 883844 w 899719"/>
                    <a:gd name="connsiteY18" fmla="*/ 256204 h 2747203"/>
                    <a:gd name="connsiteX19" fmla="*/ 839395 w 899719"/>
                    <a:gd name="connsiteY19" fmla="*/ 81579 h 2747203"/>
                    <a:gd name="connsiteX20" fmla="*/ 663179 w 899719"/>
                    <a:gd name="connsiteY20" fmla="*/ 613 h 2747203"/>
                    <a:gd name="connsiteX21" fmla="*/ 523481 w 899719"/>
                    <a:gd name="connsiteY21" fmla="*/ 127616 h 2747203"/>
                    <a:gd name="connsiteX22" fmla="*/ 613969 w 899719"/>
                    <a:gd name="connsiteY22" fmla="*/ 399078 h 2747203"/>
                    <a:gd name="connsiteX23" fmla="*/ 531417 w 899719"/>
                    <a:gd name="connsiteY23" fmla="*/ 557826 h 2747203"/>
                    <a:gd name="connsiteX24" fmla="*/ 467917 w 899719"/>
                    <a:gd name="connsiteY24" fmla="*/ 713401 h 2747203"/>
                    <a:gd name="connsiteX25" fmla="*/ 509192 w 899719"/>
                    <a:gd name="connsiteY25" fmla="*/ 1088051 h 2747203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61617 w 899719"/>
                    <a:gd name="connsiteY13" fmla="*/ 1187029 h 2747756"/>
                    <a:gd name="connsiteX14" fmla="*/ 826692 w 899719"/>
                    <a:gd name="connsiteY14" fmla="*/ 1069554 h 2747756"/>
                    <a:gd name="connsiteX15" fmla="*/ 899719 w 899719"/>
                    <a:gd name="connsiteY15" fmla="*/ 799682 h 2747756"/>
                    <a:gd name="connsiteX16" fmla="*/ 760020 w 899719"/>
                    <a:gd name="connsiteY16" fmla="*/ 440907 h 2747756"/>
                    <a:gd name="connsiteX17" fmla="*/ 848920 w 899719"/>
                    <a:gd name="connsiteY17" fmla="*/ 374232 h 2747756"/>
                    <a:gd name="connsiteX18" fmla="*/ 883844 w 899719"/>
                    <a:gd name="connsiteY18" fmla="*/ 256757 h 2747756"/>
                    <a:gd name="connsiteX19" fmla="*/ 839395 w 899719"/>
                    <a:gd name="connsiteY19" fmla="*/ 82132 h 2747756"/>
                    <a:gd name="connsiteX20" fmla="*/ 663179 w 899719"/>
                    <a:gd name="connsiteY20" fmla="*/ 1166 h 2747756"/>
                    <a:gd name="connsiteX21" fmla="*/ 518719 w 899719"/>
                    <a:gd name="connsiteY21" fmla="*/ 167857 h 2747756"/>
                    <a:gd name="connsiteX22" fmla="*/ 613969 w 899719"/>
                    <a:gd name="connsiteY22" fmla="*/ 399631 h 2747756"/>
                    <a:gd name="connsiteX23" fmla="*/ 531417 w 899719"/>
                    <a:gd name="connsiteY23" fmla="*/ 558379 h 2747756"/>
                    <a:gd name="connsiteX24" fmla="*/ 467917 w 899719"/>
                    <a:gd name="connsiteY24" fmla="*/ 713954 h 2747756"/>
                    <a:gd name="connsiteX25" fmla="*/ 509192 w 899719"/>
                    <a:gd name="connsiteY25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8284 w 898811"/>
                    <a:gd name="connsiteY0" fmla="*/ 1088604 h 2747756"/>
                    <a:gd name="connsiteX1" fmla="*/ 443197 w 898811"/>
                    <a:gd name="connsiteY1" fmla="*/ 1310854 h 2747756"/>
                    <a:gd name="connsiteX2" fmla="*/ 440021 w 898811"/>
                    <a:gd name="connsiteY2" fmla="*/ 1609304 h 2747756"/>
                    <a:gd name="connsiteX3" fmla="*/ 390809 w 898811"/>
                    <a:gd name="connsiteY3" fmla="*/ 1968079 h 2747756"/>
                    <a:gd name="connsiteX4" fmla="*/ 146334 w 898811"/>
                    <a:gd name="connsiteY4" fmla="*/ 2237954 h 2747756"/>
                    <a:gd name="connsiteX5" fmla="*/ 54262 w 898811"/>
                    <a:gd name="connsiteY5" fmla="*/ 2444332 h 2747756"/>
                    <a:gd name="connsiteX6" fmla="*/ 284 w 898811"/>
                    <a:gd name="connsiteY6" fmla="*/ 2587204 h 2747756"/>
                    <a:gd name="connsiteX7" fmla="*/ 76484 w 898811"/>
                    <a:gd name="connsiteY7" fmla="*/ 2669754 h 2747756"/>
                    <a:gd name="connsiteX8" fmla="*/ 365409 w 898811"/>
                    <a:gd name="connsiteY8" fmla="*/ 2730078 h 2747756"/>
                    <a:gd name="connsiteX9" fmla="*/ 187609 w 898811"/>
                    <a:gd name="connsiteY9" fmla="*/ 2542754 h 2747756"/>
                    <a:gd name="connsiteX10" fmla="*/ 346362 w 898811"/>
                    <a:gd name="connsiteY10" fmla="*/ 2320508 h 2747756"/>
                    <a:gd name="connsiteX11" fmla="*/ 587659 w 898811"/>
                    <a:gd name="connsiteY11" fmla="*/ 2079204 h 2747756"/>
                    <a:gd name="connsiteX12" fmla="*/ 794034 w 898811"/>
                    <a:gd name="connsiteY12" fmla="*/ 1568029 h 2747756"/>
                    <a:gd name="connsiteX13" fmla="*/ 876584 w 898811"/>
                    <a:gd name="connsiteY13" fmla="*/ 1269579 h 2747756"/>
                    <a:gd name="connsiteX14" fmla="*/ 825784 w 898811"/>
                    <a:gd name="connsiteY14" fmla="*/ 1069554 h 2747756"/>
                    <a:gd name="connsiteX15" fmla="*/ 898811 w 898811"/>
                    <a:gd name="connsiteY15" fmla="*/ 799682 h 2747756"/>
                    <a:gd name="connsiteX16" fmla="*/ 759112 w 898811"/>
                    <a:gd name="connsiteY16" fmla="*/ 440907 h 2747756"/>
                    <a:gd name="connsiteX17" fmla="*/ 848012 w 898811"/>
                    <a:gd name="connsiteY17" fmla="*/ 374232 h 2747756"/>
                    <a:gd name="connsiteX18" fmla="*/ 882936 w 898811"/>
                    <a:gd name="connsiteY18" fmla="*/ 256757 h 2747756"/>
                    <a:gd name="connsiteX19" fmla="*/ 838487 w 898811"/>
                    <a:gd name="connsiteY19" fmla="*/ 82132 h 2747756"/>
                    <a:gd name="connsiteX20" fmla="*/ 662271 w 898811"/>
                    <a:gd name="connsiteY20" fmla="*/ 1166 h 2747756"/>
                    <a:gd name="connsiteX21" fmla="*/ 517811 w 898811"/>
                    <a:gd name="connsiteY21" fmla="*/ 167857 h 2747756"/>
                    <a:gd name="connsiteX22" fmla="*/ 613061 w 898811"/>
                    <a:gd name="connsiteY22" fmla="*/ 399631 h 2747756"/>
                    <a:gd name="connsiteX23" fmla="*/ 530509 w 898811"/>
                    <a:gd name="connsiteY23" fmla="*/ 558379 h 2747756"/>
                    <a:gd name="connsiteX24" fmla="*/ 486059 w 898811"/>
                    <a:gd name="connsiteY24" fmla="*/ 672678 h 2747756"/>
                    <a:gd name="connsiteX25" fmla="*/ 508284 w 898811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46078 w 898555"/>
                    <a:gd name="connsiteY4" fmla="*/ 2237954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326 w 898853"/>
                    <a:gd name="connsiteY0" fmla="*/ 1088604 h 2751668"/>
                    <a:gd name="connsiteX1" fmla="*/ 443239 w 898853"/>
                    <a:gd name="connsiteY1" fmla="*/ 1310854 h 2751668"/>
                    <a:gd name="connsiteX2" fmla="*/ 440063 w 898853"/>
                    <a:gd name="connsiteY2" fmla="*/ 1609304 h 2751668"/>
                    <a:gd name="connsiteX3" fmla="*/ 390851 w 898853"/>
                    <a:gd name="connsiteY3" fmla="*/ 1968079 h 2751668"/>
                    <a:gd name="connsiteX4" fmla="*/ 151138 w 898853"/>
                    <a:gd name="connsiteY4" fmla="*/ 2226841 h 2751668"/>
                    <a:gd name="connsiteX5" fmla="*/ 86054 w 898853"/>
                    <a:gd name="connsiteY5" fmla="*/ 2466557 h 2751668"/>
                    <a:gd name="connsiteX6" fmla="*/ 326 w 898853"/>
                    <a:gd name="connsiteY6" fmla="*/ 2587204 h 2751668"/>
                    <a:gd name="connsiteX7" fmla="*/ 119388 w 898853"/>
                    <a:gd name="connsiteY7" fmla="*/ 2685629 h 2751668"/>
                    <a:gd name="connsiteX8" fmla="*/ 365451 w 898853"/>
                    <a:gd name="connsiteY8" fmla="*/ 2730078 h 2751668"/>
                    <a:gd name="connsiteX9" fmla="*/ 187651 w 898853"/>
                    <a:gd name="connsiteY9" fmla="*/ 2542754 h 2751668"/>
                    <a:gd name="connsiteX10" fmla="*/ 346404 w 898853"/>
                    <a:gd name="connsiteY10" fmla="*/ 2320508 h 2751668"/>
                    <a:gd name="connsiteX11" fmla="*/ 587701 w 898853"/>
                    <a:gd name="connsiteY11" fmla="*/ 2079204 h 2751668"/>
                    <a:gd name="connsiteX12" fmla="*/ 794076 w 898853"/>
                    <a:gd name="connsiteY12" fmla="*/ 1568029 h 2751668"/>
                    <a:gd name="connsiteX13" fmla="*/ 876626 w 898853"/>
                    <a:gd name="connsiteY13" fmla="*/ 1269579 h 2751668"/>
                    <a:gd name="connsiteX14" fmla="*/ 825826 w 898853"/>
                    <a:gd name="connsiteY14" fmla="*/ 1069554 h 2751668"/>
                    <a:gd name="connsiteX15" fmla="*/ 898853 w 898853"/>
                    <a:gd name="connsiteY15" fmla="*/ 799682 h 2751668"/>
                    <a:gd name="connsiteX16" fmla="*/ 759154 w 898853"/>
                    <a:gd name="connsiteY16" fmla="*/ 440907 h 2751668"/>
                    <a:gd name="connsiteX17" fmla="*/ 848054 w 898853"/>
                    <a:gd name="connsiteY17" fmla="*/ 374232 h 2751668"/>
                    <a:gd name="connsiteX18" fmla="*/ 882978 w 898853"/>
                    <a:gd name="connsiteY18" fmla="*/ 256757 h 2751668"/>
                    <a:gd name="connsiteX19" fmla="*/ 838529 w 898853"/>
                    <a:gd name="connsiteY19" fmla="*/ 82132 h 2751668"/>
                    <a:gd name="connsiteX20" fmla="*/ 662313 w 898853"/>
                    <a:gd name="connsiteY20" fmla="*/ 1166 h 2751668"/>
                    <a:gd name="connsiteX21" fmla="*/ 517853 w 898853"/>
                    <a:gd name="connsiteY21" fmla="*/ 167857 h 2751668"/>
                    <a:gd name="connsiteX22" fmla="*/ 613103 w 898853"/>
                    <a:gd name="connsiteY22" fmla="*/ 399631 h 2751668"/>
                    <a:gd name="connsiteX23" fmla="*/ 530551 w 898853"/>
                    <a:gd name="connsiteY23" fmla="*/ 558379 h 2751668"/>
                    <a:gd name="connsiteX24" fmla="*/ 486101 w 898853"/>
                    <a:gd name="connsiteY24" fmla="*/ 672678 h 2751668"/>
                    <a:gd name="connsiteX25" fmla="*/ 508326 w 898853"/>
                    <a:gd name="connsiteY25" fmla="*/ 1088604 h 2751668"/>
                    <a:gd name="connsiteX0" fmla="*/ 508326 w 898853"/>
                    <a:gd name="connsiteY0" fmla="*/ 1088604 h 2746721"/>
                    <a:gd name="connsiteX1" fmla="*/ 443239 w 898853"/>
                    <a:gd name="connsiteY1" fmla="*/ 1310854 h 2746721"/>
                    <a:gd name="connsiteX2" fmla="*/ 440063 w 898853"/>
                    <a:gd name="connsiteY2" fmla="*/ 1609304 h 2746721"/>
                    <a:gd name="connsiteX3" fmla="*/ 390851 w 898853"/>
                    <a:gd name="connsiteY3" fmla="*/ 1968079 h 2746721"/>
                    <a:gd name="connsiteX4" fmla="*/ 151138 w 898853"/>
                    <a:gd name="connsiteY4" fmla="*/ 2226841 h 2746721"/>
                    <a:gd name="connsiteX5" fmla="*/ 86054 w 898853"/>
                    <a:gd name="connsiteY5" fmla="*/ 2466557 h 2746721"/>
                    <a:gd name="connsiteX6" fmla="*/ 326 w 898853"/>
                    <a:gd name="connsiteY6" fmla="*/ 2587204 h 2746721"/>
                    <a:gd name="connsiteX7" fmla="*/ 119388 w 898853"/>
                    <a:gd name="connsiteY7" fmla="*/ 2685629 h 2746721"/>
                    <a:gd name="connsiteX8" fmla="*/ 365451 w 898853"/>
                    <a:gd name="connsiteY8" fmla="*/ 2730078 h 2746721"/>
                    <a:gd name="connsiteX9" fmla="*/ 187651 w 898853"/>
                    <a:gd name="connsiteY9" fmla="*/ 2542754 h 2746721"/>
                    <a:gd name="connsiteX10" fmla="*/ 346404 w 898853"/>
                    <a:gd name="connsiteY10" fmla="*/ 2320508 h 2746721"/>
                    <a:gd name="connsiteX11" fmla="*/ 587701 w 898853"/>
                    <a:gd name="connsiteY11" fmla="*/ 2079204 h 2746721"/>
                    <a:gd name="connsiteX12" fmla="*/ 794076 w 898853"/>
                    <a:gd name="connsiteY12" fmla="*/ 1568029 h 2746721"/>
                    <a:gd name="connsiteX13" fmla="*/ 876626 w 898853"/>
                    <a:gd name="connsiteY13" fmla="*/ 1269579 h 2746721"/>
                    <a:gd name="connsiteX14" fmla="*/ 825826 w 898853"/>
                    <a:gd name="connsiteY14" fmla="*/ 1069554 h 2746721"/>
                    <a:gd name="connsiteX15" fmla="*/ 898853 w 898853"/>
                    <a:gd name="connsiteY15" fmla="*/ 799682 h 2746721"/>
                    <a:gd name="connsiteX16" fmla="*/ 759154 w 898853"/>
                    <a:gd name="connsiteY16" fmla="*/ 440907 h 2746721"/>
                    <a:gd name="connsiteX17" fmla="*/ 848054 w 898853"/>
                    <a:gd name="connsiteY17" fmla="*/ 374232 h 2746721"/>
                    <a:gd name="connsiteX18" fmla="*/ 882978 w 898853"/>
                    <a:gd name="connsiteY18" fmla="*/ 256757 h 2746721"/>
                    <a:gd name="connsiteX19" fmla="*/ 838529 w 898853"/>
                    <a:gd name="connsiteY19" fmla="*/ 82132 h 2746721"/>
                    <a:gd name="connsiteX20" fmla="*/ 662313 w 898853"/>
                    <a:gd name="connsiteY20" fmla="*/ 1166 h 2746721"/>
                    <a:gd name="connsiteX21" fmla="*/ 517853 w 898853"/>
                    <a:gd name="connsiteY21" fmla="*/ 167857 h 2746721"/>
                    <a:gd name="connsiteX22" fmla="*/ 613103 w 898853"/>
                    <a:gd name="connsiteY22" fmla="*/ 399631 h 2746721"/>
                    <a:gd name="connsiteX23" fmla="*/ 530551 w 898853"/>
                    <a:gd name="connsiteY23" fmla="*/ 558379 h 2746721"/>
                    <a:gd name="connsiteX24" fmla="*/ 486101 w 898853"/>
                    <a:gd name="connsiteY24" fmla="*/ 672678 h 2746721"/>
                    <a:gd name="connsiteX25" fmla="*/ 508326 w 898853"/>
                    <a:gd name="connsiteY25" fmla="*/ 1088604 h 2746721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51138 w 898853"/>
                    <a:gd name="connsiteY4" fmla="*/ 2226841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486101 w 898853"/>
                    <a:gd name="connsiteY0" fmla="*/ 672678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0" fmla="*/ 486101 w 898853"/>
                    <a:gd name="connsiteY0" fmla="*/ 672678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25826 w 898853"/>
                    <a:gd name="connsiteY13" fmla="*/ 1069554 h 2752057"/>
                    <a:gd name="connsiteX14" fmla="*/ 898853 w 898853"/>
                    <a:gd name="connsiteY14" fmla="*/ 799682 h 2752057"/>
                    <a:gd name="connsiteX15" fmla="*/ 759154 w 898853"/>
                    <a:gd name="connsiteY15" fmla="*/ 440907 h 2752057"/>
                    <a:gd name="connsiteX16" fmla="*/ 848054 w 898853"/>
                    <a:gd name="connsiteY16" fmla="*/ 374232 h 2752057"/>
                    <a:gd name="connsiteX17" fmla="*/ 882978 w 898853"/>
                    <a:gd name="connsiteY17" fmla="*/ 256757 h 2752057"/>
                    <a:gd name="connsiteX18" fmla="*/ 838529 w 898853"/>
                    <a:gd name="connsiteY18" fmla="*/ 82132 h 2752057"/>
                    <a:gd name="connsiteX19" fmla="*/ 662313 w 898853"/>
                    <a:gd name="connsiteY19" fmla="*/ 1166 h 2752057"/>
                    <a:gd name="connsiteX20" fmla="*/ 517853 w 898853"/>
                    <a:gd name="connsiteY20" fmla="*/ 167857 h 2752057"/>
                    <a:gd name="connsiteX21" fmla="*/ 613103 w 898853"/>
                    <a:gd name="connsiteY21" fmla="*/ 399631 h 2752057"/>
                    <a:gd name="connsiteX22" fmla="*/ 530551 w 898853"/>
                    <a:gd name="connsiteY22" fmla="*/ 558379 h 2752057"/>
                    <a:gd name="connsiteX23" fmla="*/ 486101 w 898853"/>
                    <a:gd name="connsiteY23" fmla="*/ 672678 h 2752057"/>
                    <a:gd name="connsiteX0" fmla="*/ 486101 w 882978"/>
                    <a:gd name="connsiteY0" fmla="*/ 672678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25826 w 882978"/>
                    <a:gd name="connsiteY13" fmla="*/ 1069554 h 2752057"/>
                    <a:gd name="connsiteX14" fmla="*/ 759154 w 882978"/>
                    <a:gd name="connsiteY14" fmla="*/ 440907 h 2752057"/>
                    <a:gd name="connsiteX15" fmla="*/ 848054 w 882978"/>
                    <a:gd name="connsiteY15" fmla="*/ 374232 h 2752057"/>
                    <a:gd name="connsiteX16" fmla="*/ 882978 w 882978"/>
                    <a:gd name="connsiteY16" fmla="*/ 256757 h 2752057"/>
                    <a:gd name="connsiteX17" fmla="*/ 838529 w 882978"/>
                    <a:gd name="connsiteY17" fmla="*/ 82132 h 2752057"/>
                    <a:gd name="connsiteX18" fmla="*/ 662313 w 882978"/>
                    <a:gd name="connsiteY18" fmla="*/ 1166 h 2752057"/>
                    <a:gd name="connsiteX19" fmla="*/ 517853 w 882978"/>
                    <a:gd name="connsiteY19" fmla="*/ 167857 h 2752057"/>
                    <a:gd name="connsiteX20" fmla="*/ 613103 w 882978"/>
                    <a:gd name="connsiteY20" fmla="*/ 399631 h 2752057"/>
                    <a:gd name="connsiteX21" fmla="*/ 530551 w 882978"/>
                    <a:gd name="connsiteY21" fmla="*/ 558379 h 2752057"/>
                    <a:gd name="connsiteX22" fmla="*/ 486101 w 882978"/>
                    <a:gd name="connsiteY22" fmla="*/ 672678 h 2752057"/>
                    <a:gd name="connsiteX0" fmla="*/ 486101 w 885823"/>
                    <a:gd name="connsiteY0" fmla="*/ 672678 h 2752057"/>
                    <a:gd name="connsiteX1" fmla="*/ 443239 w 885823"/>
                    <a:gd name="connsiteY1" fmla="*/ 1310854 h 2752057"/>
                    <a:gd name="connsiteX2" fmla="*/ 440063 w 885823"/>
                    <a:gd name="connsiteY2" fmla="*/ 1609304 h 2752057"/>
                    <a:gd name="connsiteX3" fmla="*/ 390851 w 885823"/>
                    <a:gd name="connsiteY3" fmla="*/ 1968079 h 2752057"/>
                    <a:gd name="connsiteX4" fmla="*/ 162250 w 885823"/>
                    <a:gd name="connsiteY4" fmla="*/ 2223666 h 2752057"/>
                    <a:gd name="connsiteX5" fmla="*/ 86054 w 885823"/>
                    <a:gd name="connsiteY5" fmla="*/ 2466557 h 2752057"/>
                    <a:gd name="connsiteX6" fmla="*/ 326 w 885823"/>
                    <a:gd name="connsiteY6" fmla="*/ 2587204 h 2752057"/>
                    <a:gd name="connsiteX7" fmla="*/ 119388 w 885823"/>
                    <a:gd name="connsiteY7" fmla="*/ 2685629 h 2752057"/>
                    <a:gd name="connsiteX8" fmla="*/ 365451 w 885823"/>
                    <a:gd name="connsiteY8" fmla="*/ 2730078 h 2752057"/>
                    <a:gd name="connsiteX9" fmla="*/ 187651 w 885823"/>
                    <a:gd name="connsiteY9" fmla="*/ 2542754 h 2752057"/>
                    <a:gd name="connsiteX10" fmla="*/ 346404 w 885823"/>
                    <a:gd name="connsiteY10" fmla="*/ 2320508 h 2752057"/>
                    <a:gd name="connsiteX11" fmla="*/ 587701 w 885823"/>
                    <a:gd name="connsiteY11" fmla="*/ 2079204 h 2752057"/>
                    <a:gd name="connsiteX12" fmla="*/ 794076 w 885823"/>
                    <a:gd name="connsiteY12" fmla="*/ 1568029 h 2752057"/>
                    <a:gd name="connsiteX13" fmla="*/ 825826 w 885823"/>
                    <a:gd name="connsiteY13" fmla="*/ 1069554 h 2752057"/>
                    <a:gd name="connsiteX14" fmla="*/ 759154 w 885823"/>
                    <a:gd name="connsiteY14" fmla="*/ 440907 h 2752057"/>
                    <a:gd name="connsiteX15" fmla="*/ 882978 w 885823"/>
                    <a:gd name="connsiteY15" fmla="*/ 256757 h 2752057"/>
                    <a:gd name="connsiteX16" fmla="*/ 838529 w 885823"/>
                    <a:gd name="connsiteY16" fmla="*/ 82132 h 2752057"/>
                    <a:gd name="connsiteX17" fmla="*/ 662313 w 885823"/>
                    <a:gd name="connsiteY17" fmla="*/ 1166 h 2752057"/>
                    <a:gd name="connsiteX18" fmla="*/ 517853 w 885823"/>
                    <a:gd name="connsiteY18" fmla="*/ 167857 h 2752057"/>
                    <a:gd name="connsiteX19" fmla="*/ 613103 w 885823"/>
                    <a:gd name="connsiteY19" fmla="*/ 399631 h 2752057"/>
                    <a:gd name="connsiteX20" fmla="*/ 530551 w 885823"/>
                    <a:gd name="connsiteY20" fmla="*/ 558379 h 2752057"/>
                    <a:gd name="connsiteX21" fmla="*/ 486101 w 885823"/>
                    <a:gd name="connsiteY21" fmla="*/ 672678 h 2752057"/>
                    <a:gd name="connsiteX0" fmla="*/ 486101 w 840402"/>
                    <a:gd name="connsiteY0" fmla="*/ 673911 h 2753290"/>
                    <a:gd name="connsiteX1" fmla="*/ 443239 w 840402"/>
                    <a:gd name="connsiteY1" fmla="*/ 1312087 h 2753290"/>
                    <a:gd name="connsiteX2" fmla="*/ 440063 w 840402"/>
                    <a:gd name="connsiteY2" fmla="*/ 1610537 h 2753290"/>
                    <a:gd name="connsiteX3" fmla="*/ 390851 w 840402"/>
                    <a:gd name="connsiteY3" fmla="*/ 1969312 h 2753290"/>
                    <a:gd name="connsiteX4" fmla="*/ 162250 w 840402"/>
                    <a:gd name="connsiteY4" fmla="*/ 2224899 h 2753290"/>
                    <a:gd name="connsiteX5" fmla="*/ 86054 w 840402"/>
                    <a:gd name="connsiteY5" fmla="*/ 2467790 h 2753290"/>
                    <a:gd name="connsiteX6" fmla="*/ 326 w 840402"/>
                    <a:gd name="connsiteY6" fmla="*/ 2588437 h 2753290"/>
                    <a:gd name="connsiteX7" fmla="*/ 119388 w 840402"/>
                    <a:gd name="connsiteY7" fmla="*/ 2686862 h 2753290"/>
                    <a:gd name="connsiteX8" fmla="*/ 365451 w 840402"/>
                    <a:gd name="connsiteY8" fmla="*/ 2731311 h 2753290"/>
                    <a:gd name="connsiteX9" fmla="*/ 187651 w 840402"/>
                    <a:gd name="connsiteY9" fmla="*/ 2543987 h 2753290"/>
                    <a:gd name="connsiteX10" fmla="*/ 346404 w 840402"/>
                    <a:gd name="connsiteY10" fmla="*/ 2321741 h 2753290"/>
                    <a:gd name="connsiteX11" fmla="*/ 587701 w 840402"/>
                    <a:gd name="connsiteY11" fmla="*/ 2080437 h 2753290"/>
                    <a:gd name="connsiteX12" fmla="*/ 794076 w 840402"/>
                    <a:gd name="connsiteY12" fmla="*/ 1569262 h 2753290"/>
                    <a:gd name="connsiteX13" fmla="*/ 825826 w 840402"/>
                    <a:gd name="connsiteY13" fmla="*/ 1070787 h 2753290"/>
                    <a:gd name="connsiteX14" fmla="*/ 759154 w 840402"/>
                    <a:gd name="connsiteY14" fmla="*/ 442140 h 2753290"/>
                    <a:gd name="connsiteX15" fmla="*/ 838529 w 840402"/>
                    <a:gd name="connsiteY15" fmla="*/ 83365 h 2753290"/>
                    <a:gd name="connsiteX16" fmla="*/ 662313 w 840402"/>
                    <a:gd name="connsiteY16" fmla="*/ 2399 h 2753290"/>
                    <a:gd name="connsiteX17" fmla="*/ 517853 w 840402"/>
                    <a:gd name="connsiteY17" fmla="*/ 169090 h 2753290"/>
                    <a:gd name="connsiteX18" fmla="*/ 613103 w 840402"/>
                    <a:gd name="connsiteY18" fmla="*/ 400864 h 2753290"/>
                    <a:gd name="connsiteX19" fmla="*/ 530551 w 840402"/>
                    <a:gd name="connsiteY19" fmla="*/ 559612 h 2753290"/>
                    <a:gd name="connsiteX20" fmla="*/ 486101 w 840402"/>
                    <a:gd name="connsiteY20" fmla="*/ 673911 h 2753290"/>
                    <a:gd name="connsiteX0" fmla="*/ 486101 w 825826"/>
                    <a:gd name="connsiteY0" fmla="*/ 681094 h 2760473"/>
                    <a:gd name="connsiteX1" fmla="*/ 443239 w 825826"/>
                    <a:gd name="connsiteY1" fmla="*/ 1319270 h 2760473"/>
                    <a:gd name="connsiteX2" fmla="*/ 440063 w 825826"/>
                    <a:gd name="connsiteY2" fmla="*/ 1617720 h 2760473"/>
                    <a:gd name="connsiteX3" fmla="*/ 390851 w 825826"/>
                    <a:gd name="connsiteY3" fmla="*/ 1976495 h 2760473"/>
                    <a:gd name="connsiteX4" fmla="*/ 162250 w 825826"/>
                    <a:gd name="connsiteY4" fmla="*/ 2232082 h 2760473"/>
                    <a:gd name="connsiteX5" fmla="*/ 86054 w 825826"/>
                    <a:gd name="connsiteY5" fmla="*/ 2474973 h 2760473"/>
                    <a:gd name="connsiteX6" fmla="*/ 326 w 825826"/>
                    <a:gd name="connsiteY6" fmla="*/ 2595620 h 2760473"/>
                    <a:gd name="connsiteX7" fmla="*/ 119388 w 825826"/>
                    <a:gd name="connsiteY7" fmla="*/ 2694045 h 2760473"/>
                    <a:gd name="connsiteX8" fmla="*/ 365451 w 825826"/>
                    <a:gd name="connsiteY8" fmla="*/ 2738494 h 2760473"/>
                    <a:gd name="connsiteX9" fmla="*/ 187651 w 825826"/>
                    <a:gd name="connsiteY9" fmla="*/ 2551170 h 2760473"/>
                    <a:gd name="connsiteX10" fmla="*/ 346404 w 825826"/>
                    <a:gd name="connsiteY10" fmla="*/ 2328924 h 2760473"/>
                    <a:gd name="connsiteX11" fmla="*/ 587701 w 825826"/>
                    <a:gd name="connsiteY11" fmla="*/ 2087620 h 2760473"/>
                    <a:gd name="connsiteX12" fmla="*/ 794076 w 825826"/>
                    <a:gd name="connsiteY12" fmla="*/ 1576445 h 2760473"/>
                    <a:gd name="connsiteX13" fmla="*/ 825826 w 825826"/>
                    <a:gd name="connsiteY13" fmla="*/ 1077970 h 2760473"/>
                    <a:gd name="connsiteX14" fmla="*/ 759154 w 825826"/>
                    <a:gd name="connsiteY14" fmla="*/ 449323 h 2760473"/>
                    <a:gd name="connsiteX15" fmla="*/ 662313 w 825826"/>
                    <a:gd name="connsiteY15" fmla="*/ 9582 h 2760473"/>
                    <a:gd name="connsiteX16" fmla="*/ 517853 w 825826"/>
                    <a:gd name="connsiteY16" fmla="*/ 176273 h 2760473"/>
                    <a:gd name="connsiteX17" fmla="*/ 613103 w 825826"/>
                    <a:gd name="connsiteY17" fmla="*/ 408047 h 2760473"/>
                    <a:gd name="connsiteX18" fmla="*/ 530551 w 825826"/>
                    <a:gd name="connsiteY18" fmla="*/ 566795 h 2760473"/>
                    <a:gd name="connsiteX19" fmla="*/ 486101 w 825826"/>
                    <a:gd name="connsiteY19" fmla="*/ 681094 h 2760473"/>
                    <a:gd name="connsiteX0" fmla="*/ 486101 w 825826"/>
                    <a:gd name="connsiteY0" fmla="*/ 504821 h 2584200"/>
                    <a:gd name="connsiteX1" fmla="*/ 443239 w 825826"/>
                    <a:gd name="connsiteY1" fmla="*/ 1142997 h 2584200"/>
                    <a:gd name="connsiteX2" fmla="*/ 440063 w 825826"/>
                    <a:gd name="connsiteY2" fmla="*/ 1441447 h 2584200"/>
                    <a:gd name="connsiteX3" fmla="*/ 390851 w 825826"/>
                    <a:gd name="connsiteY3" fmla="*/ 1800222 h 2584200"/>
                    <a:gd name="connsiteX4" fmla="*/ 162250 w 825826"/>
                    <a:gd name="connsiteY4" fmla="*/ 2055809 h 2584200"/>
                    <a:gd name="connsiteX5" fmla="*/ 86054 w 825826"/>
                    <a:gd name="connsiteY5" fmla="*/ 2298700 h 2584200"/>
                    <a:gd name="connsiteX6" fmla="*/ 326 w 825826"/>
                    <a:gd name="connsiteY6" fmla="*/ 2419347 h 2584200"/>
                    <a:gd name="connsiteX7" fmla="*/ 119388 w 825826"/>
                    <a:gd name="connsiteY7" fmla="*/ 2517772 h 2584200"/>
                    <a:gd name="connsiteX8" fmla="*/ 365451 w 825826"/>
                    <a:gd name="connsiteY8" fmla="*/ 2562221 h 2584200"/>
                    <a:gd name="connsiteX9" fmla="*/ 187651 w 825826"/>
                    <a:gd name="connsiteY9" fmla="*/ 2374897 h 2584200"/>
                    <a:gd name="connsiteX10" fmla="*/ 346404 w 825826"/>
                    <a:gd name="connsiteY10" fmla="*/ 2152651 h 2584200"/>
                    <a:gd name="connsiteX11" fmla="*/ 587701 w 825826"/>
                    <a:gd name="connsiteY11" fmla="*/ 1911347 h 2584200"/>
                    <a:gd name="connsiteX12" fmla="*/ 794076 w 825826"/>
                    <a:gd name="connsiteY12" fmla="*/ 1400172 h 2584200"/>
                    <a:gd name="connsiteX13" fmla="*/ 825826 w 825826"/>
                    <a:gd name="connsiteY13" fmla="*/ 901697 h 2584200"/>
                    <a:gd name="connsiteX14" fmla="*/ 759154 w 825826"/>
                    <a:gd name="connsiteY14" fmla="*/ 273050 h 2584200"/>
                    <a:gd name="connsiteX15" fmla="*/ 517853 w 825826"/>
                    <a:gd name="connsiteY15" fmla="*/ 0 h 2584200"/>
                    <a:gd name="connsiteX16" fmla="*/ 613103 w 825826"/>
                    <a:gd name="connsiteY16" fmla="*/ 231774 h 2584200"/>
                    <a:gd name="connsiteX17" fmla="*/ 530551 w 825826"/>
                    <a:gd name="connsiteY17" fmla="*/ 390522 h 2584200"/>
                    <a:gd name="connsiteX18" fmla="*/ 486101 w 825826"/>
                    <a:gd name="connsiteY18" fmla="*/ 504821 h 2584200"/>
                    <a:gd name="connsiteX0" fmla="*/ 486101 w 825826"/>
                    <a:gd name="connsiteY0" fmla="*/ 301686 h 2381065"/>
                    <a:gd name="connsiteX1" fmla="*/ 443239 w 825826"/>
                    <a:gd name="connsiteY1" fmla="*/ 939862 h 2381065"/>
                    <a:gd name="connsiteX2" fmla="*/ 440063 w 825826"/>
                    <a:gd name="connsiteY2" fmla="*/ 1238312 h 2381065"/>
                    <a:gd name="connsiteX3" fmla="*/ 390851 w 825826"/>
                    <a:gd name="connsiteY3" fmla="*/ 1597087 h 2381065"/>
                    <a:gd name="connsiteX4" fmla="*/ 162250 w 825826"/>
                    <a:gd name="connsiteY4" fmla="*/ 1852674 h 2381065"/>
                    <a:gd name="connsiteX5" fmla="*/ 86054 w 825826"/>
                    <a:gd name="connsiteY5" fmla="*/ 2095565 h 2381065"/>
                    <a:gd name="connsiteX6" fmla="*/ 326 w 825826"/>
                    <a:gd name="connsiteY6" fmla="*/ 2216212 h 2381065"/>
                    <a:gd name="connsiteX7" fmla="*/ 119388 w 825826"/>
                    <a:gd name="connsiteY7" fmla="*/ 2314637 h 2381065"/>
                    <a:gd name="connsiteX8" fmla="*/ 365451 w 825826"/>
                    <a:gd name="connsiteY8" fmla="*/ 2359086 h 2381065"/>
                    <a:gd name="connsiteX9" fmla="*/ 187651 w 825826"/>
                    <a:gd name="connsiteY9" fmla="*/ 2171762 h 2381065"/>
                    <a:gd name="connsiteX10" fmla="*/ 346404 w 825826"/>
                    <a:gd name="connsiteY10" fmla="*/ 1949516 h 2381065"/>
                    <a:gd name="connsiteX11" fmla="*/ 587701 w 825826"/>
                    <a:gd name="connsiteY11" fmla="*/ 1708212 h 2381065"/>
                    <a:gd name="connsiteX12" fmla="*/ 794076 w 825826"/>
                    <a:gd name="connsiteY12" fmla="*/ 1197037 h 2381065"/>
                    <a:gd name="connsiteX13" fmla="*/ 825826 w 825826"/>
                    <a:gd name="connsiteY13" fmla="*/ 698562 h 2381065"/>
                    <a:gd name="connsiteX14" fmla="*/ 759154 w 825826"/>
                    <a:gd name="connsiteY14" fmla="*/ 69915 h 2381065"/>
                    <a:gd name="connsiteX15" fmla="*/ 613103 w 825826"/>
                    <a:gd name="connsiteY15" fmla="*/ 28639 h 2381065"/>
                    <a:gd name="connsiteX16" fmla="*/ 530551 w 825826"/>
                    <a:gd name="connsiteY16" fmla="*/ 187387 h 2381065"/>
                    <a:gd name="connsiteX17" fmla="*/ 486101 w 825826"/>
                    <a:gd name="connsiteY17" fmla="*/ 301686 h 2381065"/>
                    <a:gd name="connsiteX0" fmla="*/ 486101 w 825826"/>
                    <a:gd name="connsiteY0" fmla="*/ 273047 h 2352426"/>
                    <a:gd name="connsiteX1" fmla="*/ 443239 w 825826"/>
                    <a:gd name="connsiteY1" fmla="*/ 911223 h 2352426"/>
                    <a:gd name="connsiteX2" fmla="*/ 440063 w 825826"/>
                    <a:gd name="connsiteY2" fmla="*/ 1209673 h 2352426"/>
                    <a:gd name="connsiteX3" fmla="*/ 390851 w 825826"/>
                    <a:gd name="connsiteY3" fmla="*/ 1568448 h 2352426"/>
                    <a:gd name="connsiteX4" fmla="*/ 162250 w 825826"/>
                    <a:gd name="connsiteY4" fmla="*/ 1824035 h 2352426"/>
                    <a:gd name="connsiteX5" fmla="*/ 86054 w 825826"/>
                    <a:gd name="connsiteY5" fmla="*/ 2066926 h 2352426"/>
                    <a:gd name="connsiteX6" fmla="*/ 326 w 825826"/>
                    <a:gd name="connsiteY6" fmla="*/ 2187573 h 2352426"/>
                    <a:gd name="connsiteX7" fmla="*/ 119388 w 825826"/>
                    <a:gd name="connsiteY7" fmla="*/ 2285998 h 2352426"/>
                    <a:gd name="connsiteX8" fmla="*/ 365451 w 825826"/>
                    <a:gd name="connsiteY8" fmla="*/ 2330447 h 2352426"/>
                    <a:gd name="connsiteX9" fmla="*/ 187651 w 825826"/>
                    <a:gd name="connsiteY9" fmla="*/ 2143123 h 2352426"/>
                    <a:gd name="connsiteX10" fmla="*/ 346404 w 825826"/>
                    <a:gd name="connsiteY10" fmla="*/ 1920877 h 2352426"/>
                    <a:gd name="connsiteX11" fmla="*/ 587701 w 825826"/>
                    <a:gd name="connsiteY11" fmla="*/ 1679573 h 2352426"/>
                    <a:gd name="connsiteX12" fmla="*/ 794076 w 825826"/>
                    <a:gd name="connsiteY12" fmla="*/ 1168398 h 2352426"/>
                    <a:gd name="connsiteX13" fmla="*/ 825826 w 825826"/>
                    <a:gd name="connsiteY13" fmla="*/ 669923 h 2352426"/>
                    <a:gd name="connsiteX14" fmla="*/ 613103 w 825826"/>
                    <a:gd name="connsiteY14" fmla="*/ 0 h 2352426"/>
                    <a:gd name="connsiteX15" fmla="*/ 530551 w 825826"/>
                    <a:gd name="connsiteY15" fmla="*/ 158748 h 2352426"/>
                    <a:gd name="connsiteX16" fmla="*/ 486101 w 825826"/>
                    <a:gd name="connsiteY16" fmla="*/ 273047 h 2352426"/>
                    <a:gd name="connsiteX0" fmla="*/ 486101 w 825826"/>
                    <a:gd name="connsiteY0" fmla="*/ 142512 h 2221891"/>
                    <a:gd name="connsiteX1" fmla="*/ 443239 w 825826"/>
                    <a:gd name="connsiteY1" fmla="*/ 780688 h 2221891"/>
                    <a:gd name="connsiteX2" fmla="*/ 440063 w 825826"/>
                    <a:gd name="connsiteY2" fmla="*/ 1079138 h 2221891"/>
                    <a:gd name="connsiteX3" fmla="*/ 390851 w 825826"/>
                    <a:gd name="connsiteY3" fmla="*/ 1437913 h 2221891"/>
                    <a:gd name="connsiteX4" fmla="*/ 162250 w 825826"/>
                    <a:gd name="connsiteY4" fmla="*/ 1693500 h 2221891"/>
                    <a:gd name="connsiteX5" fmla="*/ 86054 w 825826"/>
                    <a:gd name="connsiteY5" fmla="*/ 1936391 h 2221891"/>
                    <a:gd name="connsiteX6" fmla="*/ 326 w 825826"/>
                    <a:gd name="connsiteY6" fmla="*/ 2057038 h 2221891"/>
                    <a:gd name="connsiteX7" fmla="*/ 119388 w 825826"/>
                    <a:gd name="connsiteY7" fmla="*/ 2155463 h 2221891"/>
                    <a:gd name="connsiteX8" fmla="*/ 365451 w 825826"/>
                    <a:gd name="connsiteY8" fmla="*/ 2199912 h 2221891"/>
                    <a:gd name="connsiteX9" fmla="*/ 187651 w 825826"/>
                    <a:gd name="connsiteY9" fmla="*/ 2012588 h 2221891"/>
                    <a:gd name="connsiteX10" fmla="*/ 346404 w 825826"/>
                    <a:gd name="connsiteY10" fmla="*/ 1790342 h 2221891"/>
                    <a:gd name="connsiteX11" fmla="*/ 587701 w 825826"/>
                    <a:gd name="connsiteY11" fmla="*/ 1549038 h 2221891"/>
                    <a:gd name="connsiteX12" fmla="*/ 794076 w 825826"/>
                    <a:gd name="connsiteY12" fmla="*/ 1037863 h 2221891"/>
                    <a:gd name="connsiteX13" fmla="*/ 825826 w 825826"/>
                    <a:gd name="connsiteY13" fmla="*/ 539388 h 2221891"/>
                    <a:gd name="connsiteX14" fmla="*/ 530551 w 825826"/>
                    <a:gd name="connsiteY14" fmla="*/ 28213 h 2221891"/>
                    <a:gd name="connsiteX15" fmla="*/ 486101 w 825826"/>
                    <a:gd name="connsiteY15" fmla="*/ 142512 h 2221891"/>
                    <a:gd name="connsiteX0" fmla="*/ 486101 w 825826"/>
                    <a:gd name="connsiteY0" fmla="*/ 3813 h 2083192"/>
                    <a:gd name="connsiteX1" fmla="*/ 443239 w 825826"/>
                    <a:gd name="connsiteY1" fmla="*/ 641989 h 2083192"/>
                    <a:gd name="connsiteX2" fmla="*/ 440063 w 825826"/>
                    <a:gd name="connsiteY2" fmla="*/ 940439 h 2083192"/>
                    <a:gd name="connsiteX3" fmla="*/ 390851 w 825826"/>
                    <a:gd name="connsiteY3" fmla="*/ 1299214 h 2083192"/>
                    <a:gd name="connsiteX4" fmla="*/ 162250 w 825826"/>
                    <a:gd name="connsiteY4" fmla="*/ 1554801 h 2083192"/>
                    <a:gd name="connsiteX5" fmla="*/ 86054 w 825826"/>
                    <a:gd name="connsiteY5" fmla="*/ 1797692 h 2083192"/>
                    <a:gd name="connsiteX6" fmla="*/ 326 w 825826"/>
                    <a:gd name="connsiteY6" fmla="*/ 1918339 h 2083192"/>
                    <a:gd name="connsiteX7" fmla="*/ 119388 w 825826"/>
                    <a:gd name="connsiteY7" fmla="*/ 2016764 h 2083192"/>
                    <a:gd name="connsiteX8" fmla="*/ 365451 w 825826"/>
                    <a:gd name="connsiteY8" fmla="*/ 2061213 h 2083192"/>
                    <a:gd name="connsiteX9" fmla="*/ 187651 w 825826"/>
                    <a:gd name="connsiteY9" fmla="*/ 1873889 h 2083192"/>
                    <a:gd name="connsiteX10" fmla="*/ 346404 w 825826"/>
                    <a:gd name="connsiteY10" fmla="*/ 1651643 h 2083192"/>
                    <a:gd name="connsiteX11" fmla="*/ 587701 w 825826"/>
                    <a:gd name="connsiteY11" fmla="*/ 1410339 h 2083192"/>
                    <a:gd name="connsiteX12" fmla="*/ 794076 w 825826"/>
                    <a:gd name="connsiteY12" fmla="*/ 899164 h 2083192"/>
                    <a:gd name="connsiteX13" fmla="*/ 825826 w 825826"/>
                    <a:gd name="connsiteY13" fmla="*/ 400689 h 2083192"/>
                    <a:gd name="connsiteX14" fmla="*/ 486101 w 825826"/>
                    <a:gd name="connsiteY14" fmla="*/ 3813 h 2083192"/>
                    <a:gd name="connsiteX0" fmla="*/ 486101 w 883230"/>
                    <a:gd name="connsiteY0" fmla="*/ 0 h 2079379"/>
                    <a:gd name="connsiteX1" fmla="*/ 443239 w 883230"/>
                    <a:gd name="connsiteY1" fmla="*/ 638176 h 2079379"/>
                    <a:gd name="connsiteX2" fmla="*/ 440063 w 883230"/>
                    <a:gd name="connsiteY2" fmla="*/ 936626 h 2079379"/>
                    <a:gd name="connsiteX3" fmla="*/ 390851 w 883230"/>
                    <a:gd name="connsiteY3" fmla="*/ 1295401 h 2079379"/>
                    <a:gd name="connsiteX4" fmla="*/ 162250 w 883230"/>
                    <a:gd name="connsiteY4" fmla="*/ 1550988 h 2079379"/>
                    <a:gd name="connsiteX5" fmla="*/ 86054 w 883230"/>
                    <a:gd name="connsiteY5" fmla="*/ 1793879 h 2079379"/>
                    <a:gd name="connsiteX6" fmla="*/ 326 w 883230"/>
                    <a:gd name="connsiteY6" fmla="*/ 1914526 h 2079379"/>
                    <a:gd name="connsiteX7" fmla="*/ 119388 w 883230"/>
                    <a:gd name="connsiteY7" fmla="*/ 2012951 h 2079379"/>
                    <a:gd name="connsiteX8" fmla="*/ 365451 w 883230"/>
                    <a:gd name="connsiteY8" fmla="*/ 2057400 h 2079379"/>
                    <a:gd name="connsiteX9" fmla="*/ 187651 w 883230"/>
                    <a:gd name="connsiteY9" fmla="*/ 1870076 h 2079379"/>
                    <a:gd name="connsiteX10" fmla="*/ 346404 w 883230"/>
                    <a:gd name="connsiteY10" fmla="*/ 1647830 h 2079379"/>
                    <a:gd name="connsiteX11" fmla="*/ 587701 w 883230"/>
                    <a:gd name="connsiteY11" fmla="*/ 1406526 h 2079379"/>
                    <a:gd name="connsiteX12" fmla="*/ 794076 w 883230"/>
                    <a:gd name="connsiteY12" fmla="*/ 895351 h 2079379"/>
                    <a:gd name="connsiteX13" fmla="*/ 883230 w 883230"/>
                    <a:gd name="connsiteY13" fmla="*/ 456245 h 2079379"/>
                    <a:gd name="connsiteX0" fmla="*/ 486101 w 794076"/>
                    <a:gd name="connsiteY0" fmla="*/ 0 h 2079379"/>
                    <a:gd name="connsiteX1" fmla="*/ 443239 w 794076"/>
                    <a:gd name="connsiteY1" fmla="*/ 638176 h 2079379"/>
                    <a:gd name="connsiteX2" fmla="*/ 440063 w 794076"/>
                    <a:gd name="connsiteY2" fmla="*/ 936626 h 2079379"/>
                    <a:gd name="connsiteX3" fmla="*/ 390851 w 794076"/>
                    <a:gd name="connsiteY3" fmla="*/ 1295401 h 2079379"/>
                    <a:gd name="connsiteX4" fmla="*/ 162250 w 794076"/>
                    <a:gd name="connsiteY4" fmla="*/ 1550988 h 2079379"/>
                    <a:gd name="connsiteX5" fmla="*/ 86054 w 794076"/>
                    <a:gd name="connsiteY5" fmla="*/ 1793879 h 2079379"/>
                    <a:gd name="connsiteX6" fmla="*/ 326 w 794076"/>
                    <a:gd name="connsiteY6" fmla="*/ 1914526 h 2079379"/>
                    <a:gd name="connsiteX7" fmla="*/ 119388 w 794076"/>
                    <a:gd name="connsiteY7" fmla="*/ 2012951 h 2079379"/>
                    <a:gd name="connsiteX8" fmla="*/ 365451 w 794076"/>
                    <a:gd name="connsiteY8" fmla="*/ 2057400 h 2079379"/>
                    <a:gd name="connsiteX9" fmla="*/ 187651 w 794076"/>
                    <a:gd name="connsiteY9" fmla="*/ 1870076 h 2079379"/>
                    <a:gd name="connsiteX10" fmla="*/ 346404 w 794076"/>
                    <a:gd name="connsiteY10" fmla="*/ 1647830 h 2079379"/>
                    <a:gd name="connsiteX11" fmla="*/ 587701 w 794076"/>
                    <a:gd name="connsiteY11" fmla="*/ 1406526 h 2079379"/>
                    <a:gd name="connsiteX12" fmla="*/ 794076 w 794076"/>
                    <a:gd name="connsiteY12" fmla="*/ 895351 h 2079379"/>
                    <a:gd name="connsiteX0" fmla="*/ 443239 w 794076"/>
                    <a:gd name="connsiteY0" fmla="*/ 0 h 1441203"/>
                    <a:gd name="connsiteX1" fmla="*/ 440063 w 794076"/>
                    <a:gd name="connsiteY1" fmla="*/ 298450 h 1441203"/>
                    <a:gd name="connsiteX2" fmla="*/ 390851 w 794076"/>
                    <a:gd name="connsiteY2" fmla="*/ 657225 h 1441203"/>
                    <a:gd name="connsiteX3" fmla="*/ 162250 w 794076"/>
                    <a:gd name="connsiteY3" fmla="*/ 912812 h 1441203"/>
                    <a:gd name="connsiteX4" fmla="*/ 86054 w 794076"/>
                    <a:gd name="connsiteY4" fmla="*/ 1155703 h 1441203"/>
                    <a:gd name="connsiteX5" fmla="*/ 326 w 794076"/>
                    <a:gd name="connsiteY5" fmla="*/ 1276350 h 1441203"/>
                    <a:gd name="connsiteX6" fmla="*/ 119388 w 794076"/>
                    <a:gd name="connsiteY6" fmla="*/ 1374775 h 1441203"/>
                    <a:gd name="connsiteX7" fmla="*/ 365451 w 794076"/>
                    <a:gd name="connsiteY7" fmla="*/ 1419224 h 1441203"/>
                    <a:gd name="connsiteX8" fmla="*/ 187651 w 794076"/>
                    <a:gd name="connsiteY8" fmla="*/ 1231900 h 1441203"/>
                    <a:gd name="connsiteX9" fmla="*/ 346404 w 794076"/>
                    <a:gd name="connsiteY9" fmla="*/ 1009654 h 1441203"/>
                    <a:gd name="connsiteX10" fmla="*/ 587701 w 794076"/>
                    <a:gd name="connsiteY10" fmla="*/ 768350 h 1441203"/>
                    <a:gd name="connsiteX11" fmla="*/ 794076 w 794076"/>
                    <a:gd name="connsiteY11" fmla="*/ 257175 h 1441203"/>
                    <a:gd name="connsiteX0" fmla="*/ 440063 w 794076"/>
                    <a:gd name="connsiteY0" fmla="*/ 41275 h 1184028"/>
                    <a:gd name="connsiteX1" fmla="*/ 390851 w 794076"/>
                    <a:gd name="connsiteY1" fmla="*/ 400050 h 1184028"/>
                    <a:gd name="connsiteX2" fmla="*/ 162250 w 794076"/>
                    <a:gd name="connsiteY2" fmla="*/ 655637 h 1184028"/>
                    <a:gd name="connsiteX3" fmla="*/ 86054 w 794076"/>
                    <a:gd name="connsiteY3" fmla="*/ 898528 h 1184028"/>
                    <a:gd name="connsiteX4" fmla="*/ 326 w 794076"/>
                    <a:gd name="connsiteY4" fmla="*/ 1019175 h 1184028"/>
                    <a:gd name="connsiteX5" fmla="*/ 119388 w 794076"/>
                    <a:gd name="connsiteY5" fmla="*/ 1117600 h 1184028"/>
                    <a:gd name="connsiteX6" fmla="*/ 365451 w 794076"/>
                    <a:gd name="connsiteY6" fmla="*/ 1162049 h 1184028"/>
                    <a:gd name="connsiteX7" fmla="*/ 187651 w 794076"/>
                    <a:gd name="connsiteY7" fmla="*/ 974725 h 1184028"/>
                    <a:gd name="connsiteX8" fmla="*/ 346404 w 794076"/>
                    <a:gd name="connsiteY8" fmla="*/ 752479 h 1184028"/>
                    <a:gd name="connsiteX9" fmla="*/ 587701 w 794076"/>
                    <a:gd name="connsiteY9" fmla="*/ 511175 h 1184028"/>
                    <a:gd name="connsiteX10" fmla="*/ 794076 w 794076"/>
                    <a:gd name="connsiteY10" fmla="*/ 0 h 1184028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87701 w 613360"/>
                    <a:gd name="connsiteY9" fmla="*/ 469900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63783 w 613360"/>
                    <a:gd name="connsiteY9" fmla="*/ 467151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86 w 613383"/>
                    <a:gd name="connsiteY0" fmla="*/ 0 h 1142753"/>
                    <a:gd name="connsiteX1" fmla="*/ 390874 w 613383"/>
                    <a:gd name="connsiteY1" fmla="*/ 358775 h 1142753"/>
                    <a:gd name="connsiteX2" fmla="*/ 175561 w 613383"/>
                    <a:gd name="connsiteY2" fmla="*/ 611614 h 1142753"/>
                    <a:gd name="connsiteX3" fmla="*/ 86077 w 613383"/>
                    <a:gd name="connsiteY3" fmla="*/ 857253 h 1142753"/>
                    <a:gd name="connsiteX4" fmla="*/ 349 w 613383"/>
                    <a:gd name="connsiteY4" fmla="*/ 977900 h 1142753"/>
                    <a:gd name="connsiteX5" fmla="*/ 119411 w 613383"/>
                    <a:gd name="connsiteY5" fmla="*/ 1076325 h 1142753"/>
                    <a:gd name="connsiteX6" fmla="*/ 365474 w 613383"/>
                    <a:gd name="connsiteY6" fmla="*/ 1120774 h 1142753"/>
                    <a:gd name="connsiteX7" fmla="*/ 187674 w 613383"/>
                    <a:gd name="connsiteY7" fmla="*/ 933450 h 1142753"/>
                    <a:gd name="connsiteX8" fmla="*/ 346427 w 613383"/>
                    <a:gd name="connsiteY8" fmla="*/ 711204 h 1142753"/>
                    <a:gd name="connsiteX9" fmla="*/ 547861 w 613383"/>
                    <a:gd name="connsiteY9" fmla="*/ 458905 h 1142753"/>
                    <a:gd name="connsiteX10" fmla="*/ 613383 w 613383"/>
                    <a:gd name="connsiteY10" fmla="*/ 239076 h 1142753"/>
                    <a:gd name="connsiteX0" fmla="*/ 440086 w 613383"/>
                    <a:gd name="connsiteY0" fmla="*/ 0 h 1142753"/>
                    <a:gd name="connsiteX1" fmla="*/ 366956 w 613383"/>
                    <a:gd name="connsiteY1" fmla="*/ 402752 h 1142753"/>
                    <a:gd name="connsiteX2" fmla="*/ 175561 w 613383"/>
                    <a:gd name="connsiteY2" fmla="*/ 611614 h 1142753"/>
                    <a:gd name="connsiteX3" fmla="*/ 86077 w 613383"/>
                    <a:gd name="connsiteY3" fmla="*/ 857253 h 1142753"/>
                    <a:gd name="connsiteX4" fmla="*/ 349 w 613383"/>
                    <a:gd name="connsiteY4" fmla="*/ 977900 h 1142753"/>
                    <a:gd name="connsiteX5" fmla="*/ 119411 w 613383"/>
                    <a:gd name="connsiteY5" fmla="*/ 1076325 h 1142753"/>
                    <a:gd name="connsiteX6" fmla="*/ 365474 w 613383"/>
                    <a:gd name="connsiteY6" fmla="*/ 1120774 h 1142753"/>
                    <a:gd name="connsiteX7" fmla="*/ 187674 w 613383"/>
                    <a:gd name="connsiteY7" fmla="*/ 933450 h 1142753"/>
                    <a:gd name="connsiteX8" fmla="*/ 346427 w 613383"/>
                    <a:gd name="connsiteY8" fmla="*/ 711204 h 1142753"/>
                    <a:gd name="connsiteX9" fmla="*/ 547861 w 613383"/>
                    <a:gd name="connsiteY9" fmla="*/ 458905 h 1142753"/>
                    <a:gd name="connsiteX10" fmla="*/ 613383 w 613383"/>
                    <a:gd name="connsiteY10" fmla="*/ 239076 h 1142753"/>
                    <a:gd name="connsiteX0" fmla="*/ 378962 w 613383"/>
                    <a:gd name="connsiteY0" fmla="*/ 0 h 1208718"/>
                    <a:gd name="connsiteX1" fmla="*/ 366956 w 613383"/>
                    <a:gd name="connsiteY1" fmla="*/ 468717 h 1208718"/>
                    <a:gd name="connsiteX2" fmla="*/ 175561 w 613383"/>
                    <a:gd name="connsiteY2" fmla="*/ 677579 h 1208718"/>
                    <a:gd name="connsiteX3" fmla="*/ 86077 w 613383"/>
                    <a:gd name="connsiteY3" fmla="*/ 923218 h 1208718"/>
                    <a:gd name="connsiteX4" fmla="*/ 349 w 613383"/>
                    <a:gd name="connsiteY4" fmla="*/ 1043865 h 1208718"/>
                    <a:gd name="connsiteX5" fmla="*/ 119411 w 613383"/>
                    <a:gd name="connsiteY5" fmla="*/ 1142290 h 1208718"/>
                    <a:gd name="connsiteX6" fmla="*/ 365474 w 613383"/>
                    <a:gd name="connsiteY6" fmla="*/ 1186739 h 1208718"/>
                    <a:gd name="connsiteX7" fmla="*/ 187674 w 613383"/>
                    <a:gd name="connsiteY7" fmla="*/ 999415 h 1208718"/>
                    <a:gd name="connsiteX8" fmla="*/ 346427 w 613383"/>
                    <a:gd name="connsiteY8" fmla="*/ 777169 h 1208718"/>
                    <a:gd name="connsiteX9" fmla="*/ 547861 w 613383"/>
                    <a:gd name="connsiteY9" fmla="*/ 524870 h 1208718"/>
                    <a:gd name="connsiteX10" fmla="*/ 613383 w 613383"/>
                    <a:gd name="connsiteY10" fmla="*/ 305041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800 w 597276"/>
                    <a:gd name="connsiteY0" fmla="*/ 0 h 1208718"/>
                    <a:gd name="connsiteX1" fmla="*/ 366794 w 597276"/>
                    <a:gd name="connsiteY1" fmla="*/ 468717 h 1208718"/>
                    <a:gd name="connsiteX2" fmla="*/ 175399 w 597276"/>
                    <a:gd name="connsiteY2" fmla="*/ 677579 h 1208718"/>
                    <a:gd name="connsiteX3" fmla="*/ 93888 w 597276"/>
                    <a:gd name="connsiteY3" fmla="*/ 928715 h 1208718"/>
                    <a:gd name="connsiteX4" fmla="*/ 187 w 597276"/>
                    <a:gd name="connsiteY4" fmla="*/ 1043865 h 1208718"/>
                    <a:gd name="connsiteX5" fmla="*/ 119249 w 597276"/>
                    <a:gd name="connsiteY5" fmla="*/ 1142290 h 1208718"/>
                    <a:gd name="connsiteX6" fmla="*/ 365312 w 597276"/>
                    <a:gd name="connsiteY6" fmla="*/ 1186739 h 1208718"/>
                    <a:gd name="connsiteX7" fmla="*/ 187512 w 597276"/>
                    <a:gd name="connsiteY7" fmla="*/ 999415 h 1208718"/>
                    <a:gd name="connsiteX8" fmla="*/ 346265 w 597276"/>
                    <a:gd name="connsiteY8" fmla="*/ 777169 h 1208718"/>
                    <a:gd name="connsiteX9" fmla="*/ 547699 w 597276"/>
                    <a:gd name="connsiteY9" fmla="*/ 524870 h 1208718"/>
                    <a:gd name="connsiteX10" fmla="*/ 597276 w 597276"/>
                    <a:gd name="connsiteY10" fmla="*/ 299544 h 1208718"/>
                    <a:gd name="connsiteX0" fmla="*/ 336458 w 554934"/>
                    <a:gd name="connsiteY0" fmla="*/ 0 h 1208718"/>
                    <a:gd name="connsiteX1" fmla="*/ 324452 w 554934"/>
                    <a:gd name="connsiteY1" fmla="*/ 468717 h 1208718"/>
                    <a:gd name="connsiteX2" fmla="*/ 133057 w 554934"/>
                    <a:gd name="connsiteY2" fmla="*/ 677579 h 1208718"/>
                    <a:gd name="connsiteX3" fmla="*/ 51546 w 554934"/>
                    <a:gd name="connsiteY3" fmla="*/ 928715 h 1208718"/>
                    <a:gd name="connsiteX4" fmla="*/ 367 w 554934"/>
                    <a:gd name="connsiteY4" fmla="*/ 1041117 h 1208718"/>
                    <a:gd name="connsiteX5" fmla="*/ 76907 w 554934"/>
                    <a:gd name="connsiteY5" fmla="*/ 1142290 h 1208718"/>
                    <a:gd name="connsiteX6" fmla="*/ 322970 w 554934"/>
                    <a:gd name="connsiteY6" fmla="*/ 1186739 h 1208718"/>
                    <a:gd name="connsiteX7" fmla="*/ 145170 w 554934"/>
                    <a:gd name="connsiteY7" fmla="*/ 999415 h 1208718"/>
                    <a:gd name="connsiteX8" fmla="*/ 303923 w 554934"/>
                    <a:gd name="connsiteY8" fmla="*/ 777169 h 1208718"/>
                    <a:gd name="connsiteX9" fmla="*/ 505357 w 554934"/>
                    <a:gd name="connsiteY9" fmla="*/ 524870 h 1208718"/>
                    <a:gd name="connsiteX10" fmla="*/ 554934 w 554934"/>
                    <a:gd name="connsiteY10" fmla="*/ 299544 h 1208718"/>
                    <a:gd name="connsiteX0" fmla="*/ 336952 w 555428"/>
                    <a:gd name="connsiteY0" fmla="*/ 0 h 1201578"/>
                    <a:gd name="connsiteX1" fmla="*/ 324946 w 555428"/>
                    <a:gd name="connsiteY1" fmla="*/ 468717 h 1201578"/>
                    <a:gd name="connsiteX2" fmla="*/ 133551 w 555428"/>
                    <a:gd name="connsiteY2" fmla="*/ 677579 h 1201578"/>
                    <a:gd name="connsiteX3" fmla="*/ 52040 w 555428"/>
                    <a:gd name="connsiteY3" fmla="*/ 928715 h 1201578"/>
                    <a:gd name="connsiteX4" fmla="*/ 861 w 555428"/>
                    <a:gd name="connsiteY4" fmla="*/ 1041117 h 1201578"/>
                    <a:gd name="connsiteX5" fmla="*/ 93346 w 555428"/>
                    <a:gd name="connsiteY5" fmla="*/ 1109308 h 1201578"/>
                    <a:gd name="connsiteX6" fmla="*/ 323464 w 555428"/>
                    <a:gd name="connsiteY6" fmla="*/ 1186739 h 1201578"/>
                    <a:gd name="connsiteX7" fmla="*/ 145664 w 555428"/>
                    <a:gd name="connsiteY7" fmla="*/ 999415 h 1201578"/>
                    <a:gd name="connsiteX8" fmla="*/ 304417 w 555428"/>
                    <a:gd name="connsiteY8" fmla="*/ 777169 h 1201578"/>
                    <a:gd name="connsiteX9" fmla="*/ 505851 w 555428"/>
                    <a:gd name="connsiteY9" fmla="*/ 524870 h 1201578"/>
                    <a:gd name="connsiteX10" fmla="*/ 555428 w 555428"/>
                    <a:gd name="connsiteY10" fmla="*/ 299544 h 1201578"/>
                    <a:gd name="connsiteX0" fmla="*/ 336686 w 555162"/>
                    <a:gd name="connsiteY0" fmla="*/ 0 h 1201578"/>
                    <a:gd name="connsiteX1" fmla="*/ 324680 w 555162"/>
                    <a:gd name="connsiteY1" fmla="*/ 468717 h 1201578"/>
                    <a:gd name="connsiteX2" fmla="*/ 133285 w 555162"/>
                    <a:gd name="connsiteY2" fmla="*/ 677579 h 1201578"/>
                    <a:gd name="connsiteX3" fmla="*/ 51774 w 555162"/>
                    <a:gd name="connsiteY3" fmla="*/ 928715 h 1201578"/>
                    <a:gd name="connsiteX4" fmla="*/ 595 w 555162"/>
                    <a:gd name="connsiteY4" fmla="*/ 1041117 h 1201578"/>
                    <a:gd name="connsiteX5" fmla="*/ 85107 w 555162"/>
                    <a:gd name="connsiteY5" fmla="*/ 1109308 h 1201578"/>
                    <a:gd name="connsiteX6" fmla="*/ 323198 w 555162"/>
                    <a:gd name="connsiteY6" fmla="*/ 1186739 h 1201578"/>
                    <a:gd name="connsiteX7" fmla="*/ 145398 w 555162"/>
                    <a:gd name="connsiteY7" fmla="*/ 999415 h 1201578"/>
                    <a:gd name="connsiteX8" fmla="*/ 304151 w 555162"/>
                    <a:gd name="connsiteY8" fmla="*/ 777169 h 1201578"/>
                    <a:gd name="connsiteX9" fmla="*/ 505585 w 555162"/>
                    <a:gd name="connsiteY9" fmla="*/ 524870 h 1201578"/>
                    <a:gd name="connsiteX10" fmla="*/ 555162 w 555162"/>
                    <a:gd name="connsiteY10" fmla="*/ 299544 h 1201578"/>
                    <a:gd name="connsiteX0" fmla="*/ 357761 w 576237"/>
                    <a:gd name="connsiteY0" fmla="*/ 0 h 1201578"/>
                    <a:gd name="connsiteX1" fmla="*/ 345755 w 576237"/>
                    <a:gd name="connsiteY1" fmla="*/ 468717 h 1201578"/>
                    <a:gd name="connsiteX2" fmla="*/ 154360 w 576237"/>
                    <a:gd name="connsiteY2" fmla="*/ 677579 h 1201578"/>
                    <a:gd name="connsiteX3" fmla="*/ 72849 w 576237"/>
                    <a:gd name="connsiteY3" fmla="*/ 928715 h 1201578"/>
                    <a:gd name="connsiteX4" fmla="*/ 409 w 576237"/>
                    <a:gd name="connsiteY4" fmla="*/ 1046614 h 1201578"/>
                    <a:gd name="connsiteX5" fmla="*/ 106182 w 576237"/>
                    <a:gd name="connsiteY5" fmla="*/ 1109308 h 1201578"/>
                    <a:gd name="connsiteX6" fmla="*/ 344273 w 576237"/>
                    <a:gd name="connsiteY6" fmla="*/ 1186739 h 1201578"/>
                    <a:gd name="connsiteX7" fmla="*/ 166473 w 576237"/>
                    <a:gd name="connsiteY7" fmla="*/ 999415 h 1201578"/>
                    <a:gd name="connsiteX8" fmla="*/ 325226 w 576237"/>
                    <a:gd name="connsiteY8" fmla="*/ 777169 h 1201578"/>
                    <a:gd name="connsiteX9" fmla="*/ 526660 w 576237"/>
                    <a:gd name="connsiteY9" fmla="*/ 524870 h 1201578"/>
                    <a:gd name="connsiteX10" fmla="*/ 576237 w 576237"/>
                    <a:gd name="connsiteY10" fmla="*/ 299544 h 1201578"/>
                    <a:gd name="connsiteX0" fmla="*/ 358700 w 577176"/>
                    <a:gd name="connsiteY0" fmla="*/ 0 h 1201578"/>
                    <a:gd name="connsiteX1" fmla="*/ 346694 w 577176"/>
                    <a:gd name="connsiteY1" fmla="*/ 468717 h 1201578"/>
                    <a:gd name="connsiteX2" fmla="*/ 155299 w 577176"/>
                    <a:gd name="connsiteY2" fmla="*/ 677579 h 1201578"/>
                    <a:gd name="connsiteX3" fmla="*/ 73788 w 577176"/>
                    <a:gd name="connsiteY3" fmla="*/ 928715 h 1201578"/>
                    <a:gd name="connsiteX4" fmla="*/ 1348 w 577176"/>
                    <a:gd name="connsiteY4" fmla="*/ 1046614 h 1201578"/>
                    <a:gd name="connsiteX5" fmla="*/ 107121 w 577176"/>
                    <a:gd name="connsiteY5" fmla="*/ 1109308 h 1201578"/>
                    <a:gd name="connsiteX6" fmla="*/ 345212 w 577176"/>
                    <a:gd name="connsiteY6" fmla="*/ 1186739 h 1201578"/>
                    <a:gd name="connsiteX7" fmla="*/ 167412 w 577176"/>
                    <a:gd name="connsiteY7" fmla="*/ 999415 h 1201578"/>
                    <a:gd name="connsiteX8" fmla="*/ 326165 w 577176"/>
                    <a:gd name="connsiteY8" fmla="*/ 777169 h 1201578"/>
                    <a:gd name="connsiteX9" fmla="*/ 527599 w 577176"/>
                    <a:gd name="connsiteY9" fmla="*/ 524870 h 1201578"/>
                    <a:gd name="connsiteX10" fmla="*/ 577176 w 577176"/>
                    <a:gd name="connsiteY10" fmla="*/ 299544 h 1201578"/>
                    <a:gd name="connsiteX0" fmla="*/ 358700 w 577176"/>
                    <a:gd name="connsiteY0" fmla="*/ 0 h 1208605"/>
                    <a:gd name="connsiteX1" fmla="*/ 346694 w 577176"/>
                    <a:gd name="connsiteY1" fmla="*/ 468717 h 1208605"/>
                    <a:gd name="connsiteX2" fmla="*/ 155299 w 577176"/>
                    <a:gd name="connsiteY2" fmla="*/ 677579 h 1208605"/>
                    <a:gd name="connsiteX3" fmla="*/ 73788 w 577176"/>
                    <a:gd name="connsiteY3" fmla="*/ 928715 h 1208605"/>
                    <a:gd name="connsiteX4" fmla="*/ 1348 w 577176"/>
                    <a:gd name="connsiteY4" fmla="*/ 1046614 h 1208605"/>
                    <a:gd name="connsiteX5" fmla="*/ 107121 w 577176"/>
                    <a:gd name="connsiteY5" fmla="*/ 1109308 h 1208605"/>
                    <a:gd name="connsiteX6" fmla="*/ 345212 w 577176"/>
                    <a:gd name="connsiteY6" fmla="*/ 1186739 h 1208605"/>
                    <a:gd name="connsiteX7" fmla="*/ 167412 w 577176"/>
                    <a:gd name="connsiteY7" fmla="*/ 999415 h 1208605"/>
                    <a:gd name="connsiteX8" fmla="*/ 326165 w 577176"/>
                    <a:gd name="connsiteY8" fmla="*/ 777169 h 1208605"/>
                    <a:gd name="connsiteX9" fmla="*/ 527599 w 577176"/>
                    <a:gd name="connsiteY9" fmla="*/ 524870 h 1208605"/>
                    <a:gd name="connsiteX10" fmla="*/ 577176 w 577176"/>
                    <a:gd name="connsiteY10" fmla="*/ 299544 h 1208605"/>
                    <a:gd name="connsiteX0" fmla="*/ 358700 w 585149"/>
                    <a:gd name="connsiteY0" fmla="*/ 0 h 1208605"/>
                    <a:gd name="connsiteX1" fmla="*/ 346694 w 585149"/>
                    <a:gd name="connsiteY1" fmla="*/ 468717 h 1208605"/>
                    <a:gd name="connsiteX2" fmla="*/ 155299 w 585149"/>
                    <a:gd name="connsiteY2" fmla="*/ 677579 h 1208605"/>
                    <a:gd name="connsiteX3" fmla="*/ 73788 w 585149"/>
                    <a:gd name="connsiteY3" fmla="*/ 928715 h 1208605"/>
                    <a:gd name="connsiteX4" fmla="*/ 1348 w 585149"/>
                    <a:gd name="connsiteY4" fmla="*/ 1046614 h 1208605"/>
                    <a:gd name="connsiteX5" fmla="*/ 107121 w 585149"/>
                    <a:gd name="connsiteY5" fmla="*/ 1109308 h 1208605"/>
                    <a:gd name="connsiteX6" fmla="*/ 345212 w 585149"/>
                    <a:gd name="connsiteY6" fmla="*/ 1186739 h 1208605"/>
                    <a:gd name="connsiteX7" fmla="*/ 167412 w 585149"/>
                    <a:gd name="connsiteY7" fmla="*/ 999415 h 1208605"/>
                    <a:gd name="connsiteX8" fmla="*/ 326165 w 585149"/>
                    <a:gd name="connsiteY8" fmla="*/ 777169 h 1208605"/>
                    <a:gd name="connsiteX9" fmla="*/ 527599 w 585149"/>
                    <a:gd name="connsiteY9" fmla="*/ 524870 h 1208605"/>
                    <a:gd name="connsiteX10" fmla="*/ 585149 w 585149"/>
                    <a:gd name="connsiteY10" fmla="*/ 278930 h 1208605"/>
                    <a:gd name="connsiteX0" fmla="*/ 370659 w 585149"/>
                    <a:gd name="connsiteY0" fmla="*/ 0 h 1220973"/>
                    <a:gd name="connsiteX1" fmla="*/ 346694 w 585149"/>
                    <a:gd name="connsiteY1" fmla="*/ 481085 h 1220973"/>
                    <a:gd name="connsiteX2" fmla="*/ 155299 w 585149"/>
                    <a:gd name="connsiteY2" fmla="*/ 689947 h 1220973"/>
                    <a:gd name="connsiteX3" fmla="*/ 73788 w 585149"/>
                    <a:gd name="connsiteY3" fmla="*/ 941083 h 1220973"/>
                    <a:gd name="connsiteX4" fmla="*/ 1348 w 585149"/>
                    <a:gd name="connsiteY4" fmla="*/ 1058982 h 1220973"/>
                    <a:gd name="connsiteX5" fmla="*/ 107121 w 585149"/>
                    <a:gd name="connsiteY5" fmla="*/ 1121676 h 1220973"/>
                    <a:gd name="connsiteX6" fmla="*/ 345212 w 585149"/>
                    <a:gd name="connsiteY6" fmla="*/ 1199107 h 1220973"/>
                    <a:gd name="connsiteX7" fmla="*/ 167412 w 585149"/>
                    <a:gd name="connsiteY7" fmla="*/ 1011783 h 1220973"/>
                    <a:gd name="connsiteX8" fmla="*/ 326165 w 585149"/>
                    <a:gd name="connsiteY8" fmla="*/ 789537 h 1220973"/>
                    <a:gd name="connsiteX9" fmla="*/ 527599 w 585149"/>
                    <a:gd name="connsiteY9" fmla="*/ 537238 h 1220973"/>
                    <a:gd name="connsiteX10" fmla="*/ 585149 w 585149"/>
                    <a:gd name="connsiteY10" fmla="*/ 291298 h 1220973"/>
                    <a:gd name="connsiteX0" fmla="*/ 370659 w 585149"/>
                    <a:gd name="connsiteY0" fmla="*/ 0 h 1220973"/>
                    <a:gd name="connsiteX1" fmla="*/ 346694 w 585149"/>
                    <a:gd name="connsiteY1" fmla="*/ 481085 h 1220973"/>
                    <a:gd name="connsiteX2" fmla="*/ 155299 w 585149"/>
                    <a:gd name="connsiteY2" fmla="*/ 689947 h 1220973"/>
                    <a:gd name="connsiteX3" fmla="*/ 73788 w 585149"/>
                    <a:gd name="connsiteY3" fmla="*/ 941083 h 1220973"/>
                    <a:gd name="connsiteX4" fmla="*/ 1348 w 585149"/>
                    <a:gd name="connsiteY4" fmla="*/ 1058982 h 1220973"/>
                    <a:gd name="connsiteX5" fmla="*/ 107121 w 585149"/>
                    <a:gd name="connsiteY5" fmla="*/ 1121676 h 1220973"/>
                    <a:gd name="connsiteX6" fmla="*/ 345212 w 585149"/>
                    <a:gd name="connsiteY6" fmla="*/ 1199107 h 1220973"/>
                    <a:gd name="connsiteX7" fmla="*/ 167412 w 585149"/>
                    <a:gd name="connsiteY7" fmla="*/ 1011783 h 1220973"/>
                    <a:gd name="connsiteX8" fmla="*/ 326165 w 585149"/>
                    <a:gd name="connsiteY8" fmla="*/ 789537 h 1220973"/>
                    <a:gd name="connsiteX9" fmla="*/ 527599 w 585149"/>
                    <a:gd name="connsiteY9" fmla="*/ 537238 h 1220973"/>
                    <a:gd name="connsiteX10" fmla="*/ 585149 w 585149"/>
                    <a:gd name="connsiteY10" fmla="*/ 291298 h 1220973"/>
                    <a:gd name="connsiteX0" fmla="*/ 370659 w 588395"/>
                    <a:gd name="connsiteY0" fmla="*/ 0 h 1220973"/>
                    <a:gd name="connsiteX1" fmla="*/ 346694 w 588395"/>
                    <a:gd name="connsiteY1" fmla="*/ 481085 h 1220973"/>
                    <a:gd name="connsiteX2" fmla="*/ 155299 w 588395"/>
                    <a:gd name="connsiteY2" fmla="*/ 689947 h 1220973"/>
                    <a:gd name="connsiteX3" fmla="*/ 73788 w 588395"/>
                    <a:gd name="connsiteY3" fmla="*/ 941083 h 1220973"/>
                    <a:gd name="connsiteX4" fmla="*/ 1348 w 588395"/>
                    <a:gd name="connsiteY4" fmla="*/ 1058982 h 1220973"/>
                    <a:gd name="connsiteX5" fmla="*/ 107121 w 588395"/>
                    <a:gd name="connsiteY5" fmla="*/ 1121676 h 1220973"/>
                    <a:gd name="connsiteX6" fmla="*/ 345212 w 588395"/>
                    <a:gd name="connsiteY6" fmla="*/ 1199107 h 1220973"/>
                    <a:gd name="connsiteX7" fmla="*/ 167412 w 588395"/>
                    <a:gd name="connsiteY7" fmla="*/ 1011783 h 1220973"/>
                    <a:gd name="connsiteX8" fmla="*/ 326165 w 588395"/>
                    <a:gd name="connsiteY8" fmla="*/ 789537 h 1220973"/>
                    <a:gd name="connsiteX9" fmla="*/ 527599 w 588395"/>
                    <a:gd name="connsiteY9" fmla="*/ 537238 h 1220973"/>
                    <a:gd name="connsiteX10" fmla="*/ 585149 w 588395"/>
                    <a:gd name="connsiteY10" fmla="*/ 291298 h 1220973"/>
                    <a:gd name="connsiteX11" fmla="*/ 581046 w 588395"/>
                    <a:gd name="connsiteY11" fmla="*/ 286449 h 1220973"/>
                    <a:gd name="connsiteX0" fmla="*/ 370659 w 587329"/>
                    <a:gd name="connsiteY0" fmla="*/ 0 h 1220973"/>
                    <a:gd name="connsiteX1" fmla="*/ 346694 w 587329"/>
                    <a:gd name="connsiteY1" fmla="*/ 481085 h 1220973"/>
                    <a:gd name="connsiteX2" fmla="*/ 155299 w 587329"/>
                    <a:gd name="connsiteY2" fmla="*/ 689947 h 1220973"/>
                    <a:gd name="connsiteX3" fmla="*/ 73788 w 587329"/>
                    <a:gd name="connsiteY3" fmla="*/ 941083 h 1220973"/>
                    <a:gd name="connsiteX4" fmla="*/ 1348 w 587329"/>
                    <a:gd name="connsiteY4" fmla="*/ 1058982 h 1220973"/>
                    <a:gd name="connsiteX5" fmla="*/ 107121 w 587329"/>
                    <a:gd name="connsiteY5" fmla="*/ 1121676 h 1220973"/>
                    <a:gd name="connsiteX6" fmla="*/ 345212 w 587329"/>
                    <a:gd name="connsiteY6" fmla="*/ 1199107 h 1220973"/>
                    <a:gd name="connsiteX7" fmla="*/ 167412 w 587329"/>
                    <a:gd name="connsiteY7" fmla="*/ 1011783 h 1220973"/>
                    <a:gd name="connsiteX8" fmla="*/ 326165 w 587329"/>
                    <a:gd name="connsiteY8" fmla="*/ 789537 h 1220973"/>
                    <a:gd name="connsiteX9" fmla="*/ 527599 w 587329"/>
                    <a:gd name="connsiteY9" fmla="*/ 537238 h 1220973"/>
                    <a:gd name="connsiteX10" fmla="*/ 585149 w 587329"/>
                    <a:gd name="connsiteY10" fmla="*/ 291298 h 1220973"/>
                    <a:gd name="connsiteX11" fmla="*/ 463448 w 587329"/>
                    <a:gd name="connsiteY11" fmla="*/ 43203 h 12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87329" h="1220973">
                      <a:moveTo>
                        <a:pt x="370659" y="0"/>
                      </a:moveTo>
                      <a:cubicBezTo>
                        <a:pt x="321135" y="193557"/>
                        <a:pt x="382587" y="366094"/>
                        <a:pt x="346694" y="481085"/>
                      </a:cubicBezTo>
                      <a:cubicBezTo>
                        <a:pt x="310801" y="596076"/>
                        <a:pt x="200783" y="613281"/>
                        <a:pt x="155299" y="689947"/>
                      </a:cubicBezTo>
                      <a:cubicBezTo>
                        <a:pt x="109815" y="766613"/>
                        <a:pt x="99446" y="879577"/>
                        <a:pt x="73788" y="941083"/>
                      </a:cubicBezTo>
                      <a:cubicBezTo>
                        <a:pt x="48130" y="1002589"/>
                        <a:pt x="-9522" y="1004146"/>
                        <a:pt x="1348" y="1058982"/>
                      </a:cubicBezTo>
                      <a:cubicBezTo>
                        <a:pt x="12218" y="1113818"/>
                        <a:pt x="96538" y="1118501"/>
                        <a:pt x="107121" y="1121676"/>
                      </a:cubicBezTo>
                      <a:cubicBezTo>
                        <a:pt x="216129" y="1189409"/>
                        <a:pt x="278410" y="1256873"/>
                        <a:pt x="345212" y="1199107"/>
                      </a:cubicBezTo>
                      <a:cubicBezTo>
                        <a:pt x="335687" y="1136665"/>
                        <a:pt x="231441" y="1117616"/>
                        <a:pt x="167412" y="1011783"/>
                      </a:cubicBezTo>
                      <a:cubicBezTo>
                        <a:pt x="164238" y="947755"/>
                        <a:pt x="222812" y="909713"/>
                        <a:pt x="326165" y="789537"/>
                      </a:cubicBezTo>
                      <a:cubicBezTo>
                        <a:pt x="450284" y="659742"/>
                        <a:pt x="424412" y="678496"/>
                        <a:pt x="527599" y="537238"/>
                      </a:cubicBezTo>
                      <a:cubicBezTo>
                        <a:pt x="565699" y="364730"/>
                        <a:pt x="595841" y="373637"/>
                        <a:pt x="585149" y="291298"/>
                      </a:cubicBezTo>
                      <a:cubicBezTo>
                        <a:pt x="574457" y="208959"/>
                        <a:pt x="464303" y="44213"/>
                        <a:pt x="463448" y="43203"/>
                      </a:cubicBezTo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" name="任意多边形: 形状 523">
                  <a:extLst>
                    <a:ext uri="{FF2B5EF4-FFF2-40B4-BE49-F238E27FC236}">
                      <a16:creationId xmlns:a16="http://schemas.microsoft.com/office/drawing/2014/main" id="{DAC665BD-B3FB-B21E-904B-784E3387AB19}"/>
                    </a:ext>
                  </a:extLst>
                </p:cNvPr>
                <p:cNvSpPr/>
                <p:nvPr/>
              </p:nvSpPr>
              <p:spPr>
                <a:xfrm>
                  <a:off x="5510596" y="7342613"/>
                  <a:ext cx="785455" cy="3154072"/>
                </a:xfrm>
                <a:custGeom>
                  <a:avLst/>
                  <a:gdLst>
                    <a:gd name="connsiteX0" fmla="*/ 69850 w 304815"/>
                    <a:gd name="connsiteY0" fmla="*/ 0 h 581025"/>
                    <a:gd name="connsiteX1" fmla="*/ 69850 w 304815"/>
                    <a:gd name="connsiteY1" fmla="*/ 0 h 581025"/>
                    <a:gd name="connsiteX2" fmla="*/ 50800 w 304815"/>
                    <a:gd name="connsiteY2" fmla="*/ 111125 h 581025"/>
                    <a:gd name="connsiteX3" fmla="*/ 15875 w 304815"/>
                    <a:gd name="connsiteY3" fmla="*/ 263525 h 581025"/>
                    <a:gd name="connsiteX4" fmla="*/ 0 w 304815"/>
                    <a:gd name="connsiteY4" fmla="*/ 396875 h 581025"/>
                    <a:gd name="connsiteX5" fmla="*/ 85725 w 304815"/>
                    <a:gd name="connsiteY5" fmla="*/ 571500 h 581025"/>
                    <a:gd name="connsiteX6" fmla="*/ 117475 w 304815"/>
                    <a:gd name="connsiteY6" fmla="*/ 581025 h 581025"/>
                    <a:gd name="connsiteX7" fmla="*/ 206375 w 304815"/>
                    <a:gd name="connsiteY7" fmla="*/ 523875 h 581025"/>
                    <a:gd name="connsiteX8" fmla="*/ 250825 w 304815"/>
                    <a:gd name="connsiteY8" fmla="*/ 479425 h 581025"/>
                    <a:gd name="connsiteX9" fmla="*/ 304800 w 304815"/>
                    <a:gd name="connsiteY9" fmla="*/ 330200 h 581025"/>
                    <a:gd name="connsiteX10" fmla="*/ 288925 w 304815"/>
                    <a:gd name="connsiteY10" fmla="*/ 187325 h 581025"/>
                    <a:gd name="connsiteX11" fmla="*/ 257175 w 304815"/>
                    <a:gd name="connsiteY11" fmla="*/ 123825 h 581025"/>
                    <a:gd name="connsiteX12" fmla="*/ 225425 w 304815"/>
                    <a:gd name="connsiteY12" fmla="*/ 76200 h 581025"/>
                    <a:gd name="connsiteX13" fmla="*/ 155575 w 304815"/>
                    <a:gd name="connsiteY13" fmla="*/ 15875 h 581025"/>
                    <a:gd name="connsiteX14" fmla="*/ 139700 w 304815"/>
                    <a:gd name="connsiteY14" fmla="*/ 9525 h 581025"/>
                    <a:gd name="connsiteX15" fmla="*/ 123825 w 304815"/>
                    <a:gd name="connsiteY15" fmla="*/ 0 h 581025"/>
                    <a:gd name="connsiteX16" fmla="*/ 111125 w 304815"/>
                    <a:gd name="connsiteY16" fmla="*/ 3175 h 581025"/>
                    <a:gd name="connsiteX17" fmla="*/ 69850 w 304815"/>
                    <a:gd name="connsiteY17" fmla="*/ 0 h 581025"/>
                    <a:gd name="connsiteX0" fmla="*/ 69850 w 908599"/>
                    <a:gd name="connsiteY0" fmla="*/ 0 h 2095622"/>
                    <a:gd name="connsiteX1" fmla="*/ 69850 w 908599"/>
                    <a:gd name="connsiteY1" fmla="*/ 0 h 2095622"/>
                    <a:gd name="connsiteX2" fmla="*/ 50800 w 908599"/>
                    <a:gd name="connsiteY2" fmla="*/ 111125 h 2095622"/>
                    <a:gd name="connsiteX3" fmla="*/ 15875 w 908599"/>
                    <a:gd name="connsiteY3" fmla="*/ 263525 h 2095622"/>
                    <a:gd name="connsiteX4" fmla="*/ 0 w 908599"/>
                    <a:gd name="connsiteY4" fmla="*/ 396875 h 2095622"/>
                    <a:gd name="connsiteX5" fmla="*/ 85725 w 908599"/>
                    <a:gd name="connsiteY5" fmla="*/ 571500 h 2095622"/>
                    <a:gd name="connsiteX6" fmla="*/ 117475 w 908599"/>
                    <a:gd name="connsiteY6" fmla="*/ 581025 h 2095622"/>
                    <a:gd name="connsiteX7" fmla="*/ 206375 w 908599"/>
                    <a:gd name="connsiteY7" fmla="*/ 523875 h 2095622"/>
                    <a:gd name="connsiteX8" fmla="*/ 908050 w 908599"/>
                    <a:gd name="connsiteY8" fmla="*/ 2095500 h 2095622"/>
                    <a:gd name="connsiteX9" fmla="*/ 304800 w 908599"/>
                    <a:gd name="connsiteY9" fmla="*/ 330200 h 2095622"/>
                    <a:gd name="connsiteX10" fmla="*/ 288925 w 908599"/>
                    <a:gd name="connsiteY10" fmla="*/ 187325 h 2095622"/>
                    <a:gd name="connsiteX11" fmla="*/ 257175 w 908599"/>
                    <a:gd name="connsiteY11" fmla="*/ 123825 h 2095622"/>
                    <a:gd name="connsiteX12" fmla="*/ 225425 w 908599"/>
                    <a:gd name="connsiteY12" fmla="*/ 76200 h 2095622"/>
                    <a:gd name="connsiteX13" fmla="*/ 155575 w 908599"/>
                    <a:gd name="connsiteY13" fmla="*/ 15875 h 2095622"/>
                    <a:gd name="connsiteX14" fmla="*/ 139700 w 908599"/>
                    <a:gd name="connsiteY14" fmla="*/ 9525 h 2095622"/>
                    <a:gd name="connsiteX15" fmla="*/ 123825 w 908599"/>
                    <a:gd name="connsiteY15" fmla="*/ 0 h 2095622"/>
                    <a:gd name="connsiteX16" fmla="*/ 111125 w 908599"/>
                    <a:gd name="connsiteY16" fmla="*/ 3175 h 2095622"/>
                    <a:gd name="connsiteX17" fmla="*/ 69850 w 908599"/>
                    <a:gd name="connsiteY17" fmla="*/ 0 h 2095622"/>
                    <a:gd name="connsiteX0" fmla="*/ 69850 w 908599"/>
                    <a:gd name="connsiteY0" fmla="*/ 0 h 2246968"/>
                    <a:gd name="connsiteX1" fmla="*/ 69850 w 908599"/>
                    <a:gd name="connsiteY1" fmla="*/ 0 h 2246968"/>
                    <a:gd name="connsiteX2" fmla="*/ 50800 w 908599"/>
                    <a:gd name="connsiteY2" fmla="*/ 111125 h 2246968"/>
                    <a:gd name="connsiteX3" fmla="*/ 15875 w 908599"/>
                    <a:gd name="connsiteY3" fmla="*/ 263525 h 2246968"/>
                    <a:gd name="connsiteX4" fmla="*/ 0 w 908599"/>
                    <a:gd name="connsiteY4" fmla="*/ 396875 h 2246968"/>
                    <a:gd name="connsiteX5" fmla="*/ 85725 w 908599"/>
                    <a:gd name="connsiteY5" fmla="*/ 571500 h 2246968"/>
                    <a:gd name="connsiteX6" fmla="*/ 117475 w 908599"/>
                    <a:gd name="connsiteY6" fmla="*/ 581025 h 2246968"/>
                    <a:gd name="connsiteX7" fmla="*/ 784225 w 908599"/>
                    <a:gd name="connsiteY7" fmla="*/ 2143125 h 2246968"/>
                    <a:gd name="connsiteX8" fmla="*/ 908050 w 908599"/>
                    <a:gd name="connsiteY8" fmla="*/ 2095500 h 2246968"/>
                    <a:gd name="connsiteX9" fmla="*/ 304800 w 908599"/>
                    <a:gd name="connsiteY9" fmla="*/ 330200 h 2246968"/>
                    <a:gd name="connsiteX10" fmla="*/ 288925 w 908599"/>
                    <a:gd name="connsiteY10" fmla="*/ 187325 h 2246968"/>
                    <a:gd name="connsiteX11" fmla="*/ 257175 w 908599"/>
                    <a:gd name="connsiteY11" fmla="*/ 123825 h 2246968"/>
                    <a:gd name="connsiteX12" fmla="*/ 225425 w 908599"/>
                    <a:gd name="connsiteY12" fmla="*/ 76200 h 2246968"/>
                    <a:gd name="connsiteX13" fmla="*/ 155575 w 908599"/>
                    <a:gd name="connsiteY13" fmla="*/ 15875 h 2246968"/>
                    <a:gd name="connsiteX14" fmla="*/ 139700 w 908599"/>
                    <a:gd name="connsiteY14" fmla="*/ 9525 h 2246968"/>
                    <a:gd name="connsiteX15" fmla="*/ 123825 w 908599"/>
                    <a:gd name="connsiteY15" fmla="*/ 0 h 2246968"/>
                    <a:gd name="connsiteX16" fmla="*/ 111125 w 908599"/>
                    <a:gd name="connsiteY16" fmla="*/ 3175 h 2246968"/>
                    <a:gd name="connsiteX17" fmla="*/ 69850 w 908599"/>
                    <a:gd name="connsiteY17" fmla="*/ 0 h 2246968"/>
                    <a:gd name="connsiteX0" fmla="*/ 69850 w 1114427"/>
                    <a:gd name="connsiteY0" fmla="*/ 0 h 2246968"/>
                    <a:gd name="connsiteX1" fmla="*/ 69850 w 1114427"/>
                    <a:gd name="connsiteY1" fmla="*/ 0 h 2246968"/>
                    <a:gd name="connsiteX2" fmla="*/ 50800 w 1114427"/>
                    <a:gd name="connsiteY2" fmla="*/ 111125 h 2246968"/>
                    <a:gd name="connsiteX3" fmla="*/ 15875 w 1114427"/>
                    <a:gd name="connsiteY3" fmla="*/ 263525 h 2246968"/>
                    <a:gd name="connsiteX4" fmla="*/ 0 w 1114427"/>
                    <a:gd name="connsiteY4" fmla="*/ 396875 h 2246968"/>
                    <a:gd name="connsiteX5" fmla="*/ 85725 w 1114427"/>
                    <a:gd name="connsiteY5" fmla="*/ 571500 h 2246968"/>
                    <a:gd name="connsiteX6" fmla="*/ 117475 w 1114427"/>
                    <a:gd name="connsiteY6" fmla="*/ 581025 h 2246968"/>
                    <a:gd name="connsiteX7" fmla="*/ 784225 w 1114427"/>
                    <a:gd name="connsiteY7" fmla="*/ 2143125 h 2246968"/>
                    <a:gd name="connsiteX8" fmla="*/ 908050 w 1114427"/>
                    <a:gd name="connsiteY8" fmla="*/ 2095500 h 2246968"/>
                    <a:gd name="connsiteX9" fmla="*/ 1114425 w 1114427"/>
                    <a:gd name="connsiteY9" fmla="*/ 2009775 h 2246968"/>
                    <a:gd name="connsiteX10" fmla="*/ 288925 w 1114427"/>
                    <a:gd name="connsiteY10" fmla="*/ 187325 h 2246968"/>
                    <a:gd name="connsiteX11" fmla="*/ 257175 w 1114427"/>
                    <a:gd name="connsiteY11" fmla="*/ 123825 h 2246968"/>
                    <a:gd name="connsiteX12" fmla="*/ 225425 w 1114427"/>
                    <a:gd name="connsiteY12" fmla="*/ 76200 h 2246968"/>
                    <a:gd name="connsiteX13" fmla="*/ 155575 w 1114427"/>
                    <a:gd name="connsiteY13" fmla="*/ 15875 h 2246968"/>
                    <a:gd name="connsiteX14" fmla="*/ 139700 w 1114427"/>
                    <a:gd name="connsiteY14" fmla="*/ 9525 h 2246968"/>
                    <a:gd name="connsiteX15" fmla="*/ 123825 w 1114427"/>
                    <a:gd name="connsiteY15" fmla="*/ 0 h 2246968"/>
                    <a:gd name="connsiteX16" fmla="*/ 111125 w 1114427"/>
                    <a:gd name="connsiteY16" fmla="*/ 3175 h 2246968"/>
                    <a:gd name="connsiteX17" fmla="*/ 69850 w 1114427"/>
                    <a:gd name="connsiteY17" fmla="*/ 0 h 2246968"/>
                    <a:gd name="connsiteX0" fmla="*/ 69850 w 1114427"/>
                    <a:gd name="connsiteY0" fmla="*/ 0 h 2225485"/>
                    <a:gd name="connsiteX1" fmla="*/ 69850 w 1114427"/>
                    <a:gd name="connsiteY1" fmla="*/ 0 h 2225485"/>
                    <a:gd name="connsiteX2" fmla="*/ 50800 w 1114427"/>
                    <a:gd name="connsiteY2" fmla="*/ 111125 h 2225485"/>
                    <a:gd name="connsiteX3" fmla="*/ 15875 w 1114427"/>
                    <a:gd name="connsiteY3" fmla="*/ 263525 h 2225485"/>
                    <a:gd name="connsiteX4" fmla="*/ 0 w 1114427"/>
                    <a:gd name="connsiteY4" fmla="*/ 396875 h 2225485"/>
                    <a:gd name="connsiteX5" fmla="*/ 85725 w 1114427"/>
                    <a:gd name="connsiteY5" fmla="*/ 571500 h 2225485"/>
                    <a:gd name="connsiteX6" fmla="*/ 117475 w 1114427"/>
                    <a:gd name="connsiteY6" fmla="*/ 581025 h 2225485"/>
                    <a:gd name="connsiteX7" fmla="*/ 254000 w 1114427"/>
                    <a:gd name="connsiteY7" fmla="*/ 873124 h 2225485"/>
                    <a:gd name="connsiteX8" fmla="*/ 784225 w 1114427"/>
                    <a:gd name="connsiteY8" fmla="*/ 2143125 h 2225485"/>
                    <a:gd name="connsiteX9" fmla="*/ 908050 w 1114427"/>
                    <a:gd name="connsiteY9" fmla="*/ 2095500 h 2225485"/>
                    <a:gd name="connsiteX10" fmla="*/ 1114425 w 1114427"/>
                    <a:gd name="connsiteY10" fmla="*/ 2009775 h 2225485"/>
                    <a:gd name="connsiteX11" fmla="*/ 288925 w 1114427"/>
                    <a:gd name="connsiteY11" fmla="*/ 187325 h 2225485"/>
                    <a:gd name="connsiteX12" fmla="*/ 257175 w 1114427"/>
                    <a:gd name="connsiteY12" fmla="*/ 123825 h 2225485"/>
                    <a:gd name="connsiteX13" fmla="*/ 225425 w 1114427"/>
                    <a:gd name="connsiteY13" fmla="*/ 76200 h 2225485"/>
                    <a:gd name="connsiteX14" fmla="*/ 155575 w 1114427"/>
                    <a:gd name="connsiteY14" fmla="*/ 15875 h 2225485"/>
                    <a:gd name="connsiteX15" fmla="*/ 139700 w 1114427"/>
                    <a:gd name="connsiteY15" fmla="*/ 9525 h 2225485"/>
                    <a:gd name="connsiteX16" fmla="*/ 123825 w 1114427"/>
                    <a:gd name="connsiteY16" fmla="*/ 0 h 2225485"/>
                    <a:gd name="connsiteX17" fmla="*/ 111125 w 1114427"/>
                    <a:gd name="connsiteY17" fmla="*/ 3175 h 2225485"/>
                    <a:gd name="connsiteX18" fmla="*/ 69850 w 1114427"/>
                    <a:gd name="connsiteY18" fmla="*/ 0 h 2225485"/>
                    <a:gd name="connsiteX0" fmla="*/ 69850 w 1114427"/>
                    <a:gd name="connsiteY0" fmla="*/ 0 h 2212910"/>
                    <a:gd name="connsiteX1" fmla="*/ 69850 w 1114427"/>
                    <a:gd name="connsiteY1" fmla="*/ 0 h 2212910"/>
                    <a:gd name="connsiteX2" fmla="*/ 50800 w 1114427"/>
                    <a:gd name="connsiteY2" fmla="*/ 111125 h 2212910"/>
                    <a:gd name="connsiteX3" fmla="*/ 15875 w 1114427"/>
                    <a:gd name="connsiteY3" fmla="*/ 263525 h 2212910"/>
                    <a:gd name="connsiteX4" fmla="*/ 0 w 1114427"/>
                    <a:gd name="connsiteY4" fmla="*/ 396875 h 2212910"/>
                    <a:gd name="connsiteX5" fmla="*/ 85725 w 1114427"/>
                    <a:gd name="connsiteY5" fmla="*/ 571500 h 2212910"/>
                    <a:gd name="connsiteX6" fmla="*/ 117475 w 1114427"/>
                    <a:gd name="connsiteY6" fmla="*/ 581025 h 2212910"/>
                    <a:gd name="connsiteX7" fmla="*/ 254000 w 1114427"/>
                    <a:gd name="connsiteY7" fmla="*/ 873124 h 2212910"/>
                    <a:gd name="connsiteX8" fmla="*/ 327025 w 1114427"/>
                    <a:gd name="connsiteY8" fmla="*/ 1044575 h 2212910"/>
                    <a:gd name="connsiteX9" fmla="*/ 784225 w 1114427"/>
                    <a:gd name="connsiteY9" fmla="*/ 2143125 h 2212910"/>
                    <a:gd name="connsiteX10" fmla="*/ 908050 w 1114427"/>
                    <a:gd name="connsiteY10" fmla="*/ 2095500 h 2212910"/>
                    <a:gd name="connsiteX11" fmla="*/ 1114425 w 1114427"/>
                    <a:gd name="connsiteY11" fmla="*/ 2009775 h 2212910"/>
                    <a:gd name="connsiteX12" fmla="*/ 288925 w 1114427"/>
                    <a:gd name="connsiteY12" fmla="*/ 187325 h 2212910"/>
                    <a:gd name="connsiteX13" fmla="*/ 257175 w 1114427"/>
                    <a:gd name="connsiteY13" fmla="*/ 123825 h 2212910"/>
                    <a:gd name="connsiteX14" fmla="*/ 225425 w 1114427"/>
                    <a:gd name="connsiteY14" fmla="*/ 76200 h 2212910"/>
                    <a:gd name="connsiteX15" fmla="*/ 155575 w 1114427"/>
                    <a:gd name="connsiteY15" fmla="*/ 15875 h 2212910"/>
                    <a:gd name="connsiteX16" fmla="*/ 139700 w 1114427"/>
                    <a:gd name="connsiteY16" fmla="*/ 9525 h 2212910"/>
                    <a:gd name="connsiteX17" fmla="*/ 123825 w 1114427"/>
                    <a:gd name="connsiteY17" fmla="*/ 0 h 2212910"/>
                    <a:gd name="connsiteX18" fmla="*/ 111125 w 1114427"/>
                    <a:gd name="connsiteY18" fmla="*/ 3175 h 2212910"/>
                    <a:gd name="connsiteX19" fmla="*/ 69850 w 1114427"/>
                    <a:gd name="connsiteY19" fmla="*/ 0 h 2212910"/>
                    <a:gd name="connsiteX0" fmla="*/ 69850 w 1114427"/>
                    <a:gd name="connsiteY0" fmla="*/ 0 h 2182177"/>
                    <a:gd name="connsiteX1" fmla="*/ 69850 w 1114427"/>
                    <a:gd name="connsiteY1" fmla="*/ 0 h 2182177"/>
                    <a:gd name="connsiteX2" fmla="*/ 50800 w 1114427"/>
                    <a:gd name="connsiteY2" fmla="*/ 111125 h 2182177"/>
                    <a:gd name="connsiteX3" fmla="*/ 15875 w 1114427"/>
                    <a:gd name="connsiteY3" fmla="*/ 263525 h 2182177"/>
                    <a:gd name="connsiteX4" fmla="*/ 0 w 1114427"/>
                    <a:gd name="connsiteY4" fmla="*/ 396875 h 2182177"/>
                    <a:gd name="connsiteX5" fmla="*/ 85725 w 1114427"/>
                    <a:gd name="connsiteY5" fmla="*/ 571500 h 2182177"/>
                    <a:gd name="connsiteX6" fmla="*/ 117475 w 1114427"/>
                    <a:gd name="connsiteY6" fmla="*/ 581025 h 2182177"/>
                    <a:gd name="connsiteX7" fmla="*/ 254000 w 1114427"/>
                    <a:gd name="connsiteY7" fmla="*/ 873124 h 2182177"/>
                    <a:gd name="connsiteX8" fmla="*/ 327025 w 1114427"/>
                    <a:gd name="connsiteY8" fmla="*/ 1044575 h 2182177"/>
                    <a:gd name="connsiteX9" fmla="*/ 488950 w 1114427"/>
                    <a:gd name="connsiteY9" fmla="*/ 1466850 h 2182177"/>
                    <a:gd name="connsiteX10" fmla="*/ 784225 w 1114427"/>
                    <a:gd name="connsiteY10" fmla="*/ 2143125 h 2182177"/>
                    <a:gd name="connsiteX11" fmla="*/ 908050 w 1114427"/>
                    <a:gd name="connsiteY11" fmla="*/ 2095500 h 2182177"/>
                    <a:gd name="connsiteX12" fmla="*/ 1114425 w 1114427"/>
                    <a:gd name="connsiteY12" fmla="*/ 2009775 h 2182177"/>
                    <a:gd name="connsiteX13" fmla="*/ 288925 w 1114427"/>
                    <a:gd name="connsiteY13" fmla="*/ 187325 h 2182177"/>
                    <a:gd name="connsiteX14" fmla="*/ 257175 w 1114427"/>
                    <a:gd name="connsiteY14" fmla="*/ 123825 h 2182177"/>
                    <a:gd name="connsiteX15" fmla="*/ 225425 w 1114427"/>
                    <a:gd name="connsiteY15" fmla="*/ 76200 h 2182177"/>
                    <a:gd name="connsiteX16" fmla="*/ 155575 w 1114427"/>
                    <a:gd name="connsiteY16" fmla="*/ 15875 h 2182177"/>
                    <a:gd name="connsiteX17" fmla="*/ 139700 w 1114427"/>
                    <a:gd name="connsiteY17" fmla="*/ 9525 h 2182177"/>
                    <a:gd name="connsiteX18" fmla="*/ 123825 w 1114427"/>
                    <a:gd name="connsiteY18" fmla="*/ 0 h 2182177"/>
                    <a:gd name="connsiteX19" fmla="*/ 111125 w 1114427"/>
                    <a:gd name="connsiteY19" fmla="*/ 3175 h 2182177"/>
                    <a:gd name="connsiteX20" fmla="*/ 69850 w 1114427"/>
                    <a:gd name="connsiteY20" fmla="*/ 0 h 2182177"/>
                    <a:gd name="connsiteX0" fmla="*/ 69850 w 1114427"/>
                    <a:gd name="connsiteY0" fmla="*/ 0 h 2181033"/>
                    <a:gd name="connsiteX1" fmla="*/ 69850 w 1114427"/>
                    <a:gd name="connsiteY1" fmla="*/ 0 h 2181033"/>
                    <a:gd name="connsiteX2" fmla="*/ 50800 w 1114427"/>
                    <a:gd name="connsiteY2" fmla="*/ 111125 h 2181033"/>
                    <a:gd name="connsiteX3" fmla="*/ 15875 w 1114427"/>
                    <a:gd name="connsiteY3" fmla="*/ 263525 h 2181033"/>
                    <a:gd name="connsiteX4" fmla="*/ 0 w 1114427"/>
                    <a:gd name="connsiteY4" fmla="*/ 396875 h 2181033"/>
                    <a:gd name="connsiteX5" fmla="*/ 85725 w 1114427"/>
                    <a:gd name="connsiteY5" fmla="*/ 571500 h 2181033"/>
                    <a:gd name="connsiteX6" fmla="*/ 117475 w 1114427"/>
                    <a:gd name="connsiteY6" fmla="*/ 581025 h 2181033"/>
                    <a:gd name="connsiteX7" fmla="*/ 254000 w 1114427"/>
                    <a:gd name="connsiteY7" fmla="*/ 873124 h 2181033"/>
                    <a:gd name="connsiteX8" fmla="*/ 327025 w 1114427"/>
                    <a:gd name="connsiteY8" fmla="*/ 1044575 h 2181033"/>
                    <a:gd name="connsiteX9" fmla="*/ 161925 w 1114427"/>
                    <a:gd name="connsiteY9" fmla="*/ 1482725 h 2181033"/>
                    <a:gd name="connsiteX10" fmla="*/ 784225 w 1114427"/>
                    <a:gd name="connsiteY10" fmla="*/ 2143125 h 2181033"/>
                    <a:gd name="connsiteX11" fmla="*/ 908050 w 1114427"/>
                    <a:gd name="connsiteY11" fmla="*/ 2095500 h 2181033"/>
                    <a:gd name="connsiteX12" fmla="*/ 1114425 w 1114427"/>
                    <a:gd name="connsiteY12" fmla="*/ 2009775 h 2181033"/>
                    <a:gd name="connsiteX13" fmla="*/ 288925 w 1114427"/>
                    <a:gd name="connsiteY13" fmla="*/ 187325 h 2181033"/>
                    <a:gd name="connsiteX14" fmla="*/ 257175 w 1114427"/>
                    <a:gd name="connsiteY14" fmla="*/ 123825 h 2181033"/>
                    <a:gd name="connsiteX15" fmla="*/ 225425 w 1114427"/>
                    <a:gd name="connsiteY15" fmla="*/ 76200 h 2181033"/>
                    <a:gd name="connsiteX16" fmla="*/ 155575 w 1114427"/>
                    <a:gd name="connsiteY16" fmla="*/ 15875 h 2181033"/>
                    <a:gd name="connsiteX17" fmla="*/ 139700 w 1114427"/>
                    <a:gd name="connsiteY17" fmla="*/ 9525 h 2181033"/>
                    <a:gd name="connsiteX18" fmla="*/ 123825 w 1114427"/>
                    <a:gd name="connsiteY18" fmla="*/ 0 h 2181033"/>
                    <a:gd name="connsiteX19" fmla="*/ 111125 w 1114427"/>
                    <a:gd name="connsiteY19" fmla="*/ 3175 h 2181033"/>
                    <a:gd name="connsiteX20" fmla="*/ 69850 w 1114427"/>
                    <a:gd name="connsiteY20" fmla="*/ 0 h 2181033"/>
                    <a:gd name="connsiteX0" fmla="*/ 69850 w 1114427"/>
                    <a:gd name="connsiteY0" fmla="*/ 0 h 2095636"/>
                    <a:gd name="connsiteX1" fmla="*/ 69850 w 1114427"/>
                    <a:gd name="connsiteY1" fmla="*/ 0 h 2095636"/>
                    <a:gd name="connsiteX2" fmla="*/ 50800 w 1114427"/>
                    <a:gd name="connsiteY2" fmla="*/ 111125 h 2095636"/>
                    <a:gd name="connsiteX3" fmla="*/ 15875 w 1114427"/>
                    <a:gd name="connsiteY3" fmla="*/ 263525 h 2095636"/>
                    <a:gd name="connsiteX4" fmla="*/ 0 w 1114427"/>
                    <a:gd name="connsiteY4" fmla="*/ 396875 h 2095636"/>
                    <a:gd name="connsiteX5" fmla="*/ 85725 w 1114427"/>
                    <a:gd name="connsiteY5" fmla="*/ 571500 h 2095636"/>
                    <a:gd name="connsiteX6" fmla="*/ 117475 w 1114427"/>
                    <a:gd name="connsiteY6" fmla="*/ 581025 h 2095636"/>
                    <a:gd name="connsiteX7" fmla="*/ 254000 w 1114427"/>
                    <a:gd name="connsiteY7" fmla="*/ 873124 h 2095636"/>
                    <a:gd name="connsiteX8" fmla="*/ 327025 w 1114427"/>
                    <a:gd name="connsiteY8" fmla="*/ 1044575 h 2095636"/>
                    <a:gd name="connsiteX9" fmla="*/ 161925 w 1114427"/>
                    <a:gd name="connsiteY9" fmla="*/ 1482725 h 2095636"/>
                    <a:gd name="connsiteX10" fmla="*/ 415925 w 1114427"/>
                    <a:gd name="connsiteY10" fmla="*/ 809625 h 2095636"/>
                    <a:gd name="connsiteX11" fmla="*/ 908050 w 1114427"/>
                    <a:gd name="connsiteY11" fmla="*/ 2095500 h 2095636"/>
                    <a:gd name="connsiteX12" fmla="*/ 1114425 w 1114427"/>
                    <a:gd name="connsiteY12" fmla="*/ 2009775 h 2095636"/>
                    <a:gd name="connsiteX13" fmla="*/ 288925 w 1114427"/>
                    <a:gd name="connsiteY13" fmla="*/ 187325 h 2095636"/>
                    <a:gd name="connsiteX14" fmla="*/ 257175 w 1114427"/>
                    <a:gd name="connsiteY14" fmla="*/ 123825 h 2095636"/>
                    <a:gd name="connsiteX15" fmla="*/ 225425 w 1114427"/>
                    <a:gd name="connsiteY15" fmla="*/ 76200 h 2095636"/>
                    <a:gd name="connsiteX16" fmla="*/ 155575 w 1114427"/>
                    <a:gd name="connsiteY16" fmla="*/ 15875 h 2095636"/>
                    <a:gd name="connsiteX17" fmla="*/ 139700 w 1114427"/>
                    <a:gd name="connsiteY17" fmla="*/ 9525 h 2095636"/>
                    <a:gd name="connsiteX18" fmla="*/ 123825 w 1114427"/>
                    <a:gd name="connsiteY18" fmla="*/ 0 h 2095636"/>
                    <a:gd name="connsiteX19" fmla="*/ 111125 w 1114427"/>
                    <a:gd name="connsiteY19" fmla="*/ 3175 h 2095636"/>
                    <a:gd name="connsiteX20" fmla="*/ 69850 w 1114427"/>
                    <a:gd name="connsiteY20" fmla="*/ 0 h 2095636"/>
                    <a:gd name="connsiteX0" fmla="*/ 338614 w 1383191"/>
                    <a:gd name="connsiteY0" fmla="*/ 0 h 2095636"/>
                    <a:gd name="connsiteX1" fmla="*/ 338614 w 1383191"/>
                    <a:gd name="connsiteY1" fmla="*/ 0 h 2095636"/>
                    <a:gd name="connsiteX2" fmla="*/ 319564 w 1383191"/>
                    <a:gd name="connsiteY2" fmla="*/ 111125 h 2095636"/>
                    <a:gd name="connsiteX3" fmla="*/ 284639 w 1383191"/>
                    <a:gd name="connsiteY3" fmla="*/ 263525 h 2095636"/>
                    <a:gd name="connsiteX4" fmla="*/ 268764 w 1383191"/>
                    <a:gd name="connsiteY4" fmla="*/ 396875 h 2095636"/>
                    <a:gd name="connsiteX5" fmla="*/ 354489 w 1383191"/>
                    <a:gd name="connsiteY5" fmla="*/ 571500 h 2095636"/>
                    <a:gd name="connsiteX6" fmla="*/ 386239 w 1383191"/>
                    <a:gd name="connsiteY6" fmla="*/ 581025 h 2095636"/>
                    <a:gd name="connsiteX7" fmla="*/ 522764 w 1383191"/>
                    <a:gd name="connsiteY7" fmla="*/ 873124 h 2095636"/>
                    <a:gd name="connsiteX8" fmla="*/ 8414 w 1383191"/>
                    <a:gd name="connsiteY8" fmla="*/ 1927225 h 2095636"/>
                    <a:gd name="connsiteX9" fmla="*/ 430689 w 1383191"/>
                    <a:gd name="connsiteY9" fmla="*/ 1482725 h 2095636"/>
                    <a:gd name="connsiteX10" fmla="*/ 684689 w 1383191"/>
                    <a:gd name="connsiteY10" fmla="*/ 809625 h 2095636"/>
                    <a:gd name="connsiteX11" fmla="*/ 1176814 w 1383191"/>
                    <a:gd name="connsiteY11" fmla="*/ 2095500 h 2095636"/>
                    <a:gd name="connsiteX12" fmla="*/ 1383189 w 1383191"/>
                    <a:gd name="connsiteY12" fmla="*/ 2009775 h 2095636"/>
                    <a:gd name="connsiteX13" fmla="*/ 557689 w 1383191"/>
                    <a:gd name="connsiteY13" fmla="*/ 187325 h 2095636"/>
                    <a:gd name="connsiteX14" fmla="*/ 525939 w 1383191"/>
                    <a:gd name="connsiteY14" fmla="*/ 123825 h 2095636"/>
                    <a:gd name="connsiteX15" fmla="*/ 494189 w 1383191"/>
                    <a:gd name="connsiteY15" fmla="*/ 76200 h 2095636"/>
                    <a:gd name="connsiteX16" fmla="*/ 424339 w 1383191"/>
                    <a:gd name="connsiteY16" fmla="*/ 15875 h 2095636"/>
                    <a:gd name="connsiteX17" fmla="*/ 408464 w 1383191"/>
                    <a:gd name="connsiteY17" fmla="*/ 9525 h 2095636"/>
                    <a:gd name="connsiteX18" fmla="*/ 392589 w 1383191"/>
                    <a:gd name="connsiteY18" fmla="*/ 0 h 2095636"/>
                    <a:gd name="connsiteX19" fmla="*/ 379889 w 1383191"/>
                    <a:gd name="connsiteY19" fmla="*/ 3175 h 2095636"/>
                    <a:gd name="connsiteX20" fmla="*/ 338614 w 1383191"/>
                    <a:gd name="connsiteY20" fmla="*/ 0 h 2095636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92588 w 1391090"/>
                    <a:gd name="connsiteY10" fmla="*/ 809625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88"/>
                    <a:gd name="connsiteY0" fmla="*/ 0 h 2132487"/>
                    <a:gd name="connsiteX1" fmla="*/ 346513 w 1391088"/>
                    <a:gd name="connsiteY1" fmla="*/ 0 h 2132487"/>
                    <a:gd name="connsiteX2" fmla="*/ 327463 w 1391088"/>
                    <a:gd name="connsiteY2" fmla="*/ 111125 h 2132487"/>
                    <a:gd name="connsiteX3" fmla="*/ 292538 w 1391088"/>
                    <a:gd name="connsiteY3" fmla="*/ 263525 h 2132487"/>
                    <a:gd name="connsiteX4" fmla="*/ 276663 w 1391088"/>
                    <a:gd name="connsiteY4" fmla="*/ 396875 h 2132487"/>
                    <a:gd name="connsiteX5" fmla="*/ 362388 w 1391088"/>
                    <a:gd name="connsiteY5" fmla="*/ 571500 h 2132487"/>
                    <a:gd name="connsiteX6" fmla="*/ 394138 w 1391088"/>
                    <a:gd name="connsiteY6" fmla="*/ 581025 h 2132487"/>
                    <a:gd name="connsiteX7" fmla="*/ 194113 w 1391088"/>
                    <a:gd name="connsiteY7" fmla="*/ 2124074 h 2132487"/>
                    <a:gd name="connsiteX8" fmla="*/ 16313 w 1391088"/>
                    <a:gd name="connsiteY8" fmla="*/ 1927225 h 2132487"/>
                    <a:gd name="connsiteX9" fmla="*/ 438588 w 1391088"/>
                    <a:gd name="connsiteY9" fmla="*/ 1482725 h 2132487"/>
                    <a:gd name="connsiteX10" fmla="*/ 622738 w 1391088"/>
                    <a:gd name="connsiteY10" fmla="*/ 952500 h 2132487"/>
                    <a:gd name="connsiteX11" fmla="*/ 705288 w 1391088"/>
                    <a:gd name="connsiteY11" fmla="*/ 654050 h 2132487"/>
                    <a:gd name="connsiteX12" fmla="*/ 1391088 w 1391088"/>
                    <a:gd name="connsiteY12" fmla="*/ 2009775 h 2132487"/>
                    <a:gd name="connsiteX13" fmla="*/ 565588 w 1391088"/>
                    <a:gd name="connsiteY13" fmla="*/ 187325 h 2132487"/>
                    <a:gd name="connsiteX14" fmla="*/ 533838 w 1391088"/>
                    <a:gd name="connsiteY14" fmla="*/ 123825 h 2132487"/>
                    <a:gd name="connsiteX15" fmla="*/ 502088 w 1391088"/>
                    <a:gd name="connsiteY15" fmla="*/ 76200 h 2132487"/>
                    <a:gd name="connsiteX16" fmla="*/ 432238 w 1391088"/>
                    <a:gd name="connsiteY16" fmla="*/ 15875 h 2132487"/>
                    <a:gd name="connsiteX17" fmla="*/ 416363 w 1391088"/>
                    <a:gd name="connsiteY17" fmla="*/ 9525 h 2132487"/>
                    <a:gd name="connsiteX18" fmla="*/ 400488 w 1391088"/>
                    <a:gd name="connsiteY18" fmla="*/ 0 h 2132487"/>
                    <a:gd name="connsiteX19" fmla="*/ 387788 w 1391088"/>
                    <a:gd name="connsiteY19" fmla="*/ 3175 h 2132487"/>
                    <a:gd name="connsiteX20" fmla="*/ 346513 w 1391088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65588 w 712105"/>
                    <a:gd name="connsiteY13" fmla="*/ 187325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603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419312 w 784904"/>
                    <a:gd name="connsiteY0" fmla="*/ 0 h 2132487"/>
                    <a:gd name="connsiteX1" fmla="*/ 419312 w 784904"/>
                    <a:gd name="connsiteY1" fmla="*/ 0 h 2132487"/>
                    <a:gd name="connsiteX2" fmla="*/ 400262 w 784904"/>
                    <a:gd name="connsiteY2" fmla="*/ 111125 h 2132487"/>
                    <a:gd name="connsiteX3" fmla="*/ 365337 w 784904"/>
                    <a:gd name="connsiteY3" fmla="*/ 263525 h 2132487"/>
                    <a:gd name="connsiteX4" fmla="*/ 349462 w 784904"/>
                    <a:gd name="connsiteY4" fmla="*/ 396875 h 2132487"/>
                    <a:gd name="connsiteX5" fmla="*/ 435187 w 784904"/>
                    <a:gd name="connsiteY5" fmla="*/ 571500 h 2132487"/>
                    <a:gd name="connsiteX6" fmla="*/ 212 w 784904"/>
                    <a:gd name="connsiteY6" fmla="*/ 2066925 h 2132487"/>
                    <a:gd name="connsiteX7" fmla="*/ 266912 w 784904"/>
                    <a:gd name="connsiteY7" fmla="*/ 2124074 h 2132487"/>
                    <a:gd name="connsiteX8" fmla="*/ 89112 w 784904"/>
                    <a:gd name="connsiteY8" fmla="*/ 1927225 h 2132487"/>
                    <a:gd name="connsiteX9" fmla="*/ 511387 w 784904"/>
                    <a:gd name="connsiteY9" fmla="*/ 1482725 h 2132487"/>
                    <a:gd name="connsiteX10" fmla="*/ 695537 w 784904"/>
                    <a:gd name="connsiteY10" fmla="*/ 952500 h 2132487"/>
                    <a:gd name="connsiteX11" fmla="*/ 778087 w 784904"/>
                    <a:gd name="connsiteY11" fmla="*/ 654050 h 2132487"/>
                    <a:gd name="connsiteX12" fmla="*/ 762212 w 784904"/>
                    <a:gd name="connsiteY12" fmla="*/ 571500 h 2132487"/>
                    <a:gd name="connsiteX13" fmla="*/ 625687 w 784904"/>
                    <a:gd name="connsiteY13" fmla="*/ 457200 h 2132487"/>
                    <a:gd name="connsiteX14" fmla="*/ 546312 w 784904"/>
                    <a:gd name="connsiteY14" fmla="*/ 241300 h 2132487"/>
                    <a:gd name="connsiteX15" fmla="*/ 489162 w 784904"/>
                    <a:gd name="connsiteY15" fmla="*/ 127000 h 2132487"/>
                    <a:gd name="connsiteX16" fmla="*/ 505037 w 784904"/>
                    <a:gd name="connsiteY16" fmla="*/ 15875 h 2132487"/>
                    <a:gd name="connsiteX17" fmla="*/ 489162 w 784904"/>
                    <a:gd name="connsiteY17" fmla="*/ 60325 h 2132487"/>
                    <a:gd name="connsiteX18" fmla="*/ 473287 w 784904"/>
                    <a:gd name="connsiteY18" fmla="*/ 0 h 2132487"/>
                    <a:gd name="connsiteX19" fmla="*/ 460587 w 784904"/>
                    <a:gd name="connsiteY19" fmla="*/ 3175 h 2132487"/>
                    <a:gd name="connsiteX20" fmla="*/ 419312 w 784904"/>
                    <a:gd name="connsiteY20" fmla="*/ 0 h 2132487"/>
                    <a:gd name="connsiteX0" fmla="*/ 531181 w 896773"/>
                    <a:gd name="connsiteY0" fmla="*/ 0 h 2132487"/>
                    <a:gd name="connsiteX1" fmla="*/ 531181 w 896773"/>
                    <a:gd name="connsiteY1" fmla="*/ 0 h 2132487"/>
                    <a:gd name="connsiteX2" fmla="*/ 512131 w 896773"/>
                    <a:gd name="connsiteY2" fmla="*/ 111125 h 2132487"/>
                    <a:gd name="connsiteX3" fmla="*/ 477206 w 896773"/>
                    <a:gd name="connsiteY3" fmla="*/ 263525 h 2132487"/>
                    <a:gd name="connsiteX4" fmla="*/ 461331 w 896773"/>
                    <a:gd name="connsiteY4" fmla="*/ 396875 h 2132487"/>
                    <a:gd name="connsiteX5" fmla="*/ 13656 w 896773"/>
                    <a:gd name="connsiteY5" fmla="*/ 1971675 h 2132487"/>
                    <a:gd name="connsiteX6" fmla="*/ 112081 w 896773"/>
                    <a:gd name="connsiteY6" fmla="*/ 2066925 h 2132487"/>
                    <a:gd name="connsiteX7" fmla="*/ 378781 w 896773"/>
                    <a:gd name="connsiteY7" fmla="*/ 2124074 h 2132487"/>
                    <a:gd name="connsiteX8" fmla="*/ 200981 w 896773"/>
                    <a:gd name="connsiteY8" fmla="*/ 1927225 h 2132487"/>
                    <a:gd name="connsiteX9" fmla="*/ 623256 w 896773"/>
                    <a:gd name="connsiteY9" fmla="*/ 1482725 h 2132487"/>
                    <a:gd name="connsiteX10" fmla="*/ 807406 w 896773"/>
                    <a:gd name="connsiteY10" fmla="*/ 952500 h 2132487"/>
                    <a:gd name="connsiteX11" fmla="*/ 889956 w 896773"/>
                    <a:gd name="connsiteY11" fmla="*/ 654050 h 2132487"/>
                    <a:gd name="connsiteX12" fmla="*/ 874081 w 896773"/>
                    <a:gd name="connsiteY12" fmla="*/ 571500 h 2132487"/>
                    <a:gd name="connsiteX13" fmla="*/ 737556 w 896773"/>
                    <a:gd name="connsiteY13" fmla="*/ 457200 h 2132487"/>
                    <a:gd name="connsiteX14" fmla="*/ 658181 w 896773"/>
                    <a:gd name="connsiteY14" fmla="*/ 241300 h 2132487"/>
                    <a:gd name="connsiteX15" fmla="*/ 601031 w 896773"/>
                    <a:gd name="connsiteY15" fmla="*/ 127000 h 2132487"/>
                    <a:gd name="connsiteX16" fmla="*/ 616906 w 896773"/>
                    <a:gd name="connsiteY16" fmla="*/ 15875 h 2132487"/>
                    <a:gd name="connsiteX17" fmla="*/ 601031 w 896773"/>
                    <a:gd name="connsiteY17" fmla="*/ 60325 h 2132487"/>
                    <a:gd name="connsiteX18" fmla="*/ 585156 w 896773"/>
                    <a:gd name="connsiteY18" fmla="*/ 0 h 2132487"/>
                    <a:gd name="connsiteX19" fmla="*/ 572456 w 896773"/>
                    <a:gd name="connsiteY19" fmla="*/ 3175 h 2132487"/>
                    <a:gd name="connsiteX20" fmla="*/ 531181 w 896773"/>
                    <a:gd name="connsiteY20" fmla="*/ 0 h 2132487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98942 w 883584"/>
                    <a:gd name="connsiteY2" fmla="*/ 111125 h 2132487"/>
                    <a:gd name="connsiteX3" fmla="*/ 464017 w 883584"/>
                    <a:gd name="connsiteY3" fmla="*/ 263525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17992 w 883584"/>
                    <a:gd name="connsiteY0" fmla="*/ 15815 h 2148302"/>
                    <a:gd name="connsiteX1" fmla="*/ 517992 w 883584"/>
                    <a:gd name="connsiteY1" fmla="*/ 15815 h 2148302"/>
                    <a:gd name="connsiteX2" fmla="*/ 498942 w 883584"/>
                    <a:gd name="connsiteY2" fmla="*/ 126940 h 2148302"/>
                    <a:gd name="connsiteX3" fmla="*/ 390992 w 883584"/>
                    <a:gd name="connsiteY3" fmla="*/ 1368365 h 2148302"/>
                    <a:gd name="connsiteX4" fmla="*/ 146517 w 883584"/>
                    <a:gd name="connsiteY4" fmla="*/ 1638240 h 2148302"/>
                    <a:gd name="connsiteX5" fmla="*/ 467 w 883584"/>
                    <a:gd name="connsiteY5" fmla="*/ 1987490 h 2148302"/>
                    <a:gd name="connsiteX6" fmla="*/ 98892 w 883584"/>
                    <a:gd name="connsiteY6" fmla="*/ 2082740 h 2148302"/>
                    <a:gd name="connsiteX7" fmla="*/ 365592 w 883584"/>
                    <a:gd name="connsiteY7" fmla="*/ 2139889 h 2148302"/>
                    <a:gd name="connsiteX8" fmla="*/ 187792 w 883584"/>
                    <a:gd name="connsiteY8" fmla="*/ 1943040 h 2148302"/>
                    <a:gd name="connsiteX9" fmla="*/ 610067 w 883584"/>
                    <a:gd name="connsiteY9" fmla="*/ 1498540 h 2148302"/>
                    <a:gd name="connsiteX10" fmla="*/ 794217 w 883584"/>
                    <a:gd name="connsiteY10" fmla="*/ 968315 h 2148302"/>
                    <a:gd name="connsiteX11" fmla="*/ 876767 w 883584"/>
                    <a:gd name="connsiteY11" fmla="*/ 669865 h 2148302"/>
                    <a:gd name="connsiteX12" fmla="*/ 860892 w 883584"/>
                    <a:gd name="connsiteY12" fmla="*/ 587315 h 2148302"/>
                    <a:gd name="connsiteX13" fmla="*/ 724367 w 883584"/>
                    <a:gd name="connsiteY13" fmla="*/ 473015 h 2148302"/>
                    <a:gd name="connsiteX14" fmla="*/ 644992 w 883584"/>
                    <a:gd name="connsiteY14" fmla="*/ 257115 h 2148302"/>
                    <a:gd name="connsiteX15" fmla="*/ 587842 w 883584"/>
                    <a:gd name="connsiteY15" fmla="*/ 142815 h 2148302"/>
                    <a:gd name="connsiteX16" fmla="*/ 603717 w 883584"/>
                    <a:gd name="connsiteY16" fmla="*/ 31690 h 2148302"/>
                    <a:gd name="connsiteX17" fmla="*/ 587842 w 883584"/>
                    <a:gd name="connsiteY17" fmla="*/ 76140 h 2148302"/>
                    <a:gd name="connsiteX18" fmla="*/ 571967 w 883584"/>
                    <a:gd name="connsiteY18" fmla="*/ 15815 h 2148302"/>
                    <a:gd name="connsiteX19" fmla="*/ 559267 w 883584"/>
                    <a:gd name="connsiteY19" fmla="*/ 18990 h 2148302"/>
                    <a:gd name="connsiteX20" fmla="*/ 517992 w 883584"/>
                    <a:gd name="connsiteY20" fmla="*/ 15815 h 2148302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21167 w 883584"/>
                    <a:gd name="connsiteY0" fmla="*/ 492125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21167 w 883584"/>
                    <a:gd name="connsiteY0" fmla="*/ 492125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467192 w 883584"/>
                    <a:gd name="connsiteY19" fmla="*/ 9842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79425 h 2211862"/>
                    <a:gd name="connsiteX1" fmla="*/ 470367 w 883584"/>
                    <a:gd name="connsiteY1" fmla="*/ 644525 h 2211862"/>
                    <a:gd name="connsiteX2" fmla="*/ 479892 w 883584"/>
                    <a:gd name="connsiteY2" fmla="*/ 930275 h 2211862"/>
                    <a:gd name="connsiteX3" fmla="*/ 390992 w 883584"/>
                    <a:gd name="connsiteY3" fmla="*/ 1431925 h 2211862"/>
                    <a:gd name="connsiteX4" fmla="*/ 146517 w 883584"/>
                    <a:gd name="connsiteY4" fmla="*/ 1701800 h 2211862"/>
                    <a:gd name="connsiteX5" fmla="*/ 467 w 883584"/>
                    <a:gd name="connsiteY5" fmla="*/ 2051050 h 2211862"/>
                    <a:gd name="connsiteX6" fmla="*/ 98892 w 883584"/>
                    <a:gd name="connsiteY6" fmla="*/ 2146300 h 2211862"/>
                    <a:gd name="connsiteX7" fmla="*/ 365592 w 883584"/>
                    <a:gd name="connsiteY7" fmla="*/ 2203449 h 2211862"/>
                    <a:gd name="connsiteX8" fmla="*/ 187792 w 883584"/>
                    <a:gd name="connsiteY8" fmla="*/ 2006600 h 2211862"/>
                    <a:gd name="connsiteX9" fmla="*/ 610067 w 883584"/>
                    <a:gd name="connsiteY9" fmla="*/ 1562100 h 2211862"/>
                    <a:gd name="connsiteX10" fmla="*/ 794217 w 883584"/>
                    <a:gd name="connsiteY10" fmla="*/ 1031875 h 2211862"/>
                    <a:gd name="connsiteX11" fmla="*/ 876767 w 883584"/>
                    <a:gd name="connsiteY11" fmla="*/ 733425 h 2211862"/>
                    <a:gd name="connsiteX12" fmla="*/ 860892 w 883584"/>
                    <a:gd name="connsiteY12" fmla="*/ 650875 h 2211862"/>
                    <a:gd name="connsiteX13" fmla="*/ 724367 w 883584"/>
                    <a:gd name="connsiteY13" fmla="*/ 536575 h 2211862"/>
                    <a:gd name="connsiteX14" fmla="*/ 644992 w 883584"/>
                    <a:gd name="connsiteY14" fmla="*/ 320675 h 2211862"/>
                    <a:gd name="connsiteX15" fmla="*/ 587842 w 883584"/>
                    <a:gd name="connsiteY15" fmla="*/ 206375 h 2211862"/>
                    <a:gd name="connsiteX16" fmla="*/ 603717 w 883584"/>
                    <a:gd name="connsiteY16" fmla="*/ 95250 h 2211862"/>
                    <a:gd name="connsiteX17" fmla="*/ 587842 w 883584"/>
                    <a:gd name="connsiteY17" fmla="*/ 139700 h 2211862"/>
                    <a:gd name="connsiteX18" fmla="*/ 511642 w 883584"/>
                    <a:gd name="connsiteY18" fmla="*/ 0 h 2211862"/>
                    <a:gd name="connsiteX19" fmla="*/ 467192 w 883584"/>
                    <a:gd name="connsiteY19" fmla="*/ 177800 h 2211862"/>
                    <a:gd name="connsiteX20" fmla="*/ 517992 w 883584"/>
                    <a:gd name="connsiteY20" fmla="*/ 479425 h 2211862"/>
                    <a:gd name="connsiteX0" fmla="*/ 517992 w 883584"/>
                    <a:gd name="connsiteY0" fmla="*/ 622633 h 2355070"/>
                    <a:gd name="connsiteX1" fmla="*/ 470367 w 883584"/>
                    <a:gd name="connsiteY1" fmla="*/ 787733 h 2355070"/>
                    <a:gd name="connsiteX2" fmla="*/ 479892 w 883584"/>
                    <a:gd name="connsiteY2" fmla="*/ 1073483 h 2355070"/>
                    <a:gd name="connsiteX3" fmla="*/ 390992 w 883584"/>
                    <a:gd name="connsiteY3" fmla="*/ 1575133 h 2355070"/>
                    <a:gd name="connsiteX4" fmla="*/ 146517 w 883584"/>
                    <a:gd name="connsiteY4" fmla="*/ 1845008 h 2355070"/>
                    <a:gd name="connsiteX5" fmla="*/ 467 w 883584"/>
                    <a:gd name="connsiteY5" fmla="*/ 2194258 h 2355070"/>
                    <a:gd name="connsiteX6" fmla="*/ 98892 w 883584"/>
                    <a:gd name="connsiteY6" fmla="*/ 2289508 h 2355070"/>
                    <a:gd name="connsiteX7" fmla="*/ 365592 w 883584"/>
                    <a:gd name="connsiteY7" fmla="*/ 2346657 h 2355070"/>
                    <a:gd name="connsiteX8" fmla="*/ 187792 w 883584"/>
                    <a:gd name="connsiteY8" fmla="*/ 2149808 h 2355070"/>
                    <a:gd name="connsiteX9" fmla="*/ 610067 w 883584"/>
                    <a:gd name="connsiteY9" fmla="*/ 1705308 h 2355070"/>
                    <a:gd name="connsiteX10" fmla="*/ 794217 w 883584"/>
                    <a:gd name="connsiteY10" fmla="*/ 1175083 h 2355070"/>
                    <a:gd name="connsiteX11" fmla="*/ 876767 w 883584"/>
                    <a:gd name="connsiteY11" fmla="*/ 876633 h 2355070"/>
                    <a:gd name="connsiteX12" fmla="*/ 860892 w 883584"/>
                    <a:gd name="connsiteY12" fmla="*/ 794083 h 2355070"/>
                    <a:gd name="connsiteX13" fmla="*/ 724367 w 883584"/>
                    <a:gd name="connsiteY13" fmla="*/ 679783 h 2355070"/>
                    <a:gd name="connsiteX14" fmla="*/ 644992 w 883584"/>
                    <a:gd name="connsiteY14" fmla="*/ 463883 h 2355070"/>
                    <a:gd name="connsiteX15" fmla="*/ 587842 w 883584"/>
                    <a:gd name="connsiteY15" fmla="*/ 349583 h 2355070"/>
                    <a:gd name="connsiteX16" fmla="*/ 613242 w 883584"/>
                    <a:gd name="connsiteY16" fmla="*/ 333 h 2355070"/>
                    <a:gd name="connsiteX17" fmla="*/ 587842 w 883584"/>
                    <a:gd name="connsiteY17" fmla="*/ 282908 h 2355070"/>
                    <a:gd name="connsiteX18" fmla="*/ 511642 w 883584"/>
                    <a:gd name="connsiteY18" fmla="*/ 143208 h 2355070"/>
                    <a:gd name="connsiteX19" fmla="*/ 467192 w 883584"/>
                    <a:gd name="connsiteY19" fmla="*/ 321008 h 2355070"/>
                    <a:gd name="connsiteX20" fmla="*/ 517992 w 883584"/>
                    <a:gd name="connsiteY20" fmla="*/ 622633 h 2355070"/>
                    <a:gd name="connsiteX0" fmla="*/ 517992 w 883584"/>
                    <a:gd name="connsiteY0" fmla="*/ 631650 h 2364087"/>
                    <a:gd name="connsiteX1" fmla="*/ 470367 w 883584"/>
                    <a:gd name="connsiteY1" fmla="*/ 796750 h 2364087"/>
                    <a:gd name="connsiteX2" fmla="*/ 479892 w 883584"/>
                    <a:gd name="connsiteY2" fmla="*/ 1082500 h 2364087"/>
                    <a:gd name="connsiteX3" fmla="*/ 390992 w 883584"/>
                    <a:gd name="connsiteY3" fmla="*/ 1584150 h 2364087"/>
                    <a:gd name="connsiteX4" fmla="*/ 146517 w 883584"/>
                    <a:gd name="connsiteY4" fmla="*/ 1854025 h 2364087"/>
                    <a:gd name="connsiteX5" fmla="*/ 467 w 883584"/>
                    <a:gd name="connsiteY5" fmla="*/ 2203275 h 2364087"/>
                    <a:gd name="connsiteX6" fmla="*/ 98892 w 883584"/>
                    <a:gd name="connsiteY6" fmla="*/ 2298525 h 2364087"/>
                    <a:gd name="connsiteX7" fmla="*/ 365592 w 883584"/>
                    <a:gd name="connsiteY7" fmla="*/ 2355674 h 2364087"/>
                    <a:gd name="connsiteX8" fmla="*/ 187792 w 883584"/>
                    <a:gd name="connsiteY8" fmla="*/ 2158825 h 2364087"/>
                    <a:gd name="connsiteX9" fmla="*/ 610067 w 883584"/>
                    <a:gd name="connsiteY9" fmla="*/ 1714325 h 2364087"/>
                    <a:gd name="connsiteX10" fmla="*/ 794217 w 883584"/>
                    <a:gd name="connsiteY10" fmla="*/ 1184100 h 2364087"/>
                    <a:gd name="connsiteX11" fmla="*/ 876767 w 883584"/>
                    <a:gd name="connsiteY11" fmla="*/ 885650 h 2364087"/>
                    <a:gd name="connsiteX12" fmla="*/ 860892 w 883584"/>
                    <a:gd name="connsiteY12" fmla="*/ 803100 h 2364087"/>
                    <a:gd name="connsiteX13" fmla="*/ 724367 w 883584"/>
                    <a:gd name="connsiteY13" fmla="*/ 688800 h 2364087"/>
                    <a:gd name="connsiteX14" fmla="*/ 644992 w 883584"/>
                    <a:gd name="connsiteY14" fmla="*/ 472900 h 2364087"/>
                    <a:gd name="connsiteX15" fmla="*/ 587842 w 883584"/>
                    <a:gd name="connsiteY15" fmla="*/ 358600 h 2364087"/>
                    <a:gd name="connsiteX16" fmla="*/ 613242 w 883584"/>
                    <a:gd name="connsiteY16" fmla="*/ 9350 h 2364087"/>
                    <a:gd name="connsiteX17" fmla="*/ 575142 w 883584"/>
                    <a:gd name="connsiteY17" fmla="*/ 104600 h 2364087"/>
                    <a:gd name="connsiteX18" fmla="*/ 511642 w 883584"/>
                    <a:gd name="connsiteY18" fmla="*/ 152225 h 2364087"/>
                    <a:gd name="connsiteX19" fmla="*/ 467192 w 883584"/>
                    <a:gd name="connsiteY19" fmla="*/ 330025 h 2364087"/>
                    <a:gd name="connsiteX20" fmla="*/ 517992 w 883584"/>
                    <a:gd name="connsiteY20" fmla="*/ 631650 h 2364087"/>
                    <a:gd name="connsiteX0" fmla="*/ 517992 w 883584"/>
                    <a:gd name="connsiteY0" fmla="*/ 842355 h 2574792"/>
                    <a:gd name="connsiteX1" fmla="*/ 470367 w 883584"/>
                    <a:gd name="connsiteY1" fmla="*/ 1007455 h 2574792"/>
                    <a:gd name="connsiteX2" fmla="*/ 479892 w 883584"/>
                    <a:gd name="connsiteY2" fmla="*/ 1293205 h 2574792"/>
                    <a:gd name="connsiteX3" fmla="*/ 390992 w 883584"/>
                    <a:gd name="connsiteY3" fmla="*/ 1794855 h 2574792"/>
                    <a:gd name="connsiteX4" fmla="*/ 146517 w 883584"/>
                    <a:gd name="connsiteY4" fmla="*/ 2064730 h 2574792"/>
                    <a:gd name="connsiteX5" fmla="*/ 467 w 883584"/>
                    <a:gd name="connsiteY5" fmla="*/ 2413980 h 2574792"/>
                    <a:gd name="connsiteX6" fmla="*/ 98892 w 883584"/>
                    <a:gd name="connsiteY6" fmla="*/ 2509230 h 2574792"/>
                    <a:gd name="connsiteX7" fmla="*/ 365592 w 883584"/>
                    <a:gd name="connsiteY7" fmla="*/ 2566379 h 2574792"/>
                    <a:gd name="connsiteX8" fmla="*/ 187792 w 883584"/>
                    <a:gd name="connsiteY8" fmla="*/ 2369530 h 2574792"/>
                    <a:gd name="connsiteX9" fmla="*/ 610067 w 883584"/>
                    <a:gd name="connsiteY9" fmla="*/ 1925030 h 2574792"/>
                    <a:gd name="connsiteX10" fmla="*/ 794217 w 883584"/>
                    <a:gd name="connsiteY10" fmla="*/ 1394805 h 2574792"/>
                    <a:gd name="connsiteX11" fmla="*/ 876767 w 883584"/>
                    <a:gd name="connsiteY11" fmla="*/ 1096355 h 2574792"/>
                    <a:gd name="connsiteX12" fmla="*/ 860892 w 883584"/>
                    <a:gd name="connsiteY12" fmla="*/ 1013805 h 2574792"/>
                    <a:gd name="connsiteX13" fmla="*/ 724367 w 883584"/>
                    <a:gd name="connsiteY13" fmla="*/ 899505 h 2574792"/>
                    <a:gd name="connsiteX14" fmla="*/ 644992 w 883584"/>
                    <a:gd name="connsiteY14" fmla="*/ 683605 h 2574792"/>
                    <a:gd name="connsiteX15" fmla="*/ 587842 w 883584"/>
                    <a:gd name="connsiteY15" fmla="*/ 569305 h 2574792"/>
                    <a:gd name="connsiteX16" fmla="*/ 530692 w 883584"/>
                    <a:gd name="connsiteY16" fmla="*/ 4155 h 2574792"/>
                    <a:gd name="connsiteX17" fmla="*/ 575142 w 883584"/>
                    <a:gd name="connsiteY17" fmla="*/ 315305 h 2574792"/>
                    <a:gd name="connsiteX18" fmla="*/ 511642 w 883584"/>
                    <a:gd name="connsiteY18" fmla="*/ 362930 h 2574792"/>
                    <a:gd name="connsiteX19" fmla="*/ 467192 w 883584"/>
                    <a:gd name="connsiteY19" fmla="*/ 540730 h 2574792"/>
                    <a:gd name="connsiteX20" fmla="*/ 517992 w 883584"/>
                    <a:gd name="connsiteY20" fmla="*/ 842355 h 2574792"/>
                    <a:gd name="connsiteX0" fmla="*/ 517992 w 883584"/>
                    <a:gd name="connsiteY0" fmla="*/ 872664 h 2605101"/>
                    <a:gd name="connsiteX1" fmla="*/ 470367 w 883584"/>
                    <a:gd name="connsiteY1" fmla="*/ 1037764 h 2605101"/>
                    <a:gd name="connsiteX2" fmla="*/ 479892 w 883584"/>
                    <a:gd name="connsiteY2" fmla="*/ 1323514 h 2605101"/>
                    <a:gd name="connsiteX3" fmla="*/ 390992 w 883584"/>
                    <a:gd name="connsiteY3" fmla="*/ 1825164 h 2605101"/>
                    <a:gd name="connsiteX4" fmla="*/ 146517 w 883584"/>
                    <a:gd name="connsiteY4" fmla="*/ 2095039 h 2605101"/>
                    <a:gd name="connsiteX5" fmla="*/ 467 w 883584"/>
                    <a:gd name="connsiteY5" fmla="*/ 2444289 h 2605101"/>
                    <a:gd name="connsiteX6" fmla="*/ 98892 w 883584"/>
                    <a:gd name="connsiteY6" fmla="*/ 2539539 h 2605101"/>
                    <a:gd name="connsiteX7" fmla="*/ 365592 w 883584"/>
                    <a:gd name="connsiteY7" fmla="*/ 2596688 h 2605101"/>
                    <a:gd name="connsiteX8" fmla="*/ 187792 w 883584"/>
                    <a:gd name="connsiteY8" fmla="*/ 2399839 h 2605101"/>
                    <a:gd name="connsiteX9" fmla="*/ 610067 w 883584"/>
                    <a:gd name="connsiteY9" fmla="*/ 1955339 h 2605101"/>
                    <a:gd name="connsiteX10" fmla="*/ 794217 w 883584"/>
                    <a:gd name="connsiteY10" fmla="*/ 1425114 h 2605101"/>
                    <a:gd name="connsiteX11" fmla="*/ 876767 w 883584"/>
                    <a:gd name="connsiteY11" fmla="*/ 1126664 h 2605101"/>
                    <a:gd name="connsiteX12" fmla="*/ 860892 w 883584"/>
                    <a:gd name="connsiteY12" fmla="*/ 1044114 h 2605101"/>
                    <a:gd name="connsiteX13" fmla="*/ 724367 w 883584"/>
                    <a:gd name="connsiteY13" fmla="*/ 929814 h 2605101"/>
                    <a:gd name="connsiteX14" fmla="*/ 644992 w 883584"/>
                    <a:gd name="connsiteY14" fmla="*/ 713914 h 2605101"/>
                    <a:gd name="connsiteX15" fmla="*/ 587842 w 883584"/>
                    <a:gd name="connsiteY15" fmla="*/ 599614 h 2605101"/>
                    <a:gd name="connsiteX16" fmla="*/ 530692 w 883584"/>
                    <a:gd name="connsiteY16" fmla="*/ 34464 h 2605101"/>
                    <a:gd name="connsiteX17" fmla="*/ 829142 w 883584"/>
                    <a:gd name="connsiteY17" fmla="*/ 97964 h 2605101"/>
                    <a:gd name="connsiteX18" fmla="*/ 511642 w 883584"/>
                    <a:gd name="connsiteY18" fmla="*/ 393239 h 2605101"/>
                    <a:gd name="connsiteX19" fmla="*/ 467192 w 883584"/>
                    <a:gd name="connsiteY19" fmla="*/ 571039 h 2605101"/>
                    <a:gd name="connsiteX20" fmla="*/ 517992 w 883584"/>
                    <a:gd name="connsiteY20" fmla="*/ 872664 h 2605101"/>
                    <a:gd name="connsiteX0" fmla="*/ 517992 w 986848"/>
                    <a:gd name="connsiteY0" fmla="*/ 778265 h 2510702"/>
                    <a:gd name="connsiteX1" fmla="*/ 470367 w 986848"/>
                    <a:gd name="connsiteY1" fmla="*/ 943365 h 2510702"/>
                    <a:gd name="connsiteX2" fmla="*/ 479892 w 986848"/>
                    <a:gd name="connsiteY2" fmla="*/ 1229115 h 2510702"/>
                    <a:gd name="connsiteX3" fmla="*/ 390992 w 986848"/>
                    <a:gd name="connsiteY3" fmla="*/ 1730765 h 2510702"/>
                    <a:gd name="connsiteX4" fmla="*/ 146517 w 986848"/>
                    <a:gd name="connsiteY4" fmla="*/ 2000640 h 2510702"/>
                    <a:gd name="connsiteX5" fmla="*/ 467 w 986848"/>
                    <a:gd name="connsiteY5" fmla="*/ 2349890 h 2510702"/>
                    <a:gd name="connsiteX6" fmla="*/ 98892 w 986848"/>
                    <a:gd name="connsiteY6" fmla="*/ 2445140 h 2510702"/>
                    <a:gd name="connsiteX7" fmla="*/ 365592 w 986848"/>
                    <a:gd name="connsiteY7" fmla="*/ 2502289 h 2510702"/>
                    <a:gd name="connsiteX8" fmla="*/ 187792 w 986848"/>
                    <a:gd name="connsiteY8" fmla="*/ 2305440 h 2510702"/>
                    <a:gd name="connsiteX9" fmla="*/ 610067 w 986848"/>
                    <a:gd name="connsiteY9" fmla="*/ 1860940 h 2510702"/>
                    <a:gd name="connsiteX10" fmla="*/ 794217 w 986848"/>
                    <a:gd name="connsiteY10" fmla="*/ 1330715 h 2510702"/>
                    <a:gd name="connsiteX11" fmla="*/ 876767 w 986848"/>
                    <a:gd name="connsiteY11" fmla="*/ 1032265 h 2510702"/>
                    <a:gd name="connsiteX12" fmla="*/ 860892 w 986848"/>
                    <a:gd name="connsiteY12" fmla="*/ 949715 h 2510702"/>
                    <a:gd name="connsiteX13" fmla="*/ 724367 w 986848"/>
                    <a:gd name="connsiteY13" fmla="*/ 835415 h 2510702"/>
                    <a:gd name="connsiteX14" fmla="*/ 644992 w 986848"/>
                    <a:gd name="connsiteY14" fmla="*/ 619515 h 2510702"/>
                    <a:gd name="connsiteX15" fmla="*/ 587842 w 986848"/>
                    <a:gd name="connsiteY15" fmla="*/ 505215 h 2510702"/>
                    <a:gd name="connsiteX16" fmla="*/ 978367 w 986848"/>
                    <a:gd name="connsiteY16" fmla="*/ 159140 h 2510702"/>
                    <a:gd name="connsiteX17" fmla="*/ 829142 w 986848"/>
                    <a:gd name="connsiteY17" fmla="*/ 3565 h 2510702"/>
                    <a:gd name="connsiteX18" fmla="*/ 511642 w 986848"/>
                    <a:gd name="connsiteY18" fmla="*/ 298840 h 2510702"/>
                    <a:gd name="connsiteX19" fmla="*/ 467192 w 986848"/>
                    <a:gd name="connsiteY19" fmla="*/ 476640 h 2510702"/>
                    <a:gd name="connsiteX20" fmla="*/ 517992 w 986848"/>
                    <a:gd name="connsiteY20" fmla="*/ 778265 h 2510702"/>
                    <a:gd name="connsiteX0" fmla="*/ 517992 w 978373"/>
                    <a:gd name="connsiteY0" fmla="*/ 652154 h 2384591"/>
                    <a:gd name="connsiteX1" fmla="*/ 470367 w 978373"/>
                    <a:gd name="connsiteY1" fmla="*/ 817254 h 2384591"/>
                    <a:gd name="connsiteX2" fmla="*/ 479892 w 978373"/>
                    <a:gd name="connsiteY2" fmla="*/ 1103004 h 2384591"/>
                    <a:gd name="connsiteX3" fmla="*/ 390992 w 978373"/>
                    <a:gd name="connsiteY3" fmla="*/ 1604654 h 2384591"/>
                    <a:gd name="connsiteX4" fmla="*/ 146517 w 978373"/>
                    <a:gd name="connsiteY4" fmla="*/ 1874529 h 2384591"/>
                    <a:gd name="connsiteX5" fmla="*/ 467 w 978373"/>
                    <a:gd name="connsiteY5" fmla="*/ 2223779 h 2384591"/>
                    <a:gd name="connsiteX6" fmla="*/ 98892 w 978373"/>
                    <a:gd name="connsiteY6" fmla="*/ 2319029 h 2384591"/>
                    <a:gd name="connsiteX7" fmla="*/ 365592 w 978373"/>
                    <a:gd name="connsiteY7" fmla="*/ 2376178 h 2384591"/>
                    <a:gd name="connsiteX8" fmla="*/ 187792 w 978373"/>
                    <a:gd name="connsiteY8" fmla="*/ 2179329 h 2384591"/>
                    <a:gd name="connsiteX9" fmla="*/ 610067 w 978373"/>
                    <a:gd name="connsiteY9" fmla="*/ 1734829 h 2384591"/>
                    <a:gd name="connsiteX10" fmla="*/ 794217 w 978373"/>
                    <a:gd name="connsiteY10" fmla="*/ 1204604 h 2384591"/>
                    <a:gd name="connsiteX11" fmla="*/ 876767 w 978373"/>
                    <a:gd name="connsiteY11" fmla="*/ 906154 h 2384591"/>
                    <a:gd name="connsiteX12" fmla="*/ 860892 w 978373"/>
                    <a:gd name="connsiteY12" fmla="*/ 823604 h 2384591"/>
                    <a:gd name="connsiteX13" fmla="*/ 724367 w 978373"/>
                    <a:gd name="connsiteY13" fmla="*/ 709304 h 2384591"/>
                    <a:gd name="connsiteX14" fmla="*/ 644992 w 978373"/>
                    <a:gd name="connsiteY14" fmla="*/ 493404 h 2384591"/>
                    <a:gd name="connsiteX15" fmla="*/ 587842 w 978373"/>
                    <a:gd name="connsiteY15" fmla="*/ 379104 h 2384591"/>
                    <a:gd name="connsiteX16" fmla="*/ 978367 w 978373"/>
                    <a:gd name="connsiteY16" fmla="*/ 33029 h 2384591"/>
                    <a:gd name="connsiteX17" fmla="*/ 597367 w 978373"/>
                    <a:gd name="connsiteY17" fmla="*/ 29854 h 2384591"/>
                    <a:gd name="connsiteX18" fmla="*/ 511642 w 978373"/>
                    <a:gd name="connsiteY18" fmla="*/ 172729 h 2384591"/>
                    <a:gd name="connsiteX19" fmla="*/ 467192 w 978373"/>
                    <a:gd name="connsiteY19" fmla="*/ 350529 h 2384591"/>
                    <a:gd name="connsiteX20" fmla="*/ 517992 w 978373"/>
                    <a:gd name="connsiteY20" fmla="*/ 652154 h 2384591"/>
                    <a:gd name="connsiteX0" fmla="*/ 517992 w 883584"/>
                    <a:gd name="connsiteY0" fmla="*/ 950381 h 2682818"/>
                    <a:gd name="connsiteX1" fmla="*/ 470367 w 883584"/>
                    <a:gd name="connsiteY1" fmla="*/ 1115481 h 2682818"/>
                    <a:gd name="connsiteX2" fmla="*/ 479892 w 883584"/>
                    <a:gd name="connsiteY2" fmla="*/ 1401231 h 2682818"/>
                    <a:gd name="connsiteX3" fmla="*/ 390992 w 883584"/>
                    <a:gd name="connsiteY3" fmla="*/ 1902881 h 2682818"/>
                    <a:gd name="connsiteX4" fmla="*/ 146517 w 883584"/>
                    <a:gd name="connsiteY4" fmla="*/ 2172756 h 2682818"/>
                    <a:gd name="connsiteX5" fmla="*/ 467 w 883584"/>
                    <a:gd name="connsiteY5" fmla="*/ 2522006 h 2682818"/>
                    <a:gd name="connsiteX6" fmla="*/ 98892 w 883584"/>
                    <a:gd name="connsiteY6" fmla="*/ 2617256 h 2682818"/>
                    <a:gd name="connsiteX7" fmla="*/ 365592 w 883584"/>
                    <a:gd name="connsiteY7" fmla="*/ 2674405 h 2682818"/>
                    <a:gd name="connsiteX8" fmla="*/ 187792 w 883584"/>
                    <a:gd name="connsiteY8" fmla="*/ 2477556 h 2682818"/>
                    <a:gd name="connsiteX9" fmla="*/ 610067 w 883584"/>
                    <a:gd name="connsiteY9" fmla="*/ 2033056 h 2682818"/>
                    <a:gd name="connsiteX10" fmla="*/ 794217 w 883584"/>
                    <a:gd name="connsiteY10" fmla="*/ 1502831 h 2682818"/>
                    <a:gd name="connsiteX11" fmla="*/ 876767 w 883584"/>
                    <a:gd name="connsiteY11" fmla="*/ 1204381 h 2682818"/>
                    <a:gd name="connsiteX12" fmla="*/ 860892 w 883584"/>
                    <a:gd name="connsiteY12" fmla="*/ 1121831 h 2682818"/>
                    <a:gd name="connsiteX13" fmla="*/ 724367 w 883584"/>
                    <a:gd name="connsiteY13" fmla="*/ 1007531 h 2682818"/>
                    <a:gd name="connsiteX14" fmla="*/ 644992 w 883584"/>
                    <a:gd name="connsiteY14" fmla="*/ 791631 h 2682818"/>
                    <a:gd name="connsiteX15" fmla="*/ 587842 w 883584"/>
                    <a:gd name="connsiteY15" fmla="*/ 677331 h 2682818"/>
                    <a:gd name="connsiteX16" fmla="*/ 587842 w 883584"/>
                    <a:gd name="connsiteY16" fmla="*/ 7406 h 2682818"/>
                    <a:gd name="connsiteX17" fmla="*/ 597367 w 883584"/>
                    <a:gd name="connsiteY17" fmla="*/ 328081 h 2682818"/>
                    <a:gd name="connsiteX18" fmla="*/ 511642 w 883584"/>
                    <a:gd name="connsiteY18" fmla="*/ 470956 h 2682818"/>
                    <a:gd name="connsiteX19" fmla="*/ 467192 w 883584"/>
                    <a:gd name="connsiteY19" fmla="*/ 648756 h 2682818"/>
                    <a:gd name="connsiteX20" fmla="*/ 517992 w 883584"/>
                    <a:gd name="connsiteY20" fmla="*/ 950381 h 2682818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511642 w 883584"/>
                    <a:gd name="connsiteY19" fmla="*/ 470512 h 2682374"/>
                    <a:gd name="connsiteX20" fmla="*/ 467192 w 883584"/>
                    <a:gd name="connsiteY20" fmla="*/ 648312 h 2682374"/>
                    <a:gd name="connsiteX21" fmla="*/ 517992 w 883584"/>
                    <a:gd name="connsiteY21" fmla="*/ 949937 h 2682374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600544 w 883584"/>
                    <a:gd name="connsiteY19" fmla="*/ 340339 h 2682374"/>
                    <a:gd name="connsiteX20" fmla="*/ 511642 w 883584"/>
                    <a:gd name="connsiteY20" fmla="*/ 470512 h 2682374"/>
                    <a:gd name="connsiteX21" fmla="*/ 467192 w 883584"/>
                    <a:gd name="connsiteY21" fmla="*/ 648312 h 2682374"/>
                    <a:gd name="connsiteX22" fmla="*/ 517992 w 883584"/>
                    <a:gd name="connsiteY22" fmla="*/ 949937 h 2682374"/>
                    <a:gd name="connsiteX0" fmla="*/ 517992 w 883584"/>
                    <a:gd name="connsiteY0" fmla="*/ 963028 h 2695465"/>
                    <a:gd name="connsiteX1" fmla="*/ 470367 w 883584"/>
                    <a:gd name="connsiteY1" fmla="*/ 1128128 h 2695465"/>
                    <a:gd name="connsiteX2" fmla="*/ 479892 w 883584"/>
                    <a:gd name="connsiteY2" fmla="*/ 1413878 h 2695465"/>
                    <a:gd name="connsiteX3" fmla="*/ 390992 w 883584"/>
                    <a:gd name="connsiteY3" fmla="*/ 1915528 h 2695465"/>
                    <a:gd name="connsiteX4" fmla="*/ 146517 w 883584"/>
                    <a:gd name="connsiteY4" fmla="*/ 2185403 h 2695465"/>
                    <a:gd name="connsiteX5" fmla="*/ 467 w 883584"/>
                    <a:gd name="connsiteY5" fmla="*/ 2534653 h 2695465"/>
                    <a:gd name="connsiteX6" fmla="*/ 98892 w 883584"/>
                    <a:gd name="connsiteY6" fmla="*/ 2629903 h 2695465"/>
                    <a:gd name="connsiteX7" fmla="*/ 365592 w 883584"/>
                    <a:gd name="connsiteY7" fmla="*/ 2687052 h 2695465"/>
                    <a:gd name="connsiteX8" fmla="*/ 187792 w 883584"/>
                    <a:gd name="connsiteY8" fmla="*/ 2490203 h 2695465"/>
                    <a:gd name="connsiteX9" fmla="*/ 610067 w 883584"/>
                    <a:gd name="connsiteY9" fmla="*/ 2045703 h 2695465"/>
                    <a:gd name="connsiteX10" fmla="*/ 794217 w 883584"/>
                    <a:gd name="connsiteY10" fmla="*/ 1515478 h 2695465"/>
                    <a:gd name="connsiteX11" fmla="*/ 876767 w 883584"/>
                    <a:gd name="connsiteY11" fmla="*/ 1217028 h 2695465"/>
                    <a:gd name="connsiteX12" fmla="*/ 860892 w 883584"/>
                    <a:gd name="connsiteY12" fmla="*/ 1134478 h 2695465"/>
                    <a:gd name="connsiteX13" fmla="*/ 724367 w 883584"/>
                    <a:gd name="connsiteY13" fmla="*/ 1020178 h 2695465"/>
                    <a:gd name="connsiteX14" fmla="*/ 644992 w 883584"/>
                    <a:gd name="connsiteY14" fmla="*/ 804278 h 2695465"/>
                    <a:gd name="connsiteX15" fmla="*/ 587842 w 883584"/>
                    <a:gd name="connsiteY15" fmla="*/ 689978 h 2695465"/>
                    <a:gd name="connsiteX16" fmla="*/ 587842 w 883584"/>
                    <a:gd name="connsiteY16" fmla="*/ 20053 h 2695465"/>
                    <a:gd name="connsiteX17" fmla="*/ 597367 w 883584"/>
                    <a:gd name="connsiteY17" fmla="*/ 340728 h 2695465"/>
                    <a:gd name="connsiteX18" fmla="*/ 603719 w 883584"/>
                    <a:gd name="connsiteY18" fmla="*/ 347080 h 2695465"/>
                    <a:gd name="connsiteX19" fmla="*/ 762469 w 883584"/>
                    <a:gd name="connsiteY19" fmla="*/ 1005 h 2695465"/>
                    <a:gd name="connsiteX20" fmla="*/ 511642 w 883584"/>
                    <a:gd name="connsiteY20" fmla="*/ 483603 h 2695465"/>
                    <a:gd name="connsiteX21" fmla="*/ 467192 w 883584"/>
                    <a:gd name="connsiteY21" fmla="*/ 661403 h 2695465"/>
                    <a:gd name="connsiteX22" fmla="*/ 517992 w 883584"/>
                    <a:gd name="connsiteY22" fmla="*/ 963028 h 2695465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587842 w 927570"/>
                    <a:gd name="connsiteY16" fmla="*/ 19999 h 2695411"/>
                    <a:gd name="connsiteX17" fmla="*/ 597367 w 927570"/>
                    <a:gd name="connsiteY17" fmla="*/ 34067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872"/>
                    <a:gd name="connsiteY0" fmla="*/ 962974 h 2695411"/>
                    <a:gd name="connsiteX1" fmla="*/ 470367 w 927872"/>
                    <a:gd name="connsiteY1" fmla="*/ 1128074 h 2695411"/>
                    <a:gd name="connsiteX2" fmla="*/ 479892 w 927872"/>
                    <a:gd name="connsiteY2" fmla="*/ 1413824 h 2695411"/>
                    <a:gd name="connsiteX3" fmla="*/ 390992 w 927872"/>
                    <a:gd name="connsiteY3" fmla="*/ 1915474 h 2695411"/>
                    <a:gd name="connsiteX4" fmla="*/ 146517 w 927872"/>
                    <a:gd name="connsiteY4" fmla="*/ 2185349 h 2695411"/>
                    <a:gd name="connsiteX5" fmla="*/ 467 w 927872"/>
                    <a:gd name="connsiteY5" fmla="*/ 2534599 h 2695411"/>
                    <a:gd name="connsiteX6" fmla="*/ 98892 w 927872"/>
                    <a:gd name="connsiteY6" fmla="*/ 2629849 h 2695411"/>
                    <a:gd name="connsiteX7" fmla="*/ 365592 w 927872"/>
                    <a:gd name="connsiteY7" fmla="*/ 2686998 h 2695411"/>
                    <a:gd name="connsiteX8" fmla="*/ 187792 w 927872"/>
                    <a:gd name="connsiteY8" fmla="*/ 2490149 h 2695411"/>
                    <a:gd name="connsiteX9" fmla="*/ 610067 w 927872"/>
                    <a:gd name="connsiteY9" fmla="*/ 2045649 h 2695411"/>
                    <a:gd name="connsiteX10" fmla="*/ 794217 w 927872"/>
                    <a:gd name="connsiteY10" fmla="*/ 1515424 h 2695411"/>
                    <a:gd name="connsiteX11" fmla="*/ 876767 w 927872"/>
                    <a:gd name="connsiteY11" fmla="*/ 1216974 h 2695411"/>
                    <a:gd name="connsiteX12" fmla="*/ 860892 w 927872"/>
                    <a:gd name="connsiteY12" fmla="*/ 1134424 h 2695411"/>
                    <a:gd name="connsiteX13" fmla="*/ 724367 w 927872"/>
                    <a:gd name="connsiteY13" fmla="*/ 1020124 h 2695411"/>
                    <a:gd name="connsiteX14" fmla="*/ 644992 w 927872"/>
                    <a:gd name="connsiteY14" fmla="*/ 804224 h 2695411"/>
                    <a:gd name="connsiteX15" fmla="*/ 587842 w 927872"/>
                    <a:gd name="connsiteY15" fmla="*/ 689924 h 2695411"/>
                    <a:gd name="connsiteX16" fmla="*/ 587842 w 927872"/>
                    <a:gd name="connsiteY16" fmla="*/ 19999 h 2695411"/>
                    <a:gd name="connsiteX17" fmla="*/ 879942 w 927872"/>
                    <a:gd name="connsiteY17" fmla="*/ 562924 h 2695411"/>
                    <a:gd name="connsiteX18" fmla="*/ 927569 w 927872"/>
                    <a:gd name="connsiteY18" fmla="*/ 369251 h 2695411"/>
                    <a:gd name="connsiteX19" fmla="*/ 762469 w 927872"/>
                    <a:gd name="connsiteY19" fmla="*/ 951 h 2695411"/>
                    <a:gd name="connsiteX20" fmla="*/ 511642 w 927872"/>
                    <a:gd name="connsiteY20" fmla="*/ 483549 h 2695411"/>
                    <a:gd name="connsiteX21" fmla="*/ 467192 w 927872"/>
                    <a:gd name="connsiteY21" fmla="*/ 661349 h 2695411"/>
                    <a:gd name="connsiteX22" fmla="*/ 517992 w 927872"/>
                    <a:gd name="connsiteY22" fmla="*/ 962974 h 2695411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898992 w 927570"/>
                    <a:gd name="connsiteY16" fmla="*/ 785174 h 2695411"/>
                    <a:gd name="connsiteX17" fmla="*/ 879942 w 927570"/>
                    <a:gd name="connsiteY17" fmla="*/ 56292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569"/>
                    <a:gd name="connsiteY0" fmla="*/ 622174 h 2354611"/>
                    <a:gd name="connsiteX1" fmla="*/ 470367 w 927569"/>
                    <a:gd name="connsiteY1" fmla="*/ 787274 h 2354611"/>
                    <a:gd name="connsiteX2" fmla="*/ 479892 w 927569"/>
                    <a:gd name="connsiteY2" fmla="*/ 1073024 h 2354611"/>
                    <a:gd name="connsiteX3" fmla="*/ 390992 w 927569"/>
                    <a:gd name="connsiteY3" fmla="*/ 1574674 h 2354611"/>
                    <a:gd name="connsiteX4" fmla="*/ 146517 w 927569"/>
                    <a:gd name="connsiteY4" fmla="*/ 1844549 h 2354611"/>
                    <a:gd name="connsiteX5" fmla="*/ 467 w 927569"/>
                    <a:gd name="connsiteY5" fmla="*/ 2193799 h 2354611"/>
                    <a:gd name="connsiteX6" fmla="*/ 98892 w 927569"/>
                    <a:gd name="connsiteY6" fmla="*/ 2289049 h 2354611"/>
                    <a:gd name="connsiteX7" fmla="*/ 365592 w 927569"/>
                    <a:gd name="connsiteY7" fmla="*/ 2346198 h 2354611"/>
                    <a:gd name="connsiteX8" fmla="*/ 187792 w 927569"/>
                    <a:gd name="connsiteY8" fmla="*/ 2149349 h 2354611"/>
                    <a:gd name="connsiteX9" fmla="*/ 610067 w 927569"/>
                    <a:gd name="connsiteY9" fmla="*/ 1704849 h 2354611"/>
                    <a:gd name="connsiteX10" fmla="*/ 794217 w 927569"/>
                    <a:gd name="connsiteY10" fmla="*/ 1174624 h 2354611"/>
                    <a:gd name="connsiteX11" fmla="*/ 876767 w 927569"/>
                    <a:gd name="connsiteY11" fmla="*/ 876174 h 2354611"/>
                    <a:gd name="connsiteX12" fmla="*/ 860892 w 927569"/>
                    <a:gd name="connsiteY12" fmla="*/ 793624 h 2354611"/>
                    <a:gd name="connsiteX13" fmla="*/ 724367 w 927569"/>
                    <a:gd name="connsiteY13" fmla="*/ 679324 h 2354611"/>
                    <a:gd name="connsiteX14" fmla="*/ 644992 w 927569"/>
                    <a:gd name="connsiteY14" fmla="*/ 463424 h 2354611"/>
                    <a:gd name="connsiteX15" fmla="*/ 587842 w 927569"/>
                    <a:gd name="connsiteY15" fmla="*/ 349124 h 2354611"/>
                    <a:gd name="connsiteX16" fmla="*/ 898992 w 927569"/>
                    <a:gd name="connsiteY16" fmla="*/ 444374 h 2354611"/>
                    <a:gd name="connsiteX17" fmla="*/ 879942 w 927569"/>
                    <a:gd name="connsiteY17" fmla="*/ 222124 h 2354611"/>
                    <a:gd name="connsiteX18" fmla="*/ 927569 w 927569"/>
                    <a:gd name="connsiteY18" fmla="*/ 28451 h 2354611"/>
                    <a:gd name="connsiteX19" fmla="*/ 613244 w 927569"/>
                    <a:gd name="connsiteY19" fmla="*/ 6226 h 2354611"/>
                    <a:gd name="connsiteX20" fmla="*/ 511642 w 927569"/>
                    <a:gd name="connsiteY20" fmla="*/ 142749 h 2354611"/>
                    <a:gd name="connsiteX21" fmla="*/ 467192 w 927569"/>
                    <a:gd name="connsiteY21" fmla="*/ 320549 h 2354611"/>
                    <a:gd name="connsiteX22" fmla="*/ 517992 w 927569"/>
                    <a:gd name="connsiteY22" fmla="*/ 622174 h 2354611"/>
                    <a:gd name="connsiteX0" fmla="*/ 517992 w 931813"/>
                    <a:gd name="connsiteY0" fmla="*/ 873132 h 2605569"/>
                    <a:gd name="connsiteX1" fmla="*/ 470367 w 931813"/>
                    <a:gd name="connsiteY1" fmla="*/ 1038232 h 2605569"/>
                    <a:gd name="connsiteX2" fmla="*/ 479892 w 931813"/>
                    <a:gd name="connsiteY2" fmla="*/ 1323982 h 2605569"/>
                    <a:gd name="connsiteX3" fmla="*/ 390992 w 931813"/>
                    <a:gd name="connsiteY3" fmla="*/ 1825632 h 2605569"/>
                    <a:gd name="connsiteX4" fmla="*/ 146517 w 931813"/>
                    <a:gd name="connsiteY4" fmla="*/ 2095507 h 2605569"/>
                    <a:gd name="connsiteX5" fmla="*/ 467 w 931813"/>
                    <a:gd name="connsiteY5" fmla="*/ 2444757 h 2605569"/>
                    <a:gd name="connsiteX6" fmla="*/ 98892 w 931813"/>
                    <a:gd name="connsiteY6" fmla="*/ 2540007 h 2605569"/>
                    <a:gd name="connsiteX7" fmla="*/ 365592 w 931813"/>
                    <a:gd name="connsiteY7" fmla="*/ 2597156 h 2605569"/>
                    <a:gd name="connsiteX8" fmla="*/ 187792 w 931813"/>
                    <a:gd name="connsiteY8" fmla="*/ 2400307 h 2605569"/>
                    <a:gd name="connsiteX9" fmla="*/ 610067 w 931813"/>
                    <a:gd name="connsiteY9" fmla="*/ 1955807 h 2605569"/>
                    <a:gd name="connsiteX10" fmla="*/ 794217 w 931813"/>
                    <a:gd name="connsiteY10" fmla="*/ 1425582 h 2605569"/>
                    <a:gd name="connsiteX11" fmla="*/ 876767 w 931813"/>
                    <a:gd name="connsiteY11" fmla="*/ 1127132 h 2605569"/>
                    <a:gd name="connsiteX12" fmla="*/ 860892 w 931813"/>
                    <a:gd name="connsiteY12" fmla="*/ 1044582 h 2605569"/>
                    <a:gd name="connsiteX13" fmla="*/ 724367 w 931813"/>
                    <a:gd name="connsiteY13" fmla="*/ 930282 h 2605569"/>
                    <a:gd name="connsiteX14" fmla="*/ 644992 w 931813"/>
                    <a:gd name="connsiteY14" fmla="*/ 714382 h 2605569"/>
                    <a:gd name="connsiteX15" fmla="*/ 587842 w 931813"/>
                    <a:gd name="connsiteY15" fmla="*/ 600082 h 2605569"/>
                    <a:gd name="connsiteX16" fmla="*/ 898992 w 931813"/>
                    <a:gd name="connsiteY16" fmla="*/ 695332 h 2605569"/>
                    <a:gd name="connsiteX17" fmla="*/ 879942 w 931813"/>
                    <a:gd name="connsiteY17" fmla="*/ 473082 h 2605569"/>
                    <a:gd name="connsiteX18" fmla="*/ 521169 w 931813"/>
                    <a:gd name="connsiteY18" fmla="*/ 9 h 2605569"/>
                    <a:gd name="connsiteX19" fmla="*/ 613244 w 931813"/>
                    <a:gd name="connsiteY19" fmla="*/ 257184 h 2605569"/>
                    <a:gd name="connsiteX20" fmla="*/ 511642 w 931813"/>
                    <a:gd name="connsiteY20" fmla="*/ 393707 h 2605569"/>
                    <a:gd name="connsiteX21" fmla="*/ 467192 w 931813"/>
                    <a:gd name="connsiteY21" fmla="*/ 571507 h 2605569"/>
                    <a:gd name="connsiteX22" fmla="*/ 517992 w 931813"/>
                    <a:gd name="connsiteY22" fmla="*/ 873132 h 2605569"/>
                    <a:gd name="connsiteX0" fmla="*/ 517992 w 901118"/>
                    <a:gd name="connsiteY0" fmla="*/ 1028787 h 2761224"/>
                    <a:gd name="connsiteX1" fmla="*/ 470367 w 901118"/>
                    <a:gd name="connsiteY1" fmla="*/ 1193887 h 2761224"/>
                    <a:gd name="connsiteX2" fmla="*/ 479892 w 901118"/>
                    <a:gd name="connsiteY2" fmla="*/ 1479637 h 2761224"/>
                    <a:gd name="connsiteX3" fmla="*/ 390992 w 901118"/>
                    <a:gd name="connsiteY3" fmla="*/ 1981287 h 2761224"/>
                    <a:gd name="connsiteX4" fmla="*/ 146517 w 901118"/>
                    <a:gd name="connsiteY4" fmla="*/ 2251162 h 2761224"/>
                    <a:gd name="connsiteX5" fmla="*/ 467 w 901118"/>
                    <a:gd name="connsiteY5" fmla="*/ 2600412 h 2761224"/>
                    <a:gd name="connsiteX6" fmla="*/ 98892 w 901118"/>
                    <a:gd name="connsiteY6" fmla="*/ 2695662 h 2761224"/>
                    <a:gd name="connsiteX7" fmla="*/ 365592 w 901118"/>
                    <a:gd name="connsiteY7" fmla="*/ 2752811 h 2761224"/>
                    <a:gd name="connsiteX8" fmla="*/ 187792 w 901118"/>
                    <a:gd name="connsiteY8" fmla="*/ 2555962 h 2761224"/>
                    <a:gd name="connsiteX9" fmla="*/ 610067 w 901118"/>
                    <a:gd name="connsiteY9" fmla="*/ 2111462 h 2761224"/>
                    <a:gd name="connsiteX10" fmla="*/ 794217 w 901118"/>
                    <a:gd name="connsiteY10" fmla="*/ 1581237 h 2761224"/>
                    <a:gd name="connsiteX11" fmla="*/ 876767 w 901118"/>
                    <a:gd name="connsiteY11" fmla="*/ 1282787 h 2761224"/>
                    <a:gd name="connsiteX12" fmla="*/ 860892 w 901118"/>
                    <a:gd name="connsiteY12" fmla="*/ 1200237 h 2761224"/>
                    <a:gd name="connsiteX13" fmla="*/ 724367 w 901118"/>
                    <a:gd name="connsiteY13" fmla="*/ 1085937 h 2761224"/>
                    <a:gd name="connsiteX14" fmla="*/ 644992 w 901118"/>
                    <a:gd name="connsiteY14" fmla="*/ 870037 h 2761224"/>
                    <a:gd name="connsiteX15" fmla="*/ 587842 w 901118"/>
                    <a:gd name="connsiteY15" fmla="*/ 755737 h 2761224"/>
                    <a:gd name="connsiteX16" fmla="*/ 898992 w 901118"/>
                    <a:gd name="connsiteY16" fmla="*/ 850987 h 2761224"/>
                    <a:gd name="connsiteX17" fmla="*/ 714842 w 901118"/>
                    <a:gd name="connsiteY17" fmla="*/ 31837 h 2761224"/>
                    <a:gd name="connsiteX18" fmla="*/ 521169 w 901118"/>
                    <a:gd name="connsiteY18" fmla="*/ 155664 h 2761224"/>
                    <a:gd name="connsiteX19" fmla="*/ 613244 w 901118"/>
                    <a:gd name="connsiteY19" fmla="*/ 412839 h 2761224"/>
                    <a:gd name="connsiteX20" fmla="*/ 511642 w 901118"/>
                    <a:gd name="connsiteY20" fmla="*/ 549362 h 2761224"/>
                    <a:gd name="connsiteX21" fmla="*/ 467192 w 901118"/>
                    <a:gd name="connsiteY21" fmla="*/ 727162 h 2761224"/>
                    <a:gd name="connsiteX22" fmla="*/ 517992 w 901118"/>
                    <a:gd name="connsiteY22" fmla="*/ 1028787 h 2761224"/>
                    <a:gd name="connsiteX0" fmla="*/ 517992 w 913695"/>
                    <a:gd name="connsiteY0" fmla="*/ 1008702 h 2741139"/>
                    <a:gd name="connsiteX1" fmla="*/ 470367 w 913695"/>
                    <a:gd name="connsiteY1" fmla="*/ 1173802 h 2741139"/>
                    <a:gd name="connsiteX2" fmla="*/ 479892 w 913695"/>
                    <a:gd name="connsiteY2" fmla="*/ 1459552 h 2741139"/>
                    <a:gd name="connsiteX3" fmla="*/ 390992 w 913695"/>
                    <a:gd name="connsiteY3" fmla="*/ 1961202 h 2741139"/>
                    <a:gd name="connsiteX4" fmla="*/ 146517 w 913695"/>
                    <a:gd name="connsiteY4" fmla="*/ 2231077 h 2741139"/>
                    <a:gd name="connsiteX5" fmla="*/ 467 w 913695"/>
                    <a:gd name="connsiteY5" fmla="*/ 2580327 h 2741139"/>
                    <a:gd name="connsiteX6" fmla="*/ 98892 w 913695"/>
                    <a:gd name="connsiteY6" fmla="*/ 2675577 h 2741139"/>
                    <a:gd name="connsiteX7" fmla="*/ 365592 w 913695"/>
                    <a:gd name="connsiteY7" fmla="*/ 2732726 h 2741139"/>
                    <a:gd name="connsiteX8" fmla="*/ 187792 w 913695"/>
                    <a:gd name="connsiteY8" fmla="*/ 2535877 h 2741139"/>
                    <a:gd name="connsiteX9" fmla="*/ 610067 w 913695"/>
                    <a:gd name="connsiteY9" fmla="*/ 2091377 h 2741139"/>
                    <a:gd name="connsiteX10" fmla="*/ 794217 w 913695"/>
                    <a:gd name="connsiteY10" fmla="*/ 1561152 h 2741139"/>
                    <a:gd name="connsiteX11" fmla="*/ 876767 w 913695"/>
                    <a:gd name="connsiteY11" fmla="*/ 1262702 h 2741139"/>
                    <a:gd name="connsiteX12" fmla="*/ 860892 w 913695"/>
                    <a:gd name="connsiteY12" fmla="*/ 1180152 h 2741139"/>
                    <a:gd name="connsiteX13" fmla="*/ 724367 w 913695"/>
                    <a:gd name="connsiteY13" fmla="*/ 1065852 h 2741139"/>
                    <a:gd name="connsiteX14" fmla="*/ 644992 w 913695"/>
                    <a:gd name="connsiteY14" fmla="*/ 849952 h 2741139"/>
                    <a:gd name="connsiteX15" fmla="*/ 587842 w 913695"/>
                    <a:gd name="connsiteY15" fmla="*/ 735652 h 2741139"/>
                    <a:gd name="connsiteX16" fmla="*/ 898992 w 913695"/>
                    <a:gd name="connsiteY16" fmla="*/ 830902 h 2741139"/>
                    <a:gd name="connsiteX17" fmla="*/ 848195 w 913695"/>
                    <a:gd name="connsiteY17" fmla="*/ 488005 h 2741139"/>
                    <a:gd name="connsiteX18" fmla="*/ 714842 w 913695"/>
                    <a:gd name="connsiteY18" fmla="*/ 11752 h 2741139"/>
                    <a:gd name="connsiteX19" fmla="*/ 521169 w 913695"/>
                    <a:gd name="connsiteY19" fmla="*/ 135579 h 2741139"/>
                    <a:gd name="connsiteX20" fmla="*/ 613244 w 913695"/>
                    <a:gd name="connsiteY20" fmla="*/ 392754 h 2741139"/>
                    <a:gd name="connsiteX21" fmla="*/ 511642 w 913695"/>
                    <a:gd name="connsiteY21" fmla="*/ 529277 h 2741139"/>
                    <a:gd name="connsiteX22" fmla="*/ 467192 w 913695"/>
                    <a:gd name="connsiteY22" fmla="*/ 707077 h 2741139"/>
                    <a:gd name="connsiteX23" fmla="*/ 517992 w 913695"/>
                    <a:gd name="connsiteY23" fmla="*/ 1008702 h 2741139"/>
                    <a:gd name="connsiteX0" fmla="*/ 517992 w 911783"/>
                    <a:gd name="connsiteY0" fmla="*/ 1020165 h 2752602"/>
                    <a:gd name="connsiteX1" fmla="*/ 470367 w 911783"/>
                    <a:gd name="connsiteY1" fmla="*/ 1185265 h 2752602"/>
                    <a:gd name="connsiteX2" fmla="*/ 479892 w 911783"/>
                    <a:gd name="connsiteY2" fmla="*/ 1471015 h 2752602"/>
                    <a:gd name="connsiteX3" fmla="*/ 390992 w 911783"/>
                    <a:gd name="connsiteY3" fmla="*/ 1972665 h 2752602"/>
                    <a:gd name="connsiteX4" fmla="*/ 146517 w 911783"/>
                    <a:gd name="connsiteY4" fmla="*/ 2242540 h 2752602"/>
                    <a:gd name="connsiteX5" fmla="*/ 467 w 911783"/>
                    <a:gd name="connsiteY5" fmla="*/ 2591790 h 2752602"/>
                    <a:gd name="connsiteX6" fmla="*/ 98892 w 911783"/>
                    <a:gd name="connsiteY6" fmla="*/ 2687040 h 2752602"/>
                    <a:gd name="connsiteX7" fmla="*/ 365592 w 911783"/>
                    <a:gd name="connsiteY7" fmla="*/ 2744189 h 2752602"/>
                    <a:gd name="connsiteX8" fmla="*/ 187792 w 911783"/>
                    <a:gd name="connsiteY8" fmla="*/ 2547340 h 2752602"/>
                    <a:gd name="connsiteX9" fmla="*/ 610067 w 911783"/>
                    <a:gd name="connsiteY9" fmla="*/ 2102840 h 2752602"/>
                    <a:gd name="connsiteX10" fmla="*/ 794217 w 911783"/>
                    <a:gd name="connsiteY10" fmla="*/ 1572615 h 2752602"/>
                    <a:gd name="connsiteX11" fmla="*/ 876767 w 911783"/>
                    <a:gd name="connsiteY11" fmla="*/ 1274165 h 2752602"/>
                    <a:gd name="connsiteX12" fmla="*/ 860892 w 911783"/>
                    <a:gd name="connsiteY12" fmla="*/ 1191615 h 2752602"/>
                    <a:gd name="connsiteX13" fmla="*/ 724367 w 911783"/>
                    <a:gd name="connsiteY13" fmla="*/ 1077315 h 2752602"/>
                    <a:gd name="connsiteX14" fmla="*/ 644992 w 911783"/>
                    <a:gd name="connsiteY14" fmla="*/ 861415 h 2752602"/>
                    <a:gd name="connsiteX15" fmla="*/ 587842 w 911783"/>
                    <a:gd name="connsiteY15" fmla="*/ 747115 h 2752602"/>
                    <a:gd name="connsiteX16" fmla="*/ 898992 w 911783"/>
                    <a:gd name="connsiteY16" fmla="*/ 842365 h 2752602"/>
                    <a:gd name="connsiteX17" fmla="*/ 838670 w 911783"/>
                    <a:gd name="connsiteY17" fmla="*/ 86718 h 2752602"/>
                    <a:gd name="connsiteX18" fmla="*/ 714842 w 911783"/>
                    <a:gd name="connsiteY18" fmla="*/ 23215 h 2752602"/>
                    <a:gd name="connsiteX19" fmla="*/ 521169 w 911783"/>
                    <a:gd name="connsiteY19" fmla="*/ 147042 h 2752602"/>
                    <a:gd name="connsiteX20" fmla="*/ 613244 w 911783"/>
                    <a:gd name="connsiteY20" fmla="*/ 404217 h 2752602"/>
                    <a:gd name="connsiteX21" fmla="*/ 511642 w 911783"/>
                    <a:gd name="connsiteY21" fmla="*/ 540740 h 2752602"/>
                    <a:gd name="connsiteX22" fmla="*/ 467192 w 911783"/>
                    <a:gd name="connsiteY22" fmla="*/ 718540 h 2752602"/>
                    <a:gd name="connsiteX23" fmla="*/ 517992 w 911783"/>
                    <a:gd name="connsiteY23" fmla="*/ 1020165 h 2752602"/>
                    <a:gd name="connsiteX0" fmla="*/ 517992 w 912474"/>
                    <a:gd name="connsiteY0" fmla="*/ 998240 h 2730677"/>
                    <a:gd name="connsiteX1" fmla="*/ 470367 w 912474"/>
                    <a:gd name="connsiteY1" fmla="*/ 1163340 h 2730677"/>
                    <a:gd name="connsiteX2" fmla="*/ 479892 w 912474"/>
                    <a:gd name="connsiteY2" fmla="*/ 1449090 h 2730677"/>
                    <a:gd name="connsiteX3" fmla="*/ 390992 w 912474"/>
                    <a:gd name="connsiteY3" fmla="*/ 1950740 h 2730677"/>
                    <a:gd name="connsiteX4" fmla="*/ 146517 w 912474"/>
                    <a:gd name="connsiteY4" fmla="*/ 2220615 h 2730677"/>
                    <a:gd name="connsiteX5" fmla="*/ 467 w 912474"/>
                    <a:gd name="connsiteY5" fmla="*/ 2569865 h 2730677"/>
                    <a:gd name="connsiteX6" fmla="*/ 98892 w 912474"/>
                    <a:gd name="connsiteY6" fmla="*/ 2665115 h 2730677"/>
                    <a:gd name="connsiteX7" fmla="*/ 365592 w 912474"/>
                    <a:gd name="connsiteY7" fmla="*/ 2722264 h 2730677"/>
                    <a:gd name="connsiteX8" fmla="*/ 187792 w 912474"/>
                    <a:gd name="connsiteY8" fmla="*/ 2525415 h 2730677"/>
                    <a:gd name="connsiteX9" fmla="*/ 610067 w 912474"/>
                    <a:gd name="connsiteY9" fmla="*/ 2080915 h 2730677"/>
                    <a:gd name="connsiteX10" fmla="*/ 794217 w 912474"/>
                    <a:gd name="connsiteY10" fmla="*/ 1550690 h 2730677"/>
                    <a:gd name="connsiteX11" fmla="*/ 876767 w 912474"/>
                    <a:gd name="connsiteY11" fmla="*/ 1252240 h 2730677"/>
                    <a:gd name="connsiteX12" fmla="*/ 860892 w 912474"/>
                    <a:gd name="connsiteY12" fmla="*/ 1169690 h 2730677"/>
                    <a:gd name="connsiteX13" fmla="*/ 724367 w 912474"/>
                    <a:gd name="connsiteY13" fmla="*/ 1055390 h 2730677"/>
                    <a:gd name="connsiteX14" fmla="*/ 644992 w 912474"/>
                    <a:gd name="connsiteY14" fmla="*/ 839490 h 2730677"/>
                    <a:gd name="connsiteX15" fmla="*/ 587842 w 912474"/>
                    <a:gd name="connsiteY15" fmla="*/ 725190 h 2730677"/>
                    <a:gd name="connsiteX16" fmla="*/ 898992 w 912474"/>
                    <a:gd name="connsiteY16" fmla="*/ 820440 h 2730677"/>
                    <a:gd name="connsiteX17" fmla="*/ 854545 w 912474"/>
                    <a:gd name="connsiteY17" fmla="*/ 134643 h 2730677"/>
                    <a:gd name="connsiteX18" fmla="*/ 838670 w 912474"/>
                    <a:gd name="connsiteY18" fmla="*/ 64793 h 2730677"/>
                    <a:gd name="connsiteX19" fmla="*/ 714842 w 912474"/>
                    <a:gd name="connsiteY19" fmla="*/ 1290 h 2730677"/>
                    <a:gd name="connsiteX20" fmla="*/ 521169 w 912474"/>
                    <a:gd name="connsiteY20" fmla="*/ 125117 h 2730677"/>
                    <a:gd name="connsiteX21" fmla="*/ 613244 w 912474"/>
                    <a:gd name="connsiteY21" fmla="*/ 382292 h 2730677"/>
                    <a:gd name="connsiteX22" fmla="*/ 511642 w 912474"/>
                    <a:gd name="connsiteY22" fmla="*/ 518815 h 2730677"/>
                    <a:gd name="connsiteX23" fmla="*/ 467192 w 912474"/>
                    <a:gd name="connsiteY23" fmla="*/ 696615 h 2730677"/>
                    <a:gd name="connsiteX24" fmla="*/ 517992 w 912474"/>
                    <a:gd name="connsiteY24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54544 w 912187"/>
                    <a:gd name="connsiteY18" fmla="*/ 134643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83119 w 912187"/>
                    <a:gd name="connsiteY18" fmla="*/ 239418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1083"/>
                    <a:gd name="connsiteY0" fmla="*/ 998240 h 2730677"/>
                    <a:gd name="connsiteX1" fmla="*/ 470367 w 911083"/>
                    <a:gd name="connsiteY1" fmla="*/ 1163340 h 2730677"/>
                    <a:gd name="connsiteX2" fmla="*/ 479892 w 911083"/>
                    <a:gd name="connsiteY2" fmla="*/ 1449090 h 2730677"/>
                    <a:gd name="connsiteX3" fmla="*/ 390992 w 911083"/>
                    <a:gd name="connsiteY3" fmla="*/ 1950740 h 2730677"/>
                    <a:gd name="connsiteX4" fmla="*/ 146517 w 911083"/>
                    <a:gd name="connsiteY4" fmla="*/ 2220615 h 2730677"/>
                    <a:gd name="connsiteX5" fmla="*/ 467 w 911083"/>
                    <a:gd name="connsiteY5" fmla="*/ 2569865 h 2730677"/>
                    <a:gd name="connsiteX6" fmla="*/ 98892 w 911083"/>
                    <a:gd name="connsiteY6" fmla="*/ 2665115 h 2730677"/>
                    <a:gd name="connsiteX7" fmla="*/ 365592 w 911083"/>
                    <a:gd name="connsiteY7" fmla="*/ 2722264 h 2730677"/>
                    <a:gd name="connsiteX8" fmla="*/ 187792 w 911083"/>
                    <a:gd name="connsiteY8" fmla="*/ 2525415 h 2730677"/>
                    <a:gd name="connsiteX9" fmla="*/ 610067 w 911083"/>
                    <a:gd name="connsiteY9" fmla="*/ 2080915 h 2730677"/>
                    <a:gd name="connsiteX10" fmla="*/ 794217 w 911083"/>
                    <a:gd name="connsiteY10" fmla="*/ 1550690 h 2730677"/>
                    <a:gd name="connsiteX11" fmla="*/ 876767 w 911083"/>
                    <a:gd name="connsiteY11" fmla="*/ 1252240 h 2730677"/>
                    <a:gd name="connsiteX12" fmla="*/ 860892 w 911083"/>
                    <a:gd name="connsiteY12" fmla="*/ 1169690 h 2730677"/>
                    <a:gd name="connsiteX13" fmla="*/ 724367 w 911083"/>
                    <a:gd name="connsiteY13" fmla="*/ 1055390 h 2730677"/>
                    <a:gd name="connsiteX14" fmla="*/ 644992 w 911083"/>
                    <a:gd name="connsiteY14" fmla="*/ 839490 h 2730677"/>
                    <a:gd name="connsiteX15" fmla="*/ 587842 w 911083"/>
                    <a:gd name="connsiteY15" fmla="*/ 725190 h 2730677"/>
                    <a:gd name="connsiteX16" fmla="*/ 898992 w 911083"/>
                    <a:gd name="connsiteY16" fmla="*/ 820440 h 2730677"/>
                    <a:gd name="connsiteX17" fmla="*/ 848195 w 911083"/>
                    <a:gd name="connsiteY17" fmla="*/ 356893 h 2730677"/>
                    <a:gd name="connsiteX18" fmla="*/ 883119 w 911083"/>
                    <a:gd name="connsiteY18" fmla="*/ 239418 h 2730677"/>
                    <a:gd name="connsiteX19" fmla="*/ 838670 w 911083"/>
                    <a:gd name="connsiteY19" fmla="*/ 64793 h 2730677"/>
                    <a:gd name="connsiteX20" fmla="*/ 714842 w 911083"/>
                    <a:gd name="connsiteY20" fmla="*/ 1290 h 2730677"/>
                    <a:gd name="connsiteX21" fmla="*/ 521169 w 911083"/>
                    <a:gd name="connsiteY21" fmla="*/ 125117 h 2730677"/>
                    <a:gd name="connsiteX22" fmla="*/ 613244 w 911083"/>
                    <a:gd name="connsiteY22" fmla="*/ 382292 h 2730677"/>
                    <a:gd name="connsiteX23" fmla="*/ 511642 w 911083"/>
                    <a:gd name="connsiteY23" fmla="*/ 518815 h 2730677"/>
                    <a:gd name="connsiteX24" fmla="*/ 467192 w 911083"/>
                    <a:gd name="connsiteY24" fmla="*/ 696615 h 2730677"/>
                    <a:gd name="connsiteX25" fmla="*/ 517992 w 911083"/>
                    <a:gd name="connsiteY25" fmla="*/ 998240 h 2730677"/>
                    <a:gd name="connsiteX0" fmla="*/ 517992 w 918868"/>
                    <a:gd name="connsiteY0" fmla="*/ 998240 h 2730677"/>
                    <a:gd name="connsiteX1" fmla="*/ 470367 w 918868"/>
                    <a:gd name="connsiteY1" fmla="*/ 1163340 h 2730677"/>
                    <a:gd name="connsiteX2" fmla="*/ 479892 w 918868"/>
                    <a:gd name="connsiteY2" fmla="*/ 1449090 h 2730677"/>
                    <a:gd name="connsiteX3" fmla="*/ 390992 w 918868"/>
                    <a:gd name="connsiteY3" fmla="*/ 1950740 h 2730677"/>
                    <a:gd name="connsiteX4" fmla="*/ 146517 w 918868"/>
                    <a:gd name="connsiteY4" fmla="*/ 2220615 h 2730677"/>
                    <a:gd name="connsiteX5" fmla="*/ 467 w 918868"/>
                    <a:gd name="connsiteY5" fmla="*/ 2569865 h 2730677"/>
                    <a:gd name="connsiteX6" fmla="*/ 98892 w 918868"/>
                    <a:gd name="connsiteY6" fmla="*/ 2665115 h 2730677"/>
                    <a:gd name="connsiteX7" fmla="*/ 365592 w 918868"/>
                    <a:gd name="connsiteY7" fmla="*/ 2722264 h 2730677"/>
                    <a:gd name="connsiteX8" fmla="*/ 187792 w 918868"/>
                    <a:gd name="connsiteY8" fmla="*/ 2525415 h 2730677"/>
                    <a:gd name="connsiteX9" fmla="*/ 610067 w 918868"/>
                    <a:gd name="connsiteY9" fmla="*/ 2080915 h 2730677"/>
                    <a:gd name="connsiteX10" fmla="*/ 794217 w 918868"/>
                    <a:gd name="connsiteY10" fmla="*/ 1550690 h 2730677"/>
                    <a:gd name="connsiteX11" fmla="*/ 876767 w 918868"/>
                    <a:gd name="connsiteY11" fmla="*/ 1252240 h 2730677"/>
                    <a:gd name="connsiteX12" fmla="*/ 860892 w 918868"/>
                    <a:gd name="connsiteY12" fmla="*/ 1169690 h 2730677"/>
                    <a:gd name="connsiteX13" fmla="*/ 724367 w 918868"/>
                    <a:gd name="connsiteY13" fmla="*/ 1055390 h 2730677"/>
                    <a:gd name="connsiteX14" fmla="*/ 644992 w 918868"/>
                    <a:gd name="connsiteY14" fmla="*/ 839490 h 2730677"/>
                    <a:gd name="connsiteX15" fmla="*/ 587842 w 918868"/>
                    <a:gd name="connsiteY15" fmla="*/ 725190 h 2730677"/>
                    <a:gd name="connsiteX16" fmla="*/ 898992 w 918868"/>
                    <a:gd name="connsiteY16" fmla="*/ 820440 h 2730677"/>
                    <a:gd name="connsiteX17" fmla="*/ 883120 w 918868"/>
                    <a:gd name="connsiteY17" fmla="*/ 541043 h 2730677"/>
                    <a:gd name="connsiteX18" fmla="*/ 848195 w 918868"/>
                    <a:gd name="connsiteY18" fmla="*/ 356893 h 2730677"/>
                    <a:gd name="connsiteX19" fmla="*/ 883119 w 918868"/>
                    <a:gd name="connsiteY19" fmla="*/ 239418 h 2730677"/>
                    <a:gd name="connsiteX20" fmla="*/ 838670 w 918868"/>
                    <a:gd name="connsiteY20" fmla="*/ 64793 h 2730677"/>
                    <a:gd name="connsiteX21" fmla="*/ 714842 w 918868"/>
                    <a:gd name="connsiteY21" fmla="*/ 1290 h 2730677"/>
                    <a:gd name="connsiteX22" fmla="*/ 521169 w 918868"/>
                    <a:gd name="connsiteY22" fmla="*/ 125117 h 2730677"/>
                    <a:gd name="connsiteX23" fmla="*/ 613244 w 918868"/>
                    <a:gd name="connsiteY23" fmla="*/ 382292 h 2730677"/>
                    <a:gd name="connsiteX24" fmla="*/ 511642 w 918868"/>
                    <a:gd name="connsiteY24" fmla="*/ 518815 h 2730677"/>
                    <a:gd name="connsiteX25" fmla="*/ 467192 w 918868"/>
                    <a:gd name="connsiteY25" fmla="*/ 696615 h 2730677"/>
                    <a:gd name="connsiteX26" fmla="*/ 517992 w 918868"/>
                    <a:gd name="connsiteY26" fmla="*/ 998240 h 2730677"/>
                    <a:gd name="connsiteX0" fmla="*/ 517992 w 902408"/>
                    <a:gd name="connsiteY0" fmla="*/ 998240 h 2730677"/>
                    <a:gd name="connsiteX1" fmla="*/ 470367 w 902408"/>
                    <a:gd name="connsiteY1" fmla="*/ 1163340 h 2730677"/>
                    <a:gd name="connsiteX2" fmla="*/ 479892 w 902408"/>
                    <a:gd name="connsiteY2" fmla="*/ 1449090 h 2730677"/>
                    <a:gd name="connsiteX3" fmla="*/ 390992 w 902408"/>
                    <a:gd name="connsiteY3" fmla="*/ 1950740 h 2730677"/>
                    <a:gd name="connsiteX4" fmla="*/ 146517 w 902408"/>
                    <a:gd name="connsiteY4" fmla="*/ 2220615 h 2730677"/>
                    <a:gd name="connsiteX5" fmla="*/ 467 w 902408"/>
                    <a:gd name="connsiteY5" fmla="*/ 2569865 h 2730677"/>
                    <a:gd name="connsiteX6" fmla="*/ 98892 w 902408"/>
                    <a:gd name="connsiteY6" fmla="*/ 2665115 h 2730677"/>
                    <a:gd name="connsiteX7" fmla="*/ 365592 w 902408"/>
                    <a:gd name="connsiteY7" fmla="*/ 2722264 h 2730677"/>
                    <a:gd name="connsiteX8" fmla="*/ 187792 w 902408"/>
                    <a:gd name="connsiteY8" fmla="*/ 2525415 h 2730677"/>
                    <a:gd name="connsiteX9" fmla="*/ 610067 w 902408"/>
                    <a:gd name="connsiteY9" fmla="*/ 2080915 h 2730677"/>
                    <a:gd name="connsiteX10" fmla="*/ 794217 w 902408"/>
                    <a:gd name="connsiteY10" fmla="*/ 1550690 h 2730677"/>
                    <a:gd name="connsiteX11" fmla="*/ 876767 w 902408"/>
                    <a:gd name="connsiteY11" fmla="*/ 1252240 h 2730677"/>
                    <a:gd name="connsiteX12" fmla="*/ 860892 w 902408"/>
                    <a:gd name="connsiteY12" fmla="*/ 1169690 h 2730677"/>
                    <a:gd name="connsiteX13" fmla="*/ 724367 w 902408"/>
                    <a:gd name="connsiteY13" fmla="*/ 1055390 h 2730677"/>
                    <a:gd name="connsiteX14" fmla="*/ 644992 w 902408"/>
                    <a:gd name="connsiteY14" fmla="*/ 839490 h 2730677"/>
                    <a:gd name="connsiteX15" fmla="*/ 587842 w 902408"/>
                    <a:gd name="connsiteY15" fmla="*/ 725190 h 2730677"/>
                    <a:gd name="connsiteX16" fmla="*/ 898992 w 902408"/>
                    <a:gd name="connsiteY16" fmla="*/ 820440 h 2730677"/>
                    <a:gd name="connsiteX17" fmla="*/ 759295 w 902408"/>
                    <a:gd name="connsiteY17" fmla="*/ 423568 h 2730677"/>
                    <a:gd name="connsiteX18" fmla="*/ 848195 w 902408"/>
                    <a:gd name="connsiteY18" fmla="*/ 356893 h 2730677"/>
                    <a:gd name="connsiteX19" fmla="*/ 883119 w 902408"/>
                    <a:gd name="connsiteY19" fmla="*/ 239418 h 2730677"/>
                    <a:gd name="connsiteX20" fmla="*/ 838670 w 902408"/>
                    <a:gd name="connsiteY20" fmla="*/ 64793 h 2730677"/>
                    <a:gd name="connsiteX21" fmla="*/ 714842 w 902408"/>
                    <a:gd name="connsiteY21" fmla="*/ 1290 h 2730677"/>
                    <a:gd name="connsiteX22" fmla="*/ 521169 w 902408"/>
                    <a:gd name="connsiteY22" fmla="*/ 125117 h 2730677"/>
                    <a:gd name="connsiteX23" fmla="*/ 613244 w 902408"/>
                    <a:gd name="connsiteY23" fmla="*/ 382292 h 2730677"/>
                    <a:gd name="connsiteX24" fmla="*/ 511642 w 902408"/>
                    <a:gd name="connsiteY24" fmla="*/ 518815 h 2730677"/>
                    <a:gd name="connsiteX25" fmla="*/ 467192 w 902408"/>
                    <a:gd name="connsiteY25" fmla="*/ 696615 h 2730677"/>
                    <a:gd name="connsiteX26" fmla="*/ 517992 w 902408"/>
                    <a:gd name="connsiteY26" fmla="*/ 998240 h 2730677"/>
                    <a:gd name="connsiteX0" fmla="*/ 517992 w 932676"/>
                    <a:gd name="connsiteY0" fmla="*/ 998240 h 2730677"/>
                    <a:gd name="connsiteX1" fmla="*/ 470367 w 932676"/>
                    <a:gd name="connsiteY1" fmla="*/ 1163340 h 2730677"/>
                    <a:gd name="connsiteX2" fmla="*/ 479892 w 932676"/>
                    <a:gd name="connsiteY2" fmla="*/ 1449090 h 2730677"/>
                    <a:gd name="connsiteX3" fmla="*/ 390992 w 932676"/>
                    <a:gd name="connsiteY3" fmla="*/ 1950740 h 2730677"/>
                    <a:gd name="connsiteX4" fmla="*/ 146517 w 932676"/>
                    <a:gd name="connsiteY4" fmla="*/ 2220615 h 2730677"/>
                    <a:gd name="connsiteX5" fmla="*/ 467 w 932676"/>
                    <a:gd name="connsiteY5" fmla="*/ 2569865 h 2730677"/>
                    <a:gd name="connsiteX6" fmla="*/ 98892 w 932676"/>
                    <a:gd name="connsiteY6" fmla="*/ 2665115 h 2730677"/>
                    <a:gd name="connsiteX7" fmla="*/ 365592 w 932676"/>
                    <a:gd name="connsiteY7" fmla="*/ 2722264 h 2730677"/>
                    <a:gd name="connsiteX8" fmla="*/ 187792 w 932676"/>
                    <a:gd name="connsiteY8" fmla="*/ 2525415 h 2730677"/>
                    <a:gd name="connsiteX9" fmla="*/ 610067 w 932676"/>
                    <a:gd name="connsiteY9" fmla="*/ 2080915 h 2730677"/>
                    <a:gd name="connsiteX10" fmla="*/ 794217 w 932676"/>
                    <a:gd name="connsiteY10" fmla="*/ 1550690 h 2730677"/>
                    <a:gd name="connsiteX11" fmla="*/ 876767 w 932676"/>
                    <a:gd name="connsiteY11" fmla="*/ 1252240 h 2730677"/>
                    <a:gd name="connsiteX12" fmla="*/ 860892 w 932676"/>
                    <a:gd name="connsiteY12" fmla="*/ 1169690 h 2730677"/>
                    <a:gd name="connsiteX13" fmla="*/ 724367 w 932676"/>
                    <a:gd name="connsiteY13" fmla="*/ 1055390 h 2730677"/>
                    <a:gd name="connsiteX14" fmla="*/ 644992 w 932676"/>
                    <a:gd name="connsiteY14" fmla="*/ 839490 h 2730677"/>
                    <a:gd name="connsiteX15" fmla="*/ 587842 w 932676"/>
                    <a:gd name="connsiteY15" fmla="*/ 725190 h 2730677"/>
                    <a:gd name="connsiteX16" fmla="*/ 898992 w 932676"/>
                    <a:gd name="connsiteY16" fmla="*/ 820440 h 2730677"/>
                    <a:gd name="connsiteX17" fmla="*/ 908519 w 932676"/>
                    <a:gd name="connsiteY17" fmla="*/ 814093 h 2730677"/>
                    <a:gd name="connsiteX18" fmla="*/ 759295 w 932676"/>
                    <a:gd name="connsiteY18" fmla="*/ 423568 h 2730677"/>
                    <a:gd name="connsiteX19" fmla="*/ 848195 w 932676"/>
                    <a:gd name="connsiteY19" fmla="*/ 356893 h 2730677"/>
                    <a:gd name="connsiteX20" fmla="*/ 883119 w 932676"/>
                    <a:gd name="connsiteY20" fmla="*/ 239418 h 2730677"/>
                    <a:gd name="connsiteX21" fmla="*/ 838670 w 932676"/>
                    <a:gd name="connsiteY21" fmla="*/ 64793 h 2730677"/>
                    <a:gd name="connsiteX22" fmla="*/ 714842 w 932676"/>
                    <a:gd name="connsiteY22" fmla="*/ 1290 h 2730677"/>
                    <a:gd name="connsiteX23" fmla="*/ 521169 w 932676"/>
                    <a:gd name="connsiteY23" fmla="*/ 125117 h 2730677"/>
                    <a:gd name="connsiteX24" fmla="*/ 613244 w 932676"/>
                    <a:gd name="connsiteY24" fmla="*/ 382292 h 2730677"/>
                    <a:gd name="connsiteX25" fmla="*/ 511642 w 932676"/>
                    <a:gd name="connsiteY25" fmla="*/ 518815 h 2730677"/>
                    <a:gd name="connsiteX26" fmla="*/ 467192 w 932676"/>
                    <a:gd name="connsiteY26" fmla="*/ 696615 h 2730677"/>
                    <a:gd name="connsiteX27" fmla="*/ 517992 w 932676"/>
                    <a:gd name="connsiteY27" fmla="*/ 998240 h 2730677"/>
                    <a:gd name="connsiteX0" fmla="*/ 517992 w 925354"/>
                    <a:gd name="connsiteY0" fmla="*/ 998240 h 2730677"/>
                    <a:gd name="connsiteX1" fmla="*/ 470367 w 925354"/>
                    <a:gd name="connsiteY1" fmla="*/ 1163340 h 2730677"/>
                    <a:gd name="connsiteX2" fmla="*/ 479892 w 925354"/>
                    <a:gd name="connsiteY2" fmla="*/ 1449090 h 2730677"/>
                    <a:gd name="connsiteX3" fmla="*/ 390992 w 925354"/>
                    <a:gd name="connsiteY3" fmla="*/ 1950740 h 2730677"/>
                    <a:gd name="connsiteX4" fmla="*/ 146517 w 925354"/>
                    <a:gd name="connsiteY4" fmla="*/ 2220615 h 2730677"/>
                    <a:gd name="connsiteX5" fmla="*/ 467 w 925354"/>
                    <a:gd name="connsiteY5" fmla="*/ 2569865 h 2730677"/>
                    <a:gd name="connsiteX6" fmla="*/ 98892 w 925354"/>
                    <a:gd name="connsiteY6" fmla="*/ 2665115 h 2730677"/>
                    <a:gd name="connsiteX7" fmla="*/ 365592 w 925354"/>
                    <a:gd name="connsiteY7" fmla="*/ 2722264 h 2730677"/>
                    <a:gd name="connsiteX8" fmla="*/ 187792 w 925354"/>
                    <a:gd name="connsiteY8" fmla="*/ 2525415 h 2730677"/>
                    <a:gd name="connsiteX9" fmla="*/ 610067 w 925354"/>
                    <a:gd name="connsiteY9" fmla="*/ 2080915 h 2730677"/>
                    <a:gd name="connsiteX10" fmla="*/ 794217 w 925354"/>
                    <a:gd name="connsiteY10" fmla="*/ 1550690 h 2730677"/>
                    <a:gd name="connsiteX11" fmla="*/ 876767 w 925354"/>
                    <a:gd name="connsiteY11" fmla="*/ 1252240 h 2730677"/>
                    <a:gd name="connsiteX12" fmla="*/ 860892 w 925354"/>
                    <a:gd name="connsiteY12" fmla="*/ 1169690 h 2730677"/>
                    <a:gd name="connsiteX13" fmla="*/ 724367 w 925354"/>
                    <a:gd name="connsiteY13" fmla="*/ 1055390 h 2730677"/>
                    <a:gd name="connsiteX14" fmla="*/ 644992 w 925354"/>
                    <a:gd name="connsiteY14" fmla="*/ 839490 h 2730677"/>
                    <a:gd name="connsiteX15" fmla="*/ 587842 w 925354"/>
                    <a:gd name="connsiteY15" fmla="*/ 725190 h 2730677"/>
                    <a:gd name="connsiteX16" fmla="*/ 898992 w 925354"/>
                    <a:gd name="connsiteY16" fmla="*/ 820440 h 2730677"/>
                    <a:gd name="connsiteX17" fmla="*/ 908519 w 925354"/>
                    <a:gd name="connsiteY17" fmla="*/ 814093 h 2730677"/>
                    <a:gd name="connsiteX18" fmla="*/ 902169 w 925354"/>
                    <a:gd name="connsiteY18" fmla="*/ 817268 h 2730677"/>
                    <a:gd name="connsiteX19" fmla="*/ 759295 w 925354"/>
                    <a:gd name="connsiteY19" fmla="*/ 423568 h 2730677"/>
                    <a:gd name="connsiteX20" fmla="*/ 848195 w 925354"/>
                    <a:gd name="connsiteY20" fmla="*/ 356893 h 2730677"/>
                    <a:gd name="connsiteX21" fmla="*/ 883119 w 925354"/>
                    <a:gd name="connsiteY21" fmla="*/ 239418 h 2730677"/>
                    <a:gd name="connsiteX22" fmla="*/ 838670 w 925354"/>
                    <a:gd name="connsiteY22" fmla="*/ 64793 h 2730677"/>
                    <a:gd name="connsiteX23" fmla="*/ 714842 w 925354"/>
                    <a:gd name="connsiteY23" fmla="*/ 1290 h 2730677"/>
                    <a:gd name="connsiteX24" fmla="*/ 521169 w 925354"/>
                    <a:gd name="connsiteY24" fmla="*/ 125117 h 2730677"/>
                    <a:gd name="connsiteX25" fmla="*/ 613244 w 925354"/>
                    <a:gd name="connsiteY25" fmla="*/ 382292 h 2730677"/>
                    <a:gd name="connsiteX26" fmla="*/ 511642 w 925354"/>
                    <a:gd name="connsiteY26" fmla="*/ 518815 h 2730677"/>
                    <a:gd name="connsiteX27" fmla="*/ 467192 w 925354"/>
                    <a:gd name="connsiteY27" fmla="*/ 696615 h 2730677"/>
                    <a:gd name="connsiteX28" fmla="*/ 517992 w 925354"/>
                    <a:gd name="connsiteY28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902169 w 930788"/>
                    <a:gd name="connsiteY19" fmla="*/ 817268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56"/>
                    <a:gd name="connsiteY0" fmla="*/ 998240 h 2730677"/>
                    <a:gd name="connsiteX1" fmla="*/ 470367 w 930756"/>
                    <a:gd name="connsiteY1" fmla="*/ 1163340 h 2730677"/>
                    <a:gd name="connsiteX2" fmla="*/ 479892 w 930756"/>
                    <a:gd name="connsiteY2" fmla="*/ 1449090 h 2730677"/>
                    <a:gd name="connsiteX3" fmla="*/ 390992 w 930756"/>
                    <a:gd name="connsiteY3" fmla="*/ 1950740 h 2730677"/>
                    <a:gd name="connsiteX4" fmla="*/ 146517 w 930756"/>
                    <a:gd name="connsiteY4" fmla="*/ 2220615 h 2730677"/>
                    <a:gd name="connsiteX5" fmla="*/ 467 w 930756"/>
                    <a:gd name="connsiteY5" fmla="*/ 2569865 h 2730677"/>
                    <a:gd name="connsiteX6" fmla="*/ 98892 w 930756"/>
                    <a:gd name="connsiteY6" fmla="*/ 2665115 h 2730677"/>
                    <a:gd name="connsiteX7" fmla="*/ 365592 w 930756"/>
                    <a:gd name="connsiteY7" fmla="*/ 2722264 h 2730677"/>
                    <a:gd name="connsiteX8" fmla="*/ 187792 w 930756"/>
                    <a:gd name="connsiteY8" fmla="*/ 2525415 h 2730677"/>
                    <a:gd name="connsiteX9" fmla="*/ 610067 w 930756"/>
                    <a:gd name="connsiteY9" fmla="*/ 2080915 h 2730677"/>
                    <a:gd name="connsiteX10" fmla="*/ 794217 w 930756"/>
                    <a:gd name="connsiteY10" fmla="*/ 1550690 h 2730677"/>
                    <a:gd name="connsiteX11" fmla="*/ 876767 w 930756"/>
                    <a:gd name="connsiteY11" fmla="*/ 1252240 h 2730677"/>
                    <a:gd name="connsiteX12" fmla="*/ 860892 w 930756"/>
                    <a:gd name="connsiteY12" fmla="*/ 1169690 h 2730677"/>
                    <a:gd name="connsiteX13" fmla="*/ 724367 w 930756"/>
                    <a:gd name="connsiteY13" fmla="*/ 1055390 h 2730677"/>
                    <a:gd name="connsiteX14" fmla="*/ 644992 w 930756"/>
                    <a:gd name="connsiteY14" fmla="*/ 839490 h 2730677"/>
                    <a:gd name="connsiteX15" fmla="*/ 587842 w 930756"/>
                    <a:gd name="connsiteY15" fmla="*/ 725190 h 2730677"/>
                    <a:gd name="connsiteX16" fmla="*/ 898992 w 930756"/>
                    <a:gd name="connsiteY16" fmla="*/ 820440 h 2730677"/>
                    <a:gd name="connsiteX17" fmla="*/ 857719 w 930756"/>
                    <a:gd name="connsiteY17" fmla="*/ 902993 h 2730677"/>
                    <a:gd name="connsiteX18" fmla="*/ 930744 w 930756"/>
                    <a:gd name="connsiteY18" fmla="*/ 826793 h 2730677"/>
                    <a:gd name="connsiteX19" fmla="*/ 870419 w 930756"/>
                    <a:gd name="connsiteY19" fmla="*/ 877593 h 2730677"/>
                    <a:gd name="connsiteX20" fmla="*/ 759295 w 930756"/>
                    <a:gd name="connsiteY20" fmla="*/ 423568 h 2730677"/>
                    <a:gd name="connsiteX21" fmla="*/ 848195 w 930756"/>
                    <a:gd name="connsiteY21" fmla="*/ 356893 h 2730677"/>
                    <a:gd name="connsiteX22" fmla="*/ 883119 w 930756"/>
                    <a:gd name="connsiteY22" fmla="*/ 239418 h 2730677"/>
                    <a:gd name="connsiteX23" fmla="*/ 838670 w 930756"/>
                    <a:gd name="connsiteY23" fmla="*/ 64793 h 2730677"/>
                    <a:gd name="connsiteX24" fmla="*/ 714842 w 930756"/>
                    <a:gd name="connsiteY24" fmla="*/ 1290 h 2730677"/>
                    <a:gd name="connsiteX25" fmla="*/ 521169 w 930756"/>
                    <a:gd name="connsiteY25" fmla="*/ 125117 h 2730677"/>
                    <a:gd name="connsiteX26" fmla="*/ 613244 w 930756"/>
                    <a:gd name="connsiteY26" fmla="*/ 382292 h 2730677"/>
                    <a:gd name="connsiteX27" fmla="*/ 511642 w 930756"/>
                    <a:gd name="connsiteY27" fmla="*/ 518815 h 2730677"/>
                    <a:gd name="connsiteX28" fmla="*/ 467192 w 930756"/>
                    <a:gd name="connsiteY28" fmla="*/ 696615 h 2730677"/>
                    <a:gd name="connsiteX29" fmla="*/ 517992 w 930756"/>
                    <a:gd name="connsiteY29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887922"/>
                    <a:gd name="connsiteY0" fmla="*/ 998240 h 2730677"/>
                    <a:gd name="connsiteX1" fmla="*/ 470367 w 887922"/>
                    <a:gd name="connsiteY1" fmla="*/ 1163340 h 2730677"/>
                    <a:gd name="connsiteX2" fmla="*/ 479892 w 887922"/>
                    <a:gd name="connsiteY2" fmla="*/ 1449090 h 2730677"/>
                    <a:gd name="connsiteX3" fmla="*/ 390992 w 887922"/>
                    <a:gd name="connsiteY3" fmla="*/ 1950740 h 2730677"/>
                    <a:gd name="connsiteX4" fmla="*/ 146517 w 887922"/>
                    <a:gd name="connsiteY4" fmla="*/ 2220615 h 2730677"/>
                    <a:gd name="connsiteX5" fmla="*/ 467 w 887922"/>
                    <a:gd name="connsiteY5" fmla="*/ 2569865 h 2730677"/>
                    <a:gd name="connsiteX6" fmla="*/ 98892 w 887922"/>
                    <a:gd name="connsiteY6" fmla="*/ 2665115 h 2730677"/>
                    <a:gd name="connsiteX7" fmla="*/ 365592 w 887922"/>
                    <a:gd name="connsiteY7" fmla="*/ 2722264 h 2730677"/>
                    <a:gd name="connsiteX8" fmla="*/ 187792 w 887922"/>
                    <a:gd name="connsiteY8" fmla="*/ 2525415 h 2730677"/>
                    <a:gd name="connsiteX9" fmla="*/ 610067 w 887922"/>
                    <a:gd name="connsiteY9" fmla="*/ 2080915 h 2730677"/>
                    <a:gd name="connsiteX10" fmla="*/ 794217 w 887922"/>
                    <a:gd name="connsiteY10" fmla="*/ 1550690 h 2730677"/>
                    <a:gd name="connsiteX11" fmla="*/ 876767 w 887922"/>
                    <a:gd name="connsiteY11" fmla="*/ 1252240 h 2730677"/>
                    <a:gd name="connsiteX12" fmla="*/ 860892 w 887922"/>
                    <a:gd name="connsiteY12" fmla="*/ 1169690 h 2730677"/>
                    <a:gd name="connsiteX13" fmla="*/ 724367 w 887922"/>
                    <a:gd name="connsiteY13" fmla="*/ 1055390 h 2730677"/>
                    <a:gd name="connsiteX14" fmla="*/ 644992 w 887922"/>
                    <a:gd name="connsiteY14" fmla="*/ 839490 h 2730677"/>
                    <a:gd name="connsiteX15" fmla="*/ 587842 w 887922"/>
                    <a:gd name="connsiteY15" fmla="*/ 725190 h 2730677"/>
                    <a:gd name="connsiteX16" fmla="*/ 857719 w 887922"/>
                    <a:gd name="connsiteY16" fmla="*/ 902993 h 2730677"/>
                    <a:gd name="connsiteX17" fmla="*/ 870419 w 887922"/>
                    <a:gd name="connsiteY17" fmla="*/ 877593 h 2730677"/>
                    <a:gd name="connsiteX18" fmla="*/ 759295 w 887922"/>
                    <a:gd name="connsiteY18" fmla="*/ 423568 h 2730677"/>
                    <a:gd name="connsiteX19" fmla="*/ 848195 w 887922"/>
                    <a:gd name="connsiteY19" fmla="*/ 356893 h 2730677"/>
                    <a:gd name="connsiteX20" fmla="*/ 883119 w 887922"/>
                    <a:gd name="connsiteY20" fmla="*/ 239418 h 2730677"/>
                    <a:gd name="connsiteX21" fmla="*/ 838670 w 887922"/>
                    <a:gd name="connsiteY21" fmla="*/ 64793 h 2730677"/>
                    <a:gd name="connsiteX22" fmla="*/ 714842 w 887922"/>
                    <a:gd name="connsiteY22" fmla="*/ 1290 h 2730677"/>
                    <a:gd name="connsiteX23" fmla="*/ 521169 w 887922"/>
                    <a:gd name="connsiteY23" fmla="*/ 125117 h 2730677"/>
                    <a:gd name="connsiteX24" fmla="*/ 613244 w 887922"/>
                    <a:gd name="connsiteY24" fmla="*/ 382292 h 2730677"/>
                    <a:gd name="connsiteX25" fmla="*/ 511642 w 887922"/>
                    <a:gd name="connsiteY25" fmla="*/ 518815 h 2730677"/>
                    <a:gd name="connsiteX26" fmla="*/ 467192 w 887922"/>
                    <a:gd name="connsiteY26" fmla="*/ 696615 h 2730677"/>
                    <a:gd name="connsiteX27" fmla="*/ 517992 w 887922"/>
                    <a:gd name="connsiteY27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587842 w 883584"/>
                    <a:gd name="connsiteY15" fmla="*/ 725190 h 2730677"/>
                    <a:gd name="connsiteX16" fmla="*/ 857719 w 883584"/>
                    <a:gd name="connsiteY16" fmla="*/ 902993 h 2730677"/>
                    <a:gd name="connsiteX17" fmla="*/ 759295 w 883584"/>
                    <a:gd name="connsiteY17" fmla="*/ 423568 h 2730677"/>
                    <a:gd name="connsiteX18" fmla="*/ 848195 w 883584"/>
                    <a:gd name="connsiteY18" fmla="*/ 356893 h 2730677"/>
                    <a:gd name="connsiteX19" fmla="*/ 883119 w 883584"/>
                    <a:gd name="connsiteY19" fmla="*/ 239418 h 2730677"/>
                    <a:gd name="connsiteX20" fmla="*/ 838670 w 883584"/>
                    <a:gd name="connsiteY20" fmla="*/ 64793 h 2730677"/>
                    <a:gd name="connsiteX21" fmla="*/ 714842 w 883584"/>
                    <a:gd name="connsiteY21" fmla="*/ 1290 h 2730677"/>
                    <a:gd name="connsiteX22" fmla="*/ 521169 w 883584"/>
                    <a:gd name="connsiteY22" fmla="*/ 125117 h 2730677"/>
                    <a:gd name="connsiteX23" fmla="*/ 613244 w 883584"/>
                    <a:gd name="connsiteY23" fmla="*/ 382292 h 2730677"/>
                    <a:gd name="connsiteX24" fmla="*/ 511642 w 883584"/>
                    <a:gd name="connsiteY24" fmla="*/ 518815 h 2730677"/>
                    <a:gd name="connsiteX25" fmla="*/ 467192 w 883584"/>
                    <a:gd name="connsiteY25" fmla="*/ 696615 h 2730677"/>
                    <a:gd name="connsiteX26" fmla="*/ 517992 w 883584"/>
                    <a:gd name="connsiteY26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11642 w 883584"/>
                    <a:gd name="connsiteY23" fmla="*/ 518815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17992 w 883584"/>
                    <a:gd name="connsiteY26" fmla="*/ 998240 h 2730677"/>
                    <a:gd name="connsiteX0" fmla="*/ 508467 w 883584"/>
                    <a:gd name="connsiteY0" fmla="*/ 10363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792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15430 w 890547"/>
                    <a:gd name="connsiteY0" fmla="*/ 1071265 h 2730677"/>
                    <a:gd name="connsiteX1" fmla="*/ 436055 w 890547"/>
                    <a:gd name="connsiteY1" fmla="*/ 1293515 h 2730677"/>
                    <a:gd name="connsiteX2" fmla="*/ 455105 w 890547"/>
                    <a:gd name="connsiteY2" fmla="*/ 1591965 h 2730677"/>
                    <a:gd name="connsiteX3" fmla="*/ 397955 w 890547"/>
                    <a:gd name="connsiteY3" fmla="*/ 1950740 h 2730677"/>
                    <a:gd name="connsiteX4" fmla="*/ 153480 w 890547"/>
                    <a:gd name="connsiteY4" fmla="*/ 2220615 h 2730677"/>
                    <a:gd name="connsiteX5" fmla="*/ 7430 w 890547"/>
                    <a:gd name="connsiteY5" fmla="*/ 2569865 h 2730677"/>
                    <a:gd name="connsiteX6" fmla="*/ 105855 w 890547"/>
                    <a:gd name="connsiteY6" fmla="*/ 2665115 h 2730677"/>
                    <a:gd name="connsiteX7" fmla="*/ 372555 w 890547"/>
                    <a:gd name="connsiteY7" fmla="*/ 2722264 h 2730677"/>
                    <a:gd name="connsiteX8" fmla="*/ 194755 w 890547"/>
                    <a:gd name="connsiteY8" fmla="*/ 2525415 h 2730677"/>
                    <a:gd name="connsiteX9" fmla="*/ 617030 w 890547"/>
                    <a:gd name="connsiteY9" fmla="*/ 2080915 h 2730677"/>
                    <a:gd name="connsiteX10" fmla="*/ 801180 w 890547"/>
                    <a:gd name="connsiteY10" fmla="*/ 1550690 h 2730677"/>
                    <a:gd name="connsiteX11" fmla="*/ 883730 w 890547"/>
                    <a:gd name="connsiteY11" fmla="*/ 1252240 h 2730677"/>
                    <a:gd name="connsiteX12" fmla="*/ 867855 w 890547"/>
                    <a:gd name="connsiteY12" fmla="*/ 1169690 h 2730677"/>
                    <a:gd name="connsiteX13" fmla="*/ 731330 w 890547"/>
                    <a:gd name="connsiteY13" fmla="*/ 1055390 h 2730677"/>
                    <a:gd name="connsiteX14" fmla="*/ 651955 w 890547"/>
                    <a:gd name="connsiteY14" fmla="*/ 839490 h 2730677"/>
                    <a:gd name="connsiteX15" fmla="*/ 864682 w 890547"/>
                    <a:gd name="connsiteY15" fmla="*/ 902993 h 2730677"/>
                    <a:gd name="connsiteX16" fmla="*/ 766258 w 890547"/>
                    <a:gd name="connsiteY16" fmla="*/ 423568 h 2730677"/>
                    <a:gd name="connsiteX17" fmla="*/ 855158 w 890547"/>
                    <a:gd name="connsiteY17" fmla="*/ 356893 h 2730677"/>
                    <a:gd name="connsiteX18" fmla="*/ 890082 w 890547"/>
                    <a:gd name="connsiteY18" fmla="*/ 239418 h 2730677"/>
                    <a:gd name="connsiteX19" fmla="*/ 845633 w 890547"/>
                    <a:gd name="connsiteY19" fmla="*/ 64793 h 2730677"/>
                    <a:gd name="connsiteX20" fmla="*/ 721805 w 890547"/>
                    <a:gd name="connsiteY20" fmla="*/ 1290 h 2730677"/>
                    <a:gd name="connsiteX21" fmla="*/ 528132 w 890547"/>
                    <a:gd name="connsiteY21" fmla="*/ 125117 h 2730677"/>
                    <a:gd name="connsiteX22" fmla="*/ 620207 w 890547"/>
                    <a:gd name="connsiteY22" fmla="*/ 382292 h 2730677"/>
                    <a:gd name="connsiteX23" fmla="*/ 537655 w 890547"/>
                    <a:gd name="connsiteY23" fmla="*/ 541040 h 2730677"/>
                    <a:gd name="connsiteX24" fmla="*/ 474155 w 890547"/>
                    <a:gd name="connsiteY24" fmla="*/ 696615 h 2730677"/>
                    <a:gd name="connsiteX25" fmla="*/ 483682 w 890547"/>
                    <a:gd name="connsiteY25" fmla="*/ 677568 h 2730677"/>
                    <a:gd name="connsiteX26" fmla="*/ 515430 w 890547"/>
                    <a:gd name="connsiteY26" fmla="*/ 1071265 h 2730677"/>
                    <a:gd name="connsiteX0" fmla="*/ 509256 w 884373"/>
                    <a:gd name="connsiteY0" fmla="*/ 1071265 h 2730677"/>
                    <a:gd name="connsiteX1" fmla="*/ 429881 w 884373"/>
                    <a:gd name="connsiteY1" fmla="*/ 1293515 h 2730677"/>
                    <a:gd name="connsiteX2" fmla="*/ 448931 w 884373"/>
                    <a:gd name="connsiteY2" fmla="*/ 1591965 h 2730677"/>
                    <a:gd name="connsiteX3" fmla="*/ 391781 w 884373"/>
                    <a:gd name="connsiteY3" fmla="*/ 1950740 h 2730677"/>
                    <a:gd name="connsiteX4" fmla="*/ 147306 w 884373"/>
                    <a:gd name="connsiteY4" fmla="*/ 2220615 h 2730677"/>
                    <a:gd name="connsiteX5" fmla="*/ 1256 w 884373"/>
                    <a:gd name="connsiteY5" fmla="*/ 2569865 h 2730677"/>
                    <a:gd name="connsiteX6" fmla="*/ 99681 w 884373"/>
                    <a:gd name="connsiteY6" fmla="*/ 2665115 h 2730677"/>
                    <a:gd name="connsiteX7" fmla="*/ 366381 w 884373"/>
                    <a:gd name="connsiteY7" fmla="*/ 2722264 h 2730677"/>
                    <a:gd name="connsiteX8" fmla="*/ 188581 w 884373"/>
                    <a:gd name="connsiteY8" fmla="*/ 2525415 h 2730677"/>
                    <a:gd name="connsiteX9" fmla="*/ 610856 w 884373"/>
                    <a:gd name="connsiteY9" fmla="*/ 2080915 h 2730677"/>
                    <a:gd name="connsiteX10" fmla="*/ 795006 w 884373"/>
                    <a:gd name="connsiteY10" fmla="*/ 1550690 h 2730677"/>
                    <a:gd name="connsiteX11" fmla="*/ 877556 w 884373"/>
                    <a:gd name="connsiteY11" fmla="*/ 1252240 h 2730677"/>
                    <a:gd name="connsiteX12" fmla="*/ 861681 w 884373"/>
                    <a:gd name="connsiteY12" fmla="*/ 1169690 h 2730677"/>
                    <a:gd name="connsiteX13" fmla="*/ 725156 w 884373"/>
                    <a:gd name="connsiteY13" fmla="*/ 1055390 h 2730677"/>
                    <a:gd name="connsiteX14" fmla="*/ 645781 w 884373"/>
                    <a:gd name="connsiteY14" fmla="*/ 839490 h 2730677"/>
                    <a:gd name="connsiteX15" fmla="*/ 858508 w 884373"/>
                    <a:gd name="connsiteY15" fmla="*/ 902993 h 2730677"/>
                    <a:gd name="connsiteX16" fmla="*/ 760084 w 884373"/>
                    <a:gd name="connsiteY16" fmla="*/ 423568 h 2730677"/>
                    <a:gd name="connsiteX17" fmla="*/ 848984 w 884373"/>
                    <a:gd name="connsiteY17" fmla="*/ 356893 h 2730677"/>
                    <a:gd name="connsiteX18" fmla="*/ 883908 w 884373"/>
                    <a:gd name="connsiteY18" fmla="*/ 239418 h 2730677"/>
                    <a:gd name="connsiteX19" fmla="*/ 839459 w 884373"/>
                    <a:gd name="connsiteY19" fmla="*/ 64793 h 2730677"/>
                    <a:gd name="connsiteX20" fmla="*/ 715631 w 884373"/>
                    <a:gd name="connsiteY20" fmla="*/ 1290 h 2730677"/>
                    <a:gd name="connsiteX21" fmla="*/ 521958 w 884373"/>
                    <a:gd name="connsiteY21" fmla="*/ 125117 h 2730677"/>
                    <a:gd name="connsiteX22" fmla="*/ 614033 w 884373"/>
                    <a:gd name="connsiteY22" fmla="*/ 382292 h 2730677"/>
                    <a:gd name="connsiteX23" fmla="*/ 531481 w 884373"/>
                    <a:gd name="connsiteY23" fmla="*/ 541040 h 2730677"/>
                    <a:gd name="connsiteX24" fmla="*/ 467981 w 884373"/>
                    <a:gd name="connsiteY24" fmla="*/ 696615 h 2730677"/>
                    <a:gd name="connsiteX25" fmla="*/ 477508 w 884373"/>
                    <a:gd name="connsiteY25" fmla="*/ 677568 h 2730677"/>
                    <a:gd name="connsiteX26" fmla="*/ 509256 w 884373"/>
                    <a:gd name="connsiteY26" fmla="*/ 1071265 h 2730677"/>
                    <a:gd name="connsiteX0" fmla="*/ 515259 w 890376"/>
                    <a:gd name="connsiteY0" fmla="*/ 1071265 h 2730677"/>
                    <a:gd name="connsiteX1" fmla="*/ 435884 w 890376"/>
                    <a:gd name="connsiteY1" fmla="*/ 1293515 h 2730677"/>
                    <a:gd name="connsiteX2" fmla="*/ 454934 w 890376"/>
                    <a:gd name="connsiteY2" fmla="*/ 1591965 h 2730677"/>
                    <a:gd name="connsiteX3" fmla="*/ 397784 w 890376"/>
                    <a:gd name="connsiteY3" fmla="*/ 1950740 h 2730677"/>
                    <a:gd name="connsiteX4" fmla="*/ 153309 w 890376"/>
                    <a:gd name="connsiteY4" fmla="*/ 2220615 h 2730677"/>
                    <a:gd name="connsiteX5" fmla="*/ 7259 w 890376"/>
                    <a:gd name="connsiteY5" fmla="*/ 2569865 h 2730677"/>
                    <a:gd name="connsiteX6" fmla="*/ 105684 w 890376"/>
                    <a:gd name="connsiteY6" fmla="*/ 2665115 h 2730677"/>
                    <a:gd name="connsiteX7" fmla="*/ 372384 w 890376"/>
                    <a:gd name="connsiteY7" fmla="*/ 2722264 h 2730677"/>
                    <a:gd name="connsiteX8" fmla="*/ 194584 w 890376"/>
                    <a:gd name="connsiteY8" fmla="*/ 2525415 h 2730677"/>
                    <a:gd name="connsiteX9" fmla="*/ 616859 w 890376"/>
                    <a:gd name="connsiteY9" fmla="*/ 2080915 h 2730677"/>
                    <a:gd name="connsiteX10" fmla="*/ 801009 w 890376"/>
                    <a:gd name="connsiteY10" fmla="*/ 1550690 h 2730677"/>
                    <a:gd name="connsiteX11" fmla="*/ 883559 w 890376"/>
                    <a:gd name="connsiteY11" fmla="*/ 1252240 h 2730677"/>
                    <a:gd name="connsiteX12" fmla="*/ 867684 w 890376"/>
                    <a:gd name="connsiteY12" fmla="*/ 1169690 h 2730677"/>
                    <a:gd name="connsiteX13" fmla="*/ 731159 w 890376"/>
                    <a:gd name="connsiteY13" fmla="*/ 1055390 h 2730677"/>
                    <a:gd name="connsiteX14" fmla="*/ 651784 w 890376"/>
                    <a:gd name="connsiteY14" fmla="*/ 839490 h 2730677"/>
                    <a:gd name="connsiteX15" fmla="*/ 864511 w 890376"/>
                    <a:gd name="connsiteY15" fmla="*/ 902993 h 2730677"/>
                    <a:gd name="connsiteX16" fmla="*/ 766087 w 890376"/>
                    <a:gd name="connsiteY16" fmla="*/ 423568 h 2730677"/>
                    <a:gd name="connsiteX17" fmla="*/ 854987 w 890376"/>
                    <a:gd name="connsiteY17" fmla="*/ 356893 h 2730677"/>
                    <a:gd name="connsiteX18" fmla="*/ 889911 w 890376"/>
                    <a:gd name="connsiteY18" fmla="*/ 239418 h 2730677"/>
                    <a:gd name="connsiteX19" fmla="*/ 845462 w 890376"/>
                    <a:gd name="connsiteY19" fmla="*/ 64793 h 2730677"/>
                    <a:gd name="connsiteX20" fmla="*/ 721634 w 890376"/>
                    <a:gd name="connsiteY20" fmla="*/ 1290 h 2730677"/>
                    <a:gd name="connsiteX21" fmla="*/ 527961 w 890376"/>
                    <a:gd name="connsiteY21" fmla="*/ 125117 h 2730677"/>
                    <a:gd name="connsiteX22" fmla="*/ 620036 w 890376"/>
                    <a:gd name="connsiteY22" fmla="*/ 382292 h 2730677"/>
                    <a:gd name="connsiteX23" fmla="*/ 537484 w 890376"/>
                    <a:gd name="connsiteY23" fmla="*/ 541040 h 2730677"/>
                    <a:gd name="connsiteX24" fmla="*/ 473984 w 890376"/>
                    <a:gd name="connsiteY24" fmla="*/ 696615 h 2730677"/>
                    <a:gd name="connsiteX25" fmla="*/ 483511 w 890376"/>
                    <a:gd name="connsiteY25" fmla="*/ 677568 h 2730677"/>
                    <a:gd name="connsiteX26" fmla="*/ 515259 w 890376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285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900803"/>
                    <a:gd name="connsiteY0" fmla="*/ 1071265 h 2730417"/>
                    <a:gd name="connsiteX1" fmla="*/ 429817 w 900803"/>
                    <a:gd name="connsiteY1" fmla="*/ 1293515 h 2730417"/>
                    <a:gd name="connsiteX2" fmla="*/ 448867 w 900803"/>
                    <a:gd name="connsiteY2" fmla="*/ 1591965 h 2730417"/>
                    <a:gd name="connsiteX3" fmla="*/ 391717 w 900803"/>
                    <a:gd name="connsiteY3" fmla="*/ 1950740 h 2730417"/>
                    <a:gd name="connsiteX4" fmla="*/ 147242 w 900803"/>
                    <a:gd name="connsiteY4" fmla="*/ 2220615 h 2730417"/>
                    <a:gd name="connsiteX5" fmla="*/ 1192 w 900803"/>
                    <a:gd name="connsiteY5" fmla="*/ 2569865 h 2730417"/>
                    <a:gd name="connsiteX6" fmla="*/ 77392 w 900803"/>
                    <a:gd name="connsiteY6" fmla="*/ 2652415 h 2730417"/>
                    <a:gd name="connsiteX7" fmla="*/ 366317 w 900803"/>
                    <a:gd name="connsiteY7" fmla="*/ 2712739 h 2730417"/>
                    <a:gd name="connsiteX8" fmla="*/ 188517 w 900803"/>
                    <a:gd name="connsiteY8" fmla="*/ 2525415 h 2730417"/>
                    <a:gd name="connsiteX9" fmla="*/ 347270 w 900803"/>
                    <a:gd name="connsiteY9" fmla="*/ 2303169 h 2730417"/>
                    <a:gd name="connsiteX10" fmla="*/ 588567 w 900803"/>
                    <a:gd name="connsiteY10" fmla="*/ 2061865 h 2730417"/>
                    <a:gd name="connsiteX11" fmla="*/ 794942 w 900803"/>
                    <a:gd name="connsiteY11" fmla="*/ 1550690 h 2730417"/>
                    <a:gd name="connsiteX12" fmla="*/ 877492 w 900803"/>
                    <a:gd name="connsiteY12" fmla="*/ 1252240 h 2730417"/>
                    <a:gd name="connsiteX13" fmla="*/ 861617 w 900803"/>
                    <a:gd name="connsiteY13" fmla="*/ 1169690 h 2730417"/>
                    <a:gd name="connsiteX14" fmla="*/ 826692 w 900803"/>
                    <a:gd name="connsiteY14" fmla="*/ 1052215 h 2730417"/>
                    <a:gd name="connsiteX15" fmla="*/ 899719 w 900803"/>
                    <a:gd name="connsiteY15" fmla="*/ 782343 h 2730417"/>
                    <a:gd name="connsiteX16" fmla="*/ 760020 w 900803"/>
                    <a:gd name="connsiteY16" fmla="*/ 423568 h 2730417"/>
                    <a:gd name="connsiteX17" fmla="*/ 848920 w 900803"/>
                    <a:gd name="connsiteY17" fmla="*/ 356893 h 2730417"/>
                    <a:gd name="connsiteX18" fmla="*/ 883844 w 900803"/>
                    <a:gd name="connsiteY18" fmla="*/ 239418 h 2730417"/>
                    <a:gd name="connsiteX19" fmla="*/ 839395 w 900803"/>
                    <a:gd name="connsiteY19" fmla="*/ 64793 h 2730417"/>
                    <a:gd name="connsiteX20" fmla="*/ 715567 w 900803"/>
                    <a:gd name="connsiteY20" fmla="*/ 1290 h 2730417"/>
                    <a:gd name="connsiteX21" fmla="*/ 521894 w 900803"/>
                    <a:gd name="connsiteY21" fmla="*/ 125117 h 2730417"/>
                    <a:gd name="connsiteX22" fmla="*/ 613969 w 900803"/>
                    <a:gd name="connsiteY22" fmla="*/ 382292 h 2730417"/>
                    <a:gd name="connsiteX23" fmla="*/ 531417 w 900803"/>
                    <a:gd name="connsiteY23" fmla="*/ 541040 h 2730417"/>
                    <a:gd name="connsiteX24" fmla="*/ 467917 w 900803"/>
                    <a:gd name="connsiteY24" fmla="*/ 696615 h 2730417"/>
                    <a:gd name="connsiteX25" fmla="*/ 477444 w 900803"/>
                    <a:gd name="connsiteY25" fmla="*/ 677568 h 2730417"/>
                    <a:gd name="connsiteX26" fmla="*/ 509192 w 900803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0018 h 2729170"/>
                    <a:gd name="connsiteX1" fmla="*/ 444105 w 899719"/>
                    <a:gd name="connsiteY1" fmla="*/ 1292268 h 2729170"/>
                    <a:gd name="connsiteX2" fmla="*/ 440929 w 899719"/>
                    <a:gd name="connsiteY2" fmla="*/ 1590718 h 2729170"/>
                    <a:gd name="connsiteX3" fmla="*/ 391717 w 899719"/>
                    <a:gd name="connsiteY3" fmla="*/ 1949493 h 2729170"/>
                    <a:gd name="connsiteX4" fmla="*/ 147242 w 899719"/>
                    <a:gd name="connsiteY4" fmla="*/ 2219368 h 2729170"/>
                    <a:gd name="connsiteX5" fmla="*/ 1192 w 899719"/>
                    <a:gd name="connsiteY5" fmla="*/ 2568618 h 2729170"/>
                    <a:gd name="connsiteX6" fmla="*/ 77392 w 899719"/>
                    <a:gd name="connsiteY6" fmla="*/ 2651168 h 2729170"/>
                    <a:gd name="connsiteX7" fmla="*/ 366317 w 899719"/>
                    <a:gd name="connsiteY7" fmla="*/ 2711492 h 2729170"/>
                    <a:gd name="connsiteX8" fmla="*/ 188517 w 899719"/>
                    <a:gd name="connsiteY8" fmla="*/ 2524168 h 2729170"/>
                    <a:gd name="connsiteX9" fmla="*/ 347270 w 899719"/>
                    <a:gd name="connsiteY9" fmla="*/ 2301922 h 2729170"/>
                    <a:gd name="connsiteX10" fmla="*/ 588567 w 899719"/>
                    <a:gd name="connsiteY10" fmla="*/ 2060618 h 2729170"/>
                    <a:gd name="connsiteX11" fmla="*/ 794942 w 899719"/>
                    <a:gd name="connsiteY11" fmla="*/ 1549443 h 2729170"/>
                    <a:gd name="connsiteX12" fmla="*/ 877492 w 899719"/>
                    <a:gd name="connsiteY12" fmla="*/ 1250993 h 2729170"/>
                    <a:gd name="connsiteX13" fmla="*/ 861617 w 899719"/>
                    <a:gd name="connsiteY13" fmla="*/ 1168443 h 2729170"/>
                    <a:gd name="connsiteX14" fmla="*/ 826692 w 899719"/>
                    <a:gd name="connsiteY14" fmla="*/ 1050968 h 2729170"/>
                    <a:gd name="connsiteX15" fmla="*/ 899719 w 899719"/>
                    <a:gd name="connsiteY15" fmla="*/ 781096 h 2729170"/>
                    <a:gd name="connsiteX16" fmla="*/ 760020 w 899719"/>
                    <a:gd name="connsiteY16" fmla="*/ 422321 h 2729170"/>
                    <a:gd name="connsiteX17" fmla="*/ 848920 w 899719"/>
                    <a:gd name="connsiteY17" fmla="*/ 355646 h 2729170"/>
                    <a:gd name="connsiteX18" fmla="*/ 883844 w 899719"/>
                    <a:gd name="connsiteY18" fmla="*/ 238171 h 2729170"/>
                    <a:gd name="connsiteX19" fmla="*/ 839395 w 899719"/>
                    <a:gd name="connsiteY19" fmla="*/ 63546 h 2729170"/>
                    <a:gd name="connsiteX20" fmla="*/ 715567 w 899719"/>
                    <a:gd name="connsiteY20" fmla="*/ 43 h 2729170"/>
                    <a:gd name="connsiteX21" fmla="*/ 525069 w 899719"/>
                    <a:gd name="connsiteY21" fmla="*/ 73070 h 2729170"/>
                    <a:gd name="connsiteX22" fmla="*/ 613969 w 899719"/>
                    <a:gd name="connsiteY22" fmla="*/ 381045 h 2729170"/>
                    <a:gd name="connsiteX23" fmla="*/ 531417 w 899719"/>
                    <a:gd name="connsiteY23" fmla="*/ 539793 h 2729170"/>
                    <a:gd name="connsiteX24" fmla="*/ 467917 w 899719"/>
                    <a:gd name="connsiteY24" fmla="*/ 695368 h 2729170"/>
                    <a:gd name="connsiteX25" fmla="*/ 509192 w 899719"/>
                    <a:gd name="connsiteY25" fmla="*/ 1070018 h 2729170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88051 h 2747203"/>
                    <a:gd name="connsiteX1" fmla="*/ 444105 w 899719"/>
                    <a:gd name="connsiteY1" fmla="*/ 1310301 h 2747203"/>
                    <a:gd name="connsiteX2" fmla="*/ 440929 w 899719"/>
                    <a:gd name="connsiteY2" fmla="*/ 1608751 h 2747203"/>
                    <a:gd name="connsiteX3" fmla="*/ 391717 w 899719"/>
                    <a:gd name="connsiteY3" fmla="*/ 1967526 h 2747203"/>
                    <a:gd name="connsiteX4" fmla="*/ 147242 w 899719"/>
                    <a:gd name="connsiteY4" fmla="*/ 2237401 h 2747203"/>
                    <a:gd name="connsiteX5" fmla="*/ 1192 w 899719"/>
                    <a:gd name="connsiteY5" fmla="*/ 2586651 h 2747203"/>
                    <a:gd name="connsiteX6" fmla="*/ 77392 w 899719"/>
                    <a:gd name="connsiteY6" fmla="*/ 2669201 h 2747203"/>
                    <a:gd name="connsiteX7" fmla="*/ 366317 w 899719"/>
                    <a:gd name="connsiteY7" fmla="*/ 2729525 h 2747203"/>
                    <a:gd name="connsiteX8" fmla="*/ 188517 w 899719"/>
                    <a:gd name="connsiteY8" fmla="*/ 2542201 h 2747203"/>
                    <a:gd name="connsiteX9" fmla="*/ 347270 w 899719"/>
                    <a:gd name="connsiteY9" fmla="*/ 2319955 h 2747203"/>
                    <a:gd name="connsiteX10" fmla="*/ 588567 w 899719"/>
                    <a:gd name="connsiteY10" fmla="*/ 2078651 h 2747203"/>
                    <a:gd name="connsiteX11" fmla="*/ 794942 w 899719"/>
                    <a:gd name="connsiteY11" fmla="*/ 1567476 h 2747203"/>
                    <a:gd name="connsiteX12" fmla="*/ 877492 w 899719"/>
                    <a:gd name="connsiteY12" fmla="*/ 1269026 h 2747203"/>
                    <a:gd name="connsiteX13" fmla="*/ 861617 w 899719"/>
                    <a:gd name="connsiteY13" fmla="*/ 1186476 h 2747203"/>
                    <a:gd name="connsiteX14" fmla="*/ 826692 w 899719"/>
                    <a:gd name="connsiteY14" fmla="*/ 1069001 h 2747203"/>
                    <a:gd name="connsiteX15" fmla="*/ 899719 w 899719"/>
                    <a:gd name="connsiteY15" fmla="*/ 799129 h 2747203"/>
                    <a:gd name="connsiteX16" fmla="*/ 760020 w 899719"/>
                    <a:gd name="connsiteY16" fmla="*/ 440354 h 2747203"/>
                    <a:gd name="connsiteX17" fmla="*/ 848920 w 899719"/>
                    <a:gd name="connsiteY17" fmla="*/ 373679 h 2747203"/>
                    <a:gd name="connsiteX18" fmla="*/ 883844 w 899719"/>
                    <a:gd name="connsiteY18" fmla="*/ 256204 h 2747203"/>
                    <a:gd name="connsiteX19" fmla="*/ 839395 w 899719"/>
                    <a:gd name="connsiteY19" fmla="*/ 81579 h 2747203"/>
                    <a:gd name="connsiteX20" fmla="*/ 663179 w 899719"/>
                    <a:gd name="connsiteY20" fmla="*/ 613 h 2747203"/>
                    <a:gd name="connsiteX21" fmla="*/ 523481 w 899719"/>
                    <a:gd name="connsiteY21" fmla="*/ 127616 h 2747203"/>
                    <a:gd name="connsiteX22" fmla="*/ 613969 w 899719"/>
                    <a:gd name="connsiteY22" fmla="*/ 399078 h 2747203"/>
                    <a:gd name="connsiteX23" fmla="*/ 531417 w 899719"/>
                    <a:gd name="connsiteY23" fmla="*/ 557826 h 2747203"/>
                    <a:gd name="connsiteX24" fmla="*/ 467917 w 899719"/>
                    <a:gd name="connsiteY24" fmla="*/ 713401 h 2747203"/>
                    <a:gd name="connsiteX25" fmla="*/ 509192 w 899719"/>
                    <a:gd name="connsiteY25" fmla="*/ 1088051 h 2747203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61617 w 899719"/>
                    <a:gd name="connsiteY13" fmla="*/ 1187029 h 2747756"/>
                    <a:gd name="connsiteX14" fmla="*/ 826692 w 899719"/>
                    <a:gd name="connsiteY14" fmla="*/ 1069554 h 2747756"/>
                    <a:gd name="connsiteX15" fmla="*/ 899719 w 899719"/>
                    <a:gd name="connsiteY15" fmla="*/ 799682 h 2747756"/>
                    <a:gd name="connsiteX16" fmla="*/ 760020 w 899719"/>
                    <a:gd name="connsiteY16" fmla="*/ 440907 h 2747756"/>
                    <a:gd name="connsiteX17" fmla="*/ 848920 w 899719"/>
                    <a:gd name="connsiteY17" fmla="*/ 374232 h 2747756"/>
                    <a:gd name="connsiteX18" fmla="*/ 883844 w 899719"/>
                    <a:gd name="connsiteY18" fmla="*/ 256757 h 2747756"/>
                    <a:gd name="connsiteX19" fmla="*/ 839395 w 899719"/>
                    <a:gd name="connsiteY19" fmla="*/ 82132 h 2747756"/>
                    <a:gd name="connsiteX20" fmla="*/ 663179 w 899719"/>
                    <a:gd name="connsiteY20" fmla="*/ 1166 h 2747756"/>
                    <a:gd name="connsiteX21" fmla="*/ 518719 w 899719"/>
                    <a:gd name="connsiteY21" fmla="*/ 167857 h 2747756"/>
                    <a:gd name="connsiteX22" fmla="*/ 613969 w 899719"/>
                    <a:gd name="connsiteY22" fmla="*/ 399631 h 2747756"/>
                    <a:gd name="connsiteX23" fmla="*/ 531417 w 899719"/>
                    <a:gd name="connsiteY23" fmla="*/ 558379 h 2747756"/>
                    <a:gd name="connsiteX24" fmla="*/ 467917 w 899719"/>
                    <a:gd name="connsiteY24" fmla="*/ 713954 h 2747756"/>
                    <a:gd name="connsiteX25" fmla="*/ 509192 w 899719"/>
                    <a:gd name="connsiteY25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8284 w 898811"/>
                    <a:gd name="connsiteY0" fmla="*/ 1088604 h 2747756"/>
                    <a:gd name="connsiteX1" fmla="*/ 443197 w 898811"/>
                    <a:gd name="connsiteY1" fmla="*/ 1310854 h 2747756"/>
                    <a:gd name="connsiteX2" fmla="*/ 440021 w 898811"/>
                    <a:gd name="connsiteY2" fmla="*/ 1609304 h 2747756"/>
                    <a:gd name="connsiteX3" fmla="*/ 390809 w 898811"/>
                    <a:gd name="connsiteY3" fmla="*/ 1968079 h 2747756"/>
                    <a:gd name="connsiteX4" fmla="*/ 146334 w 898811"/>
                    <a:gd name="connsiteY4" fmla="*/ 2237954 h 2747756"/>
                    <a:gd name="connsiteX5" fmla="*/ 54262 w 898811"/>
                    <a:gd name="connsiteY5" fmla="*/ 2444332 h 2747756"/>
                    <a:gd name="connsiteX6" fmla="*/ 284 w 898811"/>
                    <a:gd name="connsiteY6" fmla="*/ 2587204 h 2747756"/>
                    <a:gd name="connsiteX7" fmla="*/ 76484 w 898811"/>
                    <a:gd name="connsiteY7" fmla="*/ 2669754 h 2747756"/>
                    <a:gd name="connsiteX8" fmla="*/ 365409 w 898811"/>
                    <a:gd name="connsiteY8" fmla="*/ 2730078 h 2747756"/>
                    <a:gd name="connsiteX9" fmla="*/ 187609 w 898811"/>
                    <a:gd name="connsiteY9" fmla="*/ 2542754 h 2747756"/>
                    <a:gd name="connsiteX10" fmla="*/ 346362 w 898811"/>
                    <a:gd name="connsiteY10" fmla="*/ 2320508 h 2747756"/>
                    <a:gd name="connsiteX11" fmla="*/ 587659 w 898811"/>
                    <a:gd name="connsiteY11" fmla="*/ 2079204 h 2747756"/>
                    <a:gd name="connsiteX12" fmla="*/ 794034 w 898811"/>
                    <a:gd name="connsiteY12" fmla="*/ 1568029 h 2747756"/>
                    <a:gd name="connsiteX13" fmla="*/ 876584 w 898811"/>
                    <a:gd name="connsiteY13" fmla="*/ 1269579 h 2747756"/>
                    <a:gd name="connsiteX14" fmla="*/ 825784 w 898811"/>
                    <a:gd name="connsiteY14" fmla="*/ 1069554 h 2747756"/>
                    <a:gd name="connsiteX15" fmla="*/ 898811 w 898811"/>
                    <a:gd name="connsiteY15" fmla="*/ 799682 h 2747756"/>
                    <a:gd name="connsiteX16" fmla="*/ 759112 w 898811"/>
                    <a:gd name="connsiteY16" fmla="*/ 440907 h 2747756"/>
                    <a:gd name="connsiteX17" fmla="*/ 848012 w 898811"/>
                    <a:gd name="connsiteY17" fmla="*/ 374232 h 2747756"/>
                    <a:gd name="connsiteX18" fmla="*/ 882936 w 898811"/>
                    <a:gd name="connsiteY18" fmla="*/ 256757 h 2747756"/>
                    <a:gd name="connsiteX19" fmla="*/ 838487 w 898811"/>
                    <a:gd name="connsiteY19" fmla="*/ 82132 h 2747756"/>
                    <a:gd name="connsiteX20" fmla="*/ 662271 w 898811"/>
                    <a:gd name="connsiteY20" fmla="*/ 1166 h 2747756"/>
                    <a:gd name="connsiteX21" fmla="*/ 517811 w 898811"/>
                    <a:gd name="connsiteY21" fmla="*/ 167857 h 2747756"/>
                    <a:gd name="connsiteX22" fmla="*/ 613061 w 898811"/>
                    <a:gd name="connsiteY22" fmla="*/ 399631 h 2747756"/>
                    <a:gd name="connsiteX23" fmla="*/ 530509 w 898811"/>
                    <a:gd name="connsiteY23" fmla="*/ 558379 h 2747756"/>
                    <a:gd name="connsiteX24" fmla="*/ 486059 w 898811"/>
                    <a:gd name="connsiteY24" fmla="*/ 672678 h 2747756"/>
                    <a:gd name="connsiteX25" fmla="*/ 508284 w 898811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46078 w 898555"/>
                    <a:gd name="connsiteY4" fmla="*/ 2237954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326 w 898853"/>
                    <a:gd name="connsiteY0" fmla="*/ 1088604 h 2751668"/>
                    <a:gd name="connsiteX1" fmla="*/ 443239 w 898853"/>
                    <a:gd name="connsiteY1" fmla="*/ 1310854 h 2751668"/>
                    <a:gd name="connsiteX2" fmla="*/ 440063 w 898853"/>
                    <a:gd name="connsiteY2" fmla="*/ 1609304 h 2751668"/>
                    <a:gd name="connsiteX3" fmla="*/ 390851 w 898853"/>
                    <a:gd name="connsiteY3" fmla="*/ 1968079 h 2751668"/>
                    <a:gd name="connsiteX4" fmla="*/ 151138 w 898853"/>
                    <a:gd name="connsiteY4" fmla="*/ 2226841 h 2751668"/>
                    <a:gd name="connsiteX5" fmla="*/ 86054 w 898853"/>
                    <a:gd name="connsiteY5" fmla="*/ 2466557 h 2751668"/>
                    <a:gd name="connsiteX6" fmla="*/ 326 w 898853"/>
                    <a:gd name="connsiteY6" fmla="*/ 2587204 h 2751668"/>
                    <a:gd name="connsiteX7" fmla="*/ 119388 w 898853"/>
                    <a:gd name="connsiteY7" fmla="*/ 2685629 h 2751668"/>
                    <a:gd name="connsiteX8" fmla="*/ 365451 w 898853"/>
                    <a:gd name="connsiteY8" fmla="*/ 2730078 h 2751668"/>
                    <a:gd name="connsiteX9" fmla="*/ 187651 w 898853"/>
                    <a:gd name="connsiteY9" fmla="*/ 2542754 h 2751668"/>
                    <a:gd name="connsiteX10" fmla="*/ 346404 w 898853"/>
                    <a:gd name="connsiteY10" fmla="*/ 2320508 h 2751668"/>
                    <a:gd name="connsiteX11" fmla="*/ 587701 w 898853"/>
                    <a:gd name="connsiteY11" fmla="*/ 2079204 h 2751668"/>
                    <a:gd name="connsiteX12" fmla="*/ 794076 w 898853"/>
                    <a:gd name="connsiteY12" fmla="*/ 1568029 h 2751668"/>
                    <a:gd name="connsiteX13" fmla="*/ 876626 w 898853"/>
                    <a:gd name="connsiteY13" fmla="*/ 1269579 h 2751668"/>
                    <a:gd name="connsiteX14" fmla="*/ 825826 w 898853"/>
                    <a:gd name="connsiteY14" fmla="*/ 1069554 h 2751668"/>
                    <a:gd name="connsiteX15" fmla="*/ 898853 w 898853"/>
                    <a:gd name="connsiteY15" fmla="*/ 799682 h 2751668"/>
                    <a:gd name="connsiteX16" fmla="*/ 759154 w 898853"/>
                    <a:gd name="connsiteY16" fmla="*/ 440907 h 2751668"/>
                    <a:gd name="connsiteX17" fmla="*/ 848054 w 898853"/>
                    <a:gd name="connsiteY17" fmla="*/ 374232 h 2751668"/>
                    <a:gd name="connsiteX18" fmla="*/ 882978 w 898853"/>
                    <a:gd name="connsiteY18" fmla="*/ 256757 h 2751668"/>
                    <a:gd name="connsiteX19" fmla="*/ 838529 w 898853"/>
                    <a:gd name="connsiteY19" fmla="*/ 82132 h 2751668"/>
                    <a:gd name="connsiteX20" fmla="*/ 662313 w 898853"/>
                    <a:gd name="connsiteY20" fmla="*/ 1166 h 2751668"/>
                    <a:gd name="connsiteX21" fmla="*/ 517853 w 898853"/>
                    <a:gd name="connsiteY21" fmla="*/ 167857 h 2751668"/>
                    <a:gd name="connsiteX22" fmla="*/ 613103 w 898853"/>
                    <a:gd name="connsiteY22" fmla="*/ 399631 h 2751668"/>
                    <a:gd name="connsiteX23" fmla="*/ 530551 w 898853"/>
                    <a:gd name="connsiteY23" fmla="*/ 558379 h 2751668"/>
                    <a:gd name="connsiteX24" fmla="*/ 486101 w 898853"/>
                    <a:gd name="connsiteY24" fmla="*/ 672678 h 2751668"/>
                    <a:gd name="connsiteX25" fmla="*/ 508326 w 898853"/>
                    <a:gd name="connsiteY25" fmla="*/ 1088604 h 2751668"/>
                    <a:gd name="connsiteX0" fmla="*/ 508326 w 898853"/>
                    <a:gd name="connsiteY0" fmla="*/ 1088604 h 2746721"/>
                    <a:gd name="connsiteX1" fmla="*/ 443239 w 898853"/>
                    <a:gd name="connsiteY1" fmla="*/ 1310854 h 2746721"/>
                    <a:gd name="connsiteX2" fmla="*/ 440063 w 898853"/>
                    <a:gd name="connsiteY2" fmla="*/ 1609304 h 2746721"/>
                    <a:gd name="connsiteX3" fmla="*/ 390851 w 898853"/>
                    <a:gd name="connsiteY3" fmla="*/ 1968079 h 2746721"/>
                    <a:gd name="connsiteX4" fmla="*/ 151138 w 898853"/>
                    <a:gd name="connsiteY4" fmla="*/ 2226841 h 2746721"/>
                    <a:gd name="connsiteX5" fmla="*/ 86054 w 898853"/>
                    <a:gd name="connsiteY5" fmla="*/ 2466557 h 2746721"/>
                    <a:gd name="connsiteX6" fmla="*/ 326 w 898853"/>
                    <a:gd name="connsiteY6" fmla="*/ 2587204 h 2746721"/>
                    <a:gd name="connsiteX7" fmla="*/ 119388 w 898853"/>
                    <a:gd name="connsiteY7" fmla="*/ 2685629 h 2746721"/>
                    <a:gd name="connsiteX8" fmla="*/ 365451 w 898853"/>
                    <a:gd name="connsiteY8" fmla="*/ 2730078 h 2746721"/>
                    <a:gd name="connsiteX9" fmla="*/ 187651 w 898853"/>
                    <a:gd name="connsiteY9" fmla="*/ 2542754 h 2746721"/>
                    <a:gd name="connsiteX10" fmla="*/ 346404 w 898853"/>
                    <a:gd name="connsiteY10" fmla="*/ 2320508 h 2746721"/>
                    <a:gd name="connsiteX11" fmla="*/ 587701 w 898853"/>
                    <a:gd name="connsiteY11" fmla="*/ 2079204 h 2746721"/>
                    <a:gd name="connsiteX12" fmla="*/ 794076 w 898853"/>
                    <a:gd name="connsiteY12" fmla="*/ 1568029 h 2746721"/>
                    <a:gd name="connsiteX13" fmla="*/ 876626 w 898853"/>
                    <a:gd name="connsiteY13" fmla="*/ 1269579 h 2746721"/>
                    <a:gd name="connsiteX14" fmla="*/ 825826 w 898853"/>
                    <a:gd name="connsiteY14" fmla="*/ 1069554 h 2746721"/>
                    <a:gd name="connsiteX15" fmla="*/ 898853 w 898853"/>
                    <a:gd name="connsiteY15" fmla="*/ 799682 h 2746721"/>
                    <a:gd name="connsiteX16" fmla="*/ 759154 w 898853"/>
                    <a:gd name="connsiteY16" fmla="*/ 440907 h 2746721"/>
                    <a:gd name="connsiteX17" fmla="*/ 848054 w 898853"/>
                    <a:gd name="connsiteY17" fmla="*/ 374232 h 2746721"/>
                    <a:gd name="connsiteX18" fmla="*/ 882978 w 898853"/>
                    <a:gd name="connsiteY18" fmla="*/ 256757 h 2746721"/>
                    <a:gd name="connsiteX19" fmla="*/ 838529 w 898853"/>
                    <a:gd name="connsiteY19" fmla="*/ 82132 h 2746721"/>
                    <a:gd name="connsiteX20" fmla="*/ 662313 w 898853"/>
                    <a:gd name="connsiteY20" fmla="*/ 1166 h 2746721"/>
                    <a:gd name="connsiteX21" fmla="*/ 517853 w 898853"/>
                    <a:gd name="connsiteY21" fmla="*/ 167857 h 2746721"/>
                    <a:gd name="connsiteX22" fmla="*/ 613103 w 898853"/>
                    <a:gd name="connsiteY22" fmla="*/ 399631 h 2746721"/>
                    <a:gd name="connsiteX23" fmla="*/ 530551 w 898853"/>
                    <a:gd name="connsiteY23" fmla="*/ 558379 h 2746721"/>
                    <a:gd name="connsiteX24" fmla="*/ 486101 w 898853"/>
                    <a:gd name="connsiteY24" fmla="*/ 672678 h 2746721"/>
                    <a:gd name="connsiteX25" fmla="*/ 508326 w 898853"/>
                    <a:gd name="connsiteY25" fmla="*/ 1088604 h 2746721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51138 w 898853"/>
                    <a:gd name="connsiteY4" fmla="*/ 2226841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76626 w 882978"/>
                    <a:gd name="connsiteY13" fmla="*/ 1269579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76626 w 882978"/>
                    <a:gd name="connsiteY13" fmla="*/ 1269579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42078 w 882978"/>
                    <a:gd name="connsiteY13" fmla="*/ 1247590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95025"/>
                    <a:gd name="connsiteY0" fmla="*/ 1088604 h 2752057"/>
                    <a:gd name="connsiteX1" fmla="*/ 443239 w 895025"/>
                    <a:gd name="connsiteY1" fmla="*/ 1310854 h 2752057"/>
                    <a:gd name="connsiteX2" fmla="*/ 440063 w 895025"/>
                    <a:gd name="connsiteY2" fmla="*/ 1609304 h 2752057"/>
                    <a:gd name="connsiteX3" fmla="*/ 390851 w 895025"/>
                    <a:gd name="connsiteY3" fmla="*/ 1968079 h 2752057"/>
                    <a:gd name="connsiteX4" fmla="*/ 162250 w 895025"/>
                    <a:gd name="connsiteY4" fmla="*/ 2223666 h 2752057"/>
                    <a:gd name="connsiteX5" fmla="*/ 86054 w 895025"/>
                    <a:gd name="connsiteY5" fmla="*/ 2466557 h 2752057"/>
                    <a:gd name="connsiteX6" fmla="*/ 326 w 895025"/>
                    <a:gd name="connsiteY6" fmla="*/ 2587204 h 2752057"/>
                    <a:gd name="connsiteX7" fmla="*/ 119388 w 895025"/>
                    <a:gd name="connsiteY7" fmla="*/ 2685629 h 2752057"/>
                    <a:gd name="connsiteX8" fmla="*/ 365451 w 895025"/>
                    <a:gd name="connsiteY8" fmla="*/ 2730078 h 2752057"/>
                    <a:gd name="connsiteX9" fmla="*/ 187651 w 895025"/>
                    <a:gd name="connsiteY9" fmla="*/ 2542754 h 2752057"/>
                    <a:gd name="connsiteX10" fmla="*/ 346404 w 895025"/>
                    <a:gd name="connsiteY10" fmla="*/ 2320508 h 2752057"/>
                    <a:gd name="connsiteX11" fmla="*/ 587701 w 895025"/>
                    <a:gd name="connsiteY11" fmla="*/ 2079204 h 2752057"/>
                    <a:gd name="connsiteX12" fmla="*/ 884434 w 895025"/>
                    <a:gd name="connsiteY12" fmla="*/ 1463584 h 2752057"/>
                    <a:gd name="connsiteX13" fmla="*/ 842078 w 895025"/>
                    <a:gd name="connsiteY13" fmla="*/ 1247590 h 2752057"/>
                    <a:gd name="connsiteX14" fmla="*/ 825826 w 895025"/>
                    <a:gd name="connsiteY14" fmla="*/ 1069554 h 2752057"/>
                    <a:gd name="connsiteX15" fmla="*/ 880250 w 895025"/>
                    <a:gd name="connsiteY15" fmla="*/ 794184 h 2752057"/>
                    <a:gd name="connsiteX16" fmla="*/ 759154 w 895025"/>
                    <a:gd name="connsiteY16" fmla="*/ 440907 h 2752057"/>
                    <a:gd name="connsiteX17" fmla="*/ 848054 w 895025"/>
                    <a:gd name="connsiteY17" fmla="*/ 374232 h 2752057"/>
                    <a:gd name="connsiteX18" fmla="*/ 882978 w 895025"/>
                    <a:gd name="connsiteY18" fmla="*/ 256757 h 2752057"/>
                    <a:gd name="connsiteX19" fmla="*/ 838529 w 895025"/>
                    <a:gd name="connsiteY19" fmla="*/ 82132 h 2752057"/>
                    <a:gd name="connsiteX20" fmla="*/ 662313 w 895025"/>
                    <a:gd name="connsiteY20" fmla="*/ 1166 h 2752057"/>
                    <a:gd name="connsiteX21" fmla="*/ 517853 w 895025"/>
                    <a:gd name="connsiteY21" fmla="*/ 167857 h 2752057"/>
                    <a:gd name="connsiteX22" fmla="*/ 613103 w 895025"/>
                    <a:gd name="connsiteY22" fmla="*/ 399631 h 2752057"/>
                    <a:gd name="connsiteX23" fmla="*/ 530551 w 895025"/>
                    <a:gd name="connsiteY23" fmla="*/ 558379 h 2752057"/>
                    <a:gd name="connsiteX24" fmla="*/ 486101 w 895025"/>
                    <a:gd name="connsiteY24" fmla="*/ 672678 h 2752057"/>
                    <a:gd name="connsiteX25" fmla="*/ 508326 w 895025"/>
                    <a:gd name="connsiteY25" fmla="*/ 1088604 h 2752057"/>
                    <a:gd name="connsiteX0" fmla="*/ 508326 w 887685"/>
                    <a:gd name="connsiteY0" fmla="*/ 1088604 h 2752057"/>
                    <a:gd name="connsiteX1" fmla="*/ 443239 w 887685"/>
                    <a:gd name="connsiteY1" fmla="*/ 1310854 h 2752057"/>
                    <a:gd name="connsiteX2" fmla="*/ 440063 w 887685"/>
                    <a:gd name="connsiteY2" fmla="*/ 1609304 h 2752057"/>
                    <a:gd name="connsiteX3" fmla="*/ 390851 w 887685"/>
                    <a:gd name="connsiteY3" fmla="*/ 1968079 h 2752057"/>
                    <a:gd name="connsiteX4" fmla="*/ 162250 w 887685"/>
                    <a:gd name="connsiteY4" fmla="*/ 2223666 h 2752057"/>
                    <a:gd name="connsiteX5" fmla="*/ 86054 w 887685"/>
                    <a:gd name="connsiteY5" fmla="*/ 2466557 h 2752057"/>
                    <a:gd name="connsiteX6" fmla="*/ 326 w 887685"/>
                    <a:gd name="connsiteY6" fmla="*/ 2587204 h 2752057"/>
                    <a:gd name="connsiteX7" fmla="*/ 119388 w 887685"/>
                    <a:gd name="connsiteY7" fmla="*/ 2685629 h 2752057"/>
                    <a:gd name="connsiteX8" fmla="*/ 365451 w 887685"/>
                    <a:gd name="connsiteY8" fmla="*/ 2730078 h 2752057"/>
                    <a:gd name="connsiteX9" fmla="*/ 187651 w 887685"/>
                    <a:gd name="connsiteY9" fmla="*/ 2542754 h 2752057"/>
                    <a:gd name="connsiteX10" fmla="*/ 346404 w 887685"/>
                    <a:gd name="connsiteY10" fmla="*/ 2320508 h 2752057"/>
                    <a:gd name="connsiteX11" fmla="*/ 587701 w 887685"/>
                    <a:gd name="connsiteY11" fmla="*/ 2079204 h 2752057"/>
                    <a:gd name="connsiteX12" fmla="*/ 884434 w 887685"/>
                    <a:gd name="connsiteY12" fmla="*/ 1463584 h 2752057"/>
                    <a:gd name="connsiteX13" fmla="*/ 842078 w 887685"/>
                    <a:gd name="connsiteY13" fmla="*/ 1247590 h 2752057"/>
                    <a:gd name="connsiteX14" fmla="*/ 825826 w 887685"/>
                    <a:gd name="connsiteY14" fmla="*/ 1069554 h 2752057"/>
                    <a:gd name="connsiteX15" fmla="*/ 880250 w 887685"/>
                    <a:gd name="connsiteY15" fmla="*/ 794184 h 2752057"/>
                    <a:gd name="connsiteX16" fmla="*/ 759154 w 887685"/>
                    <a:gd name="connsiteY16" fmla="*/ 440907 h 2752057"/>
                    <a:gd name="connsiteX17" fmla="*/ 848054 w 887685"/>
                    <a:gd name="connsiteY17" fmla="*/ 374232 h 2752057"/>
                    <a:gd name="connsiteX18" fmla="*/ 882978 w 887685"/>
                    <a:gd name="connsiteY18" fmla="*/ 256757 h 2752057"/>
                    <a:gd name="connsiteX19" fmla="*/ 838529 w 887685"/>
                    <a:gd name="connsiteY19" fmla="*/ 82132 h 2752057"/>
                    <a:gd name="connsiteX20" fmla="*/ 662313 w 887685"/>
                    <a:gd name="connsiteY20" fmla="*/ 1166 h 2752057"/>
                    <a:gd name="connsiteX21" fmla="*/ 517853 w 887685"/>
                    <a:gd name="connsiteY21" fmla="*/ 167857 h 2752057"/>
                    <a:gd name="connsiteX22" fmla="*/ 613103 w 887685"/>
                    <a:gd name="connsiteY22" fmla="*/ 399631 h 2752057"/>
                    <a:gd name="connsiteX23" fmla="*/ 530551 w 887685"/>
                    <a:gd name="connsiteY23" fmla="*/ 558379 h 2752057"/>
                    <a:gd name="connsiteX24" fmla="*/ 486101 w 887685"/>
                    <a:gd name="connsiteY24" fmla="*/ 672678 h 2752057"/>
                    <a:gd name="connsiteX25" fmla="*/ 508326 w 887685"/>
                    <a:gd name="connsiteY25" fmla="*/ 1088604 h 2752057"/>
                    <a:gd name="connsiteX0" fmla="*/ 508326 w 1037548"/>
                    <a:gd name="connsiteY0" fmla="*/ 1088604 h 2752057"/>
                    <a:gd name="connsiteX1" fmla="*/ 443239 w 1037548"/>
                    <a:gd name="connsiteY1" fmla="*/ 1310854 h 2752057"/>
                    <a:gd name="connsiteX2" fmla="*/ 440063 w 1037548"/>
                    <a:gd name="connsiteY2" fmla="*/ 1609304 h 2752057"/>
                    <a:gd name="connsiteX3" fmla="*/ 390851 w 1037548"/>
                    <a:gd name="connsiteY3" fmla="*/ 1968079 h 2752057"/>
                    <a:gd name="connsiteX4" fmla="*/ 162250 w 1037548"/>
                    <a:gd name="connsiteY4" fmla="*/ 2223666 h 2752057"/>
                    <a:gd name="connsiteX5" fmla="*/ 86054 w 1037548"/>
                    <a:gd name="connsiteY5" fmla="*/ 2466557 h 2752057"/>
                    <a:gd name="connsiteX6" fmla="*/ 326 w 1037548"/>
                    <a:gd name="connsiteY6" fmla="*/ 2587204 h 2752057"/>
                    <a:gd name="connsiteX7" fmla="*/ 119388 w 1037548"/>
                    <a:gd name="connsiteY7" fmla="*/ 2685629 h 2752057"/>
                    <a:gd name="connsiteX8" fmla="*/ 365451 w 1037548"/>
                    <a:gd name="connsiteY8" fmla="*/ 2730078 h 2752057"/>
                    <a:gd name="connsiteX9" fmla="*/ 187651 w 1037548"/>
                    <a:gd name="connsiteY9" fmla="*/ 2542754 h 2752057"/>
                    <a:gd name="connsiteX10" fmla="*/ 346404 w 1037548"/>
                    <a:gd name="connsiteY10" fmla="*/ 2320508 h 2752057"/>
                    <a:gd name="connsiteX11" fmla="*/ 1031517 w 1037548"/>
                    <a:gd name="connsiteY11" fmla="*/ 1930783 h 2752057"/>
                    <a:gd name="connsiteX12" fmla="*/ 884434 w 1037548"/>
                    <a:gd name="connsiteY12" fmla="*/ 1463584 h 2752057"/>
                    <a:gd name="connsiteX13" fmla="*/ 842078 w 1037548"/>
                    <a:gd name="connsiteY13" fmla="*/ 1247590 h 2752057"/>
                    <a:gd name="connsiteX14" fmla="*/ 825826 w 1037548"/>
                    <a:gd name="connsiteY14" fmla="*/ 1069554 h 2752057"/>
                    <a:gd name="connsiteX15" fmla="*/ 880250 w 1037548"/>
                    <a:gd name="connsiteY15" fmla="*/ 794184 h 2752057"/>
                    <a:gd name="connsiteX16" fmla="*/ 759154 w 1037548"/>
                    <a:gd name="connsiteY16" fmla="*/ 440907 h 2752057"/>
                    <a:gd name="connsiteX17" fmla="*/ 848054 w 1037548"/>
                    <a:gd name="connsiteY17" fmla="*/ 374232 h 2752057"/>
                    <a:gd name="connsiteX18" fmla="*/ 882978 w 1037548"/>
                    <a:gd name="connsiteY18" fmla="*/ 256757 h 2752057"/>
                    <a:gd name="connsiteX19" fmla="*/ 838529 w 1037548"/>
                    <a:gd name="connsiteY19" fmla="*/ 82132 h 2752057"/>
                    <a:gd name="connsiteX20" fmla="*/ 662313 w 1037548"/>
                    <a:gd name="connsiteY20" fmla="*/ 1166 h 2752057"/>
                    <a:gd name="connsiteX21" fmla="*/ 517853 w 1037548"/>
                    <a:gd name="connsiteY21" fmla="*/ 167857 h 2752057"/>
                    <a:gd name="connsiteX22" fmla="*/ 613103 w 1037548"/>
                    <a:gd name="connsiteY22" fmla="*/ 399631 h 2752057"/>
                    <a:gd name="connsiteX23" fmla="*/ 530551 w 1037548"/>
                    <a:gd name="connsiteY23" fmla="*/ 558379 h 2752057"/>
                    <a:gd name="connsiteX24" fmla="*/ 486101 w 1037548"/>
                    <a:gd name="connsiteY24" fmla="*/ 672678 h 2752057"/>
                    <a:gd name="connsiteX25" fmla="*/ 508326 w 1037548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346404 w 1031517"/>
                    <a:gd name="connsiteY10" fmla="*/ 2320508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70207"/>
                    <a:gd name="connsiteY0" fmla="*/ 1088604 h 2752057"/>
                    <a:gd name="connsiteX1" fmla="*/ 443239 w 1070207"/>
                    <a:gd name="connsiteY1" fmla="*/ 1310854 h 2752057"/>
                    <a:gd name="connsiteX2" fmla="*/ 440063 w 1070207"/>
                    <a:gd name="connsiteY2" fmla="*/ 1609304 h 2752057"/>
                    <a:gd name="connsiteX3" fmla="*/ 390851 w 1070207"/>
                    <a:gd name="connsiteY3" fmla="*/ 1968079 h 2752057"/>
                    <a:gd name="connsiteX4" fmla="*/ 162250 w 1070207"/>
                    <a:gd name="connsiteY4" fmla="*/ 2223666 h 2752057"/>
                    <a:gd name="connsiteX5" fmla="*/ 86054 w 1070207"/>
                    <a:gd name="connsiteY5" fmla="*/ 2466557 h 2752057"/>
                    <a:gd name="connsiteX6" fmla="*/ 326 w 1070207"/>
                    <a:gd name="connsiteY6" fmla="*/ 2587204 h 2752057"/>
                    <a:gd name="connsiteX7" fmla="*/ 119388 w 1070207"/>
                    <a:gd name="connsiteY7" fmla="*/ 2685629 h 2752057"/>
                    <a:gd name="connsiteX8" fmla="*/ 365451 w 1070207"/>
                    <a:gd name="connsiteY8" fmla="*/ 2730078 h 2752057"/>
                    <a:gd name="connsiteX9" fmla="*/ 187651 w 1070207"/>
                    <a:gd name="connsiteY9" fmla="*/ 2542754 h 2752057"/>
                    <a:gd name="connsiteX10" fmla="*/ 1005484 w 1070207"/>
                    <a:gd name="connsiteY10" fmla="*/ 2235303 h 2752057"/>
                    <a:gd name="connsiteX11" fmla="*/ 1031517 w 1070207"/>
                    <a:gd name="connsiteY11" fmla="*/ 1930783 h 2752057"/>
                    <a:gd name="connsiteX12" fmla="*/ 884434 w 1070207"/>
                    <a:gd name="connsiteY12" fmla="*/ 1463584 h 2752057"/>
                    <a:gd name="connsiteX13" fmla="*/ 842078 w 1070207"/>
                    <a:gd name="connsiteY13" fmla="*/ 1247590 h 2752057"/>
                    <a:gd name="connsiteX14" fmla="*/ 825826 w 1070207"/>
                    <a:gd name="connsiteY14" fmla="*/ 1069554 h 2752057"/>
                    <a:gd name="connsiteX15" fmla="*/ 880250 w 1070207"/>
                    <a:gd name="connsiteY15" fmla="*/ 794184 h 2752057"/>
                    <a:gd name="connsiteX16" fmla="*/ 759154 w 1070207"/>
                    <a:gd name="connsiteY16" fmla="*/ 440907 h 2752057"/>
                    <a:gd name="connsiteX17" fmla="*/ 848054 w 1070207"/>
                    <a:gd name="connsiteY17" fmla="*/ 374232 h 2752057"/>
                    <a:gd name="connsiteX18" fmla="*/ 882978 w 1070207"/>
                    <a:gd name="connsiteY18" fmla="*/ 256757 h 2752057"/>
                    <a:gd name="connsiteX19" fmla="*/ 838529 w 1070207"/>
                    <a:gd name="connsiteY19" fmla="*/ 82132 h 2752057"/>
                    <a:gd name="connsiteX20" fmla="*/ 662313 w 1070207"/>
                    <a:gd name="connsiteY20" fmla="*/ 1166 h 2752057"/>
                    <a:gd name="connsiteX21" fmla="*/ 517853 w 1070207"/>
                    <a:gd name="connsiteY21" fmla="*/ 167857 h 2752057"/>
                    <a:gd name="connsiteX22" fmla="*/ 613103 w 1070207"/>
                    <a:gd name="connsiteY22" fmla="*/ 399631 h 2752057"/>
                    <a:gd name="connsiteX23" fmla="*/ 530551 w 1070207"/>
                    <a:gd name="connsiteY23" fmla="*/ 558379 h 2752057"/>
                    <a:gd name="connsiteX24" fmla="*/ 486101 w 1070207"/>
                    <a:gd name="connsiteY24" fmla="*/ 672678 h 2752057"/>
                    <a:gd name="connsiteX25" fmla="*/ 508326 w 107020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011502 w 1031517"/>
                    <a:gd name="connsiteY9" fmla="*/ 2553749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011502 w 1031517"/>
                    <a:gd name="connsiteY9" fmla="*/ 2553749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213220"/>
                    <a:gd name="connsiteY0" fmla="*/ 1088604 h 2716480"/>
                    <a:gd name="connsiteX1" fmla="*/ 443239 w 1213220"/>
                    <a:gd name="connsiteY1" fmla="*/ 1310854 h 2716480"/>
                    <a:gd name="connsiteX2" fmla="*/ 440063 w 1213220"/>
                    <a:gd name="connsiteY2" fmla="*/ 1609304 h 2716480"/>
                    <a:gd name="connsiteX3" fmla="*/ 390851 w 1213220"/>
                    <a:gd name="connsiteY3" fmla="*/ 1968079 h 2716480"/>
                    <a:gd name="connsiteX4" fmla="*/ 162250 w 1213220"/>
                    <a:gd name="connsiteY4" fmla="*/ 2223666 h 2716480"/>
                    <a:gd name="connsiteX5" fmla="*/ 86054 w 1213220"/>
                    <a:gd name="connsiteY5" fmla="*/ 2466557 h 2716480"/>
                    <a:gd name="connsiteX6" fmla="*/ 326 w 1213220"/>
                    <a:gd name="connsiteY6" fmla="*/ 2587204 h 2716480"/>
                    <a:gd name="connsiteX7" fmla="*/ 119388 w 1213220"/>
                    <a:gd name="connsiteY7" fmla="*/ 2685629 h 2716480"/>
                    <a:gd name="connsiteX8" fmla="*/ 1213220 w 1213220"/>
                    <a:gd name="connsiteY8" fmla="*/ 2653118 h 2716480"/>
                    <a:gd name="connsiteX9" fmla="*/ 1011502 w 1213220"/>
                    <a:gd name="connsiteY9" fmla="*/ 2553749 h 2716480"/>
                    <a:gd name="connsiteX10" fmla="*/ 1005484 w 1213220"/>
                    <a:gd name="connsiteY10" fmla="*/ 2235303 h 2716480"/>
                    <a:gd name="connsiteX11" fmla="*/ 1031517 w 1213220"/>
                    <a:gd name="connsiteY11" fmla="*/ 1930783 h 2716480"/>
                    <a:gd name="connsiteX12" fmla="*/ 884434 w 1213220"/>
                    <a:gd name="connsiteY12" fmla="*/ 1463584 h 2716480"/>
                    <a:gd name="connsiteX13" fmla="*/ 842078 w 1213220"/>
                    <a:gd name="connsiteY13" fmla="*/ 1247590 h 2716480"/>
                    <a:gd name="connsiteX14" fmla="*/ 825826 w 1213220"/>
                    <a:gd name="connsiteY14" fmla="*/ 1069554 h 2716480"/>
                    <a:gd name="connsiteX15" fmla="*/ 880250 w 1213220"/>
                    <a:gd name="connsiteY15" fmla="*/ 794184 h 2716480"/>
                    <a:gd name="connsiteX16" fmla="*/ 759154 w 1213220"/>
                    <a:gd name="connsiteY16" fmla="*/ 440907 h 2716480"/>
                    <a:gd name="connsiteX17" fmla="*/ 848054 w 1213220"/>
                    <a:gd name="connsiteY17" fmla="*/ 374232 h 2716480"/>
                    <a:gd name="connsiteX18" fmla="*/ 882978 w 1213220"/>
                    <a:gd name="connsiteY18" fmla="*/ 256757 h 2716480"/>
                    <a:gd name="connsiteX19" fmla="*/ 838529 w 1213220"/>
                    <a:gd name="connsiteY19" fmla="*/ 82132 h 2716480"/>
                    <a:gd name="connsiteX20" fmla="*/ 662313 w 1213220"/>
                    <a:gd name="connsiteY20" fmla="*/ 1166 h 2716480"/>
                    <a:gd name="connsiteX21" fmla="*/ 517853 w 1213220"/>
                    <a:gd name="connsiteY21" fmla="*/ 167857 h 2716480"/>
                    <a:gd name="connsiteX22" fmla="*/ 613103 w 1213220"/>
                    <a:gd name="connsiteY22" fmla="*/ 399631 h 2716480"/>
                    <a:gd name="connsiteX23" fmla="*/ 530551 w 1213220"/>
                    <a:gd name="connsiteY23" fmla="*/ 558379 h 2716480"/>
                    <a:gd name="connsiteX24" fmla="*/ 486101 w 1213220"/>
                    <a:gd name="connsiteY24" fmla="*/ 672678 h 2716480"/>
                    <a:gd name="connsiteX25" fmla="*/ 508326 w 1213220"/>
                    <a:gd name="connsiteY25" fmla="*/ 1088604 h 2716480"/>
                    <a:gd name="connsiteX0" fmla="*/ 563788 w 1268682"/>
                    <a:gd name="connsiteY0" fmla="*/ 1088604 h 2701084"/>
                    <a:gd name="connsiteX1" fmla="*/ 498701 w 1268682"/>
                    <a:gd name="connsiteY1" fmla="*/ 1310854 h 2701084"/>
                    <a:gd name="connsiteX2" fmla="*/ 495525 w 1268682"/>
                    <a:gd name="connsiteY2" fmla="*/ 1609304 h 2701084"/>
                    <a:gd name="connsiteX3" fmla="*/ 446313 w 1268682"/>
                    <a:gd name="connsiteY3" fmla="*/ 1968079 h 2701084"/>
                    <a:gd name="connsiteX4" fmla="*/ 217712 w 1268682"/>
                    <a:gd name="connsiteY4" fmla="*/ 2223666 h 2701084"/>
                    <a:gd name="connsiteX5" fmla="*/ 141516 w 1268682"/>
                    <a:gd name="connsiteY5" fmla="*/ 2466557 h 2701084"/>
                    <a:gd name="connsiteX6" fmla="*/ 55788 w 1268682"/>
                    <a:gd name="connsiteY6" fmla="*/ 2587204 h 2701084"/>
                    <a:gd name="connsiteX7" fmla="*/ 1075770 w 1268682"/>
                    <a:gd name="connsiteY7" fmla="*/ 2663640 h 2701084"/>
                    <a:gd name="connsiteX8" fmla="*/ 1268682 w 1268682"/>
                    <a:gd name="connsiteY8" fmla="*/ 2653118 h 2701084"/>
                    <a:gd name="connsiteX9" fmla="*/ 1066964 w 1268682"/>
                    <a:gd name="connsiteY9" fmla="*/ 2553749 h 2701084"/>
                    <a:gd name="connsiteX10" fmla="*/ 1060946 w 1268682"/>
                    <a:gd name="connsiteY10" fmla="*/ 2235303 h 2701084"/>
                    <a:gd name="connsiteX11" fmla="*/ 1086979 w 1268682"/>
                    <a:gd name="connsiteY11" fmla="*/ 1930783 h 2701084"/>
                    <a:gd name="connsiteX12" fmla="*/ 939896 w 1268682"/>
                    <a:gd name="connsiteY12" fmla="*/ 1463584 h 2701084"/>
                    <a:gd name="connsiteX13" fmla="*/ 897540 w 1268682"/>
                    <a:gd name="connsiteY13" fmla="*/ 1247590 h 2701084"/>
                    <a:gd name="connsiteX14" fmla="*/ 881288 w 1268682"/>
                    <a:gd name="connsiteY14" fmla="*/ 1069554 h 2701084"/>
                    <a:gd name="connsiteX15" fmla="*/ 935712 w 1268682"/>
                    <a:gd name="connsiteY15" fmla="*/ 794184 h 2701084"/>
                    <a:gd name="connsiteX16" fmla="*/ 814616 w 1268682"/>
                    <a:gd name="connsiteY16" fmla="*/ 440907 h 2701084"/>
                    <a:gd name="connsiteX17" fmla="*/ 903516 w 1268682"/>
                    <a:gd name="connsiteY17" fmla="*/ 374232 h 2701084"/>
                    <a:gd name="connsiteX18" fmla="*/ 938440 w 1268682"/>
                    <a:gd name="connsiteY18" fmla="*/ 256757 h 2701084"/>
                    <a:gd name="connsiteX19" fmla="*/ 893991 w 1268682"/>
                    <a:gd name="connsiteY19" fmla="*/ 82132 h 2701084"/>
                    <a:gd name="connsiteX20" fmla="*/ 717775 w 1268682"/>
                    <a:gd name="connsiteY20" fmla="*/ 1166 h 2701084"/>
                    <a:gd name="connsiteX21" fmla="*/ 573315 w 1268682"/>
                    <a:gd name="connsiteY21" fmla="*/ 167857 h 2701084"/>
                    <a:gd name="connsiteX22" fmla="*/ 668565 w 1268682"/>
                    <a:gd name="connsiteY22" fmla="*/ 399631 h 2701084"/>
                    <a:gd name="connsiteX23" fmla="*/ 586013 w 1268682"/>
                    <a:gd name="connsiteY23" fmla="*/ 558379 h 2701084"/>
                    <a:gd name="connsiteX24" fmla="*/ 541563 w 1268682"/>
                    <a:gd name="connsiteY24" fmla="*/ 672678 h 2701084"/>
                    <a:gd name="connsiteX25" fmla="*/ 563788 w 1268682"/>
                    <a:gd name="connsiteY25" fmla="*/ 1088604 h 2701084"/>
                    <a:gd name="connsiteX0" fmla="*/ 464979 w 1169873"/>
                    <a:gd name="connsiteY0" fmla="*/ 1088604 h 2701084"/>
                    <a:gd name="connsiteX1" fmla="*/ 399892 w 1169873"/>
                    <a:gd name="connsiteY1" fmla="*/ 1310854 h 2701084"/>
                    <a:gd name="connsiteX2" fmla="*/ 396716 w 1169873"/>
                    <a:gd name="connsiteY2" fmla="*/ 1609304 h 2701084"/>
                    <a:gd name="connsiteX3" fmla="*/ 347504 w 1169873"/>
                    <a:gd name="connsiteY3" fmla="*/ 1968079 h 2701084"/>
                    <a:gd name="connsiteX4" fmla="*/ 118903 w 1169873"/>
                    <a:gd name="connsiteY4" fmla="*/ 2223666 h 2701084"/>
                    <a:gd name="connsiteX5" fmla="*/ 42707 w 1169873"/>
                    <a:gd name="connsiteY5" fmla="*/ 2466557 h 2701084"/>
                    <a:gd name="connsiteX6" fmla="*/ 831323 w 1169873"/>
                    <a:gd name="connsiteY6" fmla="*/ 2672409 h 2701084"/>
                    <a:gd name="connsiteX7" fmla="*/ 976961 w 1169873"/>
                    <a:gd name="connsiteY7" fmla="*/ 2663640 h 2701084"/>
                    <a:gd name="connsiteX8" fmla="*/ 1169873 w 1169873"/>
                    <a:gd name="connsiteY8" fmla="*/ 2653118 h 2701084"/>
                    <a:gd name="connsiteX9" fmla="*/ 968155 w 1169873"/>
                    <a:gd name="connsiteY9" fmla="*/ 2553749 h 2701084"/>
                    <a:gd name="connsiteX10" fmla="*/ 962137 w 1169873"/>
                    <a:gd name="connsiteY10" fmla="*/ 2235303 h 2701084"/>
                    <a:gd name="connsiteX11" fmla="*/ 988170 w 1169873"/>
                    <a:gd name="connsiteY11" fmla="*/ 1930783 h 2701084"/>
                    <a:gd name="connsiteX12" fmla="*/ 841087 w 1169873"/>
                    <a:gd name="connsiteY12" fmla="*/ 1463584 h 2701084"/>
                    <a:gd name="connsiteX13" fmla="*/ 798731 w 1169873"/>
                    <a:gd name="connsiteY13" fmla="*/ 1247590 h 2701084"/>
                    <a:gd name="connsiteX14" fmla="*/ 782479 w 1169873"/>
                    <a:gd name="connsiteY14" fmla="*/ 1069554 h 2701084"/>
                    <a:gd name="connsiteX15" fmla="*/ 836903 w 1169873"/>
                    <a:gd name="connsiteY15" fmla="*/ 794184 h 2701084"/>
                    <a:gd name="connsiteX16" fmla="*/ 715807 w 1169873"/>
                    <a:gd name="connsiteY16" fmla="*/ 440907 h 2701084"/>
                    <a:gd name="connsiteX17" fmla="*/ 804707 w 1169873"/>
                    <a:gd name="connsiteY17" fmla="*/ 374232 h 2701084"/>
                    <a:gd name="connsiteX18" fmla="*/ 839631 w 1169873"/>
                    <a:gd name="connsiteY18" fmla="*/ 256757 h 2701084"/>
                    <a:gd name="connsiteX19" fmla="*/ 795182 w 1169873"/>
                    <a:gd name="connsiteY19" fmla="*/ 82132 h 2701084"/>
                    <a:gd name="connsiteX20" fmla="*/ 618966 w 1169873"/>
                    <a:gd name="connsiteY20" fmla="*/ 1166 h 2701084"/>
                    <a:gd name="connsiteX21" fmla="*/ 474506 w 1169873"/>
                    <a:gd name="connsiteY21" fmla="*/ 167857 h 2701084"/>
                    <a:gd name="connsiteX22" fmla="*/ 569756 w 1169873"/>
                    <a:gd name="connsiteY22" fmla="*/ 399631 h 2701084"/>
                    <a:gd name="connsiteX23" fmla="*/ 487204 w 1169873"/>
                    <a:gd name="connsiteY23" fmla="*/ 558379 h 2701084"/>
                    <a:gd name="connsiteX24" fmla="*/ 442754 w 1169873"/>
                    <a:gd name="connsiteY24" fmla="*/ 672678 h 2701084"/>
                    <a:gd name="connsiteX25" fmla="*/ 464979 w 1169873"/>
                    <a:gd name="connsiteY25" fmla="*/ 1088604 h 2701084"/>
                    <a:gd name="connsiteX0" fmla="*/ 362436 w 1067330"/>
                    <a:gd name="connsiteY0" fmla="*/ 1088604 h 2701084"/>
                    <a:gd name="connsiteX1" fmla="*/ 297349 w 1067330"/>
                    <a:gd name="connsiteY1" fmla="*/ 1310854 h 2701084"/>
                    <a:gd name="connsiteX2" fmla="*/ 294173 w 1067330"/>
                    <a:gd name="connsiteY2" fmla="*/ 1609304 h 2701084"/>
                    <a:gd name="connsiteX3" fmla="*/ 244961 w 1067330"/>
                    <a:gd name="connsiteY3" fmla="*/ 1968079 h 2701084"/>
                    <a:gd name="connsiteX4" fmla="*/ 16360 w 1067330"/>
                    <a:gd name="connsiteY4" fmla="*/ 2223666 h 2701084"/>
                    <a:gd name="connsiteX5" fmla="*/ 750727 w 1067330"/>
                    <a:gd name="connsiteY5" fmla="*/ 2540768 h 2701084"/>
                    <a:gd name="connsiteX6" fmla="*/ 728780 w 1067330"/>
                    <a:gd name="connsiteY6" fmla="*/ 2672409 h 2701084"/>
                    <a:gd name="connsiteX7" fmla="*/ 874418 w 1067330"/>
                    <a:gd name="connsiteY7" fmla="*/ 2663640 h 2701084"/>
                    <a:gd name="connsiteX8" fmla="*/ 1067330 w 1067330"/>
                    <a:gd name="connsiteY8" fmla="*/ 2653118 h 2701084"/>
                    <a:gd name="connsiteX9" fmla="*/ 865612 w 1067330"/>
                    <a:gd name="connsiteY9" fmla="*/ 2553749 h 2701084"/>
                    <a:gd name="connsiteX10" fmla="*/ 859594 w 1067330"/>
                    <a:gd name="connsiteY10" fmla="*/ 2235303 h 2701084"/>
                    <a:gd name="connsiteX11" fmla="*/ 885627 w 1067330"/>
                    <a:gd name="connsiteY11" fmla="*/ 1930783 h 2701084"/>
                    <a:gd name="connsiteX12" fmla="*/ 738544 w 1067330"/>
                    <a:gd name="connsiteY12" fmla="*/ 1463584 h 2701084"/>
                    <a:gd name="connsiteX13" fmla="*/ 696188 w 1067330"/>
                    <a:gd name="connsiteY13" fmla="*/ 1247590 h 2701084"/>
                    <a:gd name="connsiteX14" fmla="*/ 679936 w 1067330"/>
                    <a:gd name="connsiteY14" fmla="*/ 1069554 h 2701084"/>
                    <a:gd name="connsiteX15" fmla="*/ 734360 w 1067330"/>
                    <a:gd name="connsiteY15" fmla="*/ 794184 h 2701084"/>
                    <a:gd name="connsiteX16" fmla="*/ 613264 w 1067330"/>
                    <a:gd name="connsiteY16" fmla="*/ 440907 h 2701084"/>
                    <a:gd name="connsiteX17" fmla="*/ 702164 w 1067330"/>
                    <a:gd name="connsiteY17" fmla="*/ 374232 h 2701084"/>
                    <a:gd name="connsiteX18" fmla="*/ 737088 w 1067330"/>
                    <a:gd name="connsiteY18" fmla="*/ 256757 h 2701084"/>
                    <a:gd name="connsiteX19" fmla="*/ 692639 w 1067330"/>
                    <a:gd name="connsiteY19" fmla="*/ 82132 h 2701084"/>
                    <a:gd name="connsiteX20" fmla="*/ 516423 w 1067330"/>
                    <a:gd name="connsiteY20" fmla="*/ 1166 h 2701084"/>
                    <a:gd name="connsiteX21" fmla="*/ 371963 w 1067330"/>
                    <a:gd name="connsiteY21" fmla="*/ 167857 h 2701084"/>
                    <a:gd name="connsiteX22" fmla="*/ 467213 w 1067330"/>
                    <a:gd name="connsiteY22" fmla="*/ 399631 h 2701084"/>
                    <a:gd name="connsiteX23" fmla="*/ 384661 w 1067330"/>
                    <a:gd name="connsiteY23" fmla="*/ 558379 h 2701084"/>
                    <a:gd name="connsiteX24" fmla="*/ 340211 w 1067330"/>
                    <a:gd name="connsiteY24" fmla="*/ 672678 h 2701084"/>
                    <a:gd name="connsiteX25" fmla="*/ 362436 w 1067330"/>
                    <a:gd name="connsiteY25" fmla="*/ 1088604 h 2701084"/>
                    <a:gd name="connsiteX0" fmla="*/ 142705 w 847599"/>
                    <a:gd name="connsiteY0" fmla="*/ 1088604 h 2701084"/>
                    <a:gd name="connsiteX1" fmla="*/ 77618 w 847599"/>
                    <a:gd name="connsiteY1" fmla="*/ 1310854 h 2701084"/>
                    <a:gd name="connsiteX2" fmla="*/ 74442 w 847599"/>
                    <a:gd name="connsiteY2" fmla="*/ 1609304 h 2701084"/>
                    <a:gd name="connsiteX3" fmla="*/ 25230 w 847599"/>
                    <a:gd name="connsiteY3" fmla="*/ 1968079 h 2701084"/>
                    <a:gd name="connsiteX4" fmla="*/ 461024 w 847599"/>
                    <a:gd name="connsiteY4" fmla="*/ 2322614 h 2701084"/>
                    <a:gd name="connsiteX5" fmla="*/ 530996 w 847599"/>
                    <a:gd name="connsiteY5" fmla="*/ 2540768 h 2701084"/>
                    <a:gd name="connsiteX6" fmla="*/ 509049 w 847599"/>
                    <a:gd name="connsiteY6" fmla="*/ 2672409 h 2701084"/>
                    <a:gd name="connsiteX7" fmla="*/ 654687 w 847599"/>
                    <a:gd name="connsiteY7" fmla="*/ 2663640 h 2701084"/>
                    <a:gd name="connsiteX8" fmla="*/ 847599 w 847599"/>
                    <a:gd name="connsiteY8" fmla="*/ 2653118 h 2701084"/>
                    <a:gd name="connsiteX9" fmla="*/ 645881 w 847599"/>
                    <a:gd name="connsiteY9" fmla="*/ 2553749 h 2701084"/>
                    <a:gd name="connsiteX10" fmla="*/ 639863 w 847599"/>
                    <a:gd name="connsiteY10" fmla="*/ 2235303 h 2701084"/>
                    <a:gd name="connsiteX11" fmla="*/ 665896 w 847599"/>
                    <a:gd name="connsiteY11" fmla="*/ 1930783 h 2701084"/>
                    <a:gd name="connsiteX12" fmla="*/ 518813 w 847599"/>
                    <a:gd name="connsiteY12" fmla="*/ 1463584 h 2701084"/>
                    <a:gd name="connsiteX13" fmla="*/ 476457 w 847599"/>
                    <a:gd name="connsiteY13" fmla="*/ 1247590 h 2701084"/>
                    <a:gd name="connsiteX14" fmla="*/ 460205 w 847599"/>
                    <a:gd name="connsiteY14" fmla="*/ 1069554 h 2701084"/>
                    <a:gd name="connsiteX15" fmla="*/ 514629 w 847599"/>
                    <a:gd name="connsiteY15" fmla="*/ 794184 h 2701084"/>
                    <a:gd name="connsiteX16" fmla="*/ 393533 w 847599"/>
                    <a:gd name="connsiteY16" fmla="*/ 440907 h 2701084"/>
                    <a:gd name="connsiteX17" fmla="*/ 482433 w 847599"/>
                    <a:gd name="connsiteY17" fmla="*/ 374232 h 2701084"/>
                    <a:gd name="connsiteX18" fmla="*/ 517357 w 847599"/>
                    <a:gd name="connsiteY18" fmla="*/ 256757 h 2701084"/>
                    <a:gd name="connsiteX19" fmla="*/ 472908 w 847599"/>
                    <a:gd name="connsiteY19" fmla="*/ 82132 h 2701084"/>
                    <a:gd name="connsiteX20" fmla="*/ 296692 w 847599"/>
                    <a:gd name="connsiteY20" fmla="*/ 1166 h 2701084"/>
                    <a:gd name="connsiteX21" fmla="*/ 152232 w 847599"/>
                    <a:gd name="connsiteY21" fmla="*/ 167857 h 2701084"/>
                    <a:gd name="connsiteX22" fmla="*/ 247482 w 847599"/>
                    <a:gd name="connsiteY22" fmla="*/ 399631 h 2701084"/>
                    <a:gd name="connsiteX23" fmla="*/ 164930 w 847599"/>
                    <a:gd name="connsiteY23" fmla="*/ 558379 h 2701084"/>
                    <a:gd name="connsiteX24" fmla="*/ 120480 w 847599"/>
                    <a:gd name="connsiteY24" fmla="*/ 672678 h 2701084"/>
                    <a:gd name="connsiteX25" fmla="*/ 142705 w 847599"/>
                    <a:gd name="connsiteY25" fmla="*/ 1088604 h 2701084"/>
                    <a:gd name="connsiteX0" fmla="*/ 93780 w 798674"/>
                    <a:gd name="connsiteY0" fmla="*/ 1088604 h 2701084"/>
                    <a:gd name="connsiteX1" fmla="*/ 28693 w 798674"/>
                    <a:gd name="connsiteY1" fmla="*/ 1310854 h 2701084"/>
                    <a:gd name="connsiteX2" fmla="*/ 25517 w 798674"/>
                    <a:gd name="connsiteY2" fmla="*/ 1609304 h 2701084"/>
                    <a:gd name="connsiteX3" fmla="*/ 454670 w 798674"/>
                    <a:gd name="connsiteY3" fmla="*/ 1987319 h 2701084"/>
                    <a:gd name="connsiteX4" fmla="*/ 412099 w 798674"/>
                    <a:gd name="connsiteY4" fmla="*/ 2322614 h 2701084"/>
                    <a:gd name="connsiteX5" fmla="*/ 482071 w 798674"/>
                    <a:gd name="connsiteY5" fmla="*/ 2540768 h 2701084"/>
                    <a:gd name="connsiteX6" fmla="*/ 460124 w 798674"/>
                    <a:gd name="connsiteY6" fmla="*/ 2672409 h 2701084"/>
                    <a:gd name="connsiteX7" fmla="*/ 605762 w 798674"/>
                    <a:gd name="connsiteY7" fmla="*/ 2663640 h 2701084"/>
                    <a:gd name="connsiteX8" fmla="*/ 798674 w 798674"/>
                    <a:gd name="connsiteY8" fmla="*/ 2653118 h 2701084"/>
                    <a:gd name="connsiteX9" fmla="*/ 596956 w 798674"/>
                    <a:gd name="connsiteY9" fmla="*/ 2553749 h 2701084"/>
                    <a:gd name="connsiteX10" fmla="*/ 590938 w 798674"/>
                    <a:gd name="connsiteY10" fmla="*/ 2235303 h 2701084"/>
                    <a:gd name="connsiteX11" fmla="*/ 616971 w 798674"/>
                    <a:gd name="connsiteY11" fmla="*/ 1930783 h 2701084"/>
                    <a:gd name="connsiteX12" fmla="*/ 469888 w 798674"/>
                    <a:gd name="connsiteY12" fmla="*/ 1463584 h 2701084"/>
                    <a:gd name="connsiteX13" fmla="*/ 427532 w 798674"/>
                    <a:gd name="connsiteY13" fmla="*/ 1247590 h 2701084"/>
                    <a:gd name="connsiteX14" fmla="*/ 411280 w 798674"/>
                    <a:gd name="connsiteY14" fmla="*/ 1069554 h 2701084"/>
                    <a:gd name="connsiteX15" fmla="*/ 465704 w 798674"/>
                    <a:gd name="connsiteY15" fmla="*/ 794184 h 2701084"/>
                    <a:gd name="connsiteX16" fmla="*/ 344608 w 798674"/>
                    <a:gd name="connsiteY16" fmla="*/ 440907 h 2701084"/>
                    <a:gd name="connsiteX17" fmla="*/ 433508 w 798674"/>
                    <a:gd name="connsiteY17" fmla="*/ 374232 h 2701084"/>
                    <a:gd name="connsiteX18" fmla="*/ 468432 w 798674"/>
                    <a:gd name="connsiteY18" fmla="*/ 256757 h 2701084"/>
                    <a:gd name="connsiteX19" fmla="*/ 423983 w 798674"/>
                    <a:gd name="connsiteY19" fmla="*/ 82132 h 2701084"/>
                    <a:gd name="connsiteX20" fmla="*/ 247767 w 798674"/>
                    <a:gd name="connsiteY20" fmla="*/ 1166 h 2701084"/>
                    <a:gd name="connsiteX21" fmla="*/ 103307 w 798674"/>
                    <a:gd name="connsiteY21" fmla="*/ 167857 h 2701084"/>
                    <a:gd name="connsiteX22" fmla="*/ 198557 w 798674"/>
                    <a:gd name="connsiteY22" fmla="*/ 399631 h 2701084"/>
                    <a:gd name="connsiteX23" fmla="*/ 116005 w 798674"/>
                    <a:gd name="connsiteY23" fmla="*/ 558379 h 2701084"/>
                    <a:gd name="connsiteX24" fmla="*/ 71555 w 798674"/>
                    <a:gd name="connsiteY24" fmla="*/ 672678 h 2701084"/>
                    <a:gd name="connsiteX25" fmla="*/ 93780 w 798674"/>
                    <a:gd name="connsiteY25" fmla="*/ 1088604 h 2701084"/>
                    <a:gd name="connsiteX0" fmla="*/ 65087 w 769981"/>
                    <a:gd name="connsiteY0" fmla="*/ 1088604 h 2701084"/>
                    <a:gd name="connsiteX1" fmla="*/ 0 w 769981"/>
                    <a:gd name="connsiteY1" fmla="*/ 1310854 h 2701084"/>
                    <a:gd name="connsiteX2" fmla="*/ 201457 w 769981"/>
                    <a:gd name="connsiteY2" fmla="*/ 1634041 h 2701084"/>
                    <a:gd name="connsiteX3" fmla="*/ 425977 w 769981"/>
                    <a:gd name="connsiteY3" fmla="*/ 1987319 h 2701084"/>
                    <a:gd name="connsiteX4" fmla="*/ 383406 w 769981"/>
                    <a:gd name="connsiteY4" fmla="*/ 2322614 h 2701084"/>
                    <a:gd name="connsiteX5" fmla="*/ 453378 w 769981"/>
                    <a:gd name="connsiteY5" fmla="*/ 2540768 h 2701084"/>
                    <a:gd name="connsiteX6" fmla="*/ 431431 w 769981"/>
                    <a:gd name="connsiteY6" fmla="*/ 2672409 h 2701084"/>
                    <a:gd name="connsiteX7" fmla="*/ 577069 w 769981"/>
                    <a:gd name="connsiteY7" fmla="*/ 2663640 h 2701084"/>
                    <a:gd name="connsiteX8" fmla="*/ 769981 w 769981"/>
                    <a:gd name="connsiteY8" fmla="*/ 2653118 h 2701084"/>
                    <a:gd name="connsiteX9" fmla="*/ 568263 w 769981"/>
                    <a:gd name="connsiteY9" fmla="*/ 2553749 h 2701084"/>
                    <a:gd name="connsiteX10" fmla="*/ 562245 w 769981"/>
                    <a:gd name="connsiteY10" fmla="*/ 2235303 h 2701084"/>
                    <a:gd name="connsiteX11" fmla="*/ 588278 w 769981"/>
                    <a:gd name="connsiteY11" fmla="*/ 1930783 h 2701084"/>
                    <a:gd name="connsiteX12" fmla="*/ 441195 w 769981"/>
                    <a:gd name="connsiteY12" fmla="*/ 1463584 h 2701084"/>
                    <a:gd name="connsiteX13" fmla="*/ 398839 w 769981"/>
                    <a:gd name="connsiteY13" fmla="*/ 1247590 h 2701084"/>
                    <a:gd name="connsiteX14" fmla="*/ 382587 w 769981"/>
                    <a:gd name="connsiteY14" fmla="*/ 1069554 h 2701084"/>
                    <a:gd name="connsiteX15" fmla="*/ 437011 w 769981"/>
                    <a:gd name="connsiteY15" fmla="*/ 794184 h 2701084"/>
                    <a:gd name="connsiteX16" fmla="*/ 315915 w 769981"/>
                    <a:gd name="connsiteY16" fmla="*/ 440907 h 2701084"/>
                    <a:gd name="connsiteX17" fmla="*/ 404815 w 769981"/>
                    <a:gd name="connsiteY17" fmla="*/ 374232 h 2701084"/>
                    <a:gd name="connsiteX18" fmla="*/ 439739 w 769981"/>
                    <a:gd name="connsiteY18" fmla="*/ 256757 h 2701084"/>
                    <a:gd name="connsiteX19" fmla="*/ 395290 w 769981"/>
                    <a:gd name="connsiteY19" fmla="*/ 82132 h 2701084"/>
                    <a:gd name="connsiteX20" fmla="*/ 219074 w 769981"/>
                    <a:gd name="connsiteY20" fmla="*/ 1166 h 2701084"/>
                    <a:gd name="connsiteX21" fmla="*/ 74614 w 769981"/>
                    <a:gd name="connsiteY21" fmla="*/ 167857 h 2701084"/>
                    <a:gd name="connsiteX22" fmla="*/ 169864 w 769981"/>
                    <a:gd name="connsiteY22" fmla="*/ 399631 h 2701084"/>
                    <a:gd name="connsiteX23" fmla="*/ 87312 w 769981"/>
                    <a:gd name="connsiteY23" fmla="*/ 558379 h 2701084"/>
                    <a:gd name="connsiteX24" fmla="*/ 42862 w 769981"/>
                    <a:gd name="connsiteY24" fmla="*/ 672678 h 2701084"/>
                    <a:gd name="connsiteX25" fmla="*/ 65087 w 769981"/>
                    <a:gd name="connsiteY25" fmla="*/ 1088604 h 2701084"/>
                    <a:gd name="connsiteX0" fmla="*/ 23563 w 728457"/>
                    <a:gd name="connsiteY0" fmla="*/ 1088604 h 2701084"/>
                    <a:gd name="connsiteX1" fmla="*/ 78067 w 728457"/>
                    <a:gd name="connsiteY1" fmla="*/ 1330093 h 2701084"/>
                    <a:gd name="connsiteX2" fmla="*/ 159933 w 728457"/>
                    <a:gd name="connsiteY2" fmla="*/ 1634041 h 2701084"/>
                    <a:gd name="connsiteX3" fmla="*/ 384453 w 728457"/>
                    <a:gd name="connsiteY3" fmla="*/ 1987319 h 2701084"/>
                    <a:gd name="connsiteX4" fmla="*/ 341882 w 728457"/>
                    <a:gd name="connsiteY4" fmla="*/ 2322614 h 2701084"/>
                    <a:gd name="connsiteX5" fmla="*/ 411854 w 728457"/>
                    <a:gd name="connsiteY5" fmla="*/ 2540768 h 2701084"/>
                    <a:gd name="connsiteX6" fmla="*/ 389907 w 728457"/>
                    <a:gd name="connsiteY6" fmla="*/ 2672409 h 2701084"/>
                    <a:gd name="connsiteX7" fmla="*/ 535545 w 728457"/>
                    <a:gd name="connsiteY7" fmla="*/ 2663640 h 2701084"/>
                    <a:gd name="connsiteX8" fmla="*/ 728457 w 728457"/>
                    <a:gd name="connsiteY8" fmla="*/ 2653118 h 2701084"/>
                    <a:gd name="connsiteX9" fmla="*/ 526739 w 728457"/>
                    <a:gd name="connsiteY9" fmla="*/ 2553749 h 2701084"/>
                    <a:gd name="connsiteX10" fmla="*/ 520721 w 728457"/>
                    <a:gd name="connsiteY10" fmla="*/ 2235303 h 2701084"/>
                    <a:gd name="connsiteX11" fmla="*/ 546754 w 728457"/>
                    <a:gd name="connsiteY11" fmla="*/ 1930783 h 2701084"/>
                    <a:gd name="connsiteX12" fmla="*/ 399671 w 728457"/>
                    <a:gd name="connsiteY12" fmla="*/ 1463584 h 2701084"/>
                    <a:gd name="connsiteX13" fmla="*/ 357315 w 728457"/>
                    <a:gd name="connsiteY13" fmla="*/ 1247590 h 2701084"/>
                    <a:gd name="connsiteX14" fmla="*/ 341063 w 728457"/>
                    <a:gd name="connsiteY14" fmla="*/ 1069554 h 2701084"/>
                    <a:gd name="connsiteX15" fmla="*/ 395487 w 728457"/>
                    <a:gd name="connsiteY15" fmla="*/ 794184 h 2701084"/>
                    <a:gd name="connsiteX16" fmla="*/ 274391 w 728457"/>
                    <a:gd name="connsiteY16" fmla="*/ 440907 h 2701084"/>
                    <a:gd name="connsiteX17" fmla="*/ 363291 w 728457"/>
                    <a:gd name="connsiteY17" fmla="*/ 374232 h 2701084"/>
                    <a:gd name="connsiteX18" fmla="*/ 398215 w 728457"/>
                    <a:gd name="connsiteY18" fmla="*/ 256757 h 2701084"/>
                    <a:gd name="connsiteX19" fmla="*/ 353766 w 728457"/>
                    <a:gd name="connsiteY19" fmla="*/ 82132 h 2701084"/>
                    <a:gd name="connsiteX20" fmla="*/ 177550 w 728457"/>
                    <a:gd name="connsiteY20" fmla="*/ 1166 h 2701084"/>
                    <a:gd name="connsiteX21" fmla="*/ 33090 w 728457"/>
                    <a:gd name="connsiteY21" fmla="*/ 167857 h 2701084"/>
                    <a:gd name="connsiteX22" fmla="*/ 128340 w 728457"/>
                    <a:gd name="connsiteY22" fmla="*/ 399631 h 2701084"/>
                    <a:gd name="connsiteX23" fmla="*/ 45788 w 728457"/>
                    <a:gd name="connsiteY23" fmla="*/ 558379 h 2701084"/>
                    <a:gd name="connsiteX24" fmla="*/ 1338 w 728457"/>
                    <a:gd name="connsiteY24" fmla="*/ 672678 h 2701084"/>
                    <a:gd name="connsiteX25" fmla="*/ 23563 w 728457"/>
                    <a:gd name="connsiteY25" fmla="*/ 1088604 h 2701084"/>
                    <a:gd name="connsiteX0" fmla="*/ 23563 w 728457"/>
                    <a:gd name="connsiteY0" fmla="*/ 1088604 h 2701084"/>
                    <a:gd name="connsiteX1" fmla="*/ 91354 w 728457"/>
                    <a:gd name="connsiteY1" fmla="*/ 1327344 h 2701084"/>
                    <a:gd name="connsiteX2" fmla="*/ 159933 w 728457"/>
                    <a:gd name="connsiteY2" fmla="*/ 1634041 h 2701084"/>
                    <a:gd name="connsiteX3" fmla="*/ 384453 w 728457"/>
                    <a:gd name="connsiteY3" fmla="*/ 1987319 h 2701084"/>
                    <a:gd name="connsiteX4" fmla="*/ 341882 w 728457"/>
                    <a:gd name="connsiteY4" fmla="*/ 2322614 h 2701084"/>
                    <a:gd name="connsiteX5" fmla="*/ 411854 w 728457"/>
                    <a:gd name="connsiteY5" fmla="*/ 2540768 h 2701084"/>
                    <a:gd name="connsiteX6" fmla="*/ 389907 w 728457"/>
                    <a:gd name="connsiteY6" fmla="*/ 2672409 h 2701084"/>
                    <a:gd name="connsiteX7" fmla="*/ 535545 w 728457"/>
                    <a:gd name="connsiteY7" fmla="*/ 2663640 h 2701084"/>
                    <a:gd name="connsiteX8" fmla="*/ 728457 w 728457"/>
                    <a:gd name="connsiteY8" fmla="*/ 2653118 h 2701084"/>
                    <a:gd name="connsiteX9" fmla="*/ 526739 w 728457"/>
                    <a:gd name="connsiteY9" fmla="*/ 2553749 h 2701084"/>
                    <a:gd name="connsiteX10" fmla="*/ 520721 w 728457"/>
                    <a:gd name="connsiteY10" fmla="*/ 2235303 h 2701084"/>
                    <a:gd name="connsiteX11" fmla="*/ 546754 w 728457"/>
                    <a:gd name="connsiteY11" fmla="*/ 1930783 h 2701084"/>
                    <a:gd name="connsiteX12" fmla="*/ 399671 w 728457"/>
                    <a:gd name="connsiteY12" fmla="*/ 1463584 h 2701084"/>
                    <a:gd name="connsiteX13" fmla="*/ 357315 w 728457"/>
                    <a:gd name="connsiteY13" fmla="*/ 1247590 h 2701084"/>
                    <a:gd name="connsiteX14" fmla="*/ 341063 w 728457"/>
                    <a:gd name="connsiteY14" fmla="*/ 1069554 h 2701084"/>
                    <a:gd name="connsiteX15" fmla="*/ 395487 w 728457"/>
                    <a:gd name="connsiteY15" fmla="*/ 794184 h 2701084"/>
                    <a:gd name="connsiteX16" fmla="*/ 274391 w 728457"/>
                    <a:gd name="connsiteY16" fmla="*/ 440907 h 2701084"/>
                    <a:gd name="connsiteX17" fmla="*/ 363291 w 728457"/>
                    <a:gd name="connsiteY17" fmla="*/ 374232 h 2701084"/>
                    <a:gd name="connsiteX18" fmla="*/ 398215 w 728457"/>
                    <a:gd name="connsiteY18" fmla="*/ 256757 h 2701084"/>
                    <a:gd name="connsiteX19" fmla="*/ 353766 w 728457"/>
                    <a:gd name="connsiteY19" fmla="*/ 82132 h 2701084"/>
                    <a:gd name="connsiteX20" fmla="*/ 177550 w 728457"/>
                    <a:gd name="connsiteY20" fmla="*/ 1166 h 2701084"/>
                    <a:gd name="connsiteX21" fmla="*/ 33090 w 728457"/>
                    <a:gd name="connsiteY21" fmla="*/ 167857 h 2701084"/>
                    <a:gd name="connsiteX22" fmla="*/ 128340 w 728457"/>
                    <a:gd name="connsiteY22" fmla="*/ 399631 h 2701084"/>
                    <a:gd name="connsiteX23" fmla="*/ 45788 w 728457"/>
                    <a:gd name="connsiteY23" fmla="*/ 558379 h 2701084"/>
                    <a:gd name="connsiteX24" fmla="*/ 1338 w 728457"/>
                    <a:gd name="connsiteY24" fmla="*/ 672678 h 2701084"/>
                    <a:gd name="connsiteX25" fmla="*/ 23563 w 728457"/>
                    <a:gd name="connsiteY25" fmla="*/ 1088604 h 2701084"/>
                    <a:gd name="connsiteX0" fmla="*/ 32925 w 727189"/>
                    <a:gd name="connsiteY0" fmla="*/ 1083108 h 2701084"/>
                    <a:gd name="connsiteX1" fmla="*/ 90086 w 727189"/>
                    <a:gd name="connsiteY1" fmla="*/ 1327344 h 2701084"/>
                    <a:gd name="connsiteX2" fmla="*/ 158665 w 727189"/>
                    <a:gd name="connsiteY2" fmla="*/ 1634041 h 2701084"/>
                    <a:gd name="connsiteX3" fmla="*/ 383185 w 727189"/>
                    <a:gd name="connsiteY3" fmla="*/ 1987319 h 2701084"/>
                    <a:gd name="connsiteX4" fmla="*/ 340614 w 727189"/>
                    <a:gd name="connsiteY4" fmla="*/ 2322614 h 2701084"/>
                    <a:gd name="connsiteX5" fmla="*/ 410586 w 727189"/>
                    <a:gd name="connsiteY5" fmla="*/ 2540768 h 2701084"/>
                    <a:gd name="connsiteX6" fmla="*/ 388639 w 727189"/>
                    <a:gd name="connsiteY6" fmla="*/ 2672409 h 2701084"/>
                    <a:gd name="connsiteX7" fmla="*/ 534277 w 727189"/>
                    <a:gd name="connsiteY7" fmla="*/ 2663640 h 2701084"/>
                    <a:gd name="connsiteX8" fmla="*/ 727189 w 727189"/>
                    <a:gd name="connsiteY8" fmla="*/ 2653118 h 2701084"/>
                    <a:gd name="connsiteX9" fmla="*/ 525471 w 727189"/>
                    <a:gd name="connsiteY9" fmla="*/ 2553749 h 2701084"/>
                    <a:gd name="connsiteX10" fmla="*/ 519453 w 727189"/>
                    <a:gd name="connsiteY10" fmla="*/ 2235303 h 2701084"/>
                    <a:gd name="connsiteX11" fmla="*/ 545486 w 727189"/>
                    <a:gd name="connsiteY11" fmla="*/ 1930783 h 2701084"/>
                    <a:gd name="connsiteX12" fmla="*/ 398403 w 727189"/>
                    <a:gd name="connsiteY12" fmla="*/ 1463584 h 2701084"/>
                    <a:gd name="connsiteX13" fmla="*/ 356047 w 727189"/>
                    <a:gd name="connsiteY13" fmla="*/ 1247590 h 2701084"/>
                    <a:gd name="connsiteX14" fmla="*/ 339795 w 727189"/>
                    <a:gd name="connsiteY14" fmla="*/ 1069554 h 2701084"/>
                    <a:gd name="connsiteX15" fmla="*/ 394219 w 727189"/>
                    <a:gd name="connsiteY15" fmla="*/ 794184 h 2701084"/>
                    <a:gd name="connsiteX16" fmla="*/ 273123 w 727189"/>
                    <a:gd name="connsiteY16" fmla="*/ 440907 h 2701084"/>
                    <a:gd name="connsiteX17" fmla="*/ 362023 w 727189"/>
                    <a:gd name="connsiteY17" fmla="*/ 374232 h 2701084"/>
                    <a:gd name="connsiteX18" fmla="*/ 396947 w 727189"/>
                    <a:gd name="connsiteY18" fmla="*/ 256757 h 2701084"/>
                    <a:gd name="connsiteX19" fmla="*/ 352498 w 727189"/>
                    <a:gd name="connsiteY19" fmla="*/ 82132 h 2701084"/>
                    <a:gd name="connsiteX20" fmla="*/ 176282 w 727189"/>
                    <a:gd name="connsiteY20" fmla="*/ 1166 h 2701084"/>
                    <a:gd name="connsiteX21" fmla="*/ 31822 w 727189"/>
                    <a:gd name="connsiteY21" fmla="*/ 167857 h 2701084"/>
                    <a:gd name="connsiteX22" fmla="*/ 127072 w 727189"/>
                    <a:gd name="connsiteY22" fmla="*/ 399631 h 2701084"/>
                    <a:gd name="connsiteX23" fmla="*/ 44520 w 727189"/>
                    <a:gd name="connsiteY23" fmla="*/ 558379 h 2701084"/>
                    <a:gd name="connsiteX24" fmla="*/ 70 w 727189"/>
                    <a:gd name="connsiteY24" fmla="*/ 672678 h 2701084"/>
                    <a:gd name="connsiteX25" fmla="*/ 32925 w 727189"/>
                    <a:gd name="connsiteY25" fmla="*/ 1083108 h 2701084"/>
                    <a:gd name="connsiteX0" fmla="*/ 7793 w 702057"/>
                    <a:gd name="connsiteY0" fmla="*/ 1083108 h 2701084"/>
                    <a:gd name="connsiteX1" fmla="*/ 64954 w 702057"/>
                    <a:gd name="connsiteY1" fmla="*/ 1327344 h 2701084"/>
                    <a:gd name="connsiteX2" fmla="*/ 133533 w 702057"/>
                    <a:gd name="connsiteY2" fmla="*/ 1634041 h 2701084"/>
                    <a:gd name="connsiteX3" fmla="*/ 358053 w 702057"/>
                    <a:gd name="connsiteY3" fmla="*/ 1987319 h 2701084"/>
                    <a:gd name="connsiteX4" fmla="*/ 315482 w 702057"/>
                    <a:gd name="connsiteY4" fmla="*/ 2322614 h 2701084"/>
                    <a:gd name="connsiteX5" fmla="*/ 385454 w 702057"/>
                    <a:gd name="connsiteY5" fmla="*/ 2540768 h 2701084"/>
                    <a:gd name="connsiteX6" fmla="*/ 363507 w 702057"/>
                    <a:gd name="connsiteY6" fmla="*/ 2672409 h 2701084"/>
                    <a:gd name="connsiteX7" fmla="*/ 509145 w 702057"/>
                    <a:gd name="connsiteY7" fmla="*/ 2663640 h 2701084"/>
                    <a:gd name="connsiteX8" fmla="*/ 702057 w 702057"/>
                    <a:gd name="connsiteY8" fmla="*/ 2653118 h 2701084"/>
                    <a:gd name="connsiteX9" fmla="*/ 500339 w 702057"/>
                    <a:gd name="connsiteY9" fmla="*/ 2553749 h 2701084"/>
                    <a:gd name="connsiteX10" fmla="*/ 494321 w 702057"/>
                    <a:gd name="connsiteY10" fmla="*/ 2235303 h 2701084"/>
                    <a:gd name="connsiteX11" fmla="*/ 520354 w 702057"/>
                    <a:gd name="connsiteY11" fmla="*/ 1930783 h 2701084"/>
                    <a:gd name="connsiteX12" fmla="*/ 373271 w 702057"/>
                    <a:gd name="connsiteY12" fmla="*/ 1463584 h 2701084"/>
                    <a:gd name="connsiteX13" fmla="*/ 330915 w 702057"/>
                    <a:gd name="connsiteY13" fmla="*/ 1247590 h 2701084"/>
                    <a:gd name="connsiteX14" fmla="*/ 314663 w 702057"/>
                    <a:gd name="connsiteY14" fmla="*/ 1069554 h 2701084"/>
                    <a:gd name="connsiteX15" fmla="*/ 369087 w 702057"/>
                    <a:gd name="connsiteY15" fmla="*/ 794184 h 2701084"/>
                    <a:gd name="connsiteX16" fmla="*/ 247991 w 702057"/>
                    <a:gd name="connsiteY16" fmla="*/ 440907 h 2701084"/>
                    <a:gd name="connsiteX17" fmla="*/ 336891 w 702057"/>
                    <a:gd name="connsiteY17" fmla="*/ 374232 h 2701084"/>
                    <a:gd name="connsiteX18" fmla="*/ 371815 w 702057"/>
                    <a:gd name="connsiteY18" fmla="*/ 256757 h 2701084"/>
                    <a:gd name="connsiteX19" fmla="*/ 327366 w 702057"/>
                    <a:gd name="connsiteY19" fmla="*/ 82132 h 2701084"/>
                    <a:gd name="connsiteX20" fmla="*/ 151150 w 702057"/>
                    <a:gd name="connsiteY20" fmla="*/ 1166 h 2701084"/>
                    <a:gd name="connsiteX21" fmla="*/ 6690 w 702057"/>
                    <a:gd name="connsiteY21" fmla="*/ 167857 h 2701084"/>
                    <a:gd name="connsiteX22" fmla="*/ 101940 w 702057"/>
                    <a:gd name="connsiteY22" fmla="*/ 399631 h 2701084"/>
                    <a:gd name="connsiteX23" fmla="*/ 19388 w 702057"/>
                    <a:gd name="connsiteY23" fmla="*/ 558379 h 2701084"/>
                    <a:gd name="connsiteX24" fmla="*/ 1514 w 702057"/>
                    <a:gd name="connsiteY24" fmla="*/ 708409 h 2701084"/>
                    <a:gd name="connsiteX25" fmla="*/ 7793 w 702057"/>
                    <a:gd name="connsiteY25" fmla="*/ 1083108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6832 w 706065"/>
                    <a:gd name="connsiteY4" fmla="*/ 2275888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4174 w 706065"/>
                    <a:gd name="connsiteY4" fmla="*/ 220717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4174 w 706065"/>
                    <a:gd name="connsiteY4" fmla="*/ 220717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680239"/>
                    <a:gd name="connsiteX1" fmla="*/ 68962 w 706065"/>
                    <a:gd name="connsiteY1" fmla="*/ 1327344 h 2680239"/>
                    <a:gd name="connsiteX2" fmla="*/ 137541 w 706065"/>
                    <a:gd name="connsiteY2" fmla="*/ 1634041 h 2680239"/>
                    <a:gd name="connsiteX3" fmla="*/ 362061 w 706065"/>
                    <a:gd name="connsiteY3" fmla="*/ 1987319 h 2680239"/>
                    <a:gd name="connsiteX4" fmla="*/ 314174 w 706065"/>
                    <a:gd name="connsiteY4" fmla="*/ 2207174 h 2680239"/>
                    <a:gd name="connsiteX5" fmla="*/ 389462 w 706065"/>
                    <a:gd name="connsiteY5" fmla="*/ 2540768 h 2680239"/>
                    <a:gd name="connsiteX6" fmla="*/ 367515 w 706065"/>
                    <a:gd name="connsiteY6" fmla="*/ 2672409 h 2680239"/>
                    <a:gd name="connsiteX7" fmla="*/ 706065 w 706065"/>
                    <a:gd name="connsiteY7" fmla="*/ 2653118 h 2680239"/>
                    <a:gd name="connsiteX8" fmla="*/ 504347 w 706065"/>
                    <a:gd name="connsiteY8" fmla="*/ 2553749 h 2680239"/>
                    <a:gd name="connsiteX9" fmla="*/ 498329 w 706065"/>
                    <a:gd name="connsiteY9" fmla="*/ 2235303 h 2680239"/>
                    <a:gd name="connsiteX10" fmla="*/ 524362 w 706065"/>
                    <a:gd name="connsiteY10" fmla="*/ 1930783 h 2680239"/>
                    <a:gd name="connsiteX11" fmla="*/ 377279 w 706065"/>
                    <a:gd name="connsiteY11" fmla="*/ 1463584 h 2680239"/>
                    <a:gd name="connsiteX12" fmla="*/ 334923 w 706065"/>
                    <a:gd name="connsiteY12" fmla="*/ 1247590 h 2680239"/>
                    <a:gd name="connsiteX13" fmla="*/ 318671 w 706065"/>
                    <a:gd name="connsiteY13" fmla="*/ 1069554 h 2680239"/>
                    <a:gd name="connsiteX14" fmla="*/ 373095 w 706065"/>
                    <a:gd name="connsiteY14" fmla="*/ 794184 h 2680239"/>
                    <a:gd name="connsiteX15" fmla="*/ 251999 w 706065"/>
                    <a:gd name="connsiteY15" fmla="*/ 440907 h 2680239"/>
                    <a:gd name="connsiteX16" fmla="*/ 340899 w 706065"/>
                    <a:gd name="connsiteY16" fmla="*/ 374232 h 2680239"/>
                    <a:gd name="connsiteX17" fmla="*/ 375823 w 706065"/>
                    <a:gd name="connsiteY17" fmla="*/ 256757 h 2680239"/>
                    <a:gd name="connsiteX18" fmla="*/ 331374 w 706065"/>
                    <a:gd name="connsiteY18" fmla="*/ 82132 h 2680239"/>
                    <a:gd name="connsiteX19" fmla="*/ 155158 w 706065"/>
                    <a:gd name="connsiteY19" fmla="*/ 1166 h 2680239"/>
                    <a:gd name="connsiteX20" fmla="*/ 10698 w 706065"/>
                    <a:gd name="connsiteY20" fmla="*/ 167857 h 2680239"/>
                    <a:gd name="connsiteX21" fmla="*/ 105948 w 706065"/>
                    <a:gd name="connsiteY21" fmla="*/ 399631 h 2680239"/>
                    <a:gd name="connsiteX22" fmla="*/ 23396 w 706065"/>
                    <a:gd name="connsiteY22" fmla="*/ 558379 h 2680239"/>
                    <a:gd name="connsiteX23" fmla="*/ 5522 w 706065"/>
                    <a:gd name="connsiteY23" fmla="*/ 708409 h 2680239"/>
                    <a:gd name="connsiteX0" fmla="*/ 5522 w 706290"/>
                    <a:gd name="connsiteY0" fmla="*/ 708409 h 2693231"/>
                    <a:gd name="connsiteX1" fmla="*/ 68962 w 706290"/>
                    <a:gd name="connsiteY1" fmla="*/ 1327344 h 2693231"/>
                    <a:gd name="connsiteX2" fmla="*/ 137541 w 706290"/>
                    <a:gd name="connsiteY2" fmla="*/ 1634041 h 2693231"/>
                    <a:gd name="connsiteX3" fmla="*/ 362061 w 706290"/>
                    <a:gd name="connsiteY3" fmla="*/ 1987319 h 2693231"/>
                    <a:gd name="connsiteX4" fmla="*/ 314174 w 706290"/>
                    <a:gd name="connsiteY4" fmla="*/ 2207174 h 2693231"/>
                    <a:gd name="connsiteX5" fmla="*/ 389462 w 706290"/>
                    <a:gd name="connsiteY5" fmla="*/ 2540768 h 2693231"/>
                    <a:gd name="connsiteX6" fmla="*/ 367515 w 706290"/>
                    <a:gd name="connsiteY6" fmla="*/ 2672409 h 2693231"/>
                    <a:gd name="connsiteX7" fmla="*/ 706065 w 706290"/>
                    <a:gd name="connsiteY7" fmla="*/ 2653118 h 2693231"/>
                    <a:gd name="connsiteX8" fmla="*/ 504347 w 706290"/>
                    <a:gd name="connsiteY8" fmla="*/ 2553749 h 2693231"/>
                    <a:gd name="connsiteX9" fmla="*/ 498329 w 706290"/>
                    <a:gd name="connsiteY9" fmla="*/ 2235303 h 2693231"/>
                    <a:gd name="connsiteX10" fmla="*/ 524362 w 706290"/>
                    <a:gd name="connsiteY10" fmla="*/ 1930783 h 2693231"/>
                    <a:gd name="connsiteX11" fmla="*/ 377279 w 706290"/>
                    <a:gd name="connsiteY11" fmla="*/ 1463584 h 2693231"/>
                    <a:gd name="connsiteX12" fmla="*/ 334923 w 706290"/>
                    <a:gd name="connsiteY12" fmla="*/ 1247590 h 2693231"/>
                    <a:gd name="connsiteX13" fmla="*/ 318671 w 706290"/>
                    <a:gd name="connsiteY13" fmla="*/ 1069554 h 2693231"/>
                    <a:gd name="connsiteX14" fmla="*/ 373095 w 706290"/>
                    <a:gd name="connsiteY14" fmla="*/ 794184 h 2693231"/>
                    <a:gd name="connsiteX15" fmla="*/ 251999 w 706290"/>
                    <a:gd name="connsiteY15" fmla="*/ 440907 h 2693231"/>
                    <a:gd name="connsiteX16" fmla="*/ 340899 w 706290"/>
                    <a:gd name="connsiteY16" fmla="*/ 374232 h 2693231"/>
                    <a:gd name="connsiteX17" fmla="*/ 375823 w 706290"/>
                    <a:gd name="connsiteY17" fmla="*/ 256757 h 2693231"/>
                    <a:gd name="connsiteX18" fmla="*/ 331374 w 706290"/>
                    <a:gd name="connsiteY18" fmla="*/ 82132 h 2693231"/>
                    <a:gd name="connsiteX19" fmla="*/ 155158 w 706290"/>
                    <a:gd name="connsiteY19" fmla="*/ 1166 h 2693231"/>
                    <a:gd name="connsiteX20" fmla="*/ 10698 w 706290"/>
                    <a:gd name="connsiteY20" fmla="*/ 167857 h 2693231"/>
                    <a:gd name="connsiteX21" fmla="*/ 105948 w 706290"/>
                    <a:gd name="connsiteY21" fmla="*/ 399631 h 2693231"/>
                    <a:gd name="connsiteX22" fmla="*/ 23396 w 706290"/>
                    <a:gd name="connsiteY22" fmla="*/ 558379 h 2693231"/>
                    <a:gd name="connsiteX23" fmla="*/ 5522 w 706290"/>
                    <a:gd name="connsiteY23" fmla="*/ 708409 h 2693231"/>
                    <a:gd name="connsiteX0" fmla="*/ 5522 w 706290"/>
                    <a:gd name="connsiteY0" fmla="*/ 708409 h 2693231"/>
                    <a:gd name="connsiteX1" fmla="*/ 68962 w 706290"/>
                    <a:gd name="connsiteY1" fmla="*/ 1327344 h 2693231"/>
                    <a:gd name="connsiteX2" fmla="*/ 137541 w 706290"/>
                    <a:gd name="connsiteY2" fmla="*/ 1634041 h 2693231"/>
                    <a:gd name="connsiteX3" fmla="*/ 362061 w 706290"/>
                    <a:gd name="connsiteY3" fmla="*/ 1987319 h 2693231"/>
                    <a:gd name="connsiteX4" fmla="*/ 314174 w 706290"/>
                    <a:gd name="connsiteY4" fmla="*/ 2207174 h 2693231"/>
                    <a:gd name="connsiteX5" fmla="*/ 389462 w 706290"/>
                    <a:gd name="connsiteY5" fmla="*/ 2540768 h 2693231"/>
                    <a:gd name="connsiteX6" fmla="*/ 367515 w 706290"/>
                    <a:gd name="connsiteY6" fmla="*/ 2672409 h 2693231"/>
                    <a:gd name="connsiteX7" fmla="*/ 706065 w 706290"/>
                    <a:gd name="connsiteY7" fmla="*/ 2653118 h 2693231"/>
                    <a:gd name="connsiteX8" fmla="*/ 504347 w 706290"/>
                    <a:gd name="connsiteY8" fmla="*/ 2553749 h 2693231"/>
                    <a:gd name="connsiteX9" fmla="*/ 498329 w 706290"/>
                    <a:gd name="connsiteY9" fmla="*/ 2235303 h 2693231"/>
                    <a:gd name="connsiteX10" fmla="*/ 524362 w 706290"/>
                    <a:gd name="connsiteY10" fmla="*/ 1930783 h 2693231"/>
                    <a:gd name="connsiteX11" fmla="*/ 377279 w 706290"/>
                    <a:gd name="connsiteY11" fmla="*/ 1463584 h 2693231"/>
                    <a:gd name="connsiteX12" fmla="*/ 334923 w 706290"/>
                    <a:gd name="connsiteY12" fmla="*/ 1247590 h 2693231"/>
                    <a:gd name="connsiteX13" fmla="*/ 318671 w 706290"/>
                    <a:gd name="connsiteY13" fmla="*/ 1069554 h 2693231"/>
                    <a:gd name="connsiteX14" fmla="*/ 373095 w 706290"/>
                    <a:gd name="connsiteY14" fmla="*/ 794184 h 2693231"/>
                    <a:gd name="connsiteX15" fmla="*/ 251999 w 706290"/>
                    <a:gd name="connsiteY15" fmla="*/ 440907 h 2693231"/>
                    <a:gd name="connsiteX16" fmla="*/ 340899 w 706290"/>
                    <a:gd name="connsiteY16" fmla="*/ 374232 h 2693231"/>
                    <a:gd name="connsiteX17" fmla="*/ 375823 w 706290"/>
                    <a:gd name="connsiteY17" fmla="*/ 256757 h 2693231"/>
                    <a:gd name="connsiteX18" fmla="*/ 331374 w 706290"/>
                    <a:gd name="connsiteY18" fmla="*/ 82132 h 2693231"/>
                    <a:gd name="connsiteX19" fmla="*/ 155158 w 706290"/>
                    <a:gd name="connsiteY19" fmla="*/ 1166 h 2693231"/>
                    <a:gd name="connsiteX20" fmla="*/ 10698 w 706290"/>
                    <a:gd name="connsiteY20" fmla="*/ 167857 h 2693231"/>
                    <a:gd name="connsiteX21" fmla="*/ 105948 w 706290"/>
                    <a:gd name="connsiteY21" fmla="*/ 399631 h 2693231"/>
                    <a:gd name="connsiteX22" fmla="*/ 23396 w 706290"/>
                    <a:gd name="connsiteY22" fmla="*/ 558379 h 2693231"/>
                    <a:gd name="connsiteX23" fmla="*/ 5522 w 706290"/>
                    <a:gd name="connsiteY23" fmla="*/ 708409 h 2693231"/>
                    <a:gd name="connsiteX0" fmla="*/ 5522 w 707596"/>
                    <a:gd name="connsiteY0" fmla="*/ 708409 h 2680768"/>
                    <a:gd name="connsiteX1" fmla="*/ 68962 w 707596"/>
                    <a:gd name="connsiteY1" fmla="*/ 1327344 h 2680768"/>
                    <a:gd name="connsiteX2" fmla="*/ 137541 w 707596"/>
                    <a:gd name="connsiteY2" fmla="*/ 1634041 h 2680768"/>
                    <a:gd name="connsiteX3" fmla="*/ 362061 w 707596"/>
                    <a:gd name="connsiteY3" fmla="*/ 1987319 h 2680768"/>
                    <a:gd name="connsiteX4" fmla="*/ 314174 w 707596"/>
                    <a:gd name="connsiteY4" fmla="*/ 2207174 h 2680768"/>
                    <a:gd name="connsiteX5" fmla="*/ 389462 w 707596"/>
                    <a:gd name="connsiteY5" fmla="*/ 2540768 h 2680768"/>
                    <a:gd name="connsiteX6" fmla="*/ 367515 w 707596"/>
                    <a:gd name="connsiteY6" fmla="*/ 2672409 h 2680768"/>
                    <a:gd name="connsiteX7" fmla="*/ 706065 w 707596"/>
                    <a:gd name="connsiteY7" fmla="*/ 2653118 h 2680768"/>
                    <a:gd name="connsiteX8" fmla="*/ 480429 w 707596"/>
                    <a:gd name="connsiteY8" fmla="*/ 2537258 h 2680768"/>
                    <a:gd name="connsiteX9" fmla="*/ 498329 w 707596"/>
                    <a:gd name="connsiteY9" fmla="*/ 2235303 h 2680768"/>
                    <a:gd name="connsiteX10" fmla="*/ 524362 w 707596"/>
                    <a:gd name="connsiteY10" fmla="*/ 1930783 h 2680768"/>
                    <a:gd name="connsiteX11" fmla="*/ 377279 w 707596"/>
                    <a:gd name="connsiteY11" fmla="*/ 1463584 h 2680768"/>
                    <a:gd name="connsiteX12" fmla="*/ 334923 w 707596"/>
                    <a:gd name="connsiteY12" fmla="*/ 1247590 h 2680768"/>
                    <a:gd name="connsiteX13" fmla="*/ 318671 w 707596"/>
                    <a:gd name="connsiteY13" fmla="*/ 1069554 h 2680768"/>
                    <a:gd name="connsiteX14" fmla="*/ 373095 w 707596"/>
                    <a:gd name="connsiteY14" fmla="*/ 794184 h 2680768"/>
                    <a:gd name="connsiteX15" fmla="*/ 251999 w 707596"/>
                    <a:gd name="connsiteY15" fmla="*/ 440907 h 2680768"/>
                    <a:gd name="connsiteX16" fmla="*/ 340899 w 707596"/>
                    <a:gd name="connsiteY16" fmla="*/ 374232 h 2680768"/>
                    <a:gd name="connsiteX17" fmla="*/ 375823 w 707596"/>
                    <a:gd name="connsiteY17" fmla="*/ 256757 h 2680768"/>
                    <a:gd name="connsiteX18" fmla="*/ 331374 w 707596"/>
                    <a:gd name="connsiteY18" fmla="*/ 82132 h 2680768"/>
                    <a:gd name="connsiteX19" fmla="*/ 155158 w 707596"/>
                    <a:gd name="connsiteY19" fmla="*/ 1166 h 2680768"/>
                    <a:gd name="connsiteX20" fmla="*/ 10698 w 707596"/>
                    <a:gd name="connsiteY20" fmla="*/ 167857 h 2680768"/>
                    <a:gd name="connsiteX21" fmla="*/ 105948 w 707596"/>
                    <a:gd name="connsiteY21" fmla="*/ 399631 h 2680768"/>
                    <a:gd name="connsiteX22" fmla="*/ 23396 w 707596"/>
                    <a:gd name="connsiteY22" fmla="*/ 558379 h 2680768"/>
                    <a:gd name="connsiteX23" fmla="*/ 5522 w 707596"/>
                    <a:gd name="connsiteY23" fmla="*/ 708409 h 2680768"/>
                    <a:gd name="connsiteX0" fmla="*/ 5522 w 707980"/>
                    <a:gd name="connsiteY0" fmla="*/ 708409 h 2681051"/>
                    <a:gd name="connsiteX1" fmla="*/ 68962 w 707980"/>
                    <a:gd name="connsiteY1" fmla="*/ 1327344 h 2681051"/>
                    <a:gd name="connsiteX2" fmla="*/ 137541 w 707980"/>
                    <a:gd name="connsiteY2" fmla="*/ 1634041 h 2681051"/>
                    <a:gd name="connsiteX3" fmla="*/ 362061 w 707980"/>
                    <a:gd name="connsiteY3" fmla="*/ 1987319 h 2681051"/>
                    <a:gd name="connsiteX4" fmla="*/ 314174 w 707980"/>
                    <a:gd name="connsiteY4" fmla="*/ 2207174 h 2681051"/>
                    <a:gd name="connsiteX5" fmla="*/ 389462 w 707980"/>
                    <a:gd name="connsiteY5" fmla="*/ 2540768 h 2681051"/>
                    <a:gd name="connsiteX6" fmla="*/ 367515 w 707980"/>
                    <a:gd name="connsiteY6" fmla="*/ 2672409 h 2681051"/>
                    <a:gd name="connsiteX7" fmla="*/ 706065 w 707980"/>
                    <a:gd name="connsiteY7" fmla="*/ 2653118 h 2681051"/>
                    <a:gd name="connsiteX8" fmla="*/ 491059 w 707980"/>
                    <a:gd name="connsiteY8" fmla="*/ 2529013 h 2681051"/>
                    <a:gd name="connsiteX9" fmla="*/ 498329 w 707980"/>
                    <a:gd name="connsiteY9" fmla="*/ 2235303 h 2681051"/>
                    <a:gd name="connsiteX10" fmla="*/ 524362 w 707980"/>
                    <a:gd name="connsiteY10" fmla="*/ 1930783 h 2681051"/>
                    <a:gd name="connsiteX11" fmla="*/ 377279 w 707980"/>
                    <a:gd name="connsiteY11" fmla="*/ 1463584 h 2681051"/>
                    <a:gd name="connsiteX12" fmla="*/ 334923 w 707980"/>
                    <a:gd name="connsiteY12" fmla="*/ 1247590 h 2681051"/>
                    <a:gd name="connsiteX13" fmla="*/ 318671 w 707980"/>
                    <a:gd name="connsiteY13" fmla="*/ 1069554 h 2681051"/>
                    <a:gd name="connsiteX14" fmla="*/ 373095 w 707980"/>
                    <a:gd name="connsiteY14" fmla="*/ 794184 h 2681051"/>
                    <a:gd name="connsiteX15" fmla="*/ 251999 w 707980"/>
                    <a:gd name="connsiteY15" fmla="*/ 440907 h 2681051"/>
                    <a:gd name="connsiteX16" fmla="*/ 340899 w 707980"/>
                    <a:gd name="connsiteY16" fmla="*/ 374232 h 2681051"/>
                    <a:gd name="connsiteX17" fmla="*/ 375823 w 707980"/>
                    <a:gd name="connsiteY17" fmla="*/ 256757 h 2681051"/>
                    <a:gd name="connsiteX18" fmla="*/ 331374 w 707980"/>
                    <a:gd name="connsiteY18" fmla="*/ 82132 h 2681051"/>
                    <a:gd name="connsiteX19" fmla="*/ 155158 w 707980"/>
                    <a:gd name="connsiteY19" fmla="*/ 1166 h 2681051"/>
                    <a:gd name="connsiteX20" fmla="*/ 10698 w 707980"/>
                    <a:gd name="connsiteY20" fmla="*/ 167857 h 2681051"/>
                    <a:gd name="connsiteX21" fmla="*/ 105948 w 707980"/>
                    <a:gd name="connsiteY21" fmla="*/ 399631 h 2681051"/>
                    <a:gd name="connsiteX22" fmla="*/ 23396 w 707980"/>
                    <a:gd name="connsiteY22" fmla="*/ 558379 h 2681051"/>
                    <a:gd name="connsiteX23" fmla="*/ 5522 w 707980"/>
                    <a:gd name="connsiteY23" fmla="*/ 708409 h 2681051"/>
                    <a:gd name="connsiteX0" fmla="*/ 5522 w 707980"/>
                    <a:gd name="connsiteY0" fmla="*/ 708409 h 2681051"/>
                    <a:gd name="connsiteX1" fmla="*/ 68962 w 707980"/>
                    <a:gd name="connsiteY1" fmla="*/ 1327344 h 2681051"/>
                    <a:gd name="connsiteX2" fmla="*/ 137541 w 707980"/>
                    <a:gd name="connsiteY2" fmla="*/ 1634041 h 2681051"/>
                    <a:gd name="connsiteX3" fmla="*/ 362061 w 707980"/>
                    <a:gd name="connsiteY3" fmla="*/ 1987319 h 2681051"/>
                    <a:gd name="connsiteX4" fmla="*/ 314174 w 707980"/>
                    <a:gd name="connsiteY4" fmla="*/ 2207174 h 2681051"/>
                    <a:gd name="connsiteX5" fmla="*/ 389462 w 707980"/>
                    <a:gd name="connsiteY5" fmla="*/ 2540768 h 2681051"/>
                    <a:gd name="connsiteX6" fmla="*/ 367515 w 707980"/>
                    <a:gd name="connsiteY6" fmla="*/ 2672409 h 2681051"/>
                    <a:gd name="connsiteX7" fmla="*/ 706065 w 707980"/>
                    <a:gd name="connsiteY7" fmla="*/ 2653118 h 2681051"/>
                    <a:gd name="connsiteX8" fmla="*/ 491059 w 707980"/>
                    <a:gd name="connsiteY8" fmla="*/ 2529013 h 2681051"/>
                    <a:gd name="connsiteX9" fmla="*/ 498329 w 707980"/>
                    <a:gd name="connsiteY9" fmla="*/ 2235303 h 2681051"/>
                    <a:gd name="connsiteX10" fmla="*/ 529677 w 707980"/>
                    <a:gd name="connsiteY10" fmla="*/ 1944526 h 2681051"/>
                    <a:gd name="connsiteX11" fmla="*/ 377279 w 707980"/>
                    <a:gd name="connsiteY11" fmla="*/ 1463584 h 2681051"/>
                    <a:gd name="connsiteX12" fmla="*/ 334923 w 707980"/>
                    <a:gd name="connsiteY12" fmla="*/ 1247590 h 2681051"/>
                    <a:gd name="connsiteX13" fmla="*/ 318671 w 707980"/>
                    <a:gd name="connsiteY13" fmla="*/ 1069554 h 2681051"/>
                    <a:gd name="connsiteX14" fmla="*/ 373095 w 707980"/>
                    <a:gd name="connsiteY14" fmla="*/ 794184 h 2681051"/>
                    <a:gd name="connsiteX15" fmla="*/ 251999 w 707980"/>
                    <a:gd name="connsiteY15" fmla="*/ 440907 h 2681051"/>
                    <a:gd name="connsiteX16" fmla="*/ 340899 w 707980"/>
                    <a:gd name="connsiteY16" fmla="*/ 374232 h 2681051"/>
                    <a:gd name="connsiteX17" fmla="*/ 375823 w 707980"/>
                    <a:gd name="connsiteY17" fmla="*/ 256757 h 2681051"/>
                    <a:gd name="connsiteX18" fmla="*/ 331374 w 707980"/>
                    <a:gd name="connsiteY18" fmla="*/ 82132 h 2681051"/>
                    <a:gd name="connsiteX19" fmla="*/ 155158 w 707980"/>
                    <a:gd name="connsiteY19" fmla="*/ 1166 h 2681051"/>
                    <a:gd name="connsiteX20" fmla="*/ 10698 w 707980"/>
                    <a:gd name="connsiteY20" fmla="*/ 167857 h 2681051"/>
                    <a:gd name="connsiteX21" fmla="*/ 105948 w 707980"/>
                    <a:gd name="connsiteY21" fmla="*/ 399631 h 2681051"/>
                    <a:gd name="connsiteX22" fmla="*/ 23396 w 707980"/>
                    <a:gd name="connsiteY22" fmla="*/ 558379 h 2681051"/>
                    <a:gd name="connsiteX23" fmla="*/ 5522 w 707980"/>
                    <a:gd name="connsiteY23" fmla="*/ 708409 h 2681051"/>
                    <a:gd name="connsiteX0" fmla="*/ 5522 w 707980"/>
                    <a:gd name="connsiteY0" fmla="*/ 709536 h 2682178"/>
                    <a:gd name="connsiteX1" fmla="*/ 68962 w 707980"/>
                    <a:gd name="connsiteY1" fmla="*/ 1328471 h 2682178"/>
                    <a:gd name="connsiteX2" fmla="*/ 137541 w 707980"/>
                    <a:gd name="connsiteY2" fmla="*/ 1635168 h 2682178"/>
                    <a:gd name="connsiteX3" fmla="*/ 362061 w 707980"/>
                    <a:gd name="connsiteY3" fmla="*/ 1988446 h 2682178"/>
                    <a:gd name="connsiteX4" fmla="*/ 314174 w 707980"/>
                    <a:gd name="connsiteY4" fmla="*/ 2208301 h 2682178"/>
                    <a:gd name="connsiteX5" fmla="*/ 389462 w 707980"/>
                    <a:gd name="connsiteY5" fmla="*/ 2541895 h 2682178"/>
                    <a:gd name="connsiteX6" fmla="*/ 367515 w 707980"/>
                    <a:gd name="connsiteY6" fmla="*/ 2673536 h 2682178"/>
                    <a:gd name="connsiteX7" fmla="*/ 706065 w 707980"/>
                    <a:gd name="connsiteY7" fmla="*/ 2654245 h 2682178"/>
                    <a:gd name="connsiteX8" fmla="*/ 491059 w 707980"/>
                    <a:gd name="connsiteY8" fmla="*/ 2530140 h 2682178"/>
                    <a:gd name="connsiteX9" fmla="*/ 498329 w 707980"/>
                    <a:gd name="connsiteY9" fmla="*/ 2236430 h 2682178"/>
                    <a:gd name="connsiteX10" fmla="*/ 529677 w 707980"/>
                    <a:gd name="connsiteY10" fmla="*/ 1945653 h 2682178"/>
                    <a:gd name="connsiteX11" fmla="*/ 377279 w 707980"/>
                    <a:gd name="connsiteY11" fmla="*/ 1464711 h 2682178"/>
                    <a:gd name="connsiteX12" fmla="*/ 334923 w 707980"/>
                    <a:gd name="connsiteY12" fmla="*/ 1248717 h 2682178"/>
                    <a:gd name="connsiteX13" fmla="*/ 318671 w 707980"/>
                    <a:gd name="connsiteY13" fmla="*/ 1070681 h 2682178"/>
                    <a:gd name="connsiteX14" fmla="*/ 373095 w 707980"/>
                    <a:gd name="connsiteY14" fmla="*/ 795311 h 2682178"/>
                    <a:gd name="connsiteX15" fmla="*/ 251999 w 707980"/>
                    <a:gd name="connsiteY15" fmla="*/ 442034 h 2682178"/>
                    <a:gd name="connsiteX16" fmla="*/ 340899 w 707980"/>
                    <a:gd name="connsiteY16" fmla="*/ 375359 h 2682178"/>
                    <a:gd name="connsiteX17" fmla="*/ 375823 w 707980"/>
                    <a:gd name="connsiteY17" fmla="*/ 257884 h 2682178"/>
                    <a:gd name="connsiteX18" fmla="*/ 331374 w 707980"/>
                    <a:gd name="connsiteY18" fmla="*/ 83259 h 2682178"/>
                    <a:gd name="connsiteX19" fmla="*/ 155158 w 707980"/>
                    <a:gd name="connsiteY19" fmla="*/ 2293 h 2682178"/>
                    <a:gd name="connsiteX20" fmla="*/ 32623 w 707980"/>
                    <a:gd name="connsiteY20" fmla="*/ 168984 h 2682178"/>
                    <a:gd name="connsiteX21" fmla="*/ 105948 w 707980"/>
                    <a:gd name="connsiteY21" fmla="*/ 400758 h 2682178"/>
                    <a:gd name="connsiteX22" fmla="*/ 23396 w 707980"/>
                    <a:gd name="connsiteY22" fmla="*/ 559506 h 2682178"/>
                    <a:gd name="connsiteX23" fmla="*/ 5522 w 707980"/>
                    <a:gd name="connsiteY23" fmla="*/ 709536 h 2682178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6678 w 707980"/>
                    <a:gd name="connsiteY13" fmla="*/ 886090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4685 w 707980"/>
                    <a:gd name="connsiteY13" fmla="*/ 91082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28944 w 707980"/>
                    <a:gd name="connsiteY12" fmla="*/ 1206364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28944 w 707980"/>
                    <a:gd name="connsiteY12" fmla="*/ 1206364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5729 w 707980"/>
                    <a:gd name="connsiteY2" fmla="*/ 1488357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205310 w 707980"/>
                    <a:gd name="connsiteY3" fmla="*/ 1712376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27870 w 707980"/>
                    <a:gd name="connsiteY14" fmla="*/ 945048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51838 w 707980"/>
                    <a:gd name="connsiteY13" fmla="*/ 1206364 h 2662500"/>
                    <a:gd name="connsiteX14" fmla="*/ 327870 w 707980"/>
                    <a:gd name="connsiteY14" fmla="*/ 945048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400174 w 707980"/>
                    <a:gd name="connsiteY12" fmla="*/ 1439673 h 2662500"/>
                    <a:gd name="connsiteX13" fmla="*/ 351838 w 707980"/>
                    <a:gd name="connsiteY13" fmla="*/ 1206364 h 2662500"/>
                    <a:gd name="connsiteX14" fmla="*/ 327870 w 707980"/>
                    <a:gd name="connsiteY14" fmla="*/ 945048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7980" h="2662500">
                      <a:moveTo>
                        <a:pt x="5522" y="689858"/>
                      </a:moveTo>
                      <a:cubicBezTo>
                        <a:pt x="13116" y="818019"/>
                        <a:pt x="46959" y="1154521"/>
                        <a:pt x="68962" y="1308793"/>
                      </a:cubicBezTo>
                      <a:cubicBezTo>
                        <a:pt x="83996" y="1441876"/>
                        <a:pt x="92271" y="1433120"/>
                        <a:pt x="91742" y="1488358"/>
                      </a:cubicBezTo>
                      <a:cubicBezTo>
                        <a:pt x="129083" y="1555966"/>
                        <a:pt x="162250" y="1630247"/>
                        <a:pt x="207303" y="1710315"/>
                      </a:cubicBezTo>
                      <a:cubicBezTo>
                        <a:pt x="252356" y="1790383"/>
                        <a:pt x="267955" y="1818274"/>
                        <a:pt x="362061" y="1968768"/>
                      </a:cubicBezTo>
                      <a:cubicBezTo>
                        <a:pt x="331262" y="2124759"/>
                        <a:pt x="309607" y="2096382"/>
                        <a:pt x="314174" y="2188623"/>
                      </a:cubicBezTo>
                      <a:cubicBezTo>
                        <a:pt x="318741" y="2280864"/>
                        <a:pt x="380572" y="2444678"/>
                        <a:pt x="389462" y="2522217"/>
                      </a:cubicBezTo>
                      <a:cubicBezTo>
                        <a:pt x="398352" y="2599756"/>
                        <a:pt x="314748" y="2635133"/>
                        <a:pt x="367515" y="2653858"/>
                      </a:cubicBezTo>
                      <a:cubicBezTo>
                        <a:pt x="420282" y="2672583"/>
                        <a:pt x="685474" y="2658466"/>
                        <a:pt x="706065" y="2634567"/>
                      </a:cubicBezTo>
                      <a:cubicBezTo>
                        <a:pt x="726656" y="2610668"/>
                        <a:pt x="576349" y="2558575"/>
                        <a:pt x="491059" y="2510462"/>
                      </a:cubicBezTo>
                      <a:cubicBezTo>
                        <a:pt x="487885" y="2446434"/>
                        <a:pt x="472047" y="2378157"/>
                        <a:pt x="498329" y="2216752"/>
                      </a:cubicBezTo>
                      <a:cubicBezTo>
                        <a:pt x="526776" y="1977015"/>
                        <a:pt x="519505" y="2105712"/>
                        <a:pt x="529677" y="1925975"/>
                      </a:cubicBezTo>
                      <a:cubicBezTo>
                        <a:pt x="490707" y="1745221"/>
                        <a:pt x="429814" y="1559608"/>
                        <a:pt x="400174" y="1439673"/>
                      </a:cubicBezTo>
                      <a:cubicBezTo>
                        <a:pt x="370534" y="1319738"/>
                        <a:pt x="337021" y="1221181"/>
                        <a:pt x="351838" y="1206364"/>
                      </a:cubicBezTo>
                      <a:cubicBezTo>
                        <a:pt x="337198" y="1108855"/>
                        <a:pt x="318604" y="1018623"/>
                        <a:pt x="327870" y="945048"/>
                      </a:cubicBezTo>
                      <a:cubicBezTo>
                        <a:pt x="337136" y="871473"/>
                        <a:pt x="350698" y="875420"/>
                        <a:pt x="407437" y="764913"/>
                      </a:cubicBezTo>
                      <a:cubicBezTo>
                        <a:pt x="367750" y="641089"/>
                        <a:pt x="263089" y="490561"/>
                        <a:pt x="251999" y="422356"/>
                      </a:cubicBezTo>
                      <a:cubicBezTo>
                        <a:pt x="240909" y="354151"/>
                        <a:pt x="320262" y="386373"/>
                        <a:pt x="340899" y="355681"/>
                      </a:cubicBezTo>
                      <a:cubicBezTo>
                        <a:pt x="361536" y="324989"/>
                        <a:pt x="356244" y="283186"/>
                        <a:pt x="375823" y="238206"/>
                      </a:cubicBezTo>
                      <a:cubicBezTo>
                        <a:pt x="347777" y="193227"/>
                        <a:pt x="368816" y="102744"/>
                        <a:pt x="331374" y="63581"/>
                      </a:cubicBezTo>
                      <a:cubicBezTo>
                        <a:pt x="293932" y="24418"/>
                        <a:pt x="200963" y="-11058"/>
                        <a:pt x="151171" y="3229"/>
                      </a:cubicBezTo>
                      <a:cubicBezTo>
                        <a:pt x="101379" y="17516"/>
                        <a:pt x="40160" y="86331"/>
                        <a:pt x="32623" y="149306"/>
                      </a:cubicBezTo>
                      <a:cubicBezTo>
                        <a:pt x="25086" y="212281"/>
                        <a:pt x="107486" y="315993"/>
                        <a:pt x="105948" y="381080"/>
                      </a:cubicBezTo>
                      <a:cubicBezTo>
                        <a:pt x="104410" y="446167"/>
                        <a:pt x="61496" y="459924"/>
                        <a:pt x="23396" y="539828"/>
                      </a:cubicBezTo>
                      <a:cubicBezTo>
                        <a:pt x="-6236" y="601210"/>
                        <a:pt x="-2072" y="561697"/>
                        <a:pt x="5522" y="689858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" name="任意多边形: 形状 524">
                  <a:extLst>
                    <a:ext uri="{FF2B5EF4-FFF2-40B4-BE49-F238E27FC236}">
                      <a16:creationId xmlns:a16="http://schemas.microsoft.com/office/drawing/2014/main" id="{953CC6AB-CFDD-C801-26AB-ED4773988DFA}"/>
                    </a:ext>
                  </a:extLst>
                </p:cNvPr>
                <p:cNvSpPr/>
                <p:nvPr/>
              </p:nvSpPr>
              <p:spPr>
                <a:xfrm rot="881869">
                  <a:off x="5385566" y="7953709"/>
                  <a:ext cx="353855" cy="1171402"/>
                </a:xfrm>
                <a:custGeom>
                  <a:avLst/>
                  <a:gdLst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250825 h 869950"/>
                    <a:gd name="connsiteX15" fmla="*/ 244475 w 748958"/>
                    <a:gd name="connsiteY15" fmla="*/ 228600 h 869950"/>
                    <a:gd name="connsiteX16" fmla="*/ 231775 w 748958"/>
                    <a:gd name="connsiteY16" fmla="*/ 196850 h 869950"/>
                    <a:gd name="connsiteX17" fmla="*/ 209550 w 748958"/>
                    <a:gd name="connsiteY17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31775 w 748958"/>
                    <a:gd name="connsiteY15" fmla="*/ 196850 h 869950"/>
                    <a:gd name="connsiteX16" fmla="*/ 209550 w 748958"/>
                    <a:gd name="connsiteY16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09550 w 748958"/>
                    <a:gd name="connsiteY15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484187 w 748958"/>
                    <a:gd name="connsiteY12" fmla="*/ 534988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54512"/>
                    <a:gd name="connsiteY0" fmla="*/ 0 h 869950"/>
                    <a:gd name="connsiteX1" fmla="*/ 69850 w 754512"/>
                    <a:gd name="connsiteY1" fmla="*/ 168275 h 869950"/>
                    <a:gd name="connsiteX2" fmla="*/ 136525 w 754512"/>
                    <a:gd name="connsiteY2" fmla="*/ 320675 h 869950"/>
                    <a:gd name="connsiteX3" fmla="*/ 450850 w 754512"/>
                    <a:gd name="connsiteY3" fmla="*/ 704850 h 869950"/>
                    <a:gd name="connsiteX4" fmla="*/ 552450 w 754512"/>
                    <a:gd name="connsiteY4" fmla="*/ 787400 h 869950"/>
                    <a:gd name="connsiteX5" fmla="*/ 625475 w 754512"/>
                    <a:gd name="connsiteY5" fmla="*/ 812800 h 869950"/>
                    <a:gd name="connsiteX6" fmla="*/ 720725 w 754512"/>
                    <a:gd name="connsiteY6" fmla="*/ 866775 h 869950"/>
                    <a:gd name="connsiteX7" fmla="*/ 742950 w 754512"/>
                    <a:gd name="connsiteY7" fmla="*/ 869950 h 869950"/>
                    <a:gd name="connsiteX8" fmla="*/ 746125 w 754512"/>
                    <a:gd name="connsiteY8" fmla="*/ 771525 h 869950"/>
                    <a:gd name="connsiteX9" fmla="*/ 622300 w 754512"/>
                    <a:gd name="connsiteY9" fmla="*/ 581025 h 869950"/>
                    <a:gd name="connsiteX10" fmla="*/ 574675 w 754512"/>
                    <a:gd name="connsiteY10" fmla="*/ 546100 h 869950"/>
                    <a:gd name="connsiteX11" fmla="*/ 484187 w 754512"/>
                    <a:gd name="connsiteY11" fmla="*/ 534988 h 869950"/>
                    <a:gd name="connsiteX12" fmla="*/ 325438 w 754512"/>
                    <a:gd name="connsiteY12" fmla="*/ 398462 h 869950"/>
                    <a:gd name="connsiteX13" fmla="*/ 260350 w 754512"/>
                    <a:gd name="connsiteY13" fmla="*/ 184150 h 869950"/>
                    <a:gd name="connsiteX14" fmla="*/ 228600 w 754512"/>
                    <a:gd name="connsiteY14" fmla="*/ 50800 h 86995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546100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612775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5288"/>
                    <a:gd name="connsiteY0" fmla="*/ 0 h 867380"/>
                    <a:gd name="connsiteX1" fmla="*/ 69850 w 755288"/>
                    <a:gd name="connsiteY1" fmla="*/ 168275 h 867380"/>
                    <a:gd name="connsiteX2" fmla="*/ 136525 w 755288"/>
                    <a:gd name="connsiteY2" fmla="*/ 320675 h 867380"/>
                    <a:gd name="connsiteX3" fmla="*/ 450850 w 755288"/>
                    <a:gd name="connsiteY3" fmla="*/ 704850 h 867380"/>
                    <a:gd name="connsiteX4" fmla="*/ 552450 w 755288"/>
                    <a:gd name="connsiteY4" fmla="*/ 787400 h 867380"/>
                    <a:gd name="connsiteX5" fmla="*/ 625475 w 755288"/>
                    <a:gd name="connsiteY5" fmla="*/ 812800 h 867380"/>
                    <a:gd name="connsiteX6" fmla="*/ 720725 w 755288"/>
                    <a:gd name="connsiteY6" fmla="*/ 866775 h 867380"/>
                    <a:gd name="connsiteX7" fmla="*/ 746125 w 755288"/>
                    <a:gd name="connsiteY7" fmla="*/ 771525 h 867380"/>
                    <a:gd name="connsiteX8" fmla="*/ 574675 w 755288"/>
                    <a:gd name="connsiteY8" fmla="*/ 612775 h 867380"/>
                    <a:gd name="connsiteX9" fmla="*/ 484187 w 755288"/>
                    <a:gd name="connsiteY9" fmla="*/ 534988 h 867380"/>
                    <a:gd name="connsiteX10" fmla="*/ 325438 w 755288"/>
                    <a:gd name="connsiteY10" fmla="*/ 398462 h 867380"/>
                    <a:gd name="connsiteX11" fmla="*/ 260350 w 755288"/>
                    <a:gd name="connsiteY11" fmla="*/ 184150 h 867380"/>
                    <a:gd name="connsiteX12" fmla="*/ 228600 w 755288"/>
                    <a:gd name="connsiteY12" fmla="*/ 50800 h 867380"/>
                    <a:gd name="connsiteX0" fmla="*/ 0 w 723110"/>
                    <a:gd name="connsiteY0" fmla="*/ 0 h 871984"/>
                    <a:gd name="connsiteX1" fmla="*/ 69850 w 723110"/>
                    <a:gd name="connsiteY1" fmla="*/ 168275 h 871984"/>
                    <a:gd name="connsiteX2" fmla="*/ 136525 w 723110"/>
                    <a:gd name="connsiteY2" fmla="*/ 320675 h 871984"/>
                    <a:gd name="connsiteX3" fmla="*/ 450850 w 723110"/>
                    <a:gd name="connsiteY3" fmla="*/ 704850 h 871984"/>
                    <a:gd name="connsiteX4" fmla="*/ 552450 w 723110"/>
                    <a:gd name="connsiteY4" fmla="*/ 787400 h 871984"/>
                    <a:gd name="connsiteX5" fmla="*/ 625475 w 723110"/>
                    <a:gd name="connsiteY5" fmla="*/ 812800 h 871984"/>
                    <a:gd name="connsiteX6" fmla="*/ 720725 w 723110"/>
                    <a:gd name="connsiteY6" fmla="*/ 866775 h 871984"/>
                    <a:gd name="connsiteX7" fmla="*/ 684213 w 723110"/>
                    <a:gd name="connsiteY7" fmla="*/ 663575 h 871984"/>
                    <a:gd name="connsiteX8" fmla="*/ 574675 w 723110"/>
                    <a:gd name="connsiteY8" fmla="*/ 612775 h 871984"/>
                    <a:gd name="connsiteX9" fmla="*/ 484187 w 723110"/>
                    <a:gd name="connsiteY9" fmla="*/ 534988 h 871984"/>
                    <a:gd name="connsiteX10" fmla="*/ 325438 w 723110"/>
                    <a:gd name="connsiteY10" fmla="*/ 398462 h 871984"/>
                    <a:gd name="connsiteX11" fmla="*/ 260350 w 723110"/>
                    <a:gd name="connsiteY11" fmla="*/ 184150 h 871984"/>
                    <a:gd name="connsiteX12" fmla="*/ 228600 w 723110"/>
                    <a:gd name="connsiteY12" fmla="*/ 50800 h 871984"/>
                    <a:gd name="connsiteX0" fmla="*/ 0 w 744443"/>
                    <a:gd name="connsiteY0" fmla="*/ 0 h 813354"/>
                    <a:gd name="connsiteX1" fmla="*/ 69850 w 744443"/>
                    <a:gd name="connsiteY1" fmla="*/ 168275 h 813354"/>
                    <a:gd name="connsiteX2" fmla="*/ 136525 w 744443"/>
                    <a:gd name="connsiteY2" fmla="*/ 320675 h 813354"/>
                    <a:gd name="connsiteX3" fmla="*/ 450850 w 744443"/>
                    <a:gd name="connsiteY3" fmla="*/ 704850 h 813354"/>
                    <a:gd name="connsiteX4" fmla="*/ 552450 w 744443"/>
                    <a:gd name="connsiteY4" fmla="*/ 787400 h 813354"/>
                    <a:gd name="connsiteX5" fmla="*/ 625475 w 744443"/>
                    <a:gd name="connsiteY5" fmla="*/ 812800 h 813354"/>
                    <a:gd name="connsiteX6" fmla="*/ 742950 w 744443"/>
                    <a:gd name="connsiteY6" fmla="*/ 765175 h 813354"/>
                    <a:gd name="connsiteX7" fmla="*/ 684213 w 744443"/>
                    <a:gd name="connsiteY7" fmla="*/ 663575 h 813354"/>
                    <a:gd name="connsiteX8" fmla="*/ 574675 w 744443"/>
                    <a:gd name="connsiteY8" fmla="*/ 612775 h 813354"/>
                    <a:gd name="connsiteX9" fmla="*/ 484187 w 744443"/>
                    <a:gd name="connsiteY9" fmla="*/ 534988 h 813354"/>
                    <a:gd name="connsiteX10" fmla="*/ 325438 w 744443"/>
                    <a:gd name="connsiteY10" fmla="*/ 398462 h 813354"/>
                    <a:gd name="connsiteX11" fmla="*/ 260350 w 744443"/>
                    <a:gd name="connsiteY11" fmla="*/ 184150 h 813354"/>
                    <a:gd name="connsiteX12" fmla="*/ 228600 w 744443"/>
                    <a:gd name="connsiteY12" fmla="*/ 50800 h 813354"/>
                    <a:gd name="connsiteX0" fmla="*/ 0 w 743946"/>
                    <a:gd name="connsiteY0" fmla="*/ 0 h 807518"/>
                    <a:gd name="connsiteX1" fmla="*/ 69850 w 743946"/>
                    <a:gd name="connsiteY1" fmla="*/ 168275 h 807518"/>
                    <a:gd name="connsiteX2" fmla="*/ 136525 w 743946"/>
                    <a:gd name="connsiteY2" fmla="*/ 320675 h 807518"/>
                    <a:gd name="connsiteX3" fmla="*/ 450850 w 743946"/>
                    <a:gd name="connsiteY3" fmla="*/ 704850 h 807518"/>
                    <a:gd name="connsiteX4" fmla="*/ 552450 w 743946"/>
                    <a:gd name="connsiteY4" fmla="*/ 787400 h 807518"/>
                    <a:gd name="connsiteX5" fmla="*/ 708025 w 743946"/>
                    <a:gd name="connsiteY5" fmla="*/ 806450 h 807518"/>
                    <a:gd name="connsiteX6" fmla="*/ 742950 w 743946"/>
                    <a:gd name="connsiteY6" fmla="*/ 765175 h 807518"/>
                    <a:gd name="connsiteX7" fmla="*/ 684213 w 743946"/>
                    <a:gd name="connsiteY7" fmla="*/ 663575 h 807518"/>
                    <a:gd name="connsiteX8" fmla="*/ 574675 w 743946"/>
                    <a:gd name="connsiteY8" fmla="*/ 612775 h 807518"/>
                    <a:gd name="connsiteX9" fmla="*/ 484187 w 743946"/>
                    <a:gd name="connsiteY9" fmla="*/ 534988 h 807518"/>
                    <a:gd name="connsiteX10" fmla="*/ 325438 w 743946"/>
                    <a:gd name="connsiteY10" fmla="*/ 398462 h 807518"/>
                    <a:gd name="connsiteX11" fmla="*/ 260350 w 743946"/>
                    <a:gd name="connsiteY11" fmla="*/ 184150 h 807518"/>
                    <a:gd name="connsiteX12" fmla="*/ 228600 w 743946"/>
                    <a:gd name="connsiteY12" fmla="*/ 50800 h 807518"/>
                    <a:gd name="connsiteX0" fmla="*/ 0 w 743478"/>
                    <a:gd name="connsiteY0" fmla="*/ 0 h 809036"/>
                    <a:gd name="connsiteX1" fmla="*/ 69850 w 743478"/>
                    <a:gd name="connsiteY1" fmla="*/ 168275 h 809036"/>
                    <a:gd name="connsiteX2" fmla="*/ 136525 w 743478"/>
                    <a:gd name="connsiteY2" fmla="*/ 320675 h 809036"/>
                    <a:gd name="connsiteX3" fmla="*/ 450850 w 743478"/>
                    <a:gd name="connsiteY3" fmla="*/ 704850 h 809036"/>
                    <a:gd name="connsiteX4" fmla="*/ 623887 w 743478"/>
                    <a:gd name="connsiteY4" fmla="*/ 793750 h 809036"/>
                    <a:gd name="connsiteX5" fmla="*/ 708025 w 743478"/>
                    <a:gd name="connsiteY5" fmla="*/ 806450 h 809036"/>
                    <a:gd name="connsiteX6" fmla="*/ 742950 w 743478"/>
                    <a:gd name="connsiteY6" fmla="*/ 765175 h 809036"/>
                    <a:gd name="connsiteX7" fmla="*/ 684213 w 743478"/>
                    <a:gd name="connsiteY7" fmla="*/ 663575 h 809036"/>
                    <a:gd name="connsiteX8" fmla="*/ 574675 w 743478"/>
                    <a:gd name="connsiteY8" fmla="*/ 612775 h 809036"/>
                    <a:gd name="connsiteX9" fmla="*/ 484187 w 743478"/>
                    <a:gd name="connsiteY9" fmla="*/ 534988 h 809036"/>
                    <a:gd name="connsiteX10" fmla="*/ 325438 w 743478"/>
                    <a:gd name="connsiteY10" fmla="*/ 398462 h 809036"/>
                    <a:gd name="connsiteX11" fmla="*/ 260350 w 743478"/>
                    <a:gd name="connsiteY11" fmla="*/ 184150 h 809036"/>
                    <a:gd name="connsiteX12" fmla="*/ 228600 w 743478"/>
                    <a:gd name="connsiteY12" fmla="*/ 50800 h 80903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542925 w 743478"/>
                    <a:gd name="connsiteY3" fmla="*/ 709613 h 808866"/>
                    <a:gd name="connsiteX4" fmla="*/ 623887 w 743478"/>
                    <a:gd name="connsiteY4" fmla="*/ 793750 h 808866"/>
                    <a:gd name="connsiteX5" fmla="*/ 708025 w 743478"/>
                    <a:gd name="connsiteY5" fmla="*/ 806450 h 808866"/>
                    <a:gd name="connsiteX6" fmla="*/ 742950 w 743478"/>
                    <a:gd name="connsiteY6" fmla="*/ 765175 h 808866"/>
                    <a:gd name="connsiteX7" fmla="*/ 684213 w 743478"/>
                    <a:gd name="connsiteY7" fmla="*/ 663575 h 808866"/>
                    <a:gd name="connsiteX8" fmla="*/ 574675 w 743478"/>
                    <a:gd name="connsiteY8" fmla="*/ 612775 h 808866"/>
                    <a:gd name="connsiteX9" fmla="*/ 484187 w 743478"/>
                    <a:gd name="connsiteY9" fmla="*/ 534988 h 808866"/>
                    <a:gd name="connsiteX10" fmla="*/ 325438 w 743478"/>
                    <a:gd name="connsiteY10" fmla="*/ 398462 h 808866"/>
                    <a:gd name="connsiteX11" fmla="*/ 260350 w 743478"/>
                    <a:gd name="connsiteY11" fmla="*/ 184150 h 808866"/>
                    <a:gd name="connsiteX12" fmla="*/ 228600 w 743478"/>
                    <a:gd name="connsiteY12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350838 w 743478"/>
                    <a:gd name="connsiteY3" fmla="*/ 5286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146050 w 743478"/>
                    <a:gd name="connsiteY1" fmla="*/ 306387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675215"/>
                    <a:gd name="connsiteY0" fmla="*/ 79375 h 758066"/>
                    <a:gd name="connsiteX1" fmla="*/ 77787 w 675215"/>
                    <a:gd name="connsiteY1" fmla="*/ 255587 h 758066"/>
                    <a:gd name="connsiteX2" fmla="*/ 127000 w 675215"/>
                    <a:gd name="connsiteY2" fmla="*/ 387350 h 758066"/>
                    <a:gd name="connsiteX3" fmla="*/ 190500 w 675215"/>
                    <a:gd name="connsiteY3" fmla="*/ 452438 h 758066"/>
                    <a:gd name="connsiteX4" fmla="*/ 474662 w 675215"/>
                    <a:gd name="connsiteY4" fmla="*/ 658813 h 758066"/>
                    <a:gd name="connsiteX5" fmla="*/ 555624 w 675215"/>
                    <a:gd name="connsiteY5" fmla="*/ 742950 h 758066"/>
                    <a:gd name="connsiteX6" fmla="*/ 639762 w 675215"/>
                    <a:gd name="connsiteY6" fmla="*/ 755650 h 758066"/>
                    <a:gd name="connsiteX7" fmla="*/ 674687 w 675215"/>
                    <a:gd name="connsiteY7" fmla="*/ 714375 h 758066"/>
                    <a:gd name="connsiteX8" fmla="*/ 615950 w 675215"/>
                    <a:gd name="connsiteY8" fmla="*/ 612775 h 758066"/>
                    <a:gd name="connsiteX9" fmla="*/ 506412 w 675215"/>
                    <a:gd name="connsiteY9" fmla="*/ 561975 h 758066"/>
                    <a:gd name="connsiteX10" fmla="*/ 415924 w 675215"/>
                    <a:gd name="connsiteY10" fmla="*/ 484188 h 758066"/>
                    <a:gd name="connsiteX11" fmla="*/ 257175 w 675215"/>
                    <a:gd name="connsiteY11" fmla="*/ 347662 h 758066"/>
                    <a:gd name="connsiteX12" fmla="*/ 192087 w 675215"/>
                    <a:gd name="connsiteY12" fmla="*/ 133350 h 758066"/>
                    <a:gd name="connsiteX13" fmla="*/ 160337 w 675215"/>
                    <a:gd name="connsiteY13" fmla="*/ 0 h 758066"/>
                    <a:gd name="connsiteX0" fmla="*/ 4551 w 679766"/>
                    <a:gd name="connsiteY0" fmla="*/ 79375 h 758066"/>
                    <a:gd name="connsiteX1" fmla="*/ 6138 w 679766"/>
                    <a:gd name="connsiteY1" fmla="*/ 80963 h 758066"/>
                    <a:gd name="connsiteX2" fmla="*/ 82338 w 679766"/>
                    <a:gd name="connsiteY2" fmla="*/ 255587 h 758066"/>
                    <a:gd name="connsiteX3" fmla="*/ 131551 w 679766"/>
                    <a:gd name="connsiteY3" fmla="*/ 387350 h 758066"/>
                    <a:gd name="connsiteX4" fmla="*/ 195051 w 679766"/>
                    <a:gd name="connsiteY4" fmla="*/ 452438 h 758066"/>
                    <a:gd name="connsiteX5" fmla="*/ 479213 w 679766"/>
                    <a:gd name="connsiteY5" fmla="*/ 658813 h 758066"/>
                    <a:gd name="connsiteX6" fmla="*/ 560175 w 679766"/>
                    <a:gd name="connsiteY6" fmla="*/ 742950 h 758066"/>
                    <a:gd name="connsiteX7" fmla="*/ 644313 w 679766"/>
                    <a:gd name="connsiteY7" fmla="*/ 755650 h 758066"/>
                    <a:gd name="connsiteX8" fmla="*/ 679238 w 679766"/>
                    <a:gd name="connsiteY8" fmla="*/ 714375 h 758066"/>
                    <a:gd name="connsiteX9" fmla="*/ 620501 w 679766"/>
                    <a:gd name="connsiteY9" fmla="*/ 612775 h 758066"/>
                    <a:gd name="connsiteX10" fmla="*/ 510963 w 679766"/>
                    <a:gd name="connsiteY10" fmla="*/ 561975 h 758066"/>
                    <a:gd name="connsiteX11" fmla="*/ 420475 w 679766"/>
                    <a:gd name="connsiteY11" fmla="*/ 484188 h 758066"/>
                    <a:gd name="connsiteX12" fmla="*/ 261726 w 679766"/>
                    <a:gd name="connsiteY12" fmla="*/ 347662 h 758066"/>
                    <a:gd name="connsiteX13" fmla="*/ 196638 w 679766"/>
                    <a:gd name="connsiteY13" fmla="*/ 133350 h 758066"/>
                    <a:gd name="connsiteX14" fmla="*/ 164888 w 679766"/>
                    <a:gd name="connsiteY14" fmla="*/ 0 h 758066"/>
                    <a:gd name="connsiteX0" fmla="*/ 35617 w 710832"/>
                    <a:gd name="connsiteY0" fmla="*/ 150921 h 829612"/>
                    <a:gd name="connsiteX1" fmla="*/ 2279 w 710832"/>
                    <a:gd name="connsiteY1" fmla="*/ 3284 h 829612"/>
                    <a:gd name="connsiteX2" fmla="*/ 113404 w 710832"/>
                    <a:gd name="connsiteY2" fmla="*/ 327133 h 829612"/>
                    <a:gd name="connsiteX3" fmla="*/ 162617 w 710832"/>
                    <a:gd name="connsiteY3" fmla="*/ 458896 h 829612"/>
                    <a:gd name="connsiteX4" fmla="*/ 226117 w 710832"/>
                    <a:gd name="connsiteY4" fmla="*/ 523984 h 829612"/>
                    <a:gd name="connsiteX5" fmla="*/ 510279 w 710832"/>
                    <a:gd name="connsiteY5" fmla="*/ 730359 h 829612"/>
                    <a:gd name="connsiteX6" fmla="*/ 591241 w 710832"/>
                    <a:gd name="connsiteY6" fmla="*/ 814496 h 829612"/>
                    <a:gd name="connsiteX7" fmla="*/ 675379 w 710832"/>
                    <a:gd name="connsiteY7" fmla="*/ 827196 h 829612"/>
                    <a:gd name="connsiteX8" fmla="*/ 710304 w 710832"/>
                    <a:gd name="connsiteY8" fmla="*/ 785921 h 829612"/>
                    <a:gd name="connsiteX9" fmla="*/ 651567 w 710832"/>
                    <a:gd name="connsiteY9" fmla="*/ 684321 h 829612"/>
                    <a:gd name="connsiteX10" fmla="*/ 542029 w 710832"/>
                    <a:gd name="connsiteY10" fmla="*/ 633521 h 829612"/>
                    <a:gd name="connsiteX11" fmla="*/ 451541 w 710832"/>
                    <a:gd name="connsiteY11" fmla="*/ 555734 h 829612"/>
                    <a:gd name="connsiteX12" fmla="*/ 292792 w 710832"/>
                    <a:gd name="connsiteY12" fmla="*/ 419208 h 829612"/>
                    <a:gd name="connsiteX13" fmla="*/ 227704 w 710832"/>
                    <a:gd name="connsiteY13" fmla="*/ 204896 h 829612"/>
                    <a:gd name="connsiteX14" fmla="*/ 195954 w 710832"/>
                    <a:gd name="connsiteY14" fmla="*/ 71546 h 829612"/>
                    <a:gd name="connsiteX0" fmla="*/ 0 w 738715"/>
                    <a:gd name="connsiteY0" fmla="*/ 61722 h 832488"/>
                    <a:gd name="connsiteX1" fmla="*/ 30162 w 738715"/>
                    <a:gd name="connsiteY1" fmla="*/ 6160 h 832488"/>
                    <a:gd name="connsiteX2" fmla="*/ 141287 w 738715"/>
                    <a:gd name="connsiteY2" fmla="*/ 330009 h 832488"/>
                    <a:gd name="connsiteX3" fmla="*/ 190500 w 738715"/>
                    <a:gd name="connsiteY3" fmla="*/ 461772 h 832488"/>
                    <a:gd name="connsiteX4" fmla="*/ 254000 w 738715"/>
                    <a:gd name="connsiteY4" fmla="*/ 526860 h 832488"/>
                    <a:gd name="connsiteX5" fmla="*/ 538162 w 738715"/>
                    <a:gd name="connsiteY5" fmla="*/ 733235 h 832488"/>
                    <a:gd name="connsiteX6" fmla="*/ 619124 w 738715"/>
                    <a:gd name="connsiteY6" fmla="*/ 817372 h 832488"/>
                    <a:gd name="connsiteX7" fmla="*/ 703262 w 738715"/>
                    <a:gd name="connsiteY7" fmla="*/ 830072 h 832488"/>
                    <a:gd name="connsiteX8" fmla="*/ 738187 w 738715"/>
                    <a:gd name="connsiteY8" fmla="*/ 788797 h 832488"/>
                    <a:gd name="connsiteX9" fmla="*/ 679450 w 738715"/>
                    <a:gd name="connsiteY9" fmla="*/ 687197 h 832488"/>
                    <a:gd name="connsiteX10" fmla="*/ 569912 w 738715"/>
                    <a:gd name="connsiteY10" fmla="*/ 636397 h 832488"/>
                    <a:gd name="connsiteX11" fmla="*/ 479424 w 738715"/>
                    <a:gd name="connsiteY11" fmla="*/ 558610 h 832488"/>
                    <a:gd name="connsiteX12" fmla="*/ 320675 w 738715"/>
                    <a:gd name="connsiteY12" fmla="*/ 422084 h 832488"/>
                    <a:gd name="connsiteX13" fmla="*/ 255587 w 738715"/>
                    <a:gd name="connsiteY13" fmla="*/ 207772 h 832488"/>
                    <a:gd name="connsiteX14" fmla="*/ 223837 w 738715"/>
                    <a:gd name="connsiteY14" fmla="*/ 74422 h 832488"/>
                    <a:gd name="connsiteX0" fmla="*/ 0 w 738715"/>
                    <a:gd name="connsiteY0" fmla="*/ 0 h 770766"/>
                    <a:gd name="connsiteX1" fmla="*/ 65087 w 738715"/>
                    <a:gd name="connsiteY1" fmla="*/ 107951 h 770766"/>
                    <a:gd name="connsiteX2" fmla="*/ 141287 w 738715"/>
                    <a:gd name="connsiteY2" fmla="*/ 268287 h 770766"/>
                    <a:gd name="connsiteX3" fmla="*/ 190500 w 738715"/>
                    <a:gd name="connsiteY3" fmla="*/ 400050 h 770766"/>
                    <a:gd name="connsiteX4" fmla="*/ 254000 w 738715"/>
                    <a:gd name="connsiteY4" fmla="*/ 465138 h 770766"/>
                    <a:gd name="connsiteX5" fmla="*/ 538162 w 738715"/>
                    <a:gd name="connsiteY5" fmla="*/ 671513 h 770766"/>
                    <a:gd name="connsiteX6" fmla="*/ 619124 w 738715"/>
                    <a:gd name="connsiteY6" fmla="*/ 755650 h 770766"/>
                    <a:gd name="connsiteX7" fmla="*/ 703262 w 738715"/>
                    <a:gd name="connsiteY7" fmla="*/ 768350 h 770766"/>
                    <a:gd name="connsiteX8" fmla="*/ 738187 w 738715"/>
                    <a:gd name="connsiteY8" fmla="*/ 727075 h 770766"/>
                    <a:gd name="connsiteX9" fmla="*/ 679450 w 738715"/>
                    <a:gd name="connsiteY9" fmla="*/ 625475 h 770766"/>
                    <a:gd name="connsiteX10" fmla="*/ 569912 w 738715"/>
                    <a:gd name="connsiteY10" fmla="*/ 574675 h 770766"/>
                    <a:gd name="connsiteX11" fmla="*/ 479424 w 738715"/>
                    <a:gd name="connsiteY11" fmla="*/ 496888 h 770766"/>
                    <a:gd name="connsiteX12" fmla="*/ 320675 w 738715"/>
                    <a:gd name="connsiteY12" fmla="*/ 360362 h 770766"/>
                    <a:gd name="connsiteX13" fmla="*/ 255587 w 738715"/>
                    <a:gd name="connsiteY13" fmla="*/ 146050 h 770766"/>
                    <a:gd name="connsiteX14" fmla="*/ 223837 w 738715"/>
                    <a:gd name="connsiteY14" fmla="*/ 12700 h 770766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03199 w 718077"/>
                    <a:gd name="connsiteY14" fmla="*/ 73025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51519 w 718077"/>
                    <a:gd name="connsiteY10" fmla="*/ 65618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9098"/>
                    <a:gd name="connsiteY0" fmla="*/ 0 h 818642"/>
                    <a:gd name="connsiteX1" fmla="*/ 44449 w 719098"/>
                    <a:gd name="connsiteY1" fmla="*/ 168276 h 818642"/>
                    <a:gd name="connsiteX2" fmla="*/ 120649 w 719098"/>
                    <a:gd name="connsiteY2" fmla="*/ 328612 h 818642"/>
                    <a:gd name="connsiteX3" fmla="*/ 169862 w 719098"/>
                    <a:gd name="connsiteY3" fmla="*/ 460375 h 818642"/>
                    <a:gd name="connsiteX4" fmla="*/ 233362 w 719098"/>
                    <a:gd name="connsiteY4" fmla="*/ 525463 h 818642"/>
                    <a:gd name="connsiteX5" fmla="*/ 517524 w 719098"/>
                    <a:gd name="connsiteY5" fmla="*/ 731838 h 818642"/>
                    <a:gd name="connsiteX6" fmla="*/ 598486 w 719098"/>
                    <a:gd name="connsiteY6" fmla="*/ 815975 h 818642"/>
                    <a:gd name="connsiteX7" fmla="*/ 717549 w 719098"/>
                    <a:gd name="connsiteY7" fmla="*/ 787400 h 818642"/>
                    <a:gd name="connsiteX8" fmla="*/ 658812 w 719098"/>
                    <a:gd name="connsiteY8" fmla="*/ 685800 h 818642"/>
                    <a:gd name="connsiteX9" fmla="*/ 551519 w 719098"/>
                    <a:gd name="connsiteY9" fmla="*/ 656180 h 818642"/>
                    <a:gd name="connsiteX10" fmla="*/ 432742 w 719098"/>
                    <a:gd name="connsiteY10" fmla="*/ 513568 h 818642"/>
                    <a:gd name="connsiteX11" fmla="*/ 399891 w 719098"/>
                    <a:gd name="connsiteY11" fmla="*/ 426523 h 818642"/>
                    <a:gd name="connsiteX12" fmla="*/ 278591 w 719098"/>
                    <a:gd name="connsiteY12" fmla="*/ 227451 h 818642"/>
                    <a:gd name="connsiteX13" fmla="*/ 282938 w 719098"/>
                    <a:gd name="connsiteY13" fmla="*/ 165237 h 818642"/>
                    <a:gd name="connsiteX0" fmla="*/ 0 w 659721"/>
                    <a:gd name="connsiteY0" fmla="*/ 0 h 816860"/>
                    <a:gd name="connsiteX1" fmla="*/ 44449 w 659721"/>
                    <a:gd name="connsiteY1" fmla="*/ 168276 h 816860"/>
                    <a:gd name="connsiteX2" fmla="*/ 120649 w 659721"/>
                    <a:gd name="connsiteY2" fmla="*/ 328612 h 816860"/>
                    <a:gd name="connsiteX3" fmla="*/ 169862 w 659721"/>
                    <a:gd name="connsiteY3" fmla="*/ 460375 h 816860"/>
                    <a:gd name="connsiteX4" fmla="*/ 233362 w 659721"/>
                    <a:gd name="connsiteY4" fmla="*/ 525463 h 816860"/>
                    <a:gd name="connsiteX5" fmla="*/ 517524 w 659721"/>
                    <a:gd name="connsiteY5" fmla="*/ 731838 h 816860"/>
                    <a:gd name="connsiteX6" fmla="*/ 598486 w 659721"/>
                    <a:gd name="connsiteY6" fmla="*/ 815975 h 816860"/>
                    <a:gd name="connsiteX7" fmla="*/ 658812 w 659721"/>
                    <a:gd name="connsiteY7" fmla="*/ 685800 h 816860"/>
                    <a:gd name="connsiteX8" fmla="*/ 551519 w 659721"/>
                    <a:gd name="connsiteY8" fmla="*/ 656180 h 816860"/>
                    <a:gd name="connsiteX9" fmla="*/ 432742 w 659721"/>
                    <a:gd name="connsiteY9" fmla="*/ 513568 h 816860"/>
                    <a:gd name="connsiteX10" fmla="*/ 399891 w 659721"/>
                    <a:gd name="connsiteY10" fmla="*/ 426523 h 816860"/>
                    <a:gd name="connsiteX11" fmla="*/ 278591 w 659721"/>
                    <a:gd name="connsiteY11" fmla="*/ 227451 h 816860"/>
                    <a:gd name="connsiteX12" fmla="*/ 282938 w 659721"/>
                    <a:gd name="connsiteY12" fmla="*/ 165237 h 816860"/>
                    <a:gd name="connsiteX0" fmla="*/ 0 w 599294"/>
                    <a:gd name="connsiteY0" fmla="*/ 0 h 818005"/>
                    <a:gd name="connsiteX1" fmla="*/ 44449 w 599294"/>
                    <a:gd name="connsiteY1" fmla="*/ 168276 h 818005"/>
                    <a:gd name="connsiteX2" fmla="*/ 120649 w 599294"/>
                    <a:gd name="connsiteY2" fmla="*/ 328612 h 818005"/>
                    <a:gd name="connsiteX3" fmla="*/ 169862 w 599294"/>
                    <a:gd name="connsiteY3" fmla="*/ 460375 h 818005"/>
                    <a:gd name="connsiteX4" fmla="*/ 233362 w 599294"/>
                    <a:gd name="connsiteY4" fmla="*/ 525463 h 818005"/>
                    <a:gd name="connsiteX5" fmla="*/ 517524 w 599294"/>
                    <a:gd name="connsiteY5" fmla="*/ 731838 h 818005"/>
                    <a:gd name="connsiteX6" fmla="*/ 598486 w 599294"/>
                    <a:gd name="connsiteY6" fmla="*/ 815975 h 818005"/>
                    <a:gd name="connsiteX7" fmla="*/ 551519 w 599294"/>
                    <a:gd name="connsiteY7" fmla="*/ 656180 h 818005"/>
                    <a:gd name="connsiteX8" fmla="*/ 432742 w 599294"/>
                    <a:gd name="connsiteY8" fmla="*/ 513568 h 818005"/>
                    <a:gd name="connsiteX9" fmla="*/ 399891 w 599294"/>
                    <a:gd name="connsiteY9" fmla="*/ 426523 h 818005"/>
                    <a:gd name="connsiteX10" fmla="*/ 278591 w 599294"/>
                    <a:gd name="connsiteY10" fmla="*/ 227451 h 818005"/>
                    <a:gd name="connsiteX11" fmla="*/ 282938 w 599294"/>
                    <a:gd name="connsiteY11" fmla="*/ 165237 h 818005"/>
                    <a:gd name="connsiteX0" fmla="*/ 0 w 560957"/>
                    <a:gd name="connsiteY0" fmla="*/ 0 h 736416"/>
                    <a:gd name="connsiteX1" fmla="*/ 44449 w 560957"/>
                    <a:gd name="connsiteY1" fmla="*/ 168276 h 736416"/>
                    <a:gd name="connsiteX2" fmla="*/ 120649 w 560957"/>
                    <a:gd name="connsiteY2" fmla="*/ 328612 h 736416"/>
                    <a:gd name="connsiteX3" fmla="*/ 169862 w 560957"/>
                    <a:gd name="connsiteY3" fmla="*/ 460375 h 736416"/>
                    <a:gd name="connsiteX4" fmla="*/ 233362 w 560957"/>
                    <a:gd name="connsiteY4" fmla="*/ 525463 h 736416"/>
                    <a:gd name="connsiteX5" fmla="*/ 517524 w 560957"/>
                    <a:gd name="connsiteY5" fmla="*/ 731838 h 736416"/>
                    <a:gd name="connsiteX6" fmla="*/ 551519 w 560957"/>
                    <a:gd name="connsiteY6" fmla="*/ 656180 h 736416"/>
                    <a:gd name="connsiteX7" fmla="*/ 432742 w 560957"/>
                    <a:gd name="connsiteY7" fmla="*/ 513568 h 736416"/>
                    <a:gd name="connsiteX8" fmla="*/ 399891 w 560957"/>
                    <a:gd name="connsiteY8" fmla="*/ 426523 h 736416"/>
                    <a:gd name="connsiteX9" fmla="*/ 278591 w 560957"/>
                    <a:gd name="connsiteY9" fmla="*/ 227451 h 736416"/>
                    <a:gd name="connsiteX10" fmla="*/ 282938 w 560957"/>
                    <a:gd name="connsiteY10" fmla="*/ 165237 h 736416"/>
                    <a:gd name="connsiteX0" fmla="*/ 0 w 553781"/>
                    <a:gd name="connsiteY0" fmla="*/ 0 h 727150"/>
                    <a:gd name="connsiteX1" fmla="*/ 44449 w 553781"/>
                    <a:gd name="connsiteY1" fmla="*/ 168276 h 727150"/>
                    <a:gd name="connsiteX2" fmla="*/ 120649 w 553781"/>
                    <a:gd name="connsiteY2" fmla="*/ 328612 h 727150"/>
                    <a:gd name="connsiteX3" fmla="*/ 169862 w 553781"/>
                    <a:gd name="connsiteY3" fmla="*/ 460375 h 727150"/>
                    <a:gd name="connsiteX4" fmla="*/ 233362 w 553781"/>
                    <a:gd name="connsiteY4" fmla="*/ 525463 h 727150"/>
                    <a:gd name="connsiteX5" fmla="*/ 488643 w 553781"/>
                    <a:gd name="connsiteY5" fmla="*/ 722048 h 727150"/>
                    <a:gd name="connsiteX6" fmla="*/ 551519 w 553781"/>
                    <a:gd name="connsiteY6" fmla="*/ 656180 h 727150"/>
                    <a:gd name="connsiteX7" fmla="*/ 432742 w 553781"/>
                    <a:gd name="connsiteY7" fmla="*/ 513568 h 727150"/>
                    <a:gd name="connsiteX8" fmla="*/ 399891 w 553781"/>
                    <a:gd name="connsiteY8" fmla="*/ 426523 h 727150"/>
                    <a:gd name="connsiteX9" fmla="*/ 278591 w 553781"/>
                    <a:gd name="connsiteY9" fmla="*/ 227451 h 727150"/>
                    <a:gd name="connsiteX10" fmla="*/ 282938 w 553781"/>
                    <a:gd name="connsiteY10" fmla="*/ 165237 h 727150"/>
                    <a:gd name="connsiteX0" fmla="*/ 0 w 561611"/>
                    <a:gd name="connsiteY0" fmla="*/ 0 h 732877"/>
                    <a:gd name="connsiteX1" fmla="*/ 44449 w 561611"/>
                    <a:gd name="connsiteY1" fmla="*/ 168276 h 732877"/>
                    <a:gd name="connsiteX2" fmla="*/ 120649 w 561611"/>
                    <a:gd name="connsiteY2" fmla="*/ 328612 h 732877"/>
                    <a:gd name="connsiteX3" fmla="*/ 169862 w 561611"/>
                    <a:gd name="connsiteY3" fmla="*/ 460375 h 732877"/>
                    <a:gd name="connsiteX4" fmla="*/ 233362 w 561611"/>
                    <a:gd name="connsiteY4" fmla="*/ 525463 h 732877"/>
                    <a:gd name="connsiteX5" fmla="*/ 488643 w 561611"/>
                    <a:gd name="connsiteY5" fmla="*/ 722048 h 732877"/>
                    <a:gd name="connsiteX6" fmla="*/ 559753 w 561611"/>
                    <a:gd name="connsiteY6" fmla="*/ 686720 h 732877"/>
                    <a:gd name="connsiteX7" fmla="*/ 432742 w 561611"/>
                    <a:gd name="connsiteY7" fmla="*/ 513568 h 732877"/>
                    <a:gd name="connsiteX8" fmla="*/ 399891 w 561611"/>
                    <a:gd name="connsiteY8" fmla="*/ 426523 h 732877"/>
                    <a:gd name="connsiteX9" fmla="*/ 278591 w 561611"/>
                    <a:gd name="connsiteY9" fmla="*/ 227451 h 732877"/>
                    <a:gd name="connsiteX10" fmla="*/ 282938 w 561611"/>
                    <a:gd name="connsiteY10" fmla="*/ 165237 h 732877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22083"/>
                    <a:gd name="connsiteX1" fmla="*/ 44449 w 562157"/>
                    <a:gd name="connsiteY1" fmla="*/ 168276 h 722083"/>
                    <a:gd name="connsiteX2" fmla="*/ 120649 w 562157"/>
                    <a:gd name="connsiteY2" fmla="*/ 328612 h 722083"/>
                    <a:gd name="connsiteX3" fmla="*/ 169862 w 562157"/>
                    <a:gd name="connsiteY3" fmla="*/ 460375 h 722083"/>
                    <a:gd name="connsiteX4" fmla="*/ 233362 w 562157"/>
                    <a:gd name="connsiteY4" fmla="*/ 525463 h 722083"/>
                    <a:gd name="connsiteX5" fmla="*/ 488643 w 562157"/>
                    <a:gd name="connsiteY5" fmla="*/ 722048 h 722083"/>
                    <a:gd name="connsiteX6" fmla="*/ 559753 w 562157"/>
                    <a:gd name="connsiteY6" fmla="*/ 686720 h 722083"/>
                    <a:gd name="connsiteX7" fmla="*/ 432742 w 562157"/>
                    <a:gd name="connsiteY7" fmla="*/ 513568 h 722083"/>
                    <a:gd name="connsiteX8" fmla="*/ 399891 w 562157"/>
                    <a:gd name="connsiteY8" fmla="*/ 426523 h 722083"/>
                    <a:gd name="connsiteX9" fmla="*/ 278591 w 562157"/>
                    <a:gd name="connsiteY9" fmla="*/ 227451 h 722083"/>
                    <a:gd name="connsiteX10" fmla="*/ 282938 w 562157"/>
                    <a:gd name="connsiteY10" fmla="*/ 165237 h 722083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44449 w 562157"/>
                    <a:gd name="connsiteY2" fmla="*/ 168276 h 723888"/>
                    <a:gd name="connsiteX3" fmla="*/ 152851 w 562157"/>
                    <a:gd name="connsiteY3" fmla="*/ 255234 h 723888"/>
                    <a:gd name="connsiteX4" fmla="*/ 380209 w 562157"/>
                    <a:gd name="connsiteY4" fmla="*/ 538744 h 723888"/>
                    <a:gd name="connsiteX5" fmla="*/ 422793 w 562157"/>
                    <a:gd name="connsiteY5" fmla="*/ 662449 h 723888"/>
                    <a:gd name="connsiteX6" fmla="*/ 488643 w 562157"/>
                    <a:gd name="connsiteY6" fmla="*/ 722048 h 723888"/>
                    <a:gd name="connsiteX7" fmla="*/ 559753 w 562157"/>
                    <a:gd name="connsiteY7" fmla="*/ 686720 h 723888"/>
                    <a:gd name="connsiteX8" fmla="*/ 432742 w 562157"/>
                    <a:gd name="connsiteY8" fmla="*/ 513568 h 723888"/>
                    <a:gd name="connsiteX9" fmla="*/ 399891 w 562157"/>
                    <a:gd name="connsiteY9" fmla="*/ 426523 h 723888"/>
                    <a:gd name="connsiteX10" fmla="*/ 278591 w 562157"/>
                    <a:gd name="connsiteY10" fmla="*/ 227451 h 723888"/>
                    <a:gd name="connsiteX11" fmla="*/ 282938 w 562157"/>
                    <a:gd name="connsiteY11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60242 w 438552"/>
                    <a:gd name="connsiteY3" fmla="*/ 572163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57786 w 438552"/>
                    <a:gd name="connsiteY3" fmla="*/ 448537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7517 w 438552"/>
                    <a:gd name="connsiteY1" fmla="*/ 148907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137057 w 443413"/>
                    <a:gd name="connsiteY0" fmla="*/ 0 h 989649"/>
                    <a:gd name="connsiteX1" fmla="*/ 12378 w 443413"/>
                    <a:gd name="connsiteY1" fmla="*/ 375152 h 989649"/>
                    <a:gd name="connsiteX2" fmla="*/ 17850 w 443413"/>
                    <a:gd name="connsiteY2" fmla="*/ 495588 h 989649"/>
                    <a:gd name="connsiteX3" fmla="*/ 130344 w 443413"/>
                    <a:gd name="connsiteY3" fmla="*/ 659643 h 989649"/>
                    <a:gd name="connsiteX4" fmla="*/ 265103 w 443413"/>
                    <a:gd name="connsiteY4" fmla="*/ 798408 h 989649"/>
                    <a:gd name="connsiteX5" fmla="*/ 304049 w 443413"/>
                    <a:gd name="connsiteY5" fmla="*/ 928210 h 989649"/>
                    <a:gd name="connsiteX6" fmla="*/ 369899 w 443413"/>
                    <a:gd name="connsiteY6" fmla="*/ 987809 h 989649"/>
                    <a:gd name="connsiteX7" fmla="*/ 441009 w 443413"/>
                    <a:gd name="connsiteY7" fmla="*/ 952481 h 989649"/>
                    <a:gd name="connsiteX8" fmla="*/ 313998 w 443413"/>
                    <a:gd name="connsiteY8" fmla="*/ 779329 h 989649"/>
                    <a:gd name="connsiteX9" fmla="*/ 281147 w 443413"/>
                    <a:gd name="connsiteY9" fmla="*/ 692284 h 989649"/>
                    <a:gd name="connsiteX10" fmla="*/ 159847 w 443413"/>
                    <a:gd name="connsiteY10" fmla="*/ 493212 h 989649"/>
                    <a:gd name="connsiteX11" fmla="*/ 164194 w 443413"/>
                    <a:gd name="connsiteY11" fmla="*/ 430998 h 989649"/>
                    <a:gd name="connsiteX0" fmla="*/ 119412 w 425768"/>
                    <a:gd name="connsiteY0" fmla="*/ 0 h 989649"/>
                    <a:gd name="connsiteX1" fmla="*/ 85842 w 425768"/>
                    <a:gd name="connsiteY1" fmla="*/ 279398 h 989649"/>
                    <a:gd name="connsiteX2" fmla="*/ 205 w 425768"/>
                    <a:gd name="connsiteY2" fmla="*/ 495588 h 989649"/>
                    <a:gd name="connsiteX3" fmla="*/ 112699 w 425768"/>
                    <a:gd name="connsiteY3" fmla="*/ 659643 h 989649"/>
                    <a:gd name="connsiteX4" fmla="*/ 247458 w 425768"/>
                    <a:gd name="connsiteY4" fmla="*/ 798408 h 989649"/>
                    <a:gd name="connsiteX5" fmla="*/ 286404 w 425768"/>
                    <a:gd name="connsiteY5" fmla="*/ 928210 h 989649"/>
                    <a:gd name="connsiteX6" fmla="*/ 352254 w 425768"/>
                    <a:gd name="connsiteY6" fmla="*/ 987809 h 989649"/>
                    <a:gd name="connsiteX7" fmla="*/ 423364 w 425768"/>
                    <a:gd name="connsiteY7" fmla="*/ 952481 h 989649"/>
                    <a:gd name="connsiteX8" fmla="*/ 296353 w 425768"/>
                    <a:gd name="connsiteY8" fmla="*/ 779329 h 989649"/>
                    <a:gd name="connsiteX9" fmla="*/ 263502 w 425768"/>
                    <a:gd name="connsiteY9" fmla="*/ 692284 h 989649"/>
                    <a:gd name="connsiteX10" fmla="*/ 142202 w 425768"/>
                    <a:gd name="connsiteY10" fmla="*/ 493212 h 989649"/>
                    <a:gd name="connsiteX11" fmla="*/ 146549 w 425768"/>
                    <a:gd name="connsiteY11" fmla="*/ 430998 h 989649"/>
                    <a:gd name="connsiteX0" fmla="*/ 119374 w 425730"/>
                    <a:gd name="connsiteY0" fmla="*/ 0 h 989649"/>
                    <a:gd name="connsiteX1" fmla="*/ 85804 w 425730"/>
                    <a:gd name="connsiteY1" fmla="*/ 279398 h 989649"/>
                    <a:gd name="connsiteX2" fmla="*/ 167 w 425730"/>
                    <a:gd name="connsiteY2" fmla="*/ 495588 h 989649"/>
                    <a:gd name="connsiteX3" fmla="*/ 112661 w 425730"/>
                    <a:gd name="connsiteY3" fmla="*/ 659643 h 989649"/>
                    <a:gd name="connsiteX4" fmla="*/ 247420 w 425730"/>
                    <a:gd name="connsiteY4" fmla="*/ 798408 h 989649"/>
                    <a:gd name="connsiteX5" fmla="*/ 286366 w 425730"/>
                    <a:gd name="connsiteY5" fmla="*/ 928210 h 989649"/>
                    <a:gd name="connsiteX6" fmla="*/ 352216 w 425730"/>
                    <a:gd name="connsiteY6" fmla="*/ 987809 h 989649"/>
                    <a:gd name="connsiteX7" fmla="*/ 423326 w 425730"/>
                    <a:gd name="connsiteY7" fmla="*/ 952481 h 989649"/>
                    <a:gd name="connsiteX8" fmla="*/ 296315 w 425730"/>
                    <a:gd name="connsiteY8" fmla="*/ 779329 h 989649"/>
                    <a:gd name="connsiteX9" fmla="*/ 263464 w 425730"/>
                    <a:gd name="connsiteY9" fmla="*/ 692284 h 989649"/>
                    <a:gd name="connsiteX10" fmla="*/ 142164 w 425730"/>
                    <a:gd name="connsiteY10" fmla="*/ 493212 h 989649"/>
                    <a:gd name="connsiteX11" fmla="*/ 146511 w 425730"/>
                    <a:gd name="connsiteY11" fmla="*/ 430998 h 989649"/>
                    <a:gd name="connsiteX0" fmla="*/ 40060 w 346416"/>
                    <a:gd name="connsiteY0" fmla="*/ 0 h 989649"/>
                    <a:gd name="connsiteX1" fmla="*/ 6490 w 346416"/>
                    <a:gd name="connsiteY1" fmla="*/ 279398 h 989649"/>
                    <a:gd name="connsiteX2" fmla="*/ 2312 w 346416"/>
                    <a:gd name="connsiteY2" fmla="*/ 459282 h 989649"/>
                    <a:gd name="connsiteX3" fmla="*/ 33347 w 346416"/>
                    <a:gd name="connsiteY3" fmla="*/ 659643 h 989649"/>
                    <a:gd name="connsiteX4" fmla="*/ 168106 w 346416"/>
                    <a:gd name="connsiteY4" fmla="*/ 798408 h 989649"/>
                    <a:gd name="connsiteX5" fmla="*/ 207052 w 346416"/>
                    <a:gd name="connsiteY5" fmla="*/ 928210 h 989649"/>
                    <a:gd name="connsiteX6" fmla="*/ 272902 w 346416"/>
                    <a:gd name="connsiteY6" fmla="*/ 987809 h 989649"/>
                    <a:gd name="connsiteX7" fmla="*/ 344012 w 346416"/>
                    <a:gd name="connsiteY7" fmla="*/ 952481 h 989649"/>
                    <a:gd name="connsiteX8" fmla="*/ 217001 w 346416"/>
                    <a:gd name="connsiteY8" fmla="*/ 779329 h 989649"/>
                    <a:gd name="connsiteX9" fmla="*/ 184150 w 346416"/>
                    <a:gd name="connsiteY9" fmla="*/ 692284 h 989649"/>
                    <a:gd name="connsiteX10" fmla="*/ 62850 w 346416"/>
                    <a:gd name="connsiteY10" fmla="*/ 493212 h 989649"/>
                    <a:gd name="connsiteX11" fmla="*/ 67197 w 346416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70760 w 349979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182474 w 349979"/>
                    <a:gd name="connsiteY11" fmla="*/ 102331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111083 w 349979"/>
                    <a:gd name="connsiteY10" fmla="*/ 452679 h 989649"/>
                    <a:gd name="connsiteX11" fmla="*/ 182474 w 349979"/>
                    <a:gd name="connsiteY11" fmla="*/ 102331 h 989649"/>
                    <a:gd name="connsiteX0" fmla="*/ 43623 w 349943"/>
                    <a:gd name="connsiteY0" fmla="*/ 0 h 989649"/>
                    <a:gd name="connsiteX1" fmla="*/ 10053 w 349943"/>
                    <a:gd name="connsiteY1" fmla="*/ 279398 h 989649"/>
                    <a:gd name="connsiteX2" fmla="*/ 5875 w 349943"/>
                    <a:gd name="connsiteY2" fmla="*/ 459282 h 989649"/>
                    <a:gd name="connsiteX3" fmla="*/ 85077 w 349943"/>
                    <a:gd name="connsiteY3" fmla="*/ 643735 h 989649"/>
                    <a:gd name="connsiteX4" fmla="*/ 171669 w 349943"/>
                    <a:gd name="connsiteY4" fmla="*/ 798408 h 989649"/>
                    <a:gd name="connsiteX5" fmla="*/ 210615 w 349943"/>
                    <a:gd name="connsiteY5" fmla="*/ 928210 h 989649"/>
                    <a:gd name="connsiteX6" fmla="*/ 276465 w 349943"/>
                    <a:gd name="connsiteY6" fmla="*/ 987809 h 989649"/>
                    <a:gd name="connsiteX7" fmla="*/ 347575 w 349943"/>
                    <a:gd name="connsiteY7" fmla="*/ 952481 h 989649"/>
                    <a:gd name="connsiteX8" fmla="*/ 220564 w 349943"/>
                    <a:gd name="connsiteY8" fmla="*/ 779329 h 989649"/>
                    <a:gd name="connsiteX9" fmla="*/ 200566 w 349943"/>
                    <a:gd name="connsiteY9" fmla="*/ 688797 h 989649"/>
                    <a:gd name="connsiteX10" fmla="*/ 111083 w 349943"/>
                    <a:gd name="connsiteY10" fmla="*/ 452679 h 989649"/>
                    <a:gd name="connsiteX11" fmla="*/ 182474 w 349943"/>
                    <a:gd name="connsiteY11" fmla="*/ 102331 h 989649"/>
                    <a:gd name="connsiteX0" fmla="*/ 43623 w 347581"/>
                    <a:gd name="connsiteY0" fmla="*/ 0 h 988803"/>
                    <a:gd name="connsiteX1" fmla="*/ 10053 w 347581"/>
                    <a:gd name="connsiteY1" fmla="*/ 279398 h 988803"/>
                    <a:gd name="connsiteX2" fmla="*/ 5875 w 347581"/>
                    <a:gd name="connsiteY2" fmla="*/ 459282 h 988803"/>
                    <a:gd name="connsiteX3" fmla="*/ 85077 w 347581"/>
                    <a:gd name="connsiteY3" fmla="*/ 643735 h 988803"/>
                    <a:gd name="connsiteX4" fmla="*/ 171669 w 347581"/>
                    <a:gd name="connsiteY4" fmla="*/ 798408 h 988803"/>
                    <a:gd name="connsiteX5" fmla="*/ 210615 w 347581"/>
                    <a:gd name="connsiteY5" fmla="*/ 928210 h 988803"/>
                    <a:gd name="connsiteX6" fmla="*/ 276465 w 347581"/>
                    <a:gd name="connsiteY6" fmla="*/ 987809 h 988803"/>
                    <a:gd name="connsiteX7" fmla="*/ 347575 w 347581"/>
                    <a:gd name="connsiteY7" fmla="*/ 952481 h 988803"/>
                    <a:gd name="connsiteX8" fmla="*/ 280068 w 347581"/>
                    <a:gd name="connsiteY8" fmla="*/ 797285 h 988803"/>
                    <a:gd name="connsiteX9" fmla="*/ 200566 w 347581"/>
                    <a:gd name="connsiteY9" fmla="*/ 688797 h 988803"/>
                    <a:gd name="connsiteX10" fmla="*/ 111083 w 347581"/>
                    <a:gd name="connsiteY10" fmla="*/ 452679 h 988803"/>
                    <a:gd name="connsiteX11" fmla="*/ 182474 w 347581"/>
                    <a:gd name="connsiteY11" fmla="*/ 102331 h 988803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0566 w 341639"/>
                    <a:gd name="connsiteY9" fmla="*/ 688797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3685 w 341639"/>
                    <a:gd name="connsiteY9" fmla="*/ 679426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11083 w 318285"/>
                    <a:gd name="connsiteY10" fmla="*/ 452679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407"/>
                    <a:gd name="connsiteY0" fmla="*/ 0 h 989081"/>
                    <a:gd name="connsiteX1" fmla="*/ 10053 w 318407"/>
                    <a:gd name="connsiteY1" fmla="*/ 279398 h 989081"/>
                    <a:gd name="connsiteX2" fmla="*/ 5875 w 318407"/>
                    <a:gd name="connsiteY2" fmla="*/ 459282 h 989081"/>
                    <a:gd name="connsiteX3" fmla="*/ 85077 w 318407"/>
                    <a:gd name="connsiteY3" fmla="*/ 643735 h 989081"/>
                    <a:gd name="connsiteX4" fmla="*/ 171669 w 318407"/>
                    <a:gd name="connsiteY4" fmla="*/ 798408 h 989081"/>
                    <a:gd name="connsiteX5" fmla="*/ 210615 w 318407"/>
                    <a:gd name="connsiteY5" fmla="*/ 928210 h 989081"/>
                    <a:gd name="connsiteX6" fmla="*/ 276465 w 318407"/>
                    <a:gd name="connsiteY6" fmla="*/ 987809 h 989081"/>
                    <a:gd name="connsiteX7" fmla="*/ 318244 w 318407"/>
                    <a:gd name="connsiteY7" fmla="*/ 923499 h 989081"/>
                    <a:gd name="connsiteX8" fmla="*/ 269238 w 318407"/>
                    <a:gd name="connsiteY8" fmla="*/ 808747 h 989081"/>
                    <a:gd name="connsiteX9" fmla="*/ 203685 w 318407"/>
                    <a:gd name="connsiteY9" fmla="*/ 679426 h 989081"/>
                    <a:gd name="connsiteX10" fmla="*/ 129457 w 318407"/>
                    <a:gd name="connsiteY10" fmla="*/ 481793 h 989081"/>
                    <a:gd name="connsiteX11" fmla="*/ 175268 w 318407"/>
                    <a:gd name="connsiteY11" fmla="*/ 149750 h 989081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8952" h="988835">
                      <a:moveTo>
                        <a:pt x="43623" y="0"/>
                      </a:moveTo>
                      <a:cubicBezTo>
                        <a:pt x="14915" y="72136"/>
                        <a:pt x="16344" y="202851"/>
                        <a:pt x="10053" y="279398"/>
                      </a:cubicBezTo>
                      <a:cubicBezTo>
                        <a:pt x="3762" y="355945"/>
                        <a:pt x="-6629" y="398559"/>
                        <a:pt x="5875" y="459282"/>
                      </a:cubicBezTo>
                      <a:cubicBezTo>
                        <a:pt x="18379" y="520005"/>
                        <a:pt x="57445" y="587214"/>
                        <a:pt x="85077" y="643735"/>
                      </a:cubicBezTo>
                      <a:cubicBezTo>
                        <a:pt x="112709" y="700256"/>
                        <a:pt x="150746" y="750995"/>
                        <a:pt x="171669" y="798408"/>
                      </a:cubicBezTo>
                      <a:cubicBezTo>
                        <a:pt x="192592" y="845821"/>
                        <a:pt x="192835" y="876655"/>
                        <a:pt x="210615" y="928210"/>
                      </a:cubicBezTo>
                      <a:cubicBezTo>
                        <a:pt x="227377" y="959975"/>
                        <a:pt x="228775" y="979616"/>
                        <a:pt x="276465" y="987809"/>
                      </a:cubicBezTo>
                      <a:cubicBezTo>
                        <a:pt x="324155" y="996002"/>
                        <a:pt x="319449" y="953343"/>
                        <a:pt x="318244" y="923499"/>
                      </a:cubicBezTo>
                      <a:cubicBezTo>
                        <a:pt x="317040" y="893655"/>
                        <a:pt x="288879" y="855197"/>
                        <a:pt x="269238" y="808747"/>
                      </a:cubicBezTo>
                      <a:cubicBezTo>
                        <a:pt x="249597" y="762297"/>
                        <a:pt x="229170" y="708939"/>
                        <a:pt x="200398" y="644798"/>
                      </a:cubicBezTo>
                      <a:cubicBezTo>
                        <a:pt x="176004" y="581635"/>
                        <a:pt x="148949" y="525341"/>
                        <a:pt x="129457" y="481793"/>
                      </a:cubicBezTo>
                      <a:cubicBezTo>
                        <a:pt x="109965" y="438245"/>
                        <a:pt x="182544" y="170917"/>
                        <a:pt x="175268" y="149750"/>
                      </a:cubicBezTo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513" name="文本框 512">
              <a:extLst>
                <a:ext uri="{FF2B5EF4-FFF2-40B4-BE49-F238E27FC236}">
                  <a16:creationId xmlns:a16="http://schemas.microsoft.com/office/drawing/2014/main" id="{6410652B-54E7-7AA3-C152-64C9F8F893EF}"/>
                </a:ext>
              </a:extLst>
            </p:cNvPr>
            <p:cNvSpPr txBox="1"/>
            <p:nvPr/>
          </p:nvSpPr>
          <p:spPr>
            <a:xfrm>
              <a:off x="1243555" y="4265636"/>
              <a:ext cx="1118189" cy="3641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 err="1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hh</a:t>
              </a:r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514" name="组合 513">
              <a:extLst>
                <a:ext uri="{FF2B5EF4-FFF2-40B4-BE49-F238E27FC236}">
                  <a16:creationId xmlns:a16="http://schemas.microsoft.com/office/drawing/2014/main" id="{21339B0F-1F86-385B-FCBC-59BAF0502FEF}"/>
                </a:ext>
              </a:extLst>
            </p:cNvPr>
            <p:cNvGrpSpPr/>
            <p:nvPr/>
          </p:nvGrpSpPr>
          <p:grpSpPr>
            <a:xfrm rot="521319">
              <a:off x="2543488" y="4568691"/>
              <a:ext cx="451898" cy="1270376"/>
              <a:chOff x="2878305" y="2947724"/>
              <a:chExt cx="876681" cy="3154072"/>
            </a:xfrm>
            <a:solidFill>
              <a:srgbClr val="FFF2CC"/>
            </a:solidFill>
          </p:grpSpPr>
          <p:sp>
            <p:nvSpPr>
              <p:cNvPr id="516" name="任意多边形: 形状 515">
                <a:extLst>
                  <a:ext uri="{FF2B5EF4-FFF2-40B4-BE49-F238E27FC236}">
                    <a16:creationId xmlns:a16="http://schemas.microsoft.com/office/drawing/2014/main" id="{2B91CDB5-BBC4-0293-6055-1FAD994FDBF6}"/>
                  </a:ext>
                </a:extLst>
              </p:cNvPr>
              <p:cNvSpPr/>
              <p:nvPr/>
            </p:nvSpPr>
            <p:spPr>
              <a:xfrm rot="261312">
                <a:off x="3192447" y="4122343"/>
                <a:ext cx="317645" cy="489039"/>
              </a:xfrm>
              <a:custGeom>
                <a:avLst/>
                <a:gdLst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60350 w 748958"/>
                  <a:gd name="connsiteY14" fmla="*/ 250825 h 869950"/>
                  <a:gd name="connsiteX15" fmla="*/ 244475 w 748958"/>
                  <a:gd name="connsiteY15" fmla="*/ 228600 h 869950"/>
                  <a:gd name="connsiteX16" fmla="*/ 231775 w 748958"/>
                  <a:gd name="connsiteY16" fmla="*/ 196850 h 869950"/>
                  <a:gd name="connsiteX17" fmla="*/ 209550 w 748958"/>
                  <a:gd name="connsiteY17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31775 w 748958"/>
                  <a:gd name="connsiteY15" fmla="*/ 196850 h 869950"/>
                  <a:gd name="connsiteX16" fmla="*/ 209550 w 748958"/>
                  <a:gd name="connsiteY16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09550 w 748958"/>
                  <a:gd name="connsiteY15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325438 w 748958"/>
                  <a:gd name="connsiteY13" fmla="*/ 398462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484187 w 748958"/>
                  <a:gd name="connsiteY12" fmla="*/ 534988 h 869950"/>
                  <a:gd name="connsiteX13" fmla="*/ 325438 w 748958"/>
                  <a:gd name="connsiteY13" fmla="*/ 398462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54512"/>
                  <a:gd name="connsiteY0" fmla="*/ 0 h 869950"/>
                  <a:gd name="connsiteX1" fmla="*/ 69850 w 754512"/>
                  <a:gd name="connsiteY1" fmla="*/ 168275 h 869950"/>
                  <a:gd name="connsiteX2" fmla="*/ 136525 w 754512"/>
                  <a:gd name="connsiteY2" fmla="*/ 320675 h 869950"/>
                  <a:gd name="connsiteX3" fmla="*/ 450850 w 754512"/>
                  <a:gd name="connsiteY3" fmla="*/ 704850 h 869950"/>
                  <a:gd name="connsiteX4" fmla="*/ 552450 w 754512"/>
                  <a:gd name="connsiteY4" fmla="*/ 787400 h 869950"/>
                  <a:gd name="connsiteX5" fmla="*/ 625475 w 754512"/>
                  <a:gd name="connsiteY5" fmla="*/ 812800 h 869950"/>
                  <a:gd name="connsiteX6" fmla="*/ 720725 w 754512"/>
                  <a:gd name="connsiteY6" fmla="*/ 866775 h 869950"/>
                  <a:gd name="connsiteX7" fmla="*/ 742950 w 754512"/>
                  <a:gd name="connsiteY7" fmla="*/ 869950 h 869950"/>
                  <a:gd name="connsiteX8" fmla="*/ 746125 w 754512"/>
                  <a:gd name="connsiteY8" fmla="*/ 771525 h 869950"/>
                  <a:gd name="connsiteX9" fmla="*/ 622300 w 754512"/>
                  <a:gd name="connsiteY9" fmla="*/ 581025 h 869950"/>
                  <a:gd name="connsiteX10" fmla="*/ 574675 w 754512"/>
                  <a:gd name="connsiteY10" fmla="*/ 546100 h 869950"/>
                  <a:gd name="connsiteX11" fmla="*/ 484187 w 754512"/>
                  <a:gd name="connsiteY11" fmla="*/ 534988 h 869950"/>
                  <a:gd name="connsiteX12" fmla="*/ 325438 w 754512"/>
                  <a:gd name="connsiteY12" fmla="*/ 398462 h 869950"/>
                  <a:gd name="connsiteX13" fmla="*/ 260350 w 754512"/>
                  <a:gd name="connsiteY13" fmla="*/ 184150 h 869950"/>
                  <a:gd name="connsiteX14" fmla="*/ 228600 w 754512"/>
                  <a:gd name="connsiteY14" fmla="*/ 50800 h 869950"/>
                  <a:gd name="connsiteX0" fmla="*/ 0 w 751905"/>
                  <a:gd name="connsiteY0" fmla="*/ 0 h 867380"/>
                  <a:gd name="connsiteX1" fmla="*/ 69850 w 751905"/>
                  <a:gd name="connsiteY1" fmla="*/ 168275 h 867380"/>
                  <a:gd name="connsiteX2" fmla="*/ 136525 w 751905"/>
                  <a:gd name="connsiteY2" fmla="*/ 320675 h 867380"/>
                  <a:gd name="connsiteX3" fmla="*/ 450850 w 751905"/>
                  <a:gd name="connsiteY3" fmla="*/ 704850 h 867380"/>
                  <a:gd name="connsiteX4" fmla="*/ 552450 w 751905"/>
                  <a:gd name="connsiteY4" fmla="*/ 787400 h 867380"/>
                  <a:gd name="connsiteX5" fmla="*/ 625475 w 751905"/>
                  <a:gd name="connsiteY5" fmla="*/ 812800 h 867380"/>
                  <a:gd name="connsiteX6" fmla="*/ 720725 w 751905"/>
                  <a:gd name="connsiteY6" fmla="*/ 866775 h 867380"/>
                  <a:gd name="connsiteX7" fmla="*/ 746125 w 751905"/>
                  <a:gd name="connsiteY7" fmla="*/ 771525 h 867380"/>
                  <a:gd name="connsiteX8" fmla="*/ 622300 w 751905"/>
                  <a:gd name="connsiteY8" fmla="*/ 581025 h 867380"/>
                  <a:gd name="connsiteX9" fmla="*/ 574675 w 751905"/>
                  <a:gd name="connsiteY9" fmla="*/ 546100 h 867380"/>
                  <a:gd name="connsiteX10" fmla="*/ 484187 w 751905"/>
                  <a:gd name="connsiteY10" fmla="*/ 534988 h 867380"/>
                  <a:gd name="connsiteX11" fmla="*/ 325438 w 751905"/>
                  <a:gd name="connsiteY11" fmla="*/ 398462 h 867380"/>
                  <a:gd name="connsiteX12" fmla="*/ 260350 w 751905"/>
                  <a:gd name="connsiteY12" fmla="*/ 184150 h 867380"/>
                  <a:gd name="connsiteX13" fmla="*/ 228600 w 751905"/>
                  <a:gd name="connsiteY13" fmla="*/ 50800 h 867380"/>
                  <a:gd name="connsiteX0" fmla="*/ 0 w 751905"/>
                  <a:gd name="connsiteY0" fmla="*/ 0 h 867380"/>
                  <a:gd name="connsiteX1" fmla="*/ 69850 w 751905"/>
                  <a:gd name="connsiteY1" fmla="*/ 168275 h 867380"/>
                  <a:gd name="connsiteX2" fmla="*/ 136525 w 751905"/>
                  <a:gd name="connsiteY2" fmla="*/ 320675 h 867380"/>
                  <a:gd name="connsiteX3" fmla="*/ 450850 w 751905"/>
                  <a:gd name="connsiteY3" fmla="*/ 704850 h 867380"/>
                  <a:gd name="connsiteX4" fmla="*/ 552450 w 751905"/>
                  <a:gd name="connsiteY4" fmla="*/ 787400 h 867380"/>
                  <a:gd name="connsiteX5" fmla="*/ 625475 w 751905"/>
                  <a:gd name="connsiteY5" fmla="*/ 812800 h 867380"/>
                  <a:gd name="connsiteX6" fmla="*/ 720725 w 751905"/>
                  <a:gd name="connsiteY6" fmla="*/ 866775 h 867380"/>
                  <a:gd name="connsiteX7" fmla="*/ 746125 w 751905"/>
                  <a:gd name="connsiteY7" fmla="*/ 771525 h 867380"/>
                  <a:gd name="connsiteX8" fmla="*/ 622300 w 751905"/>
                  <a:gd name="connsiteY8" fmla="*/ 581025 h 867380"/>
                  <a:gd name="connsiteX9" fmla="*/ 574675 w 751905"/>
                  <a:gd name="connsiteY9" fmla="*/ 612775 h 867380"/>
                  <a:gd name="connsiteX10" fmla="*/ 484187 w 751905"/>
                  <a:gd name="connsiteY10" fmla="*/ 534988 h 867380"/>
                  <a:gd name="connsiteX11" fmla="*/ 325438 w 751905"/>
                  <a:gd name="connsiteY11" fmla="*/ 398462 h 867380"/>
                  <a:gd name="connsiteX12" fmla="*/ 260350 w 751905"/>
                  <a:gd name="connsiteY12" fmla="*/ 184150 h 867380"/>
                  <a:gd name="connsiteX13" fmla="*/ 228600 w 751905"/>
                  <a:gd name="connsiteY13" fmla="*/ 50800 h 867380"/>
                  <a:gd name="connsiteX0" fmla="*/ 0 w 755288"/>
                  <a:gd name="connsiteY0" fmla="*/ 0 h 867380"/>
                  <a:gd name="connsiteX1" fmla="*/ 69850 w 755288"/>
                  <a:gd name="connsiteY1" fmla="*/ 168275 h 867380"/>
                  <a:gd name="connsiteX2" fmla="*/ 136525 w 755288"/>
                  <a:gd name="connsiteY2" fmla="*/ 320675 h 867380"/>
                  <a:gd name="connsiteX3" fmla="*/ 450850 w 755288"/>
                  <a:gd name="connsiteY3" fmla="*/ 704850 h 867380"/>
                  <a:gd name="connsiteX4" fmla="*/ 552450 w 755288"/>
                  <a:gd name="connsiteY4" fmla="*/ 787400 h 867380"/>
                  <a:gd name="connsiteX5" fmla="*/ 625475 w 755288"/>
                  <a:gd name="connsiteY5" fmla="*/ 812800 h 867380"/>
                  <a:gd name="connsiteX6" fmla="*/ 720725 w 755288"/>
                  <a:gd name="connsiteY6" fmla="*/ 866775 h 867380"/>
                  <a:gd name="connsiteX7" fmla="*/ 746125 w 755288"/>
                  <a:gd name="connsiteY7" fmla="*/ 771525 h 867380"/>
                  <a:gd name="connsiteX8" fmla="*/ 574675 w 755288"/>
                  <a:gd name="connsiteY8" fmla="*/ 612775 h 867380"/>
                  <a:gd name="connsiteX9" fmla="*/ 484187 w 755288"/>
                  <a:gd name="connsiteY9" fmla="*/ 534988 h 867380"/>
                  <a:gd name="connsiteX10" fmla="*/ 325438 w 755288"/>
                  <a:gd name="connsiteY10" fmla="*/ 398462 h 867380"/>
                  <a:gd name="connsiteX11" fmla="*/ 260350 w 755288"/>
                  <a:gd name="connsiteY11" fmla="*/ 184150 h 867380"/>
                  <a:gd name="connsiteX12" fmla="*/ 228600 w 755288"/>
                  <a:gd name="connsiteY12" fmla="*/ 50800 h 867380"/>
                  <a:gd name="connsiteX0" fmla="*/ 0 w 723110"/>
                  <a:gd name="connsiteY0" fmla="*/ 0 h 871984"/>
                  <a:gd name="connsiteX1" fmla="*/ 69850 w 723110"/>
                  <a:gd name="connsiteY1" fmla="*/ 168275 h 871984"/>
                  <a:gd name="connsiteX2" fmla="*/ 136525 w 723110"/>
                  <a:gd name="connsiteY2" fmla="*/ 320675 h 871984"/>
                  <a:gd name="connsiteX3" fmla="*/ 450850 w 723110"/>
                  <a:gd name="connsiteY3" fmla="*/ 704850 h 871984"/>
                  <a:gd name="connsiteX4" fmla="*/ 552450 w 723110"/>
                  <a:gd name="connsiteY4" fmla="*/ 787400 h 871984"/>
                  <a:gd name="connsiteX5" fmla="*/ 625475 w 723110"/>
                  <a:gd name="connsiteY5" fmla="*/ 812800 h 871984"/>
                  <a:gd name="connsiteX6" fmla="*/ 720725 w 723110"/>
                  <a:gd name="connsiteY6" fmla="*/ 866775 h 871984"/>
                  <a:gd name="connsiteX7" fmla="*/ 684213 w 723110"/>
                  <a:gd name="connsiteY7" fmla="*/ 663575 h 871984"/>
                  <a:gd name="connsiteX8" fmla="*/ 574675 w 723110"/>
                  <a:gd name="connsiteY8" fmla="*/ 612775 h 871984"/>
                  <a:gd name="connsiteX9" fmla="*/ 484187 w 723110"/>
                  <a:gd name="connsiteY9" fmla="*/ 534988 h 871984"/>
                  <a:gd name="connsiteX10" fmla="*/ 325438 w 723110"/>
                  <a:gd name="connsiteY10" fmla="*/ 398462 h 871984"/>
                  <a:gd name="connsiteX11" fmla="*/ 260350 w 723110"/>
                  <a:gd name="connsiteY11" fmla="*/ 184150 h 871984"/>
                  <a:gd name="connsiteX12" fmla="*/ 228600 w 723110"/>
                  <a:gd name="connsiteY12" fmla="*/ 50800 h 871984"/>
                  <a:gd name="connsiteX0" fmla="*/ 0 w 744443"/>
                  <a:gd name="connsiteY0" fmla="*/ 0 h 813354"/>
                  <a:gd name="connsiteX1" fmla="*/ 69850 w 744443"/>
                  <a:gd name="connsiteY1" fmla="*/ 168275 h 813354"/>
                  <a:gd name="connsiteX2" fmla="*/ 136525 w 744443"/>
                  <a:gd name="connsiteY2" fmla="*/ 320675 h 813354"/>
                  <a:gd name="connsiteX3" fmla="*/ 450850 w 744443"/>
                  <a:gd name="connsiteY3" fmla="*/ 704850 h 813354"/>
                  <a:gd name="connsiteX4" fmla="*/ 552450 w 744443"/>
                  <a:gd name="connsiteY4" fmla="*/ 787400 h 813354"/>
                  <a:gd name="connsiteX5" fmla="*/ 625475 w 744443"/>
                  <a:gd name="connsiteY5" fmla="*/ 812800 h 813354"/>
                  <a:gd name="connsiteX6" fmla="*/ 742950 w 744443"/>
                  <a:gd name="connsiteY6" fmla="*/ 765175 h 813354"/>
                  <a:gd name="connsiteX7" fmla="*/ 684213 w 744443"/>
                  <a:gd name="connsiteY7" fmla="*/ 663575 h 813354"/>
                  <a:gd name="connsiteX8" fmla="*/ 574675 w 744443"/>
                  <a:gd name="connsiteY8" fmla="*/ 612775 h 813354"/>
                  <a:gd name="connsiteX9" fmla="*/ 484187 w 744443"/>
                  <a:gd name="connsiteY9" fmla="*/ 534988 h 813354"/>
                  <a:gd name="connsiteX10" fmla="*/ 325438 w 744443"/>
                  <a:gd name="connsiteY10" fmla="*/ 398462 h 813354"/>
                  <a:gd name="connsiteX11" fmla="*/ 260350 w 744443"/>
                  <a:gd name="connsiteY11" fmla="*/ 184150 h 813354"/>
                  <a:gd name="connsiteX12" fmla="*/ 228600 w 744443"/>
                  <a:gd name="connsiteY12" fmla="*/ 50800 h 813354"/>
                  <a:gd name="connsiteX0" fmla="*/ 0 w 743946"/>
                  <a:gd name="connsiteY0" fmla="*/ 0 h 807518"/>
                  <a:gd name="connsiteX1" fmla="*/ 69850 w 743946"/>
                  <a:gd name="connsiteY1" fmla="*/ 168275 h 807518"/>
                  <a:gd name="connsiteX2" fmla="*/ 136525 w 743946"/>
                  <a:gd name="connsiteY2" fmla="*/ 320675 h 807518"/>
                  <a:gd name="connsiteX3" fmla="*/ 450850 w 743946"/>
                  <a:gd name="connsiteY3" fmla="*/ 704850 h 807518"/>
                  <a:gd name="connsiteX4" fmla="*/ 552450 w 743946"/>
                  <a:gd name="connsiteY4" fmla="*/ 787400 h 807518"/>
                  <a:gd name="connsiteX5" fmla="*/ 708025 w 743946"/>
                  <a:gd name="connsiteY5" fmla="*/ 806450 h 807518"/>
                  <a:gd name="connsiteX6" fmla="*/ 742950 w 743946"/>
                  <a:gd name="connsiteY6" fmla="*/ 765175 h 807518"/>
                  <a:gd name="connsiteX7" fmla="*/ 684213 w 743946"/>
                  <a:gd name="connsiteY7" fmla="*/ 663575 h 807518"/>
                  <a:gd name="connsiteX8" fmla="*/ 574675 w 743946"/>
                  <a:gd name="connsiteY8" fmla="*/ 612775 h 807518"/>
                  <a:gd name="connsiteX9" fmla="*/ 484187 w 743946"/>
                  <a:gd name="connsiteY9" fmla="*/ 534988 h 807518"/>
                  <a:gd name="connsiteX10" fmla="*/ 325438 w 743946"/>
                  <a:gd name="connsiteY10" fmla="*/ 398462 h 807518"/>
                  <a:gd name="connsiteX11" fmla="*/ 260350 w 743946"/>
                  <a:gd name="connsiteY11" fmla="*/ 184150 h 807518"/>
                  <a:gd name="connsiteX12" fmla="*/ 228600 w 743946"/>
                  <a:gd name="connsiteY12" fmla="*/ 50800 h 807518"/>
                  <a:gd name="connsiteX0" fmla="*/ 0 w 743478"/>
                  <a:gd name="connsiteY0" fmla="*/ 0 h 809036"/>
                  <a:gd name="connsiteX1" fmla="*/ 69850 w 743478"/>
                  <a:gd name="connsiteY1" fmla="*/ 168275 h 809036"/>
                  <a:gd name="connsiteX2" fmla="*/ 136525 w 743478"/>
                  <a:gd name="connsiteY2" fmla="*/ 320675 h 809036"/>
                  <a:gd name="connsiteX3" fmla="*/ 450850 w 743478"/>
                  <a:gd name="connsiteY3" fmla="*/ 704850 h 809036"/>
                  <a:gd name="connsiteX4" fmla="*/ 623887 w 743478"/>
                  <a:gd name="connsiteY4" fmla="*/ 793750 h 809036"/>
                  <a:gd name="connsiteX5" fmla="*/ 708025 w 743478"/>
                  <a:gd name="connsiteY5" fmla="*/ 806450 h 809036"/>
                  <a:gd name="connsiteX6" fmla="*/ 742950 w 743478"/>
                  <a:gd name="connsiteY6" fmla="*/ 765175 h 809036"/>
                  <a:gd name="connsiteX7" fmla="*/ 684213 w 743478"/>
                  <a:gd name="connsiteY7" fmla="*/ 663575 h 809036"/>
                  <a:gd name="connsiteX8" fmla="*/ 574675 w 743478"/>
                  <a:gd name="connsiteY8" fmla="*/ 612775 h 809036"/>
                  <a:gd name="connsiteX9" fmla="*/ 484187 w 743478"/>
                  <a:gd name="connsiteY9" fmla="*/ 534988 h 809036"/>
                  <a:gd name="connsiteX10" fmla="*/ 325438 w 743478"/>
                  <a:gd name="connsiteY10" fmla="*/ 398462 h 809036"/>
                  <a:gd name="connsiteX11" fmla="*/ 260350 w 743478"/>
                  <a:gd name="connsiteY11" fmla="*/ 184150 h 809036"/>
                  <a:gd name="connsiteX12" fmla="*/ 228600 w 743478"/>
                  <a:gd name="connsiteY12" fmla="*/ 50800 h 80903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542925 w 743478"/>
                  <a:gd name="connsiteY3" fmla="*/ 709613 h 808866"/>
                  <a:gd name="connsiteX4" fmla="*/ 623887 w 743478"/>
                  <a:gd name="connsiteY4" fmla="*/ 793750 h 808866"/>
                  <a:gd name="connsiteX5" fmla="*/ 708025 w 743478"/>
                  <a:gd name="connsiteY5" fmla="*/ 806450 h 808866"/>
                  <a:gd name="connsiteX6" fmla="*/ 742950 w 743478"/>
                  <a:gd name="connsiteY6" fmla="*/ 765175 h 808866"/>
                  <a:gd name="connsiteX7" fmla="*/ 684213 w 743478"/>
                  <a:gd name="connsiteY7" fmla="*/ 663575 h 808866"/>
                  <a:gd name="connsiteX8" fmla="*/ 574675 w 743478"/>
                  <a:gd name="connsiteY8" fmla="*/ 612775 h 808866"/>
                  <a:gd name="connsiteX9" fmla="*/ 484187 w 743478"/>
                  <a:gd name="connsiteY9" fmla="*/ 534988 h 808866"/>
                  <a:gd name="connsiteX10" fmla="*/ 325438 w 743478"/>
                  <a:gd name="connsiteY10" fmla="*/ 398462 h 808866"/>
                  <a:gd name="connsiteX11" fmla="*/ 260350 w 743478"/>
                  <a:gd name="connsiteY11" fmla="*/ 184150 h 808866"/>
                  <a:gd name="connsiteX12" fmla="*/ 228600 w 743478"/>
                  <a:gd name="connsiteY12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350838 w 743478"/>
                  <a:gd name="connsiteY3" fmla="*/ 5286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95263 w 743478"/>
                  <a:gd name="connsiteY2" fmla="*/ 438150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146050 w 743478"/>
                  <a:gd name="connsiteY1" fmla="*/ 306387 h 808866"/>
                  <a:gd name="connsiteX2" fmla="*/ 195263 w 743478"/>
                  <a:gd name="connsiteY2" fmla="*/ 438150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675215"/>
                  <a:gd name="connsiteY0" fmla="*/ 79375 h 758066"/>
                  <a:gd name="connsiteX1" fmla="*/ 77787 w 675215"/>
                  <a:gd name="connsiteY1" fmla="*/ 255587 h 758066"/>
                  <a:gd name="connsiteX2" fmla="*/ 127000 w 675215"/>
                  <a:gd name="connsiteY2" fmla="*/ 387350 h 758066"/>
                  <a:gd name="connsiteX3" fmla="*/ 190500 w 675215"/>
                  <a:gd name="connsiteY3" fmla="*/ 452438 h 758066"/>
                  <a:gd name="connsiteX4" fmla="*/ 474662 w 675215"/>
                  <a:gd name="connsiteY4" fmla="*/ 658813 h 758066"/>
                  <a:gd name="connsiteX5" fmla="*/ 555624 w 675215"/>
                  <a:gd name="connsiteY5" fmla="*/ 742950 h 758066"/>
                  <a:gd name="connsiteX6" fmla="*/ 639762 w 675215"/>
                  <a:gd name="connsiteY6" fmla="*/ 755650 h 758066"/>
                  <a:gd name="connsiteX7" fmla="*/ 674687 w 675215"/>
                  <a:gd name="connsiteY7" fmla="*/ 714375 h 758066"/>
                  <a:gd name="connsiteX8" fmla="*/ 615950 w 675215"/>
                  <a:gd name="connsiteY8" fmla="*/ 612775 h 758066"/>
                  <a:gd name="connsiteX9" fmla="*/ 506412 w 675215"/>
                  <a:gd name="connsiteY9" fmla="*/ 561975 h 758066"/>
                  <a:gd name="connsiteX10" fmla="*/ 415924 w 675215"/>
                  <a:gd name="connsiteY10" fmla="*/ 484188 h 758066"/>
                  <a:gd name="connsiteX11" fmla="*/ 257175 w 675215"/>
                  <a:gd name="connsiteY11" fmla="*/ 347662 h 758066"/>
                  <a:gd name="connsiteX12" fmla="*/ 192087 w 675215"/>
                  <a:gd name="connsiteY12" fmla="*/ 133350 h 758066"/>
                  <a:gd name="connsiteX13" fmla="*/ 160337 w 675215"/>
                  <a:gd name="connsiteY13" fmla="*/ 0 h 758066"/>
                  <a:gd name="connsiteX0" fmla="*/ 4551 w 679766"/>
                  <a:gd name="connsiteY0" fmla="*/ 79375 h 758066"/>
                  <a:gd name="connsiteX1" fmla="*/ 6138 w 679766"/>
                  <a:gd name="connsiteY1" fmla="*/ 80963 h 758066"/>
                  <a:gd name="connsiteX2" fmla="*/ 82338 w 679766"/>
                  <a:gd name="connsiteY2" fmla="*/ 255587 h 758066"/>
                  <a:gd name="connsiteX3" fmla="*/ 131551 w 679766"/>
                  <a:gd name="connsiteY3" fmla="*/ 387350 h 758066"/>
                  <a:gd name="connsiteX4" fmla="*/ 195051 w 679766"/>
                  <a:gd name="connsiteY4" fmla="*/ 452438 h 758066"/>
                  <a:gd name="connsiteX5" fmla="*/ 479213 w 679766"/>
                  <a:gd name="connsiteY5" fmla="*/ 658813 h 758066"/>
                  <a:gd name="connsiteX6" fmla="*/ 560175 w 679766"/>
                  <a:gd name="connsiteY6" fmla="*/ 742950 h 758066"/>
                  <a:gd name="connsiteX7" fmla="*/ 644313 w 679766"/>
                  <a:gd name="connsiteY7" fmla="*/ 755650 h 758066"/>
                  <a:gd name="connsiteX8" fmla="*/ 679238 w 679766"/>
                  <a:gd name="connsiteY8" fmla="*/ 714375 h 758066"/>
                  <a:gd name="connsiteX9" fmla="*/ 620501 w 679766"/>
                  <a:gd name="connsiteY9" fmla="*/ 612775 h 758066"/>
                  <a:gd name="connsiteX10" fmla="*/ 510963 w 679766"/>
                  <a:gd name="connsiteY10" fmla="*/ 561975 h 758066"/>
                  <a:gd name="connsiteX11" fmla="*/ 420475 w 679766"/>
                  <a:gd name="connsiteY11" fmla="*/ 484188 h 758066"/>
                  <a:gd name="connsiteX12" fmla="*/ 261726 w 679766"/>
                  <a:gd name="connsiteY12" fmla="*/ 347662 h 758066"/>
                  <a:gd name="connsiteX13" fmla="*/ 196638 w 679766"/>
                  <a:gd name="connsiteY13" fmla="*/ 133350 h 758066"/>
                  <a:gd name="connsiteX14" fmla="*/ 164888 w 679766"/>
                  <a:gd name="connsiteY14" fmla="*/ 0 h 758066"/>
                  <a:gd name="connsiteX0" fmla="*/ 35617 w 710832"/>
                  <a:gd name="connsiteY0" fmla="*/ 150921 h 829612"/>
                  <a:gd name="connsiteX1" fmla="*/ 2279 w 710832"/>
                  <a:gd name="connsiteY1" fmla="*/ 3284 h 829612"/>
                  <a:gd name="connsiteX2" fmla="*/ 113404 w 710832"/>
                  <a:gd name="connsiteY2" fmla="*/ 327133 h 829612"/>
                  <a:gd name="connsiteX3" fmla="*/ 162617 w 710832"/>
                  <a:gd name="connsiteY3" fmla="*/ 458896 h 829612"/>
                  <a:gd name="connsiteX4" fmla="*/ 226117 w 710832"/>
                  <a:gd name="connsiteY4" fmla="*/ 523984 h 829612"/>
                  <a:gd name="connsiteX5" fmla="*/ 510279 w 710832"/>
                  <a:gd name="connsiteY5" fmla="*/ 730359 h 829612"/>
                  <a:gd name="connsiteX6" fmla="*/ 591241 w 710832"/>
                  <a:gd name="connsiteY6" fmla="*/ 814496 h 829612"/>
                  <a:gd name="connsiteX7" fmla="*/ 675379 w 710832"/>
                  <a:gd name="connsiteY7" fmla="*/ 827196 h 829612"/>
                  <a:gd name="connsiteX8" fmla="*/ 710304 w 710832"/>
                  <a:gd name="connsiteY8" fmla="*/ 785921 h 829612"/>
                  <a:gd name="connsiteX9" fmla="*/ 651567 w 710832"/>
                  <a:gd name="connsiteY9" fmla="*/ 684321 h 829612"/>
                  <a:gd name="connsiteX10" fmla="*/ 542029 w 710832"/>
                  <a:gd name="connsiteY10" fmla="*/ 633521 h 829612"/>
                  <a:gd name="connsiteX11" fmla="*/ 451541 w 710832"/>
                  <a:gd name="connsiteY11" fmla="*/ 555734 h 829612"/>
                  <a:gd name="connsiteX12" fmla="*/ 292792 w 710832"/>
                  <a:gd name="connsiteY12" fmla="*/ 419208 h 829612"/>
                  <a:gd name="connsiteX13" fmla="*/ 227704 w 710832"/>
                  <a:gd name="connsiteY13" fmla="*/ 204896 h 829612"/>
                  <a:gd name="connsiteX14" fmla="*/ 195954 w 710832"/>
                  <a:gd name="connsiteY14" fmla="*/ 71546 h 829612"/>
                  <a:gd name="connsiteX0" fmla="*/ 0 w 738715"/>
                  <a:gd name="connsiteY0" fmla="*/ 61722 h 832488"/>
                  <a:gd name="connsiteX1" fmla="*/ 30162 w 738715"/>
                  <a:gd name="connsiteY1" fmla="*/ 6160 h 832488"/>
                  <a:gd name="connsiteX2" fmla="*/ 141287 w 738715"/>
                  <a:gd name="connsiteY2" fmla="*/ 330009 h 832488"/>
                  <a:gd name="connsiteX3" fmla="*/ 190500 w 738715"/>
                  <a:gd name="connsiteY3" fmla="*/ 461772 h 832488"/>
                  <a:gd name="connsiteX4" fmla="*/ 254000 w 738715"/>
                  <a:gd name="connsiteY4" fmla="*/ 526860 h 832488"/>
                  <a:gd name="connsiteX5" fmla="*/ 538162 w 738715"/>
                  <a:gd name="connsiteY5" fmla="*/ 733235 h 832488"/>
                  <a:gd name="connsiteX6" fmla="*/ 619124 w 738715"/>
                  <a:gd name="connsiteY6" fmla="*/ 817372 h 832488"/>
                  <a:gd name="connsiteX7" fmla="*/ 703262 w 738715"/>
                  <a:gd name="connsiteY7" fmla="*/ 830072 h 832488"/>
                  <a:gd name="connsiteX8" fmla="*/ 738187 w 738715"/>
                  <a:gd name="connsiteY8" fmla="*/ 788797 h 832488"/>
                  <a:gd name="connsiteX9" fmla="*/ 679450 w 738715"/>
                  <a:gd name="connsiteY9" fmla="*/ 687197 h 832488"/>
                  <a:gd name="connsiteX10" fmla="*/ 569912 w 738715"/>
                  <a:gd name="connsiteY10" fmla="*/ 636397 h 832488"/>
                  <a:gd name="connsiteX11" fmla="*/ 479424 w 738715"/>
                  <a:gd name="connsiteY11" fmla="*/ 558610 h 832488"/>
                  <a:gd name="connsiteX12" fmla="*/ 320675 w 738715"/>
                  <a:gd name="connsiteY12" fmla="*/ 422084 h 832488"/>
                  <a:gd name="connsiteX13" fmla="*/ 255587 w 738715"/>
                  <a:gd name="connsiteY13" fmla="*/ 207772 h 832488"/>
                  <a:gd name="connsiteX14" fmla="*/ 223837 w 738715"/>
                  <a:gd name="connsiteY14" fmla="*/ 74422 h 832488"/>
                  <a:gd name="connsiteX0" fmla="*/ 0 w 738715"/>
                  <a:gd name="connsiteY0" fmla="*/ 0 h 770766"/>
                  <a:gd name="connsiteX1" fmla="*/ 65087 w 738715"/>
                  <a:gd name="connsiteY1" fmla="*/ 107951 h 770766"/>
                  <a:gd name="connsiteX2" fmla="*/ 141287 w 738715"/>
                  <a:gd name="connsiteY2" fmla="*/ 268287 h 770766"/>
                  <a:gd name="connsiteX3" fmla="*/ 190500 w 738715"/>
                  <a:gd name="connsiteY3" fmla="*/ 400050 h 770766"/>
                  <a:gd name="connsiteX4" fmla="*/ 254000 w 738715"/>
                  <a:gd name="connsiteY4" fmla="*/ 465138 h 770766"/>
                  <a:gd name="connsiteX5" fmla="*/ 538162 w 738715"/>
                  <a:gd name="connsiteY5" fmla="*/ 671513 h 770766"/>
                  <a:gd name="connsiteX6" fmla="*/ 619124 w 738715"/>
                  <a:gd name="connsiteY6" fmla="*/ 755650 h 770766"/>
                  <a:gd name="connsiteX7" fmla="*/ 703262 w 738715"/>
                  <a:gd name="connsiteY7" fmla="*/ 768350 h 770766"/>
                  <a:gd name="connsiteX8" fmla="*/ 738187 w 738715"/>
                  <a:gd name="connsiteY8" fmla="*/ 727075 h 770766"/>
                  <a:gd name="connsiteX9" fmla="*/ 679450 w 738715"/>
                  <a:gd name="connsiteY9" fmla="*/ 625475 h 770766"/>
                  <a:gd name="connsiteX10" fmla="*/ 569912 w 738715"/>
                  <a:gd name="connsiteY10" fmla="*/ 574675 h 770766"/>
                  <a:gd name="connsiteX11" fmla="*/ 479424 w 738715"/>
                  <a:gd name="connsiteY11" fmla="*/ 496888 h 770766"/>
                  <a:gd name="connsiteX12" fmla="*/ 320675 w 738715"/>
                  <a:gd name="connsiteY12" fmla="*/ 360362 h 770766"/>
                  <a:gd name="connsiteX13" fmla="*/ 255587 w 738715"/>
                  <a:gd name="connsiteY13" fmla="*/ 146050 h 770766"/>
                  <a:gd name="connsiteX14" fmla="*/ 223837 w 738715"/>
                  <a:gd name="connsiteY14" fmla="*/ 12700 h 770766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34949 w 718077"/>
                  <a:gd name="connsiteY13" fmla="*/ 206375 h 831091"/>
                  <a:gd name="connsiteX14" fmla="*/ 203199 w 718077"/>
                  <a:gd name="connsiteY14" fmla="*/ 73025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34949 w 718077"/>
                  <a:gd name="connsiteY13" fmla="*/ 206375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32742 w 718077"/>
                  <a:gd name="connsiteY11" fmla="*/ 513568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51519 w 718077"/>
                  <a:gd name="connsiteY10" fmla="*/ 656180 h 831091"/>
                  <a:gd name="connsiteX11" fmla="*/ 432742 w 718077"/>
                  <a:gd name="connsiteY11" fmla="*/ 513568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9098"/>
                  <a:gd name="connsiteY0" fmla="*/ 0 h 818642"/>
                  <a:gd name="connsiteX1" fmla="*/ 44449 w 719098"/>
                  <a:gd name="connsiteY1" fmla="*/ 168276 h 818642"/>
                  <a:gd name="connsiteX2" fmla="*/ 120649 w 719098"/>
                  <a:gd name="connsiteY2" fmla="*/ 328612 h 818642"/>
                  <a:gd name="connsiteX3" fmla="*/ 169862 w 719098"/>
                  <a:gd name="connsiteY3" fmla="*/ 460375 h 818642"/>
                  <a:gd name="connsiteX4" fmla="*/ 233362 w 719098"/>
                  <a:gd name="connsiteY4" fmla="*/ 525463 h 818642"/>
                  <a:gd name="connsiteX5" fmla="*/ 517524 w 719098"/>
                  <a:gd name="connsiteY5" fmla="*/ 731838 h 818642"/>
                  <a:gd name="connsiteX6" fmla="*/ 598486 w 719098"/>
                  <a:gd name="connsiteY6" fmla="*/ 815975 h 818642"/>
                  <a:gd name="connsiteX7" fmla="*/ 717549 w 719098"/>
                  <a:gd name="connsiteY7" fmla="*/ 787400 h 818642"/>
                  <a:gd name="connsiteX8" fmla="*/ 658812 w 719098"/>
                  <a:gd name="connsiteY8" fmla="*/ 685800 h 818642"/>
                  <a:gd name="connsiteX9" fmla="*/ 551519 w 719098"/>
                  <a:gd name="connsiteY9" fmla="*/ 656180 h 818642"/>
                  <a:gd name="connsiteX10" fmla="*/ 432742 w 719098"/>
                  <a:gd name="connsiteY10" fmla="*/ 513568 h 818642"/>
                  <a:gd name="connsiteX11" fmla="*/ 399891 w 719098"/>
                  <a:gd name="connsiteY11" fmla="*/ 426523 h 818642"/>
                  <a:gd name="connsiteX12" fmla="*/ 278591 w 719098"/>
                  <a:gd name="connsiteY12" fmla="*/ 227451 h 818642"/>
                  <a:gd name="connsiteX13" fmla="*/ 282938 w 719098"/>
                  <a:gd name="connsiteY13" fmla="*/ 165237 h 818642"/>
                  <a:gd name="connsiteX0" fmla="*/ 0 w 659721"/>
                  <a:gd name="connsiteY0" fmla="*/ 0 h 816860"/>
                  <a:gd name="connsiteX1" fmla="*/ 44449 w 659721"/>
                  <a:gd name="connsiteY1" fmla="*/ 168276 h 816860"/>
                  <a:gd name="connsiteX2" fmla="*/ 120649 w 659721"/>
                  <a:gd name="connsiteY2" fmla="*/ 328612 h 816860"/>
                  <a:gd name="connsiteX3" fmla="*/ 169862 w 659721"/>
                  <a:gd name="connsiteY3" fmla="*/ 460375 h 816860"/>
                  <a:gd name="connsiteX4" fmla="*/ 233362 w 659721"/>
                  <a:gd name="connsiteY4" fmla="*/ 525463 h 816860"/>
                  <a:gd name="connsiteX5" fmla="*/ 517524 w 659721"/>
                  <a:gd name="connsiteY5" fmla="*/ 731838 h 816860"/>
                  <a:gd name="connsiteX6" fmla="*/ 598486 w 659721"/>
                  <a:gd name="connsiteY6" fmla="*/ 815975 h 816860"/>
                  <a:gd name="connsiteX7" fmla="*/ 658812 w 659721"/>
                  <a:gd name="connsiteY7" fmla="*/ 685800 h 816860"/>
                  <a:gd name="connsiteX8" fmla="*/ 551519 w 659721"/>
                  <a:gd name="connsiteY8" fmla="*/ 656180 h 816860"/>
                  <a:gd name="connsiteX9" fmla="*/ 432742 w 659721"/>
                  <a:gd name="connsiteY9" fmla="*/ 513568 h 816860"/>
                  <a:gd name="connsiteX10" fmla="*/ 399891 w 659721"/>
                  <a:gd name="connsiteY10" fmla="*/ 426523 h 816860"/>
                  <a:gd name="connsiteX11" fmla="*/ 278591 w 659721"/>
                  <a:gd name="connsiteY11" fmla="*/ 227451 h 816860"/>
                  <a:gd name="connsiteX12" fmla="*/ 282938 w 659721"/>
                  <a:gd name="connsiteY12" fmla="*/ 165237 h 816860"/>
                  <a:gd name="connsiteX0" fmla="*/ 0 w 599294"/>
                  <a:gd name="connsiteY0" fmla="*/ 0 h 818005"/>
                  <a:gd name="connsiteX1" fmla="*/ 44449 w 599294"/>
                  <a:gd name="connsiteY1" fmla="*/ 168276 h 818005"/>
                  <a:gd name="connsiteX2" fmla="*/ 120649 w 599294"/>
                  <a:gd name="connsiteY2" fmla="*/ 328612 h 818005"/>
                  <a:gd name="connsiteX3" fmla="*/ 169862 w 599294"/>
                  <a:gd name="connsiteY3" fmla="*/ 460375 h 818005"/>
                  <a:gd name="connsiteX4" fmla="*/ 233362 w 599294"/>
                  <a:gd name="connsiteY4" fmla="*/ 525463 h 818005"/>
                  <a:gd name="connsiteX5" fmla="*/ 517524 w 599294"/>
                  <a:gd name="connsiteY5" fmla="*/ 731838 h 818005"/>
                  <a:gd name="connsiteX6" fmla="*/ 598486 w 599294"/>
                  <a:gd name="connsiteY6" fmla="*/ 815975 h 818005"/>
                  <a:gd name="connsiteX7" fmla="*/ 551519 w 599294"/>
                  <a:gd name="connsiteY7" fmla="*/ 656180 h 818005"/>
                  <a:gd name="connsiteX8" fmla="*/ 432742 w 599294"/>
                  <a:gd name="connsiteY8" fmla="*/ 513568 h 818005"/>
                  <a:gd name="connsiteX9" fmla="*/ 399891 w 599294"/>
                  <a:gd name="connsiteY9" fmla="*/ 426523 h 818005"/>
                  <a:gd name="connsiteX10" fmla="*/ 278591 w 599294"/>
                  <a:gd name="connsiteY10" fmla="*/ 227451 h 818005"/>
                  <a:gd name="connsiteX11" fmla="*/ 282938 w 599294"/>
                  <a:gd name="connsiteY11" fmla="*/ 165237 h 818005"/>
                  <a:gd name="connsiteX0" fmla="*/ 0 w 560957"/>
                  <a:gd name="connsiteY0" fmla="*/ 0 h 736416"/>
                  <a:gd name="connsiteX1" fmla="*/ 44449 w 560957"/>
                  <a:gd name="connsiteY1" fmla="*/ 168276 h 736416"/>
                  <a:gd name="connsiteX2" fmla="*/ 120649 w 560957"/>
                  <a:gd name="connsiteY2" fmla="*/ 328612 h 736416"/>
                  <a:gd name="connsiteX3" fmla="*/ 169862 w 560957"/>
                  <a:gd name="connsiteY3" fmla="*/ 460375 h 736416"/>
                  <a:gd name="connsiteX4" fmla="*/ 233362 w 560957"/>
                  <a:gd name="connsiteY4" fmla="*/ 525463 h 736416"/>
                  <a:gd name="connsiteX5" fmla="*/ 517524 w 560957"/>
                  <a:gd name="connsiteY5" fmla="*/ 731838 h 736416"/>
                  <a:gd name="connsiteX6" fmla="*/ 551519 w 560957"/>
                  <a:gd name="connsiteY6" fmla="*/ 656180 h 736416"/>
                  <a:gd name="connsiteX7" fmla="*/ 432742 w 560957"/>
                  <a:gd name="connsiteY7" fmla="*/ 513568 h 736416"/>
                  <a:gd name="connsiteX8" fmla="*/ 399891 w 560957"/>
                  <a:gd name="connsiteY8" fmla="*/ 426523 h 736416"/>
                  <a:gd name="connsiteX9" fmla="*/ 278591 w 560957"/>
                  <a:gd name="connsiteY9" fmla="*/ 227451 h 736416"/>
                  <a:gd name="connsiteX10" fmla="*/ 282938 w 560957"/>
                  <a:gd name="connsiteY10" fmla="*/ 165237 h 736416"/>
                  <a:gd name="connsiteX0" fmla="*/ 0 w 553781"/>
                  <a:gd name="connsiteY0" fmla="*/ 0 h 727150"/>
                  <a:gd name="connsiteX1" fmla="*/ 44449 w 553781"/>
                  <a:gd name="connsiteY1" fmla="*/ 168276 h 727150"/>
                  <a:gd name="connsiteX2" fmla="*/ 120649 w 553781"/>
                  <a:gd name="connsiteY2" fmla="*/ 328612 h 727150"/>
                  <a:gd name="connsiteX3" fmla="*/ 169862 w 553781"/>
                  <a:gd name="connsiteY3" fmla="*/ 460375 h 727150"/>
                  <a:gd name="connsiteX4" fmla="*/ 233362 w 553781"/>
                  <a:gd name="connsiteY4" fmla="*/ 525463 h 727150"/>
                  <a:gd name="connsiteX5" fmla="*/ 488643 w 553781"/>
                  <a:gd name="connsiteY5" fmla="*/ 722048 h 727150"/>
                  <a:gd name="connsiteX6" fmla="*/ 551519 w 553781"/>
                  <a:gd name="connsiteY6" fmla="*/ 656180 h 727150"/>
                  <a:gd name="connsiteX7" fmla="*/ 432742 w 553781"/>
                  <a:gd name="connsiteY7" fmla="*/ 513568 h 727150"/>
                  <a:gd name="connsiteX8" fmla="*/ 399891 w 553781"/>
                  <a:gd name="connsiteY8" fmla="*/ 426523 h 727150"/>
                  <a:gd name="connsiteX9" fmla="*/ 278591 w 553781"/>
                  <a:gd name="connsiteY9" fmla="*/ 227451 h 727150"/>
                  <a:gd name="connsiteX10" fmla="*/ 282938 w 553781"/>
                  <a:gd name="connsiteY10" fmla="*/ 165237 h 727150"/>
                  <a:gd name="connsiteX0" fmla="*/ 0 w 561611"/>
                  <a:gd name="connsiteY0" fmla="*/ 0 h 732877"/>
                  <a:gd name="connsiteX1" fmla="*/ 44449 w 561611"/>
                  <a:gd name="connsiteY1" fmla="*/ 168276 h 732877"/>
                  <a:gd name="connsiteX2" fmla="*/ 120649 w 561611"/>
                  <a:gd name="connsiteY2" fmla="*/ 328612 h 732877"/>
                  <a:gd name="connsiteX3" fmla="*/ 169862 w 561611"/>
                  <a:gd name="connsiteY3" fmla="*/ 460375 h 732877"/>
                  <a:gd name="connsiteX4" fmla="*/ 233362 w 561611"/>
                  <a:gd name="connsiteY4" fmla="*/ 525463 h 732877"/>
                  <a:gd name="connsiteX5" fmla="*/ 488643 w 561611"/>
                  <a:gd name="connsiteY5" fmla="*/ 722048 h 732877"/>
                  <a:gd name="connsiteX6" fmla="*/ 559753 w 561611"/>
                  <a:gd name="connsiteY6" fmla="*/ 686720 h 732877"/>
                  <a:gd name="connsiteX7" fmla="*/ 432742 w 561611"/>
                  <a:gd name="connsiteY7" fmla="*/ 513568 h 732877"/>
                  <a:gd name="connsiteX8" fmla="*/ 399891 w 561611"/>
                  <a:gd name="connsiteY8" fmla="*/ 426523 h 732877"/>
                  <a:gd name="connsiteX9" fmla="*/ 278591 w 561611"/>
                  <a:gd name="connsiteY9" fmla="*/ 227451 h 732877"/>
                  <a:gd name="connsiteX10" fmla="*/ 282938 w 561611"/>
                  <a:gd name="connsiteY10" fmla="*/ 165237 h 732877"/>
                  <a:gd name="connsiteX0" fmla="*/ 0 w 562157"/>
                  <a:gd name="connsiteY0" fmla="*/ 0 h 733869"/>
                  <a:gd name="connsiteX1" fmla="*/ 44449 w 562157"/>
                  <a:gd name="connsiteY1" fmla="*/ 168276 h 733869"/>
                  <a:gd name="connsiteX2" fmla="*/ 120649 w 562157"/>
                  <a:gd name="connsiteY2" fmla="*/ 328612 h 733869"/>
                  <a:gd name="connsiteX3" fmla="*/ 169862 w 562157"/>
                  <a:gd name="connsiteY3" fmla="*/ 460375 h 733869"/>
                  <a:gd name="connsiteX4" fmla="*/ 233362 w 562157"/>
                  <a:gd name="connsiteY4" fmla="*/ 525463 h 733869"/>
                  <a:gd name="connsiteX5" fmla="*/ 488643 w 562157"/>
                  <a:gd name="connsiteY5" fmla="*/ 722048 h 733869"/>
                  <a:gd name="connsiteX6" fmla="*/ 559753 w 562157"/>
                  <a:gd name="connsiteY6" fmla="*/ 686720 h 733869"/>
                  <a:gd name="connsiteX7" fmla="*/ 432742 w 562157"/>
                  <a:gd name="connsiteY7" fmla="*/ 513568 h 733869"/>
                  <a:gd name="connsiteX8" fmla="*/ 399891 w 562157"/>
                  <a:gd name="connsiteY8" fmla="*/ 426523 h 733869"/>
                  <a:gd name="connsiteX9" fmla="*/ 278591 w 562157"/>
                  <a:gd name="connsiteY9" fmla="*/ 227451 h 733869"/>
                  <a:gd name="connsiteX10" fmla="*/ 282938 w 562157"/>
                  <a:gd name="connsiteY10" fmla="*/ 165237 h 733869"/>
                  <a:gd name="connsiteX0" fmla="*/ 0 w 562157"/>
                  <a:gd name="connsiteY0" fmla="*/ 0 h 733869"/>
                  <a:gd name="connsiteX1" fmla="*/ 44449 w 562157"/>
                  <a:gd name="connsiteY1" fmla="*/ 168276 h 733869"/>
                  <a:gd name="connsiteX2" fmla="*/ 120649 w 562157"/>
                  <a:gd name="connsiteY2" fmla="*/ 328612 h 733869"/>
                  <a:gd name="connsiteX3" fmla="*/ 169862 w 562157"/>
                  <a:gd name="connsiteY3" fmla="*/ 460375 h 733869"/>
                  <a:gd name="connsiteX4" fmla="*/ 233362 w 562157"/>
                  <a:gd name="connsiteY4" fmla="*/ 525463 h 733869"/>
                  <a:gd name="connsiteX5" fmla="*/ 488643 w 562157"/>
                  <a:gd name="connsiteY5" fmla="*/ 722048 h 733869"/>
                  <a:gd name="connsiteX6" fmla="*/ 559753 w 562157"/>
                  <a:gd name="connsiteY6" fmla="*/ 686720 h 733869"/>
                  <a:gd name="connsiteX7" fmla="*/ 432742 w 562157"/>
                  <a:gd name="connsiteY7" fmla="*/ 513568 h 733869"/>
                  <a:gd name="connsiteX8" fmla="*/ 399891 w 562157"/>
                  <a:gd name="connsiteY8" fmla="*/ 426523 h 733869"/>
                  <a:gd name="connsiteX9" fmla="*/ 278591 w 562157"/>
                  <a:gd name="connsiteY9" fmla="*/ 227451 h 733869"/>
                  <a:gd name="connsiteX10" fmla="*/ 282938 w 562157"/>
                  <a:gd name="connsiteY10" fmla="*/ 165237 h 733869"/>
                  <a:gd name="connsiteX0" fmla="*/ 0 w 562157"/>
                  <a:gd name="connsiteY0" fmla="*/ 0 h 722083"/>
                  <a:gd name="connsiteX1" fmla="*/ 44449 w 562157"/>
                  <a:gd name="connsiteY1" fmla="*/ 168276 h 722083"/>
                  <a:gd name="connsiteX2" fmla="*/ 120649 w 562157"/>
                  <a:gd name="connsiteY2" fmla="*/ 328612 h 722083"/>
                  <a:gd name="connsiteX3" fmla="*/ 169862 w 562157"/>
                  <a:gd name="connsiteY3" fmla="*/ 460375 h 722083"/>
                  <a:gd name="connsiteX4" fmla="*/ 233362 w 562157"/>
                  <a:gd name="connsiteY4" fmla="*/ 525463 h 722083"/>
                  <a:gd name="connsiteX5" fmla="*/ 488643 w 562157"/>
                  <a:gd name="connsiteY5" fmla="*/ 722048 h 722083"/>
                  <a:gd name="connsiteX6" fmla="*/ 559753 w 562157"/>
                  <a:gd name="connsiteY6" fmla="*/ 686720 h 722083"/>
                  <a:gd name="connsiteX7" fmla="*/ 432742 w 562157"/>
                  <a:gd name="connsiteY7" fmla="*/ 513568 h 722083"/>
                  <a:gd name="connsiteX8" fmla="*/ 399891 w 562157"/>
                  <a:gd name="connsiteY8" fmla="*/ 426523 h 722083"/>
                  <a:gd name="connsiteX9" fmla="*/ 278591 w 562157"/>
                  <a:gd name="connsiteY9" fmla="*/ 227451 h 722083"/>
                  <a:gd name="connsiteX10" fmla="*/ 282938 w 562157"/>
                  <a:gd name="connsiteY10" fmla="*/ 165237 h 722083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169862 w 562157"/>
                  <a:gd name="connsiteY3" fmla="*/ 460375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169862 w 562157"/>
                  <a:gd name="connsiteY3" fmla="*/ 460375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144439 w 562157"/>
                  <a:gd name="connsiteY1" fmla="*/ 127256 h 723888"/>
                  <a:gd name="connsiteX2" fmla="*/ 44449 w 562157"/>
                  <a:gd name="connsiteY2" fmla="*/ 168276 h 723888"/>
                  <a:gd name="connsiteX3" fmla="*/ 152851 w 562157"/>
                  <a:gd name="connsiteY3" fmla="*/ 255234 h 723888"/>
                  <a:gd name="connsiteX4" fmla="*/ 380209 w 562157"/>
                  <a:gd name="connsiteY4" fmla="*/ 538744 h 723888"/>
                  <a:gd name="connsiteX5" fmla="*/ 422793 w 562157"/>
                  <a:gd name="connsiteY5" fmla="*/ 662449 h 723888"/>
                  <a:gd name="connsiteX6" fmla="*/ 488643 w 562157"/>
                  <a:gd name="connsiteY6" fmla="*/ 722048 h 723888"/>
                  <a:gd name="connsiteX7" fmla="*/ 559753 w 562157"/>
                  <a:gd name="connsiteY7" fmla="*/ 686720 h 723888"/>
                  <a:gd name="connsiteX8" fmla="*/ 432742 w 562157"/>
                  <a:gd name="connsiteY8" fmla="*/ 513568 h 723888"/>
                  <a:gd name="connsiteX9" fmla="*/ 399891 w 562157"/>
                  <a:gd name="connsiteY9" fmla="*/ 426523 h 723888"/>
                  <a:gd name="connsiteX10" fmla="*/ 278591 w 562157"/>
                  <a:gd name="connsiteY10" fmla="*/ 227451 h 723888"/>
                  <a:gd name="connsiteX11" fmla="*/ 282938 w 562157"/>
                  <a:gd name="connsiteY11" fmla="*/ 165237 h 723888"/>
                  <a:gd name="connsiteX0" fmla="*/ 0 w 562157"/>
                  <a:gd name="connsiteY0" fmla="*/ 0 h 723888"/>
                  <a:gd name="connsiteX1" fmla="*/ 144439 w 562157"/>
                  <a:gd name="connsiteY1" fmla="*/ 12725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60242 w 438552"/>
                  <a:gd name="connsiteY3" fmla="*/ 572163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57786 w 438552"/>
                  <a:gd name="connsiteY3" fmla="*/ 448537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7517 w 438552"/>
                  <a:gd name="connsiteY1" fmla="*/ 148907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137057 w 443413"/>
                  <a:gd name="connsiteY0" fmla="*/ 0 h 989649"/>
                  <a:gd name="connsiteX1" fmla="*/ 12378 w 443413"/>
                  <a:gd name="connsiteY1" fmla="*/ 375152 h 989649"/>
                  <a:gd name="connsiteX2" fmla="*/ 17850 w 443413"/>
                  <a:gd name="connsiteY2" fmla="*/ 495588 h 989649"/>
                  <a:gd name="connsiteX3" fmla="*/ 130344 w 443413"/>
                  <a:gd name="connsiteY3" fmla="*/ 659643 h 989649"/>
                  <a:gd name="connsiteX4" fmla="*/ 265103 w 443413"/>
                  <a:gd name="connsiteY4" fmla="*/ 798408 h 989649"/>
                  <a:gd name="connsiteX5" fmla="*/ 304049 w 443413"/>
                  <a:gd name="connsiteY5" fmla="*/ 928210 h 989649"/>
                  <a:gd name="connsiteX6" fmla="*/ 369899 w 443413"/>
                  <a:gd name="connsiteY6" fmla="*/ 987809 h 989649"/>
                  <a:gd name="connsiteX7" fmla="*/ 441009 w 443413"/>
                  <a:gd name="connsiteY7" fmla="*/ 952481 h 989649"/>
                  <a:gd name="connsiteX8" fmla="*/ 313998 w 443413"/>
                  <a:gd name="connsiteY8" fmla="*/ 779329 h 989649"/>
                  <a:gd name="connsiteX9" fmla="*/ 281147 w 443413"/>
                  <a:gd name="connsiteY9" fmla="*/ 692284 h 989649"/>
                  <a:gd name="connsiteX10" fmla="*/ 159847 w 443413"/>
                  <a:gd name="connsiteY10" fmla="*/ 493212 h 989649"/>
                  <a:gd name="connsiteX11" fmla="*/ 164194 w 443413"/>
                  <a:gd name="connsiteY11" fmla="*/ 430998 h 989649"/>
                  <a:gd name="connsiteX0" fmla="*/ 119412 w 425768"/>
                  <a:gd name="connsiteY0" fmla="*/ 0 h 989649"/>
                  <a:gd name="connsiteX1" fmla="*/ 85842 w 425768"/>
                  <a:gd name="connsiteY1" fmla="*/ 279398 h 989649"/>
                  <a:gd name="connsiteX2" fmla="*/ 205 w 425768"/>
                  <a:gd name="connsiteY2" fmla="*/ 495588 h 989649"/>
                  <a:gd name="connsiteX3" fmla="*/ 112699 w 425768"/>
                  <a:gd name="connsiteY3" fmla="*/ 659643 h 989649"/>
                  <a:gd name="connsiteX4" fmla="*/ 247458 w 425768"/>
                  <a:gd name="connsiteY4" fmla="*/ 798408 h 989649"/>
                  <a:gd name="connsiteX5" fmla="*/ 286404 w 425768"/>
                  <a:gd name="connsiteY5" fmla="*/ 928210 h 989649"/>
                  <a:gd name="connsiteX6" fmla="*/ 352254 w 425768"/>
                  <a:gd name="connsiteY6" fmla="*/ 987809 h 989649"/>
                  <a:gd name="connsiteX7" fmla="*/ 423364 w 425768"/>
                  <a:gd name="connsiteY7" fmla="*/ 952481 h 989649"/>
                  <a:gd name="connsiteX8" fmla="*/ 296353 w 425768"/>
                  <a:gd name="connsiteY8" fmla="*/ 779329 h 989649"/>
                  <a:gd name="connsiteX9" fmla="*/ 263502 w 425768"/>
                  <a:gd name="connsiteY9" fmla="*/ 692284 h 989649"/>
                  <a:gd name="connsiteX10" fmla="*/ 142202 w 425768"/>
                  <a:gd name="connsiteY10" fmla="*/ 493212 h 989649"/>
                  <a:gd name="connsiteX11" fmla="*/ 146549 w 425768"/>
                  <a:gd name="connsiteY11" fmla="*/ 430998 h 989649"/>
                  <a:gd name="connsiteX0" fmla="*/ 119374 w 425730"/>
                  <a:gd name="connsiteY0" fmla="*/ 0 h 989649"/>
                  <a:gd name="connsiteX1" fmla="*/ 85804 w 425730"/>
                  <a:gd name="connsiteY1" fmla="*/ 279398 h 989649"/>
                  <a:gd name="connsiteX2" fmla="*/ 167 w 425730"/>
                  <a:gd name="connsiteY2" fmla="*/ 495588 h 989649"/>
                  <a:gd name="connsiteX3" fmla="*/ 112661 w 425730"/>
                  <a:gd name="connsiteY3" fmla="*/ 659643 h 989649"/>
                  <a:gd name="connsiteX4" fmla="*/ 247420 w 425730"/>
                  <a:gd name="connsiteY4" fmla="*/ 798408 h 989649"/>
                  <a:gd name="connsiteX5" fmla="*/ 286366 w 425730"/>
                  <a:gd name="connsiteY5" fmla="*/ 928210 h 989649"/>
                  <a:gd name="connsiteX6" fmla="*/ 352216 w 425730"/>
                  <a:gd name="connsiteY6" fmla="*/ 987809 h 989649"/>
                  <a:gd name="connsiteX7" fmla="*/ 423326 w 425730"/>
                  <a:gd name="connsiteY7" fmla="*/ 952481 h 989649"/>
                  <a:gd name="connsiteX8" fmla="*/ 296315 w 425730"/>
                  <a:gd name="connsiteY8" fmla="*/ 779329 h 989649"/>
                  <a:gd name="connsiteX9" fmla="*/ 263464 w 425730"/>
                  <a:gd name="connsiteY9" fmla="*/ 692284 h 989649"/>
                  <a:gd name="connsiteX10" fmla="*/ 142164 w 425730"/>
                  <a:gd name="connsiteY10" fmla="*/ 493212 h 989649"/>
                  <a:gd name="connsiteX11" fmla="*/ 146511 w 425730"/>
                  <a:gd name="connsiteY11" fmla="*/ 430998 h 989649"/>
                  <a:gd name="connsiteX0" fmla="*/ 40060 w 346416"/>
                  <a:gd name="connsiteY0" fmla="*/ 0 h 989649"/>
                  <a:gd name="connsiteX1" fmla="*/ 6490 w 346416"/>
                  <a:gd name="connsiteY1" fmla="*/ 279398 h 989649"/>
                  <a:gd name="connsiteX2" fmla="*/ 2312 w 346416"/>
                  <a:gd name="connsiteY2" fmla="*/ 459282 h 989649"/>
                  <a:gd name="connsiteX3" fmla="*/ 33347 w 346416"/>
                  <a:gd name="connsiteY3" fmla="*/ 659643 h 989649"/>
                  <a:gd name="connsiteX4" fmla="*/ 168106 w 346416"/>
                  <a:gd name="connsiteY4" fmla="*/ 798408 h 989649"/>
                  <a:gd name="connsiteX5" fmla="*/ 207052 w 346416"/>
                  <a:gd name="connsiteY5" fmla="*/ 928210 h 989649"/>
                  <a:gd name="connsiteX6" fmla="*/ 272902 w 346416"/>
                  <a:gd name="connsiteY6" fmla="*/ 987809 h 989649"/>
                  <a:gd name="connsiteX7" fmla="*/ 344012 w 346416"/>
                  <a:gd name="connsiteY7" fmla="*/ 952481 h 989649"/>
                  <a:gd name="connsiteX8" fmla="*/ 217001 w 346416"/>
                  <a:gd name="connsiteY8" fmla="*/ 779329 h 989649"/>
                  <a:gd name="connsiteX9" fmla="*/ 184150 w 346416"/>
                  <a:gd name="connsiteY9" fmla="*/ 692284 h 989649"/>
                  <a:gd name="connsiteX10" fmla="*/ 62850 w 346416"/>
                  <a:gd name="connsiteY10" fmla="*/ 493212 h 989649"/>
                  <a:gd name="connsiteX11" fmla="*/ 67197 w 346416"/>
                  <a:gd name="connsiteY11" fmla="*/ 430998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66413 w 349979"/>
                  <a:gd name="connsiteY10" fmla="*/ 493212 h 989649"/>
                  <a:gd name="connsiteX11" fmla="*/ 70760 w 349979"/>
                  <a:gd name="connsiteY11" fmla="*/ 430998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66413 w 349979"/>
                  <a:gd name="connsiteY10" fmla="*/ 493212 h 989649"/>
                  <a:gd name="connsiteX11" fmla="*/ 182474 w 349979"/>
                  <a:gd name="connsiteY11" fmla="*/ 102331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111083 w 349979"/>
                  <a:gd name="connsiteY10" fmla="*/ 452679 h 989649"/>
                  <a:gd name="connsiteX11" fmla="*/ 182474 w 349979"/>
                  <a:gd name="connsiteY11" fmla="*/ 102331 h 989649"/>
                  <a:gd name="connsiteX0" fmla="*/ 43623 w 349943"/>
                  <a:gd name="connsiteY0" fmla="*/ 0 h 989649"/>
                  <a:gd name="connsiteX1" fmla="*/ 10053 w 349943"/>
                  <a:gd name="connsiteY1" fmla="*/ 279398 h 989649"/>
                  <a:gd name="connsiteX2" fmla="*/ 5875 w 349943"/>
                  <a:gd name="connsiteY2" fmla="*/ 459282 h 989649"/>
                  <a:gd name="connsiteX3" fmla="*/ 85077 w 349943"/>
                  <a:gd name="connsiteY3" fmla="*/ 643735 h 989649"/>
                  <a:gd name="connsiteX4" fmla="*/ 171669 w 349943"/>
                  <a:gd name="connsiteY4" fmla="*/ 798408 h 989649"/>
                  <a:gd name="connsiteX5" fmla="*/ 210615 w 349943"/>
                  <a:gd name="connsiteY5" fmla="*/ 928210 h 989649"/>
                  <a:gd name="connsiteX6" fmla="*/ 276465 w 349943"/>
                  <a:gd name="connsiteY6" fmla="*/ 987809 h 989649"/>
                  <a:gd name="connsiteX7" fmla="*/ 347575 w 349943"/>
                  <a:gd name="connsiteY7" fmla="*/ 952481 h 989649"/>
                  <a:gd name="connsiteX8" fmla="*/ 220564 w 349943"/>
                  <a:gd name="connsiteY8" fmla="*/ 779329 h 989649"/>
                  <a:gd name="connsiteX9" fmla="*/ 200566 w 349943"/>
                  <a:gd name="connsiteY9" fmla="*/ 688797 h 989649"/>
                  <a:gd name="connsiteX10" fmla="*/ 111083 w 349943"/>
                  <a:gd name="connsiteY10" fmla="*/ 452679 h 989649"/>
                  <a:gd name="connsiteX11" fmla="*/ 182474 w 349943"/>
                  <a:gd name="connsiteY11" fmla="*/ 102331 h 989649"/>
                  <a:gd name="connsiteX0" fmla="*/ 43623 w 347581"/>
                  <a:gd name="connsiteY0" fmla="*/ 0 h 988803"/>
                  <a:gd name="connsiteX1" fmla="*/ 10053 w 347581"/>
                  <a:gd name="connsiteY1" fmla="*/ 279398 h 988803"/>
                  <a:gd name="connsiteX2" fmla="*/ 5875 w 347581"/>
                  <a:gd name="connsiteY2" fmla="*/ 459282 h 988803"/>
                  <a:gd name="connsiteX3" fmla="*/ 85077 w 347581"/>
                  <a:gd name="connsiteY3" fmla="*/ 643735 h 988803"/>
                  <a:gd name="connsiteX4" fmla="*/ 171669 w 347581"/>
                  <a:gd name="connsiteY4" fmla="*/ 798408 h 988803"/>
                  <a:gd name="connsiteX5" fmla="*/ 210615 w 347581"/>
                  <a:gd name="connsiteY5" fmla="*/ 928210 h 988803"/>
                  <a:gd name="connsiteX6" fmla="*/ 276465 w 347581"/>
                  <a:gd name="connsiteY6" fmla="*/ 987809 h 988803"/>
                  <a:gd name="connsiteX7" fmla="*/ 347575 w 347581"/>
                  <a:gd name="connsiteY7" fmla="*/ 952481 h 988803"/>
                  <a:gd name="connsiteX8" fmla="*/ 280068 w 347581"/>
                  <a:gd name="connsiteY8" fmla="*/ 797285 h 988803"/>
                  <a:gd name="connsiteX9" fmla="*/ 200566 w 347581"/>
                  <a:gd name="connsiteY9" fmla="*/ 688797 h 988803"/>
                  <a:gd name="connsiteX10" fmla="*/ 111083 w 347581"/>
                  <a:gd name="connsiteY10" fmla="*/ 452679 h 988803"/>
                  <a:gd name="connsiteX11" fmla="*/ 182474 w 347581"/>
                  <a:gd name="connsiteY11" fmla="*/ 102331 h 988803"/>
                  <a:gd name="connsiteX0" fmla="*/ 43623 w 341639"/>
                  <a:gd name="connsiteY0" fmla="*/ 0 h 987951"/>
                  <a:gd name="connsiteX1" fmla="*/ 10053 w 341639"/>
                  <a:gd name="connsiteY1" fmla="*/ 279398 h 987951"/>
                  <a:gd name="connsiteX2" fmla="*/ 5875 w 341639"/>
                  <a:gd name="connsiteY2" fmla="*/ 459282 h 987951"/>
                  <a:gd name="connsiteX3" fmla="*/ 85077 w 341639"/>
                  <a:gd name="connsiteY3" fmla="*/ 643735 h 987951"/>
                  <a:gd name="connsiteX4" fmla="*/ 171669 w 341639"/>
                  <a:gd name="connsiteY4" fmla="*/ 798408 h 987951"/>
                  <a:gd name="connsiteX5" fmla="*/ 210615 w 341639"/>
                  <a:gd name="connsiteY5" fmla="*/ 928210 h 987951"/>
                  <a:gd name="connsiteX6" fmla="*/ 276465 w 341639"/>
                  <a:gd name="connsiteY6" fmla="*/ 987809 h 987951"/>
                  <a:gd name="connsiteX7" fmla="*/ 341633 w 341639"/>
                  <a:gd name="connsiteY7" fmla="*/ 939886 h 987951"/>
                  <a:gd name="connsiteX8" fmla="*/ 280068 w 341639"/>
                  <a:gd name="connsiteY8" fmla="*/ 797285 h 987951"/>
                  <a:gd name="connsiteX9" fmla="*/ 200566 w 341639"/>
                  <a:gd name="connsiteY9" fmla="*/ 688797 h 987951"/>
                  <a:gd name="connsiteX10" fmla="*/ 111083 w 341639"/>
                  <a:gd name="connsiteY10" fmla="*/ 452679 h 987951"/>
                  <a:gd name="connsiteX11" fmla="*/ 182474 w 341639"/>
                  <a:gd name="connsiteY11" fmla="*/ 102331 h 987951"/>
                  <a:gd name="connsiteX0" fmla="*/ 43623 w 341639"/>
                  <a:gd name="connsiteY0" fmla="*/ 0 h 987951"/>
                  <a:gd name="connsiteX1" fmla="*/ 10053 w 341639"/>
                  <a:gd name="connsiteY1" fmla="*/ 279398 h 987951"/>
                  <a:gd name="connsiteX2" fmla="*/ 5875 w 341639"/>
                  <a:gd name="connsiteY2" fmla="*/ 459282 h 987951"/>
                  <a:gd name="connsiteX3" fmla="*/ 85077 w 341639"/>
                  <a:gd name="connsiteY3" fmla="*/ 643735 h 987951"/>
                  <a:gd name="connsiteX4" fmla="*/ 171669 w 341639"/>
                  <a:gd name="connsiteY4" fmla="*/ 798408 h 987951"/>
                  <a:gd name="connsiteX5" fmla="*/ 210615 w 341639"/>
                  <a:gd name="connsiteY5" fmla="*/ 928210 h 987951"/>
                  <a:gd name="connsiteX6" fmla="*/ 276465 w 341639"/>
                  <a:gd name="connsiteY6" fmla="*/ 987809 h 987951"/>
                  <a:gd name="connsiteX7" fmla="*/ 341633 w 341639"/>
                  <a:gd name="connsiteY7" fmla="*/ 939886 h 987951"/>
                  <a:gd name="connsiteX8" fmla="*/ 280068 w 341639"/>
                  <a:gd name="connsiteY8" fmla="*/ 797285 h 987951"/>
                  <a:gd name="connsiteX9" fmla="*/ 203685 w 341639"/>
                  <a:gd name="connsiteY9" fmla="*/ 679426 h 987951"/>
                  <a:gd name="connsiteX10" fmla="*/ 111083 w 341639"/>
                  <a:gd name="connsiteY10" fmla="*/ 452679 h 987951"/>
                  <a:gd name="connsiteX11" fmla="*/ 182474 w 341639"/>
                  <a:gd name="connsiteY11" fmla="*/ 102331 h 987951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11083 w 318285"/>
                  <a:gd name="connsiteY10" fmla="*/ 452679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407"/>
                  <a:gd name="connsiteY0" fmla="*/ 0 h 989081"/>
                  <a:gd name="connsiteX1" fmla="*/ 10053 w 318407"/>
                  <a:gd name="connsiteY1" fmla="*/ 279398 h 989081"/>
                  <a:gd name="connsiteX2" fmla="*/ 5875 w 318407"/>
                  <a:gd name="connsiteY2" fmla="*/ 459282 h 989081"/>
                  <a:gd name="connsiteX3" fmla="*/ 85077 w 318407"/>
                  <a:gd name="connsiteY3" fmla="*/ 643735 h 989081"/>
                  <a:gd name="connsiteX4" fmla="*/ 171669 w 318407"/>
                  <a:gd name="connsiteY4" fmla="*/ 798408 h 989081"/>
                  <a:gd name="connsiteX5" fmla="*/ 210615 w 318407"/>
                  <a:gd name="connsiteY5" fmla="*/ 928210 h 989081"/>
                  <a:gd name="connsiteX6" fmla="*/ 276465 w 318407"/>
                  <a:gd name="connsiteY6" fmla="*/ 987809 h 989081"/>
                  <a:gd name="connsiteX7" fmla="*/ 318244 w 318407"/>
                  <a:gd name="connsiteY7" fmla="*/ 923499 h 989081"/>
                  <a:gd name="connsiteX8" fmla="*/ 269238 w 318407"/>
                  <a:gd name="connsiteY8" fmla="*/ 808747 h 989081"/>
                  <a:gd name="connsiteX9" fmla="*/ 203685 w 318407"/>
                  <a:gd name="connsiteY9" fmla="*/ 679426 h 989081"/>
                  <a:gd name="connsiteX10" fmla="*/ 129457 w 318407"/>
                  <a:gd name="connsiteY10" fmla="*/ 481793 h 989081"/>
                  <a:gd name="connsiteX11" fmla="*/ 175268 w 318407"/>
                  <a:gd name="connsiteY11" fmla="*/ 149750 h 989081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217821 w 318952"/>
                  <a:gd name="connsiteY11" fmla="*/ 103381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32322 w 318952"/>
                  <a:gd name="connsiteY10" fmla="*/ 451207 h 988835"/>
                  <a:gd name="connsiteX11" fmla="*/ 217821 w 318952"/>
                  <a:gd name="connsiteY11" fmla="*/ 103381 h 988835"/>
                  <a:gd name="connsiteX0" fmla="*/ 40066 w 315395"/>
                  <a:gd name="connsiteY0" fmla="*/ 0 h 988835"/>
                  <a:gd name="connsiteX1" fmla="*/ 6496 w 315395"/>
                  <a:gd name="connsiteY1" fmla="*/ 279398 h 988835"/>
                  <a:gd name="connsiteX2" fmla="*/ 7279 w 315395"/>
                  <a:gd name="connsiteY2" fmla="*/ 457309 h 988835"/>
                  <a:gd name="connsiteX3" fmla="*/ 81520 w 315395"/>
                  <a:gd name="connsiteY3" fmla="*/ 643735 h 988835"/>
                  <a:gd name="connsiteX4" fmla="*/ 168112 w 315395"/>
                  <a:gd name="connsiteY4" fmla="*/ 798408 h 988835"/>
                  <a:gd name="connsiteX5" fmla="*/ 207058 w 315395"/>
                  <a:gd name="connsiteY5" fmla="*/ 928210 h 988835"/>
                  <a:gd name="connsiteX6" fmla="*/ 272908 w 315395"/>
                  <a:gd name="connsiteY6" fmla="*/ 987809 h 988835"/>
                  <a:gd name="connsiteX7" fmla="*/ 314687 w 315395"/>
                  <a:gd name="connsiteY7" fmla="*/ 923499 h 988835"/>
                  <a:gd name="connsiteX8" fmla="*/ 265681 w 315395"/>
                  <a:gd name="connsiteY8" fmla="*/ 808747 h 988835"/>
                  <a:gd name="connsiteX9" fmla="*/ 196841 w 315395"/>
                  <a:gd name="connsiteY9" fmla="*/ 644798 h 988835"/>
                  <a:gd name="connsiteX10" fmla="*/ 128765 w 315395"/>
                  <a:gd name="connsiteY10" fmla="*/ 451207 h 988835"/>
                  <a:gd name="connsiteX11" fmla="*/ 214264 w 315395"/>
                  <a:gd name="connsiteY11" fmla="*/ 103381 h 988835"/>
                  <a:gd name="connsiteX0" fmla="*/ 33739 w 309068"/>
                  <a:gd name="connsiteY0" fmla="*/ 0 h 988835"/>
                  <a:gd name="connsiteX1" fmla="*/ 33178 w 309068"/>
                  <a:gd name="connsiteY1" fmla="*/ 283940 h 988835"/>
                  <a:gd name="connsiteX2" fmla="*/ 952 w 309068"/>
                  <a:gd name="connsiteY2" fmla="*/ 457309 h 988835"/>
                  <a:gd name="connsiteX3" fmla="*/ 75193 w 309068"/>
                  <a:gd name="connsiteY3" fmla="*/ 643735 h 988835"/>
                  <a:gd name="connsiteX4" fmla="*/ 161785 w 309068"/>
                  <a:gd name="connsiteY4" fmla="*/ 798408 h 988835"/>
                  <a:gd name="connsiteX5" fmla="*/ 200731 w 309068"/>
                  <a:gd name="connsiteY5" fmla="*/ 928210 h 988835"/>
                  <a:gd name="connsiteX6" fmla="*/ 266581 w 309068"/>
                  <a:gd name="connsiteY6" fmla="*/ 987809 h 988835"/>
                  <a:gd name="connsiteX7" fmla="*/ 308360 w 309068"/>
                  <a:gd name="connsiteY7" fmla="*/ 923499 h 988835"/>
                  <a:gd name="connsiteX8" fmla="*/ 259354 w 309068"/>
                  <a:gd name="connsiteY8" fmla="*/ 808747 h 988835"/>
                  <a:gd name="connsiteX9" fmla="*/ 190514 w 309068"/>
                  <a:gd name="connsiteY9" fmla="*/ 644798 h 988835"/>
                  <a:gd name="connsiteX10" fmla="*/ 122438 w 309068"/>
                  <a:gd name="connsiteY10" fmla="*/ 451207 h 988835"/>
                  <a:gd name="connsiteX11" fmla="*/ 207937 w 309068"/>
                  <a:gd name="connsiteY11" fmla="*/ 103381 h 988835"/>
                  <a:gd name="connsiteX0" fmla="*/ 70925 w 309238"/>
                  <a:gd name="connsiteY0" fmla="*/ 0 h 988832"/>
                  <a:gd name="connsiteX1" fmla="*/ 33348 w 309238"/>
                  <a:gd name="connsiteY1" fmla="*/ 283937 h 988832"/>
                  <a:gd name="connsiteX2" fmla="*/ 1122 w 309238"/>
                  <a:gd name="connsiteY2" fmla="*/ 457306 h 988832"/>
                  <a:gd name="connsiteX3" fmla="*/ 75363 w 309238"/>
                  <a:gd name="connsiteY3" fmla="*/ 643732 h 988832"/>
                  <a:gd name="connsiteX4" fmla="*/ 161955 w 309238"/>
                  <a:gd name="connsiteY4" fmla="*/ 798405 h 988832"/>
                  <a:gd name="connsiteX5" fmla="*/ 200901 w 309238"/>
                  <a:gd name="connsiteY5" fmla="*/ 928207 h 988832"/>
                  <a:gd name="connsiteX6" fmla="*/ 266751 w 309238"/>
                  <a:gd name="connsiteY6" fmla="*/ 987806 h 988832"/>
                  <a:gd name="connsiteX7" fmla="*/ 308530 w 309238"/>
                  <a:gd name="connsiteY7" fmla="*/ 923496 h 988832"/>
                  <a:gd name="connsiteX8" fmla="*/ 259524 w 309238"/>
                  <a:gd name="connsiteY8" fmla="*/ 808744 h 988832"/>
                  <a:gd name="connsiteX9" fmla="*/ 190684 w 309238"/>
                  <a:gd name="connsiteY9" fmla="*/ 644795 h 988832"/>
                  <a:gd name="connsiteX10" fmla="*/ 122608 w 309238"/>
                  <a:gd name="connsiteY10" fmla="*/ 451204 h 988832"/>
                  <a:gd name="connsiteX11" fmla="*/ 208107 w 309238"/>
                  <a:gd name="connsiteY11" fmla="*/ 103378 h 988832"/>
                  <a:gd name="connsiteX0" fmla="*/ 70925 w 309238"/>
                  <a:gd name="connsiteY0" fmla="*/ 0 h 988832"/>
                  <a:gd name="connsiteX1" fmla="*/ 33348 w 309238"/>
                  <a:gd name="connsiteY1" fmla="*/ 283937 h 988832"/>
                  <a:gd name="connsiteX2" fmla="*/ 1122 w 309238"/>
                  <a:gd name="connsiteY2" fmla="*/ 457306 h 988832"/>
                  <a:gd name="connsiteX3" fmla="*/ 75363 w 309238"/>
                  <a:gd name="connsiteY3" fmla="*/ 643732 h 988832"/>
                  <a:gd name="connsiteX4" fmla="*/ 161955 w 309238"/>
                  <a:gd name="connsiteY4" fmla="*/ 798405 h 988832"/>
                  <a:gd name="connsiteX5" fmla="*/ 200901 w 309238"/>
                  <a:gd name="connsiteY5" fmla="*/ 928207 h 988832"/>
                  <a:gd name="connsiteX6" fmla="*/ 266751 w 309238"/>
                  <a:gd name="connsiteY6" fmla="*/ 987806 h 988832"/>
                  <a:gd name="connsiteX7" fmla="*/ 308530 w 309238"/>
                  <a:gd name="connsiteY7" fmla="*/ 923496 h 988832"/>
                  <a:gd name="connsiteX8" fmla="*/ 259524 w 309238"/>
                  <a:gd name="connsiteY8" fmla="*/ 808744 h 988832"/>
                  <a:gd name="connsiteX9" fmla="*/ 190684 w 309238"/>
                  <a:gd name="connsiteY9" fmla="*/ 644795 h 988832"/>
                  <a:gd name="connsiteX10" fmla="*/ 122608 w 309238"/>
                  <a:gd name="connsiteY10" fmla="*/ 451204 h 988832"/>
                  <a:gd name="connsiteX11" fmla="*/ 208107 w 309238"/>
                  <a:gd name="connsiteY11" fmla="*/ 103378 h 988832"/>
                  <a:gd name="connsiteX0" fmla="*/ 72373 w 310686"/>
                  <a:gd name="connsiteY0" fmla="*/ 0 h 988832"/>
                  <a:gd name="connsiteX1" fmla="*/ 22204 w 310686"/>
                  <a:gd name="connsiteY1" fmla="*/ 265387 h 988832"/>
                  <a:gd name="connsiteX2" fmla="*/ 2570 w 310686"/>
                  <a:gd name="connsiteY2" fmla="*/ 457306 h 988832"/>
                  <a:gd name="connsiteX3" fmla="*/ 76811 w 310686"/>
                  <a:gd name="connsiteY3" fmla="*/ 643732 h 988832"/>
                  <a:gd name="connsiteX4" fmla="*/ 163403 w 310686"/>
                  <a:gd name="connsiteY4" fmla="*/ 798405 h 988832"/>
                  <a:gd name="connsiteX5" fmla="*/ 202349 w 310686"/>
                  <a:gd name="connsiteY5" fmla="*/ 928207 h 988832"/>
                  <a:gd name="connsiteX6" fmla="*/ 268199 w 310686"/>
                  <a:gd name="connsiteY6" fmla="*/ 987806 h 988832"/>
                  <a:gd name="connsiteX7" fmla="*/ 309978 w 310686"/>
                  <a:gd name="connsiteY7" fmla="*/ 923496 h 988832"/>
                  <a:gd name="connsiteX8" fmla="*/ 260972 w 310686"/>
                  <a:gd name="connsiteY8" fmla="*/ 808744 h 988832"/>
                  <a:gd name="connsiteX9" fmla="*/ 192132 w 310686"/>
                  <a:gd name="connsiteY9" fmla="*/ 644795 h 988832"/>
                  <a:gd name="connsiteX10" fmla="*/ 124056 w 310686"/>
                  <a:gd name="connsiteY10" fmla="*/ 451204 h 988832"/>
                  <a:gd name="connsiteX11" fmla="*/ 209555 w 310686"/>
                  <a:gd name="connsiteY11" fmla="*/ 103378 h 988832"/>
                  <a:gd name="connsiteX0" fmla="*/ 73122 w 311435"/>
                  <a:gd name="connsiteY0" fmla="*/ 0 h 988832"/>
                  <a:gd name="connsiteX1" fmla="*/ 22953 w 311435"/>
                  <a:gd name="connsiteY1" fmla="*/ 265387 h 988832"/>
                  <a:gd name="connsiteX2" fmla="*/ 3319 w 311435"/>
                  <a:gd name="connsiteY2" fmla="*/ 457306 h 988832"/>
                  <a:gd name="connsiteX3" fmla="*/ 77560 w 311435"/>
                  <a:gd name="connsiteY3" fmla="*/ 643732 h 988832"/>
                  <a:gd name="connsiteX4" fmla="*/ 164152 w 311435"/>
                  <a:gd name="connsiteY4" fmla="*/ 798405 h 988832"/>
                  <a:gd name="connsiteX5" fmla="*/ 203098 w 311435"/>
                  <a:gd name="connsiteY5" fmla="*/ 928207 h 988832"/>
                  <a:gd name="connsiteX6" fmla="*/ 268948 w 311435"/>
                  <a:gd name="connsiteY6" fmla="*/ 987806 h 988832"/>
                  <a:gd name="connsiteX7" fmla="*/ 310727 w 311435"/>
                  <a:gd name="connsiteY7" fmla="*/ 923496 h 988832"/>
                  <a:gd name="connsiteX8" fmla="*/ 261721 w 311435"/>
                  <a:gd name="connsiteY8" fmla="*/ 808744 h 988832"/>
                  <a:gd name="connsiteX9" fmla="*/ 192881 w 311435"/>
                  <a:gd name="connsiteY9" fmla="*/ 644795 h 988832"/>
                  <a:gd name="connsiteX10" fmla="*/ 124805 w 311435"/>
                  <a:gd name="connsiteY10" fmla="*/ 451204 h 988832"/>
                  <a:gd name="connsiteX11" fmla="*/ 210304 w 311435"/>
                  <a:gd name="connsiteY11" fmla="*/ 103378 h 988832"/>
                  <a:gd name="connsiteX0" fmla="*/ 73628 w 311941"/>
                  <a:gd name="connsiteY0" fmla="*/ 0 h 988832"/>
                  <a:gd name="connsiteX1" fmla="*/ 23459 w 311941"/>
                  <a:gd name="connsiteY1" fmla="*/ 265387 h 988832"/>
                  <a:gd name="connsiteX2" fmla="*/ 3825 w 311941"/>
                  <a:gd name="connsiteY2" fmla="*/ 457306 h 988832"/>
                  <a:gd name="connsiteX3" fmla="*/ 78066 w 311941"/>
                  <a:gd name="connsiteY3" fmla="*/ 643732 h 988832"/>
                  <a:gd name="connsiteX4" fmla="*/ 164658 w 311941"/>
                  <a:gd name="connsiteY4" fmla="*/ 798405 h 988832"/>
                  <a:gd name="connsiteX5" fmla="*/ 203604 w 311941"/>
                  <a:gd name="connsiteY5" fmla="*/ 928207 h 988832"/>
                  <a:gd name="connsiteX6" fmla="*/ 269454 w 311941"/>
                  <a:gd name="connsiteY6" fmla="*/ 987806 h 988832"/>
                  <a:gd name="connsiteX7" fmla="*/ 311233 w 311941"/>
                  <a:gd name="connsiteY7" fmla="*/ 923496 h 988832"/>
                  <a:gd name="connsiteX8" fmla="*/ 262227 w 311941"/>
                  <a:gd name="connsiteY8" fmla="*/ 808744 h 988832"/>
                  <a:gd name="connsiteX9" fmla="*/ 193387 w 311941"/>
                  <a:gd name="connsiteY9" fmla="*/ 644795 h 988832"/>
                  <a:gd name="connsiteX10" fmla="*/ 125311 w 311941"/>
                  <a:gd name="connsiteY10" fmla="*/ 451204 h 988832"/>
                  <a:gd name="connsiteX11" fmla="*/ 210810 w 311941"/>
                  <a:gd name="connsiteY11" fmla="*/ 103378 h 988832"/>
                  <a:gd name="connsiteX0" fmla="*/ 81107 w 319420"/>
                  <a:gd name="connsiteY0" fmla="*/ 0 h 988832"/>
                  <a:gd name="connsiteX1" fmla="*/ 30938 w 319420"/>
                  <a:gd name="connsiteY1" fmla="*/ 265387 h 988832"/>
                  <a:gd name="connsiteX2" fmla="*/ 1955 w 319420"/>
                  <a:gd name="connsiteY2" fmla="*/ 455135 h 988832"/>
                  <a:gd name="connsiteX3" fmla="*/ 85545 w 319420"/>
                  <a:gd name="connsiteY3" fmla="*/ 643732 h 988832"/>
                  <a:gd name="connsiteX4" fmla="*/ 172137 w 319420"/>
                  <a:gd name="connsiteY4" fmla="*/ 798405 h 988832"/>
                  <a:gd name="connsiteX5" fmla="*/ 211083 w 319420"/>
                  <a:gd name="connsiteY5" fmla="*/ 928207 h 988832"/>
                  <a:gd name="connsiteX6" fmla="*/ 276933 w 319420"/>
                  <a:gd name="connsiteY6" fmla="*/ 987806 h 988832"/>
                  <a:gd name="connsiteX7" fmla="*/ 318712 w 319420"/>
                  <a:gd name="connsiteY7" fmla="*/ 923496 h 988832"/>
                  <a:gd name="connsiteX8" fmla="*/ 269706 w 319420"/>
                  <a:gd name="connsiteY8" fmla="*/ 808744 h 988832"/>
                  <a:gd name="connsiteX9" fmla="*/ 200866 w 319420"/>
                  <a:gd name="connsiteY9" fmla="*/ 644795 h 988832"/>
                  <a:gd name="connsiteX10" fmla="*/ 132790 w 319420"/>
                  <a:gd name="connsiteY10" fmla="*/ 451204 h 988832"/>
                  <a:gd name="connsiteX11" fmla="*/ 218289 w 319420"/>
                  <a:gd name="connsiteY11" fmla="*/ 103378 h 988832"/>
                  <a:gd name="connsiteX0" fmla="*/ 79313 w 317626"/>
                  <a:gd name="connsiteY0" fmla="*/ 0 h 988832"/>
                  <a:gd name="connsiteX1" fmla="*/ 29144 w 317626"/>
                  <a:gd name="connsiteY1" fmla="*/ 265387 h 988832"/>
                  <a:gd name="connsiteX2" fmla="*/ 161 w 317626"/>
                  <a:gd name="connsiteY2" fmla="*/ 455135 h 988832"/>
                  <a:gd name="connsiteX3" fmla="*/ 83751 w 317626"/>
                  <a:gd name="connsiteY3" fmla="*/ 643732 h 988832"/>
                  <a:gd name="connsiteX4" fmla="*/ 170343 w 317626"/>
                  <a:gd name="connsiteY4" fmla="*/ 798405 h 988832"/>
                  <a:gd name="connsiteX5" fmla="*/ 209289 w 317626"/>
                  <a:gd name="connsiteY5" fmla="*/ 928207 h 988832"/>
                  <a:gd name="connsiteX6" fmla="*/ 275139 w 317626"/>
                  <a:gd name="connsiteY6" fmla="*/ 987806 h 988832"/>
                  <a:gd name="connsiteX7" fmla="*/ 316918 w 317626"/>
                  <a:gd name="connsiteY7" fmla="*/ 923496 h 988832"/>
                  <a:gd name="connsiteX8" fmla="*/ 267912 w 317626"/>
                  <a:gd name="connsiteY8" fmla="*/ 808744 h 988832"/>
                  <a:gd name="connsiteX9" fmla="*/ 199072 w 317626"/>
                  <a:gd name="connsiteY9" fmla="*/ 644795 h 988832"/>
                  <a:gd name="connsiteX10" fmla="*/ 130996 w 317626"/>
                  <a:gd name="connsiteY10" fmla="*/ 451204 h 988832"/>
                  <a:gd name="connsiteX11" fmla="*/ 216495 w 317626"/>
                  <a:gd name="connsiteY11" fmla="*/ 103378 h 988832"/>
                  <a:gd name="connsiteX0" fmla="*/ 68013 w 306326"/>
                  <a:gd name="connsiteY0" fmla="*/ 0 h 988832"/>
                  <a:gd name="connsiteX1" fmla="*/ 17844 w 306326"/>
                  <a:gd name="connsiteY1" fmla="*/ 265387 h 988832"/>
                  <a:gd name="connsiteX2" fmla="*/ 310 w 306326"/>
                  <a:gd name="connsiteY2" fmla="*/ 447637 h 988832"/>
                  <a:gd name="connsiteX3" fmla="*/ 72451 w 306326"/>
                  <a:gd name="connsiteY3" fmla="*/ 643732 h 988832"/>
                  <a:gd name="connsiteX4" fmla="*/ 159043 w 306326"/>
                  <a:gd name="connsiteY4" fmla="*/ 798405 h 988832"/>
                  <a:gd name="connsiteX5" fmla="*/ 197989 w 306326"/>
                  <a:gd name="connsiteY5" fmla="*/ 928207 h 988832"/>
                  <a:gd name="connsiteX6" fmla="*/ 263839 w 306326"/>
                  <a:gd name="connsiteY6" fmla="*/ 987806 h 988832"/>
                  <a:gd name="connsiteX7" fmla="*/ 305618 w 306326"/>
                  <a:gd name="connsiteY7" fmla="*/ 923496 h 988832"/>
                  <a:gd name="connsiteX8" fmla="*/ 256612 w 306326"/>
                  <a:gd name="connsiteY8" fmla="*/ 808744 h 988832"/>
                  <a:gd name="connsiteX9" fmla="*/ 187772 w 306326"/>
                  <a:gd name="connsiteY9" fmla="*/ 644795 h 988832"/>
                  <a:gd name="connsiteX10" fmla="*/ 119696 w 306326"/>
                  <a:gd name="connsiteY10" fmla="*/ 451204 h 988832"/>
                  <a:gd name="connsiteX11" fmla="*/ 205195 w 306326"/>
                  <a:gd name="connsiteY11" fmla="*/ 103378 h 988832"/>
                  <a:gd name="connsiteX0" fmla="*/ 72092 w 310405"/>
                  <a:gd name="connsiteY0" fmla="*/ 0 h 988832"/>
                  <a:gd name="connsiteX1" fmla="*/ 21923 w 310405"/>
                  <a:gd name="connsiteY1" fmla="*/ 265387 h 988832"/>
                  <a:gd name="connsiteX2" fmla="*/ 4389 w 310405"/>
                  <a:gd name="connsiteY2" fmla="*/ 447637 h 988832"/>
                  <a:gd name="connsiteX3" fmla="*/ 76530 w 310405"/>
                  <a:gd name="connsiteY3" fmla="*/ 643732 h 988832"/>
                  <a:gd name="connsiteX4" fmla="*/ 163122 w 310405"/>
                  <a:gd name="connsiteY4" fmla="*/ 798405 h 988832"/>
                  <a:gd name="connsiteX5" fmla="*/ 202068 w 310405"/>
                  <a:gd name="connsiteY5" fmla="*/ 928207 h 988832"/>
                  <a:gd name="connsiteX6" fmla="*/ 267918 w 310405"/>
                  <a:gd name="connsiteY6" fmla="*/ 987806 h 988832"/>
                  <a:gd name="connsiteX7" fmla="*/ 309697 w 310405"/>
                  <a:gd name="connsiteY7" fmla="*/ 923496 h 988832"/>
                  <a:gd name="connsiteX8" fmla="*/ 260691 w 310405"/>
                  <a:gd name="connsiteY8" fmla="*/ 808744 h 988832"/>
                  <a:gd name="connsiteX9" fmla="*/ 191851 w 310405"/>
                  <a:gd name="connsiteY9" fmla="*/ 644795 h 988832"/>
                  <a:gd name="connsiteX10" fmla="*/ 123775 w 310405"/>
                  <a:gd name="connsiteY10" fmla="*/ 451204 h 988832"/>
                  <a:gd name="connsiteX11" fmla="*/ 209274 w 310405"/>
                  <a:gd name="connsiteY11" fmla="*/ 103378 h 988832"/>
                  <a:gd name="connsiteX0" fmla="*/ 72092 w 309916"/>
                  <a:gd name="connsiteY0" fmla="*/ 0 h 988841"/>
                  <a:gd name="connsiteX1" fmla="*/ 21923 w 309916"/>
                  <a:gd name="connsiteY1" fmla="*/ 265387 h 988841"/>
                  <a:gd name="connsiteX2" fmla="*/ 4389 w 309916"/>
                  <a:gd name="connsiteY2" fmla="*/ 447637 h 988841"/>
                  <a:gd name="connsiteX3" fmla="*/ 76530 w 309916"/>
                  <a:gd name="connsiteY3" fmla="*/ 643732 h 988841"/>
                  <a:gd name="connsiteX4" fmla="*/ 163122 w 309916"/>
                  <a:gd name="connsiteY4" fmla="*/ 798405 h 988841"/>
                  <a:gd name="connsiteX5" fmla="*/ 202068 w 309916"/>
                  <a:gd name="connsiteY5" fmla="*/ 928207 h 988841"/>
                  <a:gd name="connsiteX6" fmla="*/ 267918 w 309916"/>
                  <a:gd name="connsiteY6" fmla="*/ 987806 h 988841"/>
                  <a:gd name="connsiteX7" fmla="*/ 309697 w 309916"/>
                  <a:gd name="connsiteY7" fmla="*/ 923496 h 988841"/>
                  <a:gd name="connsiteX8" fmla="*/ 268132 w 309916"/>
                  <a:gd name="connsiteY8" fmla="*/ 805785 h 988841"/>
                  <a:gd name="connsiteX9" fmla="*/ 191851 w 309916"/>
                  <a:gd name="connsiteY9" fmla="*/ 644795 h 988841"/>
                  <a:gd name="connsiteX10" fmla="*/ 123775 w 309916"/>
                  <a:gd name="connsiteY10" fmla="*/ 451204 h 988841"/>
                  <a:gd name="connsiteX11" fmla="*/ 209274 w 309916"/>
                  <a:gd name="connsiteY11" fmla="*/ 103378 h 988841"/>
                  <a:gd name="connsiteX0" fmla="*/ 72092 w 314658"/>
                  <a:gd name="connsiteY0" fmla="*/ 0 h 987837"/>
                  <a:gd name="connsiteX1" fmla="*/ 21923 w 314658"/>
                  <a:gd name="connsiteY1" fmla="*/ 265387 h 987837"/>
                  <a:gd name="connsiteX2" fmla="*/ 4389 w 314658"/>
                  <a:gd name="connsiteY2" fmla="*/ 447637 h 987837"/>
                  <a:gd name="connsiteX3" fmla="*/ 76530 w 314658"/>
                  <a:gd name="connsiteY3" fmla="*/ 643732 h 987837"/>
                  <a:gd name="connsiteX4" fmla="*/ 163122 w 314658"/>
                  <a:gd name="connsiteY4" fmla="*/ 798405 h 987837"/>
                  <a:gd name="connsiteX5" fmla="*/ 202068 w 314658"/>
                  <a:gd name="connsiteY5" fmla="*/ 928207 h 987837"/>
                  <a:gd name="connsiteX6" fmla="*/ 267918 w 314658"/>
                  <a:gd name="connsiteY6" fmla="*/ 987806 h 987837"/>
                  <a:gd name="connsiteX7" fmla="*/ 314658 w 314658"/>
                  <a:gd name="connsiteY7" fmla="*/ 921523 h 987837"/>
                  <a:gd name="connsiteX8" fmla="*/ 268132 w 314658"/>
                  <a:gd name="connsiteY8" fmla="*/ 805785 h 987837"/>
                  <a:gd name="connsiteX9" fmla="*/ 191851 w 314658"/>
                  <a:gd name="connsiteY9" fmla="*/ 644795 h 987837"/>
                  <a:gd name="connsiteX10" fmla="*/ 123775 w 314658"/>
                  <a:gd name="connsiteY10" fmla="*/ 451204 h 987837"/>
                  <a:gd name="connsiteX11" fmla="*/ 209274 w 314658"/>
                  <a:gd name="connsiteY11" fmla="*/ 103378 h 987837"/>
                  <a:gd name="connsiteX0" fmla="*/ 50266 w 292832"/>
                  <a:gd name="connsiteY0" fmla="*/ 0 h 987837"/>
                  <a:gd name="connsiteX1" fmla="*/ 97 w 292832"/>
                  <a:gd name="connsiteY1" fmla="*/ 265387 h 987837"/>
                  <a:gd name="connsiteX2" fmla="*/ 54704 w 292832"/>
                  <a:gd name="connsiteY2" fmla="*/ 643732 h 987837"/>
                  <a:gd name="connsiteX3" fmla="*/ 141296 w 292832"/>
                  <a:gd name="connsiteY3" fmla="*/ 798405 h 987837"/>
                  <a:gd name="connsiteX4" fmla="*/ 180242 w 292832"/>
                  <a:gd name="connsiteY4" fmla="*/ 928207 h 987837"/>
                  <a:gd name="connsiteX5" fmla="*/ 246092 w 292832"/>
                  <a:gd name="connsiteY5" fmla="*/ 987806 h 987837"/>
                  <a:gd name="connsiteX6" fmla="*/ 292832 w 292832"/>
                  <a:gd name="connsiteY6" fmla="*/ 921523 h 987837"/>
                  <a:gd name="connsiteX7" fmla="*/ 246306 w 292832"/>
                  <a:gd name="connsiteY7" fmla="*/ 805785 h 987837"/>
                  <a:gd name="connsiteX8" fmla="*/ 170025 w 292832"/>
                  <a:gd name="connsiteY8" fmla="*/ 644795 h 987837"/>
                  <a:gd name="connsiteX9" fmla="*/ 101949 w 292832"/>
                  <a:gd name="connsiteY9" fmla="*/ 451204 h 987837"/>
                  <a:gd name="connsiteX10" fmla="*/ 187448 w 292832"/>
                  <a:gd name="connsiteY10" fmla="*/ 103378 h 987837"/>
                  <a:gd name="connsiteX0" fmla="*/ 3413 w 245979"/>
                  <a:gd name="connsiteY0" fmla="*/ 0 h 987837"/>
                  <a:gd name="connsiteX1" fmla="*/ 7851 w 245979"/>
                  <a:gd name="connsiteY1" fmla="*/ 643732 h 987837"/>
                  <a:gd name="connsiteX2" fmla="*/ 94443 w 245979"/>
                  <a:gd name="connsiteY2" fmla="*/ 798405 h 987837"/>
                  <a:gd name="connsiteX3" fmla="*/ 133389 w 245979"/>
                  <a:gd name="connsiteY3" fmla="*/ 928207 h 987837"/>
                  <a:gd name="connsiteX4" fmla="*/ 199239 w 245979"/>
                  <a:gd name="connsiteY4" fmla="*/ 987806 h 987837"/>
                  <a:gd name="connsiteX5" fmla="*/ 245979 w 245979"/>
                  <a:gd name="connsiteY5" fmla="*/ 921523 h 987837"/>
                  <a:gd name="connsiteX6" fmla="*/ 199453 w 245979"/>
                  <a:gd name="connsiteY6" fmla="*/ 805785 h 987837"/>
                  <a:gd name="connsiteX7" fmla="*/ 123172 w 245979"/>
                  <a:gd name="connsiteY7" fmla="*/ 644795 h 987837"/>
                  <a:gd name="connsiteX8" fmla="*/ 55096 w 245979"/>
                  <a:gd name="connsiteY8" fmla="*/ 451204 h 987837"/>
                  <a:gd name="connsiteX9" fmla="*/ 140595 w 245979"/>
                  <a:gd name="connsiteY9" fmla="*/ 103378 h 987837"/>
                  <a:gd name="connsiteX0" fmla="*/ 0 w 238128"/>
                  <a:gd name="connsiteY0" fmla="*/ 540354 h 884459"/>
                  <a:gd name="connsiteX1" fmla="*/ 86592 w 238128"/>
                  <a:gd name="connsiteY1" fmla="*/ 695027 h 884459"/>
                  <a:gd name="connsiteX2" fmla="*/ 125538 w 238128"/>
                  <a:gd name="connsiteY2" fmla="*/ 824829 h 884459"/>
                  <a:gd name="connsiteX3" fmla="*/ 191388 w 238128"/>
                  <a:gd name="connsiteY3" fmla="*/ 884428 h 884459"/>
                  <a:gd name="connsiteX4" fmla="*/ 238128 w 238128"/>
                  <a:gd name="connsiteY4" fmla="*/ 818145 h 884459"/>
                  <a:gd name="connsiteX5" fmla="*/ 191602 w 238128"/>
                  <a:gd name="connsiteY5" fmla="*/ 702407 h 884459"/>
                  <a:gd name="connsiteX6" fmla="*/ 115321 w 238128"/>
                  <a:gd name="connsiteY6" fmla="*/ 541417 h 884459"/>
                  <a:gd name="connsiteX7" fmla="*/ 47245 w 238128"/>
                  <a:gd name="connsiteY7" fmla="*/ 347826 h 884459"/>
                  <a:gd name="connsiteX8" fmla="*/ 132744 w 238128"/>
                  <a:gd name="connsiteY8" fmla="*/ 0 h 884459"/>
                  <a:gd name="connsiteX0" fmla="*/ 0 w 238128"/>
                  <a:gd name="connsiteY0" fmla="*/ 192528 h 536633"/>
                  <a:gd name="connsiteX1" fmla="*/ 86592 w 238128"/>
                  <a:gd name="connsiteY1" fmla="*/ 347201 h 536633"/>
                  <a:gd name="connsiteX2" fmla="*/ 125538 w 238128"/>
                  <a:gd name="connsiteY2" fmla="*/ 477003 h 536633"/>
                  <a:gd name="connsiteX3" fmla="*/ 191388 w 238128"/>
                  <a:gd name="connsiteY3" fmla="*/ 536602 h 536633"/>
                  <a:gd name="connsiteX4" fmla="*/ 238128 w 238128"/>
                  <a:gd name="connsiteY4" fmla="*/ 470319 h 536633"/>
                  <a:gd name="connsiteX5" fmla="*/ 191602 w 238128"/>
                  <a:gd name="connsiteY5" fmla="*/ 354581 h 536633"/>
                  <a:gd name="connsiteX6" fmla="*/ 115321 w 238128"/>
                  <a:gd name="connsiteY6" fmla="*/ 193591 h 536633"/>
                  <a:gd name="connsiteX7" fmla="*/ 47245 w 238128"/>
                  <a:gd name="connsiteY7" fmla="*/ 0 h 536633"/>
                  <a:gd name="connsiteX0" fmla="*/ 0 w 238128"/>
                  <a:gd name="connsiteY0" fmla="*/ 76021 h 420126"/>
                  <a:gd name="connsiteX1" fmla="*/ 86592 w 238128"/>
                  <a:gd name="connsiteY1" fmla="*/ 230694 h 420126"/>
                  <a:gd name="connsiteX2" fmla="*/ 125538 w 238128"/>
                  <a:gd name="connsiteY2" fmla="*/ 360496 h 420126"/>
                  <a:gd name="connsiteX3" fmla="*/ 191388 w 238128"/>
                  <a:gd name="connsiteY3" fmla="*/ 420095 h 420126"/>
                  <a:gd name="connsiteX4" fmla="*/ 238128 w 238128"/>
                  <a:gd name="connsiteY4" fmla="*/ 353812 h 420126"/>
                  <a:gd name="connsiteX5" fmla="*/ 191602 w 238128"/>
                  <a:gd name="connsiteY5" fmla="*/ 238074 h 420126"/>
                  <a:gd name="connsiteX6" fmla="*/ 115321 w 238128"/>
                  <a:gd name="connsiteY6" fmla="*/ 77084 h 420126"/>
                  <a:gd name="connsiteX7" fmla="*/ 4049 w 238128"/>
                  <a:gd name="connsiteY7" fmla="*/ 0 h 420126"/>
                  <a:gd name="connsiteX0" fmla="*/ 0 w 238128"/>
                  <a:gd name="connsiteY0" fmla="*/ 76021 h 420126"/>
                  <a:gd name="connsiteX1" fmla="*/ 86592 w 238128"/>
                  <a:gd name="connsiteY1" fmla="*/ 230694 h 420126"/>
                  <a:gd name="connsiteX2" fmla="*/ 125538 w 238128"/>
                  <a:gd name="connsiteY2" fmla="*/ 360496 h 420126"/>
                  <a:gd name="connsiteX3" fmla="*/ 191388 w 238128"/>
                  <a:gd name="connsiteY3" fmla="*/ 420095 h 420126"/>
                  <a:gd name="connsiteX4" fmla="*/ 238128 w 238128"/>
                  <a:gd name="connsiteY4" fmla="*/ 353812 h 420126"/>
                  <a:gd name="connsiteX5" fmla="*/ 191602 w 238128"/>
                  <a:gd name="connsiteY5" fmla="*/ 238074 h 420126"/>
                  <a:gd name="connsiteX6" fmla="*/ 102278 w 238128"/>
                  <a:gd name="connsiteY6" fmla="*/ 121903 h 420126"/>
                  <a:gd name="connsiteX7" fmla="*/ 4049 w 238128"/>
                  <a:gd name="connsiteY7" fmla="*/ 0 h 420126"/>
                  <a:gd name="connsiteX0" fmla="*/ 0 w 238128"/>
                  <a:gd name="connsiteY0" fmla="*/ 76021 h 420126"/>
                  <a:gd name="connsiteX1" fmla="*/ 74529 w 238128"/>
                  <a:gd name="connsiteY1" fmla="*/ 247502 h 420126"/>
                  <a:gd name="connsiteX2" fmla="*/ 125538 w 238128"/>
                  <a:gd name="connsiteY2" fmla="*/ 360496 h 420126"/>
                  <a:gd name="connsiteX3" fmla="*/ 191388 w 238128"/>
                  <a:gd name="connsiteY3" fmla="*/ 420095 h 420126"/>
                  <a:gd name="connsiteX4" fmla="*/ 238128 w 238128"/>
                  <a:gd name="connsiteY4" fmla="*/ 353812 h 420126"/>
                  <a:gd name="connsiteX5" fmla="*/ 191602 w 238128"/>
                  <a:gd name="connsiteY5" fmla="*/ 238074 h 420126"/>
                  <a:gd name="connsiteX6" fmla="*/ 102278 w 238128"/>
                  <a:gd name="connsiteY6" fmla="*/ 121903 h 420126"/>
                  <a:gd name="connsiteX7" fmla="*/ 4049 w 238128"/>
                  <a:gd name="connsiteY7" fmla="*/ 0 h 420126"/>
                  <a:gd name="connsiteX0" fmla="*/ 0 w 235293"/>
                  <a:gd name="connsiteY0" fmla="*/ 99321 h 420126"/>
                  <a:gd name="connsiteX1" fmla="*/ 71694 w 235293"/>
                  <a:gd name="connsiteY1" fmla="*/ 247502 h 420126"/>
                  <a:gd name="connsiteX2" fmla="*/ 122703 w 235293"/>
                  <a:gd name="connsiteY2" fmla="*/ 360496 h 420126"/>
                  <a:gd name="connsiteX3" fmla="*/ 188553 w 235293"/>
                  <a:gd name="connsiteY3" fmla="*/ 420095 h 420126"/>
                  <a:gd name="connsiteX4" fmla="*/ 235293 w 235293"/>
                  <a:gd name="connsiteY4" fmla="*/ 353812 h 420126"/>
                  <a:gd name="connsiteX5" fmla="*/ 188767 w 235293"/>
                  <a:gd name="connsiteY5" fmla="*/ 238074 h 420126"/>
                  <a:gd name="connsiteX6" fmla="*/ 99443 w 235293"/>
                  <a:gd name="connsiteY6" fmla="*/ 121903 h 420126"/>
                  <a:gd name="connsiteX7" fmla="*/ 1214 w 235293"/>
                  <a:gd name="connsiteY7" fmla="*/ 0 h 420126"/>
                  <a:gd name="connsiteX0" fmla="*/ 0 w 235293"/>
                  <a:gd name="connsiteY0" fmla="*/ 99321 h 420126"/>
                  <a:gd name="connsiteX1" fmla="*/ 71694 w 235293"/>
                  <a:gd name="connsiteY1" fmla="*/ 247502 h 420126"/>
                  <a:gd name="connsiteX2" fmla="*/ 122703 w 235293"/>
                  <a:gd name="connsiteY2" fmla="*/ 360496 h 420126"/>
                  <a:gd name="connsiteX3" fmla="*/ 188553 w 235293"/>
                  <a:gd name="connsiteY3" fmla="*/ 420095 h 420126"/>
                  <a:gd name="connsiteX4" fmla="*/ 235293 w 235293"/>
                  <a:gd name="connsiteY4" fmla="*/ 353812 h 420126"/>
                  <a:gd name="connsiteX5" fmla="*/ 188767 w 235293"/>
                  <a:gd name="connsiteY5" fmla="*/ 238074 h 420126"/>
                  <a:gd name="connsiteX6" fmla="*/ 99443 w 235293"/>
                  <a:gd name="connsiteY6" fmla="*/ 121903 h 420126"/>
                  <a:gd name="connsiteX7" fmla="*/ 1214 w 235293"/>
                  <a:gd name="connsiteY7" fmla="*/ 0 h 420126"/>
                  <a:gd name="connsiteX0" fmla="*/ 0 w 251046"/>
                  <a:gd name="connsiteY0" fmla="*/ 132173 h 420126"/>
                  <a:gd name="connsiteX1" fmla="*/ 87447 w 251046"/>
                  <a:gd name="connsiteY1" fmla="*/ 247502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83141 w 251046"/>
                  <a:gd name="connsiteY1" fmla="*/ 266220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83141 w 251046"/>
                  <a:gd name="connsiteY1" fmla="*/ 266220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98529 w 251046"/>
                  <a:gd name="connsiteY1" fmla="*/ 258705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  <a:gd name="connsiteX0" fmla="*/ 0 w 251046"/>
                  <a:gd name="connsiteY0" fmla="*/ 132173 h 420126"/>
                  <a:gd name="connsiteX1" fmla="*/ 98529 w 251046"/>
                  <a:gd name="connsiteY1" fmla="*/ 258705 h 420126"/>
                  <a:gd name="connsiteX2" fmla="*/ 138456 w 251046"/>
                  <a:gd name="connsiteY2" fmla="*/ 360496 h 420126"/>
                  <a:gd name="connsiteX3" fmla="*/ 204306 w 251046"/>
                  <a:gd name="connsiteY3" fmla="*/ 420095 h 420126"/>
                  <a:gd name="connsiteX4" fmla="*/ 251046 w 251046"/>
                  <a:gd name="connsiteY4" fmla="*/ 353812 h 420126"/>
                  <a:gd name="connsiteX5" fmla="*/ 204520 w 251046"/>
                  <a:gd name="connsiteY5" fmla="*/ 238074 h 420126"/>
                  <a:gd name="connsiteX6" fmla="*/ 115196 w 251046"/>
                  <a:gd name="connsiteY6" fmla="*/ 121903 h 420126"/>
                  <a:gd name="connsiteX7" fmla="*/ 16967 w 251046"/>
                  <a:gd name="connsiteY7" fmla="*/ 0 h 420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1046" h="420126">
                    <a:moveTo>
                      <a:pt x="0" y="132173"/>
                    </a:moveTo>
                    <a:cubicBezTo>
                      <a:pt x="25997" y="194447"/>
                      <a:pt x="75453" y="220651"/>
                      <a:pt x="98529" y="258705"/>
                    </a:cubicBezTo>
                    <a:cubicBezTo>
                      <a:pt x="121605" y="296759"/>
                      <a:pt x="120676" y="308941"/>
                      <a:pt x="138456" y="360496"/>
                    </a:cubicBezTo>
                    <a:cubicBezTo>
                      <a:pt x="155218" y="392261"/>
                      <a:pt x="185541" y="421209"/>
                      <a:pt x="204306" y="420095"/>
                    </a:cubicBezTo>
                    <a:cubicBezTo>
                      <a:pt x="223071" y="418981"/>
                      <a:pt x="251010" y="384149"/>
                      <a:pt x="251046" y="353812"/>
                    </a:cubicBezTo>
                    <a:cubicBezTo>
                      <a:pt x="251082" y="323475"/>
                      <a:pt x="227162" y="276726"/>
                      <a:pt x="204520" y="238074"/>
                    </a:cubicBezTo>
                    <a:cubicBezTo>
                      <a:pt x="181878" y="199422"/>
                      <a:pt x="143968" y="186044"/>
                      <a:pt x="115196" y="121903"/>
                    </a:cubicBezTo>
                    <a:cubicBezTo>
                      <a:pt x="71474" y="59634"/>
                      <a:pt x="36459" y="43548"/>
                      <a:pt x="16967" y="0"/>
                    </a:cubicBezTo>
                  </a:path>
                </a:pathLst>
              </a:custGeom>
              <a:grpFill/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517" name="组合 516">
                <a:extLst>
                  <a:ext uri="{FF2B5EF4-FFF2-40B4-BE49-F238E27FC236}">
                    <a16:creationId xmlns:a16="http://schemas.microsoft.com/office/drawing/2014/main" id="{9FBE47D5-3125-B6E1-3DA2-5A120095EFC1}"/>
                  </a:ext>
                </a:extLst>
              </p:cNvPr>
              <p:cNvGrpSpPr/>
              <p:nvPr/>
            </p:nvGrpSpPr>
            <p:grpSpPr>
              <a:xfrm>
                <a:off x="2878305" y="2947724"/>
                <a:ext cx="876681" cy="3154072"/>
                <a:chOff x="5419370" y="7342613"/>
                <a:chExt cx="876681" cy="3154072"/>
              </a:xfrm>
              <a:grpFill/>
            </p:grpSpPr>
            <p:sp>
              <p:nvSpPr>
                <p:cNvPr id="518" name="任意多边形: 形状 517">
                  <a:extLst>
                    <a:ext uri="{FF2B5EF4-FFF2-40B4-BE49-F238E27FC236}">
                      <a16:creationId xmlns:a16="http://schemas.microsoft.com/office/drawing/2014/main" id="{66649C04-6D9D-F65F-73E8-4058FB09D44F}"/>
                    </a:ext>
                  </a:extLst>
                </p:cNvPr>
                <p:cNvSpPr/>
                <p:nvPr/>
              </p:nvSpPr>
              <p:spPr>
                <a:xfrm rot="20202591">
                  <a:off x="5425008" y="9037796"/>
                  <a:ext cx="651603" cy="1446399"/>
                </a:xfrm>
                <a:custGeom>
                  <a:avLst/>
                  <a:gdLst>
                    <a:gd name="connsiteX0" fmla="*/ 69850 w 304815"/>
                    <a:gd name="connsiteY0" fmla="*/ 0 h 581025"/>
                    <a:gd name="connsiteX1" fmla="*/ 69850 w 304815"/>
                    <a:gd name="connsiteY1" fmla="*/ 0 h 581025"/>
                    <a:gd name="connsiteX2" fmla="*/ 50800 w 304815"/>
                    <a:gd name="connsiteY2" fmla="*/ 111125 h 581025"/>
                    <a:gd name="connsiteX3" fmla="*/ 15875 w 304815"/>
                    <a:gd name="connsiteY3" fmla="*/ 263525 h 581025"/>
                    <a:gd name="connsiteX4" fmla="*/ 0 w 304815"/>
                    <a:gd name="connsiteY4" fmla="*/ 396875 h 581025"/>
                    <a:gd name="connsiteX5" fmla="*/ 85725 w 304815"/>
                    <a:gd name="connsiteY5" fmla="*/ 571500 h 581025"/>
                    <a:gd name="connsiteX6" fmla="*/ 117475 w 304815"/>
                    <a:gd name="connsiteY6" fmla="*/ 581025 h 581025"/>
                    <a:gd name="connsiteX7" fmla="*/ 206375 w 304815"/>
                    <a:gd name="connsiteY7" fmla="*/ 523875 h 581025"/>
                    <a:gd name="connsiteX8" fmla="*/ 250825 w 304815"/>
                    <a:gd name="connsiteY8" fmla="*/ 479425 h 581025"/>
                    <a:gd name="connsiteX9" fmla="*/ 304800 w 304815"/>
                    <a:gd name="connsiteY9" fmla="*/ 330200 h 581025"/>
                    <a:gd name="connsiteX10" fmla="*/ 288925 w 304815"/>
                    <a:gd name="connsiteY10" fmla="*/ 187325 h 581025"/>
                    <a:gd name="connsiteX11" fmla="*/ 257175 w 304815"/>
                    <a:gd name="connsiteY11" fmla="*/ 123825 h 581025"/>
                    <a:gd name="connsiteX12" fmla="*/ 225425 w 304815"/>
                    <a:gd name="connsiteY12" fmla="*/ 76200 h 581025"/>
                    <a:gd name="connsiteX13" fmla="*/ 155575 w 304815"/>
                    <a:gd name="connsiteY13" fmla="*/ 15875 h 581025"/>
                    <a:gd name="connsiteX14" fmla="*/ 139700 w 304815"/>
                    <a:gd name="connsiteY14" fmla="*/ 9525 h 581025"/>
                    <a:gd name="connsiteX15" fmla="*/ 123825 w 304815"/>
                    <a:gd name="connsiteY15" fmla="*/ 0 h 581025"/>
                    <a:gd name="connsiteX16" fmla="*/ 111125 w 304815"/>
                    <a:gd name="connsiteY16" fmla="*/ 3175 h 581025"/>
                    <a:gd name="connsiteX17" fmla="*/ 69850 w 304815"/>
                    <a:gd name="connsiteY17" fmla="*/ 0 h 581025"/>
                    <a:gd name="connsiteX0" fmla="*/ 69850 w 908599"/>
                    <a:gd name="connsiteY0" fmla="*/ 0 h 2095622"/>
                    <a:gd name="connsiteX1" fmla="*/ 69850 w 908599"/>
                    <a:gd name="connsiteY1" fmla="*/ 0 h 2095622"/>
                    <a:gd name="connsiteX2" fmla="*/ 50800 w 908599"/>
                    <a:gd name="connsiteY2" fmla="*/ 111125 h 2095622"/>
                    <a:gd name="connsiteX3" fmla="*/ 15875 w 908599"/>
                    <a:gd name="connsiteY3" fmla="*/ 263525 h 2095622"/>
                    <a:gd name="connsiteX4" fmla="*/ 0 w 908599"/>
                    <a:gd name="connsiteY4" fmla="*/ 396875 h 2095622"/>
                    <a:gd name="connsiteX5" fmla="*/ 85725 w 908599"/>
                    <a:gd name="connsiteY5" fmla="*/ 571500 h 2095622"/>
                    <a:gd name="connsiteX6" fmla="*/ 117475 w 908599"/>
                    <a:gd name="connsiteY6" fmla="*/ 581025 h 2095622"/>
                    <a:gd name="connsiteX7" fmla="*/ 206375 w 908599"/>
                    <a:gd name="connsiteY7" fmla="*/ 523875 h 2095622"/>
                    <a:gd name="connsiteX8" fmla="*/ 908050 w 908599"/>
                    <a:gd name="connsiteY8" fmla="*/ 2095500 h 2095622"/>
                    <a:gd name="connsiteX9" fmla="*/ 304800 w 908599"/>
                    <a:gd name="connsiteY9" fmla="*/ 330200 h 2095622"/>
                    <a:gd name="connsiteX10" fmla="*/ 288925 w 908599"/>
                    <a:gd name="connsiteY10" fmla="*/ 187325 h 2095622"/>
                    <a:gd name="connsiteX11" fmla="*/ 257175 w 908599"/>
                    <a:gd name="connsiteY11" fmla="*/ 123825 h 2095622"/>
                    <a:gd name="connsiteX12" fmla="*/ 225425 w 908599"/>
                    <a:gd name="connsiteY12" fmla="*/ 76200 h 2095622"/>
                    <a:gd name="connsiteX13" fmla="*/ 155575 w 908599"/>
                    <a:gd name="connsiteY13" fmla="*/ 15875 h 2095622"/>
                    <a:gd name="connsiteX14" fmla="*/ 139700 w 908599"/>
                    <a:gd name="connsiteY14" fmla="*/ 9525 h 2095622"/>
                    <a:gd name="connsiteX15" fmla="*/ 123825 w 908599"/>
                    <a:gd name="connsiteY15" fmla="*/ 0 h 2095622"/>
                    <a:gd name="connsiteX16" fmla="*/ 111125 w 908599"/>
                    <a:gd name="connsiteY16" fmla="*/ 3175 h 2095622"/>
                    <a:gd name="connsiteX17" fmla="*/ 69850 w 908599"/>
                    <a:gd name="connsiteY17" fmla="*/ 0 h 2095622"/>
                    <a:gd name="connsiteX0" fmla="*/ 69850 w 908599"/>
                    <a:gd name="connsiteY0" fmla="*/ 0 h 2246968"/>
                    <a:gd name="connsiteX1" fmla="*/ 69850 w 908599"/>
                    <a:gd name="connsiteY1" fmla="*/ 0 h 2246968"/>
                    <a:gd name="connsiteX2" fmla="*/ 50800 w 908599"/>
                    <a:gd name="connsiteY2" fmla="*/ 111125 h 2246968"/>
                    <a:gd name="connsiteX3" fmla="*/ 15875 w 908599"/>
                    <a:gd name="connsiteY3" fmla="*/ 263525 h 2246968"/>
                    <a:gd name="connsiteX4" fmla="*/ 0 w 908599"/>
                    <a:gd name="connsiteY4" fmla="*/ 396875 h 2246968"/>
                    <a:gd name="connsiteX5" fmla="*/ 85725 w 908599"/>
                    <a:gd name="connsiteY5" fmla="*/ 571500 h 2246968"/>
                    <a:gd name="connsiteX6" fmla="*/ 117475 w 908599"/>
                    <a:gd name="connsiteY6" fmla="*/ 581025 h 2246968"/>
                    <a:gd name="connsiteX7" fmla="*/ 784225 w 908599"/>
                    <a:gd name="connsiteY7" fmla="*/ 2143125 h 2246968"/>
                    <a:gd name="connsiteX8" fmla="*/ 908050 w 908599"/>
                    <a:gd name="connsiteY8" fmla="*/ 2095500 h 2246968"/>
                    <a:gd name="connsiteX9" fmla="*/ 304800 w 908599"/>
                    <a:gd name="connsiteY9" fmla="*/ 330200 h 2246968"/>
                    <a:gd name="connsiteX10" fmla="*/ 288925 w 908599"/>
                    <a:gd name="connsiteY10" fmla="*/ 187325 h 2246968"/>
                    <a:gd name="connsiteX11" fmla="*/ 257175 w 908599"/>
                    <a:gd name="connsiteY11" fmla="*/ 123825 h 2246968"/>
                    <a:gd name="connsiteX12" fmla="*/ 225425 w 908599"/>
                    <a:gd name="connsiteY12" fmla="*/ 76200 h 2246968"/>
                    <a:gd name="connsiteX13" fmla="*/ 155575 w 908599"/>
                    <a:gd name="connsiteY13" fmla="*/ 15875 h 2246968"/>
                    <a:gd name="connsiteX14" fmla="*/ 139700 w 908599"/>
                    <a:gd name="connsiteY14" fmla="*/ 9525 h 2246968"/>
                    <a:gd name="connsiteX15" fmla="*/ 123825 w 908599"/>
                    <a:gd name="connsiteY15" fmla="*/ 0 h 2246968"/>
                    <a:gd name="connsiteX16" fmla="*/ 111125 w 908599"/>
                    <a:gd name="connsiteY16" fmla="*/ 3175 h 2246968"/>
                    <a:gd name="connsiteX17" fmla="*/ 69850 w 908599"/>
                    <a:gd name="connsiteY17" fmla="*/ 0 h 2246968"/>
                    <a:gd name="connsiteX0" fmla="*/ 69850 w 1114427"/>
                    <a:gd name="connsiteY0" fmla="*/ 0 h 2246968"/>
                    <a:gd name="connsiteX1" fmla="*/ 69850 w 1114427"/>
                    <a:gd name="connsiteY1" fmla="*/ 0 h 2246968"/>
                    <a:gd name="connsiteX2" fmla="*/ 50800 w 1114427"/>
                    <a:gd name="connsiteY2" fmla="*/ 111125 h 2246968"/>
                    <a:gd name="connsiteX3" fmla="*/ 15875 w 1114427"/>
                    <a:gd name="connsiteY3" fmla="*/ 263525 h 2246968"/>
                    <a:gd name="connsiteX4" fmla="*/ 0 w 1114427"/>
                    <a:gd name="connsiteY4" fmla="*/ 396875 h 2246968"/>
                    <a:gd name="connsiteX5" fmla="*/ 85725 w 1114427"/>
                    <a:gd name="connsiteY5" fmla="*/ 571500 h 2246968"/>
                    <a:gd name="connsiteX6" fmla="*/ 117475 w 1114427"/>
                    <a:gd name="connsiteY6" fmla="*/ 581025 h 2246968"/>
                    <a:gd name="connsiteX7" fmla="*/ 784225 w 1114427"/>
                    <a:gd name="connsiteY7" fmla="*/ 2143125 h 2246968"/>
                    <a:gd name="connsiteX8" fmla="*/ 908050 w 1114427"/>
                    <a:gd name="connsiteY8" fmla="*/ 2095500 h 2246968"/>
                    <a:gd name="connsiteX9" fmla="*/ 1114425 w 1114427"/>
                    <a:gd name="connsiteY9" fmla="*/ 2009775 h 2246968"/>
                    <a:gd name="connsiteX10" fmla="*/ 288925 w 1114427"/>
                    <a:gd name="connsiteY10" fmla="*/ 187325 h 2246968"/>
                    <a:gd name="connsiteX11" fmla="*/ 257175 w 1114427"/>
                    <a:gd name="connsiteY11" fmla="*/ 123825 h 2246968"/>
                    <a:gd name="connsiteX12" fmla="*/ 225425 w 1114427"/>
                    <a:gd name="connsiteY12" fmla="*/ 76200 h 2246968"/>
                    <a:gd name="connsiteX13" fmla="*/ 155575 w 1114427"/>
                    <a:gd name="connsiteY13" fmla="*/ 15875 h 2246968"/>
                    <a:gd name="connsiteX14" fmla="*/ 139700 w 1114427"/>
                    <a:gd name="connsiteY14" fmla="*/ 9525 h 2246968"/>
                    <a:gd name="connsiteX15" fmla="*/ 123825 w 1114427"/>
                    <a:gd name="connsiteY15" fmla="*/ 0 h 2246968"/>
                    <a:gd name="connsiteX16" fmla="*/ 111125 w 1114427"/>
                    <a:gd name="connsiteY16" fmla="*/ 3175 h 2246968"/>
                    <a:gd name="connsiteX17" fmla="*/ 69850 w 1114427"/>
                    <a:gd name="connsiteY17" fmla="*/ 0 h 2246968"/>
                    <a:gd name="connsiteX0" fmla="*/ 69850 w 1114427"/>
                    <a:gd name="connsiteY0" fmla="*/ 0 h 2225485"/>
                    <a:gd name="connsiteX1" fmla="*/ 69850 w 1114427"/>
                    <a:gd name="connsiteY1" fmla="*/ 0 h 2225485"/>
                    <a:gd name="connsiteX2" fmla="*/ 50800 w 1114427"/>
                    <a:gd name="connsiteY2" fmla="*/ 111125 h 2225485"/>
                    <a:gd name="connsiteX3" fmla="*/ 15875 w 1114427"/>
                    <a:gd name="connsiteY3" fmla="*/ 263525 h 2225485"/>
                    <a:gd name="connsiteX4" fmla="*/ 0 w 1114427"/>
                    <a:gd name="connsiteY4" fmla="*/ 396875 h 2225485"/>
                    <a:gd name="connsiteX5" fmla="*/ 85725 w 1114427"/>
                    <a:gd name="connsiteY5" fmla="*/ 571500 h 2225485"/>
                    <a:gd name="connsiteX6" fmla="*/ 117475 w 1114427"/>
                    <a:gd name="connsiteY6" fmla="*/ 581025 h 2225485"/>
                    <a:gd name="connsiteX7" fmla="*/ 254000 w 1114427"/>
                    <a:gd name="connsiteY7" fmla="*/ 873124 h 2225485"/>
                    <a:gd name="connsiteX8" fmla="*/ 784225 w 1114427"/>
                    <a:gd name="connsiteY8" fmla="*/ 2143125 h 2225485"/>
                    <a:gd name="connsiteX9" fmla="*/ 908050 w 1114427"/>
                    <a:gd name="connsiteY9" fmla="*/ 2095500 h 2225485"/>
                    <a:gd name="connsiteX10" fmla="*/ 1114425 w 1114427"/>
                    <a:gd name="connsiteY10" fmla="*/ 2009775 h 2225485"/>
                    <a:gd name="connsiteX11" fmla="*/ 288925 w 1114427"/>
                    <a:gd name="connsiteY11" fmla="*/ 187325 h 2225485"/>
                    <a:gd name="connsiteX12" fmla="*/ 257175 w 1114427"/>
                    <a:gd name="connsiteY12" fmla="*/ 123825 h 2225485"/>
                    <a:gd name="connsiteX13" fmla="*/ 225425 w 1114427"/>
                    <a:gd name="connsiteY13" fmla="*/ 76200 h 2225485"/>
                    <a:gd name="connsiteX14" fmla="*/ 155575 w 1114427"/>
                    <a:gd name="connsiteY14" fmla="*/ 15875 h 2225485"/>
                    <a:gd name="connsiteX15" fmla="*/ 139700 w 1114427"/>
                    <a:gd name="connsiteY15" fmla="*/ 9525 h 2225485"/>
                    <a:gd name="connsiteX16" fmla="*/ 123825 w 1114427"/>
                    <a:gd name="connsiteY16" fmla="*/ 0 h 2225485"/>
                    <a:gd name="connsiteX17" fmla="*/ 111125 w 1114427"/>
                    <a:gd name="connsiteY17" fmla="*/ 3175 h 2225485"/>
                    <a:gd name="connsiteX18" fmla="*/ 69850 w 1114427"/>
                    <a:gd name="connsiteY18" fmla="*/ 0 h 2225485"/>
                    <a:gd name="connsiteX0" fmla="*/ 69850 w 1114427"/>
                    <a:gd name="connsiteY0" fmla="*/ 0 h 2212910"/>
                    <a:gd name="connsiteX1" fmla="*/ 69850 w 1114427"/>
                    <a:gd name="connsiteY1" fmla="*/ 0 h 2212910"/>
                    <a:gd name="connsiteX2" fmla="*/ 50800 w 1114427"/>
                    <a:gd name="connsiteY2" fmla="*/ 111125 h 2212910"/>
                    <a:gd name="connsiteX3" fmla="*/ 15875 w 1114427"/>
                    <a:gd name="connsiteY3" fmla="*/ 263525 h 2212910"/>
                    <a:gd name="connsiteX4" fmla="*/ 0 w 1114427"/>
                    <a:gd name="connsiteY4" fmla="*/ 396875 h 2212910"/>
                    <a:gd name="connsiteX5" fmla="*/ 85725 w 1114427"/>
                    <a:gd name="connsiteY5" fmla="*/ 571500 h 2212910"/>
                    <a:gd name="connsiteX6" fmla="*/ 117475 w 1114427"/>
                    <a:gd name="connsiteY6" fmla="*/ 581025 h 2212910"/>
                    <a:gd name="connsiteX7" fmla="*/ 254000 w 1114427"/>
                    <a:gd name="connsiteY7" fmla="*/ 873124 h 2212910"/>
                    <a:gd name="connsiteX8" fmla="*/ 327025 w 1114427"/>
                    <a:gd name="connsiteY8" fmla="*/ 1044575 h 2212910"/>
                    <a:gd name="connsiteX9" fmla="*/ 784225 w 1114427"/>
                    <a:gd name="connsiteY9" fmla="*/ 2143125 h 2212910"/>
                    <a:gd name="connsiteX10" fmla="*/ 908050 w 1114427"/>
                    <a:gd name="connsiteY10" fmla="*/ 2095500 h 2212910"/>
                    <a:gd name="connsiteX11" fmla="*/ 1114425 w 1114427"/>
                    <a:gd name="connsiteY11" fmla="*/ 2009775 h 2212910"/>
                    <a:gd name="connsiteX12" fmla="*/ 288925 w 1114427"/>
                    <a:gd name="connsiteY12" fmla="*/ 187325 h 2212910"/>
                    <a:gd name="connsiteX13" fmla="*/ 257175 w 1114427"/>
                    <a:gd name="connsiteY13" fmla="*/ 123825 h 2212910"/>
                    <a:gd name="connsiteX14" fmla="*/ 225425 w 1114427"/>
                    <a:gd name="connsiteY14" fmla="*/ 76200 h 2212910"/>
                    <a:gd name="connsiteX15" fmla="*/ 155575 w 1114427"/>
                    <a:gd name="connsiteY15" fmla="*/ 15875 h 2212910"/>
                    <a:gd name="connsiteX16" fmla="*/ 139700 w 1114427"/>
                    <a:gd name="connsiteY16" fmla="*/ 9525 h 2212910"/>
                    <a:gd name="connsiteX17" fmla="*/ 123825 w 1114427"/>
                    <a:gd name="connsiteY17" fmla="*/ 0 h 2212910"/>
                    <a:gd name="connsiteX18" fmla="*/ 111125 w 1114427"/>
                    <a:gd name="connsiteY18" fmla="*/ 3175 h 2212910"/>
                    <a:gd name="connsiteX19" fmla="*/ 69850 w 1114427"/>
                    <a:gd name="connsiteY19" fmla="*/ 0 h 2212910"/>
                    <a:gd name="connsiteX0" fmla="*/ 69850 w 1114427"/>
                    <a:gd name="connsiteY0" fmla="*/ 0 h 2182177"/>
                    <a:gd name="connsiteX1" fmla="*/ 69850 w 1114427"/>
                    <a:gd name="connsiteY1" fmla="*/ 0 h 2182177"/>
                    <a:gd name="connsiteX2" fmla="*/ 50800 w 1114427"/>
                    <a:gd name="connsiteY2" fmla="*/ 111125 h 2182177"/>
                    <a:gd name="connsiteX3" fmla="*/ 15875 w 1114427"/>
                    <a:gd name="connsiteY3" fmla="*/ 263525 h 2182177"/>
                    <a:gd name="connsiteX4" fmla="*/ 0 w 1114427"/>
                    <a:gd name="connsiteY4" fmla="*/ 396875 h 2182177"/>
                    <a:gd name="connsiteX5" fmla="*/ 85725 w 1114427"/>
                    <a:gd name="connsiteY5" fmla="*/ 571500 h 2182177"/>
                    <a:gd name="connsiteX6" fmla="*/ 117475 w 1114427"/>
                    <a:gd name="connsiteY6" fmla="*/ 581025 h 2182177"/>
                    <a:gd name="connsiteX7" fmla="*/ 254000 w 1114427"/>
                    <a:gd name="connsiteY7" fmla="*/ 873124 h 2182177"/>
                    <a:gd name="connsiteX8" fmla="*/ 327025 w 1114427"/>
                    <a:gd name="connsiteY8" fmla="*/ 1044575 h 2182177"/>
                    <a:gd name="connsiteX9" fmla="*/ 488950 w 1114427"/>
                    <a:gd name="connsiteY9" fmla="*/ 1466850 h 2182177"/>
                    <a:gd name="connsiteX10" fmla="*/ 784225 w 1114427"/>
                    <a:gd name="connsiteY10" fmla="*/ 2143125 h 2182177"/>
                    <a:gd name="connsiteX11" fmla="*/ 908050 w 1114427"/>
                    <a:gd name="connsiteY11" fmla="*/ 2095500 h 2182177"/>
                    <a:gd name="connsiteX12" fmla="*/ 1114425 w 1114427"/>
                    <a:gd name="connsiteY12" fmla="*/ 2009775 h 2182177"/>
                    <a:gd name="connsiteX13" fmla="*/ 288925 w 1114427"/>
                    <a:gd name="connsiteY13" fmla="*/ 187325 h 2182177"/>
                    <a:gd name="connsiteX14" fmla="*/ 257175 w 1114427"/>
                    <a:gd name="connsiteY14" fmla="*/ 123825 h 2182177"/>
                    <a:gd name="connsiteX15" fmla="*/ 225425 w 1114427"/>
                    <a:gd name="connsiteY15" fmla="*/ 76200 h 2182177"/>
                    <a:gd name="connsiteX16" fmla="*/ 155575 w 1114427"/>
                    <a:gd name="connsiteY16" fmla="*/ 15875 h 2182177"/>
                    <a:gd name="connsiteX17" fmla="*/ 139700 w 1114427"/>
                    <a:gd name="connsiteY17" fmla="*/ 9525 h 2182177"/>
                    <a:gd name="connsiteX18" fmla="*/ 123825 w 1114427"/>
                    <a:gd name="connsiteY18" fmla="*/ 0 h 2182177"/>
                    <a:gd name="connsiteX19" fmla="*/ 111125 w 1114427"/>
                    <a:gd name="connsiteY19" fmla="*/ 3175 h 2182177"/>
                    <a:gd name="connsiteX20" fmla="*/ 69850 w 1114427"/>
                    <a:gd name="connsiteY20" fmla="*/ 0 h 2182177"/>
                    <a:gd name="connsiteX0" fmla="*/ 69850 w 1114427"/>
                    <a:gd name="connsiteY0" fmla="*/ 0 h 2181033"/>
                    <a:gd name="connsiteX1" fmla="*/ 69850 w 1114427"/>
                    <a:gd name="connsiteY1" fmla="*/ 0 h 2181033"/>
                    <a:gd name="connsiteX2" fmla="*/ 50800 w 1114427"/>
                    <a:gd name="connsiteY2" fmla="*/ 111125 h 2181033"/>
                    <a:gd name="connsiteX3" fmla="*/ 15875 w 1114427"/>
                    <a:gd name="connsiteY3" fmla="*/ 263525 h 2181033"/>
                    <a:gd name="connsiteX4" fmla="*/ 0 w 1114427"/>
                    <a:gd name="connsiteY4" fmla="*/ 396875 h 2181033"/>
                    <a:gd name="connsiteX5" fmla="*/ 85725 w 1114427"/>
                    <a:gd name="connsiteY5" fmla="*/ 571500 h 2181033"/>
                    <a:gd name="connsiteX6" fmla="*/ 117475 w 1114427"/>
                    <a:gd name="connsiteY6" fmla="*/ 581025 h 2181033"/>
                    <a:gd name="connsiteX7" fmla="*/ 254000 w 1114427"/>
                    <a:gd name="connsiteY7" fmla="*/ 873124 h 2181033"/>
                    <a:gd name="connsiteX8" fmla="*/ 327025 w 1114427"/>
                    <a:gd name="connsiteY8" fmla="*/ 1044575 h 2181033"/>
                    <a:gd name="connsiteX9" fmla="*/ 161925 w 1114427"/>
                    <a:gd name="connsiteY9" fmla="*/ 1482725 h 2181033"/>
                    <a:gd name="connsiteX10" fmla="*/ 784225 w 1114427"/>
                    <a:gd name="connsiteY10" fmla="*/ 2143125 h 2181033"/>
                    <a:gd name="connsiteX11" fmla="*/ 908050 w 1114427"/>
                    <a:gd name="connsiteY11" fmla="*/ 2095500 h 2181033"/>
                    <a:gd name="connsiteX12" fmla="*/ 1114425 w 1114427"/>
                    <a:gd name="connsiteY12" fmla="*/ 2009775 h 2181033"/>
                    <a:gd name="connsiteX13" fmla="*/ 288925 w 1114427"/>
                    <a:gd name="connsiteY13" fmla="*/ 187325 h 2181033"/>
                    <a:gd name="connsiteX14" fmla="*/ 257175 w 1114427"/>
                    <a:gd name="connsiteY14" fmla="*/ 123825 h 2181033"/>
                    <a:gd name="connsiteX15" fmla="*/ 225425 w 1114427"/>
                    <a:gd name="connsiteY15" fmla="*/ 76200 h 2181033"/>
                    <a:gd name="connsiteX16" fmla="*/ 155575 w 1114427"/>
                    <a:gd name="connsiteY16" fmla="*/ 15875 h 2181033"/>
                    <a:gd name="connsiteX17" fmla="*/ 139700 w 1114427"/>
                    <a:gd name="connsiteY17" fmla="*/ 9525 h 2181033"/>
                    <a:gd name="connsiteX18" fmla="*/ 123825 w 1114427"/>
                    <a:gd name="connsiteY18" fmla="*/ 0 h 2181033"/>
                    <a:gd name="connsiteX19" fmla="*/ 111125 w 1114427"/>
                    <a:gd name="connsiteY19" fmla="*/ 3175 h 2181033"/>
                    <a:gd name="connsiteX20" fmla="*/ 69850 w 1114427"/>
                    <a:gd name="connsiteY20" fmla="*/ 0 h 2181033"/>
                    <a:gd name="connsiteX0" fmla="*/ 69850 w 1114427"/>
                    <a:gd name="connsiteY0" fmla="*/ 0 h 2095636"/>
                    <a:gd name="connsiteX1" fmla="*/ 69850 w 1114427"/>
                    <a:gd name="connsiteY1" fmla="*/ 0 h 2095636"/>
                    <a:gd name="connsiteX2" fmla="*/ 50800 w 1114427"/>
                    <a:gd name="connsiteY2" fmla="*/ 111125 h 2095636"/>
                    <a:gd name="connsiteX3" fmla="*/ 15875 w 1114427"/>
                    <a:gd name="connsiteY3" fmla="*/ 263525 h 2095636"/>
                    <a:gd name="connsiteX4" fmla="*/ 0 w 1114427"/>
                    <a:gd name="connsiteY4" fmla="*/ 396875 h 2095636"/>
                    <a:gd name="connsiteX5" fmla="*/ 85725 w 1114427"/>
                    <a:gd name="connsiteY5" fmla="*/ 571500 h 2095636"/>
                    <a:gd name="connsiteX6" fmla="*/ 117475 w 1114427"/>
                    <a:gd name="connsiteY6" fmla="*/ 581025 h 2095636"/>
                    <a:gd name="connsiteX7" fmla="*/ 254000 w 1114427"/>
                    <a:gd name="connsiteY7" fmla="*/ 873124 h 2095636"/>
                    <a:gd name="connsiteX8" fmla="*/ 327025 w 1114427"/>
                    <a:gd name="connsiteY8" fmla="*/ 1044575 h 2095636"/>
                    <a:gd name="connsiteX9" fmla="*/ 161925 w 1114427"/>
                    <a:gd name="connsiteY9" fmla="*/ 1482725 h 2095636"/>
                    <a:gd name="connsiteX10" fmla="*/ 415925 w 1114427"/>
                    <a:gd name="connsiteY10" fmla="*/ 809625 h 2095636"/>
                    <a:gd name="connsiteX11" fmla="*/ 908050 w 1114427"/>
                    <a:gd name="connsiteY11" fmla="*/ 2095500 h 2095636"/>
                    <a:gd name="connsiteX12" fmla="*/ 1114425 w 1114427"/>
                    <a:gd name="connsiteY12" fmla="*/ 2009775 h 2095636"/>
                    <a:gd name="connsiteX13" fmla="*/ 288925 w 1114427"/>
                    <a:gd name="connsiteY13" fmla="*/ 187325 h 2095636"/>
                    <a:gd name="connsiteX14" fmla="*/ 257175 w 1114427"/>
                    <a:gd name="connsiteY14" fmla="*/ 123825 h 2095636"/>
                    <a:gd name="connsiteX15" fmla="*/ 225425 w 1114427"/>
                    <a:gd name="connsiteY15" fmla="*/ 76200 h 2095636"/>
                    <a:gd name="connsiteX16" fmla="*/ 155575 w 1114427"/>
                    <a:gd name="connsiteY16" fmla="*/ 15875 h 2095636"/>
                    <a:gd name="connsiteX17" fmla="*/ 139700 w 1114427"/>
                    <a:gd name="connsiteY17" fmla="*/ 9525 h 2095636"/>
                    <a:gd name="connsiteX18" fmla="*/ 123825 w 1114427"/>
                    <a:gd name="connsiteY18" fmla="*/ 0 h 2095636"/>
                    <a:gd name="connsiteX19" fmla="*/ 111125 w 1114427"/>
                    <a:gd name="connsiteY19" fmla="*/ 3175 h 2095636"/>
                    <a:gd name="connsiteX20" fmla="*/ 69850 w 1114427"/>
                    <a:gd name="connsiteY20" fmla="*/ 0 h 2095636"/>
                    <a:gd name="connsiteX0" fmla="*/ 338614 w 1383191"/>
                    <a:gd name="connsiteY0" fmla="*/ 0 h 2095636"/>
                    <a:gd name="connsiteX1" fmla="*/ 338614 w 1383191"/>
                    <a:gd name="connsiteY1" fmla="*/ 0 h 2095636"/>
                    <a:gd name="connsiteX2" fmla="*/ 319564 w 1383191"/>
                    <a:gd name="connsiteY2" fmla="*/ 111125 h 2095636"/>
                    <a:gd name="connsiteX3" fmla="*/ 284639 w 1383191"/>
                    <a:gd name="connsiteY3" fmla="*/ 263525 h 2095636"/>
                    <a:gd name="connsiteX4" fmla="*/ 268764 w 1383191"/>
                    <a:gd name="connsiteY4" fmla="*/ 396875 h 2095636"/>
                    <a:gd name="connsiteX5" fmla="*/ 354489 w 1383191"/>
                    <a:gd name="connsiteY5" fmla="*/ 571500 h 2095636"/>
                    <a:gd name="connsiteX6" fmla="*/ 386239 w 1383191"/>
                    <a:gd name="connsiteY6" fmla="*/ 581025 h 2095636"/>
                    <a:gd name="connsiteX7" fmla="*/ 522764 w 1383191"/>
                    <a:gd name="connsiteY7" fmla="*/ 873124 h 2095636"/>
                    <a:gd name="connsiteX8" fmla="*/ 8414 w 1383191"/>
                    <a:gd name="connsiteY8" fmla="*/ 1927225 h 2095636"/>
                    <a:gd name="connsiteX9" fmla="*/ 430689 w 1383191"/>
                    <a:gd name="connsiteY9" fmla="*/ 1482725 h 2095636"/>
                    <a:gd name="connsiteX10" fmla="*/ 684689 w 1383191"/>
                    <a:gd name="connsiteY10" fmla="*/ 809625 h 2095636"/>
                    <a:gd name="connsiteX11" fmla="*/ 1176814 w 1383191"/>
                    <a:gd name="connsiteY11" fmla="*/ 2095500 h 2095636"/>
                    <a:gd name="connsiteX12" fmla="*/ 1383189 w 1383191"/>
                    <a:gd name="connsiteY12" fmla="*/ 2009775 h 2095636"/>
                    <a:gd name="connsiteX13" fmla="*/ 557689 w 1383191"/>
                    <a:gd name="connsiteY13" fmla="*/ 187325 h 2095636"/>
                    <a:gd name="connsiteX14" fmla="*/ 525939 w 1383191"/>
                    <a:gd name="connsiteY14" fmla="*/ 123825 h 2095636"/>
                    <a:gd name="connsiteX15" fmla="*/ 494189 w 1383191"/>
                    <a:gd name="connsiteY15" fmla="*/ 76200 h 2095636"/>
                    <a:gd name="connsiteX16" fmla="*/ 424339 w 1383191"/>
                    <a:gd name="connsiteY16" fmla="*/ 15875 h 2095636"/>
                    <a:gd name="connsiteX17" fmla="*/ 408464 w 1383191"/>
                    <a:gd name="connsiteY17" fmla="*/ 9525 h 2095636"/>
                    <a:gd name="connsiteX18" fmla="*/ 392589 w 1383191"/>
                    <a:gd name="connsiteY18" fmla="*/ 0 h 2095636"/>
                    <a:gd name="connsiteX19" fmla="*/ 379889 w 1383191"/>
                    <a:gd name="connsiteY19" fmla="*/ 3175 h 2095636"/>
                    <a:gd name="connsiteX20" fmla="*/ 338614 w 1383191"/>
                    <a:gd name="connsiteY20" fmla="*/ 0 h 2095636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92588 w 1391090"/>
                    <a:gd name="connsiteY10" fmla="*/ 809625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88"/>
                    <a:gd name="connsiteY0" fmla="*/ 0 h 2132487"/>
                    <a:gd name="connsiteX1" fmla="*/ 346513 w 1391088"/>
                    <a:gd name="connsiteY1" fmla="*/ 0 h 2132487"/>
                    <a:gd name="connsiteX2" fmla="*/ 327463 w 1391088"/>
                    <a:gd name="connsiteY2" fmla="*/ 111125 h 2132487"/>
                    <a:gd name="connsiteX3" fmla="*/ 292538 w 1391088"/>
                    <a:gd name="connsiteY3" fmla="*/ 263525 h 2132487"/>
                    <a:gd name="connsiteX4" fmla="*/ 276663 w 1391088"/>
                    <a:gd name="connsiteY4" fmla="*/ 396875 h 2132487"/>
                    <a:gd name="connsiteX5" fmla="*/ 362388 w 1391088"/>
                    <a:gd name="connsiteY5" fmla="*/ 571500 h 2132487"/>
                    <a:gd name="connsiteX6" fmla="*/ 394138 w 1391088"/>
                    <a:gd name="connsiteY6" fmla="*/ 581025 h 2132487"/>
                    <a:gd name="connsiteX7" fmla="*/ 194113 w 1391088"/>
                    <a:gd name="connsiteY7" fmla="*/ 2124074 h 2132487"/>
                    <a:gd name="connsiteX8" fmla="*/ 16313 w 1391088"/>
                    <a:gd name="connsiteY8" fmla="*/ 1927225 h 2132487"/>
                    <a:gd name="connsiteX9" fmla="*/ 438588 w 1391088"/>
                    <a:gd name="connsiteY9" fmla="*/ 1482725 h 2132487"/>
                    <a:gd name="connsiteX10" fmla="*/ 622738 w 1391088"/>
                    <a:gd name="connsiteY10" fmla="*/ 952500 h 2132487"/>
                    <a:gd name="connsiteX11" fmla="*/ 705288 w 1391088"/>
                    <a:gd name="connsiteY11" fmla="*/ 654050 h 2132487"/>
                    <a:gd name="connsiteX12" fmla="*/ 1391088 w 1391088"/>
                    <a:gd name="connsiteY12" fmla="*/ 2009775 h 2132487"/>
                    <a:gd name="connsiteX13" fmla="*/ 565588 w 1391088"/>
                    <a:gd name="connsiteY13" fmla="*/ 187325 h 2132487"/>
                    <a:gd name="connsiteX14" fmla="*/ 533838 w 1391088"/>
                    <a:gd name="connsiteY14" fmla="*/ 123825 h 2132487"/>
                    <a:gd name="connsiteX15" fmla="*/ 502088 w 1391088"/>
                    <a:gd name="connsiteY15" fmla="*/ 76200 h 2132487"/>
                    <a:gd name="connsiteX16" fmla="*/ 432238 w 1391088"/>
                    <a:gd name="connsiteY16" fmla="*/ 15875 h 2132487"/>
                    <a:gd name="connsiteX17" fmla="*/ 416363 w 1391088"/>
                    <a:gd name="connsiteY17" fmla="*/ 9525 h 2132487"/>
                    <a:gd name="connsiteX18" fmla="*/ 400488 w 1391088"/>
                    <a:gd name="connsiteY18" fmla="*/ 0 h 2132487"/>
                    <a:gd name="connsiteX19" fmla="*/ 387788 w 1391088"/>
                    <a:gd name="connsiteY19" fmla="*/ 3175 h 2132487"/>
                    <a:gd name="connsiteX20" fmla="*/ 346513 w 1391088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65588 w 712105"/>
                    <a:gd name="connsiteY13" fmla="*/ 187325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603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419312 w 784904"/>
                    <a:gd name="connsiteY0" fmla="*/ 0 h 2132487"/>
                    <a:gd name="connsiteX1" fmla="*/ 419312 w 784904"/>
                    <a:gd name="connsiteY1" fmla="*/ 0 h 2132487"/>
                    <a:gd name="connsiteX2" fmla="*/ 400262 w 784904"/>
                    <a:gd name="connsiteY2" fmla="*/ 111125 h 2132487"/>
                    <a:gd name="connsiteX3" fmla="*/ 365337 w 784904"/>
                    <a:gd name="connsiteY3" fmla="*/ 263525 h 2132487"/>
                    <a:gd name="connsiteX4" fmla="*/ 349462 w 784904"/>
                    <a:gd name="connsiteY4" fmla="*/ 396875 h 2132487"/>
                    <a:gd name="connsiteX5" fmla="*/ 435187 w 784904"/>
                    <a:gd name="connsiteY5" fmla="*/ 571500 h 2132487"/>
                    <a:gd name="connsiteX6" fmla="*/ 212 w 784904"/>
                    <a:gd name="connsiteY6" fmla="*/ 2066925 h 2132487"/>
                    <a:gd name="connsiteX7" fmla="*/ 266912 w 784904"/>
                    <a:gd name="connsiteY7" fmla="*/ 2124074 h 2132487"/>
                    <a:gd name="connsiteX8" fmla="*/ 89112 w 784904"/>
                    <a:gd name="connsiteY8" fmla="*/ 1927225 h 2132487"/>
                    <a:gd name="connsiteX9" fmla="*/ 511387 w 784904"/>
                    <a:gd name="connsiteY9" fmla="*/ 1482725 h 2132487"/>
                    <a:gd name="connsiteX10" fmla="*/ 695537 w 784904"/>
                    <a:gd name="connsiteY10" fmla="*/ 952500 h 2132487"/>
                    <a:gd name="connsiteX11" fmla="*/ 778087 w 784904"/>
                    <a:gd name="connsiteY11" fmla="*/ 654050 h 2132487"/>
                    <a:gd name="connsiteX12" fmla="*/ 762212 w 784904"/>
                    <a:gd name="connsiteY12" fmla="*/ 571500 h 2132487"/>
                    <a:gd name="connsiteX13" fmla="*/ 625687 w 784904"/>
                    <a:gd name="connsiteY13" fmla="*/ 457200 h 2132487"/>
                    <a:gd name="connsiteX14" fmla="*/ 546312 w 784904"/>
                    <a:gd name="connsiteY14" fmla="*/ 241300 h 2132487"/>
                    <a:gd name="connsiteX15" fmla="*/ 489162 w 784904"/>
                    <a:gd name="connsiteY15" fmla="*/ 127000 h 2132487"/>
                    <a:gd name="connsiteX16" fmla="*/ 505037 w 784904"/>
                    <a:gd name="connsiteY16" fmla="*/ 15875 h 2132487"/>
                    <a:gd name="connsiteX17" fmla="*/ 489162 w 784904"/>
                    <a:gd name="connsiteY17" fmla="*/ 60325 h 2132487"/>
                    <a:gd name="connsiteX18" fmla="*/ 473287 w 784904"/>
                    <a:gd name="connsiteY18" fmla="*/ 0 h 2132487"/>
                    <a:gd name="connsiteX19" fmla="*/ 460587 w 784904"/>
                    <a:gd name="connsiteY19" fmla="*/ 3175 h 2132487"/>
                    <a:gd name="connsiteX20" fmla="*/ 419312 w 784904"/>
                    <a:gd name="connsiteY20" fmla="*/ 0 h 2132487"/>
                    <a:gd name="connsiteX0" fmla="*/ 531181 w 896773"/>
                    <a:gd name="connsiteY0" fmla="*/ 0 h 2132487"/>
                    <a:gd name="connsiteX1" fmla="*/ 531181 w 896773"/>
                    <a:gd name="connsiteY1" fmla="*/ 0 h 2132487"/>
                    <a:gd name="connsiteX2" fmla="*/ 512131 w 896773"/>
                    <a:gd name="connsiteY2" fmla="*/ 111125 h 2132487"/>
                    <a:gd name="connsiteX3" fmla="*/ 477206 w 896773"/>
                    <a:gd name="connsiteY3" fmla="*/ 263525 h 2132487"/>
                    <a:gd name="connsiteX4" fmla="*/ 461331 w 896773"/>
                    <a:gd name="connsiteY4" fmla="*/ 396875 h 2132487"/>
                    <a:gd name="connsiteX5" fmla="*/ 13656 w 896773"/>
                    <a:gd name="connsiteY5" fmla="*/ 1971675 h 2132487"/>
                    <a:gd name="connsiteX6" fmla="*/ 112081 w 896773"/>
                    <a:gd name="connsiteY6" fmla="*/ 2066925 h 2132487"/>
                    <a:gd name="connsiteX7" fmla="*/ 378781 w 896773"/>
                    <a:gd name="connsiteY7" fmla="*/ 2124074 h 2132487"/>
                    <a:gd name="connsiteX8" fmla="*/ 200981 w 896773"/>
                    <a:gd name="connsiteY8" fmla="*/ 1927225 h 2132487"/>
                    <a:gd name="connsiteX9" fmla="*/ 623256 w 896773"/>
                    <a:gd name="connsiteY9" fmla="*/ 1482725 h 2132487"/>
                    <a:gd name="connsiteX10" fmla="*/ 807406 w 896773"/>
                    <a:gd name="connsiteY10" fmla="*/ 952500 h 2132487"/>
                    <a:gd name="connsiteX11" fmla="*/ 889956 w 896773"/>
                    <a:gd name="connsiteY11" fmla="*/ 654050 h 2132487"/>
                    <a:gd name="connsiteX12" fmla="*/ 874081 w 896773"/>
                    <a:gd name="connsiteY12" fmla="*/ 571500 h 2132487"/>
                    <a:gd name="connsiteX13" fmla="*/ 737556 w 896773"/>
                    <a:gd name="connsiteY13" fmla="*/ 457200 h 2132487"/>
                    <a:gd name="connsiteX14" fmla="*/ 658181 w 896773"/>
                    <a:gd name="connsiteY14" fmla="*/ 241300 h 2132487"/>
                    <a:gd name="connsiteX15" fmla="*/ 601031 w 896773"/>
                    <a:gd name="connsiteY15" fmla="*/ 127000 h 2132487"/>
                    <a:gd name="connsiteX16" fmla="*/ 616906 w 896773"/>
                    <a:gd name="connsiteY16" fmla="*/ 15875 h 2132487"/>
                    <a:gd name="connsiteX17" fmla="*/ 601031 w 896773"/>
                    <a:gd name="connsiteY17" fmla="*/ 60325 h 2132487"/>
                    <a:gd name="connsiteX18" fmla="*/ 585156 w 896773"/>
                    <a:gd name="connsiteY18" fmla="*/ 0 h 2132487"/>
                    <a:gd name="connsiteX19" fmla="*/ 572456 w 896773"/>
                    <a:gd name="connsiteY19" fmla="*/ 3175 h 2132487"/>
                    <a:gd name="connsiteX20" fmla="*/ 531181 w 896773"/>
                    <a:gd name="connsiteY20" fmla="*/ 0 h 2132487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98942 w 883584"/>
                    <a:gd name="connsiteY2" fmla="*/ 111125 h 2132487"/>
                    <a:gd name="connsiteX3" fmla="*/ 464017 w 883584"/>
                    <a:gd name="connsiteY3" fmla="*/ 263525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17992 w 883584"/>
                    <a:gd name="connsiteY0" fmla="*/ 15815 h 2148302"/>
                    <a:gd name="connsiteX1" fmla="*/ 517992 w 883584"/>
                    <a:gd name="connsiteY1" fmla="*/ 15815 h 2148302"/>
                    <a:gd name="connsiteX2" fmla="*/ 498942 w 883584"/>
                    <a:gd name="connsiteY2" fmla="*/ 126940 h 2148302"/>
                    <a:gd name="connsiteX3" fmla="*/ 390992 w 883584"/>
                    <a:gd name="connsiteY3" fmla="*/ 1368365 h 2148302"/>
                    <a:gd name="connsiteX4" fmla="*/ 146517 w 883584"/>
                    <a:gd name="connsiteY4" fmla="*/ 1638240 h 2148302"/>
                    <a:gd name="connsiteX5" fmla="*/ 467 w 883584"/>
                    <a:gd name="connsiteY5" fmla="*/ 1987490 h 2148302"/>
                    <a:gd name="connsiteX6" fmla="*/ 98892 w 883584"/>
                    <a:gd name="connsiteY6" fmla="*/ 2082740 h 2148302"/>
                    <a:gd name="connsiteX7" fmla="*/ 365592 w 883584"/>
                    <a:gd name="connsiteY7" fmla="*/ 2139889 h 2148302"/>
                    <a:gd name="connsiteX8" fmla="*/ 187792 w 883584"/>
                    <a:gd name="connsiteY8" fmla="*/ 1943040 h 2148302"/>
                    <a:gd name="connsiteX9" fmla="*/ 610067 w 883584"/>
                    <a:gd name="connsiteY9" fmla="*/ 1498540 h 2148302"/>
                    <a:gd name="connsiteX10" fmla="*/ 794217 w 883584"/>
                    <a:gd name="connsiteY10" fmla="*/ 968315 h 2148302"/>
                    <a:gd name="connsiteX11" fmla="*/ 876767 w 883584"/>
                    <a:gd name="connsiteY11" fmla="*/ 669865 h 2148302"/>
                    <a:gd name="connsiteX12" fmla="*/ 860892 w 883584"/>
                    <a:gd name="connsiteY12" fmla="*/ 587315 h 2148302"/>
                    <a:gd name="connsiteX13" fmla="*/ 724367 w 883584"/>
                    <a:gd name="connsiteY13" fmla="*/ 473015 h 2148302"/>
                    <a:gd name="connsiteX14" fmla="*/ 644992 w 883584"/>
                    <a:gd name="connsiteY14" fmla="*/ 257115 h 2148302"/>
                    <a:gd name="connsiteX15" fmla="*/ 587842 w 883584"/>
                    <a:gd name="connsiteY15" fmla="*/ 142815 h 2148302"/>
                    <a:gd name="connsiteX16" fmla="*/ 603717 w 883584"/>
                    <a:gd name="connsiteY16" fmla="*/ 31690 h 2148302"/>
                    <a:gd name="connsiteX17" fmla="*/ 587842 w 883584"/>
                    <a:gd name="connsiteY17" fmla="*/ 76140 h 2148302"/>
                    <a:gd name="connsiteX18" fmla="*/ 571967 w 883584"/>
                    <a:gd name="connsiteY18" fmla="*/ 15815 h 2148302"/>
                    <a:gd name="connsiteX19" fmla="*/ 559267 w 883584"/>
                    <a:gd name="connsiteY19" fmla="*/ 18990 h 2148302"/>
                    <a:gd name="connsiteX20" fmla="*/ 517992 w 883584"/>
                    <a:gd name="connsiteY20" fmla="*/ 15815 h 2148302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21167 w 883584"/>
                    <a:gd name="connsiteY0" fmla="*/ 492125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21167 w 883584"/>
                    <a:gd name="connsiteY0" fmla="*/ 492125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467192 w 883584"/>
                    <a:gd name="connsiteY19" fmla="*/ 9842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79425 h 2211862"/>
                    <a:gd name="connsiteX1" fmla="*/ 470367 w 883584"/>
                    <a:gd name="connsiteY1" fmla="*/ 644525 h 2211862"/>
                    <a:gd name="connsiteX2" fmla="*/ 479892 w 883584"/>
                    <a:gd name="connsiteY2" fmla="*/ 930275 h 2211862"/>
                    <a:gd name="connsiteX3" fmla="*/ 390992 w 883584"/>
                    <a:gd name="connsiteY3" fmla="*/ 1431925 h 2211862"/>
                    <a:gd name="connsiteX4" fmla="*/ 146517 w 883584"/>
                    <a:gd name="connsiteY4" fmla="*/ 1701800 h 2211862"/>
                    <a:gd name="connsiteX5" fmla="*/ 467 w 883584"/>
                    <a:gd name="connsiteY5" fmla="*/ 2051050 h 2211862"/>
                    <a:gd name="connsiteX6" fmla="*/ 98892 w 883584"/>
                    <a:gd name="connsiteY6" fmla="*/ 2146300 h 2211862"/>
                    <a:gd name="connsiteX7" fmla="*/ 365592 w 883584"/>
                    <a:gd name="connsiteY7" fmla="*/ 2203449 h 2211862"/>
                    <a:gd name="connsiteX8" fmla="*/ 187792 w 883584"/>
                    <a:gd name="connsiteY8" fmla="*/ 2006600 h 2211862"/>
                    <a:gd name="connsiteX9" fmla="*/ 610067 w 883584"/>
                    <a:gd name="connsiteY9" fmla="*/ 1562100 h 2211862"/>
                    <a:gd name="connsiteX10" fmla="*/ 794217 w 883584"/>
                    <a:gd name="connsiteY10" fmla="*/ 1031875 h 2211862"/>
                    <a:gd name="connsiteX11" fmla="*/ 876767 w 883584"/>
                    <a:gd name="connsiteY11" fmla="*/ 733425 h 2211862"/>
                    <a:gd name="connsiteX12" fmla="*/ 860892 w 883584"/>
                    <a:gd name="connsiteY12" fmla="*/ 650875 h 2211862"/>
                    <a:gd name="connsiteX13" fmla="*/ 724367 w 883584"/>
                    <a:gd name="connsiteY13" fmla="*/ 536575 h 2211862"/>
                    <a:gd name="connsiteX14" fmla="*/ 644992 w 883584"/>
                    <a:gd name="connsiteY14" fmla="*/ 320675 h 2211862"/>
                    <a:gd name="connsiteX15" fmla="*/ 587842 w 883584"/>
                    <a:gd name="connsiteY15" fmla="*/ 206375 h 2211862"/>
                    <a:gd name="connsiteX16" fmla="*/ 603717 w 883584"/>
                    <a:gd name="connsiteY16" fmla="*/ 95250 h 2211862"/>
                    <a:gd name="connsiteX17" fmla="*/ 587842 w 883584"/>
                    <a:gd name="connsiteY17" fmla="*/ 139700 h 2211862"/>
                    <a:gd name="connsiteX18" fmla="*/ 511642 w 883584"/>
                    <a:gd name="connsiteY18" fmla="*/ 0 h 2211862"/>
                    <a:gd name="connsiteX19" fmla="*/ 467192 w 883584"/>
                    <a:gd name="connsiteY19" fmla="*/ 177800 h 2211862"/>
                    <a:gd name="connsiteX20" fmla="*/ 517992 w 883584"/>
                    <a:gd name="connsiteY20" fmla="*/ 479425 h 2211862"/>
                    <a:gd name="connsiteX0" fmla="*/ 517992 w 883584"/>
                    <a:gd name="connsiteY0" fmla="*/ 622633 h 2355070"/>
                    <a:gd name="connsiteX1" fmla="*/ 470367 w 883584"/>
                    <a:gd name="connsiteY1" fmla="*/ 787733 h 2355070"/>
                    <a:gd name="connsiteX2" fmla="*/ 479892 w 883584"/>
                    <a:gd name="connsiteY2" fmla="*/ 1073483 h 2355070"/>
                    <a:gd name="connsiteX3" fmla="*/ 390992 w 883584"/>
                    <a:gd name="connsiteY3" fmla="*/ 1575133 h 2355070"/>
                    <a:gd name="connsiteX4" fmla="*/ 146517 w 883584"/>
                    <a:gd name="connsiteY4" fmla="*/ 1845008 h 2355070"/>
                    <a:gd name="connsiteX5" fmla="*/ 467 w 883584"/>
                    <a:gd name="connsiteY5" fmla="*/ 2194258 h 2355070"/>
                    <a:gd name="connsiteX6" fmla="*/ 98892 w 883584"/>
                    <a:gd name="connsiteY6" fmla="*/ 2289508 h 2355070"/>
                    <a:gd name="connsiteX7" fmla="*/ 365592 w 883584"/>
                    <a:gd name="connsiteY7" fmla="*/ 2346657 h 2355070"/>
                    <a:gd name="connsiteX8" fmla="*/ 187792 w 883584"/>
                    <a:gd name="connsiteY8" fmla="*/ 2149808 h 2355070"/>
                    <a:gd name="connsiteX9" fmla="*/ 610067 w 883584"/>
                    <a:gd name="connsiteY9" fmla="*/ 1705308 h 2355070"/>
                    <a:gd name="connsiteX10" fmla="*/ 794217 w 883584"/>
                    <a:gd name="connsiteY10" fmla="*/ 1175083 h 2355070"/>
                    <a:gd name="connsiteX11" fmla="*/ 876767 w 883584"/>
                    <a:gd name="connsiteY11" fmla="*/ 876633 h 2355070"/>
                    <a:gd name="connsiteX12" fmla="*/ 860892 w 883584"/>
                    <a:gd name="connsiteY12" fmla="*/ 794083 h 2355070"/>
                    <a:gd name="connsiteX13" fmla="*/ 724367 w 883584"/>
                    <a:gd name="connsiteY13" fmla="*/ 679783 h 2355070"/>
                    <a:gd name="connsiteX14" fmla="*/ 644992 w 883584"/>
                    <a:gd name="connsiteY14" fmla="*/ 463883 h 2355070"/>
                    <a:gd name="connsiteX15" fmla="*/ 587842 w 883584"/>
                    <a:gd name="connsiteY15" fmla="*/ 349583 h 2355070"/>
                    <a:gd name="connsiteX16" fmla="*/ 613242 w 883584"/>
                    <a:gd name="connsiteY16" fmla="*/ 333 h 2355070"/>
                    <a:gd name="connsiteX17" fmla="*/ 587842 w 883584"/>
                    <a:gd name="connsiteY17" fmla="*/ 282908 h 2355070"/>
                    <a:gd name="connsiteX18" fmla="*/ 511642 w 883584"/>
                    <a:gd name="connsiteY18" fmla="*/ 143208 h 2355070"/>
                    <a:gd name="connsiteX19" fmla="*/ 467192 w 883584"/>
                    <a:gd name="connsiteY19" fmla="*/ 321008 h 2355070"/>
                    <a:gd name="connsiteX20" fmla="*/ 517992 w 883584"/>
                    <a:gd name="connsiteY20" fmla="*/ 622633 h 2355070"/>
                    <a:gd name="connsiteX0" fmla="*/ 517992 w 883584"/>
                    <a:gd name="connsiteY0" fmla="*/ 631650 h 2364087"/>
                    <a:gd name="connsiteX1" fmla="*/ 470367 w 883584"/>
                    <a:gd name="connsiteY1" fmla="*/ 796750 h 2364087"/>
                    <a:gd name="connsiteX2" fmla="*/ 479892 w 883584"/>
                    <a:gd name="connsiteY2" fmla="*/ 1082500 h 2364087"/>
                    <a:gd name="connsiteX3" fmla="*/ 390992 w 883584"/>
                    <a:gd name="connsiteY3" fmla="*/ 1584150 h 2364087"/>
                    <a:gd name="connsiteX4" fmla="*/ 146517 w 883584"/>
                    <a:gd name="connsiteY4" fmla="*/ 1854025 h 2364087"/>
                    <a:gd name="connsiteX5" fmla="*/ 467 w 883584"/>
                    <a:gd name="connsiteY5" fmla="*/ 2203275 h 2364087"/>
                    <a:gd name="connsiteX6" fmla="*/ 98892 w 883584"/>
                    <a:gd name="connsiteY6" fmla="*/ 2298525 h 2364087"/>
                    <a:gd name="connsiteX7" fmla="*/ 365592 w 883584"/>
                    <a:gd name="connsiteY7" fmla="*/ 2355674 h 2364087"/>
                    <a:gd name="connsiteX8" fmla="*/ 187792 w 883584"/>
                    <a:gd name="connsiteY8" fmla="*/ 2158825 h 2364087"/>
                    <a:gd name="connsiteX9" fmla="*/ 610067 w 883584"/>
                    <a:gd name="connsiteY9" fmla="*/ 1714325 h 2364087"/>
                    <a:gd name="connsiteX10" fmla="*/ 794217 w 883584"/>
                    <a:gd name="connsiteY10" fmla="*/ 1184100 h 2364087"/>
                    <a:gd name="connsiteX11" fmla="*/ 876767 w 883584"/>
                    <a:gd name="connsiteY11" fmla="*/ 885650 h 2364087"/>
                    <a:gd name="connsiteX12" fmla="*/ 860892 w 883584"/>
                    <a:gd name="connsiteY12" fmla="*/ 803100 h 2364087"/>
                    <a:gd name="connsiteX13" fmla="*/ 724367 w 883584"/>
                    <a:gd name="connsiteY13" fmla="*/ 688800 h 2364087"/>
                    <a:gd name="connsiteX14" fmla="*/ 644992 w 883584"/>
                    <a:gd name="connsiteY14" fmla="*/ 472900 h 2364087"/>
                    <a:gd name="connsiteX15" fmla="*/ 587842 w 883584"/>
                    <a:gd name="connsiteY15" fmla="*/ 358600 h 2364087"/>
                    <a:gd name="connsiteX16" fmla="*/ 613242 w 883584"/>
                    <a:gd name="connsiteY16" fmla="*/ 9350 h 2364087"/>
                    <a:gd name="connsiteX17" fmla="*/ 575142 w 883584"/>
                    <a:gd name="connsiteY17" fmla="*/ 104600 h 2364087"/>
                    <a:gd name="connsiteX18" fmla="*/ 511642 w 883584"/>
                    <a:gd name="connsiteY18" fmla="*/ 152225 h 2364087"/>
                    <a:gd name="connsiteX19" fmla="*/ 467192 w 883584"/>
                    <a:gd name="connsiteY19" fmla="*/ 330025 h 2364087"/>
                    <a:gd name="connsiteX20" fmla="*/ 517992 w 883584"/>
                    <a:gd name="connsiteY20" fmla="*/ 631650 h 2364087"/>
                    <a:gd name="connsiteX0" fmla="*/ 517992 w 883584"/>
                    <a:gd name="connsiteY0" fmla="*/ 842355 h 2574792"/>
                    <a:gd name="connsiteX1" fmla="*/ 470367 w 883584"/>
                    <a:gd name="connsiteY1" fmla="*/ 1007455 h 2574792"/>
                    <a:gd name="connsiteX2" fmla="*/ 479892 w 883584"/>
                    <a:gd name="connsiteY2" fmla="*/ 1293205 h 2574792"/>
                    <a:gd name="connsiteX3" fmla="*/ 390992 w 883584"/>
                    <a:gd name="connsiteY3" fmla="*/ 1794855 h 2574792"/>
                    <a:gd name="connsiteX4" fmla="*/ 146517 w 883584"/>
                    <a:gd name="connsiteY4" fmla="*/ 2064730 h 2574792"/>
                    <a:gd name="connsiteX5" fmla="*/ 467 w 883584"/>
                    <a:gd name="connsiteY5" fmla="*/ 2413980 h 2574792"/>
                    <a:gd name="connsiteX6" fmla="*/ 98892 w 883584"/>
                    <a:gd name="connsiteY6" fmla="*/ 2509230 h 2574792"/>
                    <a:gd name="connsiteX7" fmla="*/ 365592 w 883584"/>
                    <a:gd name="connsiteY7" fmla="*/ 2566379 h 2574792"/>
                    <a:gd name="connsiteX8" fmla="*/ 187792 w 883584"/>
                    <a:gd name="connsiteY8" fmla="*/ 2369530 h 2574792"/>
                    <a:gd name="connsiteX9" fmla="*/ 610067 w 883584"/>
                    <a:gd name="connsiteY9" fmla="*/ 1925030 h 2574792"/>
                    <a:gd name="connsiteX10" fmla="*/ 794217 w 883584"/>
                    <a:gd name="connsiteY10" fmla="*/ 1394805 h 2574792"/>
                    <a:gd name="connsiteX11" fmla="*/ 876767 w 883584"/>
                    <a:gd name="connsiteY11" fmla="*/ 1096355 h 2574792"/>
                    <a:gd name="connsiteX12" fmla="*/ 860892 w 883584"/>
                    <a:gd name="connsiteY12" fmla="*/ 1013805 h 2574792"/>
                    <a:gd name="connsiteX13" fmla="*/ 724367 w 883584"/>
                    <a:gd name="connsiteY13" fmla="*/ 899505 h 2574792"/>
                    <a:gd name="connsiteX14" fmla="*/ 644992 w 883584"/>
                    <a:gd name="connsiteY14" fmla="*/ 683605 h 2574792"/>
                    <a:gd name="connsiteX15" fmla="*/ 587842 w 883584"/>
                    <a:gd name="connsiteY15" fmla="*/ 569305 h 2574792"/>
                    <a:gd name="connsiteX16" fmla="*/ 530692 w 883584"/>
                    <a:gd name="connsiteY16" fmla="*/ 4155 h 2574792"/>
                    <a:gd name="connsiteX17" fmla="*/ 575142 w 883584"/>
                    <a:gd name="connsiteY17" fmla="*/ 315305 h 2574792"/>
                    <a:gd name="connsiteX18" fmla="*/ 511642 w 883584"/>
                    <a:gd name="connsiteY18" fmla="*/ 362930 h 2574792"/>
                    <a:gd name="connsiteX19" fmla="*/ 467192 w 883584"/>
                    <a:gd name="connsiteY19" fmla="*/ 540730 h 2574792"/>
                    <a:gd name="connsiteX20" fmla="*/ 517992 w 883584"/>
                    <a:gd name="connsiteY20" fmla="*/ 842355 h 2574792"/>
                    <a:gd name="connsiteX0" fmla="*/ 517992 w 883584"/>
                    <a:gd name="connsiteY0" fmla="*/ 872664 h 2605101"/>
                    <a:gd name="connsiteX1" fmla="*/ 470367 w 883584"/>
                    <a:gd name="connsiteY1" fmla="*/ 1037764 h 2605101"/>
                    <a:gd name="connsiteX2" fmla="*/ 479892 w 883584"/>
                    <a:gd name="connsiteY2" fmla="*/ 1323514 h 2605101"/>
                    <a:gd name="connsiteX3" fmla="*/ 390992 w 883584"/>
                    <a:gd name="connsiteY3" fmla="*/ 1825164 h 2605101"/>
                    <a:gd name="connsiteX4" fmla="*/ 146517 w 883584"/>
                    <a:gd name="connsiteY4" fmla="*/ 2095039 h 2605101"/>
                    <a:gd name="connsiteX5" fmla="*/ 467 w 883584"/>
                    <a:gd name="connsiteY5" fmla="*/ 2444289 h 2605101"/>
                    <a:gd name="connsiteX6" fmla="*/ 98892 w 883584"/>
                    <a:gd name="connsiteY6" fmla="*/ 2539539 h 2605101"/>
                    <a:gd name="connsiteX7" fmla="*/ 365592 w 883584"/>
                    <a:gd name="connsiteY7" fmla="*/ 2596688 h 2605101"/>
                    <a:gd name="connsiteX8" fmla="*/ 187792 w 883584"/>
                    <a:gd name="connsiteY8" fmla="*/ 2399839 h 2605101"/>
                    <a:gd name="connsiteX9" fmla="*/ 610067 w 883584"/>
                    <a:gd name="connsiteY9" fmla="*/ 1955339 h 2605101"/>
                    <a:gd name="connsiteX10" fmla="*/ 794217 w 883584"/>
                    <a:gd name="connsiteY10" fmla="*/ 1425114 h 2605101"/>
                    <a:gd name="connsiteX11" fmla="*/ 876767 w 883584"/>
                    <a:gd name="connsiteY11" fmla="*/ 1126664 h 2605101"/>
                    <a:gd name="connsiteX12" fmla="*/ 860892 w 883584"/>
                    <a:gd name="connsiteY12" fmla="*/ 1044114 h 2605101"/>
                    <a:gd name="connsiteX13" fmla="*/ 724367 w 883584"/>
                    <a:gd name="connsiteY13" fmla="*/ 929814 h 2605101"/>
                    <a:gd name="connsiteX14" fmla="*/ 644992 w 883584"/>
                    <a:gd name="connsiteY14" fmla="*/ 713914 h 2605101"/>
                    <a:gd name="connsiteX15" fmla="*/ 587842 w 883584"/>
                    <a:gd name="connsiteY15" fmla="*/ 599614 h 2605101"/>
                    <a:gd name="connsiteX16" fmla="*/ 530692 w 883584"/>
                    <a:gd name="connsiteY16" fmla="*/ 34464 h 2605101"/>
                    <a:gd name="connsiteX17" fmla="*/ 829142 w 883584"/>
                    <a:gd name="connsiteY17" fmla="*/ 97964 h 2605101"/>
                    <a:gd name="connsiteX18" fmla="*/ 511642 w 883584"/>
                    <a:gd name="connsiteY18" fmla="*/ 393239 h 2605101"/>
                    <a:gd name="connsiteX19" fmla="*/ 467192 w 883584"/>
                    <a:gd name="connsiteY19" fmla="*/ 571039 h 2605101"/>
                    <a:gd name="connsiteX20" fmla="*/ 517992 w 883584"/>
                    <a:gd name="connsiteY20" fmla="*/ 872664 h 2605101"/>
                    <a:gd name="connsiteX0" fmla="*/ 517992 w 986848"/>
                    <a:gd name="connsiteY0" fmla="*/ 778265 h 2510702"/>
                    <a:gd name="connsiteX1" fmla="*/ 470367 w 986848"/>
                    <a:gd name="connsiteY1" fmla="*/ 943365 h 2510702"/>
                    <a:gd name="connsiteX2" fmla="*/ 479892 w 986848"/>
                    <a:gd name="connsiteY2" fmla="*/ 1229115 h 2510702"/>
                    <a:gd name="connsiteX3" fmla="*/ 390992 w 986848"/>
                    <a:gd name="connsiteY3" fmla="*/ 1730765 h 2510702"/>
                    <a:gd name="connsiteX4" fmla="*/ 146517 w 986848"/>
                    <a:gd name="connsiteY4" fmla="*/ 2000640 h 2510702"/>
                    <a:gd name="connsiteX5" fmla="*/ 467 w 986848"/>
                    <a:gd name="connsiteY5" fmla="*/ 2349890 h 2510702"/>
                    <a:gd name="connsiteX6" fmla="*/ 98892 w 986848"/>
                    <a:gd name="connsiteY6" fmla="*/ 2445140 h 2510702"/>
                    <a:gd name="connsiteX7" fmla="*/ 365592 w 986848"/>
                    <a:gd name="connsiteY7" fmla="*/ 2502289 h 2510702"/>
                    <a:gd name="connsiteX8" fmla="*/ 187792 w 986848"/>
                    <a:gd name="connsiteY8" fmla="*/ 2305440 h 2510702"/>
                    <a:gd name="connsiteX9" fmla="*/ 610067 w 986848"/>
                    <a:gd name="connsiteY9" fmla="*/ 1860940 h 2510702"/>
                    <a:gd name="connsiteX10" fmla="*/ 794217 w 986848"/>
                    <a:gd name="connsiteY10" fmla="*/ 1330715 h 2510702"/>
                    <a:gd name="connsiteX11" fmla="*/ 876767 w 986848"/>
                    <a:gd name="connsiteY11" fmla="*/ 1032265 h 2510702"/>
                    <a:gd name="connsiteX12" fmla="*/ 860892 w 986848"/>
                    <a:gd name="connsiteY12" fmla="*/ 949715 h 2510702"/>
                    <a:gd name="connsiteX13" fmla="*/ 724367 w 986848"/>
                    <a:gd name="connsiteY13" fmla="*/ 835415 h 2510702"/>
                    <a:gd name="connsiteX14" fmla="*/ 644992 w 986848"/>
                    <a:gd name="connsiteY14" fmla="*/ 619515 h 2510702"/>
                    <a:gd name="connsiteX15" fmla="*/ 587842 w 986848"/>
                    <a:gd name="connsiteY15" fmla="*/ 505215 h 2510702"/>
                    <a:gd name="connsiteX16" fmla="*/ 978367 w 986848"/>
                    <a:gd name="connsiteY16" fmla="*/ 159140 h 2510702"/>
                    <a:gd name="connsiteX17" fmla="*/ 829142 w 986848"/>
                    <a:gd name="connsiteY17" fmla="*/ 3565 h 2510702"/>
                    <a:gd name="connsiteX18" fmla="*/ 511642 w 986848"/>
                    <a:gd name="connsiteY18" fmla="*/ 298840 h 2510702"/>
                    <a:gd name="connsiteX19" fmla="*/ 467192 w 986848"/>
                    <a:gd name="connsiteY19" fmla="*/ 476640 h 2510702"/>
                    <a:gd name="connsiteX20" fmla="*/ 517992 w 986848"/>
                    <a:gd name="connsiteY20" fmla="*/ 778265 h 2510702"/>
                    <a:gd name="connsiteX0" fmla="*/ 517992 w 978373"/>
                    <a:gd name="connsiteY0" fmla="*/ 652154 h 2384591"/>
                    <a:gd name="connsiteX1" fmla="*/ 470367 w 978373"/>
                    <a:gd name="connsiteY1" fmla="*/ 817254 h 2384591"/>
                    <a:gd name="connsiteX2" fmla="*/ 479892 w 978373"/>
                    <a:gd name="connsiteY2" fmla="*/ 1103004 h 2384591"/>
                    <a:gd name="connsiteX3" fmla="*/ 390992 w 978373"/>
                    <a:gd name="connsiteY3" fmla="*/ 1604654 h 2384591"/>
                    <a:gd name="connsiteX4" fmla="*/ 146517 w 978373"/>
                    <a:gd name="connsiteY4" fmla="*/ 1874529 h 2384591"/>
                    <a:gd name="connsiteX5" fmla="*/ 467 w 978373"/>
                    <a:gd name="connsiteY5" fmla="*/ 2223779 h 2384591"/>
                    <a:gd name="connsiteX6" fmla="*/ 98892 w 978373"/>
                    <a:gd name="connsiteY6" fmla="*/ 2319029 h 2384591"/>
                    <a:gd name="connsiteX7" fmla="*/ 365592 w 978373"/>
                    <a:gd name="connsiteY7" fmla="*/ 2376178 h 2384591"/>
                    <a:gd name="connsiteX8" fmla="*/ 187792 w 978373"/>
                    <a:gd name="connsiteY8" fmla="*/ 2179329 h 2384591"/>
                    <a:gd name="connsiteX9" fmla="*/ 610067 w 978373"/>
                    <a:gd name="connsiteY9" fmla="*/ 1734829 h 2384591"/>
                    <a:gd name="connsiteX10" fmla="*/ 794217 w 978373"/>
                    <a:gd name="connsiteY10" fmla="*/ 1204604 h 2384591"/>
                    <a:gd name="connsiteX11" fmla="*/ 876767 w 978373"/>
                    <a:gd name="connsiteY11" fmla="*/ 906154 h 2384591"/>
                    <a:gd name="connsiteX12" fmla="*/ 860892 w 978373"/>
                    <a:gd name="connsiteY12" fmla="*/ 823604 h 2384591"/>
                    <a:gd name="connsiteX13" fmla="*/ 724367 w 978373"/>
                    <a:gd name="connsiteY13" fmla="*/ 709304 h 2384591"/>
                    <a:gd name="connsiteX14" fmla="*/ 644992 w 978373"/>
                    <a:gd name="connsiteY14" fmla="*/ 493404 h 2384591"/>
                    <a:gd name="connsiteX15" fmla="*/ 587842 w 978373"/>
                    <a:gd name="connsiteY15" fmla="*/ 379104 h 2384591"/>
                    <a:gd name="connsiteX16" fmla="*/ 978367 w 978373"/>
                    <a:gd name="connsiteY16" fmla="*/ 33029 h 2384591"/>
                    <a:gd name="connsiteX17" fmla="*/ 597367 w 978373"/>
                    <a:gd name="connsiteY17" fmla="*/ 29854 h 2384591"/>
                    <a:gd name="connsiteX18" fmla="*/ 511642 w 978373"/>
                    <a:gd name="connsiteY18" fmla="*/ 172729 h 2384591"/>
                    <a:gd name="connsiteX19" fmla="*/ 467192 w 978373"/>
                    <a:gd name="connsiteY19" fmla="*/ 350529 h 2384591"/>
                    <a:gd name="connsiteX20" fmla="*/ 517992 w 978373"/>
                    <a:gd name="connsiteY20" fmla="*/ 652154 h 2384591"/>
                    <a:gd name="connsiteX0" fmla="*/ 517992 w 883584"/>
                    <a:gd name="connsiteY0" fmla="*/ 950381 h 2682818"/>
                    <a:gd name="connsiteX1" fmla="*/ 470367 w 883584"/>
                    <a:gd name="connsiteY1" fmla="*/ 1115481 h 2682818"/>
                    <a:gd name="connsiteX2" fmla="*/ 479892 w 883584"/>
                    <a:gd name="connsiteY2" fmla="*/ 1401231 h 2682818"/>
                    <a:gd name="connsiteX3" fmla="*/ 390992 w 883584"/>
                    <a:gd name="connsiteY3" fmla="*/ 1902881 h 2682818"/>
                    <a:gd name="connsiteX4" fmla="*/ 146517 w 883584"/>
                    <a:gd name="connsiteY4" fmla="*/ 2172756 h 2682818"/>
                    <a:gd name="connsiteX5" fmla="*/ 467 w 883584"/>
                    <a:gd name="connsiteY5" fmla="*/ 2522006 h 2682818"/>
                    <a:gd name="connsiteX6" fmla="*/ 98892 w 883584"/>
                    <a:gd name="connsiteY6" fmla="*/ 2617256 h 2682818"/>
                    <a:gd name="connsiteX7" fmla="*/ 365592 w 883584"/>
                    <a:gd name="connsiteY7" fmla="*/ 2674405 h 2682818"/>
                    <a:gd name="connsiteX8" fmla="*/ 187792 w 883584"/>
                    <a:gd name="connsiteY8" fmla="*/ 2477556 h 2682818"/>
                    <a:gd name="connsiteX9" fmla="*/ 610067 w 883584"/>
                    <a:gd name="connsiteY9" fmla="*/ 2033056 h 2682818"/>
                    <a:gd name="connsiteX10" fmla="*/ 794217 w 883584"/>
                    <a:gd name="connsiteY10" fmla="*/ 1502831 h 2682818"/>
                    <a:gd name="connsiteX11" fmla="*/ 876767 w 883584"/>
                    <a:gd name="connsiteY11" fmla="*/ 1204381 h 2682818"/>
                    <a:gd name="connsiteX12" fmla="*/ 860892 w 883584"/>
                    <a:gd name="connsiteY12" fmla="*/ 1121831 h 2682818"/>
                    <a:gd name="connsiteX13" fmla="*/ 724367 w 883584"/>
                    <a:gd name="connsiteY13" fmla="*/ 1007531 h 2682818"/>
                    <a:gd name="connsiteX14" fmla="*/ 644992 w 883584"/>
                    <a:gd name="connsiteY14" fmla="*/ 791631 h 2682818"/>
                    <a:gd name="connsiteX15" fmla="*/ 587842 w 883584"/>
                    <a:gd name="connsiteY15" fmla="*/ 677331 h 2682818"/>
                    <a:gd name="connsiteX16" fmla="*/ 587842 w 883584"/>
                    <a:gd name="connsiteY16" fmla="*/ 7406 h 2682818"/>
                    <a:gd name="connsiteX17" fmla="*/ 597367 w 883584"/>
                    <a:gd name="connsiteY17" fmla="*/ 328081 h 2682818"/>
                    <a:gd name="connsiteX18" fmla="*/ 511642 w 883584"/>
                    <a:gd name="connsiteY18" fmla="*/ 470956 h 2682818"/>
                    <a:gd name="connsiteX19" fmla="*/ 467192 w 883584"/>
                    <a:gd name="connsiteY19" fmla="*/ 648756 h 2682818"/>
                    <a:gd name="connsiteX20" fmla="*/ 517992 w 883584"/>
                    <a:gd name="connsiteY20" fmla="*/ 950381 h 2682818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511642 w 883584"/>
                    <a:gd name="connsiteY19" fmla="*/ 470512 h 2682374"/>
                    <a:gd name="connsiteX20" fmla="*/ 467192 w 883584"/>
                    <a:gd name="connsiteY20" fmla="*/ 648312 h 2682374"/>
                    <a:gd name="connsiteX21" fmla="*/ 517992 w 883584"/>
                    <a:gd name="connsiteY21" fmla="*/ 949937 h 2682374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600544 w 883584"/>
                    <a:gd name="connsiteY19" fmla="*/ 340339 h 2682374"/>
                    <a:gd name="connsiteX20" fmla="*/ 511642 w 883584"/>
                    <a:gd name="connsiteY20" fmla="*/ 470512 h 2682374"/>
                    <a:gd name="connsiteX21" fmla="*/ 467192 w 883584"/>
                    <a:gd name="connsiteY21" fmla="*/ 648312 h 2682374"/>
                    <a:gd name="connsiteX22" fmla="*/ 517992 w 883584"/>
                    <a:gd name="connsiteY22" fmla="*/ 949937 h 2682374"/>
                    <a:gd name="connsiteX0" fmla="*/ 517992 w 883584"/>
                    <a:gd name="connsiteY0" fmla="*/ 963028 h 2695465"/>
                    <a:gd name="connsiteX1" fmla="*/ 470367 w 883584"/>
                    <a:gd name="connsiteY1" fmla="*/ 1128128 h 2695465"/>
                    <a:gd name="connsiteX2" fmla="*/ 479892 w 883584"/>
                    <a:gd name="connsiteY2" fmla="*/ 1413878 h 2695465"/>
                    <a:gd name="connsiteX3" fmla="*/ 390992 w 883584"/>
                    <a:gd name="connsiteY3" fmla="*/ 1915528 h 2695465"/>
                    <a:gd name="connsiteX4" fmla="*/ 146517 w 883584"/>
                    <a:gd name="connsiteY4" fmla="*/ 2185403 h 2695465"/>
                    <a:gd name="connsiteX5" fmla="*/ 467 w 883584"/>
                    <a:gd name="connsiteY5" fmla="*/ 2534653 h 2695465"/>
                    <a:gd name="connsiteX6" fmla="*/ 98892 w 883584"/>
                    <a:gd name="connsiteY6" fmla="*/ 2629903 h 2695465"/>
                    <a:gd name="connsiteX7" fmla="*/ 365592 w 883584"/>
                    <a:gd name="connsiteY7" fmla="*/ 2687052 h 2695465"/>
                    <a:gd name="connsiteX8" fmla="*/ 187792 w 883584"/>
                    <a:gd name="connsiteY8" fmla="*/ 2490203 h 2695465"/>
                    <a:gd name="connsiteX9" fmla="*/ 610067 w 883584"/>
                    <a:gd name="connsiteY9" fmla="*/ 2045703 h 2695465"/>
                    <a:gd name="connsiteX10" fmla="*/ 794217 w 883584"/>
                    <a:gd name="connsiteY10" fmla="*/ 1515478 h 2695465"/>
                    <a:gd name="connsiteX11" fmla="*/ 876767 w 883584"/>
                    <a:gd name="connsiteY11" fmla="*/ 1217028 h 2695465"/>
                    <a:gd name="connsiteX12" fmla="*/ 860892 w 883584"/>
                    <a:gd name="connsiteY12" fmla="*/ 1134478 h 2695465"/>
                    <a:gd name="connsiteX13" fmla="*/ 724367 w 883584"/>
                    <a:gd name="connsiteY13" fmla="*/ 1020178 h 2695465"/>
                    <a:gd name="connsiteX14" fmla="*/ 644992 w 883584"/>
                    <a:gd name="connsiteY14" fmla="*/ 804278 h 2695465"/>
                    <a:gd name="connsiteX15" fmla="*/ 587842 w 883584"/>
                    <a:gd name="connsiteY15" fmla="*/ 689978 h 2695465"/>
                    <a:gd name="connsiteX16" fmla="*/ 587842 w 883584"/>
                    <a:gd name="connsiteY16" fmla="*/ 20053 h 2695465"/>
                    <a:gd name="connsiteX17" fmla="*/ 597367 w 883584"/>
                    <a:gd name="connsiteY17" fmla="*/ 340728 h 2695465"/>
                    <a:gd name="connsiteX18" fmla="*/ 603719 w 883584"/>
                    <a:gd name="connsiteY18" fmla="*/ 347080 h 2695465"/>
                    <a:gd name="connsiteX19" fmla="*/ 762469 w 883584"/>
                    <a:gd name="connsiteY19" fmla="*/ 1005 h 2695465"/>
                    <a:gd name="connsiteX20" fmla="*/ 511642 w 883584"/>
                    <a:gd name="connsiteY20" fmla="*/ 483603 h 2695465"/>
                    <a:gd name="connsiteX21" fmla="*/ 467192 w 883584"/>
                    <a:gd name="connsiteY21" fmla="*/ 661403 h 2695465"/>
                    <a:gd name="connsiteX22" fmla="*/ 517992 w 883584"/>
                    <a:gd name="connsiteY22" fmla="*/ 963028 h 2695465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587842 w 927570"/>
                    <a:gd name="connsiteY16" fmla="*/ 19999 h 2695411"/>
                    <a:gd name="connsiteX17" fmla="*/ 597367 w 927570"/>
                    <a:gd name="connsiteY17" fmla="*/ 34067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872"/>
                    <a:gd name="connsiteY0" fmla="*/ 962974 h 2695411"/>
                    <a:gd name="connsiteX1" fmla="*/ 470367 w 927872"/>
                    <a:gd name="connsiteY1" fmla="*/ 1128074 h 2695411"/>
                    <a:gd name="connsiteX2" fmla="*/ 479892 w 927872"/>
                    <a:gd name="connsiteY2" fmla="*/ 1413824 h 2695411"/>
                    <a:gd name="connsiteX3" fmla="*/ 390992 w 927872"/>
                    <a:gd name="connsiteY3" fmla="*/ 1915474 h 2695411"/>
                    <a:gd name="connsiteX4" fmla="*/ 146517 w 927872"/>
                    <a:gd name="connsiteY4" fmla="*/ 2185349 h 2695411"/>
                    <a:gd name="connsiteX5" fmla="*/ 467 w 927872"/>
                    <a:gd name="connsiteY5" fmla="*/ 2534599 h 2695411"/>
                    <a:gd name="connsiteX6" fmla="*/ 98892 w 927872"/>
                    <a:gd name="connsiteY6" fmla="*/ 2629849 h 2695411"/>
                    <a:gd name="connsiteX7" fmla="*/ 365592 w 927872"/>
                    <a:gd name="connsiteY7" fmla="*/ 2686998 h 2695411"/>
                    <a:gd name="connsiteX8" fmla="*/ 187792 w 927872"/>
                    <a:gd name="connsiteY8" fmla="*/ 2490149 h 2695411"/>
                    <a:gd name="connsiteX9" fmla="*/ 610067 w 927872"/>
                    <a:gd name="connsiteY9" fmla="*/ 2045649 h 2695411"/>
                    <a:gd name="connsiteX10" fmla="*/ 794217 w 927872"/>
                    <a:gd name="connsiteY10" fmla="*/ 1515424 h 2695411"/>
                    <a:gd name="connsiteX11" fmla="*/ 876767 w 927872"/>
                    <a:gd name="connsiteY11" fmla="*/ 1216974 h 2695411"/>
                    <a:gd name="connsiteX12" fmla="*/ 860892 w 927872"/>
                    <a:gd name="connsiteY12" fmla="*/ 1134424 h 2695411"/>
                    <a:gd name="connsiteX13" fmla="*/ 724367 w 927872"/>
                    <a:gd name="connsiteY13" fmla="*/ 1020124 h 2695411"/>
                    <a:gd name="connsiteX14" fmla="*/ 644992 w 927872"/>
                    <a:gd name="connsiteY14" fmla="*/ 804224 h 2695411"/>
                    <a:gd name="connsiteX15" fmla="*/ 587842 w 927872"/>
                    <a:gd name="connsiteY15" fmla="*/ 689924 h 2695411"/>
                    <a:gd name="connsiteX16" fmla="*/ 587842 w 927872"/>
                    <a:gd name="connsiteY16" fmla="*/ 19999 h 2695411"/>
                    <a:gd name="connsiteX17" fmla="*/ 879942 w 927872"/>
                    <a:gd name="connsiteY17" fmla="*/ 562924 h 2695411"/>
                    <a:gd name="connsiteX18" fmla="*/ 927569 w 927872"/>
                    <a:gd name="connsiteY18" fmla="*/ 369251 h 2695411"/>
                    <a:gd name="connsiteX19" fmla="*/ 762469 w 927872"/>
                    <a:gd name="connsiteY19" fmla="*/ 951 h 2695411"/>
                    <a:gd name="connsiteX20" fmla="*/ 511642 w 927872"/>
                    <a:gd name="connsiteY20" fmla="*/ 483549 h 2695411"/>
                    <a:gd name="connsiteX21" fmla="*/ 467192 w 927872"/>
                    <a:gd name="connsiteY21" fmla="*/ 661349 h 2695411"/>
                    <a:gd name="connsiteX22" fmla="*/ 517992 w 927872"/>
                    <a:gd name="connsiteY22" fmla="*/ 962974 h 2695411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898992 w 927570"/>
                    <a:gd name="connsiteY16" fmla="*/ 785174 h 2695411"/>
                    <a:gd name="connsiteX17" fmla="*/ 879942 w 927570"/>
                    <a:gd name="connsiteY17" fmla="*/ 56292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569"/>
                    <a:gd name="connsiteY0" fmla="*/ 622174 h 2354611"/>
                    <a:gd name="connsiteX1" fmla="*/ 470367 w 927569"/>
                    <a:gd name="connsiteY1" fmla="*/ 787274 h 2354611"/>
                    <a:gd name="connsiteX2" fmla="*/ 479892 w 927569"/>
                    <a:gd name="connsiteY2" fmla="*/ 1073024 h 2354611"/>
                    <a:gd name="connsiteX3" fmla="*/ 390992 w 927569"/>
                    <a:gd name="connsiteY3" fmla="*/ 1574674 h 2354611"/>
                    <a:gd name="connsiteX4" fmla="*/ 146517 w 927569"/>
                    <a:gd name="connsiteY4" fmla="*/ 1844549 h 2354611"/>
                    <a:gd name="connsiteX5" fmla="*/ 467 w 927569"/>
                    <a:gd name="connsiteY5" fmla="*/ 2193799 h 2354611"/>
                    <a:gd name="connsiteX6" fmla="*/ 98892 w 927569"/>
                    <a:gd name="connsiteY6" fmla="*/ 2289049 h 2354611"/>
                    <a:gd name="connsiteX7" fmla="*/ 365592 w 927569"/>
                    <a:gd name="connsiteY7" fmla="*/ 2346198 h 2354611"/>
                    <a:gd name="connsiteX8" fmla="*/ 187792 w 927569"/>
                    <a:gd name="connsiteY8" fmla="*/ 2149349 h 2354611"/>
                    <a:gd name="connsiteX9" fmla="*/ 610067 w 927569"/>
                    <a:gd name="connsiteY9" fmla="*/ 1704849 h 2354611"/>
                    <a:gd name="connsiteX10" fmla="*/ 794217 w 927569"/>
                    <a:gd name="connsiteY10" fmla="*/ 1174624 h 2354611"/>
                    <a:gd name="connsiteX11" fmla="*/ 876767 w 927569"/>
                    <a:gd name="connsiteY11" fmla="*/ 876174 h 2354611"/>
                    <a:gd name="connsiteX12" fmla="*/ 860892 w 927569"/>
                    <a:gd name="connsiteY12" fmla="*/ 793624 h 2354611"/>
                    <a:gd name="connsiteX13" fmla="*/ 724367 w 927569"/>
                    <a:gd name="connsiteY13" fmla="*/ 679324 h 2354611"/>
                    <a:gd name="connsiteX14" fmla="*/ 644992 w 927569"/>
                    <a:gd name="connsiteY14" fmla="*/ 463424 h 2354611"/>
                    <a:gd name="connsiteX15" fmla="*/ 587842 w 927569"/>
                    <a:gd name="connsiteY15" fmla="*/ 349124 h 2354611"/>
                    <a:gd name="connsiteX16" fmla="*/ 898992 w 927569"/>
                    <a:gd name="connsiteY16" fmla="*/ 444374 h 2354611"/>
                    <a:gd name="connsiteX17" fmla="*/ 879942 w 927569"/>
                    <a:gd name="connsiteY17" fmla="*/ 222124 h 2354611"/>
                    <a:gd name="connsiteX18" fmla="*/ 927569 w 927569"/>
                    <a:gd name="connsiteY18" fmla="*/ 28451 h 2354611"/>
                    <a:gd name="connsiteX19" fmla="*/ 613244 w 927569"/>
                    <a:gd name="connsiteY19" fmla="*/ 6226 h 2354611"/>
                    <a:gd name="connsiteX20" fmla="*/ 511642 w 927569"/>
                    <a:gd name="connsiteY20" fmla="*/ 142749 h 2354611"/>
                    <a:gd name="connsiteX21" fmla="*/ 467192 w 927569"/>
                    <a:gd name="connsiteY21" fmla="*/ 320549 h 2354611"/>
                    <a:gd name="connsiteX22" fmla="*/ 517992 w 927569"/>
                    <a:gd name="connsiteY22" fmla="*/ 622174 h 2354611"/>
                    <a:gd name="connsiteX0" fmla="*/ 517992 w 931813"/>
                    <a:gd name="connsiteY0" fmla="*/ 873132 h 2605569"/>
                    <a:gd name="connsiteX1" fmla="*/ 470367 w 931813"/>
                    <a:gd name="connsiteY1" fmla="*/ 1038232 h 2605569"/>
                    <a:gd name="connsiteX2" fmla="*/ 479892 w 931813"/>
                    <a:gd name="connsiteY2" fmla="*/ 1323982 h 2605569"/>
                    <a:gd name="connsiteX3" fmla="*/ 390992 w 931813"/>
                    <a:gd name="connsiteY3" fmla="*/ 1825632 h 2605569"/>
                    <a:gd name="connsiteX4" fmla="*/ 146517 w 931813"/>
                    <a:gd name="connsiteY4" fmla="*/ 2095507 h 2605569"/>
                    <a:gd name="connsiteX5" fmla="*/ 467 w 931813"/>
                    <a:gd name="connsiteY5" fmla="*/ 2444757 h 2605569"/>
                    <a:gd name="connsiteX6" fmla="*/ 98892 w 931813"/>
                    <a:gd name="connsiteY6" fmla="*/ 2540007 h 2605569"/>
                    <a:gd name="connsiteX7" fmla="*/ 365592 w 931813"/>
                    <a:gd name="connsiteY7" fmla="*/ 2597156 h 2605569"/>
                    <a:gd name="connsiteX8" fmla="*/ 187792 w 931813"/>
                    <a:gd name="connsiteY8" fmla="*/ 2400307 h 2605569"/>
                    <a:gd name="connsiteX9" fmla="*/ 610067 w 931813"/>
                    <a:gd name="connsiteY9" fmla="*/ 1955807 h 2605569"/>
                    <a:gd name="connsiteX10" fmla="*/ 794217 w 931813"/>
                    <a:gd name="connsiteY10" fmla="*/ 1425582 h 2605569"/>
                    <a:gd name="connsiteX11" fmla="*/ 876767 w 931813"/>
                    <a:gd name="connsiteY11" fmla="*/ 1127132 h 2605569"/>
                    <a:gd name="connsiteX12" fmla="*/ 860892 w 931813"/>
                    <a:gd name="connsiteY12" fmla="*/ 1044582 h 2605569"/>
                    <a:gd name="connsiteX13" fmla="*/ 724367 w 931813"/>
                    <a:gd name="connsiteY13" fmla="*/ 930282 h 2605569"/>
                    <a:gd name="connsiteX14" fmla="*/ 644992 w 931813"/>
                    <a:gd name="connsiteY14" fmla="*/ 714382 h 2605569"/>
                    <a:gd name="connsiteX15" fmla="*/ 587842 w 931813"/>
                    <a:gd name="connsiteY15" fmla="*/ 600082 h 2605569"/>
                    <a:gd name="connsiteX16" fmla="*/ 898992 w 931813"/>
                    <a:gd name="connsiteY16" fmla="*/ 695332 h 2605569"/>
                    <a:gd name="connsiteX17" fmla="*/ 879942 w 931813"/>
                    <a:gd name="connsiteY17" fmla="*/ 473082 h 2605569"/>
                    <a:gd name="connsiteX18" fmla="*/ 521169 w 931813"/>
                    <a:gd name="connsiteY18" fmla="*/ 9 h 2605569"/>
                    <a:gd name="connsiteX19" fmla="*/ 613244 w 931813"/>
                    <a:gd name="connsiteY19" fmla="*/ 257184 h 2605569"/>
                    <a:gd name="connsiteX20" fmla="*/ 511642 w 931813"/>
                    <a:gd name="connsiteY20" fmla="*/ 393707 h 2605569"/>
                    <a:gd name="connsiteX21" fmla="*/ 467192 w 931813"/>
                    <a:gd name="connsiteY21" fmla="*/ 571507 h 2605569"/>
                    <a:gd name="connsiteX22" fmla="*/ 517992 w 931813"/>
                    <a:gd name="connsiteY22" fmla="*/ 873132 h 2605569"/>
                    <a:gd name="connsiteX0" fmla="*/ 517992 w 901118"/>
                    <a:gd name="connsiteY0" fmla="*/ 1028787 h 2761224"/>
                    <a:gd name="connsiteX1" fmla="*/ 470367 w 901118"/>
                    <a:gd name="connsiteY1" fmla="*/ 1193887 h 2761224"/>
                    <a:gd name="connsiteX2" fmla="*/ 479892 w 901118"/>
                    <a:gd name="connsiteY2" fmla="*/ 1479637 h 2761224"/>
                    <a:gd name="connsiteX3" fmla="*/ 390992 w 901118"/>
                    <a:gd name="connsiteY3" fmla="*/ 1981287 h 2761224"/>
                    <a:gd name="connsiteX4" fmla="*/ 146517 w 901118"/>
                    <a:gd name="connsiteY4" fmla="*/ 2251162 h 2761224"/>
                    <a:gd name="connsiteX5" fmla="*/ 467 w 901118"/>
                    <a:gd name="connsiteY5" fmla="*/ 2600412 h 2761224"/>
                    <a:gd name="connsiteX6" fmla="*/ 98892 w 901118"/>
                    <a:gd name="connsiteY6" fmla="*/ 2695662 h 2761224"/>
                    <a:gd name="connsiteX7" fmla="*/ 365592 w 901118"/>
                    <a:gd name="connsiteY7" fmla="*/ 2752811 h 2761224"/>
                    <a:gd name="connsiteX8" fmla="*/ 187792 w 901118"/>
                    <a:gd name="connsiteY8" fmla="*/ 2555962 h 2761224"/>
                    <a:gd name="connsiteX9" fmla="*/ 610067 w 901118"/>
                    <a:gd name="connsiteY9" fmla="*/ 2111462 h 2761224"/>
                    <a:gd name="connsiteX10" fmla="*/ 794217 w 901118"/>
                    <a:gd name="connsiteY10" fmla="*/ 1581237 h 2761224"/>
                    <a:gd name="connsiteX11" fmla="*/ 876767 w 901118"/>
                    <a:gd name="connsiteY11" fmla="*/ 1282787 h 2761224"/>
                    <a:gd name="connsiteX12" fmla="*/ 860892 w 901118"/>
                    <a:gd name="connsiteY12" fmla="*/ 1200237 h 2761224"/>
                    <a:gd name="connsiteX13" fmla="*/ 724367 w 901118"/>
                    <a:gd name="connsiteY13" fmla="*/ 1085937 h 2761224"/>
                    <a:gd name="connsiteX14" fmla="*/ 644992 w 901118"/>
                    <a:gd name="connsiteY14" fmla="*/ 870037 h 2761224"/>
                    <a:gd name="connsiteX15" fmla="*/ 587842 w 901118"/>
                    <a:gd name="connsiteY15" fmla="*/ 755737 h 2761224"/>
                    <a:gd name="connsiteX16" fmla="*/ 898992 w 901118"/>
                    <a:gd name="connsiteY16" fmla="*/ 850987 h 2761224"/>
                    <a:gd name="connsiteX17" fmla="*/ 714842 w 901118"/>
                    <a:gd name="connsiteY17" fmla="*/ 31837 h 2761224"/>
                    <a:gd name="connsiteX18" fmla="*/ 521169 w 901118"/>
                    <a:gd name="connsiteY18" fmla="*/ 155664 h 2761224"/>
                    <a:gd name="connsiteX19" fmla="*/ 613244 w 901118"/>
                    <a:gd name="connsiteY19" fmla="*/ 412839 h 2761224"/>
                    <a:gd name="connsiteX20" fmla="*/ 511642 w 901118"/>
                    <a:gd name="connsiteY20" fmla="*/ 549362 h 2761224"/>
                    <a:gd name="connsiteX21" fmla="*/ 467192 w 901118"/>
                    <a:gd name="connsiteY21" fmla="*/ 727162 h 2761224"/>
                    <a:gd name="connsiteX22" fmla="*/ 517992 w 901118"/>
                    <a:gd name="connsiteY22" fmla="*/ 1028787 h 2761224"/>
                    <a:gd name="connsiteX0" fmla="*/ 517992 w 913695"/>
                    <a:gd name="connsiteY0" fmla="*/ 1008702 h 2741139"/>
                    <a:gd name="connsiteX1" fmla="*/ 470367 w 913695"/>
                    <a:gd name="connsiteY1" fmla="*/ 1173802 h 2741139"/>
                    <a:gd name="connsiteX2" fmla="*/ 479892 w 913695"/>
                    <a:gd name="connsiteY2" fmla="*/ 1459552 h 2741139"/>
                    <a:gd name="connsiteX3" fmla="*/ 390992 w 913695"/>
                    <a:gd name="connsiteY3" fmla="*/ 1961202 h 2741139"/>
                    <a:gd name="connsiteX4" fmla="*/ 146517 w 913695"/>
                    <a:gd name="connsiteY4" fmla="*/ 2231077 h 2741139"/>
                    <a:gd name="connsiteX5" fmla="*/ 467 w 913695"/>
                    <a:gd name="connsiteY5" fmla="*/ 2580327 h 2741139"/>
                    <a:gd name="connsiteX6" fmla="*/ 98892 w 913695"/>
                    <a:gd name="connsiteY6" fmla="*/ 2675577 h 2741139"/>
                    <a:gd name="connsiteX7" fmla="*/ 365592 w 913695"/>
                    <a:gd name="connsiteY7" fmla="*/ 2732726 h 2741139"/>
                    <a:gd name="connsiteX8" fmla="*/ 187792 w 913695"/>
                    <a:gd name="connsiteY8" fmla="*/ 2535877 h 2741139"/>
                    <a:gd name="connsiteX9" fmla="*/ 610067 w 913695"/>
                    <a:gd name="connsiteY9" fmla="*/ 2091377 h 2741139"/>
                    <a:gd name="connsiteX10" fmla="*/ 794217 w 913695"/>
                    <a:gd name="connsiteY10" fmla="*/ 1561152 h 2741139"/>
                    <a:gd name="connsiteX11" fmla="*/ 876767 w 913695"/>
                    <a:gd name="connsiteY11" fmla="*/ 1262702 h 2741139"/>
                    <a:gd name="connsiteX12" fmla="*/ 860892 w 913695"/>
                    <a:gd name="connsiteY12" fmla="*/ 1180152 h 2741139"/>
                    <a:gd name="connsiteX13" fmla="*/ 724367 w 913695"/>
                    <a:gd name="connsiteY13" fmla="*/ 1065852 h 2741139"/>
                    <a:gd name="connsiteX14" fmla="*/ 644992 w 913695"/>
                    <a:gd name="connsiteY14" fmla="*/ 849952 h 2741139"/>
                    <a:gd name="connsiteX15" fmla="*/ 587842 w 913695"/>
                    <a:gd name="connsiteY15" fmla="*/ 735652 h 2741139"/>
                    <a:gd name="connsiteX16" fmla="*/ 898992 w 913695"/>
                    <a:gd name="connsiteY16" fmla="*/ 830902 h 2741139"/>
                    <a:gd name="connsiteX17" fmla="*/ 848195 w 913695"/>
                    <a:gd name="connsiteY17" fmla="*/ 488005 h 2741139"/>
                    <a:gd name="connsiteX18" fmla="*/ 714842 w 913695"/>
                    <a:gd name="connsiteY18" fmla="*/ 11752 h 2741139"/>
                    <a:gd name="connsiteX19" fmla="*/ 521169 w 913695"/>
                    <a:gd name="connsiteY19" fmla="*/ 135579 h 2741139"/>
                    <a:gd name="connsiteX20" fmla="*/ 613244 w 913695"/>
                    <a:gd name="connsiteY20" fmla="*/ 392754 h 2741139"/>
                    <a:gd name="connsiteX21" fmla="*/ 511642 w 913695"/>
                    <a:gd name="connsiteY21" fmla="*/ 529277 h 2741139"/>
                    <a:gd name="connsiteX22" fmla="*/ 467192 w 913695"/>
                    <a:gd name="connsiteY22" fmla="*/ 707077 h 2741139"/>
                    <a:gd name="connsiteX23" fmla="*/ 517992 w 913695"/>
                    <a:gd name="connsiteY23" fmla="*/ 1008702 h 2741139"/>
                    <a:gd name="connsiteX0" fmla="*/ 517992 w 911783"/>
                    <a:gd name="connsiteY0" fmla="*/ 1020165 h 2752602"/>
                    <a:gd name="connsiteX1" fmla="*/ 470367 w 911783"/>
                    <a:gd name="connsiteY1" fmla="*/ 1185265 h 2752602"/>
                    <a:gd name="connsiteX2" fmla="*/ 479892 w 911783"/>
                    <a:gd name="connsiteY2" fmla="*/ 1471015 h 2752602"/>
                    <a:gd name="connsiteX3" fmla="*/ 390992 w 911783"/>
                    <a:gd name="connsiteY3" fmla="*/ 1972665 h 2752602"/>
                    <a:gd name="connsiteX4" fmla="*/ 146517 w 911783"/>
                    <a:gd name="connsiteY4" fmla="*/ 2242540 h 2752602"/>
                    <a:gd name="connsiteX5" fmla="*/ 467 w 911783"/>
                    <a:gd name="connsiteY5" fmla="*/ 2591790 h 2752602"/>
                    <a:gd name="connsiteX6" fmla="*/ 98892 w 911783"/>
                    <a:gd name="connsiteY6" fmla="*/ 2687040 h 2752602"/>
                    <a:gd name="connsiteX7" fmla="*/ 365592 w 911783"/>
                    <a:gd name="connsiteY7" fmla="*/ 2744189 h 2752602"/>
                    <a:gd name="connsiteX8" fmla="*/ 187792 w 911783"/>
                    <a:gd name="connsiteY8" fmla="*/ 2547340 h 2752602"/>
                    <a:gd name="connsiteX9" fmla="*/ 610067 w 911783"/>
                    <a:gd name="connsiteY9" fmla="*/ 2102840 h 2752602"/>
                    <a:gd name="connsiteX10" fmla="*/ 794217 w 911783"/>
                    <a:gd name="connsiteY10" fmla="*/ 1572615 h 2752602"/>
                    <a:gd name="connsiteX11" fmla="*/ 876767 w 911783"/>
                    <a:gd name="connsiteY11" fmla="*/ 1274165 h 2752602"/>
                    <a:gd name="connsiteX12" fmla="*/ 860892 w 911783"/>
                    <a:gd name="connsiteY12" fmla="*/ 1191615 h 2752602"/>
                    <a:gd name="connsiteX13" fmla="*/ 724367 w 911783"/>
                    <a:gd name="connsiteY13" fmla="*/ 1077315 h 2752602"/>
                    <a:gd name="connsiteX14" fmla="*/ 644992 w 911783"/>
                    <a:gd name="connsiteY14" fmla="*/ 861415 h 2752602"/>
                    <a:gd name="connsiteX15" fmla="*/ 587842 w 911783"/>
                    <a:gd name="connsiteY15" fmla="*/ 747115 h 2752602"/>
                    <a:gd name="connsiteX16" fmla="*/ 898992 w 911783"/>
                    <a:gd name="connsiteY16" fmla="*/ 842365 h 2752602"/>
                    <a:gd name="connsiteX17" fmla="*/ 838670 w 911783"/>
                    <a:gd name="connsiteY17" fmla="*/ 86718 h 2752602"/>
                    <a:gd name="connsiteX18" fmla="*/ 714842 w 911783"/>
                    <a:gd name="connsiteY18" fmla="*/ 23215 h 2752602"/>
                    <a:gd name="connsiteX19" fmla="*/ 521169 w 911783"/>
                    <a:gd name="connsiteY19" fmla="*/ 147042 h 2752602"/>
                    <a:gd name="connsiteX20" fmla="*/ 613244 w 911783"/>
                    <a:gd name="connsiteY20" fmla="*/ 404217 h 2752602"/>
                    <a:gd name="connsiteX21" fmla="*/ 511642 w 911783"/>
                    <a:gd name="connsiteY21" fmla="*/ 540740 h 2752602"/>
                    <a:gd name="connsiteX22" fmla="*/ 467192 w 911783"/>
                    <a:gd name="connsiteY22" fmla="*/ 718540 h 2752602"/>
                    <a:gd name="connsiteX23" fmla="*/ 517992 w 911783"/>
                    <a:gd name="connsiteY23" fmla="*/ 1020165 h 2752602"/>
                    <a:gd name="connsiteX0" fmla="*/ 517992 w 912474"/>
                    <a:gd name="connsiteY0" fmla="*/ 998240 h 2730677"/>
                    <a:gd name="connsiteX1" fmla="*/ 470367 w 912474"/>
                    <a:gd name="connsiteY1" fmla="*/ 1163340 h 2730677"/>
                    <a:gd name="connsiteX2" fmla="*/ 479892 w 912474"/>
                    <a:gd name="connsiteY2" fmla="*/ 1449090 h 2730677"/>
                    <a:gd name="connsiteX3" fmla="*/ 390992 w 912474"/>
                    <a:gd name="connsiteY3" fmla="*/ 1950740 h 2730677"/>
                    <a:gd name="connsiteX4" fmla="*/ 146517 w 912474"/>
                    <a:gd name="connsiteY4" fmla="*/ 2220615 h 2730677"/>
                    <a:gd name="connsiteX5" fmla="*/ 467 w 912474"/>
                    <a:gd name="connsiteY5" fmla="*/ 2569865 h 2730677"/>
                    <a:gd name="connsiteX6" fmla="*/ 98892 w 912474"/>
                    <a:gd name="connsiteY6" fmla="*/ 2665115 h 2730677"/>
                    <a:gd name="connsiteX7" fmla="*/ 365592 w 912474"/>
                    <a:gd name="connsiteY7" fmla="*/ 2722264 h 2730677"/>
                    <a:gd name="connsiteX8" fmla="*/ 187792 w 912474"/>
                    <a:gd name="connsiteY8" fmla="*/ 2525415 h 2730677"/>
                    <a:gd name="connsiteX9" fmla="*/ 610067 w 912474"/>
                    <a:gd name="connsiteY9" fmla="*/ 2080915 h 2730677"/>
                    <a:gd name="connsiteX10" fmla="*/ 794217 w 912474"/>
                    <a:gd name="connsiteY10" fmla="*/ 1550690 h 2730677"/>
                    <a:gd name="connsiteX11" fmla="*/ 876767 w 912474"/>
                    <a:gd name="connsiteY11" fmla="*/ 1252240 h 2730677"/>
                    <a:gd name="connsiteX12" fmla="*/ 860892 w 912474"/>
                    <a:gd name="connsiteY12" fmla="*/ 1169690 h 2730677"/>
                    <a:gd name="connsiteX13" fmla="*/ 724367 w 912474"/>
                    <a:gd name="connsiteY13" fmla="*/ 1055390 h 2730677"/>
                    <a:gd name="connsiteX14" fmla="*/ 644992 w 912474"/>
                    <a:gd name="connsiteY14" fmla="*/ 839490 h 2730677"/>
                    <a:gd name="connsiteX15" fmla="*/ 587842 w 912474"/>
                    <a:gd name="connsiteY15" fmla="*/ 725190 h 2730677"/>
                    <a:gd name="connsiteX16" fmla="*/ 898992 w 912474"/>
                    <a:gd name="connsiteY16" fmla="*/ 820440 h 2730677"/>
                    <a:gd name="connsiteX17" fmla="*/ 854545 w 912474"/>
                    <a:gd name="connsiteY17" fmla="*/ 134643 h 2730677"/>
                    <a:gd name="connsiteX18" fmla="*/ 838670 w 912474"/>
                    <a:gd name="connsiteY18" fmla="*/ 64793 h 2730677"/>
                    <a:gd name="connsiteX19" fmla="*/ 714842 w 912474"/>
                    <a:gd name="connsiteY19" fmla="*/ 1290 h 2730677"/>
                    <a:gd name="connsiteX20" fmla="*/ 521169 w 912474"/>
                    <a:gd name="connsiteY20" fmla="*/ 125117 h 2730677"/>
                    <a:gd name="connsiteX21" fmla="*/ 613244 w 912474"/>
                    <a:gd name="connsiteY21" fmla="*/ 382292 h 2730677"/>
                    <a:gd name="connsiteX22" fmla="*/ 511642 w 912474"/>
                    <a:gd name="connsiteY22" fmla="*/ 518815 h 2730677"/>
                    <a:gd name="connsiteX23" fmla="*/ 467192 w 912474"/>
                    <a:gd name="connsiteY23" fmla="*/ 696615 h 2730677"/>
                    <a:gd name="connsiteX24" fmla="*/ 517992 w 912474"/>
                    <a:gd name="connsiteY24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54544 w 912187"/>
                    <a:gd name="connsiteY18" fmla="*/ 134643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83119 w 912187"/>
                    <a:gd name="connsiteY18" fmla="*/ 239418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1083"/>
                    <a:gd name="connsiteY0" fmla="*/ 998240 h 2730677"/>
                    <a:gd name="connsiteX1" fmla="*/ 470367 w 911083"/>
                    <a:gd name="connsiteY1" fmla="*/ 1163340 h 2730677"/>
                    <a:gd name="connsiteX2" fmla="*/ 479892 w 911083"/>
                    <a:gd name="connsiteY2" fmla="*/ 1449090 h 2730677"/>
                    <a:gd name="connsiteX3" fmla="*/ 390992 w 911083"/>
                    <a:gd name="connsiteY3" fmla="*/ 1950740 h 2730677"/>
                    <a:gd name="connsiteX4" fmla="*/ 146517 w 911083"/>
                    <a:gd name="connsiteY4" fmla="*/ 2220615 h 2730677"/>
                    <a:gd name="connsiteX5" fmla="*/ 467 w 911083"/>
                    <a:gd name="connsiteY5" fmla="*/ 2569865 h 2730677"/>
                    <a:gd name="connsiteX6" fmla="*/ 98892 w 911083"/>
                    <a:gd name="connsiteY6" fmla="*/ 2665115 h 2730677"/>
                    <a:gd name="connsiteX7" fmla="*/ 365592 w 911083"/>
                    <a:gd name="connsiteY7" fmla="*/ 2722264 h 2730677"/>
                    <a:gd name="connsiteX8" fmla="*/ 187792 w 911083"/>
                    <a:gd name="connsiteY8" fmla="*/ 2525415 h 2730677"/>
                    <a:gd name="connsiteX9" fmla="*/ 610067 w 911083"/>
                    <a:gd name="connsiteY9" fmla="*/ 2080915 h 2730677"/>
                    <a:gd name="connsiteX10" fmla="*/ 794217 w 911083"/>
                    <a:gd name="connsiteY10" fmla="*/ 1550690 h 2730677"/>
                    <a:gd name="connsiteX11" fmla="*/ 876767 w 911083"/>
                    <a:gd name="connsiteY11" fmla="*/ 1252240 h 2730677"/>
                    <a:gd name="connsiteX12" fmla="*/ 860892 w 911083"/>
                    <a:gd name="connsiteY12" fmla="*/ 1169690 h 2730677"/>
                    <a:gd name="connsiteX13" fmla="*/ 724367 w 911083"/>
                    <a:gd name="connsiteY13" fmla="*/ 1055390 h 2730677"/>
                    <a:gd name="connsiteX14" fmla="*/ 644992 w 911083"/>
                    <a:gd name="connsiteY14" fmla="*/ 839490 h 2730677"/>
                    <a:gd name="connsiteX15" fmla="*/ 587842 w 911083"/>
                    <a:gd name="connsiteY15" fmla="*/ 725190 h 2730677"/>
                    <a:gd name="connsiteX16" fmla="*/ 898992 w 911083"/>
                    <a:gd name="connsiteY16" fmla="*/ 820440 h 2730677"/>
                    <a:gd name="connsiteX17" fmla="*/ 848195 w 911083"/>
                    <a:gd name="connsiteY17" fmla="*/ 356893 h 2730677"/>
                    <a:gd name="connsiteX18" fmla="*/ 883119 w 911083"/>
                    <a:gd name="connsiteY18" fmla="*/ 239418 h 2730677"/>
                    <a:gd name="connsiteX19" fmla="*/ 838670 w 911083"/>
                    <a:gd name="connsiteY19" fmla="*/ 64793 h 2730677"/>
                    <a:gd name="connsiteX20" fmla="*/ 714842 w 911083"/>
                    <a:gd name="connsiteY20" fmla="*/ 1290 h 2730677"/>
                    <a:gd name="connsiteX21" fmla="*/ 521169 w 911083"/>
                    <a:gd name="connsiteY21" fmla="*/ 125117 h 2730677"/>
                    <a:gd name="connsiteX22" fmla="*/ 613244 w 911083"/>
                    <a:gd name="connsiteY22" fmla="*/ 382292 h 2730677"/>
                    <a:gd name="connsiteX23" fmla="*/ 511642 w 911083"/>
                    <a:gd name="connsiteY23" fmla="*/ 518815 h 2730677"/>
                    <a:gd name="connsiteX24" fmla="*/ 467192 w 911083"/>
                    <a:gd name="connsiteY24" fmla="*/ 696615 h 2730677"/>
                    <a:gd name="connsiteX25" fmla="*/ 517992 w 911083"/>
                    <a:gd name="connsiteY25" fmla="*/ 998240 h 2730677"/>
                    <a:gd name="connsiteX0" fmla="*/ 517992 w 918868"/>
                    <a:gd name="connsiteY0" fmla="*/ 998240 h 2730677"/>
                    <a:gd name="connsiteX1" fmla="*/ 470367 w 918868"/>
                    <a:gd name="connsiteY1" fmla="*/ 1163340 h 2730677"/>
                    <a:gd name="connsiteX2" fmla="*/ 479892 w 918868"/>
                    <a:gd name="connsiteY2" fmla="*/ 1449090 h 2730677"/>
                    <a:gd name="connsiteX3" fmla="*/ 390992 w 918868"/>
                    <a:gd name="connsiteY3" fmla="*/ 1950740 h 2730677"/>
                    <a:gd name="connsiteX4" fmla="*/ 146517 w 918868"/>
                    <a:gd name="connsiteY4" fmla="*/ 2220615 h 2730677"/>
                    <a:gd name="connsiteX5" fmla="*/ 467 w 918868"/>
                    <a:gd name="connsiteY5" fmla="*/ 2569865 h 2730677"/>
                    <a:gd name="connsiteX6" fmla="*/ 98892 w 918868"/>
                    <a:gd name="connsiteY6" fmla="*/ 2665115 h 2730677"/>
                    <a:gd name="connsiteX7" fmla="*/ 365592 w 918868"/>
                    <a:gd name="connsiteY7" fmla="*/ 2722264 h 2730677"/>
                    <a:gd name="connsiteX8" fmla="*/ 187792 w 918868"/>
                    <a:gd name="connsiteY8" fmla="*/ 2525415 h 2730677"/>
                    <a:gd name="connsiteX9" fmla="*/ 610067 w 918868"/>
                    <a:gd name="connsiteY9" fmla="*/ 2080915 h 2730677"/>
                    <a:gd name="connsiteX10" fmla="*/ 794217 w 918868"/>
                    <a:gd name="connsiteY10" fmla="*/ 1550690 h 2730677"/>
                    <a:gd name="connsiteX11" fmla="*/ 876767 w 918868"/>
                    <a:gd name="connsiteY11" fmla="*/ 1252240 h 2730677"/>
                    <a:gd name="connsiteX12" fmla="*/ 860892 w 918868"/>
                    <a:gd name="connsiteY12" fmla="*/ 1169690 h 2730677"/>
                    <a:gd name="connsiteX13" fmla="*/ 724367 w 918868"/>
                    <a:gd name="connsiteY13" fmla="*/ 1055390 h 2730677"/>
                    <a:gd name="connsiteX14" fmla="*/ 644992 w 918868"/>
                    <a:gd name="connsiteY14" fmla="*/ 839490 h 2730677"/>
                    <a:gd name="connsiteX15" fmla="*/ 587842 w 918868"/>
                    <a:gd name="connsiteY15" fmla="*/ 725190 h 2730677"/>
                    <a:gd name="connsiteX16" fmla="*/ 898992 w 918868"/>
                    <a:gd name="connsiteY16" fmla="*/ 820440 h 2730677"/>
                    <a:gd name="connsiteX17" fmla="*/ 883120 w 918868"/>
                    <a:gd name="connsiteY17" fmla="*/ 541043 h 2730677"/>
                    <a:gd name="connsiteX18" fmla="*/ 848195 w 918868"/>
                    <a:gd name="connsiteY18" fmla="*/ 356893 h 2730677"/>
                    <a:gd name="connsiteX19" fmla="*/ 883119 w 918868"/>
                    <a:gd name="connsiteY19" fmla="*/ 239418 h 2730677"/>
                    <a:gd name="connsiteX20" fmla="*/ 838670 w 918868"/>
                    <a:gd name="connsiteY20" fmla="*/ 64793 h 2730677"/>
                    <a:gd name="connsiteX21" fmla="*/ 714842 w 918868"/>
                    <a:gd name="connsiteY21" fmla="*/ 1290 h 2730677"/>
                    <a:gd name="connsiteX22" fmla="*/ 521169 w 918868"/>
                    <a:gd name="connsiteY22" fmla="*/ 125117 h 2730677"/>
                    <a:gd name="connsiteX23" fmla="*/ 613244 w 918868"/>
                    <a:gd name="connsiteY23" fmla="*/ 382292 h 2730677"/>
                    <a:gd name="connsiteX24" fmla="*/ 511642 w 918868"/>
                    <a:gd name="connsiteY24" fmla="*/ 518815 h 2730677"/>
                    <a:gd name="connsiteX25" fmla="*/ 467192 w 918868"/>
                    <a:gd name="connsiteY25" fmla="*/ 696615 h 2730677"/>
                    <a:gd name="connsiteX26" fmla="*/ 517992 w 918868"/>
                    <a:gd name="connsiteY26" fmla="*/ 998240 h 2730677"/>
                    <a:gd name="connsiteX0" fmla="*/ 517992 w 902408"/>
                    <a:gd name="connsiteY0" fmla="*/ 998240 h 2730677"/>
                    <a:gd name="connsiteX1" fmla="*/ 470367 w 902408"/>
                    <a:gd name="connsiteY1" fmla="*/ 1163340 h 2730677"/>
                    <a:gd name="connsiteX2" fmla="*/ 479892 w 902408"/>
                    <a:gd name="connsiteY2" fmla="*/ 1449090 h 2730677"/>
                    <a:gd name="connsiteX3" fmla="*/ 390992 w 902408"/>
                    <a:gd name="connsiteY3" fmla="*/ 1950740 h 2730677"/>
                    <a:gd name="connsiteX4" fmla="*/ 146517 w 902408"/>
                    <a:gd name="connsiteY4" fmla="*/ 2220615 h 2730677"/>
                    <a:gd name="connsiteX5" fmla="*/ 467 w 902408"/>
                    <a:gd name="connsiteY5" fmla="*/ 2569865 h 2730677"/>
                    <a:gd name="connsiteX6" fmla="*/ 98892 w 902408"/>
                    <a:gd name="connsiteY6" fmla="*/ 2665115 h 2730677"/>
                    <a:gd name="connsiteX7" fmla="*/ 365592 w 902408"/>
                    <a:gd name="connsiteY7" fmla="*/ 2722264 h 2730677"/>
                    <a:gd name="connsiteX8" fmla="*/ 187792 w 902408"/>
                    <a:gd name="connsiteY8" fmla="*/ 2525415 h 2730677"/>
                    <a:gd name="connsiteX9" fmla="*/ 610067 w 902408"/>
                    <a:gd name="connsiteY9" fmla="*/ 2080915 h 2730677"/>
                    <a:gd name="connsiteX10" fmla="*/ 794217 w 902408"/>
                    <a:gd name="connsiteY10" fmla="*/ 1550690 h 2730677"/>
                    <a:gd name="connsiteX11" fmla="*/ 876767 w 902408"/>
                    <a:gd name="connsiteY11" fmla="*/ 1252240 h 2730677"/>
                    <a:gd name="connsiteX12" fmla="*/ 860892 w 902408"/>
                    <a:gd name="connsiteY12" fmla="*/ 1169690 h 2730677"/>
                    <a:gd name="connsiteX13" fmla="*/ 724367 w 902408"/>
                    <a:gd name="connsiteY13" fmla="*/ 1055390 h 2730677"/>
                    <a:gd name="connsiteX14" fmla="*/ 644992 w 902408"/>
                    <a:gd name="connsiteY14" fmla="*/ 839490 h 2730677"/>
                    <a:gd name="connsiteX15" fmla="*/ 587842 w 902408"/>
                    <a:gd name="connsiteY15" fmla="*/ 725190 h 2730677"/>
                    <a:gd name="connsiteX16" fmla="*/ 898992 w 902408"/>
                    <a:gd name="connsiteY16" fmla="*/ 820440 h 2730677"/>
                    <a:gd name="connsiteX17" fmla="*/ 759295 w 902408"/>
                    <a:gd name="connsiteY17" fmla="*/ 423568 h 2730677"/>
                    <a:gd name="connsiteX18" fmla="*/ 848195 w 902408"/>
                    <a:gd name="connsiteY18" fmla="*/ 356893 h 2730677"/>
                    <a:gd name="connsiteX19" fmla="*/ 883119 w 902408"/>
                    <a:gd name="connsiteY19" fmla="*/ 239418 h 2730677"/>
                    <a:gd name="connsiteX20" fmla="*/ 838670 w 902408"/>
                    <a:gd name="connsiteY20" fmla="*/ 64793 h 2730677"/>
                    <a:gd name="connsiteX21" fmla="*/ 714842 w 902408"/>
                    <a:gd name="connsiteY21" fmla="*/ 1290 h 2730677"/>
                    <a:gd name="connsiteX22" fmla="*/ 521169 w 902408"/>
                    <a:gd name="connsiteY22" fmla="*/ 125117 h 2730677"/>
                    <a:gd name="connsiteX23" fmla="*/ 613244 w 902408"/>
                    <a:gd name="connsiteY23" fmla="*/ 382292 h 2730677"/>
                    <a:gd name="connsiteX24" fmla="*/ 511642 w 902408"/>
                    <a:gd name="connsiteY24" fmla="*/ 518815 h 2730677"/>
                    <a:gd name="connsiteX25" fmla="*/ 467192 w 902408"/>
                    <a:gd name="connsiteY25" fmla="*/ 696615 h 2730677"/>
                    <a:gd name="connsiteX26" fmla="*/ 517992 w 902408"/>
                    <a:gd name="connsiteY26" fmla="*/ 998240 h 2730677"/>
                    <a:gd name="connsiteX0" fmla="*/ 517992 w 932676"/>
                    <a:gd name="connsiteY0" fmla="*/ 998240 h 2730677"/>
                    <a:gd name="connsiteX1" fmla="*/ 470367 w 932676"/>
                    <a:gd name="connsiteY1" fmla="*/ 1163340 h 2730677"/>
                    <a:gd name="connsiteX2" fmla="*/ 479892 w 932676"/>
                    <a:gd name="connsiteY2" fmla="*/ 1449090 h 2730677"/>
                    <a:gd name="connsiteX3" fmla="*/ 390992 w 932676"/>
                    <a:gd name="connsiteY3" fmla="*/ 1950740 h 2730677"/>
                    <a:gd name="connsiteX4" fmla="*/ 146517 w 932676"/>
                    <a:gd name="connsiteY4" fmla="*/ 2220615 h 2730677"/>
                    <a:gd name="connsiteX5" fmla="*/ 467 w 932676"/>
                    <a:gd name="connsiteY5" fmla="*/ 2569865 h 2730677"/>
                    <a:gd name="connsiteX6" fmla="*/ 98892 w 932676"/>
                    <a:gd name="connsiteY6" fmla="*/ 2665115 h 2730677"/>
                    <a:gd name="connsiteX7" fmla="*/ 365592 w 932676"/>
                    <a:gd name="connsiteY7" fmla="*/ 2722264 h 2730677"/>
                    <a:gd name="connsiteX8" fmla="*/ 187792 w 932676"/>
                    <a:gd name="connsiteY8" fmla="*/ 2525415 h 2730677"/>
                    <a:gd name="connsiteX9" fmla="*/ 610067 w 932676"/>
                    <a:gd name="connsiteY9" fmla="*/ 2080915 h 2730677"/>
                    <a:gd name="connsiteX10" fmla="*/ 794217 w 932676"/>
                    <a:gd name="connsiteY10" fmla="*/ 1550690 h 2730677"/>
                    <a:gd name="connsiteX11" fmla="*/ 876767 w 932676"/>
                    <a:gd name="connsiteY11" fmla="*/ 1252240 h 2730677"/>
                    <a:gd name="connsiteX12" fmla="*/ 860892 w 932676"/>
                    <a:gd name="connsiteY12" fmla="*/ 1169690 h 2730677"/>
                    <a:gd name="connsiteX13" fmla="*/ 724367 w 932676"/>
                    <a:gd name="connsiteY13" fmla="*/ 1055390 h 2730677"/>
                    <a:gd name="connsiteX14" fmla="*/ 644992 w 932676"/>
                    <a:gd name="connsiteY14" fmla="*/ 839490 h 2730677"/>
                    <a:gd name="connsiteX15" fmla="*/ 587842 w 932676"/>
                    <a:gd name="connsiteY15" fmla="*/ 725190 h 2730677"/>
                    <a:gd name="connsiteX16" fmla="*/ 898992 w 932676"/>
                    <a:gd name="connsiteY16" fmla="*/ 820440 h 2730677"/>
                    <a:gd name="connsiteX17" fmla="*/ 908519 w 932676"/>
                    <a:gd name="connsiteY17" fmla="*/ 814093 h 2730677"/>
                    <a:gd name="connsiteX18" fmla="*/ 759295 w 932676"/>
                    <a:gd name="connsiteY18" fmla="*/ 423568 h 2730677"/>
                    <a:gd name="connsiteX19" fmla="*/ 848195 w 932676"/>
                    <a:gd name="connsiteY19" fmla="*/ 356893 h 2730677"/>
                    <a:gd name="connsiteX20" fmla="*/ 883119 w 932676"/>
                    <a:gd name="connsiteY20" fmla="*/ 239418 h 2730677"/>
                    <a:gd name="connsiteX21" fmla="*/ 838670 w 932676"/>
                    <a:gd name="connsiteY21" fmla="*/ 64793 h 2730677"/>
                    <a:gd name="connsiteX22" fmla="*/ 714842 w 932676"/>
                    <a:gd name="connsiteY22" fmla="*/ 1290 h 2730677"/>
                    <a:gd name="connsiteX23" fmla="*/ 521169 w 932676"/>
                    <a:gd name="connsiteY23" fmla="*/ 125117 h 2730677"/>
                    <a:gd name="connsiteX24" fmla="*/ 613244 w 932676"/>
                    <a:gd name="connsiteY24" fmla="*/ 382292 h 2730677"/>
                    <a:gd name="connsiteX25" fmla="*/ 511642 w 932676"/>
                    <a:gd name="connsiteY25" fmla="*/ 518815 h 2730677"/>
                    <a:gd name="connsiteX26" fmla="*/ 467192 w 932676"/>
                    <a:gd name="connsiteY26" fmla="*/ 696615 h 2730677"/>
                    <a:gd name="connsiteX27" fmla="*/ 517992 w 932676"/>
                    <a:gd name="connsiteY27" fmla="*/ 998240 h 2730677"/>
                    <a:gd name="connsiteX0" fmla="*/ 517992 w 925354"/>
                    <a:gd name="connsiteY0" fmla="*/ 998240 h 2730677"/>
                    <a:gd name="connsiteX1" fmla="*/ 470367 w 925354"/>
                    <a:gd name="connsiteY1" fmla="*/ 1163340 h 2730677"/>
                    <a:gd name="connsiteX2" fmla="*/ 479892 w 925354"/>
                    <a:gd name="connsiteY2" fmla="*/ 1449090 h 2730677"/>
                    <a:gd name="connsiteX3" fmla="*/ 390992 w 925354"/>
                    <a:gd name="connsiteY3" fmla="*/ 1950740 h 2730677"/>
                    <a:gd name="connsiteX4" fmla="*/ 146517 w 925354"/>
                    <a:gd name="connsiteY4" fmla="*/ 2220615 h 2730677"/>
                    <a:gd name="connsiteX5" fmla="*/ 467 w 925354"/>
                    <a:gd name="connsiteY5" fmla="*/ 2569865 h 2730677"/>
                    <a:gd name="connsiteX6" fmla="*/ 98892 w 925354"/>
                    <a:gd name="connsiteY6" fmla="*/ 2665115 h 2730677"/>
                    <a:gd name="connsiteX7" fmla="*/ 365592 w 925354"/>
                    <a:gd name="connsiteY7" fmla="*/ 2722264 h 2730677"/>
                    <a:gd name="connsiteX8" fmla="*/ 187792 w 925354"/>
                    <a:gd name="connsiteY8" fmla="*/ 2525415 h 2730677"/>
                    <a:gd name="connsiteX9" fmla="*/ 610067 w 925354"/>
                    <a:gd name="connsiteY9" fmla="*/ 2080915 h 2730677"/>
                    <a:gd name="connsiteX10" fmla="*/ 794217 w 925354"/>
                    <a:gd name="connsiteY10" fmla="*/ 1550690 h 2730677"/>
                    <a:gd name="connsiteX11" fmla="*/ 876767 w 925354"/>
                    <a:gd name="connsiteY11" fmla="*/ 1252240 h 2730677"/>
                    <a:gd name="connsiteX12" fmla="*/ 860892 w 925354"/>
                    <a:gd name="connsiteY12" fmla="*/ 1169690 h 2730677"/>
                    <a:gd name="connsiteX13" fmla="*/ 724367 w 925354"/>
                    <a:gd name="connsiteY13" fmla="*/ 1055390 h 2730677"/>
                    <a:gd name="connsiteX14" fmla="*/ 644992 w 925354"/>
                    <a:gd name="connsiteY14" fmla="*/ 839490 h 2730677"/>
                    <a:gd name="connsiteX15" fmla="*/ 587842 w 925354"/>
                    <a:gd name="connsiteY15" fmla="*/ 725190 h 2730677"/>
                    <a:gd name="connsiteX16" fmla="*/ 898992 w 925354"/>
                    <a:gd name="connsiteY16" fmla="*/ 820440 h 2730677"/>
                    <a:gd name="connsiteX17" fmla="*/ 908519 w 925354"/>
                    <a:gd name="connsiteY17" fmla="*/ 814093 h 2730677"/>
                    <a:gd name="connsiteX18" fmla="*/ 902169 w 925354"/>
                    <a:gd name="connsiteY18" fmla="*/ 817268 h 2730677"/>
                    <a:gd name="connsiteX19" fmla="*/ 759295 w 925354"/>
                    <a:gd name="connsiteY19" fmla="*/ 423568 h 2730677"/>
                    <a:gd name="connsiteX20" fmla="*/ 848195 w 925354"/>
                    <a:gd name="connsiteY20" fmla="*/ 356893 h 2730677"/>
                    <a:gd name="connsiteX21" fmla="*/ 883119 w 925354"/>
                    <a:gd name="connsiteY21" fmla="*/ 239418 h 2730677"/>
                    <a:gd name="connsiteX22" fmla="*/ 838670 w 925354"/>
                    <a:gd name="connsiteY22" fmla="*/ 64793 h 2730677"/>
                    <a:gd name="connsiteX23" fmla="*/ 714842 w 925354"/>
                    <a:gd name="connsiteY23" fmla="*/ 1290 h 2730677"/>
                    <a:gd name="connsiteX24" fmla="*/ 521169 w 925354"/>
                    <a:gd name="connsiteY24" fmla="*/ 125117 h 2730677"/>
                    <a:gd name="connsiteX25" fmla="*/ 613244 w 925354"/>
                    <a:gd name="connsiteY25" fmla="*/ 382292 h 2730677"/>
                    <a:gd name="connsiteX26" fmla="*/ 511642 w 925354"/>
                    <a:gd name="connsiteY26" fmla="*/ 518815 h 2730677"/>
                    <a:gd name="connsiteX27" fmla="*/ 467192 w 925354"/>
                    <a:gd name="connsiteY27" fmla="*/ 696615 h 2730677"/>
                    <a:gd name="connsiteX28" fmla="*/ 517992 w 925354"/>
                    <a:gd name="connsiteY28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902169 w 930788"/>
                    <a:gd name="connsiteY19" fmla="*/ 817268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56"/>
                    <a:gd name="connsiteY0" fmla="*/ 998240 h 2730677"/>
                    <a:gd name="connsiteX1" fmla="*/ 470367 w 930756"/>
                    <a:gd name="connsiteY1" fmla="*/ 1163340 h 2730677"/>
                    <a:gd name="connsiteX2" fmla="*/ 479892 w 930756"/>
                    <a:gd name="connsiteY2" fmla="*/ 1449090 h 2730677"/>
                    <a:gd name="connsiteX3" fmla="*/ 390992 w 930756"/>
                    <a:gd name="connsiteY3" fmla="*/ 1950740 h 2730677"/>
                    <a:gd name="connsiteX4" fmla="*/ 146517 w 930756"/>
                    <a:gd name="connsiteY4" fmla="*/ 2220615 h 2730677"/>
                    <a:gd name="connsiteX5" fmla="*/ 467 w 930756"/>
                    <a:gd name="connsiteY5" fmla="*/ 2569865 h 2730677"/>
                    <a:gd name="connsiteX6" fmla="*/ 98892 w 930756"/>
                    <a:gd name="connsiteY6" fmla="*/ 2665115 h 2730677"/>
                    <a:gd name="connsiteX7" fmla="*/ 365592 w 930756"/>
                    <a:gd name="connsiteY7" fmla="*/ 2722264 h 2730677"/>
                    <a:gd name="connsiteX8" fmla="*/ 187792 w 930756"/>
                    <a:gd name="connsiteY8" fmla="*/ 2525415 h 2730677"/>
                    <a:gd name="connsiteX9" fmla="*/ 610067 w 930756"/>
                    <a:gd name="connsiteY9" fmla="*/ 2080915 h 2730677"/>
                    <a:gd name="connsiteX10" fmla="*/ 794217 w 930756"/>
                    <a:gd name="connsiteY10" fmla="*/ 1550690 h 2730677"/>
                    <a:gd name="connsiteX11" fmla="*/ 876767 w 930756"/>
                    <a:gd name="connsiteY11" fmla="*/ 1252240 h 2730677"/>
                    <a:gd name="connsiteX12" fmla="*/ 860892 w 930756"/>
                    <a:gd name="connsiteY12" fmla="*/ 1169690 h 2730677"/>
                    <a:gd name="connsiteX13" fmla="*/ 724367 w 930756"/>
                    <a:gd name="connsiteY13" fmla="*/ 1055390 h 2730677"/>
                    <a:gd name="connsiteX14" fmla="*/ 644992 w 930756"/>
                    <a:gd name="connsiteY14" fmla="*/ 839490 h 2730677"/>
                    <a:gd name="connsiteX15" fmla="*/ 587842 w 930756"/>
                    <a:gd name="connsiteY15" fmla="*/ 725190 h 2730677"/>
                    <a:gd name="connsiteX16" fmla="*/ 898992 w 930756"/>
                    <a:gd name="connsiteY16" fmla="*/ 820440 h 2730677"/>
                    <a:gd name="connsiteX17" fmla="*/ 857719 w 930756"/>
                    <a:gd name="connsiteY17" fmla="*/ 902993 h 2730677"/>
                    <a:gd name="connsiteX18" fmla="*/ 930744 w 930756"/>
                    <a:gd name="connsiteY18" fmla="*/ 826793 h 2730677"/>
                    <a:gd name="connsiteX19" fmla="*/ 870419 w 930756"/>
                    <a:gd name="connsiteY19" fmla="*/ 877593 h 2730677"/>
                    <a:gd name="connsiteX20" fmla="*/ 759295 w 930756"/>
                    <a:gd name="connsiteY20" fmla="*/ 423568 h 2730677"/>
                    <a:gd name="connsiteX21" fmla="*/ 848195 w 930756"/>
                    <a:gd name="connsiteY21" fmla="*/ 356893 h 2730677"/>
                    <a:gd name="connsiteX22" fmla="*/ 883119 w 930756"/>
                    <a:gd name="connsiteY22" fmla="*/ 239418 h 2730677"/>
                    <a:gd name="connsiteX23" fmla="*/ 838670 w 930756"/>
                    <a:gd name="connsiteY23" fmla="*/ 64793 h 2730677"/>
                    <a:gd name="connsiteX24" fmla="*/ 714842 w 930756"/>
                    <a:gd name="connsiteY24" fmla="*/ 1290 h 2730677"/>
                    <a:gd name="connsiteX25" fmla="*/ 521169 w 930756"/>
                    <a:gd name="connsiteY25" fmla="*/ 125117 h 2730677"/>
                    <a:gd name="connsiteX26" fmla="*/ 613244 w 930756"/>
                    <a:gd name="connsiteY26" fmla="*/ 382292 h 2730677"/>
                    <a:gd name="connsiteX27" fmla="*/ 511642 w 930756"/>
                    <a:gd name="connsiteY27" fmla="*/ 518815 h 2730677"/>
                    <a:gd name="connsiteX28" fmla="*/ 467192 w 930756"/>
                    <a:gd name="connsiteY28" fmla="*/ 696615 h 2730677"/>
                    <a:gd name="connsiteX29" fmla="*/ 517992 w 930756"/>
                    <a:gd name="connsiteY29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887922"/>
                    <a:gd name="connsiteY0" fmla="*/ 998240 h 2730677"/>
                    <a:gd name="connsiteX1" fmla="*/ 470367 w 887922"/>
                    <a:gd name="connsiteY1" fmla="*/ 1163340 h 2730677"/>
                    <a:gd name="connsiteX2" fmla="*/ 479892 w 887922"/>
                    <a:gd name="connsiteY2" fmla="*/ 1449090 h 2730677"/>
                    <a:gd name="connsiteX3" fmla="*/ 390992 w 887922"/>
                    <a:gd name="connsiteY3" fmla="*/ 1950740 h 2730677"/>
                    <a:gd name="connsiteX4" fmla="*/ 146517 w 887922"/>
                    <a:gd name="connsiteY4" fmla="*/ 2220615 h 2730677"/>
                    <a:gd name="connsiteX5" fmla="*/ 467 w 887922"/>
                    <a:gd name="connsiteY5" fmla="*/ 2569865 h 2730677"/>
                    <a:gd name="connsiteX6" fmla="*/ 98892 w 887922"/>
                    <a:gd name="connsiteY6" fmla="*/ 2665115 h 2730677"/>
                    <a:gd name="connsiteX7" fmla="*/ 365592 w 887922"/>
                    <a:gd name="connsiteY7" fmla="*/ 2722264 h 2730677"/>
                    <a:gd name="connsiteX8" fmla="*/ 187792 w 887922"/>
                    <a:gd name="connsiteY8" fmla="*/ 2525415 h 2730677"/>
                    <a:gd name="connsiteX9" fmla="*/ 610067 w 887922"/>
                    <a:gd name="connsiteY9" fmla="*/ 2080915 h 2730677"/>
                    <a:gd name="connsiteX10" fmla="*/ 794217 w 887922"/>
                    <a:gd name="connsiteY10" fmla="*/ 1550690 h 2730677"/>
                    <a:gd name="connsiteX11" fmla="*/ 876767 w 887922"/>
                    <a:gd name="connsiteY11" fmla="*/ 1252240 h 2730677"/>
                    <a:gd name="connsiteX12" fmla="*/ 860892 w 887922"/>
                    <a:gd name="connsiteY12" fmla="*/ 1169690 h 2730677"/>
                    <a:gd name="connsiteX13" fmla="*/ 724367 w 887922"/>
                    <a:gd name="connsiteY13" fmla="*/ 1055390 h 2730677"/>
                    <a:gd name="connsiteX14" fmla="*/ 644992 w 887922"/>
                    <a:gd name="connsiteY14" fmla="*/ 839490 h 2730677"/>
                    <a:gd name="connsiteX15" fmla="*/ 587842 w 887922"/>
                    <a:gd name="connsiteY15" fmla="*/ 725190 h 2730677"/>
                    <a:gd name="connsiteX16" fmla="*/ 857719 w 887922"/>
                    <a:gd name="connsiteY16" fmla="*/ 902993 h 2730677"/>
                    <a:gd name="connsiteX17" fmla="*/ 870419 w 887922"/>
                    <a:gd name="connsiteY17" fmla="*/ 877593 h 2730677"/>
                    <a:gd name="connsiteX18" fmla="*/ 759295 w 887922"/>
                    <a:gd name="connsiteY18" fmla="*/ 423568 h 2730677"/>
                    <a:gd name="connsiteX19" fmla="*/ 848195 w 887922"/>
                    <a:gd name="connsiteY19" fmla="*/ 356893 h 2730677"/>
                    <a:gd name="connsiteX20" fmla="*/ 883119 w 887922"/>
                    <a:gd name="connsiteY20" fmla="*/ 239418 h 2730677"/>
                    <a:gd name="connsiteX21" fmla="*/ 838670 w 887922"/>
                    <a:gd name="connsiteY21" fmla="*/ 64793 h 2730677"/>
                    <a:gd name="connsiteX22" fmla="*/ 714842 w 887922"/>
                    <a:gd name="connsiteY22" fmla="*/ 1290 h 2730677"/>
                    <a:gd name="connsiteX23" fmla="*/ 521169 w 887922"/>
                    <a:gd name="connsiteY23" fmla="*/ 125117 h 2730677"/>
                    <a:gd name="connsiteX24" fmla="*/ 613244 w 887922"/>
                    <a:gd name="connsiteY24" fmla="*/ 382292 h 2730677"/>
                    <a:gd name="connsiteX25" fmla="*/ 511642 w 887922"/>
                    <a:gd name="connsiteY25" fmla="*/ 518815 h 2730677"/>
                    <a:gd name="connsiteX26" fmla="*/ 467192 w 887922"/>
                    <a:gd name="connsiteY26" fmla="*/ 696615 h 2730677"/>
                    <a:gd name="connsiteX27" fmla="*/ 517992 w 887922"/>
                    <a:gd name="connsiteY27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587842 w 883584"/>
                    <a:gd name="connsiteY15" fmla="*/ 725190 h 2730677"/>
                    <a:gd name="connsiteX16" fmla="*/ 857719 w 883584"/>
                    <a:gd name="connsiteY16" fmla="*/ 902993 h 2730677"/>
                    <a:gd name="connsiteX17" fmla="*/ 759295 w 883584"/>
                    <a:gd name="connsiteY17" fmla="*/ 423568 h 2730677"/>
                    <a:gd name="connsiteX18" fmla="*/ 848195 w 883584"/>
                    <a:gd name="connsiteY18" fmla="*/ 356893 h 2730677"/>
                    <a:gd name="connsiteX19" fmla="*/ 883119 w 883584"/>
                    <a:gd name="connsiteY19" fmla="*/ 239418 h 2730677"/>
                    <a:gd name="connsiteX20" fmla="*/ 838670 w 883584"/>
                    <a:gd name="connsiteY20" fmla="*/ 64793 h 2730677"/>
                    <a:gd name="connsiteX21" fmla="*/ 714842 w 883584"/>
                    <a:gd name="connsiteY21" fmla="*/ 1290 h 2730677"/>
                    <a:gd name="connsiteX22" fmla="*/ 521169 w 883584"/>
                    <a:gd name="connsiteY22" fmla="*/ 125117 h 2730677"/>
                    <a:gd name="connsiteX23" fmla="*/ 613244 w 883584"/>
                    <a:gd name="connsiteY23" fmla="*/ 382292 h 2730677"/>
                    <a:gd name="connsiteX24" fmla="*/ 511642 w 883584"/>
                    <a:gd name="connsiteY24" fmla="*/ 518815 h 2730677"/>
                    <a:gd name="connsiteX25" fmla="*/ 467192 w 883584"/>
                    <a:gd name="connsiteY25" fmla="*/ 696615 h 2730677"/>
                    <a:gd name="connsiteX26" fmla="*/ 517992 w 883584"/>
                    <a:gd name="connsiteY26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11642 w 883584"/>
                    <a:gd name="connsiteY23" fmla="*/ 518815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17992 w 883584"/>
                    <a:gd name="connsiteY26" fmla="*/ 998240 h 2730677"/>
                    <a:gd name="connsiteX0" fmla="*/ 508467 w 883584"/>
                    <a:gd name="connsiteY0" fmla="*/ 10363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792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15430 w 890547"/>
                    <a:gd name="connsiteY0" fmla="*/ 1071265 h 2730677"/>
                    <a:gd name="connsiteX1" fmla="*/ 436055 w 890547"/>
                    <a:gd name="connsiteY1" fmla="*/ 1293515 h 2730677"/>
                    <a:gd name="connsiteX2" fmla="*/ 455105 w 890547"/>
                    <a:gd name="connsiteY2" fmla="*/ 1591965 h 2730677"/>
                    <a:gd name="connsiteX3" fmla="*/ 397955 w 890547"/>
                    <a:gd name="connsiteY3" fmla="*/ 1950740 h 2730677"/>
                    <a:gd name="connsiteX4" fmla="*/ 153480 w 890547"/>
                    <a:gd name="connsiteY4" fmla="*/ 2220615 h 2730677"/>
                    <a:gd name="connsiteX5" fmla="*/ 7430 w 890547"/>
                    <a:gd name="connsiteY5" fmla="*/ 2569865 h 2730677"/>
                    <a:gd name="connsiteX6" fmla="*/ 105855 w 890547"/>
                    <a:gd name="connsiteY6" fmla="*/ 2665115 h 2730677"/>
                    <a:gd name="connsiteX7" fmla="*/ 372555 w 890547"/>
                    <a:gd name="connsiteY7" fmla="*/ 2722264 h 2730677"/>
                    <a:gd name="connsiteX8" fmla="*/ 194755 w 890547"/>
                    <a:gd name="connsiteY8" fmla="*/ 2525415 h 2730677"/>
                    <a:gd name="connsiteX9" fmla="*/ 617030 w 890547"/>
                    <a:gd name="connsiteY9" fmla="*/ 2080915 h 2730677"/>
                    <a:gd name="connsiteX10" fmla="*/ 801180 w 890547"/>
                    <a:gd name="connsiteY10" fmla="*/ 1550690 h 2730677"/>
                    <a:gd name="connsiteX11" fmla="*/ 883730 w 890547"/>
                    <a:gd name="connsiteY11" fmla="*/ 1252240 h 2730677"/>
                    <a:gd name="connsiteX12" fmla="*/ 867855 w 890547"/>
                    <a:gd name="connsiteY12" fmla="*/ 1169690 h 2730677"/>
                    <a:gd name="connsiteX13" fmla="*/ 731330 w 890547"/>
                    <a:gd name="connsiteY13" fmla="*/ 1055390 h 2730677"/>
                    <a:gd name="connsiteX14" fmla="*/ 651955 w 890547"/>
                    <a:gd name="connsiteY14" fmla="*/ 839490 h 2730677"/>
                    <a:gd name="connsiteX15" fmla="*/ 864682 w 890547"/>
                    <a:gd name="connsiteY15" fmla="*/ 902993 h 2730677"/>
                    <a:gd name="connsiteX16" fmla="*/ 766258 w 890547"/>
                    <a:gd name="connsiteY16" fmla="*/ 423568 h 2730677"/>
                    <a:gd name="connsiteX17" fmla="*/ 855158 w 890547"/>
                    <a:gd name="connsiteY17" fmla="*/ 356893 h 2730677"/>
                    <a:gd name="connsiteX18" fmla="*/ 890082 w 890547"/>
                    <a:gd name="connsiteY18" fmla="*/ 239418 h 2730677"/>
                    <a:gd name="connsiteX19" fmla="*/ 845633 w 890547"/>
                    <a:gd name="connsiteY19" fmla="*/ 64793 h 2730677"/>
                    <a:gd name="connsiteX20" fmla="*/ 721805 w 890547"/>
                    <a:gd name="connsiteY20" fmla="*/ 1290 h 2730677"/>
                    <a:gd name="connsiteX21" fmla="*/ 528132 w 890547"/>
                    <a:gd name="connsiteY21" fmla="*/ 125117 h 2730677"/>
                    <a:gd name="connsiteX22" fmla="*/ 620207 w 890547"/>
                    <a:gd name="connsiteY22" fmla="*/ 382292 h 2730677"/>
                    <a:gd name="connsiteX23" fmla="*/ 537655 w 890547"/>
                    <a:gd name="connsiteY23" fmla="*/ 541040 h 2730677"/>
                    <a:gd name="connsiteX24" fmla="*/ 474155 w 890547"/>
                    <a:gd name="connsiteY24" fmla="*/ 696615 h 2730677"/>
                    <a:gd name="connsiteX25" fmla="*/ 483682 w 890547"/>
                    <a:gd name="connsiteY25" fmla="*/ 677568 h 2730677"/>
                    <a:gd name="connsiteX26" fmla="*/ 515430 w 890547"/>
                    <a:gd name="connsiteY26" fmla="*/ 1071265 h 2730677"/>
                    <a:gd name="connsiteX0" fmla="*/ 509256 w 884373"/>
                    <a:gd name="connsiteY0" fmla="*/ 1071265 h 2730677"/>
                    <a:gd name="connsiteX1" fmla="*/ 429881 w 884373"/>
                    <a:gd name="connsiteY1" fmla="*/ 1293515 h 2730677"/>
                    <a:gd name="connsiteX2" fmla="*/ 448931 w 884373"/>
                    <a:gd name="connsiteY2" fmla="*/ 1591965 h 2730677"/>
                    <a:gd name="connsiteX3" fmla="*/ 391781 w 884373"/>
                    <a:gd name="connsiteY3" fmla="*/ 1950740 h 2730677"/>
                    <a:gd name="connsiteX4" fmla="*/ 147306 w 884373"/>
                    <a:gd name="connsiteY4" fmla="*/ 2220615 h 2730677"/>
                    <a:gd name="connsiteX5" fmla="*/ 1256 w 884373"/>
                    <a:gd name="connsiteY5" fmla="*/ 2569865 h 2730677"/>
                    <a:gd name="connsiteX6" fmla="*/ 99681 w 884373"/>
                    <a:gd name="connsiteY6" fmla="*/ 2665115 h 2730677"/>
                    <a:gd name="connsiteX7" fmla="*/ 366381 w 884373"/>
                    <a:gd name="connsiteY7" fmla="*/ 2722264 h 2730677"/>
                    <a:gd name="connsiteX8" fmla="*/ 188581 w 884373"/>
                    <a:gd name="connsiteY8" fmla="*/ 2525415 h 2730677"/>
                    <a:gd name="connsiteX9" fmla="*/ 610856 w 884373"/>
                    <a:gd name="connsiteY9" fmla="*/ 2080915 h 2730677"/>
                    <a:gd name="connsiteX10" fmla="*/ 795006 w 884373"/>
                    <a:gd name="connsiteY10" fmla="*/ 1550690 h 2730677"/>
                    <a:gd name="connsiteX11" fmla="*/ 877556 w 884373"/>
                    <a:gd name="connsiteY11" fmla="*/ 1252240 h 2730677"/>
                    <a:gd name="connsiteX12" fmla="*/ 861681 w 884373"/>
                    <a:gd name="connsiteY12" fmla="*/ 1169690 h 2730677"/>
                    <a:gd name="connsiteX13" fmla="*/ 725156 w 884373"/>
                    <a:gd name="connsiteY13" fmla="*/ 1055390 h 2730677"/>
                    <a:gd name="connsiteX14" fmla="*/ 645781 w 884373"/>
                    <a:gd name="connsiteY14" fmla="*/ 839490 h 2730677"/>
                    <a:gd name="connsiteX15" fmla="*/ 858508 w 884373"/>
                    <a:gd name="connsiteY15" fmla="*/ 902993 h 2730677"/>
                    <a:gd name="connsiteX16" fmla="*/ 760084 w 884373"/>
                    <a:gd name="connsiteY16" fmla="*/ 423568 h 2730677"/>
                    <a:gd name="connsiteX17" fmla="*/ 848984 w 884373"/>
                    <a:gd name="connsiteY17" fmla="*/ 356893 h 2730677"/>
                    <a:gd name="connsiteX18" fmla="*/ 883908 w 884373"/>
                    <a:gd name="connsiteY18" fmla="*/ 239418 h 2730677"/>
                    <a:gd name="connsiteX19" fmla="*/ 839459 w 884373"/>
                    <a:gd name="connsiteY19" fmla="*/ 64793 h 2730677"/>
                    <a:gd name="connsiteX20" fmla="*/ 715631 w 884373"/>
                    <a:gd name="connsiteY20" fmla="*/ 1290 h 2730677"/>
                    <a:gd name="connsiteX21" fmla="*/ 521958 w 884373"/>
                    <a:gd name="connsiteY21" fmla="*/ 125117 h 2730677"/>
                    <a:gd name="connsiteX22" fmla="*/ 614033 w 884373"/>
                    <a:gd name="connsiteY22" fmla="*/ 382292 h 2730677"/>
                    <a:gd name="connsiteX23" fmla="*/ 531481 w 884373"/>
                    <a:gd name="connsiteY23" fmla="*/ 541040 h 2730677"/>
                    <a:gd name="connsiteX24" fmla="*/ 467981 w 884373"/>
                    <a:gd name="connsiteY24" fmla="*/ 696615 h 2730677"/>
                    <a:gd name="connsiteX25" fmla="*/ 477508 w 884373"/>
                    <a:gd name="connsiteY25" fmla="*/ 677568 h 2730677"/>
                    <a:gd name="connsiteX26" fmla="*/ 509256 w 884373"/>
                    <a:gd name="connsiteY26" fmla="*/ 1071265 h 2730677"/>
                    <a:gd name="connsiteX0" fmla="*/ 515259 w 890376"/>
                    <a:gd name="connsiteY0" fmla="*/ 1071265 h 2730677"/>
                    <a:gd name="connsiteX1" fmla="*/ 435884 w 890376"/>
                    <a:gd name="connsiteY1" fmla="*/ 1293515 h 2730677"/>
                    <a:gd name="connsiteX2" fmla="*/ 454934 w 890376"/>
                    <a:gd name="connsiteY2" fmla="*/ 1591965 h 2730677"/>
                    <a:gd name="connsiteX3" fmla="*/ 397784 w 890376"/>
                    <a:gd name="connsiteY3" fmla="*/ 1950740 h 2730677"/>
                    <a:gd name="connsiteX4" fmla="*/ 153309 w 890376"/>
                    <a:gd name="connsiteY4" fmla="*/ 2220615 h 2730677"/>
                    <a:gd name="connsiteX5" fmla="*/ 7259 w 890376"/>
                    <a:gd name="connsiteY5" fmla="*/ 2569865 h 2730677"/>
                    <a:gd name="connsiteX6" fmla="*/ 105684 w 890376"/>
                    <a:gd name="connsiteY6" fmla="*/ 2665115 h 2730677"/>
                    <a:gd name="connsiteX7" fmla="*/ 372384 w 890376"/>
                    <a:gd name="connsiteY7" fmla="*/ 2722264 h 2730677"/>
                    <a:gd name="connsiteX8" fmla="*/ 194584 w 890376"/>
                    <a:gd name="connsiteY8" fmla="*/ 2525415 h 2730677"/>
                    <a:gd name="connsiteX9" fmla="*/ 616859 w 890376"/>
                    <a:gd name="connsiteY9" fmla="*/ 2080915 h 2730677"/>
                    <a:gd name="connsiteX10" fmla="*/ 801009 w 890376"/>
                    <a:gd name="connsiteY10" fmla="*/ 1550690 h 2730677"/>
                    <a:gd name="connsiteX11" fmla="*/ 883559 w 890376"/>
                    <a:gd name="connsiteY11" fmla="*/ 1252240 h 2730677"/>
                    <a:gd name="connsiteX12" fmla="*/ 867684 w 890376"/>
                    <a:gd name="connsiteY12" fmla="*/ 1169690 h 2730677"/>
                    <a:gd name="connsiteX13" fmla="*/ 731159 w 890376"/>
                    <a:gd name="connsiteY13" fmla="*/ 1055390 h 2730677"/>
                    <a:gd name="connsiteX14" fmla="*/ 651784 w 890376"/>
                    <a:gd name="connsiteY14" fmla="*/ 839490 h 2730677"/>
                    <a:gd name="connsiteX15" fmla="*/ 864511 w 890376"/>
                    <a:gd name="connsiteY15" fmla="*/ 902993 h 2730677"/>
                    <a:gd name="connsiteX16" fmla="*/ 766087 w 890376"/>
                    <a:gd name="connsiteY16" fmla="*/ 423568 h 2730677"/>
                    <a:gd name="connsiteX17" fmla="*/ 854987 w 890376"/>
                    <a:gd name="connsiteY17" fmla="*/ 356893 h 2730677"/>
                    <a:gd name="connsiteX18" fmla="*/ 889911 w 890376"/>
                    <a:gd name="connsiteY18" fmla="*/ 239418 h 2730677"/>
                    <a:gd name="connsiteX19" fmla="*/ 845462 w 890376"/>
                    <a:gd name="connsiteY19" fmla="*/ 64793 h 2730677"/>
                    <a:gd name="connsiteX20" fmla="*/ 721634 w 890376"/>
                    <a:gd name="connsiteY20" fmla="*/ 1290 h 2730677"/>
                    <a:gd name="connsiteX21" fmla="*/ 527961 w 890376"/>
                    <a:gd name="connsiteY21" fmla="*/ 125117 h 2730677"/>
                    <a:gd name="connsiteX22" fmla="*/ 620036 w 890376"/>
                    <a:gd name="connsiteY22" fmla="*/ 382292 h 2730677"/>
                    <a:gd name="connsiteX23" fmla="*/ 537484 w 890376"/>
                    <a:gd name="connsiteY23" fmla="*/ 541040 h 2730677"/>
                    <a:gd name="connsiteX24" fmla="*/ 473984 w 890376"/>
                    <a:gd name="connsiteY24" fmla="*/ 696615 h 2730677"/>
                    <a:gd name="connsiteX25" fmla="*/ 483511 w 890376"/>
                    <a:gd name="connsiteY25" fmla="*/ 677568 h 2730677"/>
                    <a:gd name="connsiteX26" fmla="*/ 515259 w 890376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285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900803"/>
                    <a:gd name="connsiteY0" fmla="*/ 1071265 h 2730417"/>
                    <a:gd name="connsiteX1" fmla="*/ 429817 w 900803"/>
                    <a:gd name="connsiteY1" fmla="*/ 1293515 h 2730417"/>
                    <a:gd name="connsiteX2" fmla="*/ 448867 w 900803"/>
                    <a:gd name="connsiteY2" fmla="*/ 1591965 h 2730417"/>
                    <a:gd name="connsiteX3" fmla="*/ 391717 w 900803"/>
                    <a:gd name="connsiteY3" fmla="*/ 1950740 h 2730417"/>
                    <a:gd name="connsiteX4" fmla="*/ 147242 w 900803"/>
                    <a:gd name="connsiteY4" fmla="*/ 2220615 h 2730417"/>
                    <a:gd name="connsiteX5" fmla="*/ 1192 w 900803"/>
                    <a:gd name="connsiteY5" fmla="*/ 2569865 h 2730417"/>
                    <a:gd name="connsiteX6" fmla="*/ 77392 w 900803"/>
                    <a:gd name="connsiteY6" fmla="*/ 2652415 h 2730417"/>
                    <a:gd name="connsiteX7" fmla="*/ 366317 w 900803"/>
                    <a:gd name="connsiteY7" fmla="*/ 2712739 h 2730417"/>
                    <a:gd name="connsiteX8" fmla="*/ 188517 w 900803"/>
                    <a:gd name="connsiteY8" fmla="*/ 2525415 h 2730417"/>
                    <a:gd name="connsiteX9" fmla="*/ 347270 w 900803"/>
                    <a:gd name="connsiteY9" fmla="*/ 2303169 h 2730417"/>
                    <a:gd name="connsiteX10" fmla="*/ 588567 w 900803"/>
                    <a:gd name="connsiteY10" fmla="*/ 2061865 h 2730417"/>
                    <a:gd name="connsiteX11" fmla="*/ 794942 w 900803"/>
                    <a:gd name="connsiteY11" fmla="*/ 1550690 h 2730417"/>
                    <a:gd name="connsiteX12" fmla="*/ 877492 w 900803"/>
                    <a:gd name="connsiteY12" fmla="*/ 1252240 h 2730417"/>
                    <a:gd name="connsiteX13" fmla="*/ 861617 w 900803"/>
                    <a:gd name="connsiteY13" fmla="*/ 1169690 h 2730417"/>
                    <a:gd name="connsiteX14" fmla="*/ 826692 w 900803"/>
                    <a:gd name="connsiteY14" fmla="*/ 1052215 h 2730417"/>
                    <a:gd name="connsiteX15" fmla="*/ 899719 w 900803"/>
                    <a:gd name="connsiteY15" fmla="*/ 782343 h 2730417"/>
                    <a:gd name="connsiteX16" fmla="*/ 760020 w 900803"/>
                    <a:gd name="connsiteY16" fmla="*/ 423568 h 2730417"/>
                    <a:gd name="connsiteX17" fmla="*/ 848920 w 900803"/>
                    <a:gd name="connsiteY17" fmla="*/ 356893 h 2730417"/>
                    <a:gd name="connsiteX18" fmla="*/ 883844 w 900803"/>
                    <a:gd name="connsiteY18" fmla="*/ 239418 h 2730417"/>
                    <a:gd name="connsiteX19" fmla="*/ 839395 w 900803"/>
                    <a:gd name="connsiteY19" fmla="*/ 64793 h 2730417"/>
                    <a:gd name="connsiteX20" fmla="*/ 715567 w 900803"/>
                    <a:gd name="connsiteY20" fmla="*/ 1290 h 2730417"/>
                    <a:gd name="connsiteX21" fmla="*/ 521894 w 900803"/>
                    <a:gd name="connsiteY21" fmla="*/ 125117 h 2730417"/>
                    <a:gd name="connsiteX22" fmla="*/ 613969 w 900803"/>
                    <a:gd name="connsiteY22" fmla="*/ 382292 h 2730417"/>
                    <a:gd name="connsiteX23" fmla="*/ 531417 w 900803"/>
                    <a:gd name="connsiteY23" fmla="*/ 541040 h 2730417"/>
                    <a:gd name="connsiteX24" fmla="*/ 467917 w 900803"/>
                    <a:gd name="connsiteY24" fmla="*/ 696615 h 2730417"/>
                    <a:gd name="connsiteX25" fmla="*/ 477444 w 900803"/>
                    <a:gd name="connsiteY25" fmla="*/ 677568 h 2730417"/>
                    <a:gd name="connsiteX26" fmla="*/ 509192 w 900803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0018 h 2729170"/>
                    <a:gd name="connsiteX1" fmla="*/ 444105 w 899719"/>
                    <a:gd name="connsiteY1" fmla="*/ 1292268 h 2729170"/>
                    <a:gd name="connsiteX2" fmla="*/ 440929 w 899719"/>
                    <a:gd name="connsiteY2" fmla="*/ 1590718 h 2729170"/>
                    <a:gd name="connsiteX3" fmla="*/ 391717 w 899719"/>
                    <a:gd name="connsiteY3" fmla="*/ 1949493 h 2729170"/>
                    <a:gd name="connsiteX4" fmla="*/ 147242 w 899719"/>
                    <a:gd name="connsiteY4" fmla="*/ 2219368 h 2729170"/>
                    <a:gd name="connsiteX5" fmla="*/ 1192 w 899719"/>
                    <a:gd name="connsiteY5" fmla="*/ 2568618 h 2729170"/>
                    <a:gd name="connsiteX6" fmla="*/ 77392 w 899719"/>
                    <a:gd name="connsiteY6" fmla="*/ 2651168 h 2729170"/>
                    <a:gd name="connsiteX7" fmla="*/ 366317 w 899719"/>
                    <a:gd name="connsiteY7" fmla="*/ 2711492 h 2729170"/>
                    <a:gd name="connsiteX8" fmla="*/ 188517 w 899719"/>
                    <a:gd name="connsiteY8" fmla="*/ 2524168 h 2729170"/>
                    <a:gd name="connsiteX9" fmla="*/ 347270 w 899719"/>
                    <a:gd name="connsiteY9" fmla="*/ 2301922 h 2729170"/>
                    <a:gd name="connsiteX10" fmla="*/ 588567 w 899719"/>
                    <a:gd name="connsiteY10" fmla="*/ 2060618 h 2729170"/>
                    <a:gd name="connsiteX11" fmla="*/ 794942 w 899719"/>
                    <a:gd name="connsiteY11" fmla="*/ 1549443 h 2729170"/>
                    <a:gd name="connsiteX12" fmla="*/ 877492 w 899719"/>
                    <a:gd name="connsiteY12" fmla="*/ 1250993 h 2729170"/>
                    <a:gd name="connsiteX13" fmla="*/ 861617 w 899719"/>
                    <a:gd name="connsiteY13" fmla="*/ 1168443 h 2729170"/>
                    <a:gd name="connsiteX14" fmla="*/ 826692 w 899719"/>
                    <a:gd name="connsiteY14" fmla="*/ 1050968 h 2729170"/>
                    <a:gd name="connsiteX15" fmla="*/ 899719 w 899719"/>
                    <a:gd name="connsiteY15" fmla="*/ 781096 h 2729170"/>
                    <a:gd name="connsiteX16" fmla="*/ 760020 w 899719"/>
                    <a:gd name="connsiteY16" fmla="*/ 422321 h 2729170"/>
                    <a:gd name="connsiteX17" fmla="*/ 848920 w 899719"/>
                    <a:gd name="connsiteY17" fmla="*/ 355646 h 2729170"/>
                    <a:gd name="connsiteX18" fmla="*/ 883844 w 899719"/>
                    <a:gd name="connsiteY18" fmla="*/ 238171 h 2729170"/>
                    <a:gd name="connsiteX19" fmla="*/ 839395 w 899719"/>
                    <a:gd name="connsiteY19" fmla="*/ 63546 h 2729170"/>
                    <a:gd name="connsiteX20" fmla="*/ 715567 w 899719"/>
                    <a:gd name="connsiteY20" fmla="*/ 43 h 2729170"/>
                    <a:gd name="connsiteX21" fmla="*/ 525069 w 899719"/>
                    <a:gd name="connsiteY21" fmla="*/ 73070 h 2729170"/>
                    <a:gd name="connsiteX22" fmla="*/ 613969 w 899719"/>
                    <a:gd name="connsiteY22" fmla="*/ 381045 h 2729170"/>
                    <a:gd name="connsiteX23" fmla="*/ 531417 w 899719"/>
                    <a:gd name="connsiteY23" fmla="*/ 539793 h 2729170"/>
                    <a:gd name="connsiteX24" fmla="*/ 467917 w 899719"/>
                    <a:gd name="connsiteY24" fmla="*/ 695368 h 2729170"/>
                    <a:gd name="connsiteX25" fmla="*/ 509192 w 899719"/>
                    <a:gd name="connsiteY25" fmla="*/ 1070018 h 2729170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88051 h 2747203"/>
                    <a:gd name="connsiteX1" fmla="*/ 444105 w 899719"/>
                    <a:gd name="connsiteY1" fmla="*/ 1310301 h 2747203"/>
                    <a:gd name="connsiteX2" fmla="*/ 440929 w 899719"/>
                    <a:gd name="connsiteY2" fmla="*/ 1608751 h 2747203"/>
                    <a:gd name="connsiteX3" fmla="*/ 391717 w 899719"/>
                    <a:gd name="connsiteY3" fmla="*/ 1967526 h 2747203"/>
                    <a:gd name="connsiteX4" fmla="*/ 147242 w 899719"/>
                    <a:gd name="connsiteY4" fmla="*/ 2237401 h 2747203"/>
                    <a:gd name="connsiteX5" fmla="*/ 1192 w 899719"/>
                    <a:gd name="connsiteY5" fmla="*/ 2586651 h 2747203"/>
                    <a:gd name="connsiteX6" fmla="*/ 77392 w 899719"/>
                    <a:gd name="connsiteY6" fmla="*/ 2669201 h 2747203"/>
                    <a:gd name="connsiteX7" fmla="*/ 366317 w 899719"/>
                    <a:gd name="connsiteY7" fmla="*/ 2729525 h 2747203"/>
                    <a:gd name="connsiteX8" fmla="*/ 188517 w 899719"/>
                    <a:gd name="connsiteY8" fmla="*/ 2542201 h 2747203"/>
                    <a:gd name="connsiteX9" fmla="*/ 347270 w 899719"/>
                    <a:gd name="connsiteY9" fmla="*/ 2319955 h 2747203"/>
                    <a:gd name="connsiteX10" fmla="*/ 588567 w 899719"/>
                    <a:gd name="connsiteY10" fmla="*/ 2078651 h 2747203"/>
                    <a:gd name="connsiteX11" fmla="*/ 794942 w 899719"/>
                    <a:gd name="connsiteY11" fmla="*/ 1567476 h 2747203"/>
                    <a:gd name="connsiteX12" fmla="*/ 877492 w 899719"/>
                    <a:gd name="connsiteY12" fmla="*/ 1269026 h 2747203"/>
                    <a:gd name="connsiteX13" fmla="*/ 861617 w 899719"/>
                    <a:gd name="connsiteY13" fmla="*/ 1186476 h 2747203"/>
                    <a:gd name="connsiteX14" fmla="*/ 826692 w 899719"/>
                    <a:gd name="connsiteY14" fmla="*/ 1069001 h 2747203"/>
                    <a:gd name="connsiteX15" fmla="*/ 899719 w 899719"/>
                    <a:gd name="connsiteY15" fmla="*/ 799129 h 2747203"/>
                    <a:gd name="connsiteX16" fmla="*/ 760020 w 899719"/>
                    <a:gd name="connsiteY16" fmla="*/ 440354 h 2747203"/>
                    <a:gd name="connsiteX17" fmla="*/ 848920 w 899719"/>
                    <a:gd name="connsiteY17" fmla="*/ 373679 h 2747203"/>
                    <a:gd name="connsiteX18" fmla="*/ 883844 w 899719"/>
                    <a:gd name="connsiteY18" fmla="*/ 256204 h 2747203"/>
                    <a:gd name="connsiteX19" fmla="*/ 839395 w 899719"/>
                    <a:gd name="connsiteY19" fmla="*/ 81579 h 2747203"/>
                    <a:gd name="connsiteX20" fmla="*/ 663179 w 899719"/>
                    <a:gd name="connsiteY20" fmla="*/ 613 h 2747203"/>
                    <a:gd name="connsiteX21" fmla="*/ 523481 w 899719"/>
                    <a:gd name="connsiteY21" fmla="*/ 127616 h 2747203"/>
                    <a:gd name="connsiteX22" fmla="*/ 613969 w 899719"/>
                    <a:gd name="connsiteY22" fmla="*/ 399078 h 2747203"/>
                    <a:gd name="connsiteX23" fmla="*/ 531417 w 899719"/>
                    <a:gd name="connsiteY23" fmla="*/ 557826 h 2747203"/>
                    <a:gd name="connsiteX24" fmla="*/ 467917 w 899719"/>
                    <a:gd name="connsiteY24" fmla="*/ 713401 h 2747203"/>
                    <a:gd name="connsiteX25" fmla="*/ 509192 w 899719"/>
                    <a:gd name="connsiteY25" fmla="*/ 1088051 h 2747203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61617 w 899719"/>
                    <a:gd name="connsiteY13" fmla="*/ 1187029 h 2747756"/>
                    <a:gd name="connsiteX14" fmla="*/ 826692 w 899719"/>
                    <a:gd name="connsiteY14" fmla="*/ 1069554 h 2747756"/>
                    <a:gd name="connsiteX15" fmla="*/ 899719 w 899719"/>
                    <a:gd name="connsiteY15" fmla="*/ 799682 h 2747756"/>
                    <a:gd name="connsiteX16" fmla="*/ 760020 w 899719"/>
                    <a:gd name="connsiteY16" fmla="*/ 440907 h 2747756"/>
                    <a:gd name="connsiteX17" fmla="*/ 848920 w 899719"/>
                    <a:gd name="connsiteY17" fmla="*/ 374232 h 2747756"/>
                    <a:gd name="connsiteX18" fmla="*/ 883844 w 899719"/>
                    <a:gd name="connsiteY18" fmla="*/ 256757 h 2747756"/>
                    <a:gd name="connsiteX19" fmla="*/ 839395 w 899719"/>
                    <a:gd name="connsiteY19" fmla="*/ 82132 h 2747756"/>
                    <a:gd name="connsiteX20" fmla="*/ 663179 w 899719"/>
                    <a:gd name="connsiteY20" fmla="*/ 1166 h 2747756"/>
                    <a:gd name="connsiteX21" fmla="*/ 518719 w 899719"/>
                    <a:gd name="connsiteY21" fmla="*/ 167857 h 2747756"/>
                    <a:gd name="connsiteX22" fmla="*/ 613969 w 899719"/>
                    <a:gd name="connsiteY22" fmla="*/ 399631 h 2747756"/>
                    <a:gd name="connsiteX23" fmla="*/ 531417 w 899719"/>
                    <a:gd name="connsiteY23" fmla="*/ 558379 h 2747756"/>
                    <a:gd name="connsiteX24" fmla="*/ 467917 w 899719"/>
                    <a:gd name="connsiteY24" fmla="*/ 713954 h 2747756"/>
                    <a:gd name="connsiteX25" fmla="*/ 509192 w 899719"/>
                    <a:gd name="connsiteY25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8284 w 898811"/>
                    <a:gd name="connsiteY0" fmla="*/ 1088604 h 2747756"/>
                    <a:gd name="connsiteX1" fmla="*/ 443197 w 898811"/>
                    <a:gd name="connsiteY1" fmla="*/ 1310854 h 2747756"/>
                    <a:gd name="connsiteX2" fmla="*/ 440021 w 898811"/>
                    <a:gd name="connsiteY2" fmla="*/ 1609304 h 2747756"/>
                    <a:gd name="connsiteX3" fmla="*/ 390809 w 898811"/>
                    <a:gd name="connsiteY3" fmla="*/ 1968079 h 2747756"/>
                    <a:gd name="connsiteX4" fmla="*/ 146334 w 898811"/>
                    <a:gd name="connsiteY4" fmla="*/ 2237954 h 2747756"/>
                    <a:gd name="connsiteX5" fmla="*/ 54262 w 898811"/>
                    <a:gd name="connsiteY5" fmla="*/ 2444332 h 2747756"/>
                    <a:gd name="connsiteX6" fmla="*/ 284 w 898811"/>
                    <a:gd name="connsiteY6" fmla="*/ 2587204 h 2747756"/>
                    <a:gd name="connsiteX7" fmla="*/ 76484 w 898811"/>
                    <a:gd name="connsiteY7" fmla="*/ 2669754 h 2747756"/>
                    <a:gd name="connsiteX8" fmla="*/ 365409 w 898811"/>
                    <a:gd name="connsiteY8" fmla="*/ 2730078 h 2747756"/>
                    <a:gd name="connsiteX9" fmla="*/ 187609 w 898811"/>
                    <a:gd name="connsiteY9" fmla="*/ 2542754 h 2747756"/>
                    <a:gd name="connsiteX10" fmla="*/ 346362 w 898811"/>
                    <a:gd name="connsiteY10" fmla="*/ 2320508 h 2747756"/>
                    <a:gd name="connsiteX11" fmla="*/ 587659 w 898811"/>
                    <a:gd name="connsiteY11" fmla="*/ 2079204 h 2747756"/>
                    <a:gd name="connsiteX12" fmla="*/ 794034 w 898811"/>
                    <a:gd name="connsiteY12" fmla="*/ 1568029 h 2747756"/>
                    <a:gd name="connsiteX13" fmla="*/ 876584 w 898811"/>
                    <a:gd name="connsiteY13" fmla="*/ 1269579 h 2747756"/>
                    <a:gd name="connsiteX14" fmla="*/ 825784 w 898811"/>
                    <a:gd name="connsiteY14" fmla="*/ 1069554 h 2747756"/>
                    <a:gd name="connsiteX15" fmla="*/ 898811 w 898811"/>
                    <a:gd name="connsiteY15" fmla="*/ 799682 h 2747756"/>
                    <a:gd name="connsiteX16" fmla="*/ 759112 w 898811"/>
                    <a:gd name="connsiteY16" fmla="*/ 440907 h 2747756"/>
                    <a:gd name="connsiteX17" fmla="*/ 848012 w 898811"/>
                    <a:gd name="connsiteY17" fmla="*/ 374232 h 2747756"/>
                    <a:gd name="connsiteX18" fmla="*/ 882936 w 898811"/>
                    <a:gd name="connsiteY18" fmla="*/ 256757 h 2747756"/>
                    <a:gd name="connsiteX19" fmla="*/ 838487 w 898811"/>
                    <a:gd name="connsiteY19" fmla="*/ 82132 h 2747756"/>
                    <a:gd name="connsiteX20" fmla="*/ 662271 w 898811"/>
                    <a:gd name="connsiteY20" fmla="*/ 1166 h 2747756"/>
                    <a:gd name="connsiteX21" fmla="*/ 517811 w 898811"/>
                    <a:gd name="connsiteY21" fmla="*/ 167857 h 2747756"/>
                    <a:gd name="connsiteX22" fmla="*/ 613061 w 898811"/>
                    <a:gd name="connsiteY22" fmla="*/ 399631 h 2747756"/>
                    <a:gd name="connsiteX23" fmla="*/ 530509 w 898811"/>
                    <a:gd name="connsiteY23" fmla="*/ 558379 h 2747756"/>
                    <a:gd name="connsiteX24" fmla="*/ 486059 w 898811"/>
                    <a:gd name="connsiteY24" fmla="*/ 672678 h 2747756"/>
                    <a:gd name="connsiteX25" fmla="*/ 508284 w 898811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46078 w 898555"/>
                    <a:gd name="connsiteY4" fmla="*/ 2237954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326 w 898853"/>
                    <a:gd name="connsiteY0" fmla="*/ 1088604 h 2751668"/>
                    <a:gd name="connsiteX1" fmla="*/ 443239 w 898853"/>
                    <a:gd name="connsiteY1" fmla="*/ 1310854 h 2751668"/>
                    <a:gd name="connsiteX2" fmla="*/ 440063 w 898853"/>
                    <a:gd name="connsiteY2" fmla="*/ 1609304 h 2751668"/>
                    <a:gd name="connsiteX3" fmla="*/ 390851 w 898853"/>
                    <a:gd name="connsiteY3" fmla="*/ 1968079 h 2751668"/>
                    <a:gd name="connsiteX4" fmla="*/ 151138 w 898853"/>
                    <a:gd name="connsiteY4" fmla="*/ 2226841 h 2751668"/>
                    <a:gd name="connsiteX5" fmla="*/ 86054 w 898853"/>
                    <a:gd name="connsiteY5" fmla="*/ 2466557 h 2751668"/>
                    <a:gd name="connsiteX6" fmla="*/ 326 w 898853"/>
                    <a:gd name="connsiteY6" fmla="*/ 2587204 h 2751668"/>
                    <a:gd name="connsiteX7" fmla="*/ 119388 w 898853"/>
                    <a:gd name="connsiteY7" fmla="*/ 2685629 h 2751668"/>
                    <a:gd name="connsiteX8" fmla="*/ 365451 w 898853"/>
                    <a:gd name="connsiteY8" fmla="*/ 2730078 h 2751668"/>
                    <a:gd name="connsiteX9" fmla="*/ 187651 w 898853"/>
                    <a:gd name="connsiteY9" fmla="*/ 2542754 h 2751668"/>
                    <a:gd name="connsiteX10" fmla="*/ 346404 w 898853"/>
                    <a:gd name="connsiteY10" fmla="*/ 2320508 h 2751668"/>
                    <a:gd name="connsiteX11" fmla="*/ 587701 w 898853"/>
                    <a:gd name="connsiteY11" fmla="*/ 2079204 h 2751668"/>
                    <a:gd name="connsiteX12" fmla="*/ 794076 w 898853"/>
                    <a:gd name="connsiteY12" fmla="*/ 1568029 h 2751668"/>
                    <a:gd name="connsiteX13" fmla="*/ 876626 w 898853"/>
                    <a:gd name="connsiteY13" fmla="*/ 1269579 h 2751668"/>
                    <a:gd name="connsiteX14" fmla="*/ 825826 w 898853"/>
                    <a:gd name="connsiteY14" fmla="*/ 1069554 h 2751668"/>
                    <a:gd name="connsiteX15" fmla="*/ 898853 w 898853"/>
                    <a:gd name="connsiteY15" fmla="*/ 799682 h 2751668"/>
                    <a:gd name="connsiteX16" fmla="*/ 759154 w 898853"/>
                    <a:gd name="connsiteY16" fmla="*/ 440907 h 2751668"/>
                    <a:gd name="connsiteX17" fmla="*/ 848054 w 898853"/>
                    <a:gd name="connsiteY17" fmla="*/ 374232 h 2751668"/>
                    <a:gd name="connsiteX18" fmla="*/ 882978 w 898853"/>
                    <a:gd name="connsiteY18" fmla="*/ 256757 h 2751668"/>
                    <a:gd name="connsiteX19" fmla="*/ 838529 w 898853"/>
                    <a:gd name="connsiteY19" fmla="*/ 82132 h 2751668"/>
                    <a:gd name="connsiteX20" fmla="*/ 662313 w 898853"/>
                    <a:gd name="connsiteY20" fmla="*/ 1166 h 2751668"/>
                    <a:gd name="connsiteX21" fmla="*/ 517853 w 898853"/>
                    <a:gd name="connsiteY21" fmla="*/ 167857 h 2751668"/>
                    <a:gd name="connsiteX22" fmla="*/ 613103 w 898853"/>
                    <a:gd name="connsiteY22" fmla="*/ 399631 h 2751668"/>
                    <a:gd name="connsiteX23" fmla="*/ 530551 w 898853"/>
                    <a:gd name="connsiteY23" fmla="*/ 558379 h 2751668"/>
                    <a:gd name="connsiteX24" fmla="*/ 486101 w 898853"/>
                    <a:gd name="connsiteY24" fmla="*/ 672678 h 2751668"/>
                    <a:gd name="connsiteX25" fmla="*/ 508326 w 898853"/>
                    <a:gd name="connsiteY25" fmla="*/ 1088604 h 2751668"/>
                    <a:gd name="connsiteX0" fmla="*/ 508326 w 898853"/>
                    <a:gd name="connsiteY0" fmla="*/ 1088604 h 2746721"/>
                    <a:gd name="connsiteX1" fmla="*/ 443239 w 898853"/>
                    <a:gd name="connsiteY1" fmla="*/ 1310854 h 2746721"/>
                    <a:gd name="connsiteX2" fmla="*/ 440063 w 898853"/>
                    <a:gd name="connsiteY2" fmla="*/ 1609304 h 2746721"/>
                    <a:gd name="connsiteX3" fmla="*/ 390851 w 898853"/>
                    <a:gd name="connsiteY3" fmla="*/ 1968079 h 2746721"/>
                    <a:gd name="connsiteX4" fmla="*/ 151138 w 898853"/>
                    <a:gd name="connsiteY4" fmla="*/ 2226841 h 2746721"/>
                    <a:gd name="connsiteX5" fmla="*/ 86054 w 898853"/>
                    <a:gd name="connsiteY5" fmla="*/ 2466557 h 2746721"/>
                    <a:gd name="connsiteX6" fmla="*/ 326 w 898853"/>
                    <a:gd name="connsiteY6" fmla="*/ 2587204 h 2746721"/>
                    <a:gd name="connsiteX7" fmla="*/ 119388 w 898853"/>
                    <a:gd name="connsiteY7" fmla="*/ 2685629 h 2746721"/>
                    <a:gd name="connsiteX8" fmla="*/ 365451 w 898853"/>
                    <a:gd name="connsiteY8" fmla="*/ 2730078 h 2746721"/>
                    <a:gd name="connsiteX9" fmla="*/ 187651 w 898853"/>
                    <a:gd name="connsiteY9" fmla="*/ 2542754 h 2746721"/>
                    <a:gd name="connsiteX10" fmla="*/ 346404 w 898853"/>
                    <a:gd name="connsiteY10" fmla="*/ 2320508 h 2746721"/>
                    <a:gd name="connsiteX11" fmla="*/ 587701 w 898853"/>
                    <a:gd name="connsiteY11" fmla="*/ 2079204 h 2746721"/>
                    <a:gd name="connsiteX12" fmla="*/ 794076 w 898853"/>
                    <a:gd name="connsiteY12" fmla="*/ 1568029 h 2746721"/>
                    <a:gd name="connsiteX13" fmla="*/ 876626 w 898853"/>
                    <a:gd name="connsiteY13" fmla="*/ 1269579 h 2746721"/>
                    <a:gd name="connsiteX14" fmla="*/ 825826 w 898853"/>
                    <a:gd name="connsiteY14" fmla="*/ 1069554 h 2746721"/>
                    <a:gd name="connsiteX15" fmla="*/ 898853 w 898853"/>
                    <a:gd name="connsiteY15" fmla="*/ 799682 h 2746721"/>
                    <a:gd name="connsiteX16" fmla="*/ 759154 w 898853"/>
                    <a:gd name="connsiteY16" fmla="*/ 440907 h 2746721"/>
                    <a:gd name="connsiteX17" fmla="*/ 848054 w 898853"/>
                    <a:gd name="connsiteY17" fmla="*/ 374232 h 2746721"/>
                    <a:gd name="connsiteX18" fmla="*/ 882978 w 898853"/>
                    <a:gd name="connsiteY18" fmla="*/ 256757 h 2746721"/>
                    <a:gd name="connsiteX19" fmla="*/ 838529 w 898853"/>
                    <a:gd name="connsiteY19" fmla="*/ 82132 h 2746721"/>
                    <a:gd name="connsiteX20" fmla="*/ 662313 w 898853"/>
                    <a:gd name="connsiteY20" fmla="*/ 1166 h 2746721"/>
                    <a:gd name="connsiteX21" fmla="*/ 517853 w 898853"/>
                    <a:gd name="connsiteY21" fmla="*/ 167857 h 2746721"/>
                    <a:gd name="connsiteX22" fmla="*/ 613103 w 898853"/>
                    <a:gd name="connsiteY22" fmla="*/ 399631 h 2746721"/>
                    <a:gd name="connsiteX23" fmla="*/ 530551 w 898853"/>
                    <a:gd name="connsiteY23" fmla="*/ 558379 h 2746721"/>
                    <a:gd name="connsiteX24" fmla="*/ 486101 w 898853"/>
                    <a:gd name="connsiteY24" fmla="*/ 672678 h 2746721"/>
                    <a:gd name="connsiteX25" fmla="*/ 508326 w 898853"/>
                    <a:gd name="connsiteY25" fmla="*/ 1088604 h 2746721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51138 w 898853"/>
                    <a:gd name="connsiteY4" fmla="*/ 2226841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486101 w 898853"/>
                    <a:gd name="connsiteY0" fmla="*/ 672678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0" fmla="*/ 486101 w 898853"/>
                    <a:gd name="connsiteY0" fmla="*/ 672678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25826 w 898853"/>
                    <a:gd name="connsiteY13" fmla="*/ 1069554 h 2752057"/>
                    <a:gd name="connsiteX14" fmla="*/ 898853 w 898853"/>
                    <a:gd name="connsiteY14" fmla="*/ 799682 h 2752057"/>
                    <a:gd name="connsiteX15" fmla="*/ 759154 w 898853"/>
                    <a:gd name="connsiteY15" fmla="*/ 440907 h 2752057"/>
                    <a:gd name="connsiteX16" fmla="*/ 848054 w 898853"/>
                    <a:gd name="connsiteY16" fmla="*/ 374232 h 2752057"/>
                    <a:gd name="connsiteX17" fmla="*/ 882978 w 898853"/>
                    <a:gd name="connsiteY17" fmla="*/ 256757 h 2752057"/>
                    <a:gd name="connsiteX18" fmla="*/ 838529 w 898853"/>
                    <a:gd name="connsiteY18" fmla="*/ 82132 h 2752057"/>
                    <a:gd name="connsiteX19" fmla="*/ 662313 w 898853"/>
                    <a:gd name="connsiteY19" fmla="*/ 1166 h 2752057"/>
                    <a:gd name="connsiteX20" fmla="*/ 517853 w 898853"/>
                    <a:gd name="connsiteY20" fmla="*/ 167857 h 2752057"/>
                    <a:gd name="connsiteX21" fmla="*/ 613103 w 898853"/>
                    <a:gd name="connsiteY21" fmla="*/ 399631 h 2752057"/>
                    <a:gd name="connsiteX22" fmla="*/ 530551 w 898853"/>
                    <a:gd name="connsiteY22" fmla="*/ 558379 h 2752057"/>
                    <a:gd name="connsiteX23" fmla="*/ 486101 w 898853"/>
                    <a:gd name="connsiteY23" fmla="*/ 672678 h 2752057"/>
                    <a:gd name="connsiteX0" fmla="*/ 486101 w 882978"/>
                    <a:gd name="connsiteY0" fmla="*/ 672678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25826 w 882978"/>
                    <a:gd name="connsiteY13" fmla="*/ 1069554 h 2752057"/>
                    <a:gd name="connsiteX14" fmla="*/ 759154 w 882978"/>
                    <a:gd name="connsiteY14" fmla="*/ 440907 h 2752057"/>
                    <a:gd name="connsiteX15" fmla="*/ 848054 w 882978"/>
                    <a:gd name="connsiteY15" fmla="*/ 374232 h 2752057"/>
                    <a:gd name="connsiteX16" fmla="*/ 882978 w 882978"/>
                    <a:gd name="connsiteY16" fmla="*/ 256757 h 2752057"/>
                    <a:gd name="connsiteX17" fmla="*/ 838529 w 882978"/>
                    <a:gd name="connsiteY17" fmla="*/ 82132 h 2752057"/>
                    <a:gd name="connsiteX18" fmla="*/ 662313 w 882978"/>
                    <a:gd name="connsiteY18" fmla="*/ 1166 h 2752057"/>
                    <a:gd name="connsiteX19" fmla="*/ 517853 w 882978"/>
                    <a:gd name="connsiteY19" fmla="*/ 167857 h 2752057"/>
                    <a:gd name="connsiteX20" fmla="*/ 613103 w 882978"/>
                    <a:gd name="connsiteY20" fmla="*/ 399631 h 2752057"/>
                    <a:gd name="connsiteX21" fmla="*/ 530551 w 882978"/>
                    <a:gd name="connsiteY21" fmla="*/ 558379 h 2752057"/>
                    <a:gd name="connsiteX22" fmla="*/ 486101 w 882978"/>
                    <a:gd name="connsiteY22" fmla="*/ 672678 h 2752057"/>
                    <a:gd name="connsiteX0" fmla="*/ 486101 w 885823"/>
                    <a:gd name="connsiteY0" fmla="*/ 672678 h 2752057"/>
                    <a:gd name="connsiteX1" fmla="*/ 443239 w 885823"/>
                    <a:gd name="connsiteY1" fmla="*/ 1310854 h 2752057"/>
                    <a:gd name="connsiteX2" fmla="*/ 440063 w 885823"/>
                    <a:gd name="connsiteY2" fmla="*/ 1609304 h 2752057"/>
                    <a:gd name="connsiteX3" fmla="*/ 390851 w 885823"/>
                    <a:gd name="connsiteY3" fmla="*/ 1968079 h 2752057"/>
                    <a:gd name="connsiteX4" fmla="*/ 162250 w 885823"/>
                    <a:gd name="connsiteY4" fmla="*/ 2223666 h 2752057"/>
                    <a:gd name="connsiteX5" fmla="*/ 86054 w 885823"/>
                    <a:gd name="connsiteY5" fmla="*/ 2466557 h 2752057"/>
                    <a:gd name="connsiteX6" fmla="*/ 326 w 885823"/>
                    <a:gd name="connsiteY6" fmla="*/ 2587204 h 2752057"/>
                    <a:gd name="connsiteX7" fmla="*/ 119388 w 885823"/>
                    <a:gd name="connsiteY7" fmla="*/ 2685629 h 2752057"/>
                    <a:gd name="connsiteX8" fmla="*/ 365451 w 885823"/>
                    <a:gd name="connsiteY8" fmla="*/ 2730078 h 2752057"/>
                    <a:gd name="connsiteX9" fmla="*/ 187651 w 885823"/>
                    <a:gd name="connsiteY9" fmla="*/ 2542754 h 2752057"/>
                    <a:gd name="connsiteX10" fmla="*/ 346404 w 885823"/>
                    <a:gd name="connsiteY10" fmla="*/ 2320508 h 2752057"/>
                    <a:gd name="connsiteX11" fmla="*/ 587701 w 885823"/>
                    <a:gd name="connsiteY11" fmla="*/ 2079204 h 2752057"/>
                    <a:gd name="connsiteX12" fmla="*/ 794076 w 885823"/>
                    <a:gd name="connsiteY12" fmla="*/ 1568029 h 2752057"/>
                    <a:gd name="connsiteX13" fmla="*/ 825826 w 885823"/>
                    <a:gd name="connsiteY13" fmla="*/ 1069554 h 2752057"/>
                    <a:gd name="connsiteX14" fmla="*/ 759154 w 885823"/>
                    <a:gd name="connsiteY14" fmla="*/ 440907 h 2752057"/>
                    <a:gd name="connsiteX15" fmla="*/ 882978 w 885823"/>
                    <a:gd name="connsiteY15" fmla="*/ 256757 h 2752057"/>
                    <a:gd name="connsiteX16" fmla="*/ 838529 w 885823"/>
                    <a:gd name="connsiteY16" fmla="*/ 82132 h 2752057"/>
                    <a:gd name="connsiteX17" fmla="*/ 662313 w 885823"/>
                    <a:gd name="connsiteY17" fmla="*/ 1166 h 2752057"/>
                    <a:gd name="connsiteX18" fmla="*/ 517853 w 885823"/>
                    <a:gd name="connsiteY18" fmla="*/ 167857 h 2752057"/>
                    <a:gd name="connsiteX19" fmla="*/ 613103 w 885823"/>
                    <a:gd name="connsiteY19" fmla="*/ 399631 h 2752057"/>
                    <a:gd name="connsiteX20" fmla="*/ 530551 w 885823"/>
                    <a:gd name="connsiteY20" fmla="*/ 558379 h 2752057"/>
                    <a:gd name="connsiteX21" fmla="*/ 486101 w 885823"/>
                    <a:gd name="connsiteY21" fmla="*/ 672678 h 2752057"/>
                    <a:gd name="connsiteX0" fmla="*/ 486101 w 840402"/>
                    <a:gd name="connsiteY0" fmla="*/ 673911 h 2753290"/>
                    <a:gd name="connsiteX1" fmla="*/ 443239 w 840402"/>
                    <a:gd name="connsiteY1" fmla="*/ 1312087 h 2753290"/>
                    <a:gd name="connsiteX2" fmla="*/ 440063 w 840402"/>
                    <a:gd name="connsiteY2" fmla="*/ 1610537 h 2753290"/>
                    <a:gd name="connsiteX3" fmla="*/ 390851 w 840402"/>
                    <a:gd name="connsiteY3" fmla="*/ 1969312 h 2753290"/>
                    <a:gd name="connsiteX4" fmla="*/ 162250 w 840402"/>
                    <a:gd name="connsiteY4" fmla="*/ 2224899 h 2753290"/>
                    <a:gd name="connsiteX5" fmla="*/ 86054 w 840402"/>
                    <a:gd name="connsiteY5" fmla="*/ 2467790 h 2753290"/>
                    <a:gd name="connsiteX6" fmla="*/ 326 w 840402"/>
                    <a:gd name="connsiteY6" fmla="*/ 2588437 h 2753290"/>
                    <a:gd name="connsiteX7" fmla="*/ 119388 w 840402"/>
                    <a:gd name="connsiteY7" fmla="*/ 2686862 h 2753290"/>
                    <a:gd name="connsiteX8" fmla="*/ 365451 w 840402"/>
                    <a:gd name="connsiteY8" fmla="*/ 2731311 h 2753290"/>
                    <a:gd name="connsiteX9" fmla="*/ 187651 w 840402"/>
                    <a:gd name="connsiteY9" fmla="*/ 2543987 h 2753290"/>
                    <a:gd name="connsiteX10" fmla="*/ 346404 w 840402"/>
                    <a:gd name="connsiteY10" fmla="*/ 2321741 h 2753290"/>
                    <a:gd name="connsiteX11" fmla="*/ 587701 w 840402"/>
                    <a:gd name="connsiteY11" fmla="*/ 2080437 h 2753290"/>
                    <a:gd name="connsiteX12" fmla="*/ 794076 w 840402"/>
                    <a:gd name="connsiteY12" fmla="*/ 1569262 h 2753290"/>
                    <a:gd name="connsiteX13" fmla="*/ 825826 w 840402"/>
                    <a:gd name="connsiteY13" fmla="*/ 1070787 h 2753290"/>
                    <a:gd name="connsiteX14" fmla="*/ 759154 w 840402"/>
                    <a:gd name="connsiteY14" fmla="*/ 442140 h 2753290"/>
                    <a:gd name="connsiteX15" fmla="*/ 838529 w 840402"/>
                    <a:gd name="connsiteY15" fmla="*/ 83365 h 2753290"/>
                    <a:gd name="connsiteX16" fmla="*/ 662313 w 840402"/>
                    <a:gd name="connsiteY16" fmla="*/ 2399 h 2753290"/>
                    <a:gd name="connsiteX17" fmla="*/ 517853 w 840402"/>
                    <a:gd name="connsiteY17" fmla="*/ 169090 h 2753290"/>
                    <a:gd name="connsiteX18" fmla="*/ 613103 w 840402"/>
                    <a:gd name="connsiteY18" fmla="*/ 400864 h 2753290"/>
                    <a:gd name="connsiteX19" fmla="*/ 530551 w 840402"/>
                    <a:gd name="connsiteY19" fmla="*/ 559612 h 2753290"/>
                    <a:gd name="connsiteX20" fmla="*/ 486101 w 840402"/>
                    <a:gd name="connsiteY20" fmla="*/ 673911 h 2753290"/>
                    <a:gd name="connsiteX0" fmla="*/ 486101 w 825826"/>
                    <a:gd name="connsiteY0" fmla="*/ 681094 h 2760473"/>
                    <a:gd name="connsiteX1" fmla="*/ 443239 w 825826"/>
                    <a:gd name="connsiteY1" fmla="*/ 1319270 h 2760473"/>
                    <a:gd name="connsiteX2" fmla="*/ 440063 w 825826"/>
                    <a:gd name="connsiteY2" fmla="*/ 1617720 h 2760473"/>
                    <a:gd name="connsiteX3" fmla="*/ 390851 w 825826"/>
                    <a:gd name="connsiteY3" fmla="*/ 1976495 h 2760473"/>
                    <a:gd name="connsiteX4" fmla="*/ 162250 w 825826"/>
                    <a:gd name="connsiteY4" fmla="*/ 2232082 h 2760473"/>
                    <a:gd name="connsiteX5" fmla="*/ 86054 w 825826"/>
                    <a:gd name="connsiteY5" fmla="*/ 2474973 h 2760473"/>
                    <a:gd name="connsiteX6" fmla="*/ 326 w 825826"/>
                    <a:gd name="connsiteY6" fmla="*/ 2595620 h 2760473"/>
                    <a:gd name="connsiteX7" fmla="*/ 119388 w 825826"/>
                    <a:gd name="connsiteY7" fmla="*/ 2694045 h 2760473"/>
                    <a:gd name="connsiteX8" fmla="*/ 365451 w 825826"/>
                    <a:gd name="connsiteY8" fmla="*/ 2738494 h 2760473"/>
                    <a:gd name="connsiteX9" fmla="*/ 187651 w 825826"/>
                    <a:gd name="connsiteY9" fmla="*/ 2551170 h 2760473"/>
                    <a:gd name="connsiteX10" fmla="*/ 346404 w 825826"/>
                    <a:gd name="connsiteY10" fmla="*/ 2328924 h 2760473"/>
                    <a:gd name="connsiteX11" fmla="*/ 587701 w 825826"/>
                    <a:gd name="connsiteY11" fmla="*/ 2087620 h 2760473"/>
                    <a:gd name="connsiteX12" fmla="*/ 794076 w 825826"/>
                    <a:gd name="connsiteY12" fmla="*/ 1576445 h 2760473"/>
                    <a:gd name="connsiteX13" fmla="*/ 825826 w 825826"/>
                    <a:gd name="connsiteY13" fmla="*/ 1077970 h 2760473"/>
                    <a:gd name="connsiteX14" fmla="*/ 759154 w 825826"/>
                    <a:gd name="connsiteY14" fmla="*/ 449323 h 2760473"/>
                    <a:gd name="connsiteX15" fmla="*/ 662313 w 825826"/>
                    <a:gd name="connsiteY15" fmla="*/ 9582 h 2760473"/>
                    <a:gd name="connsiteX16" fmla="*/ 517853 w 825826"/>
                    <a:gd name="connsiteY16" fmla="*/ 176273 h 2760473"/>
                    <a:gd name="connsiteX17" fmla="*/ 613103 w 825826"/>
                    <a:gd name="connsiteY17" fmla="*/ 408047 h 2760473"/>
                    <a:gd name="connsiteX18" fmla="*/ 530551 w 825826"/>
                    <a:gd name="connsiteY18" fmla="*/ 566795 h 2760473"/>
                    <a:gd name="connsiteX19" fmla="*/ 486101 w 825826"/>
                    <a:gd name="connsiteY19" fmla="*/ 681094 h 2760473"/>
                    <a:gd name="connsiteX0" fmla="*/ 486101 w 825826"/>
                    <a:gd name="connsiteY0" fmla="*/ 504821 h 2584200"/>
                    <a:gd name="connsiteX1" fmla="*/ 443239 w 825826"/>
                    <a:gd name="connsiteY1" fmla="*/ 1142997 h 2584200"/>
                    <a:gd name="connsiteX2" fmla="*/ 440063 w 825826"/>
                    <a:gd name="connsiteY2" fmla="*/ 1441447 h 2584200"/>
                    <a:gd name="connsiteX3" fmla="*/ 390851 w 825826"/>
                    <a:gd name="connsiteY3" fmla="*/ 1800222 h 2584200"/>
                    <a:gd name="connsiteX4" fmla="*/ 162250 w 825826"/>
                    <a:gd name="connsiteY4" fmla="*/ 2055809 h 2584200"/>
                    <a:gd name="connsiteX5" fmla="*/ 86054 w 825826"/>
                    <a:gd name="connsiteY5" fmla="*/ 2298700 h 2584200"/>
                    <a:gd name="connsiteX6" fmla="*/ 326 w 825826"/>
                    <a:gd name="connsiteY6" fmla="*/ 2419347 h 2584200"/>
                    <a:gd name="connsiteX7" fmla="*/ 119388 w 825826"/>
                    <a:gd name="connsiteY7" fmla="*/ 2517772 h 2584200"/>
                    <a:gd name="connsiteX8" fmla="*/ 365451 w 825826"/>
                    <a:gd name="connsiteY8" fmla="*/ 2562221 h 2584200"/>
                    <a:gd name="connsiteX9" fmla="*/ 187651 w 825826"/>
                    <a:gd name="connsiteY9" fmla="*/ 2374897 h 2584200"/>
                    <a:gd name="connsiteX10" fmla="*/ 346404 w 825826"/>
                    <a:gd name="connsiteY10" fmla="*/ 2152651 h 2584200"/>
                    <a:gd name="connsiteX11" fmla="*/ 587701 w 825826"/>
                    <a:gd name="connsiteY11" fmla="*/ 1911347 h 2584200"/>
                    <a:gd name="connsiteX12" fmla="*/ 794076 w 825826"/>
                    <a:gd name="connsiteY12" fmla="*/ 1400172 h 2584200"/>
                    <a:gd name="connsiteX13" fmla="*/ 825826 w 825826"/>
                    <a:gd name="connsiteY13" fmla="*/ 901697 h 2584200"/>
                    <a:gd name="connsiteX14" fmla="*/ 759154 w 825826"/>
                    <a:gd name="connsiteY14" fmla="*/ 273050 h 2584200"/>
                    <a:gd name="connsiteX15" fmla="*/ 517853 w 825826"/>
                    <a:gd name="connsiteY15" fmla="*/ 0 h 2584200"/>
                    <a:gd name="connsiteX16" fmla="*/ 613103 w 825826"/>
                    <a:gd name="connsiteY16" fmla="*/ 231774 h 2584200"/>
                    <a:gd name="connsiteX17" fmla="*/ 530551 w 825826"/>
                    <a:gd name="connsiteY17" fmla="*/ 390522 h 2584200"/>
                    <a:gd name="connsiteX18" fmla="*/ 486101 w 825826"/>
                    <a:gd name="connsiteY18" fmla="*/ 504821 h 2584200"/>
                    <a:gd name="connsiteX0" fmla="*/ 486101 w 825826"/>
                    <a:gd name="connsiteY0" fmla="*/ 301686 h 2381065"/>
                    <a:gd name="connsiteX1" fmla="*/ 443239 w 825826"/>
                    <a:gd name="connsiteY1" fmla="*/ 939862 h 2381065"/>
                    <a:gd name="connsiteX2" fmla="*/ 440063 w 825826"/>
                    <a:gd name="connsiteY2" fmla="*/ 1238312 h 2381065"/>
                    <a:gd name="connsiteX3" fmla="*/ 390851 w 825826"/>
                    <a:gd name="connsiteY3" fmla="*/ 1597087 h 2381065"/>
                    <a:gd name="connsiteX4" fmla="*/ 162250 w 825826"/>
                    <a:gd name="connsiteY4" fmla="*/ 1852674 h 2381065"/>
                    <a:gd name="connsiteX5" fmla="*/ 86054 w 825826"/>
                    <a:gd name="connsiteY5" fmla="*/ 2095565 h 2381065"/>
                    <a:gd name="connsiteX6" fmla="*/ 326 w 825826"/>
                    <a:gd name="connsiteY6" fmla="*/ 2216212 h 2381065"/>
                    <a:gd name="connsiteX7" fmla="*/ 119388 w 825826"/>
                    <a:gd name="connsiteY7" fmla="*/ 2314637 h 2381065"/>
                    <a:gd name="connsiteX8" fmla="*/ 365451 w 825826"/>
                    <a:gd name="connsiteY8" fmla="*/ 2359086 h 2381065"/>
                    <a:gd name="connsiteX9" fmla="*/ 187651 w 825826"/>
                    <a:gd name="connsiteY9" fmla="*/ 2171762 h 2381065"/>
                    <a:gd name="connsiteX10" fmla="*/ 346404 w 825826"/>
                    <a:gd name="connsiteY10" fmla="*/ 1949516 h 2381065"/>
                    <a:gd name="connsiteX11" fmla="*/ 587701 w 825826"/>
                    <a:gd name="connsiteY11" fmla="*/ 1708212 h 2381065"/>
                    <a:gd name="connsiteX12" fmla="*/ 794076 w 825826"/>
                    <a:gd name="connsiteY12" fmla="*/ 1197037 h 2381065"/>
                    <a:gd name="connsiteX13" fmla="*/ 825826 w 825826"/>
                    <a:gd name="connsiteY13" fmla="*/ 698562 h 2381065"/>
                    <a:gd name="connsiteX14" fmla="*/ 759154 w 825826"/>
                    <a:gd name="connsiteY14" fmla="*/ 69915 h 2381065"/>
                    <a:gd name="connsiteX15" fmla="*/ 613103 w 825826"/>
                    <a:gd name="connsiteY15" fmla="*/ 28639 h 2381065"/>
                    <a:gd name="connsiteX16" fmla="*/ 530551 w 825826"/>
                    <a:gd name="connsiteY16" fmla="*/ 187387 h 2381065"/>
                    <a:gd name="connsiteX17" fmla="*/ 486101 w 825826"/>
                    <a:gd name="connsiteY17" fmla="*/ 301686 h 2381065"/>
                    <a:gd name="connsiteX0" fmla="*/ 486101 w 825826"/>
                    <a:gd name="connsiteY0" fmla="*/ 273047 h 2352426"/>
                    <a:gd name="connsiteX1" fmla="*/ 443239 w 825826"/>
                    <a:gd name="connsiteY1" fmla="*/ 911223 h 2352426"/>
                    <a:gd name="connsiteX2" fmla="*/ 440063 w 825826"/>
                    <a:gd name="connsiteY2" fmla="*/ 1209673 h 2352426"/>
                    <a:gd name="connsiteX3" fmla="*/ 390851 w 825826"/>
                    <a:gd name="connsiteY3" fmla="*/ 1568448 h 2352426"/>
                    <a:gd name="connsiteX4" fmla="*/ 162250 w 825826"/>
                    <a:gd name="connsiteY4" fmla="*/ 1824035 h 2352426"/>
                    <a:gd name="connsiteX5" fmla="*/ 86054 w 825826"/>
                    <a:gd name="connsiteY5" fmla="*/ 2066926 h 2352426"/>
                    <a:gd name="connsiteX6" fmla="*/ 326 w 825826"/>
                    <a:gd name="connsiteY6" fmla="*/ 2187573 h 2352426"/>
                    <a:gd name="connsiteX7" fmla="*/ 119388 w 825826"/>
                    <a:gd name="connsiteY7" fmla="*/ 2285998 h 2352426"/>
                    <a:gd name="connsiteX8" fmla="*/ 365451 w 825826"/>
                    <a:gd name="connsiteY8" fmla="*/ 2330447 h 2352426"/>
                    <a:gd name="connsiteX9" fmla="*/ 187651 w 825826"/>
                    <a:gd name="connsiteY9" fmla="*/ 2143123 h 2352426"/>
                    <a:gd name="connsiteX10" fmla="*/ 346404 w 825826"/>
                    <a:gd name="connsiteY10" fmla="*/ 1920877 h 2352426"/>
                    <a:gd name="connsiteX11" fmla="*/ 587701 w 825826"/>
                    <a:gd name="connsiteY11" fmla="*/ 1679573 h 2352426"/>
                    <a:gd name="connsiteX12" fmla="*/ 794076 w 825826"/>
                    <a:gd name="connsiteY12" fmla="*/ 1168398 h 2352426"/>
                    <a:gd name="connsiteX13" fmla="*/ 825826 w 825826"/>
                    <a:gd name="connsiteY13" fmla="*/ 669923 h 2352426"/>
                    <a:gd name="connsiteX14" fmla="*/ 613103 w 825826"/>
                    <a:gd name="connsiteY14" fmla="*/ 0 h 2352426"/>
                    <a:gd name="connsiteX15" fmla="*/ 530551 w 825826"/>
                    <a:gd name="connsiteY15" fmla="*/ 158748 h 2352426"/>
                    <a:gd name="connsiteX16" fmla="*/ 486101 w 825826"/>
                    <a:gd name="connsiteY16" fmla="*/ 273047 h 2352426"/>
                    <a:gd name="connsiteX0" fmla="*/ 486101 w 825826"/>
                    <a:gd name="connsiteY0" fmla="*/ 142512 h 2221891"/>
                    <a:gd name="connsiteX1" fmla="*/ 443239 w 825826"/>
                    <a:gd name="connsiteY1" fmla="*/ 780688 h 2221891"/>
                    <a:gd name="connsiteX2" fmla="*/ 440063 w 825826"/>
                    <a:gd name="connsiteY2" fmla="*/ 1079138 h 2221891"/>
                    <a:gd name="connsiteX3" fmla="*/ 390851 w 825826"/>
                    <a:gd name="connsiteY3" fmla="*/ 1437913 h 2221891"/>
                    <a:gd name="connsiteX4" fmla="*/ 162250 w 825826"/>
                    <a:gd name="connsiteY4" fmla="*/ 1693500 h 2221891"/>
                    <a:gd name="connsiteX5" fmla="*/ 86054 w 825826"/>
                    <a:gd name="connsiteY5" fmla="*/ 1936391 h 2221891"/>
                    <a:gd name="connsiteX6" fmla="*/ 326 w 825826"/>
                    <a:gd name="connsiteY6" fmla="*/ 2057038 h 2221891"/>
                    <a:gd name="connsiteX7" fmla="*/ 119388 w 825826"/>
                    <a:gd name="connsiteY7" fmla="*/ 2155463 h 2221891"/>
                    <a:gd name="connsiteX8" fmla="*/ 365451 w 825826"/>
                    <a:gd name="connsiteY8" fmla="*/ 2199912 h 2221891"/>
                    <a:gd name="connsiteX9" fmla="*/ 187651 w 825826"/>
                    <a:gd name="connsiteY9" fmla="*/ 2012588 h 2221891"/>
                    <a:gd name="connsiteX10" fmla="*/ 346404 w 825826"/>
                    <a:gd name="connsiteY10" fmla="*/ 1790342 h 2221891"/>
                    <a:gd name="connsiteX11" fmla="*/ 587701 w 825826"/>
                    <a:gd name="connsiteY11" fmla="*/ 1549038 h 2221891"/>
                    <a:gd name="connsiteX12" fmla="*/ 794076 w 825826"/>
                    <a:gd name="connsiteY12" fmla="*/ 1037863 h 2221891"/>
                    <a:gd name="connsiteX13" fmla="*/ 825826 w 825826"/>
                    <a:gd name="connsiteY13" fmla="*/ 539388 h 2221891"/>
                    <a:gd name="connsiteX14" fmla="*/ 530551 w 825826"/>
                    <a:gd name="connsiteY14" fmla="*/ 28213 h 2221891"/>
                    <a:gd name="connsiteX15" fmla="*/ 486101 w 825826"/>
                    <a:gd name="connsiteY15" fmla="*/ 142512 h 2221891"/>
                    <a:gd name="connsiteX0" fmla="*/ 486101 w 825826"/>
                    <a:gd name="connsiteY0" fmla="*/ 3813 h 2083192"/>
                    <a:gd name="connsiteX1" fmla="*/ 443239 w 825826"/>
                    <a:gd name="connsiteY1" fmla="*/ 641989 h 2083192"/>
                    <a:gd name="connsiteX2" fmla="*/ 440063 w 825826"/>
                    <a:gd name="connsiteY2" fmla="*/ 940439 h 2083192"/>
                    <a:gd name="connsiteX3" fmla="*/ 390851 w 825826"/>
                    <a:gd name="connsiteY3" fmla="*/ 1299214 h 2083192"/>
                    <a:gd name="connsiteX4" fmla="*/ 162250 w 825826"/>
                    <a:gd name="connsiteY4" fmla="*/ 1554801 h 2083192"/>
                    <a:gd name="connsiteX5" fmla="*/ 86054 w 825826"/>
                    <a:gd name="connsiteY5" fmla="*/ 1797692 h 2083192"/>
                    <a:gd name="connsiteX6" fmla="*/ 326 w 825826"/>
                    <a:gd name="connsiteY6" fmla="*/ 1918339 h 2083192"/>
                    <a:gd name="connsiteX7" fmla="*/ 119388 w 825826"/>
                    <a:gd name="connsiteY7" fmla="*/ 2016764 h 2083192"/>
                    <a:gd name="connsiteX8" fmla="*/ 365451 w 825826"/>
                    <a:gd name="connsiteY8" fmla="*/ 2061213 h 2083192"/>
                    <a:gd name="connsiteX9" fmla="*/ 187651 w 825826"/>
                    <a:gd name="connsiteY9" fmla="*/ 1873889 h 2083192"/>
                    <a:gd name="connsiteX10" fmla="*/ 346404 w 825826"/>
                    <a:gd name="connsiteY10" fmla="*/ 1651643 h 2083192"/>
                    <a:gd name="connsiteX11" fmla="*/ 587701 w 825826"/>
                    <a:gd name="connsiteY11" fmla="*/ 1410339 h 2083192"/>
                    <a:gd name="connsiteX12" fmla="*/ 794076 w 825826"/>
                    <a:gd name="connsiteY12" fmla="*/ 899164 h 2083192"/>
                    <a:gd name="connsiteX13" fmla="*/ 825826 w 825826"/>
                    <a:gd name="connsiteY13" fmla="*/ 400689 h 2083192"/>
                    <a:gd name="connsiteX14" fmla="*/ 486101 w 825826"/>
                    <a:gd name="connsiteY14" fmla="*/ 3813 h 2083192"/>
                    <a:gd name="connsiteX0" fmla="*/ 486101 w 883230"/>
                    <a:gd name="connsiteY0" fmla="*/ 0 h 2079379"/>
                    <a:gd name="connsiteX1" fmla="*/ 443239 w 883230"/>
                    <a:gd name="connsiteY1" fmla="*/ 638176 h 2079379"/>
                    <a:gd name="connsiteX2" fmla="*/ 440063 w 883230"/>
                    <a:gd name="connsiteY2" fmla="*/ 936626 h 2079379"/>
                    <a:gd name="connsiteX3" fmla="*/ 390851 w 883230"/>
                    <a:gd name="connsiteY3" fmla="*/ 1295401 h 2079379"/>
                    <a:gd name="connsiteX4" fmla="*/ 162250 w 883230"/>
                    <a:gd name="connsiteY4" fmla="*/ 1550988 h 2079379"/>
                    <a:gd name="connsiteX5" fmla="*/ 86054 w 883230"/>
                    <a:gd name="connsiteY5" fmla="*/ 1793879 h 2079379"/>
                    <a:gd name="connsiteX6" fmla="*/ 326 w 883230"/>
                    <a:gd name="connsiteY6" fmla="*/ 1914526 h 2079379"/>
                    <a:gd name="connsiteX7" fmla="*/ 119388 w 883230"/>
                    <a:gd name="connsiteY7" fmla="*/ 2012951 h 2079379"/>
                    <a:gd name="connsiteX8" fmla="*/ 365451 w 883230"/>
                    <a:gd name="connsiteY8" fmla="*/ 2057400 h 2079379"/>
                    <a:gd name="connsiteX9" fmla="*/ 187651 w 883230"/>
                    <a:gd name="connsiteY9" fmla="*/ 1870076 h 2079379"/>
                    <a:gd name="connsiteX10" fmla="*/ 346404 w 883230"/>
                    <a:gd name="connsiteY10" fmla="*/ 1647830 h 2079379"/>
                    <a:gd name="connsiteX11" fmla="*/ 587701 w 883230"/>
                    <a:gd name="connsiteY11" fmla="*/ 1406526 h 2079379"/>
                    <a:gd name="connsiteX12" fmla="*/ 794076 w 883230"/>
                    <a:gd name="connsiteY12" fmla="*/ 895351 h 2079379"/>
                    <a:gd name="connsiteX13" fmla="*/ 883230 w 883230"/>
                    <a:gd name="connsiteY13" fmla="*/ 456245 h 2079379"/>
                    <a:gd name="connsiteX0" fmla="*/ 486101 w 794076"/>
                    <a:gd name="connsiteY0" fmla="*/ 0 h 2079379"/>
                    <a:gd name="connsiteX1" fmla="*/ 443239 w 794076"/>
                    <a:gd name="connsiteY1" fmla="*/ 638176 h 2079379"/>
                    <a:gd name="connsiteX2" fmla="*/ 440063 w 794076"/>
                    <a:gd name="connsiteY2" fmla="*/ 936626 h 2079379"/>
                    <a:gd name="connsiteX3" fmla="*/ 390851 w 794076"/>
                    <a:gd name="connsiteY3" fmla="*/ 1295401 h 2079379"/>
                    <a:gd name="connsiteX4" fmla="*/ 162250 w 794076"/>
                    <a:gd name="connsiteY4" fmla="*/ 1550988 h 2079379"/>
                    <a:gd name="connsiteX5" fmla="*/ 86054 w 794076"/>
                    <a:gd name="connsiteY5" fmla="*/ 1793879 h 2079379"/>
                    <a:gd name="connsiteX6" fmla="*/ 326 w 794076"/>
                    <a:gd name="connsiteY6" fmla="*/ 1914526 h 2079379"/>
                    <a:gd name="connsiteX7" fmla="*/ 119388 w 794076"/>
                    <a:gd name="connsiteY7" fmla="*/ 2012951 h 2079379"/>
                    <a:gd name="connsiteX8" fmla="*/ 365451 w 794076"/>
                    <a:gd name="connsiteY8" fmla="*/ 2057400 h 2079379"/>
                    <a:gd name="connsiteX9" fmla="*/ 187651 w 794076"/>
                    <a:gd name="connsiteY9" fmla="*/ 1870076 h 2079379"/>
                    <a:gd name="connsiteX10" fmla="*/ 346404 w 794076"/>
                    <a:gd name="connsiteY10" fmla="*/ 1647830 h 2079379"/>
                    <a:gd name="connsiteX11" fmla="*/ 587701 w 794076"/>
                    <a:gd name="connsiteY11" fmla="*/ 1406526 h 2079379"/>
                    <a:gd name="connsiteX12" fmla="*/ 794076 w 794076"/>
                    <a:gd name="connsiteY12" fmla="*/ 895351 h 2079379"/>
                    <a:gd name="connsiteX0" fmla="*/ 443239 w 794076"/>
                    <a:gd name="connsiteY0" fmla="*/ 0 h 1441203"/>
                    <a:gd name="connsiteX1" fmla="*/ 440063 w 794076"/>
                    <a:gd name="connsiteY1" fmla="*/ 298450 h 1441203"/>
                    <a:gd name="connsiteX2" fmla="*/ 390851 w 794076"/>
                    <a:gd name="connsiteY2" fmla="*/ 657225 h 1441203"/>
                    <a:gd name="connsiteX3" fmla="*/ 162250 w 794076"/>
                    <a:gd name="connsiteY3" fmla="*/ 912812 h 1441203"/>
                    <a:gd name="connsiteX4" fmla="*/ 86054 w 794076"/>
                    <a:gd name="connsiteY4" fmla="*/ 1155703 h 1441203"/>
                    <a:gd name="connsiteX5" fmla="*/ 326 w 794076"/>
                    <a:gd name="connsiteY5" fmla="*/ 1276350 h 1441203"/>
                    <a:gd name="connsiteX6" fmla="*/ 119388 w 794076"/>
                    <a:gd name="connsiteY6" fmla="*/ 1374775 h 1441203"/>
                    <a:gd name="connsiteX7" fmla="*/ 365451 w 794076"/>
                    <a:gd name="connsiteY7" fmla="*/ 1419224 h 1441203"/>
                    <a:gd name="connsiteX8" fmla="*/ 187651 w 794076"/>
                    <a:gd name="connsiteY8" fmla="*/ 1231900 h 1441203"/>
                    <a:gd name="connsiteX9" fmla="*/ 346404 w 794076"/>
                    <a:gd name="connsiteY9" fmla="*/ 1009654 h 1441203"/>
                    <a:gd name="connsiteX10" fmla="*/ 587701 w 794076"/>
                    <a:gd name="connsiteY10" fmla="*/ 768350 h 1441203"/>
                    <a:gd name="connsiteX11" fmla="*/ 794076 w 794076"/>
                    <a:gd name="connsiteY11" fmla="*/ 257175 h 1441203"/>
                    <a:gd name="connsiteX0" fmla="*/ 440063 w 794076"/>
                    <a:gd name="connsiteY0" fmla="*/ 41275 h 1184028"/>
                    <a:gd name="connsiteX1" fmla="*/ 390851 w 794076"/>
                    <a:gd name="connsiteY1" fmla="*/ 400050 h 1184028"/>
                    <a:gd name="connsiteX2" fmla="*/ 162250 w 794076"/>
                    <a:gd name="connsiteY2" fmla="*/ 655637 h 1184028"/>
                    <a:gd name="connsiteX3" fmla="*/ 86054 w 794076"/>
                    <a:gd name="connsiteY3" fmla="*/ 898528 h 1184028"/>
                    <a:gd name="connsiteX4" fmla="*/ 326 w 794076"/>
                    <a:gd name="connsiteY4" fmla="*/ 1019175 h 1184028"/>
                    <a:gd name="connsiteX5" fmla="*/ 119388 w 794076"/>
                    <a:gd name="connsiteY5" fmla="*/ 1117600 h 1184028"/>
                    <a:gd name="connsiteX6" fmla="*/ 365451 w 794076"/>
                    <a:gd name="connsiteY6" fmla="*/ 1162049 h 1184028"/>
                    <a:gd name="connsiteX7" fmla="*/ 187651 w 794076"/>
                    <a:gd name="connsiteY7" fmla="*/ 974725 h 1184028"/>
                    <a:gd name="connsiteX8" fmla="*/ 346404 w 794076"/>
                    <a:gd name="connsiteY8" fmla="*/ 752479 h 1184028"/>
                    <a:gd name="connsiteX9" fmla="*/ 587701 w 794076"/>
                    <a:gd name="connsiteY9" fmla="*/ 511175 h 1184028"/>
                    <a:gd name="connsiteX10" fmla="*/ 794076 w 794076"/>
                    <a:gd name="connsiteY10" fmla="*/ 0 h 1184028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87701 w 613360"/>
                    <a:gd name="connsiteY9" fmla="*/ 469900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63783 w 613360"/>
                    <a:gd name="connsiteY9" fmla="*/ 467151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63 w 613360"/>
                    <a:gd name="connsiteY0" fmla="*/ 0 h 1142753"/>
                    <a:gd name="connsiteX1" fmla="*/ 390851 w 613360"/>
                    <a:gd name="connsiteY1" fmla="*/ 358775 h 1142753"/>
                    <a:gd name="connsiteX2" fmla="*/ 162250 w 613360"/>
                    <a:gd name="connsiteY2" fmla="*/ 614362 h 1142753"/>
                    <a:gd name="connsiteX3" fmla="*/ 86054 w 613360"/>
                    <a:gd name="connsiteY3" fmla="*/ 857253 h 1142753"/>
                    <a:gd name="connsiteX4" fmla="*/ 326 w 613360"/>
                    <a:gd name="connsiteY4" fmla="*/ 977900 h 1142753"/>
                    <a:gd name="connsiteX5" fmla="*/ 119388 w 613360"/>
                    <a:gd name="connsiteY5" fmla="*/ 1076325 h 1142753"/>
                    <a:gd name="connsiteX6" fmla="*/ 365451 w 613360"/>
                    <a:gd name="connsiteY6" fmla="*/ 1120774 h 1142753"/>
                    <a:gd name="connsiteX7" fmla="*/ 187651 w 613360"/>
                    <a:gd name="connsiteY7" fmla="*/ 933450 h 1142753"/>
                    <a:gd name="connsiteX8" fmla="*/ 346404 w 613360"/>
                    <a:gd name="connsiteY8" fmla="*/ 711204 h 1142753"/>
                    <a:gd name="connsiteX9" fmla="*/ 547838 w 613360"/>
                    <a:gd name="connsiteY9" fmla="*/ 458905 h 1142753"/>
                    <a:gd name="connsiteX10" fmla="*/ 613360 w 613360"/>
                    <a:gd name="connsiteY10" fmla="*/ 239076 h 1142753"/>
                    <a:gd name="connsiteX0" fmla="*/ 440086 w 613383"/>
                    <a:gd name="connsiteY0" fmla="*/ 0 h 1142753"/>
                    <a:gd name="connsiteX1" fmla="*/ 390874 w 613383"/>
                    <a:gd name="connsiteY1" fmla="*/ 358775 h 1142753"/>
                    <a:gd name="connsiteX2" fmla="*/ 175561 w 613383"/>
                    <a:gd name="connsiteY2" fmla="*/ 611614 h 1142753"/>
                    <a:gd name="connsiteX3" fmla="*/ 86077 w 613383"/>
                    <a:gd name="connsiteY3" fmla="*/ 857253 h 1142753"/>
                    <a:gd name="connsiteX4" fmla="*/ 349 w 613383"/>
                    <a:gd name="connsiteY4" fmla="*/ 977900 h 1142753"/>
                    <a:gd name="connsiteX5" fmla="*/ 119411 w 613383"/>
                    <a:gd name="connsiteY5" fmla="*/ 1076325 h 1142753"/>
                    <a:gd name="connsiteX6" fmla="*/ 365474 w 613383"/>
                    <a:gd name="connsiteY6" fmla="*/ 1120774 h 1142753"/>
                    <a:gd name="connsiteX7" fmla="*/ 187674 w 613383"/>
                    <a:gd name="connsiteY7" fmla="*/ 933450 h 1142753"/>
                    <a:gd name="connsiteX8" fmla="*/ 346427 w 613383"/>
                    <a:gd name="connsiteY8" fmla="*/ 711204 h 1142753"/>
                    <a:gd name="connsiteX9" fmla="*/ 547861 w 613383"/>
                    <a:gd name="connsiteY9" fmla="*/ 458905 h 1142753"/>
                    <a:gd name="connsiteX10" fmla="*/ 613383 w 613383"/>
                    <a:gd name="connsiteY10" fmla="*/ 239076 h 1142753"/>
                    <a:gd name="connsiteX0" fmla="*/ 440086 w 613383"/>
                    <a:gd name="connsiteY0" fmla="*/ 0 h 1142753"/>
                    <a:gd name="connsiteX1" fmla="*/ 366956 w 613383"/>
                    <a:gd name="connsiteY1" fmla="*/ 402752 h 1142753"/>
                    <a:gd name="connsiteX2" fmla="*/ 175561 w 613383"/>
                    <a:gd name="connsiteY2" fmla="*/ 611614 h 1142753"/>
                    <a:gd name="connsiteX3" fmla="*/ 86077 w 613383"/>
                    <a:gd name="connsiteY3" fmla="*/ 857253 h 1142753"/>
                    <a:gd name="connsiteX4" fmla="*/ 349 w 613383"/>
                    <a:gd name="connsiteY4" fmla="*/ 977900 h 1142753"/>
                    <a:gd name="connsiteX5" fmla="*/ 119411 w 613383"/>
                    <a:gd name="connsiteY5" fmla="*/ 1076325 h 1142753"/>
                    <a:gd name="connsiteX6" fmla="*/ 365474 w 613383"/>
                    <a:gd name="connsiteY6" fmla="*/ 1120774 h 1142753"/>
                    <a:gd name="connsiteX7" fmla="*/ 187674 w 613383"/>
                    <a:gd name="connsiteY7" fmla="*/ 933450 h 1142753"/>
                    <a:gd name="connsiteX8" fmla="*/ 346427 w 613383"/>
                    <a:gd name="connsiteY8" fmla="*/ 711204 h 1142753"/>
                    <a:gd name="connsiteX9" fmla="*/ 547861 w 613383"/>
                    <a:gd name="connsiteY9" fmla="*/ 458905 h 1142753"/>
                    <a:gd name="connsiteX10" fmla="*/ 613383 w 613383"/>
                    <a:gd name="connsiteY10" fmla="*/ 239076 h 1142753"/>
                    <a:gd name="connsiteX0" fmla="*/ 378962 w 613383"/>
                    <a:gd name="connsiteY0" fmla="*/ 0 h 1208718"/>
                    <a:gd name="connsiteX1" fmla="*/ 366956 w 613383"/>
                    <a:gd name="connsiteY1" fmla="*/ 468717 h 1208718"/>
                    <a:gd name="connsiteX2" fmla="*/ 175561 w 613383"/>
                    <a:gd name="connsiteY2" fmla="*/ 677579 h 1208718"/>
                    <a:gd name="connsiteX3" fmla="*/ 86077 w 613383"/>
                    <a:gd name="connsiteY3" fmla="*/ 923218 h 1208718"/>
                    <a:gd name="connsiteX4" fmla="*/ 349 w 613383"/>
                    <a:gd name="connsiteY4" fmla="*/ 1043865 h 1208718"/>
                    <a:gd name="connsiteX5" fmla="*/ 119411 w 613383"/>
                    <a:gd name="connsiteY5" fmla="*/ 1142290 h 1208718"/>
                    <a:gd name="connsiteX6" fmla="*/ 365474 w 613383"/>
                    <a:gd name="connsiteY6" fmla="*/ 1186739 h 1208718"/>
                    <a:gd name="connsiteX7" fmla="*/ 187674 w 613383"/>
                    <a:gd name="connsiteY7" fmla="*/ 999415 h 1208718"/>
                    <a:gd name="connsiteX8" fmla="*/ 346427 w 613383"/>
                    <a:gd name="connsiteY8" fmla="*/ 777169 h 1208718"/>
                    <a:gd name="connsiteX9" fmla="*/ 547861 w 613383"/>
                    <a:gd name="connsiteY9" fmla="*/ 524870 h 1208718"/>
                    <a:gd name="connsiteX10" fmla="*/ 613383 w 613383"/>
                    <a:gd name="connsiteY10" fmla="*/ 305041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962 w 597438"/>
                    <a:gd name="connsiteY0" fmla="*/ 0 h 1208718"/>
                    <a:gd name="connsiteX1" fmla="*/ 366956 w 597438"/>
                    <a:gd name="connsiteY1" fmla="*/ 468717 h 1208718"/>
                    <a:gd name="connsiteX2" fmla="*/ 175561 w 597438"/>
                    <a:gd name="connsiteY2" fmla="*/ 677579 h 1208718"/>
                    <a:gd name="connsiteX3" fmla="*/ 86077 w 597438"/>
                    <a:gd name="connsiteY3" fmla="*/ 923218 h 1208718"/>
                    <a:gd name="connsiteX4" fmla="*/ 349 w 597438"/>
                    <a:gd name="connsiteY4" fmla="*/ 1043865 h 1208718"/>
                    <a:gd name="connsiteX5" fmla="*/ 119411 w 597438"/>
                    <a:gd name="connsiteY5" fmla="*/ 1142290 h 1208718"/>
                    <a:gd name="connsiteX6" fmla="*/ 365474 w 597438"/>
                    <a:gd name="connsiteY6" fmla="*/ 1186739 h 1208718"/>
                    <a:gd name="connsiteX7" fmla="*/ 187674 w 597438"/>
                    <a:gd name="connsiteY7" fmla="*/ 999415 h 1208718"/>
                    <a:gd name="connsiteX8" fmla="*/ 346427 w 597438"/>
                    <a:gd name="connsiteY8" fmla="*/ 777169 h 1208718"/>
                    <a:gd name="connsiteX9" fmla="*/ 547861 w 597438"/>
                    <a:gd name="connsiteY9" fmla="*/ 524870 h 1208718"/>
                    <a:gd name="connsiteX10" fmla="*/ 597438 w 597438"/>
                    <a:gd name="connsiteY10" fmla="*/ 299544 h 1208718"/>
                    <a:gd name="connsiteX0" fmla="*/ 378800 w 597276"/>
                    <a:gd name="connsiteY0" fmla="*/ 0 h 1208718"/>
                    <a:gd name="connsiteX1" fmla="*/ 366794 w 597276"/>
                    <a:gd name="connsiteY1" fmla="*/ 468717 h 1208718"/>
                    <a:gd name="connsiteX2" fmla="*/ 175399 w 597276"/>
                    <a:gd name="connsiteY2" fmla="*/ 677579 h 1208718"/>
                    <a:gd name="connsiteX3" fmla="*/ 93888 w 597276"/>
                    <a:gd name="connsiteY3" fmla="*/ 928715 h 1208718"/>
                    <a:gd name="connsiteX4" fmla="*/ 187 w 597276"/>
                    <a:gd name="connsiteY4" fmla="*/ 1043865 h 1208718"/>
                    <a:gd name="connsiteX5" fmla="*/ 119249 w 597276"/>
                    <a:gd name="connsiteY5" fmla="*/ 1142290 h 1208718"/>
                    <a:gd name="connsiteX6" fmla="*/ 365312 w 597276"/>
                    <a:gd name="connsiteY6" fmla="*/ 1186739 h 1208718"/>
                    <a:gd name="connsiteX7" fmla="*/ 187512 w 597276"/>
                    <a:gd name="connsiteY7" fmla="*/ 999415 h 1208718"/>
                    <a:gd name="connsiteX8" fmla="*/ 346265 w 597276"/>
                    <a:gd name="connsiteY8" fmla="*/ 777169 h 1208718"/>
                    <a:gd name="connsiteX9" fmla="*/ 547699 w 597276"/>
                    <a:gd name="connsiteY9" fmla="*/ 524870 h 1208718"/>
                    <a:gd name="connsiteX10" fmla="*/ 597276 w 597276"/>
                    <a:gd name="connsiteY10" fmla="*/ 299544 h 1208718"/>
                    <a:gd name="connsiteX0" fmla="*/ 336458 w 554934"/>
                    <a:gd name="connsiteY0" fmla="*/ 0 h 1208718"/>
                    <a:gd name="connsiteX1" fmla="*/ 324452 w 554934"/>
                    <a:gd name="connsiteY1" fmla="*/ 468717 h 1208718"/>
                    <a:gd name="connsiteX2" fmla="*/ 133057 w 554934"/>
                    <a:gd name="connsiteY2" fmla="*/ 677579 h 1208718"/>
                    <a:gd name="connsiteX3" fmla="*/ 51546 w 554934"/>
                    <a:gd name="connsiteY3" fmla="*/ 928715 h 1208718"/>
                    <a:gd name="connsiteX4" fmla="*/ 367 w 554934"/>
                    <a:gd name="connsiteY4" fmla="*/ 1041117 h 1208718"/>
                    <a:gd name="connsiteX5" fmla="*/ 76907 w 554934"/>
                    <a:gd name="connsiteY5" fmla="*/ 1142290 h 1208718"/>
                    <a:gd name="connsiteX6" fmla="*/ 322970 w 554934"/>
                    <a:gd name="connsiteY6" fmla="*/ 1186739 h 1208718"/>
                    <a:gd name="connsiteX7" fmla="*/ 145170 w 554934"/>
                    <a:gd name="connsiteY7" fmla="*/ 999415 h 1208718"/>
                    <a:gd name="connsiteX8" fmla="*/ 303923 w 554934"/>
                    <a:gd name="connsiteY8" fmla="*/ 777169 h 1208718"/>
                    <a:gd name="connsiteX9" fmla="*/ 505357 w 554934"/>
                    <a:gd name="connsiteY9" fmla="*/ 524870 h 1208718"/>
                    <a:gd name="connsiteX10" fmla="*/ 554934 w 554934"/>
                    <a:gd name="connsiteY10" fmla="*/ 299544 h 1208718"/>
                    <a:gd name="connsiteX0" fmla="*/ 336952 w 555428"/>
                    <a:gd name="connsiteY0" fmla="*/ 0 h 1201578"/>
                    <a:gd name="connsiteX1" fmla="*/ 324946 w 555428"/>
                    <a:gd name="connsiteY1" fmla="*/ 468717 h 1201578"/>
                    <a:gd name="connsiteX2" fmla="*/ 133551 w 555428"/>
                    <a:gd name="connsiteY2" fmla="*/ 677579 h 1201578"/>
                    <a:gd name="connsiteX3" fmla="*/ 52040 w 555428"/>
                    <a:gd name="connsiteY3" fmla="*/ 928715 h 1201578"/>
                    <a:gd name="connsiteX4" fmla="*/ 861 w 555428"/>
                    <a:gd name="connsiteY4" fmla="*/ 1041117 h 1201578"/>
                    <a:gd name="connsiteX5" fmla="*/ 93346 w 555428"/>
                    <a:gd name="connsiteY5" fmla="*/ 1109308 h 1201578"/>
                    <a:gd name="connsiteX6" fmla="*/ 323464 w 555428"/>
                    <a:gd name="connsiteY6" fmla="*/ 1186739 h 1201578"/>
                    <a:gd name="connsiteX7" fmla="*/ 145664 w 555428"/>
                    <a:gd name="connsiteY7" fmla="*/ 999415 h 1201578"/>
                    <a:gd name="connsiteX8" fmla="*/ 304417 w 555428"/>
                    <a:gd name="connsiteY8" fmla="*/ 777169 h 1201578"/>
                    <a:gd name="connsiteX9" fmla="*/ 505851 w 555428"/>
                    <a:gd name="connsiteY9" fmla="*/ 524870 h 1201578"/>
                    <a:gd name="connsiteX10" fmla="*/ 555428 w 555428"/>
                    <a:gd name="connsiteY10" fmla="*/ 299544 h 1201578"/>
                    <a:gd name="connsiteX0" fmla="*/ 336686 w 555162"/>
                    <a:gd name="connsiteY0" fmla="*/ 0 h 1201578"/>
                    <a:gd name="connsiteX1" fmla="*/ 324680 w 555162"/>
                    <a:gd name="connsiteY1" fmla="*/ 468717 h 1201578"/>
                    <a:gd name="connsiteX2" fmla="*/ 133285 w 555162"/>
                    <a:gd name="connsiteY2" fmla="*/ 677579 h 1201578"/>
                    <a:gd name="connsiteX3" fmla="*/ 51774 w 555162"/>
                    <a:gd name="connsiteY3" fmla="*/ 928715 h 1201578"/>
                    <a:gd name="connsiteX4" fmla="*/ 595 w 555162"/>
                    <a:gd name="connsiteY4" fmla="*/ 1041117 h 1201578"/>
                    <a:gd name="connsiteX5" fmla="*/ 85107 w 555162"/>
                    <a:gd name="connsiteY5" fmla="*/ 1109308 h 1201578"/>
                    <a:gd name="connsiteX6" fmla="*/ 323198 w 555162"/>
                    <a:gd name="connsiteY6" fmla="*/ 1186739 h 1201578"/>
                    <a:gd name="connsiteX7" fmla="*/ 145398 w 555162"/>
                    <a:gd name="connsiteY7" fmla="*/ 999415 h 1201578"/>
                    <a:gd name="connsiteX8" fmla="*/ 304151 w 555162"/>
                    <a:gd name="connsiteY8" fmla="*/ 777169 h 1201578"/>
                    <a:gd name="connsiteX9" fmla="*/ 505585 w 555162"/>
                    <a:gd name="connsiteY9" fmla="*/ 524870 h 1201578"/>
                    <a:gd name="connsiteX10" fmla="*/ 555162 w 555162"/>
                    <a:gd name="connsiteY10" fmla="*/ 299544 h 1201578"/>
                    <a:gd name="connsiteX0" fmla="*/ 357761 w 576237"/>
                    <a:gd name="connsiteY0" fmla="*/ 0 h 1201578"/>
                    <a:gd name="connsiteX1" fmla="*/ 345755 w 576237"/>
                    <a:gd name="connsiteY1" fmla="*/ 468717 h 1201578"/>
                    <a:gd name="connsiteX2" fmla="*/ 154360 w 576237"/>
                    <a:gd name="connsiteY2" fmla="*/ 677579 h 1201578"/>
                    <a:gd name="connsiteX3" fmla="*/ 72849 w 576237"/>
                    <a:gd name="connsiteY3" fmla="*/ 928715 h 1201578"/>
                    <a:gd name="connsiteX4" fmla="*/ 409 w 576237"/>
                    <a:gd name="connsiteY4" fmla="*/ 1046614 h 1201578"/>
                    <a:gd name="connsiteX5" fmla="*/ 106182 w 576237"/>
                    <a:gd name="connsiteY5" fmla="*/ 1109308 h 1201578"/>
                    <a:gd name="connsiteX6" fmla="*/ 344273 w 576237"/>
                    <a:gd name="connsiteY6" fmla="*/ 1186739 h 1201578"/>
                    <a:gd name="connsiteX7" fmla="*/ 166473 w 576237"/>
                    <a:gd name="connsiteY7" fmla="*/ 999415 h 1201578"/>
                    <a:gd name="connsiteX8" fmla="*/ 325226 w 576237"/>
                    <a:gd name="connsiteY8" fmla="*/ 777169 h 1201578"/>
                    <a:gd name="connsiteX9" fmla="*/ 526660 w 576237"/>
                    <a:gd name="connsiteY9" fmla="*/ 524870 h 1201578"/>
                    <a:gd name="connsiteX10" fmla="*/ 576237 w 576237"/>
                    <a:gd name="connsiteY10" fmla="*/ 299544 h 1201578"/>
                    <a:gd name="connsiteX0" fmla="*/ 358700 w 577176"/>
                    <a:gd name="connsiteY0" fmla="*/ 0 h 1201578"/>
                    <a:gd name="connsiteX1" fmla="*/ 346694 w 577176"/>
                    <a:gd name="connsiteY1" fmla="*/ 468717 h 1201578"/>
                    <a:gd name="connsiteX2" fmla="*/ 155299 w 577176"/>
                    <a:gd name="connsiteY2" fmla="*/ 677579 h 1201578"/>
                    <a:gd name="connsiteX3" fmla="*/ 73788 w 577176"/>
                    <a:gd name="connsiteY3" fmla="*/ 928715 h 1201578"/>
                    <a:gd name="connsiteX4" fmla="*/ 1348 w 577176"/>
                    <a:gd name="connsiteY4" fmla="*/ 1046614 h 1201578"/>
                    <a:gd name="connsiteX5" fmla="*/ 107121 w 577176"/>
                    <a:gd name="connsiteY5" fmla="*/ 1109308 h 1201578"/>
                    <a:gd name="connsiteX6" fmla="*/ 345212 w 577176"/>
                    <a:gd name="connsiteY6" fmla="*/ 1186739 h 1201578"/>
                    <a:gd name="connsiteX7" fmla="*/ 167412 w 577176"/>
                    <a:gd name="connsiteY7" fmla="*/ 999415 h 1201578"/>
                    <a:gd name="connsiteX8" fmla="*/ 326165 w 577176"/>
                    <a:gd name="connsiteY8" fmla="*/ 777169 h 1201578"/>
                    <a:gd name="connsiteX9" fmla="*/ 527599 w 577176"/>
                    <a:gd name="connsiteY9" fmla="*/ 524870 h 1201578"/>
                    <a:gd name="connsiteX10" fmla="*/ 577176 w 577176"/>
                    <a:gd name="connsiteY10" fmla="*/ 299544 h 1201578"/>
                    <a:gd name="connsiteX0" fmla="*/ 358700 w 577176"/>
                    <a:gd name="connsiteY0" fmla="*/ 0 h 1208605"/>
                    <a:gd name="connsiteX1" fmla="*/ 346694 w 577176"/>
                    <a:gd name="connsiteY1" fmla="*/ 468717 h 1208605"/>
                    <a:gd name="connsiteX2" fmla="*/ 155299 w 577176"/>
                    <a:gd name="connsiteY2" fmla="*/ 677579 h 1208605"/>
                    <a:gd name="connsiteX3" fmla="*/ 73788 w 577176"/>
                    <a:gd name="connsiteY3" fmla="*/ 928715 h 1208605"/>
                    <a:gd name="connsiteX4" fmla="*/ 1348 w 577176"/>
                    <a:gd name="connsiteY4" fmla="*/ 1046614 h 1208605"/>
                    <a:gd name="connsiteX5" fmla="*/ 107121 w 577176"/>
                    <a:gd name="connsiteY5" fmla="*/ 1109308 h 1208605"/>
                    <a:gd name="connsiteX6" fmla="*/ 345212 w 577176"/>
                    <a:gd name="connsiteY6" fmla="*/ 1186739 h 1208605"/>
                    <a:gd name="connsiteX7" fmla="*/ 167412 w 577176"/>
                    <a:gd name="connsiteY7" fmla="*/ 999415 h 1208605"/>
                    <a:gd name="connsiteX8" fmla="*/ 326165 w 577176"/>
                    <a:gd name="connsiteY8" fmla="*/ 777169 h 1208605"/>
                    <a:gd name="connsiteX9" fmla="*/ 527599 w 577176"/>
                    <a:gd name="connsiteY9" fmla="*/ 524870 h 1208605"/>
                    <a:gd name="connsiteX10" fmla="*/ 577176 w 577176"/>
                    <a:gd name="connsiteY10" fmla="*/ 299544 h 1208605"/>
                    <a:gd name="connsiteX0" fmla="*/ 358700 w 585149"/>
                    <a:gd name="connsiteY0" fmla="*/ 0 h 1208605"/>
                    <a:gd name="connsiteX1" fmla="*/ 346694 w 585149"/>
                    <a:gd name="connsiteY1" fmla="*/ 468717 h 1208605"/>
                    <a:gd name="connsiteX2" fmla="*/ 155299 w 585149"/>
                    <a:gd name="connsiteY2" fmla="*/ 677579 h 1208605"/>
                    <a:gd name="connsiteX3" fmla="*/ 73788 w 585149"/>
                    <a:gd name="connsiteY3" fmla="*/ 928715 h 1208605"/>
                    <a:gd name="connsiteX4" fmla="*/ 1348 w 585149"/>
                    <a:gd name="connsiteY4" fmla="*/ 1046614 h 1208605"/>
                    <a:gd name="connsiteX5" fmla="*/ 107121 w 585149"/>
                    <a:gd name="connsiteY5" fmla="*/ 1109308 h 1208605"/>
                    <a:gd name="connsiteX6" fmla="*/ 345212 w 585149"/>
                    <a:gd name="connsiteY6" fmla="*/ 1186739 h 1208605"/>
                    <a:gd name="connsiteX7" fmla="*/ 167412 w 585149"/>
                    <a:gd name="connsiteY7" fmla="*/ 999415 h 1208605"/>
                    <a:gd name="connsiteX8" fmla="*/ 326165 w 585149"/>
                    <a:gd name="connsiteY8" fmla="*/ 777169 h 1208605"/>
                    <a:gd name="connsiteX9" fmla="*/ 527599 w 585149"/>
                    <a:gd name="connsiteY9" fmla="*/ 524870 h 1208605"/>
                    <a:gd name="connsiteX10" fmla="*/ 585149 w 585149"/>
                    <a:gd name="connsiteY10" fmla="*/ 278930 h 1208605"/>
                    <a:gd name="connsiteX0" fmla="*/ 370659 w 585149"/>
                    <a:gd name="connsiteY0" fmla="*/ 0 h 1220973"/>
                    <a:gd name="connsiteX1" fmla="*/ 346694 w 585149"/>
                    <a:gd name="connsiteY1" fmla="*/ 481085 h 1220973"/>
                    <a:gd name="connsiteX2" fmla="*/ 155299 w 585149"/>
                    <a:gd name="connsiteY2" fmla="*/ 689947 h 1220973"/>
                    <a:gd name="connsiteX3" fmla="*/ 73788 w 585149"/>
                    <a:gd name="connsiteY3" fmla="*/ 941083 h 1220973"/>
                    <a:gd name="connsiteX4" fmla="*/ 1348 w 585149"/>
                    <a:gd name="connsiteY4" fmla="*/ 1058982 h 1220973"/>
                    <a:gd name="connsiteX5" fmla="*/ 107121 w 585149"/>
                    <a:gd name="connsiteY5" fmla="*/ 1121676 h 1220973"/>
                    <a:gd name="connsiteX6" fmla="*/ 345212 w 585149"/>
                    <a:gd name="connsiteY6" fmla="*/ 1199107 h 1220973"/>
                    <a:gd name="connsiteX7" fmla="*/ 167412 w 585149"/>
                    <a:gd name="connsiteY7" fmla="*/ 1011783 h 1220973"/>
                    <a:gd name="connsiteX8" fmla="*/ 326165 w 585149"/>
                    <a:gd name="connsiteY8" fmla="*/ 789537 h 1220973"/>
                    <a:gd name="connsiteX9" fmla="*/ 527599 w 585149"/>
                    <a:gd name="connsiteY9" fmla="*/ 537238 h 1220973"/>
                    <a:gd name="connsiteX10" fmla="*/ 585149 w 585149"/>
                    <a:gd name="connsiteY10" fmla="*/ 291298 h 1220973"/>
                    <a:gd name="connsiteX0" fmla="*/ 370659 w 585149"/>
                    <a:gd name="connsiteY0" fmla="*/ 0 h 1220973"/>
                    <a:gd name="connsiteX1" fmla="*/ 346694 w 585149"/>
                    <a:gd name="connsiteY1" fmla="*/ 481085 h 1220973"/>
                    <a:gd name="connsiteX2" fmla="*/ 155299 w 585149"/>
                    <a:gd name="connsiteY2" fmla="*/ 689947 h 1220973"/>
                    <a:gd name="connsiteX3" fmla="*/ 73788 w 585149"/>
                    <a:gd name="connsiteY3" fmla="*/ 941083 h 1220973"/>
                    <a:gd name="connsiteX4" fmla="*/ 1348 w 585149"/>
                    <a:gd name="connsiteY4" fmla="*/ 1058982 h 1220973"/>
                    <a:gd name="connsiteX5" fmla="*/ 107121 w 585149"/>
                    <a:gd name="connsiteY5" fmla="*/ 1121676 h 1220973"/>
                    <a:gd name="connsiteX6" fmla="*/ 345212 w 585149"/>
                    <a:gd name="connsiteY6" fmla="*/ 1199107 h 1220973"/>
                    <a:gd name="connsiteX7" fmla="*/ 167412 w 585149"/>
                    <a:gd name="connsiteY7" fmla="*/ 1011783 h 1220973"/>
                    <a:gd name="connsiteX8" fmla="*/ 326165 w 585149"/>
                    <a:gd name="connsiteY8" fmla="*/ 789537 h 1220973"/>
                    <a:gd name="connsiteX9" fmla="*/ 527599 w 585149"/>
                    <a:gd name="connsiteY9" fmla="*/ 537238 h 1220973"/>
                    <a:gd name="connsiteX10" fmla="*/ 585149 w 585149"/>
                    <a:gd name="connsiteY10" fmla="*/ 291298 h 1220973"/>
                    <a:gd name="connsiteX0" fmla="*/ 370659 w 588395"/>
                    <a:gd name="connsiteY0" fmla="*/ 0 h 1220973"/>
                    <a:gd name="connsiteX1" fmla="*/ 346694 w 588395"/>
                    <a:gd name="connsiteY1" fmla="*/ 481085 h 1220973"/>
                    <a:gd name="connsiteX2" fmla="*/ 155299 w 588395"/>
                    <a:gd name="connsiteY2" fmla="*/ 689947 h 1220973"/>
                    <a:gd name="connsiteX3" fmla="*/ 73788 w 588395"/>
                    <a:gd name="connsiteY3" fmla="*/ 941083 h 1220973"/>
                    <a:gd name="connsiteX4" fmla="*/ 1348 w 588395"/>
                    <a:gd name="connsiteY4" fmla="*/ 1058982 h 1220973"/>
                    <a:gd name="connsiteX5" fmla="*/ 107121 w 588395"/>
                    <a:gd name="connsiteY5" fmla="*/ 1121676 h 1220973"/>
                    <a:gd name="connsiteX6" fmla="*/ 345212 w 588395"/>
                    <a:gd name="connsiteY6" fmla="*/ 1199107 h 1220973"/>
                    <a:gd name="connsiteX7" fmla="*/ 167412 w 588395"/>
                    <a:gd name="connsiteY7" fmla="*/ 1011783 h 1220973"/>
                    <a:gd name="connsiteX8" fmla="*/ 326165 w 588395"/>
                    <a:gd name="connsiteY8" fmla="*/ 789537 h 1220973"/>
                    <a:gd name="connsiteX9" fmla="*/ 527599 w 588395"/>
                    <a:gd name="connsiteY9" fmla="*/ 537238 h 1220973"/>
                    <a:gd name="connsiteX10" fmla="*/ 585149 w 588395"/>
                    <a:gd name="connsiteY10" fmla="*/ 291298 h 1220973"/>
                    <a:gd name="connsiteX11" fmla="*/ 581046 w 588395"/>
                    <a:gd name="connsiteY11" fmla="*/ 286449 h 1220973"/>
                    <a:gd name="connsiteX0" fmla="*/ 370659 w 587329"/>
                    <a:gd name="connsiteY0" fmla="*/ 0 h 1220973"/>
                    <a:gd name="connsiteX1" fmla="*/ 346694 w 587329"/>
                    <a:gd name="connsiteY1" fmla="*/ 481085 h 1220973"/>
                    <a:gd name="connsiteX2" fmla="*/ 155299 w 587329"/>
                    <a:gd name="connsiteY2" fmla="*/ 689947 h 1220973"/>
                    <a:gd name="connsiteX3" fmla="*/ 73788 w 587329"/>
                    <a:gd name="connsiteY3" fmla="*/ 941083 h 1220973"/>
                    <a:gd name="connsiteX4" fmla="*/ 1348 w 587329"/>
                    <a:gd name="connsiteY4" fmla="*/ 1058982 h 1220973"/>
                    <a:gd name="connsiteX5" fmla="*/ 107121 w 587329"/>
                    <a:gd name="connsiteY5" fmla="*/ 1121676 h 1220973"/>
                    <a:gd name="connsiteX6" fmla="*/ 345212 w 587329"/>
                    <a:gd name="connsiteY6" fmla="*/ 1199107 h 1220973"/>
                    <a:gd name="connsiteX7" fmla="*/ 167412 w 587329"/>
                    <a:gd name="connsiteY7" fmla="*/ 1011783 h 1220973"/>
                    <a:gd name="connsiteX8" fmla="*/ 326165 w 587329"/>
                    <a:gd name="connsiteY8" fmla="*/ 789537 h 1220973"/>
                    <a:gd name="connsiteX9" fmla="*/ 527599 w 587329"/>
                    <a:gd name="connsiteY9" fmla="*/ 537238 h 1220973"/>
                    <a:gd name="connsiteX10" fmla="*/ 585149 w 587329"/>
                    <a:gd name="connsiteY10" fmla="*/ 291298 h 1220973"/>
                    <a:gd name="connsiteX11" fmla="*/ 463448 w 587329"/>
                    <a:gd name="connsiteY11" fmla="*/ 43203 h 12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87329" h="1220973">
                      <a:moveTo>
                        <a:pt x="370659" y="0"/>
                      </a:moveTo>
                      <a:cubicBezTo>
                        <a:pt x="321135" y="193557"/>
                        <a:pt x="382587" y="366094"/>
                        <a:pt x="346694" y="481085"/>
                      </a:cubicBezTo>
                      <a:cubicBezTo>
                        <a:pt x="310801" y="596076"/>
                        <a:pt x="200783" y="613281"/>
                        <a:pt x="155299" y="689947"/>
                      </a:cubicBezTo>
                      <a:cubicBezTo>
                        <a:pt x="109815" y="766613"/>
                        <a:pt x="99446" y="879577"/>
                        <a:pt x="73788" y="941083"/>
                      </a:cubicBezTo>
                      <a:cubicBezTo>
                        <a:pt x="48130" y="1002589"/>
                        <a:pt x="-9522" y="1004146"/>
                        <a:pt x="1348" y="1058982"/>
                      </a:cubicBezTo>
                      <a:cubicBezTo>
                        <a:pt x="12218" y="1113818"/>
                        <a:pt x="96538" y="1118501"/>
                        <a:pt x="107121" y="1121676"/>
                      </a:cubicBezTo>
                      <a:cubicBezTo>
                        <a:pt x="216129" y="1189409"/>
                        <a:pt x="278410" y="1256873"/>
                        <a:pt x="345212" y="1199107"/>
                      </a:cubicBezTo>
                      <a:cubicBezTo>
                        <a:pt x="335687" y="1136665"/>
                        <a:pt x="231441" y="1117616"/>
                        <a:pt x="167412" y="1011783"/>
                      </a:cubicBezTo>
                      <a:cubicBezTo>
                        <a:pt x="164238" y="947755"/>
                        <a:pt x="222812" y="909713"/>
                        <a:pt x="326165" y="789537"/>
                      </a:cubicBezTo>
                      <a:cubicBezTo>
                        <a:pt x="450284" y="659742"/>
                        <a:pt x="424412" y="678496"/>
                        <a:pt x="527599" y="537238"/>
                      </a:cubicBezTo>
                      <a:cubicBezTo>
                        <a:pt x="565699" y="364730"/>
                        <a:pt x="595841" y="373637"/>
                        <a:pt x="585149" y="291298"/>
                      </a:cubicBezTo>
                      <a:cubicBezTo>
                        <a:pt x="574457" y="208959"/>
                        <a:pt x="464303" y="44213"/>
                        <a:pt x="463448" y="43203"/>
                      </a:cubicBezTo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" name="任意多边形: 形状 518">
                  <a:extLst>
                    <a:ext uri="{FF2B5EF4-FFF2-40B4-BE49-F238E27FC236}">
                      <a16:creationId xmlns:a16="http://schemas.microsoft.com/office/drawing/2014/main" id="{B790A020-91F7-735B-DB3A-64F848681CDB}"/>
                    </a:ext>
                  </a:extLst>
                </p:cNvPr>
                <p:cNvSpPr/>
                <p:nvPr/>
              </p:nvSpPr>
              <p:spPr>
                <a:xfrm>
                  <a:off x="5510596" y="7342613"/>
                  <a:ext cx="785455" cy="3154072"/>
                </a:xfrm>
                <a:custGeom>
                  <a:avLst/>
                  <a:gdLst>
                    <a:gd name="connsiteX0" fmla="*/ 69850 w 304815"/>
                    <a:gd name="connsiteY0" fmla="*/ 0 h 581025"/>
                    <a:gd name="connsiteX1" fmla="*/ 69850 w 304815"/>
                    <a:gd name="connsiteY1" fmla="*/ 0 h 581025"/>
                    <a:gd name="connsiteX2" fmla="*/ 50800 w 304815"/>
                    <a:gd name="connsiteY2" fmla="*/ 111125 h 581025"/>
                    <a:gd name="connsiteX3" fmla="*/ 15875 w 304815"/>
                    <a:gd name="connsiteY3" fmla="*/ 263525 h 581025"/>
                    <a:gd name="connsiteX4" fmla="*/ 0 w 304815"/>
                    <a:gd name="connsiteY4" fmla="*/ 396875 h 581025"/>
                    <a:gd name="connsiteX5" fmla="*/ 85725 w 304815"/>
                    <a:gd name="connsiteY5" fmla="*/ 571500 h 581025"/>
                    <a:gd name="connsiteX6" fmla="*/ 117475 w 304815"/>
                    <a:gd name="connsiteY6" fmla="*/ 581025 h 581025"/>
                    <a:gd name="connsiteX7" fmla="*/ 206375 w 304815"/>
                    <a:gd name="connsiteY7" fmla="*/ 523875 h 581025"/>
                    <a:gd name="connsiteX8" fmla="*/ 250825 w 304815"/>
                    <a:gd name="connsiteY8" fmla="*/ 479425 h 581025"/>
                    <a:gd name="connsiteX9" fmla="*/ 304800 w 304815"/>
                    <a:gd name="connsiteY9" fmla="*/ 330200 h 581025"/>
                    <a:gd name="connsiteX10" fmla="*/ 288925 w 304815"/>
                    <a:gd name="connsiteY10" fmla="*/ 187325 h 581025"/>
                    <a:gd name="connsiteX11" fmla="*/ 257175 w 304815"/>
                    <a:gd name="connsiteY11" fmla="*/ 123825 h 581025"/>
                    <a:gd name="connsiteX12" fmla="*/ 225425 w 304815"/>
                    <a:gd name="connsiteY12" fmla="*/ 76200 h 581025"/>
                    <a:gd name="connsiteX13" fmla="*/ 155575 w 304815"/>
                    <a:gd name="connsiteY13" fmla="*/ 15875 h 581025"/>
                    <a:gd name="connsiteX14" fmla="*/ 139700 w 304815"/>
                    <a:gd name="connsiteY14" fmla="*/ 9525 h 581025"/>
                    <a:gd name="connsiteX15" fmla="*/ 123825 w 304815"/>
                    <a:gd name="connsiteY15" fmla="*/ 0 h 581025"/>
                    <a:gd name="connsiteX16" fmla="*/ 111125 w 304815"/>
                    <a:gd name="connsiteY16" fmla="*/ 3175 h 581025"/>
                    <a:gd name="connsiteX17" fmla="*/ 69850 w 304815"/>
                    <a:gd name="connsiteY17" fmla="*/ 0 h 581025"/>
                    <a:gd name="connsiteX0" fmla="*/ 69850 w 908599"/>
                    <a:gd name="connsiteY0" fmla="*/ 0 h 2095622"/>
                    <a:gd name="connsiteX1" fmla="*/ 69850 w 908599"/>
                    <a:gd name="connsiteY1" fmla="*/ 0 h 2095622"/>
                    <a:gd name="connsiteX2" fmla="*/ 50800 w 908599"/>
                    <a:gd name="connsiteY2" fmla="*/ 111125 h 2095622"/>
                    <a:gd name="connsiteX3" fmla="*/ 15875 w 908599"/>
                    <a:gd name="connsiteY3" fmla="*/ 263525 h 2095622"/>
                    <a:gd name="connsiteX4" fmla="*/ 0 w 908599"/>
                    <a:gd name="connsiteY4" fmla="*/ 396875 h 2095622"/>
                    <a:gd name="connsiteX5" fmla="*/ 85725 w 908599"/>
                    <a:gd name="connsiteY5" fmla="*/ 571500 h 2095622"/>
                    <a:gd name="connsiteX6" fmla="*/ 117475 w 908599"/>
                    <a:gd name="connsiteY6" fmla="*/ 581025 h 2095622"/>
                    <a:gd name="connsiteX7" fmla="*/ 206375 w 908599"/>
                    <a:gd name="connsiteY7" fmla="*/ 523875 h 2095622"/>
                    <a:gd name="connsiteX8" fmla="*/ 908050 w 908599"/>
                    <a:gd name="connsiteY8" fmla="*/ 2095500 h 2095622"/>
                    <a:gd name="connsiteX9" fmla="*/ 304800 w 908599"/>
                    <a:gd name="connsiteY9" fmla="*/ 330200 h 2095622"/>
                    <a:gd name="connsiteX10" fmla="*/ 288925 w 908599"/>
                    <a:gd name="connsiteY10" fmla="*/ 187325 h 2095622"/>
                    <a:gd name="connsiteX11" fmla="*/ 257175 w 908599"/>
                    <a:gd name="connsiteY11" fmla="*/ 123825 h 2095622"/>
                    <a:gd name="connsiteX12" fmla="*/ 225425 w 908599"/>
                    <a:gd name="connsiteY12" fmla="*/ 76200 h 2095622"/>
                    <a:gd name="connsiteX13" fmla="*/ 155575 w 908599"/>
                    <a:gd name="connsiteY13" fmla="*/ 15875 h 2095622"/>
                    <a:gd name="connsiteX14" fmla="*/ 139700 w 908599"/>
                    <a:gd name="connsiteY14" fmla="*/ 9525 h 2095622"/>
                    <a:gd name="connsiteX15" fmla="*/ 123825 w 908599"/>
                    <a:gd name="connsiteY15" fmla="*/ 0 h 2095622"/>
                    <a:gd name="connsiteX16" fmla="*/ 111125 w 908599"/>
                    <a:gd name="connsiteY16" fmla="*/ 3175 h 2095622"/>
                    <a:gd name="connsiteX17" fmla="*/ 69850 w 908599"/>
                    <a:gd name="connsiteY17" fmla="*/ 0 h 2095622"/>
                    <a:gd name="connsiteX0" fmla="*/ 69850 w 908599"/>
                    <a:gd name="connsiteY0" fmla="*/ 0 h 2246968"/>
                    <a:gd name="connsiteX1" fmla="*/ 69850 w 908599"/>
                    <a:gd name="connsiteY1" fmla="*/ 0 h 2246968"/>
                    <a:gd name="connsiteX2" fmla="*/ 50800 w 908599"/>
                    <a:gd name="connsiteY2" fmla="*/ 111125 h 2246968"/>
                    <a:gd name="connsiteX3" fmla="*/ 15875 w 908599"/>
                    <a:gd name="connsiteY3" fmla="*/ 263525 h 2246968"/>
                    <a:gd name="connsiteX4" fmla="*/ 0 w 908599"/>
                    <a:gd name="connsiteY4" fmla="*/ 396875 h 2246968"/>
                    <a:gd name="connsiteX5" fmla="*/ 85725 w 908599"/>
                    <a:gd name="connsiteY5" fmla="*/ 571500 h 2246968"/>
                    <a:gd name="connsiteX6" fmla="*/ 117475 w 908599"/>
                    <a:gd name="connsiteY6" fmla="*/ 581025 h 2246968"/>
                    <a:gd name="connsiteX7" fmla="*/ 784225 w 908599"/>
                    <a:gd name="connsiteY7" fmla="*/ 2143125 h 2246968"/>
                    <a:gd name="connsiteX8" fmla="*/ 908050 w 908599"/>
                    <a:gd name="connsiteY8" fmla="*/ 2095500 h 2246968"/>
                    <a:gd name="connsiteX9" fmla="*/ 304800 w 908599"/>
                    <a:gd name="connsiteY9" fmla="*/ 330200 h 2246968"/>
                    <a:gd name="connsiteX10" fmla="*/ 288925 w 908599"/>
                    <a:gd name="connsiteY10" fmla="*/ 187325 h 2246968"/>
                    <a:gd name="connsiteX11" fmla="*/ 257175 w 908599"/>
                    <a:gd name="connsiteY11" fmla="*/ 123825 h 2246968"/>
                    <a:gd name="connsiteX12" fmla="*/ 225425 w 908599"/>
                    <a:gd name="connsiteY12" fmla="*/ 76200 h 2246968"/>
                    <a:gd name="connsiteX13" fmla="*/ 155575 w 908599"/>
                    <a:gd name="connsiteY13" fmla="*/ 15875 h 2246968"/>
                    <a:gd name="connsiteX14" fmla="*/ 139700 w 908599"/>
                    <a:gd name="connsiteY14" fmla="*/ 9525 h 2246968"/>
                    <a:gd name="connsiteX15" fmla="*/ 123825 w 908599"/>
                    <a:gd name="connsiteY15" fmla="*/ 0 h 2246968"/>
                    <a:gd name="connsiteX16" fmla="*/ 111125 w 908599"/>
                    <a:gd name="connsiteY16" fmla="*/ 3175 h 2246968"/>
                    <a:gd name="connsiteX17" fmla="*/ 69850 w 908599"/>
                    <a:gd name="connsiteY17" fmla="*/ 0 h 2246968"/>
                    <a:gd name="connsiteX0" fmla="*/ 69850 w 1114427"/>
                    <a:gd name="connsiteY0" fmla="*/ 0 h 2246968"/>
                    <a:gd name="connsiteX1" fmla="*/ 69850 w 1114427"/>
                    <a:gd name="connsiteY1" fmla="*/ 0 h 2246968"/>
                    <a:gd name="connsiteX2" fmla="*/ 50800 w 1114427"/>
                    <a:gd name="connsiteY2" fmla="*/ 111125 h 2246968"/>
                    <a:gd name="connsiteX3" fmla="*/ 15875 w 1114427"/>
                    <a:gd name="connsiteY3" fmla="*/ 263525 h 2246968"/>
                    <a:gd name="connsiteX4" fmla="*/ 0 w 1114427"/>
                    <a:gd name="connsiteY4" fmla="*/ 396875 h 2246968"/>
                    <a:gd name="connsiteX5" fmla="*/ 85725 w 1114427"/>
                    <a:gd name="connsiteY5" fmla="*/ 571500 h 2246968"/>
                    <a:gd name="connsiteX6" fmla="*/ 117475 w 1114427"/>
                    <a:gd name="connsiteY6" fmla="*/ 581025 h 2246968"/>
                    <a:gd name="connsiteX7" fmla="*/ 784225 w 1114427"/>
                    <a:gd name="connsiteY7" fmla="*/ 2143125 h 2246968"/>
                    <a:gd name="connsiteX8" fmla="*/ 908050 w 1114427"/>
                    <a:gd name="connsiteY8" fmla="*/ 2095500 h 2246968"/>
                    <a:gd name="connsiteX9" fmla="*/ 1114425 w 1114427"/>
                    <a:gd name="connsiteY9" fmla="*/ 2009775 h 2246968"/>
                    <a:gd name="connsiteX10" fmla="*/ 288925 w 1114427"/>
                    <a:gd name="connsiteY10" fmla="*/ 187325 h 2246968"/>
                    <a:gd name="connsiteX11" fmla="*/ 257175 w 1114427"/>
                    <a:gd name="connsiteY11" fmla="*/ 123825 h 2246968"/>
                    <a:gd name="connsiteX12" fmla="*/ 225425 w 1114427"/>
                    <a:gd name="connsiteY12" fmla="*/ 76200 h 2246968"/>
                    <a:gd name="connsiteX13" fmla="*/ 155575 w 1114427"/>
                    <a:gd name="connsiteY13" fmla="*/ 15875 h 2246968"/>
                    <a:gd name="connsiteX14" fmla="*/ 139700 w 1114427"/>
                    <a:gd name="connsiteY14" fmla="*/ 9525 h 2246968"/>
                    <a:gd name="connsiteX15" fmla="*/ 123825 w 1114427"/>
                    <a:gd name="connsiteY15" fmla="*/ 0 h 2246968"/>
                    <a:gd name="connsiteX16" fmla="*/ 111125 w 1114427"/>
                    <a:gd name="connsiteY16" fmla="*/ 3175 h 2246968"/>
                    <a:gd name="connsiteX17" fmla="*/ 69850 w 1114427"/>
                    <a:gd name="connsiteY17" fmla="*/ 0 h 2246968"/>
                    <a:gd name="connsiteX0" fmla="*/ 69850 w 1114427"/>
                    <a:gd name="connsiteY0" fmla="*/ 0 h 2225485"/>
                    <a:gd name="connsiteX1" fmla="*/ 69850 w 1114427"/>
                    <a:gd name="connsiteY1" fmla="*/ 0 h 2225485"/>
                    <a:gd name="connsiteX2" fmla="*/ 50800 w 1114427"/>
                    <a:gd name="connsiteY2" fmla="*/ 111125 h 2225485"/>
                    <a:gd name="connsiteX3" fmla="*/ 15875 w 1114427"/>
                    <a:gd name="connsiteY3" fmla="*/ 263525 h 2225485"/>
                    <a:gd name="connsiteX4" fmla="*/ 0 w 1114427"/>
                    <a:gd name="connsiteY4" fmla="*/ 396875 h 2225485"/>
                    <a:gd name="connsiteX5" fmla="*/ 85725 w 1114427"/>
                    <a:gd name="connsiteY5" fmla="*/ 571500 h 2225485"/>
                    <a:gd name="connsiteX6" fmla="*/ 117475 w 1114427"/>
                    <a:gd name="connsiteY6" fmla="*/ 581025 h 2225485"/>
                    <a:gd name="connsiteX7" fmla="*/ 254000 w 1114427"/>
                    <a:gd name="connsiteY7" fmla="*/ 873124 h 2225485"/>
                    <a:gd name="connsiteX8" fmla="*/ 784225 w 1114427"/>
                    <a:gd name="connsiteY8" fmla="*/ 2143125 h 2225485"/>
                    <a:gd name="connsiteX9" fmla="*/ 908050 w 1114427"/>
                    <a:gd name="connsiteY9" fmla="*/ 2095500 h 2225485"/>
                    <a:gd name="connsiteX10" fmla="*/ 1114425 w 1114427"/>
                    <a:gd name="connsiteY10" fmla="*/ 2009775 h 2225485"/>
                    <a:gd name="connsiteX11" fmla="*/ 288925 w 1114427"/>
                    <a:gd name="connsiteY11" fmla="*/ 187325 h 2225485"/>
                    <a:gd name="connsiteX12" fmla="*/ 257175 w 1114427"/>
                    <a:gd name="connsiteY12" fmla="*/ 123825 h 2225485"/>
                    <a:gd name="connsiteX13" fmla="*/ 225425 w 1114427"/>
                    <a:gd name="connsiteY13" fmla="*/ 76200 h 2225485"/>
                    <a:gd name="connsiteX14" fmla="*/ 155575 w 1114427"/>
                    <a:gd name="connsiteY14" fmla="*/ 15875 h 2225485"/>
                    <a:gd name="connsiteX15" fmla="*/ 139700 w 1114427"/>
                    <a:gd name="connsiteY15" fmla="*/ 9525 h 2225485"/>
                    <a:gd name="connsiteX16" fmla="*/ 123825 w 1114427"/>
                    <a:gd name="connsiteY16" fmla="*/ 0 h 2225485"/>
                    <a:gd name="connsiteX17" fmla="*/ 111125 w 1114427"/>
                    <a:gd name="connsiteY17" fmla="*/ 3175 h 2225485"/>
                    <a:gd name="connsiteX18" fmla="*/ 69850 w 1114427"/>
                    <a:gd name="connsiteY18" fmla="*/ 0 h 2225485"/>
                    <a:gd name="connsiteX0" fmla="*/ 69850 w 1114427"/>
                    <a:gd name="connsiteY0" fmla="*/ 0 h 2212910"/>
                    <a:gd name="connsiteX1" fmla="*/ 69850 w 1114427"/>
                    <a:gd name="connsiteY1" fmla="*/ 0 h 2212910"/>
                    <a:gd name="connsiteX2" fmla="*/ 50800 w 1114427"/>
                    <a:gd name="connsiteY2" fmla="*/ 111125 h 2212910"/>
                    <a:gd name="connsiteX3" fmla="*/ 15875 w 1114427"/>
                    <a:gd name="connsiteY3" fmla="*/ 263525 h 2212910"/>
                    <a:gd name="connsiteX4" fmla="*/ 0 w 1114427"/>
                    <a:gd name="connsiteY4" fmla="*/ 396875 h 2212910"/>
                    <a:gd name="connsiteX5" fmla="*/ 85725 w 1114427"/>
                    <a:gd name="connsiteY5" fmla="*/ 571500 h 2212910"/>
                    <a:gd name="connsiteX6" fmla="*/ 117475 w 1114427"/>
                    <a:gd name="connsiteY6" fmla="*/ 581025 h 2212910"/>
                    <a:gd name="connsiteX7" fmla="*/ 254000 w 1114427"/>
                    <a:gd name="connsiteY7" fmla="*/ 873124 h 2212910"/>
                    <a:gd name="connsiteX8" fmla="*/ 327025 w 1114427"/>
                    <a:gd name="connsiteY8" fmla="*/ 1044575 h 2212910"/>
                    <a:gd name="connsiteX9" fmla="*/ 784225 w 1114427"/>
                    <a:gd name="connsiteY9" fmla="*/ 2143125 h 2212910"/>
                    <a:gd name="connsiteX10" fmla="*/ 908050 w 1114427"/>
                    <a:gd name="connsiteY10" fmla="*/ 2095500 h 2212910"/>
                    <a:gd name="connsiteX11" fmla="*/ 1114425 w 1114427"/>
                    <a:gd name="connsiteY11" fmla="*/ 2009775 h 2212910"/>
                    <a:gd name="connsiteX12" fmla="*/ 288925 w 1114427"/>
                    <a:gd name="connsiteY12" fmla="*/ 187325 h 2212910"/>
                    <a:gd name="connsiteX13" fmla="*/ 257175 w 1114427"/>
                    <a:gd name="connsiteY13" fmla="*/ 123825 h 2212910"/>
                    <a:gd name="connsiteX14" fmla="*/ 225425 w 1114427"/>
                    <a:gd name="connsiteY14" fmla="*/ 76200 h 2212910"/>
                    <a:gd name="connsiteX15" fmla="*/ 155575 w 1114427"/>
                    <a:gd name="connsiteY15" fmla="*/ 15875 h 2212910"/>
                    <a:gd name="connsiteX16" fmla="*/ 139700 w 1114427"/>
                    <a:gd name="connsiteY16" fmla="*/ 9525 h 2212910"/>
                    <a:gd name="connsiteX17" fmla="*/ 123825 w 1114427"/>
                    <a:gd name="connsiteY17" fmla="*/ 0 h 2212910"/>
                    <a:gd name="connsiteX18" fmla="*/ 111125 w 1114427"/>
                    <a:gd name="connsiteY18" fmla="*/ 3175 h 2212910"/>
                    <a:gd name="connsiteX19" fmla="*/ 69850 w 1114427"/>
                    <a:gd name="connsiteY19" fmla="*/ 0 h 2212910"/>
                    <a:gd name="connsiteX0" fmla="*/ 69850 w 1114427"/>
                    <a:gd name="connsiteY0" fmla="*/ 0 h 2182177"/>
                    <a:gd name="connsiteX1" fmla="*/ 69850 w 1114427"/>
                    <a:gd name="connsiteY1" fmla="*/ 0 h 2182177"/>
                    <a:gd name="connsiteX2" fmla="*/ 50800 w 1114427"/>
                    <a:gd name="connsiteY2" fmla="*/ 111125 h 2182177"/>
                    <a:gd name="connsiteX3" fmla="*/ 15875 w 1114427"/>
                    <a:gd name="connsiteY3" fmla="*/ 263525 h 2182177"/>
                    <a:gd name="connsiteX4" fmla="*/ 0 w 1114427"/>
                    <a:gd name="connsiteY4" fmla="*/ 396875 h 2182177"/>
                    <a:gd name="connsiteX5" fmla="*/ 85725 w 1114427"/>
                    <a:gd name="connsiteY5" fmla="*/ 571500 h 2182177"/>
                    <a:gd name="connsiteX6" fmla="*/ 117475 w 1114427"/>
                    <a:gd name="connsiteY6" fmla="*/ 581025 h 2182177"/>
                    <a:gd name="connsiteX7" fmla="*/ 254000 w 1114427"/>
                    <a:gd name="connsiteY7" fmla="*/ 873124 h 2182177"/>
                    <a:gd name="connsiteX8" fmla="*/ 327025 w 1114427"/>
                    <a:gd name="connsiteY8" fmla="*/ 1044575 h 2182177"/>
                    <a:gd name="connsiteX9" fmla="*/ 488950 w 1114427"/>
                    <a:gd name="connsiteY9" fmla="*/ 1466850 h 2182177"/>
                    <a:gd name="connsiteX10" fmla="*/ 784225 w 1114427"/>
                    <a:gd name="connsiteY10" fmla="*/ 2143125 h 2182177"/>
                    <a:gd name="connsiteX11" fmla="*/ 908050 w 1114427"/>
                    <a:gd name="connsiteY11" fmla="*/ 2095500 h 2182177"/>
                    <a:gd name="connsiteX12" fmla="*/ 1114425 w 1114427"/>
                    <a:gd name="connsiteY12" fmla="*/ 2009775 h 2182177"/>
                    <a:gd name="connsiteX13" fmla="*/ 288925 w 1114427"/>
                    <a:gd name="connsiteY13" fmla="*/ 187325 h 2182177"/>
                    <a:gd name="connsiteX14" fmla="*/ 257175 w 1114427"/>
                    <a:gd name="connsiteY14" fmla="*/ 123825 h 2182177"/>
                    <a:gd name="connsiteX15" fmla="*/ 225425 w 1114427"/>
                    <a:gd name="connsiteY15" fmla="*/ 76200 h 2182177"/>
                    <a:gd name="connsiteX16" fmla="*/ 155575 w 1114427"/>
                    <a:gd name="connsiteY16" fmla="*/ 15875 h 2182177"/>
                    <a:gd name="connsiteX17" fmla="*/ 139700 w 1114427"/>
                    <a:gd name="connsiteY17" fmla="*/ 9525 h 2182177"/>
                    <a:gd name="connsiteX18" fmla="*/ 123825 w 1114427"/>
                    <a:gd name="connsiteY18" fmla="*/ 0 h 2182177"/>
                    <a:gd name="connsiteX19" fmla="*/ 111125 w 1114427"/>
                    <a:gd name="connsiteY19" fmla="*/ 3175 h 2182177"/>
                    <a:gd name="connsiteX20" fmla="*/ 69850 w 1114427"/>
                    <a:gd name="connsiteY20" fmla="*/ 0 h 2182177"/>
                    <a:gd name="connsiteX0" fmla="*/ 69850 w 1114427"/>
                    <a:gd name="connsiteY0" fmla="*/ 0 h 2181033"/>
                    <a:gd name="connsiteX1" fmla="*/ 69850 w 1114427"/>
                    <a:gd name="connsiteY1" fmla="*/ 0 h 2181033"/>
                    <a:gd name="connsiteX2" fmla="*/ 50800 w 1114427"/>
                    <a:gd name="connsiteY2" fmla="*/ 111125 h 2181033"/>
                    <a:gd name="connsiteX3" fmla="*/ 15875 w 1114427"/>
                    <a:gd name="connsiteY3" fmla="*/ 263525 h 2181033"/>
                    <a:gd name="connsiteX4" fmla="*/ 0 w 1114427"/>
                    <a:gd name="connsiteY4" fmla="*/ 396875 h 2181033"/>
                    <a:gd name="connsiteX5" fmla="*/ 85725 w 1114427"/>
                    <a:gd name="connsiteY5" fmla="*/ 571500 h 2181033"/>
                    <a:gd name="connsiteX6" fmla="*/ 117475 w 1114427"/>
                    <a:gd name="connsiteY6" fmla="*/ 581025 h 2181033"/>
                    <a:gd name="connsiteX7" fmla="*/ 254000 w 1114427"/>
                    <a:gd name="connsiteY7" fmla="*/ 873124 h 2181033"/>
                    <a:gd name="connsiteX8" fmla="*/ 327025 w 1114427"/>
                    <a:gd name="connsiteY8" fmla="*/ 1044575 h 2181033"/>
                    <a:gd name="connsiteX9" fmla="*/ 161925 w 1114427"/>
                    <a:gd name="connsiteY9" fmla="*/ 1482725 h 2181033"/>
                    <a:gd name="connsiteX10" fmla="*/ 784225 w 1114427"/>
                    <a:gd name="connsiteY10" fmla="*/ 2143125 h 2181033"/>
                    <a:gd name="connsiteX11" fmla="*/ 908050 w 1114427"/>
                    <a:gd name="connsiteY11" fmla="*/ 2095500 h 2181033"/>
                    <a:gd name="connsiteX12" fmla="*/ 1114425 w 1114427"/>
                    <a:gd name="connsiteY12" fmla="*/ 2009775 h 2181033"/>
                    <a:gd name="connsiteX13" fmla="*/ 288925 w 1114427"/>
                    <a:gd name="connsiteY13" fmla="*/ 187325 h 2181033"/>
                    <a:gd name="connsiteX14" fmla="*/ 257175 w 1114427"/>
                    <a:gd name="connsiteY14" fmla="*/ 123825 h 2181033"/>
                    <a:gd name="connsiteX15" fmla="*/ 225425 w 1114427"/>
                    <a:gd name="connsiteY15" fmla="*/ 76200 h 2181033"/>
                    <a:gd name="connsiteX16" fmla="*/ 155575 w 1114427"/>
                    <a:gd name="connsiteY16" fmla="*/ 15875 h 2181033"/>
                    <a:gd name="connsiteX17" fmla="*/ 139700 w 1114427"/>
                    <a:gd name="connsiteY17" fmla="*/ 9525 h 2181033"/>
                    <a:gd name="connsiteX18" fmla="*/ 123825 w 1114427"/>
                    <a:gd name="connsiteY18" fmla="*/ 0 h 2181033"/>
                    <a:gd name="connsiteX19" fmla="*/ 111125 w 1114427"/>
                    <a:gd name="connsiteY19" fmla="*/ 3175 h 2181033"/>
                    <a:gd name="connsiteX20" fmla="*/ 69850 w 1114427"/>
                    <a:gd name="connsiteY20" fmla="*/ 0 h 2181033"/>
                    <a:gd name="connsiteX0" fmla="*/ 69850 w 1114427"/>
                    <a:gd name="connsiteY0" fmla="*/ 0 h 2095636"/>
                    <a:gd name="connsiteX1" fmla="*/ 69850 w 1114427"/>
                    <a:gd name="connsiteY1" fmla="*/ 0 h 2095636"/>
                    <a:gd name="connsiteX2" fmla="*/ 50800 w 1114427"/>
                    <a:gd name="connsiteY2" fmla="*/ 111125 h 2095636"/>
                    <a:gd name="connsiteX3" fmla="*/ 15875 w 1114427"/>
                    <a:gd name="connsiteY3" fmla="*/ 263525 h 2095636"/>
                    <a:gd name="connsiteX4" fmla="*/ 0 w 1114427"/>
                    <a:gd name="connsiteY4" fmla="*/ 396875 h 2095636"/>
                    <a:gd name="connsiteX5" fmla="*/ 85725 w 1114427"/>
                    <a:gd name="connsiteY5" fmla="*/ 571500 h 2095636"/>
                    <a:gd name="connsiteX6" fmla="*/ 117475 w 1114427"/>
                    <a:gd name="connsiteY6" fmla="*/ 581025 h 2095636"/>
                    <a:gd name="connsiteX7" fmla="*/ 254000 w 1114427"/>
                    <a:gd name="connsiteY7" fmla="*/ 873124 h 2095636"/>
                    <a:gd name="connsiteX8" fmla="*/ 327025 w 1114427"/>
                    <a:gd name="connsiteY8" fmla="*/ 1044575 h 2095636"/>
                    <a:gd name="connsiteX9" fmla="*/ 161925 w 1114427"/>
                    <a:gd name="connsiteY9" fmla="*/ 1482725 h 2095636"/>
                    <a:gd name="connsiteX10" fmla="*/ 415925 w 1114427"/>
                    <a:gd name="connsiteY10" fmla="*/ 809625 h 2095636"/>
                    <a:gd name="connsiteX11" fmla="*/ 908050 w 1114427"/>
                    <a:gd name="connsiteY11" fmla="*/ 2095500 h 2095636"/>
                    <a:gd name="connsiteX12" fmla="*/ 1114425 w 1114427"/>
                    <a:gd name="connsiteY12" fmla="*/ 2009775 h 2095636"/>
                    <a:gd name="connsiteX13" fmla="*/ 288925 w 1114427"/>
                    <a:gd name="connsiteY13" fmla="*/ 187325 h 2095636"/>
                    <a:gd name="connsiteX14" fmla="*/ 257175 w 1114427"/>
                    <a:gd name="connsiteY14" fmla="*/ 123825 h 2095636"/>
                    <a:gd name="connsiteX15" fmla="*/ 225425 w 1114427"/>
                    <a:gd name="connsiteY15" fmla="*/ 76200 h 2095636"/>
                    <a:gd name="connsiteX16" fmla="*/ 155575 w 1114427"/>
                    <a:gd name="connsiteY16" fmla="*/ 15875 h 2095636"/>
                    <a:gd name="connsiteX17" fmla="*/ 139700 w 1114427"/>
                    <a:gd name="connsiteY17" fmla="*/ 9525 h 2095636"/>
                    <a:gd name="connsiteX18" fmla="*/ 123825 w 1114427"/>
                    <a:gd name="connsiteY18" fmla="*/ 0 h 2095636"/>
                    <a:gd name="connsiteX19" fmla="*/ 111125 w 1114427"/>
                    <a:gd name="connsiteY19" fmla="*/ 3175 h 2095636"/>
                    <a:gd name="connsiteX20" fmla="*/ 69850 w 1114427"/>
                    <a:gd name="connsiteY20" fmla="*/ 0 h 2095636"/>
                    <a:gd name="connsiteX0" fmla="*/ 338614 w 1383191"/>
                    <a:gd name="connsiteY0" fmla="*/ 0 h 2095636"/>
                    <a:gd name="connsiteX1" fmla="*/ 338614 w 1383191"/>
                    <a:gd name="connsiteY1" fmla="*/ 0 h 2095636"/>
                    <a:gd name="connsiteX2" fmla="*/ 319564 w 1383191"/>
                    <a:gd name="connsiteY2" fmla="*/ 111125 h 2095636"/>
                    <a:gd name="connsiteX3" fmla="*/ 284639 w 1383191"/>
                    <a:gd name="connsiteY3" fmla="*/ 263525 h 2095636"/>
                    <a:gd name="connsiteX4" fmla="*/ 268764 w 1383191"/>
                    <a:gd name="connsiteY4" fmla="*/ 396875 h 2095636"/>
                    <a:gd name="connsiteX5" fmla="*/ 354489 w 1383191"/>
                    <a:gd name="connsiteY5" fmla="*/ 571500 h 2095636"/>
                    <a:gd name="connsiteX6" fmla="*/ 386239 w 1383191"/>
                    <a:gd name="connsiteY6" fmla="*/ 581025 h 2095636"/>
                    <a:gd name="connsiteX7" fmla="*/ 522764 w 1383191"/>
                    <a:gd name="connsiteY7" fmla="*/ 873124 h 2095636"/>
                    <a:gd name="connsiteX8" fmla="*/ 8414 w 1383191"/>
                    <a:gd name="connsiteY8" fmla="*/ 1927225 h 2095636"/>
                    <a:gd name="connsiteX9" fmla="*/ 430689 w 1383191"/>
                    <a:gd name="connsiteY9" fmla="*/ 1482725 h 2095636"/>
                    <a:gd name="connsiteX10" fmla="*/ 684689 w 1383191"/>
                    <a:gd name="connsiteY10" fmla="*/ 809625 h 2095636"/>
                    <a:gd name="connsiteX11" fmla="*/ 1176814 w 1383191"/>
                    <a:gd name="connsiteY11" fmla="*/ 2095500 h 2095636"/>
                    <a:gd name="connsiteX12" fmla="*/ 1383189 w 1383191"/>
                    <a:gd name="connsiteY12" fmla="*/ 2009775 h 2095636"/>
                    <a:gd name="connsiteX13" fmla="*/ 557689 w 1383191"/>
                    <a:gd name="connsiteY13" fmla="*/ 187325 h 2095636"/>
                    <a:gd name="connsiteX14" fmla="*/ 525939 w 1383191"/>
                    <a:gd name="connsiteY14" fmla="*/ 123825 h 2095636"/>
                    <a:gd name="connsiteX15" fmla="*/ 494189 w 1383191"/>
                    <a:gd name="connsiteY15" fmla="*/ 76200 h 2095636"/>
                    <a:gd name="connsiteX16" fmla="*/ 424339 w 1383191"/>
                    <a:gd name="connsiteY16" fmla="*/ 15875 h 2095636"/>
                    <a:gd name="connsiteX17" fmla="*/ 408464 w 1383191"/>
                    <a:gd name="connsiteY17" fmla="*/ 9525 h 2095636"/>
                    <a:gd name="connsiteX18" fmla="*/ 392589 w 1383191"/>
                    <a:gd name="connsiteY18" fmla="*/ 0 h 2095636"/>
                    <a:gd name="connsiteX19" fmla="*/ 379889 w 1383191"/>
                    <a:gd name="connsiteY19" fmla="*/ 3175 h 2095636"/>
                    <a:gd name="connsiteX20" fmla="*/ 338614 w 1383191"/>
                    <a:gd name="connsiteY20" fmla="*/ 0 h 2095636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92588 w 1391090"/>
                    <a:gd name="connsiteY10" fmla="*/ 809625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90"/>
                    <a:gd name="connsiteY0" fmla="*/ 0 h 2132487"/>
                    <a:gd name="connsiteX1" fmla="*/ 346513 w 1391090"/>
                    <a:gd name="connsiteY1" fmla="*/ 0 h 2132487"/>
                    <a:gd name="connsiteX2" fmla="*/ 327463 w 1391090"/>
                    <a:gd name="connsiteY2" fmla="*/ 111125 h 2132487"/>
                    <a:gd name="connsiteX3" fmla="*/ 292538 w 1391090"/>
                    <a:gd name="connsiteY3" fmla="*/ 263525 h 2132487"/>
                    <a:gd name="connsiteX4" fmla="*/ 276663 w 1391090"/>
                    <a:gd name="connsiteY4" fmla="*/ 396875 h 2132487"/>
                    <a:gd name="connsiteX5" fmla="*/ 362388 w 1391090"/>
                    <a:gd name="connsiteY5" fmla="*/ 571500 h 2132487"/>
                    <a:gd name="connsiteX6" fmla="*/ 394138 w 1391090"/>
                    <a:gd name="connsiteY6" fmla="*/ 581025 h 2132487"/>
                    <a:gd name="connsiteX7" fmla="*/ 194113 w 1391090"/>
                    <a:gd name="connsiteY7" fmla="*/ 2124074 h 2132487"/>
                    <a:gd name="connsiteX8" fmla="*/ 16313 w 1391090"/>
                    <a:gd name="connsiteY8" fmla="*/ 1927225 h 2132487"/>
                    <a:gd name="connsiteX9" fmla="*/ 438588 w 1391090"/>
                    <a:gd name="connsiteY9" fmla="*/ 1482725 h 2132487"/>
                    <a:gd name="connsiteX10" fmla="*/ 622738 w 1391090"/>
                    <a:gd name="connsiteY10" fmla="*/ 952500 h 2132487"/>
                    <a:gd name="connsiteX11" fmla="*/ 1184713 w 1391090"/>
                    <a:gd name="connsiteY11" fmla="*/ 2095500 h 2132487"/>
                    <a:gd name="connsiteX12" fmla="*/ 1391088 w 1391090"/>
                    <a:gd name="connsiteY12" fmla="*/ 2009775 h 2132487"/>
                    <a:gd name="connsiteX13" fmla="*/ 565588 w 1391090"/>
                    <a:gd name="connsiteY13" fmla="*/ 187325 h 2132487"/>
                    <a:gd name="connsiteX14" fmla="*/ 533838 w 1391090"/>
                    <a:gd name="connsiteY14" fmla="*/ 123825 h 2132487"/>
                    <a:gd name="connsiteX15" fmla="*/ 502088 w 1391090"/>
                    <a:gd name="connsiteY15" fmla="*/ 76200 h 2132487"/>
                    <a:gd name="connsiteX16" fmla="*/ 432238 w 1391090"/>
                    <a:gd name="connsiteY16" fmla="*/ 15875 h 2132487"/>
                    <a:gd name="connsiteX17" fmla="*/ 416363 w 1391090"/>
                    <a:gd name="connsiteY17" fmla="*/ 9525 h 2132487"/>
                    <a:gd name="connsiteX18" fmla="*/ 400488 w 1391090"/>
                    <a:gd name="connsiteY18" fmla="*/ 0 h 2132487"/>
                    <a:gd name="connsiteX19" fmla="*/ 387788 w 1391090"/>
                    <a:gd name="connsiteY19" fmla="*/ 3175 h 2132487"/>
                    <a:gd name="connsiteX20" fmla="*/ 346513 w 1391090"/>
                    <a:gd name="connsiteY20" fmla="*/ 0 h 2132487"/>
                    <a:gd name="connsiteX0" fmla="*/ 346513 w 1391088"/>
                    <a:gd name="connsiteY0" fmla="*/ 0 h 2132487"/>
                    <a:gd name="connsiteX1" fmla="*/ 346513 w 1391088"/>
                    <a:gd name="connsiteY1" fmla="*/ 0 h 2132487"/>
                    <a:gd name="connsiteX2" fmla="*/ 327463 w 1391088"/>
                    <a:gd name="connsiteY2" fmla="*/ 111125 h 2132487"/>
                    <a:gd name="connsiteX3" fmla="*/ 292538 w 1391088"/>
                    <a:gd name="connsiteY3" fmla="*/ 263525 h 2132487"/>
                    <a:gd name="connsiteX4" fmla="*/ 276663 w 1391088"/>
                    <a:gd name="connsiteY4" fmla="*/ 396875 h 2132487"/>
                    <a:gd name="connsiteX5" fmla="*/ 362388 w 1391088"/>
                    <a:gd name="connsiteY5" fmla="*/ 571500 h 2132487"/>
                    <a:gd name="connsiteX6" fmla="*/ 394138 w 1391088"/>
                    <a:gd name="connsiteY6" fmla="*/ 581025 h 2132487"/>
                    <a:gd name="connsiteX7" fmla="*/ 194113 w 1391088"/>
                    <a:gd name="connsiteY7" fmla="*/ 2124074 h 2132487"/>
                    <a:gd name="connsiteX8" fmla="*/ 16313 w 1391088"/>
                    <a:gd name="connsiteY8" fmla="*/ 1927225 h 2132487"/>
                    <a:gd name="connsiteX9" fmla="*/ 438588 w 1391088"/>
                    <a:gd name="connsiteY9" fmla="*/ 1482725 h 2132487"/>
                    <a:gd name="connsiteX10" fmla="*/ 622738 w 1391088"/>
                    <a:gd name="connsiteY10" fmla="*/ 952500 h 2132487"/>
                    <a:gd name="connsiteX11" fmla="*/ 705288 w 1391088"/>
                    <a:gd name="connsiteY11" fmla="*/ 654050 h 2132487"/>
                    <a:gd name="connsiteX12" fmla="*/ 1391088 w 1391088"/>
                    <a:gd name="connsiteY12" fmla="*/ 2009775 h 2132487"/>
                    <a:gd name="connsiteX13" fmla="*/ 565588 w 1391088"/>
                    <a:gd name="connsiteY13" fmla="*/ 187325 h 2132487"/>
                    <a:gd name="connsiteX14" fmla="*/ 533838 w 1391088"/>
                    <a:gd name="connsiteY14" fmla="*/ 123825 h 2132487"/>
                    <a:gd name="connsiteX15" fmla="*/ 502088 w 1391088"/>
                    <a:gd name="connsiteY15" fmla="*/ 76200 h 2132487"/>
                    <a:gd name="connsiteX16" fmla="*/ 432238 w 1391088"/>
                    <a:gd name="connsiteY16" fmla="*/ 15875 h 2132487"/>
                    <a:gd name="connsiteX17" fmla="*/ 416363 w 1391088"/>
                    <a:gd name="connsiteY17" fmla="*/ 9525 h 2132487"/>
                    <a:gd name="connsiteX18" fmla="*/ 400488 w 1391088"/>
                    <a:gd name="connsiteY18" fmla="*/ 0 h 2132487"/>
                    <a:gd name="connsiteX19" fmla="*/ 387788 w 1391088"/>
                    <a:gd name="connsiteY19" fmla="*/ 3175 h 2132487"/>
                    <a:gd name="connsiteX20" fmla="*/ 346513 w 1391088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65588 w 712105"/>
                    <a:gd name="connsiteY13" fmla="*/ 187325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600513 w 712105"/>
                    <a:gd name="connsiteY13" fmla="*/ 5207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533838 w 712105"/>
                    <a:gd name="connsiteY14" fmla="*/ 123825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502088 w 712105"/>
                    <a:gd name="connsiteY15" fmla="*/ 762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95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346513 w 712105"/>
                    <a:gd name="connsiteY0" fmla="*/ 0 h 2132487"/>
                    <a:gd name="connsiteX1" fmla="*/ 346513 w 712105"/>
                    <a:gd name="connsiteY1" fmla="*/ 0 h 2132487"/>
                    <a:gd name="connsiteX2" fmla="*/ 327463 w 712105"/>
                    <a:gd name="connsiteY2" fmla="*/ 111125 h 2132487"/>
                    <a:gd name="connsiteX3" fmla="*/ 292538 w 712105"/>
                    <a:gd name="connsiteY3" fmla="*/ 263525 h 2132487"/>
                    <a:gd name="connsiteX4" fmla="*/ 276663 w 712105"/>
                    <a:gd name="connsiteY4" fmla="*/ 396875 h 2132487"/>
                    <a:gd name="connsiteX5" fmla="*/ 362388 w 712105"/>
                    <a:gd name="connsiteY5" fmla="*/ 571500 h 2132487"/>
                    <a:gd name="connsiteX6" fmla="*/ 394138 w 712105"/>
                    <a:gd name="connsiteY6" fmla="*/ 581025 h 2132487"/>
                    <a:gd name="connsiteX7" fmla="*/ 194113 w 712105"/>
                    <a:gd name="connsiteY7" fmla="*/ 2124074 h 2132487"/>
                    <a:gd name="connsiteX8" fmla="*/ 16313 w 712105"/>
                    <a:gd name="connsiteY8" fmla="*/ 1927225 h 2132487"/>
                    <a:gd name="connsiteX9" fmla="*/ 438588 w 712105"/>
                    <a:gd name="connsiteY9" fmla="*/ 1482725 h 2132487"/>
                    <a:gd name="connsiteX10" fmla="*/ 622738 w 712105"/>
                    <a:gd name="connsiteY10" fmla="*/ 952500 h 2132487"/>
                    <a:gd name="connsiteX11" fmla="*/ 705288 w 712105"/>
                    <a:gd name="connsiteY11" fmla="*/ 654050 h 2132487"/>
                    <a:gd name="connsiteX12" fmla="*/ 689413 w 712105"/>
                    <a:gd name="connsiteY12" fmla="*/ 571500 h 2132487"/>
                    <a:gd name="connsiteX13" fmla="*/ 552888 w 712105"/>
                    <a:gd name="connsiteY13" fmla="*/ 457200 h 2132487"/>
                    <a:gd name="connsiteX14" fmla="*/ 473513 w 712105"/>
                    <a:gd name="connsiteY14" fmla="*/ 241300 h 2132487"/>
                    <a:gd name="connsiteX15" fmla="*/ 416363 w 712105"/>
                    <a:gd name="connsiteY15" fmla="*/ 127000 h 2132487"/>
                    <a:gd name="connsiteX16" fmla="*/ 432238 w 712105"/>
                    <a:gd name="connsiteY16" fmla="*/ 15875 h 2132487"/>
                    <a:gd name="connsiteX17" fmla="*/ 416363 w 712105"/>
                    <a:gd name="connsiteY17" fmla="*/ 60325 h 2132487"/>
                    <a:gd name="connsiteX18" fmla="*/ 400488 w 712105"/>
                    <a:gd name="connsiteY18" fmla="*/ 0 h 2132487"/>
                    <a:gd name="connsiteX19" fmla="*/ 387788 w 712105"/>
                    <a:gd name="connsiteY19" fmla="*/ 3175 h 2132487"/>
                    <a:gd name="connsiteX20" fmla="*/ 346513 w 712105"/>
                    <a:gd name="connsiteY20" fmla="*/ 0 h 2132487"/>
                    <a:gd name="connsiteX0" fmla="*/ 419312 w 784904"/>
                    <a:gd name="connsiteY0" fmla="*/ 0 h 2132487"/>
                    <a:gd name="connsiteX1" fmla="*/ 419312 w 784904"/>
                    <a:gd name="connsiteY1" fmla="*/ 0 h 2132487"/>
                    <a:gd name="connsiteX2" fmla="*/ 400262 w 784904"/>
                    <a:gd name="connsiteY2" fmla="*/ 111125 h 2132487"/>
                    <a:gd name="connsiteX3" fmla="*/ 365337 w 784904"/>
                    <a:gd name="connsiteY3" fmla="*/ 263525 h 2132487"/>
                    <a:gd name="connsiteX4" fmla="*/ 349462 w 784904"/>
                    <a:gd name="connsiteY4" fmla="*/ 396875 h 2132487"/>
                    <a:gd name="connsiteX5" fmla="*/ 435187 w 784904"/>
                    <a:gd name="connsiteY5" fmla="*/ 571500 h 2132487"/>
                    <a:gd name="connsiteX6" fmla="*/ 212 w 784904"/>
                    <a:gd name="connsiteY6" fmla="*/ 2066925 h 2132487"/>
                    <a:gd name="connsiteX7" fmla="*/ 266912 w 784904"/>
                    <a:gd name="connsiteY7" fmla="*/ 2124074 h 2132487"/>
                    <a:gd name="connsiteX8" fmla="*/ 89112 w 784904"/>
                    <a:gd name="connsiteY8" fmla="*/ 1927225 h 2132487"/>
                    <a:gd name="connsiteX9" fmla="*/ 511387 w 784904"/>
                    <a:gd name="connsiteY9" fmla="*/ 1482725 h 2132487"/>
                    <a:gd name="connsiteX10" fmla="*/ 695537 w 784904"/>
                    <a:gd name="connsiteY10" fmla="*/ 952500 h 2132487"/>
                    <a:gd name="connsiteX11" fmla="*/ 778087 w 784904"/>
                    <a:gd name="connsiteY11" fmla="*/ 654050 h 2132487"/>
                    <a:gd name="connsiteX12" fmla="*/ 762212 w 784904"/>
                    <a:gd name="connsiteY12" fmla="*/ 571500 h 2132487"/>
                    <a:gd name="connsiteX13" fmla="*/ 625687 w 784904"/>
                    <a:gd name="connsiteY13" fmla="*/ 457200 h 2132487"/>
                    <a:gd name="connsiteX14" fmla="*/ 546312 w 784904"/>
                    <a:gd name="connsiteY14" fmla="*/ 241300 h 2132487"/>
                    <a:gd name="connsiteX15" fmla="*/ 489162 w 784904"/>
                    <a:gd name="connsiteY15" fmla="*/ 127000 h 2132487"/>
                    <a:gd name="connsiteX16" fmla="*/ 505037 w 784904"/>
                    <a:gd name="connsiteY16" fmla="*/ 15875 h 2132487"/>
                    <a:gd name="connsiteX17" fmla="*/ 489162 w 784904"/>
                    <a:gd name="connsiteY17" fmla="*/ 60325 h 2132487"/>
                    <a:gd name="connsiteX18" fmla="*/ 473287 w 784904"/>
                    <a:gd name="connsiteY18" fmla="*/ 0 h 2132487"/>
                    <a:gd name="connsiteX19" fmla="*/ 460587 w 784904"/>
                    <a:gd name="connsiteY19" fmla="*/ 3175 h 2132487"/>
                    <a:gd name="connsiteX20" fmla="*/ 419312 w 784904"/>
                    <a:gd name="connsiteY20" fmla="*/ 0 h 2132487"/>
                    <a:gd name="connsiteX0" fmla="*/ 531181 w 896773"/>
                    <a:gd name="connsiteY0" fmla="*/ 0 h 2132487"/>
                    <a:gd name="connsiteX1" fmla="*/ 531181 w 896773"/>
                    <a:gd name="connsiteY1" fmla="*/ 0 h 2132487"/>
                    <a:gd name="connsiteX2" fmla="*/ 512131 w 896773"/>
                    <a:gd name="connsiteY2" fmla="*/ 111125 h 2132487"/>
                    <a:gd name="connsiteX3" fmla="*/ 477206 w 896773"/>
                    <a:gd name="connsiteY3" fmla="*/ 263525 h 2132487"/>
                    <a:gd name="connsiteX4" fmla="*/ 461331 w 896773"/>
                    <a:gd name="connsiteY4" fmla="*/ 396875 h 2132487"/>
                    <a:gd name="connsiteX5" fmla="*/ 13656 w 896773"/>
                    <a:gd name="connsiteY5" fmla="*/ 1971675 h 2132487"/>
                    <a:gd name="connsiteX6" fmla="*/ 112081 w 896773"/>
                    <a:gd name="connsiteY6" fmla="*/ 2066925 h 2132487"/>
                    <a:gd name="connsiteX7" fmla="*/ 378781 w 896773"/>
                    <a:gd name="connsiteY7" fmla="*/ 2124074 h 2132487"/>
                    <a:gd name="connsiteX8" fmla="*/ 200981 w 896773"/>
                    <a:gd name="connsiteY8" fmla="*/ 1927225 h 2132487"/>
                    <a:gd name="connsiteX9" fmla="*/ 623256 w 896773"/>
                    <a:gd name="connsiteY9" fmla="*/ 1482725 h 2132487"/>
                    <a:gd name="connsiteX10" fmla="*/ 807406 w 896773"/>
                    <a:gd name="connsiteY10" fmla="*/ 952500 h 2132487"/>
                    <a:gd name="connsiteX11" fmla="*/ 889956 w 896773"/>
                    <a:gd name="connsiteY11" fmla="*/ 654050 h 2132487"/>
                    <a:gd name="connsiteX12" fmla="*/ 874081 w 896773"/>
                    <a:gd name="connsiteY12" fmla="*/ 571500 h 2132487"/>
                    <a:gd name="connsiteX13" fmla="*/ 737556 w 896773"/>
                    <a:gd name="connsiteY13" fmla="*/ 457200 h 2132487"/>
                    <a:gd name="connsiteX14" fmla="*/ 658181 w 896773"/>
                    <a:gd name="connsiteY14" fmla="*/ 241300 h 2132487"/>
                    <a:gd name="connsiteX15" fmla="*/ 601031 w 896773"/>
                    <a:gd name="connsiteY15" fmla="*/ 127000 h 2132487"/>
                    <a:gd name="connsiteX16" fmla="*/ 616906 w 896773"/>
                    <a:gd name="connsiteY16" fmla="*/ 15875 h 2132487"/>
                    <a:gd name="connsiteX17" fmla="*/ 601031 w 896773"/>
                    <a:gd name="connsiteY17" fmla="*/ 60325 h 2132487"/>
                    <a:gd name="connsiteX18" fmla="*/ 585156 w 896773"/>
                    <a:gd name="connsiteY18" fmla="*/ 0 h 2132487"/>
                    <a:gd name="connsiteX19" fmla="*/ 572456 w 896773"/>
                    <a:gd name="connsiteY19" fmla="*/ 3175 h 2132487"/>
                    <a:gd name="connsiteX20" fmla="*/ 531181 w 896773"/>
                    <a:gd name="connsiteY20" fmla="*/ 0 h 2132487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98942 w 883584"/>
                    <a:gd name="connsiteY2" fmla="*/ 111125 h 2132487"/>
                    <a:gd name="connsiteX3" fmla="*/ 464017 w 883584"/>
                    <a:gd name="connsiteY3" fmla="*/ 263525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17992 w 883584"/>
                    <a:gd name="connsiteY0" fmla="*/ 15815 h 2148302"/>
                    <a:gd name="connsiteX1" fmla="*/ 517992 w 883584"/>
                    <a:gd name="connsiteY1" fmla="*/ 15815 h 2148302"/>
                    <a:gd name="connsiteX2" fmla="*/ 498942 w 883584"/>
                    <a:gd name="connsiteY2" fmla="*/ 126940 h 2148302"/>
                    <a:gd name="connsiteX3" fmla="*/ 390992 w 883584"/>
                    <a:gd name="connsiteY3" fmla="*/ 1368365 h 2148302"/>
                    <a:gd name="connsiteX4" fmla="*/ 146517 w 883584"/>
                    <a:gd name="connsiteY4" fmla="*/ 1638240 h 2148302"/>
                    <a:gd name="connsiteX5" fmla="*/ 467 w 883584"/>
                    <a:gd name="connsiteY5" fmla="*/ 1987490 h 2148302"/>
                    <a:gd name="connsiteX6" fmla="*/ 98892 w 883584"/>
                    <a:gd name="connsiteY6" fmla="*/ 2082740 h 2148302"/>
                    <a:gd name="connsiteX7" fmla="*/ 365592 w 883584"/>
                    <a:gd name="connsiteY7" fmla="*/ 2139889 h 2148302"/>
                    <a:gd name="connsiteX8" fmla="*/ 187792 w 883584"/>
                    <a:gd name="connsiteY8" fmla="*/ 1943040 h 2148302"/>
                    <a:gd name="connsiteX9" fmla="*/ 610067 w 883584"/>
                    <a:gd name="connsiteY9" fmla="*/ 1498540 h 2148302"/>
                    <a:gd name="connsiteX10" fmla="*/ 794217 w 883584"/>
                    <a:gd name="connsiteY10" fmla="*/ 968315 h 2148302"/>
                    <a:gd name="connsiteX11" fmla="*/ 876767 w 883584"/>
                    <a:gd name="connsiteY11" fmla="*/ 669865 h 2148302"/>
                    <a:gd name="connsiteX12" fmla="*/ 860892 w 883584"/>
                    <a:gd name="connsiteY12" fmla="*/ 587315 h 2148302"/>
                    <a:gd name="connsiteX13" fmla="*/ 724367 w 883584"/>
                    <a:gd name="connsiteY13" fmla="*/ 473015 h 2148302"/>
                    <a:gd name="connsiteX14" fmla="*/ 644992 w 883584"/>
                    <a:gd name="connsiteY14" fmla="*/ 257115 h 2148302"/>
                    <a:gd name="connsiteX15" fmla="*/ 587842 w 883584"/>
                    <a:gd name="connsiteY15" fmla="*/ 142815 h 2148302"/>
                    <a:gd name="connsiteX16" fmla="*/ 603717 w 883584"/>
                    <a:gd name="connsiteY16" fmla="*/ 31690 h 2148302"/>
                    <a:gd name="connsiteX17" fmla="*/ 587842 w 883584"/>
                    <a:gd name="connsiteY17" fmla="*/ 76140 h 2148302"/>
                    <a:gd name="connsiteX18" fmla="*/ 571967 w 883584"/>
                    <a:gd name="connsiteY18" fmla="*/ 15815 h 2148302"/>
                    <a:gd name="connsiteX19" fmla="*/ 559267 w 883584"/>
                    <a:gd name="connsiteY19" fmla="*/ 18990 h 2148302"/>
                    <a:gd name="connsiteX20" fmla="*/ 517992 w 883584"/>
                    <a:gd name="connsiteY20" fmla="*/ 15815 h 2148302"/>
                    <a:gd name="connsiteX0" fmla="*/ 517992 w 883584"/>
                    <a:gd name="connsiteY0" fmla="*/ 0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0 h 2132487"/>
                    <a:gd name="connsiteX0" fmla="*/ 521167 w 883584"/>
                    <a:gd name="connsiteY0" fmla="*/ 492125 h 2132487"/>
                    <a:gd name="connsiteX1" fmla="*/ 517992 w 883584"/>
                    <a:gd name="connsiteY1" fmla="*/ 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21167 w 883584"/>
                    <a:gd name="connsiteY0" fmla="*/ 492125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21167 w 883584"/>
                    <a:gd name="connsiteY20" fmla="*/ 492125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559267 w 883584"/>
                    <a:gd name="connsiteY19" fmla="*/ 317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00050 h 2132487"/>
                    <a:gd name="connsiteX1" fmla="*/ 470367 w 883584"/>
                    <a:gd name="connsiteY1" fmla="*/ 565150 h 2132487"/>
                    <a:gd name="connsiteX2" fmla="*/ 479892 w 883584"/>
                    <a:gd name="connsiteY2" fmla="*/ 850900 h 2132487"/>
                    <a:gd name="connsiteX3" fmla="*/ 390992 w 883584"/>
                    <a:gd name="connsiteY3" fmla="*/ 1352550 h 2132487"/>
                    <a:gd name="connsiteX4" fmla="*/ 146517 w 883584"/>
                    <a:gd name="connsiteY4" fmla="*/ 1622425 h 2132487"/>
                    <a:gd name="connsiteX5" fmla="*/ 467 w 883584"/>
                    <a:gd name="connsiteY5" fmla="*/ 1971675 h 2132487"/>
                    <a:gd name="connsiteX6" fmla="*/ 98892 w 883584"/>
                    <a:gd name="connsiteY6" fmla="*/ 2066925 h 2132487"/>
                    <a:gd name="connsiteX7" fmla="*/ 365592 w 883584"/>
                    <a:gd name="connsiteY7" fmla="*/ 2124074 h 2132487"/>
                    <a:gd name="connsiteX8" fmla="*/ 187792 w 883584"/>
                    <a:gd name="connsiteY8" fmla="*/ 1927225 h 2132487"/>
                    <a:gd name="connsiteX9" fmla="*/ 610067 w 883584"/>
                    <a:gd name="connsiteY9" fmla="*/ 1482725 h 2132487"/>
                    <a:gd name="connsiteX10" fmla="*/ 794217 w 883584"/>
                    <a:gd name="connsiteY10" fmla="*/ 952500 h 2132487"/>
                    <a:gd name="connsiteX11" fmla="*/ 876767 w 883584"/>
                    <a:gd name="connsiteY11" fmla="*/ 654050 h 2132487"/>
                    <a:gd name="connsiteX12" fmla="*/ 860892 w 883584"/>
                    <a:gd name="connsiteY12" fmla="*/ 571500 h 2132487"/>
                    <a:gd name="connsiteX13" fmla="*/ 724367 w 883584"/>
                    <a:gd name="connsiteY13" fmla="*/ 457200 h 2132487"/>
                    <a:gd name="connsiteX14" fmla="*/ 644992 w 883584"/>
                    <a:gd name="connsiteY14" fmla="*/ 241300 h 2132487"/>
                    <a:gd name="connsiteX15" fmla="*/ 587842 w 883584"/>
                    <a:gd name="connsiteY15" fmla="*/ 127000 h 2132487"/>
                    <a:gd name="connsiteX16" fmla="*/ 603717 w 883584"/>
                    <a:gd name="connsiteY16" fmla="*/ 15875 h 2132487"/>
                    <a:gd name="connsiteX17" fmla="*/ 587842 w 883584"/>
                    <a:gd name="connsiteY17" fmla="*/ 60325 h 2132487"/>
                    <a:gd name="connsiteX18" fmla="*/ 571967 w 883584"/>
                    <a:gd name="connsiteY18" fmla="*/ 0 h 2132487"/>
                    <a:gd name="connsiteX19" fmla="*/ 467192 w 883584"/>
                    <a:gd name="connsiteY19" fmla="*/ 98425 h 2132487"/>
                    <a:gd name="connsiteX20" fmla="*/ 517992 w 883584"/>
                    <a:gd name="connsiteY20" fmla="*/ 400050 h 2132487"/>
                    <a:gd name="connsiteX0" fmla="*/ 517992 w 883584"/>
                    <a:gd name="connsiteY0" fmla="*/ 479425 h 2211862"/>
                    <a:gd name="connsiteX1" fmla="*/ 470367 w 883584"/>
                    <a:gd name="connsiteY1" fmla="*/ 644525 h 2211862"/>
                    <a:gd name="connsiteX2" fmla="*/ 479892 w 883584"/>
                    <a:gd name="connsiteY2" fmla="*/ 930275 h 2211862"/>
                    <a:gd name="connsiteX3" fmla="*/ 390992 w 883584"/>
                    <a:gd name="connsiteY3" fmla="*/ 1431925 h 2211862"/>
                    <a:gd name="connsiteX4" fmla="*/ 146517 w 883584"/>
                    <a:gd name="connsiteY4" fmla="*/ 1701800 h 2211862"/>
                    <a:gd name="connsiteX5" fmla="*/ 467 w 883584"/>
                    <a:gd name="connsiteY5" fmla="*/ 2051050 h 2211862"/>
                    <a:gd name="connsiteX6" fmla="*/ 98892 w 883584"/>
                    <a:gd name="connsiteY6" fmla="*/ 2146300 h 2211862"/>
                    <a:gd name="connsiteX7" fmla="*/ 365592 w 883584"/>
                    <a:gd name="connsiteY7" fmla="*/ 2203449 h 2211862"/>
                    <a:gd name="connsiteX8" fmla="*/ 187792 w 883584"/>
                    <a:gd name="connsiteY8" fmla="*/ 2006600 h 2211862"/>
                    <a:gd name="connsiteX9" fmla="*/ 610067 w 883584"/>
                    <a:gd name="connsiteY9" fmla="*/ 1562100 h 2211862"/>
                    <a:gd name="connsiteX10" fmla="*/ 794217 w 883584"/>
                    <a:gd name="connsiteY10" fmla="*/ 1031875 h 2211862"/>
                    <a:gd name="connsiteX11" fmla="*/ 876767 w 883584"/>
                    <a:gd name="connsiteY11" fmla="*/ 733425 h 2211862"/>
                    <a:gd name="connsiteX12" fmla="*/ 860892 w 883584"/>
                    <a:gd name="connsiteY12" fmla="*/ 650875 h 2211862"/>
                    <a:gd name="connsiteX13" fmla="*/ 724367 w 883584"/>
                    <a:gd name="connsiteY13" fmla="*/ 536575 h 2211862"/>
                    <a:gd name="connsiteX14" fmla="*/ 644992 w 883584"/>
                    <a:gd name="connsiteY14" fmla="*/ 320675 h 2211862"/>
                    <a:gd name="connsiteX15" fmla="*/ 587842 w 883584"/>
                    <a:gd name="connsiteY15" fmla="*/ 206375 h 2211862"/>
                    <a:gd name="connsiteX16" fmla="*/ 603717 w 883584"/>
                    <a:gd name="connsiteY16" fmla="*/ 95250 h 2211862"/>
                    <a:gd name="connsiteX17" fmla="*/ 587842 w 883584"/>
                    <a:gd name="connsiteY17" fmla="*/ 139700 h 2211862"/>
                    <a:gd name="connsiteX18" fmla="*/ 511642 w 883584"/>
                    <a:gd name="connsiteY18" fmla="*/ 0 h 2211862"/>
                    <a:gd name="connsiteX19" fmla="*/ 467192 w 883584"/>
                    <a:gd name="connsiteY19" fmla="*/ 177800 h 2211862"/>
                    <a:gd name="connsiteX20" fmla="*/ 517992 w 883584"/>
                    <a:gd name="connsiteY20" fmla="*/ 479425 h 2211862"/>
                    <a:gd name="connsiteX0" fmla="*/ 517992 w 883584"/>
                    <a:gd name="connsiteY0" fmla="*/ 622633 h 2355070"/>
                    <a:gd name="connsiteX1" fmla="*/ 470367 w 883584"/>
                    <a:gd name="connsiteY1" fmla="*/ 787733 h 2355070"/>
                    <a:gd name="connsiteX2" fmla="*/ 479892 w 883584"/>
                    <a:gd name="connsiteY2" fmla="*/ 1073483 h 2355070"/>
                    <a:gd name="connsiteX3" fmla="*/ 390992 w 883584"/>
                    <a:gd name="connsiteY3" fmla="*/ 1575133 h 2355070"/>
                    <a:gd name="connsiteX4" fmla="*/ 146517 w 883584"/>
                    <a:gd name="connsiteY4" fmla="*/ 1845008 h 2355070"/>
                    <a:gd name="connsiteX5" fmla="*/ 467 w 883584"/>
                    <a:gd name="connsiteY5" fmla="*/ 2194258 h 2355070"/>
                    <a:gd name="connsiteX6" fmla="*/ 98892 w 883584"/>
                    <a:gd name="connsiteY6" fmla="*/ 2289508 h 2355070"/>
                    <a:gd name="connsiteX7" fmla="*/ 365592 w 883584"/>
                    <a:gd name="connsiteY7" fmla="*/ 2346657 h 2355070"/>
                    <a:gd name="connsiteX8" fmla="*/ 187792 w 883584"/>
                    <a:gd name="connsiteY8" fmla="*/ 2149808 h 2355070"/>
                    <a:gd name="connsiteX9" fmla="*/ 610067 w 883584"/>
                    <a:gd name="connsiteY9" fmla="*/ 1705308 h 2355070"/>
                    <a:gd name="connsiteX10" fmla="*/ 794217 w 883584"/>
                    <a:gd name="connsiteY10" fmla="*/ 1175083 h 2355070"/>
                    <a:gd name="connsiteX11" fmla="*/ 876767 w 883584"/>
                    <a:gd name="connsiteY11" fmla="*/ 876633 h 2355070"/>
                    <a:gd name="connsiteX12" fmla="*/ 860892 w 883584"/>
                    <a:gd name="connsiteY12" fmla="*/ 794083 h 2355070"/>
                    <a:gd name="connsiteX13" fmla="*/ 724367 w 883584"/>
                    <a:gd name="connsiteY13" fmla="*/ 679783 h 2355070"/>
                    <a:gd name="connsiteX14" fmla="*/ 644992 w 883584"/>
                    <a:gd name="connsiteY14" fmla="*/ 463883 h 2355070"/>
                    <a:gd name="connsiteX15" fmla="*/ 587842 w 883584"/>
                    <a:gd name="connsiteY15" fmla="*/ 349583 h 2355070"/>
                    <a:gd name="connsiteX16" fmla="*/ 613242 w 883584"/>
                    <a:gd name="connsiteY16" fmla="*/ 333 h 2355070"/>
                    <a:gd name="connsiteX17" fmla="*/ 587842 w 883584"/>
                    <a:gd name="connsiteY17" fmla="*/ 282908 h 2355070"/>
                    <a:gd name="connsiteX18" fmla="*/ 511642 w 883584"/>
                    <a:gd name="connsiteY18" fmla="*/ 143208 h 2355070"/>
                    <a:gd name="connsiteX19" fmla="*/ 467192 w 883584"/>
                    <a:gd name="connsiteY19" fmla="*/ 321008 h 2355070"/>
                    <a:gd name="connsiteX20" fmla="*/ 517992 w 883584"/>
                    <a:gd name="connsiteY20" fmla="*/ 622633 h 2355070"/>
                    <a:gd name="connsiteX0" fmla="*/ 517992 w 883584"/>
                    <a:gd name="connsiteY0" fmla="*/ 631650 h 2364087"/>
                    <a:gd name="connsiteX1" fmla="*/ 470367 w 883584"/>
                    <a:gd name="connsiteY1" fmla="*/ 796750 h 2364087"/>
                    <a:gd name="connsiteX2" fmla="*/ 479892 w 883584"/>
                    <a:gd name="connsiteY2" fmla="*/ 1082500 h 2364087"/>
                    <a:gd name="connsiteX3" fmla="*/ 390992 w 883584"/>
                    <a:gd name="connsiteY3" fmla="*/ 1584150 h 2364087"/>
                    <a:gd name="connsiteX4" fmla="*/ 146517 w 883584"/>
                    <a:gd name="connsiteY4" fmla="*/ 1854025 h 2364087"/>
                    <a:gd name="connsiteX5" fmla="*/ 467 w 883584"/>
                    <a:gd name="connsiteY5" fmla="*/ 2203275 h 2364087"/>
                    <a:gd name="connsiteX6" fmla="*/ 98892 w 883584"/>
                    <a:gd name="connsiteY6" fmla="*/ 2298525 h 2364087"/>
                    <a:gd name="connsiteX7" fmla="*/ 365592 w 883584"/>
                    <a:gd name="connsiteY7" fmla="*/ 2355674 h 2364087"/>
                    <a:gd name="connsiteX8" fmla="*/ 187792 w 883584"/>
                    <a:gd name="connsiteY8" fmla="*/ 2158825 h 2364087"/>
                    <a:gd name="connsiteX9" fmla="*/ 610067 w 883584"/>
                    <a:gd name="connsiteY9" fmla="*/ 1714325 h 2364087"/>
                    <a:gd name="connsiteX10" fmla="*/ 794217 w 883584"/>
                    <a:gd name="connsiteY10" fmla="*/ 1184100 h 2364087"/>
                    <a:gd name="connsiteX11" fmla="*/ 876767 w 883584"/>
                    <a:gd name="connsiteY11" fmla="*/ 885650 h 2364087"/>
                    <a:gd name="connsiteX12" fmla="*/ 860892 w 883584"/>
                    <a:gd name="connsiteY12" fmla="*/ 803100 h 2364087"/>
                    <a:gd name="connsiteX13" fmla="*/ 724367 w 883584"/>
                    <a:gd name="connsiteY13" fmla="*/ 688800 h 2364087"/>
                    <a:gd name="connsiteX14" fmla="*/ 644992 w 883584"/>
                    <a:gd name="connsiteY14" fmla="*/ 472900 h 2364087"/>
                    <a:gd name="connsiteX15" fmla="*/ 587842 w 883584"/>
                    <a:gd name="connsiteY15" fmla="*/ 358600 h 2364087"/>
                    <a:gd name="connsiteX16" fmla="*/ 613242 w 883584"/>
                    <a:gd name="connsiteY16" fmla="*/ 9350 h 2364087"/>
                    <a:gd name="connsiteX17" fmla="*/ 575142 w 883584"/>
                    <a:gd name="connsiteY17" fmla="*/ 104600 h 2364087"/>
                    <a:gd name="connsiteX18" fmla="*/ 511642 w 883584"/>
                    <a:gd name="connsiteY18" fmla="*/ 152225 h 2364087"/>
                    <a:gd name="connsiteX19" fmla="*/ 467192 w 883584"/>
                    <a:gd name="connsiteY19" fmla="*/ 330025 h 2364087"/>
                    <a:gd name="connsiteX20" fmla="*/ 517992 w 883584"/>
                    <a:gd name="connsiteY20" fmla="*/ 631650 h 2364087"/>
                    <a:gd name="connsiteX0" fmla="*/ 517992 w 883584"/>
                    <a:gd name="connsiteY0" fmla="*/ 842355 h 2574792"/>
                    <a:gd name="connsiteX1" fmla="*/ 470367 w 883584"/>
                    <a:gd name="connsiteY1" fmla="*/ 1007455 h 2574792"/>
                    <a:gd name="connsiteX2" fmla="*/ 479892 w 883584"/>
                    <a:gd name="connsiteY2" fmla="*/ 1293205 h 2574792"/>
                    <a:gd name="connsiteX3" fmla="*/ 390992 w 883584"/>
                    <a:gd name="connsiteY3" fmla="*/ 1794855 h 2574792"/>
                    <a:gd name="connsiteX4" fmla="*/ 146517 w 883584"/>
                    <a:gd name="connsiteY4" fmla="*/ 2064730 h 2574792"/>
                    <a:gd name="connsiteX5" fmla="*/ 467 w 883584"/>
                    <a:gd name="connsiteY5" fmla="*/ 2413980 h 2574792"/>
                    <a:gd name="connsiteX6" fmla="*/ 98892 w 883584"/>
                    <a:gd name="connsiteY6" fmla="*/ 2509230 h 2574792"/>
                    <a:gd name="connsiteX7" fmla="*/ 365592 w 883584"/>
                    <a:gd name="connsiteY7" fmla="*/ 2566379 h 2574792"/>
                    <a:gd name="connsiteX8" fmla="*/ 187792 w 883584"/>
                    <a:gd name="connsiteY8" fmla="*/ 2369530 h 2574792"/>
                    <a:gd name="connsiteX9" fmla="*/ 610067 w 883584"/>
                    <a:gd name="connsiteY9" fmla="*/ 1925030 h 2574792"/>
                    <a:gd name="connsiteX10" fmla="*/ 794217 w 883584"/>
                    <a:gd name="connsiteY10" fmla="*/ 1394805 h 2574792"/>
                    <a:gd name="connsiteX11" fmla="*/ 876767 w 883584"/>
                    <a:gd name="connsiteY11" fmla="*/ 1096355 h 2574792"/>
                    <a:gd name="connsiteX12" fmla="*/ 860892 w 883584"/>
                    <a:gd name="connsiteY12" fmla="*/ 1013805 h 2574792"/>
                    <a:gd name="connsiteX13" fmla="*/ 724367 w 883584"/>
                    <a:gd name="connsiteY13" fmla="*/ 899505 h 2574792"/>
                    <a:gd name="connsiteX14" fmla="*/ 644992 w 883584"/>
                    <a:gd name="connsiteY14" fmla="*/ 683605 h 2574792"/>
                    <a:gd name="connsiteX15" fmla="*/ 587842 w 883584"/>
                    <a:gd name="connsiteY15" fmla="*/ 569305 h 2574792"/>
                    <a:gd name="connsiteX16" fmla="*/ 530692 w 883584"/>
                    <a:gd name="connsiteY16" fmla="*/ 4155 h 2574792"/>
                    <a:gd name="connsiteX17" fmla="*/ 575142 w 883584"/>
                    <a:gd name="connsiteY17" fmla="*/ 315305 h 2574792"/>
                    <a:gd name="connsiteX18" fmla="*/ 511642 w 883584"/>
                    <a:gd name="connsiteY18" fmla="*/ 362930 h 2574792"/>
                    <a:gd name="connsiteX19" fmla="*/ 467192 w 883584"/>
                    <a:gd name="connsiteY19" fmla="*/ 540730 h 2574792"/>
                    <a:gd name="connsiteX20" fmla="*/ 517992 w 883584"/>
                    <a:gd name="connsiteY20" fmla="*/ 842355 h 2574792"/>
                    <a:gd name="connsiteX0" fmla="*/ 517992 w 883584"/>
                    <a:gd name="connsiteY0" fmla="*/ 872664 h 2605101"/>
                    <a:gd name="connsiteX1" fmla="*/ 470367 w 883584"/>
                    <a:gd name="connsiteY1" fmla="*/ 1037764 h 2605101"/>
                    <a:gd name="connsiteX2" fmla="*/ 479892 w 883584"/>
                    <a:gd name="connsiteY2" fmla="*/ 1323514 h 2605101"/>
                    <a:gd name="connsiteX3" fmla="*/ 390992 w 883584"/>
                    <a:gd name="connsiteY3" fmla="*/ 1825164 h 2605101"/>
                    <a:gd name="connsiteX4" fmla="*/ 146517 w 883584"/>
                    <a:gd name="connsiteY4" fmla="*/ 2095039 h 2605101"/>
                    <a:gd name="connsiteX5" fmla="*/ 467 w 883584"/>
                    <a:gd name="connsiteY5" fmla="*/ 2444289 h 2605101"/>
                    <a:gd name="connsiteX6" fmla="*/ 98892 w 883584"/>
                    <a:gd name="connsiteY6" fmla="*/ 2539539 h 2605101"/>
                    <a:gd name="connsiteX7" fmla="*/ 365592 w 883584"/>
                    <a:gd name="connsiteY7" fmla="*/ 2596688 h 2605101"/>
                    <a:gd name="connsiteX8" fmla="*/ 187792 w 883584"/>
                    <a:gd name="connsiteY8" fmla="*/ 2399839 h 2605101"/>
                    <a:gd name="connsiteX9" fmla="*/ 610067 w 883584"/>
                    <a:gd name="connsiteY9" fmla="*/ 1955339 h 2605101"/>
                    <a:gd name="connsiteX10" fmla="*/ 794217 w 883584"/>
                    <a:gd name="connsiteY10" fmla="*/ 1425114 h 2605101"/>
                    <a:gd name="connsiteX11" fmla="*/ 876767 w 883584"/>
                    <a:gd name="connsiteY11" fmla="*/ 1126664 h 2605101"/>
                    <a:gd name="connsiteX12" fmla="*/ 860892 w 883584"/>
                    <a:gd name="connsiteY12" fmla="*/ 1044114 h 2605101"/>
                    <a:gd name="connsiteX13" fmla="*/ 724367 w 883584"/>
                    <a:gd name="connsiteY13" fmla="*/ 929814 h 2605101"/>
                    <a:gd name="connsiteX14" fmla="*/ 644992 w 883584"/>
                    <a:gd name="connsiteY14" fmla="*/ 713914 h 2605101"/>
                    <a:gd name="connsiteX15" fmla="*/ 587842 w 883584"/>
                    <a:gd name="connsiteY15" fmla="*/ 599614 h 2605101"/>
                    <a:gd name="connsiteX16" fmla="*/ 530692 w 883584"/>
                    <a:gd name="connsiteY16" fmla="*/ 34464 h 2605101"/>
                    <a:gd name="connsiteX17" fmla="*/ 829142 w 883584"/>
                    <a:gd name="connsiteY17" fmla="*/ 97964 h 2605101"/>
                    <a:gd name="connsiteX18" fmla="*/ 511642 w 883584"/>
                    <a:gd name="connsiteY18" fmla="*/ 393239 h 2605101"/>
                    <a:gd name="connsiteX19" fmla="*/ 467192 w 883584"/>
                    <a:gd name="connsiteY19" fmla="*/ 571039 h 2605101"/>
                    <a:gd name="connsiteX20" fmla="*/ 517992 w 883584"/>
                    <a:gd name="connsiteY20" fmla="*/ 872664 h 2605101"/>
                    <a:gd name="connsiteX0" fmla="*/ 517992 w 986848"/>
                    <a:gd name="connsiteY0" fmla="*/ 778265 h 2510702"/>
                    <a:gd name="connsiteX1" fmla="*/ 470367 w 986848"/>
                    <a:gd name="connsiteY1" fmla="*/ 943365 h 2510702"/>
                    <a:gd name="connsiteX2" fmla="*/ 479892 w 986848"/>
                    <a:gd name="connsiteY2" fmla="*/ 1229115 h 2510702"/>
                    <a:gd name="connsiteX3" fmla="*/ 390992 w 986848"/>
                    <a:gd name="connsiteY3" fmla="*/ 1730765 h 2510702"/>
                    <a:gd name="connsiteX4" fmla="*/ 146517 w 986848"/>
                    <a:gd name="connsiteY4" fmla="*/ 2000640 h 2510702"/>
                    <a:gd name="connsiteX5" fmla="*/ 467 w 986848"/>
                    <a:gd name="connsiteY5" fmla="*/ 2349890 h 2510702"/>
                    <a:gd name="connsiteX6" fmla="*/ 98892 w 986848"/>
                    <a:gd name="connsiteY6" fmla="*/ 2445140 h 2510702"/>
                    <a:gd name="connsiteX7" fmla="*/ 365592 w 986848"/>
                    <a:gd name="connsiteY7" fmla="*/ 2502289 h 2510702"/>
                    <a:gd name="connsiteX8" fmla="*/ 187792 w 986848"/>
                    <a:gd name="connsiteY8" fmla="*/ 2305440 h 2510702"/>
                    <a:gd name="connsiteX9" fmla="*/ 610067 w 986848"/>
                    <a:gd name="connsiteY9" fmla="*/ 1860940 h 2510702"/>
                    <a:gd name="connsiteX10" fmla="*/ 794217 w 986848"/>
                    <a:gd name="connsiteY10" fmla="*/ 1330715 h 2510702"/>
                    <a:gd name="connsiteX11" fmla="*/ 876767 w 986848"/>
                    <a:gd name="connsiteY11" fmla="*/ 1032265 h 2510702"/>
                    <a:gd name="connsiteX12" fmla="*/ 860892 w 986848"/>
                    <a:gd name="connsiteY12" fmla="*/ 949715 h 2510702"/>
                    <a:gd name="connsiteX13" fmla="*/ 724367 w 986848"/>
                    <a:gd name="connsiteY13" fmla="*/ 835415 h 2510702"/>
                    <a:gd name="connsiteX14" fmla="*/ 644992 w 986848"/>
                    <a:gd name="connsiteY14" fmla="*/ 619515 h 2510702"/>
                    <a:gd name="connsiteX15" fmla="*/ 587842 w 986848"/>
                    <a:gd name="connsiteY15" fmla="*/ 505215 h 2510702"/>
                    <a:gd name="connsiteX16" fmla="*/ 978367 w 986848"/>
                    <a:gd name="connsiteY16" fmla="*/ 159140 h 2510702"/>
                    <a:gd name="connsiteX17" fmla="*/ 829142 w 986848"/>
                    <a:gd name="connsiteY17" fmla="*/ 3565 h 2510702"/>
                    <a:gd name="connsiteX18" fmla="*/ 511642 w 986848"/>
                    <a:gd name="connsiteY18" fmla="*/ 298840 h 2510702"/>
                    <a:gd name="connsiteX19" fmla="*/ 467192 w 986848"/>
                    <a:gd name="connsiteY19" fmla="*/ 476640 h 2510702"/>
                    <a:gd name="connsiteX20" fmla="*/ 517992 w 986848"/>
                    <a:gd name="connsiteY20" fmla="*/ 778265 h 2510702"/>
                    <a:gd name="connsiteX0" fmla="*/ 517992 w 978373"/>
                    <a:gd name="connsiteY0" fmla="*/ 652154 h 2384591"/>
                    <a:gd name="connsiteX1" fmla="*/ 470367 w 978373"/>
                    <a:gd name="connsiteY1" fmla="*/ 817254 h 2384591"/>
                    <a:gd name="connsiteX2" fmla="*/ 479892 w 978373"/>
                    <a:gd name="connsiteY2" fmla="*/ 1103004 h 2384591"/>
                    <a:gd name="connsiteX3" fmla="*/ 390992 w 978373"/>
                    <a:gd name="connsiteY3" fmla="*/ 1604654 h 2384591"/>
                    <a:gd name="connsiteX4" fmla="*/ 146517 w 978373"/>
                    <a:gd name="connsiteY4" fmla="*/ 1874529 h 2384591"/>
                    <a:gd name="connsiteX5" fmla="*/ 467 w 978373"/>
                    <a:gd name="connsiteY5" fmla="*/ 2223779 h 2384591"/>
                    <a:gd name="connsiteX6" fmla="*/ 98892 w 978373"/>
                    <a:gd name="connsiteY6" fmla="*/ 2319029 h 2384591"/>
                    <a:gd name="connsiteX7" fmla="*/ 365592 w 978373"/>
                    <a:gd name="connsiteY7" fmla="*/ 2376178 h 2384591"/>
                    <a:gd name="connsiteX8" fmla="*/ 187792 w 978373"/>
                    <a:gd name="connsiteY8" fmla="*/ 2179329 h 2384591"/>
                    <a:gd name="connsiteX9" fmla="*/ 610067 w 978373"/>
                    <a:gd name="connsiteY9" fmla="*/ 1734829 h 2384591"/>
                    <a:gd name="connsiteX10" fmla="*/ 794217 w 978373"/>
                    <a:gd name="connsiteY10" fmla="*/ 1204604 h 2384591"/>
                    <a:gd name="connsiteX11" fmla="*/ 876767 w 978373"/>
                    <a:gd name="connsiteY11" fmla="*/ 906154 h 2384591"/>
                    <a:gd name="connsiteX12" fmla="*/ 860892 w 978373"/>
                    <a:gd name="connsiteY12" fmla="*/ 823604 h 2384591"/>
                    <a:gd name="connsiteX13" fmla="*/ 724367 w 978373"/>
                    <a:gd name="connsiteY13" fmla="*/ 709304 h 2384591"/>
                    <a:gd name="connsiteX14" fmla="*/ 644992 w 978373"/>
                    <a:gd name="connsiteY14" fmla="*/ 493404 h 2384591"/>
                    <a:gd name="connsiteX15" fmla="*/ 587842 w 978373"/>
                    <a:gd name="connsiteY15" fmla="*/ 379104 h 2384591"/>
                    <a:gd name="connsiteX16" fmla="*/ 978367 w 978373"/>
                    <a:gd name="connsiteY16" fmla="*/ 33029 h 2384591"/>
                    <a:gd name="connsiteX17" fmla="*/ 597367 w 978373"/>
                    <a:gd name="connsiteY17" fmla="*/ 29854 h 2384591"/>
                    <a:gd name="connsiteX18" fmla="*/ 511642 w 978373"/>
                    <a:gd name="connsiteY18" fmla="*/ 172729 h 2384591"/>
                    <a:gd name="connsiteX19" fmla="*/ 467192 w 978373"/>
                    <a:gd name="connsiteY19" fmla="*/ 350529 h 2384591"/>
                    <a:gd name="connsiteX20" fmla="*/ 517992 w 978373"/>
                    <a:gd name="connsiteY20" fmla="*/ 652154 h 2384591"/>
                    <a:gd name="connsiteX0" fmla="*/ 517992 w 883584"/>
                    <a:gd name="connsiteY0" fmla="*/ 950381 h 2682818"/>
                    <a:gd name="connsiteX1" fmla="*/ 470367 w 883584"/>
                    <a:gd name="connsiteY1" fmla="*/ 1115481 h 2682818"/>
                    <a:gd name="connsiteX2" fmla="*/ 479892 w 883584"/>
                    <a:gd name="connsiteY2" fmla="*/ 1401231 h 2682818"/>
                    <a:gd name="connsiteX3" fmla="*/ 390992 w 883584"/>
                    <a:gd name="connsiteY3" fmla="*/ 1902881 h 2682818"/>
                    <a:gd name="connsiteX4" fmla="*/ 146517 w 883584"/>
                    <a:gd name="connsiteY4" fmla="*/ 2172756 h 2682818"/>
                    <a:gd name="connsiteX5" fmla="*/ 467 w 883584"/>
                    <a:gd name="connsiteY5" fmla="*/ 2522006 h 2682818"/>
                    <a:gd name="connsiteX6" fmla="*/ 98892 w 883584"/>
                    <a:gd name="connsiteY6" fmla="*/ 2617256 h 2682818"/>
                    <a:gd name="connsiteX7" fmla="*/ 365592 w 883584"/>
                    <a:gd name="connsiteY7" fmla="*/ 2674405 h 2682818"/>
                    <a:gd name="connsiteX8" fmla="*/ 187792 w 883584"/>
                    <a:gd name="connsiteY8" fmla="*/ 2477556 h 2682818"/>
                    <a:gd name="connsiteX9" fmla="*/ 610067 w 883584"/>
                    <a:gd name="connsiteY9" fmla="*/ 2033056 h 2682818"/>
                    <a:gd name="connsiteX10" fmla="*/ 794217 w 883584"/>
                    <a:gd name="connsiteY10" fmla="*/ 1502831 h 2682818"/>
                    <a:gd name="connsiteX11" fmla="*/ 876767 w 883584"/>
                    <a:gd name="connsiteY11" fmla="*/ 1204381 h 2682818"/>
                    <a:gd name="connsiteX12" fmla="*/ 860892 w 883584"/>
                    <a:gd name="connsiteY12" fmla="*/ 1121831 h 2682818"/>
                    <a:gd name="connsiteX13" fmla="*/ 724367 w 883584"/>
                    <a:gd name="connsiteY13" fmla="*/ 1007531 h 2682818"/>
                    <a:gd name="connsiteX14" fmla="*/ 644992 w 883584"/>
                    <a:gd name="connsiteY14" fmla="*/ 791631 h 2682818"/>
                    <a:gd name="connsiteX15" fmla="*/ 587842 w 883584"/>
                    <a:gd name="connsiteY15" fmla="*/ 677331 h 2682818"/>
                    <a:gd name="connsiteX16" fmla="*/ 587842 w 883584"/>
                    <a:gd name="connsiteY16" fmla="*/ 7406 h 2682818"/>
                    <a:gd name="connsiteX17" fmla="*/ 597367 w 883584"/>
                    <a:gd name="connsiteY17" fmla="*/ 328081 h 2682818"/>
                    <a:gd name="connsiteX18" fmla="*/ 511642 w 883584"/>
                    <a:gd name="connsiteY18" fmla="*/ 470956 h 2682818"/>
                    <a:gd name="connsiteX19" fmla="*/ 467192 w 883584"/>
                    <a:gd name="connsiteY19" fmla="*/ 648756 h 2682818"/>
                    <a:gd name="connsiteX20" fmla="*/ 517992 w 883584"/>
                    <a:gd name="connsiteY20" fmla="*/ 950381 h 2682818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511642 w 883584"/>
                    <a:gd name="connsiteY19" fmla="*/ 470512 h 2682374"/>
                    <a:gd name="connsiteX20" fmla="*/ 467192 w 883584"/>
                    <a:gd name="connsiteY20" fmla="*/ 648312 h 2682374"/>
                    <a:gd name="connsiteX21" fmla="*/ 517992 w 883584"/>
                    <a:gd name="connsiteY21" fmla="*/ 949937 h 2682374"/>
                    <a:gd name="connsiteX0" fmla="*/ 517992 w 883584"/>
                    <a:gd name="connsiteY0" fmla="*/ 949937 h 2682374"/>
                    <a:gd name="connsiteX1" fmla="*/ 470367 w 883584"/>
                    <a:gd name="connsiteY1" fmla="*/ 1115037 h 2682374"/>
                    <a:gd name="connsiteX2" fmla="*/ 479892 w 883584"/>
                    <a:gd name="connsiteY2" fmla="*/ 1400787 h 2682374"/>
                    <a:gd name="connsiteX3" fmla="*/ 390992 w 883584"/>
                    <a:gd name="connsiteY3" fmla="*/ 1902437 h 2682374"/>
                    <a:gd name="connsiteX4" fmla="*/ 146517 w 883584"/>
                    <a:gd name="connsiteY4" fmla="*/ 2172312 h 2682374"/>
                    <a:gd name="connsiteX5" fmla="*/ 467 w 883584"/>
                    <a:gd name="connsiteY5" fmla="*/ 2521562 h 2682374"/>
                    <a:gd name="connsiteX6" fmla="*/ 98892 w 883584"/>
                    <a:gd name="connsiteY6" fmla="*/ 2616812 h 2682374"/>
                    <a:gd name="connsiteX7" fmla="*/ 365592 w 883584"/>
                    <a:gd name="connsiteY7" fmla="*/ 2673961 h 2682374"/>
                    <a:gd name="connsiteX8" fmla="*/ 187792 w 883584"/>
                    <a:gd name="connsiteY8" fmla="*/ 2477112 h 2682374"/>
                    <a:gd name="connsiteX9" fmla="*/ 610067 w 883584"/>
                    <a:gd name="connsiteY9" fmla="*/ 2032612 h 2682374"/>
                    <a:gd name="connsiteX10" fmla="*/ 794217 w 883584"/>
                    <a:gd name="connsiteY10" fmla="*/ 1502387 h 2682374"/>
                    <a:gd name="connsiteX11" fmla="*/ 876767 w 883584"/>
                    <a:gd name="connsiteY11" fmla="*/ 1203937 h 2682374"/>
                    <a:gd name="connsiteX12" fmla="*/ 860892 w 883584"/>
                    <a:gd name="connsiteY12" fmla="*/ 1121387 h 2682374"/>
                    <a:gd name="connsiteX13" fmla="*/ 724367 w 883584"/>
                    <a:gd name="connsiteY13" fmla="*/ 1007087 h 2682374"/>
                    <a:gd name="connsiteX14" fmla="*/ 644992 w 883584"/>
                    <a:gd name="connsiteY14" fmla="*/ 791187 h 2682374"/>
                    <a:gd name="connsiteX15" fmla="*/ 587842 w 883584"/>
                    <a:gd name="connsiteY15" fmla="*/ 676887 h 2682374"/>
                    <a:gd name="connsiteX16" fmla="*/ 587842 w 883584"/>
                    <a:gd name="connsiteY16" fmla="*/ 6962 h 2682374"/>
                    <a:gd name="connsiteX17" fmla="*/ 597367 w 883584"/>
                    <a:gd name="connsiteY17" fmla="*/ 327637 h 2682374"/>
                    <a:gd name="connsiteX18" fmla="*/ 603719 w 883584"/>
                    <a:gd name="connsiteY18" fmla="*/ 333989 h 2682374"/>
                    <a:gd name="connsiteX19" fmla="*/ 600544 w 883584"/>
                    <a:gd name="connsiteY19" fmla="*/ 340339 h 2682374"/>
                    <a:gd name="connsiteX20" fmla="*/ 511642 w 883584"/>
                    <a:gd name="connsiteY20" fmla="*/ 470512 h 2682374"/>
                    <a:gd name="connsiteX21" fmla="*/ 467192 w 883584"/>
                    <a:gd name="connsiteY21" fmla="*/ 648312 h 2682374"/>
                    <a:gd name="connsiteX22" fmla="*/ 517992 w 883584"/>
                    <a:gd name="connsiteY22" fmla="*/ 949937 h 2682374"/>
                    <a:gd name="connsiteX0" fmla="*/ 517992 w 883584"/>
                    <a:gd name="connsiteY0" fmla="*/ 963028 h 2695465"/>
                    <a:gd name="connsiteX1" fmla="*/ 470367 w 883584"/>
                    <a:gd name="connsiteY1" fmla="*/ 1128128 h 2695465"/>
                    <a:gd name="connsiteX2" fmla="*/ 479892 w 883584"/>
                    <a:gd name="connsiteY2" fmla="*/ 1413878 h 2695465"/>
                    <a:gd name="connsiteX3" fmla="*/ 390992 w 883584"/>
                    <a:gd name="connsiteY3" fmla="*/ 1915528 h 2695465"/>
                    <a:gd name="connsiteX4" fmla="*/ 146517 w 883584"/>
                    <a:gd name="connsiteY4" fmla="*/ 2185403 h 2695465"/>
                    <a:gd name="connsiteX5" fmla="*/ 467 w 883584"/>
                    <a:gd name="connsiteY5" fmla="*/ 2534653 h 2695465"/>
                    <a:gd name="connsiteX6" fmla="*/ 98892 w 883584"/>
                    <a:gd name="connsiteY6" fmla="*/ 2629903 h 2695465"/>
                    <a:gd name="connsiteX7" fmla="*/ 365592 w 883584"/>
                    <a:gd name="connsiteY7" fmla="*/ 2687052 h 2695465"/>
                    <a:gd name="connsiteX8" fmla="*/ 187792 w 883584"/>
                    <a:gd name="connsiteY8" fmla="*/ 2490203 h 2695465"/>
                    <a:gd name="connsiteX9" fmla="*/ 610067 w 883584"/>
                    <a:gd name="connsiteY9" fmla="*/ 2045703 h 2695465"/>
                    <a:gd name="connsiteX10" fmla="*/ 794217 w 883584"/>
                    <a:gd name="connsiteY10" fmla="*/ 1515478 h 2695465"/>
                    <a:gd name="connsiteX11" fmla="*/ 876767 w 883584"/>
                    <a:gd name="connsiteY11" fmla="*/ 1217028 h 2695465"/>
                    <a:gd name="connsiteX12" fmla="*/ 860892 w 883584"/>
                    <a:gd name="connsiteY12" fmla="*/ 1134478 h 2695465"/>
                    <a:gd name="connsiteX13" fmla="*/ 724367 w 883584"/>
                    <a:gd name="connsiteY13" fmla="*/ 1020178 h 2695465"/>
                    <a:gd name="connsiteX14" fmla="*/ 644992 w 883584"/>
                    <a:gd name="connsiteY14" fmla="*/ 804278 h 2695465"/>
                    <a:gd name="connsiteX15" fmla="*/ 587842 w 883584"/>
                    <a:gd name="connsiteY15" fmla="*/ 689978 h 2695465"/>
                    <a:gd name="connsiteX16" fmla="*/ 587842 w 883584"/>
                    <a:gd name="connsiteY16" fmla="*/ 20053 h 2695465"/>
                    <a:gd name="connsiteX17" fmla="*/ 597367 w 883584"/>
                    <a:gd name="connsiteY17" fmla="*/ 340728 h 2695465"/>
                    <a:gd name="connsiteX18" fmla="*/ 603719 w 883584"/>
                    <a:gd name="connsiteY18" fmla="*/ 347080 h 2695465"/>
                    <a:gd name="connsiteX19" fmla="*/ 762469 w 883584"/>
                    <a:gd name="connsiteY19" fmla="*/ 1005 h 2695465"/>
                    <a:gd name="connsiteX20" fmla="*/ 511642 w 883584"/>
                    <a:gd name="connsiteY20" fmla="*/ 483603 h 2695465"/>
                    <a:gd name="connsiteX21" fmla="*/ 467192 w 883584"/>
                    <a:gd name="connsiteY21" fmla="*/ 661403 h 2695465"/>
                    <a:gd name="connsiteX22" fmla="*/ 517992 w 883584"/>
                    <a:gd name="connsiteY22" fmla="*/ 963028 h 2695465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587842 w 927570"/>
                    <a:gd name="connsiteY16" fmla="*/ 19999 h 2695411"/>
                    <a:gd name="connsiteX17" fmla="*/ 597367 w 927570"/>
                    <a:gd name="connsiteY17" fmla="*/ 34067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872"/>
                    <a:gd name="connsiteY0" fmla="*/ 962974 h 2695411"/>
                    <a:gd name="connsiteX1" fmla="*/ 470367 w 927872"/>
                    <a:gd name="connsiteY1" fmla="*/ 1128074 h 2695411"/>
                    <a:gd name="connsiteX2" fmla="*/ 479892 w 927872"/>
                    <a:gd name="connsiteY2" fmla="*/ 1413824 h 2695411"/>
                    <a:gd name="connsiteX3" fmla="*/ 390992 w 927872"/>
                    <a:gd name="connsiteY3" fmla="*/ 1915474 h 2695411"/>
                    <a:gd name="connsiteX4" fmla="*/ 146517 w 927872"/>
                    <a:gd name="connsiteY4" fmla="*/ 2185349 h 2695411"/>
                    <a:gd name="connsiteX5" fmla="*/ 467 w 927872"/>
                    <a:gd name="connsiteY5" fmla="*/ 2534599 h 2695411"/>
                    <a:gd name="connsiteX6" fmla="*/ 98892 w 927872"/>
                    <a:gd name="connsiteY6" fmla="*/ 2629849 h 2695411"/>
                    <a:gd name="connsiteX7" fmla="*/ 365592 w 927872"/>
                    <a:gd name="connsiteY7" fmla="*/ 2686998 h 2695411"/>
                    <a:gd name="connsiteX8" fmla="*/ 187792 w 927872"/>
                    <a:gd name="connsiteY8" fmla="*/ 2490149 h 2695411"/>
                    <a:gd name="connsiteX9" fmla="*/ 610067 w 927872"/>
                    <a:gd name="connsiteY9" fmla="*/ 2045649 h 2695411"/>
                    <a:gd name="connsiteX10" fmla="*/ 794217 w 927872"/>
                    <a:gd name="connsiteY10" fmla="*/ 1515424 h 2695411"/>
                    <a:gd name="connsiteX11" fmla="*/ 876767 w 927872"/>
                    <a:gd name="connsiteY11" fmla="*/ 1216974 h 2695411"/>
                    <a:gd name="connsiteX12" fmla="*/ 860892 w 927872"/>
                    <a:gd name="connsiteY12" fmla="*/ 1134424 h 2695411"/>
                    <a:gd name="connsiteX13" fmla="*/ 724367 w 927872"/>
                    <a:gd name="connsiteY13" fmla="*/ 1020124 h 2695411"/>
                    <a:gd name="connsiteX14" fmla="*/ 644992 w 927872"/>
                    <a:gd name="connsiteY14" fmla="*/ 804224 h 2695411"/>
                    <a:gd name="connsiteX15" fmla="*/ 587842 w 927872"/>
                    <a:gd name="connsiteY15" fmla="*/ 689924 h 2695411"/>
                    <a:gd name="connsiteX16" fmla="*/ 587842 w 927872"/>
                    <a:gd name="connsiteY16" fmla="*/ 19999 h 2695411"/>
                    <a:gd name="connsiteX17" fmla="*/ 879942 w 927872"/>
                    <a:gd name="connsiteY17" fmla="*/ 562924 h 2695411"/>
                    <a:gd name="connsiteX18" fmla="*/ 927569 w 927872"/>
                    <a:gd name="connsiteY18" fmla="*/ 369251 h 2695411"/>
                    <a:gd name="connsiteX19" fmla="*/ 762469 w 927872"/>
                    <a:gd name="connsiteY19" fmla="*/ 951 h 2695411"/>
                    <a:gd name="connsiteX20" fmla="*/ 511642 w 927872"/>
                    <a:gd name="connsiteY20" fmla="*/ 483549 h 2695411"/>
                    <a:gd name="connsiteX21" fmla="*/ 467192 w 927872"/>
                    <a:gd name="connsiteY21" fmla="*/ 661349 h 2695411"/>
                    <a:gd name="connsiteX22" fmla="*/ 517992 w 927872"/>
                    <a:gd name="connsiteY22" fmla="*/ 962974 h 2695411"/>
                    <a:gd name="connsiteX0" fmla="*/ 517992 w 927570"/>
                    <a:gd name="connsiteY0" fmla="*/ 962974 h 2695411"/>
                    <a:gd name="connsiteX1" fmla="*/ 470367 w 927570"/>
                    <a:gd name="connsiteY1" fmla="*/ 1128074 h 2695411"/>
                    <a:gd name="connsiteX2" fmla="*/ 479892 w 927570"/>
                    <a:gd name="connsiteY2" fmla="*/ 1413824 h 2695411"/>
                    <a:gd name="connsiteX3" fmla="*/ 390992 w 927570"/>
                    <a:gd name="connsiteY3" fmla="*/ 1915474 h 2695411"/>
                    <a:gd name="connsiteX4" fmla="*/ 146517 w 927570"/>
                    <a:gd name="connsiteY4" fmla="*/ 2185349 h 2695411"/>
                    <a:gd name="connsiteX5" fmla="*/ 467 w 927570"/>
                    <a:gd name="connsiteY5" fmla="*/ 2534599 h 2695411"/>
                    <a:gd name="connsiteX6" fmla="*/ 98892 w 927570"/>
                    <a:gd name="connsiteY6" fmla="*/ 2629849 h 2695411"/>
                    <a:gd name="connsiteX7" fmla="*/ 365592 w 927570"/>
                    <a:gd name="connsiteY7" fmla="*/ 2686998 h 2695411"/>
                    <a:gd name="connsiteX8" fmla="*/ 187792 w 927570"/>
                    <a:gd name="connsiteY8" fmla="*/ 2490149 h 2695411"/>
                    <a:gd name="connsiteX9" fmla="*/ 610067 w 927570"/>
                    <a:gd name="connsiteY9" fmla="*/ 2045649 h 2695411"/>
                    <a:gd name="connsiteX10" fmla="*/ 794217 w 927570"/>
                    <a:gd name="connsiteY10" fmla="*/ 1515424 h 2695411"/>
                    <a:gd name="connsiteX11" fmla="*/ 876767 w 927570"/>
                    <a:gd name="connsiteY11" fmla="*/ 1216974 h 2695411"/>
                    <a:gd name="connsiteX12" fmla="*/ 860892 w 927570"/>
                    <a:gd name="connsiteY12" fmla="*/ 1134424 h 2695411"/>
                    <a:gd name="connsiteX13" fmla="*/ 724367 w 927570"/>
                    <a:gd name="connsiteY13" fmla="*/ 1020124 h 2695411"/>
                    <a:gd name="connsiteX14" fmla="*/ 644992 w 927570"/>
                    <a:gd name="connsiteY14" fmla="*/ 804224 h 2695411"/>
                    <a:gd name="connsiteX15" fmla="*/ 587842 w 927570"/>
                    <a:gd name="connsiteY15" fmla="*/ 689924 h 2695411"/>
                    <a:gd name="connsiteX16" fmla="*/ 898992 w 927570"/>
                    <a:gd name="connsiteY16" fmla="*/ 785174 h 2695411"/>
                    <a:gd name="connsiteX17" fmla="*/ 879942 w 927570"/>
                    <a:gd name="connsiteY17" fmla="*/ 562924 h 2695411"/>
                    <a:gd name="connsiteX18" fmla="*/ 927569 w 927570"/>
                    <a:gd name="connsiteY18" fmla="*/ 369251 h 2695411"/>
                    <a:gd name="connsiteX19" fmla="*/ 762469 w 927570"/>
                    <a:gd name="connsiteY19" fmla="*/ 951 h 2695411"/>
                    <a:gd name="connsiteX20" fmla="*/ 511642 w 927570"/>
                    <a:gd name="connsiteY20" fmla="*/ 483549 h 2695411"/>
                    <a:gd name="connsiteX21" fmla="*/ 467192 w 927570"/>
                    <a:gd name="connsiteY21" fmla="*/ 661349 h 2695411"/>
                    <a:gd name="connsiteX22" fmla="*/ 517992 w 927570"/>
                    <a:gd name="connsiteY22" fmla="*/ 962974 h 2695411"/>
                    <a:gd name="connsiteX0" fmla="*/ 517992 w 927569"/>
                    <a:gd name="connsiteY0" fmla="*/ 622174 h 2354611"/>
                    <a:gd name="connsiteX1" fmla="*/ 470367 w 927569"/>
                    <a:gd name="connsiteY1" fmla="*/ 787274 h 2354611"/>
                    <a:gd name="connsiteX2" fmla="*/ 479892 w 927569"/>
                    <a:gd name="connsiteY2" fmla="*/ 1073024 h 2354611"/>
                    <a:gd name="connsiteX3" fmla="*/ 390992 w 927569"/>
                    <a:gd name="connsiteY3" fmla="*/ 1574674 h 2354611"/>
                    <a:gd name="connsiteX4" fmla="*/ 146517 w 927569"/>
                    <a:gd name="connsiteY4" fmla="*/ 1844549 h 2354611"/>
                    <a:gd name="connsiteX5" fmla="*/ 467 w 927569"/>
                    <a:gd name="connsiteY5" fmla="*/ 2193799 h 2354611"/>
                    <a:gd name="connsiteX6" fmla="*/ 98892 w 927569"/>
                    <a:gd name="connsiteY6" fmla="*/ 2289049 h 2354611"/>
                    <a:gd name="connsiteX7" fmla="*/ 365592 w 927569"/>
                    <a:gd name="connsiteY7" fmla="*/ 2346198 h 2354611"/>
                    <a:gd name="connsiteX8" fmla="*/ 187792 w 927569"/>
                    <a:gd name="connsiteY8" fmla="*/ 2149349 h 2354611"/>
                    <a:gd name="connsiteX9" fmla="*/ 610067 w 927569"/>
                    <a:gd name="connsiteY9" fmla="*/ 1704849 h 2354611"/>
                    <a:gd name="connsiteX10" fmla="*/ 794217 w 927569"/>
                    <a:gd name="connsiteY10" fmla="*/ 1174624 h 2354611"/>
                    <a:gd name="connsiteX11" fmla="*/ 876767 w 927569"/>
                    <a:gd name="connsiteY11" fmla="*/ 876174 h 2354611"/>
                    <a:gd name="connsiteX12" fmla="*/ 860892 w 927569"/>
                    <a:gd name="connsiteY12" fmla="*/ 793624 h 2354611"/>
                    <a:gd name="connsiteX13" fmla="*/ 724367 w 927569"/>
                    <a:gd name="connsiteY13" fmla="*/ 679324 h 2354611"/>
                    <a:gd name="connsiteX14" fmla="*/ 644992 w 927569"/>
                    <a:gd name="connsiteY14" fmla="*/ 463424 h 2354611"/>
                    <a:gd name="connsiteX15" fmla="*/ 587842 w 927569"/>
                    <a:gd name="connsiteY15" fmla="*/ 349124 h 2354611"/>
                    <a:gd name="connsiteX16" fmla="*/ 898992 w 927569"/>
                    <a:gd name="connsiteY16" fmla="*/ 444374 h 2354611"/>
                    <a:gd name="connsiteX17" fmla="*/ 879942 w 927569"/>
                    <a:gd name="connsiteY17" fmla="*/ 222124 h 2354611"/>
                    <a:gd name="connsiteX18" fmla="*/ 927569 w 927569"/>
                    <a:gd name="connsiteY18" fmla="*/ 28451 h 2354611"/>
                    <a:gd name="connsiteX19" fmla="*/ 613244 w 927569"/>
                    <a:gd name="connsiteY19" fmla="*/ 6226 h 2354611"/>
                    <a:gd name="connsiteX20" fmla="*/ 511642 w 927569"/>
                    <a:gd name="connsiteY20" fmla="*/ 142749 h 2354611"/>
                    <a:gd name="connsiteX21" fmla="*/ 467192 w 927569"/>
                    <a:gd name="connsiteY21" fmla="*/ 320549 h 2354611"/>
                    <a:gd name="connsiteX22" fmla="*/ 517992 w 927569"/>
                    <a:gd name="connsiteY22" fmla="*/ 622174 h 2354611"/>
                    <a:gd name="connsiteX0" fmla="*/ 517992 w 931813"/>
                    <a:gd name="connsiteY0" fmla="*/ 873132 h 2605569"/>
                    <a:gd name="connsiteX1" fmla="*/ 470367 w 931813"/>
                    <a:gd name="connsiteY1" fmla="*/ 1038232 h 2605569"/>
                    <a:gd name="connsiteX2" fmla="*/ 479892 w 931813"/>
                    <a:gd name="connsiteY2" fmla="*/ 1323982 h 2605569"/>
                    <a:gd name="connsiteX3" fmla="*/ 390992 w 931813"/>
                    <a:gd name="connsiteY3" fmla="*/ 1825632 h 2605569"/>
                    <a:gd name="connsiteX4" fmla="*/ 146517 w 931813"/>
                    <a:gd name="connsiteY4" fmla="*/ 2095507 h 2605569"/>
                    <a:gd name="connsiteX5" fmla="*/ 467 w 931813"/>
                    <a:gd name="connsiteY5" fmla="*/ 2444757 h 2605569"/>
                    <a:gd name="connsiteX6" fmla="*/ 98892 w 931813"/>
                    <a:gd name="connsiteY6" fmla="*/ 2540007 h 2605569"/>
                    <a:gd name="connsiteX7" fmla="*/ 365592 w 931813"/>
                    <a:gd name="connsiteY7" fmla="*/ 2597156 h 2605569"/>
                    <a:gd name="connsiteX8" fmla="*/ 187792 w 931813"/>
                    <a:gd name="connsiteY8" fmla="*/ 2400307 h 2605569"/>
                    <a:gd name="connsiteX9" fmla="*/ 610067 w 931813"/>
                    <a:gd name="connsiteY9" fmla="*/ 1955807 h 2605569"/>
                    <a:gd name="connsiteX10" fmla="*/ 794217 w 931813"/>
                    <a:gd name="connsiteY10" fmla="*/ 1425582 h 2605569"/>
                    <a:gd name="connsiteX11" fmla="*/ 876767 w 931813"/>
                    <a:gd name="connsiteY11" fmla="*/ 1127132 h 2605569"/>
                    <a:gd name="connsiteX12" fmla="*/ 860892 w 931813"/>
                    <a:gd name="connsiteY12" fmla="*/ 1044582 h 2605569"/>
                    <a:gd name="connsiteX13" fmla="*/ 724367 w 931813"/>
                    <a:gd name="connsiteY13" fmla="*/ 930282 h 2605569"/>
                    <a:gd name="connsiteX14" fmla="*/ 644992 w 931813"/>
                    <a:gd name="connsiteY14" fmla="*/ 714382 h 2605569"/>
                    <a:gd name="connsiteX15" fmla="*/ 587842 w 931813"/>
                    <a:gd name="connsiteY15" fmla="*/ 600082 h 2605569"/>
                    <a:gd name="connsiteX16" fmla="*/ 898992 w 931813"/>
                    <a:gd name="connsiteY16" fmla="*/ 695332 h 2605569"/>
                    <a:gd name="connsiteX17" fmla="*/ 879942 w 931813"/>
                    <a:gd name="connsiteY17" fmla="*/ 473082 h 2605569"/>
                    <a:gd name="connsiteX18" fmla="*/ 521169 w 931813"/>
                    <a:gd name="connsiteY18" fmla="*/ 9 h 2605569"/>
                    <a:gd name="connsiteX19" fmla="*/ 613244 w 931813"/>
                    <a:gd name="connsiteY19" fmla="*/ 257184 h 2605569"/>
                    <a:gd name="connsiteX20" fmla="*/ 511642 w 931813"/>
                    <a:gd name="connsiteY20" fmla="*/ 393707 h 2605569"/>
                    <a:gd name="connsiteX21" fmla="*/ 467192 w 931813"/>
                    <a:gd name="connsiteY21" fmla="*/ 571507 h 2605569"/>
                    <a:gd name="connsiteX22" fmla="*/ 517992 w 931813"/>
                    <a:gd name="connsiteY22" fmla="*/ 873132 h 2605569"/>
                    <a:gd name="connsiteX0" fmla="*/ 517992 w 901118"/>
                    <a:gd name="connsiteY0" fmla="*/ 1028787 h 2761224"/>
                    <a:gd name="connsiteX1" fmla="*/ 470367 w 901118"/>
                    <a:gd name="connsiteY1" fmla="*/ 1193887 h 2761224"/>
                    <a:gd name="connsiteX2" fmla="*/ 479892 w 901118"/>
                    <a:gd name="connsiteY2" fmla="*/ 1479637 h 2761224"/>
                    <a:gd name="connsiteX3" fmla="*/ 390992 w 901118"/>
                    <a:gd name="connsiteY3" fmla="*/ 1981287 h 2761224"/>
                    <a:gd name="connsiteX4" fmla="*/ 146517 w 901118"/>
                    <a:gd name="connsiteY4" fmla="*/ 2251162 h 2761224"/>
                    <a:gd name="connsiteX5" fmla="*/ 467 w 901118"/>
                    <a:gd name="connsiteY5" fmla="*/ 2600412 h 2761224"/>
                    <a:gd name="connsiteX6" fmla="*/ 98892 w 901118"/>
                    <a:gd name="connsiteY6" fmla="*/ 2695662 h 2761224"/>
                    <a:gd name="connsiteX7" fmla="*/ 365592 w 901118"/>
                    <a:gd name="connsiteY7" fmla="*/ 2752811 h 2761224"/>
                    <a:gd name="connsiteX8" fmla="*/ 187792 w 901118"/>
                    <a:gd name="connsiteY8" fmla="*/ 2555962 h 2761224"/>
                    <a:gd name="connsiteX9" fmla="*/ 610067 w 901118"/>
                    <a:gd name="connsiteY9" fmla="*/ 2111462 h 2761224"/>
                    <a:gd name="connsiteX10" fmla="*/ 794217 w 901118"/>
                    <a:gd name="connsiteY10" fmla="*/ 1581237 h 2761224"/>
                    <a:gd name="connsiteX11" fmla="*/ 876767 w 901118"/>
                    <a:gd name="connsiteY11" fmla="*/ 1282787 h 2761224"/>
                    <a:gd name="connsiteX12" fmla="*/ 860892 w 901118"/>
                    <a:gd name="connsiteY12" fmla="*/ 1200237 h 2761224"/>
                    <a:gd name="connsiteX13" fmla="*/ 724367 w 901118"/>
                    <a:gd name="connsiteY13" fmla="*/ 1085937 h 2761224"/>
                    <a:gd name="connsiteX14" fmla="*/ 644992 w 901118"/>
                    <a:gd name="connsiteY14" fmla="*/ 870037 h 2761224"/>
                    <a:gd name="connsiteX15" fmla="*/ 587842 w 901118"/>
                    <a:gd name="connsiteY15" fmla="*/ 755737 h 2761224"/>
                    <a:gd name="connsiteX16" fmla="*/ 898992 w 901118"/>
                    <a:gd name="connsiteY16" fmla="*/ 850987 h 2761224"/>
                    <a:gd name="connsiteX17" fmla="*/ 714842 w 901118"/>
                    <a:gd name="connsiteY17" fmla="*/ 31837 h 2761224"/>
                    <a:gd name="connsiteX18" fmla="*/ 521169 w 901118"/>
                    <a:gd name="connsiteY18" fmla="*/ 155664 h 2761224"/>
                    <a:gd name="connsiteX19" fmla="*/ 613244 w 901118"/>
                    <a:gd name="connsiteY19" fmla="*/ 412839 h 2761224"/>
                    <a:gd name="connsiteX20" fmla="*/ 511642 w 901118"/>
                    <a:gd name="connsiteY20" fmla="*/ 549362 h 2761224"/>
                    <a:gd name="connsiteX21" fmla="*/ 467192 w 901118"/>
                    <a:gd name="connsiteY21" fmla="*/ 727162 h 2761224"/>
                    <a:gd name="connsiteX22" fmla="*/ 517992 w 901118"/>
                    <a:gd name="connsiteY22" fmla="*/ 1028787 h 2761224"/>
                    <a:gd name="connsiteX0" fmla="*/ 517992 w 913695"/>
                    <a:gd name="connsiteY0" fmla="*/ 1008702 h 2741139"/>
                    <a:gd name="connsiteX1" fmla="*/ 470367 w 913695"/>
                    <a:gd name="connsiteY1" fmla="*/ 1173802 h 2741139"/>
                    <a:gd name="connsiteX2" fmla="*/ 479892 w 913695"/>
                    <a:gd name="connsiteY2" fmla="*/ 1459552 h 2741139"/>
                    <a:gd name="connsiteX3" fmla="*/ 390992 w 913695"/>
                    <a:gd name="connsiteY3" fmla="*/ 1961202 h 2741139"/>
                    <a:gd name="connsiteX4" fmla="*/ 146517 w 913695"/>
                    <a:gd name="connsiteY4" fmla="*/ 2231077 h 2741139"/>
                    <a:gd name="connsiteX5" fmla="*/ 467 w 913695"/>
                    <a:gd name="connsiteY5" fmla="*/ 2580327 h 2741139"/>
                    <a:gd name="connsiteX6" fmla="*/ 98892 w 913695"/>
                    <a:gd name="connsiteY6" fmla="*/ 2675577 h 2741139"/>
                    <a:gd name="connsiteX7" fmla="*/ 365592 w 913695"/>
                    <a:gd name="connsiteY7" fmla="*/ 2732726 h 2741139"/>
                    <a:gd name="connsiteX8" fmla="*/ 187792 w 913695"/>
                    <a:gd name="connsiteY8" fmla="*/ 2535877 h 2741139"/>
                    <a:gd name="connsiteX9" fmla="*/ 610067 w 913695"/>
                    <a:gd name="connsiteY9" fmla="*/ 2091377 h 2741139"/>
                    <a:gd name="connsiteX10" fmla="*/ 794217 w 913695"/>
                    <a:gd name="connsiteY10" fmla="*/ 1561152 h 2741139"/>
                    <a:gd name="connsiteX11" fmla="*/ 876767 w 913695"/>
                    <a:gd name="connsiteY11" fmla="*/ 1262702 h 2741139"/>
                    <a:gd name="connsiteX12" fmla="*/ 860892 w 913695"/>
                    <a:gd name="connsiteY12" fmla="*/ 1180152 h 2741139"/>
                    <a:gd name="connsiteX13" fmla="*/ 724367 w 913695"/>
                    <a:gd name="connsiteY13" fmla="*/ 1065852 h 2741139"/>
                    <a:gd name="connsiteX14" fmla="*/ 644992 w 913695"/>
                    <a:gd name="connsiteY14" fmla="*/ 849952 h 2741139"/>
                    <a:gd name="connsiteX15" fmla="*/ 587842 w 913695"/>
                    <a:gd name="connsiteY15" fmla="*/ 735652 h 2741139"/>
                    <a:gd name="connsiteX16" fmla="*/ 898992 w 913695"/>
                    <a:gd name="connsiteY16" fmla="*/ 830902 h 2741139"/>
                    <a:gd name="connsiteX17" fmla="*/ 848195 w 913695"/>
                    <a:gd name="connsiteY17" fmla="*/ 488005 h 2741139"/>
                    <a:gd name="connsiteX18" fmla="*/ 714842 w 913695"/>
                    <a:gd name="connsiteY18" fmla="*/ 11752 h 2741139"/>
                    <a:gd name="connsiteX19" fmla="*/ 521169 w 913695"/>
                    <a:gd name="connsiteY19" fmla="*/ 135579 h 2741139"/>
                    <a:gd name="connsiteX20" fmla="*/ 613244 w 913695"/>
                    <a:gd name="connsiteY20" fmla="*/ 392754 h 2741139"/>
                    <a:gd name="connsiteX21" fmla="*/ 511642 w 913695"/>
                    <a:gd name="connsiteY21" fmla="*/ 529277 h 2741139"/>
                    <a:gd name="connsiteX22" fmla="*/ 467192 w 913695"/>
                    <a:gd name="connsiteY22" fmla="*/ 707077 h 2741139"/>
                    <a:gd name="connsiteX23" fmla="*/ 517992 w 913695"/>
                    <a:gd name="connsiteY23" fmla="*/ 1008702 h 2741139"/>
                    <a:gd name="connsiteX0" fmla="*/ 517992 w 911783"/>
                    <a:gd name="connsiteY0" fmla="*/ 1020165 h 2752602"/>
                    <a:gd name="connsiteX1" fmla="*/ 470367 w 911783"/>
                    <a:gd name="connsiteY1" fmla="*/ 1185265 h 2752602"/>
                    <a:gd name="connsiteX2" fmla="*/ 479892 w 911783"/>
                    <a:gd name="connsiteY2" fmla="*/ 1471015 h 2752602"/>
                    <a:gd name="connsiteX3" fmla="*/ 390992 w 911783"/>
                    <a:gd name="connsiteY3" fmla="*/ 1972665 h 2752602"/>
                    <a:gd name="connsiteX4" fmla="*/ 146517 w 911783"/>
                    <a:gd name="connsiteY4" fmla="*/ 2242540 h 2752602"/>
                    <a:gd name="connsiteX5" fmla="*/ 467 w 911783"/>
                    <a:gd name="connsiteY5" fmla="*/ 2591790 h 2752602"/>
                    <a:gd name="connsiteX6" fmla="*/ 98892 w 911783"/>
                    <a:gd name="connsiteY6" fmla="*/ 2687040 h 2752602"/>
                    <a:gd name="connsiteX7" fmla="*/ 365592 w 911783"/>
                    <a:gd name="connsiteY7" fmla="*/ 2744189 h 2752602"/>
                    <a:gd name="connsiteX8" fmla="*/ 187792 w 911783"/>
                    <a:gd name="connsiteY8" fmla="*/ 2547340 h 2752602"/>
                    <a:gd name="connsiteX9" fmla="*/ 610067 w 911783"/>
                    <a:gd name="connsiteY9" fmla="*/ 2102840 h 2752602"/>
                    <a:gd name="connsiteX10" fmla="*/ 794217 w 911783"/>
                    <a:gd name="connsiteY10" fmla="*/ 1572615 h 2752602"/>
                    <a:gd name="connsiteX11" fmla="*/ 876767 w 911783"/>
                    <a:gd name="connsiteY11" fmla="*/ 1274165 h 2752602"/>
                    <a:gd name="connsiteX12" fmla="*/ 860892 w 911783"/>
                    <a:gd name="connsiteY12" fmla="*/ 1191615 h 2752602"/>
                    <a:gd name="connsiteX13" fmla="*/ 724367 w 911783"/>
                    <a:gd name="connsiteY13" fmla="*/ 1077315 h 2752602"/>
                    <a:gd name="connsiteX14" fmla="*/ 644992 w 911783"/>
                    <a:gd name="connsiteY14" fmla="*/ 861415 h 2752602"/>
                    <a:gd name="connsiteX15" fmla="*/ 587842 w 911783"/>
                    <a:gd name="connsiteY15" fmla="*/ 747115 h 2752602"/>
                    <a:gd name="connsiteX16" fmla="*/ 898992 w 911783"/>
                    <a:gd name="connsiteY16" fmla="*/ 842365 h 2752602"/>
                    <a:gd name="connsiteX17" fmla="*/ 838670 w 911783"/>
                    <a:gd name="connsiteY17" fmla="*/ 86718 h 2752602"/>
                    <a:gd name="connsiteX18" fmla="*/ 714842 w 911783"/>
                    <a:gd name="connsiteY18" fmla="*/ 23215 h 2752602"/>
                    <a:gd name="connsiteX19" fmla="*/ 521169 w 911783"/>
                    <a:gd name="connsiteY19" fmla="*/ 147042 h 2752602"/>
                    <a:gd name="connsiteX20" fmla="*/ 613244 w 911783"/>
                    <a:gd name="connsiteY20" fmla="*/ 404217 h 2752602"/>
                    <a:gd name="connsiteX21" fmla="*/ 511642 w 911783"/>
                    <a:gd name="connsiteY21" fmla="*/ 540740 h 2752602"/>
                    <a:gd name="connsiteX22" fmla="*/ 467192 w 911783"/>
                    <a:gd name="connsiteY22" fmla="*/ 718540 h 2752602"/>
                    <a:gd name="connsiteX23" fmla="*/ 517992 w 911783"/>
                    <a:gd name="connsiteY23" fmla="*/ 1020165 h 2752602"/>
                    <a:gd name="connsiteX0" fmla="*/ 517992 w 912474"/>
                    <a:gd name="connsiteY0" fmla="*/ 998240 h 2730677"/>
                    <a:gd name="connsiteX1" fmla="*/ 470367 w 912474"/>
                    <a:gd name="connsiteY1" fmla="*/ 1163340 h 2730677"/>
                    <a:gd name="connsiteX2" fmla="*/ 479892 w 912474"/>
                    <a:gd name="connsiteY2" fmla="*/ 1449090 h 2730677"/>
                    <a:gd name="connsiteX3" fmla="*/ 390992 w 912474"/>
                    <a:gd name="connsiteY3" fmla="*/ 1950740 h 2730677"/>
                    <a:gd name="connsiteX4" fmla="*/ 146517 w 912474"/>
                    <a:gd name="connsiteY4" fmla="*/ 2220615 h 2730677"/>
                    <a:gd name="connsiteX5" fmla="*/ 467 w 912474"/>
                    <a:gd name="connsiteY5" fmla="*/ 2569865 h 2730677"/>
                    <a:gd name="connsiteX6" fmla="*/ 98892 w 912474"/>
                    <a:gd name="connsiteY6" fmla="*/ 2665115 h 2730677"/>
                    <a:gd name="connsiteX7" fmla="*/ 365592 w 912474"/>
                    <a:gd name="connsiteY7" fmla="*/ 2722264 h 2730677"/>
                    <a:gd name="connsiteX8" fmla="*/ 187792 w 912474"/>
                    <a:gd name="connsiteY8" fmla="*/ 2525415 h 2730677"/>
                    <a:gd name="connsiteX9" fmla="*/ 610067 w 912474"/>
                    <a:gd name="connsiteY9" fmla="*/ 2080915 h 2730677"/>
                    <a:gd name="connsiteX10" fmla="*/ 794217 w 912474"/>
                    <a:gd name="connsiteY10" fmla="*/ 1550690 h 2730677"/>
                    <a:gd name="connsiteX11" fmla="*/ 876767 w 912474"/>
                    <a:gd name="connsiteY11" fmla="*/ 1252240 h 2730677"/>
                    <a:gd name="connsiteX12" fmla="*/ 860892 w 912474"/>
                    <a:gd name="connsiteY12" fmla="*/ 1169690 h 2730677"/>
                    <a:gd name="connsiteX13" fmla="*/ 724367 w 912474"/>
                    <a:gd name="connsiteY13" fmla="*/ 1055390 h 2730677"/>
                    <a:gd name="connsiteX14" fmla="*/ 644992 w 912474"/>
                    <a:gd name="connsiteY14" fmla="*/ 839490 h 2730677"/>
                    <a:gd name="connsiteX15" fmla="*/ 587842 w 912474"/>
                    <a:gd name="connsiteY15" fmla="*/ 725190 h 2730677"/>
                    <a:gd name="connsiteX16" fmla="*/ 898992 w 912474"/>
                    <a:gd name="connsiteY16" fmla="*/ 820440 h 2730677"/>
                    <a:gd name="connsiteX17" fmla="*/ 854545 w 912474"/>
                    <a:gd name="connsiteY17" fmla="*/ 134643 h 2730677"/>
                    <a:gd name="connsiteX18" fmla="*/ 838670 w 912474"/>
                    <a:gd name="connsiteY18" fmla="*/ 64793 h 2730677"/>
                    <a:gd name="connsiteX19" fmla="*/ 714842 w 912474"/>
                    <a:gd name="connsiteY19" fmla="*/ 1290 h 2730677"/>
                    <a:gd name="connsiteX20" fmla="*/ 521169 w 912474"/>
                    <a:gd name="connsiteY20" fmla="*/ 125117 h 2730677"/>
                    <a:gd name="connsiteX21" fmla="*/ 613244 w 912474"/>
                    <a:gd name="connsiteY21" fmla="*/ 382292 h 2730677"/>
                    <a:gd name="connsiteX22" fmla="*/ 511642 w 912474"/>
                    <a:gd name="connsiteY22" fmla="*/ 518815 h 2730677"/>
                    <a:gd name="connsiteX23" fmla="*/ 467192 w 912474"/>
                    <a:gd name="connsiteY23" fmla="*/ 696615 h 2730677"/>
                    <a:gd name="connsiteX24" fmla="*/ 517992 w 912474"/>
                    <a:gd name="connsiteY24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54544 w 912187"/>
                    <a:gd name="connsiteY18" fmla="*/ 134643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2187"/>
                    <a:gd name="connsiteY0" fmla="*/ 998240 h 2730677"/>
                    <a:gd name="connsiteX1" fmla="*/ 470367 w 912187"/>
                    <a:gd name="connsiteY1" fmla="*/ 1163340 h 2730677"/>
                    <a:gd name="connsiteX2" fmla="*/ 479892 w 912187"/>
                    <a:gd name="connsiteY2" fmla="*/ 1449090 h 2730677"/>
                    <a:gd name="connsiteX3" fmla="*/ 390992 w 912187"/>
                    <a:gd name="connsiteY3" fmla="*/ 1950740 h 2730677"/>
                    <a:gd name="connsiteX4" fmla="*/ 146517 w 912187"/>
                    <a:gd name="connsiteY4" fmla="*/ 2220615 h 2730677"/>
                    <a:gd name="connsiteX5" fmla="*/ 467 w 912187"/>
                    <a:gd name="connsiteY5" fmla="*/ 2569865 h 2730677"/>
                    <a:gd name="connsiteX6" fmla="*/ 98892 w 912187"/>
                    <a:gd name="connsiteY6" fmla="*/ 2665115 h 2730677"/>
                    <a:gd name="connsiteX7" fmla="*/ 365592 w 912187"/>
                    <a:gd name="connsiteY7" fmla="*/ 2722264 h 2730677"/>
                    <a:gd name="connsiteX8" fmla="*/ 187792 w 912187"/>
                    <a:gd name="connsiteY8" fmla="*/ 2525415 h 2730677"/>
                    <a:gd name="connsiteX9" fmla="*/ 610067 w 912187"/>
                    <a:gd name="connsiteY9" fmla="*/ 2080915 h 2730677"/>
                    <a:gd name="connsiteX10" fmla="*/ 794217 w 912187"/>
                    <a:gd name="connsiteY10" fmla="*/ 1550690 h 2730677"/>
                    <a:gd name="connsiteX11" fmla="*/ 876767 w 912187"/>
                    <a:gd name="connsiteY11" fmla="*/ 1252240 h 2730677"/>
                    <a:gd name="connsiteX12" fmla="*/ 860892 w 912187"/>
                    <a:gd name="connsiteY12" fmla="*/ 1169690 h 2730677"/>
                    <a:gd name="connsiteX13" fmla="*/ 724367 w 912187"/>
                    <a:gd name="connsiteY13" fmla="*/ 1055390 h 2730677"/>
                    <a:gd name="connsiteX14" fmla="*/ 644992 w 912187"/>
                    <a:gd name="connsiteY14" fmla="*/ 839490 h 2730677"/>
                    <a:gd name="connsiteX15" fmla="*/ 587842 w 912187"/>
                    <a:gd name="connsiteY15" fmla="*/ 725190 h 2730677"/>
                    <a:gd name="connsiteX16" fmla="*/ 898992 w 912187"/>
                    <a:gd name="connsiteY16" fmla="*/ 820440 h 2730677"/>
                    <a:gd name="connsiteX17" fmla="*/ 854545 w 912187"/>
                    <a:gd name="connsiteY17" fmla="*/ 134643 h 2730677"/>
                    <a:gd name="connsiteX18" fmla="*/ 883119 w 912187"/>
                    <a:gd name="connsiteY18" fmla="*/ 239418 h 2730677"/>
                    <a:gd name="connsiteX19" fmla="*/ 838670 w 912187"/>
                    <a:gd name="connsiteY19" fmla="*/ 64793 h 2730677"/>
                    <a:gd name="connsiteX20" fmla="*/ 714842 w 912187"/>
                    <a:gd name="connsiteY20" fmla="*/ 1290 h 2730677"/>
                    <a:gd name="connsiteX21" fmla="*/ 521169 w 912187"/>
                    <a:gd name="connsiteY21" fmla="*/ 125117 h 2730677"/>
                    <a:gd name="connsiteX22" fmla="*/ 613244 w 912187"/>
                    <a:gd name="connsiteY22" fmla="*/ 382292 h 2730677"/>
                    <a:gd name="connsiteX23" fmla="*/ 511642 w 912187"/>
                    <a:gd name="connsiteY23" fmla="*/ 518815 h 2730677"/>
                    <a:gd name="connsiteX24" fmla="*/ 467192 w 912187"/>
                    <a:gd name="connsiteY24" fmla="*/ 696615 h 2730677"/>
                    <a:gd name="connsiteX25" fmla="*/ 517992 w 912187"/>
                    <a:gd name="connsiteY25" fmla="*/ 998240 h 2730677"/>
                    <a:gd name="connsiteX0" fmla="*/ 517992 w 911083"/>
                    <a:gd name="connsiteY0" fmla="*/ 998240 h 2730677"/>
                    <a:gd name="connsiteX1" fmla="*/ 470367 w 911083"/>
                    <a:gd name="connsiteY1" fmla="*/ 1163340 h 2730677"/>
                    <a:gd name="connsiteX2" fmla="*/ 479892 w 911083"/>
                    <a:gd name="connsiteY2" fmla="*/ 1449090 h 2730677"/>
                    <a:gd name="connsiteX3" fmla="*/ 390992 w 911083"/>
                    <a:gd name="connsiteY3" fmla="*/ 1950740 h 2730677"/>
                    <a:gd name="connsiteX4" fmla="*/ 146517 w 911083"/>
                    <a:gd name="connsiteY4" fmla="*/ 2220615 h 2730677"/>
                    <a:gd name="connsiteX5" fmla="*/ 467 w 911083"/>
                    <a:gd name="connsiteY5" fmla="*/ 2569865 h 2730677"/>
                    <a:gd name="connsiteX6" fmla="*/ 98892 w 911083"/>
                    <a:gd name="connsiteY6" fmla="*/ 2665115 h 2730677"/>
                    <a:gd name="connsiteX7" fmla="*/ 365592 w 911083"/>
                    <a:gd name="connsiteY7" fmla="*/ 2722264 h 2730677"/>
                    <a:gd name="connsiteX8" fmla="*/ 187792 w 911083"/>
                    <a:gd name="connsiteY8" fmla="*/ 2525415 h 2730677"/>
                    <a:gd name="connsiteX9" fmla="*/ 610067 w 911083"/>
                    <a:gd name="connsiteY9" fmla="*/ 2080915 h 2730677"/>
                    <a:gd name="connsiteX10" fmla="*/ 794217 w 911083"/>
                    <a:gd name="connsiteY10" fmla="*/ 1550690 h 2730677"/>
                    <a:gd name="connsiteX11" fmla="*/ 876767 w 911083"/>
                    <a:gd name="connsiteY11" fmla="*/ 1252240 h 2730677"/>
                    <a:gd name="connsiteX12" fmla="*/ 860892 w 911083"/>
                    <a:gd name="connsiteY12" fmla="*/ 1169690 h 2730677"/>
                    <a:gd name="connsiteX13" fmla="*/ 724367 w 911083"/>
                    <a:gd name="connsiteY13" fmla="*/ 1055390 h 2730677"/>
                    <a:gd name="connsiteX14" fmla="*/ 644992 w 911083"/>
                    <a:gd name="connsiteY14" fmla="*/ 839490 h 2730677"/>
                    <a:gd name="connsiteX15" fmla="*/ 587842 w 911083"/>
                    <a:gd name="connsiteY15" fmla="*/ 725190 h 2730677"/>
                    <a:gd name="connsiteX16" fmla="*/ 898992 w 911083"/>
                    <a:gd name="connsiteY16" fmla="*/ 820440 h 2730677"/>
                    <a:gd name="connsiteX17" fmla="*/ 848195 w 911083"/>
                    <a:gd name="connsiteY17" fmla="*/ 356893 h 2730677"/>
                    <a:gd name="connsiteX18" fmla="*/ 883119 w 911083"/>
                    <a:gd name="connsiteY18" fmla="*/ 239418 h 2730677"/>
                    <a:gd name="connsiteX19" fmla="*/ 838670 w 911083"/>
                    <a:gd name="connsiteY19" fmla="*/ 64793 h 2730677"/>
                    <a:gd name="connsiteX20" fmla="*/ 714842 w 911083"/>
                    <a:gd name="connsiteY20" fmla="*/ 1290 h 2730677"/>
                    <a:gd name="connsiteX21" fmla="*/ 521169 w 911083"/>
                    <a:gd name="connsiteY21" fmla="*/ 125117 h 2730677"/>
                    <a:gd name="connsiteX22" fmla="*/ 613244 w 911083"/>
                    <a:gd name="connsiteY22" fmla="*/ 382292 h 2730677"/>
                    <a:gd name="connsiteX23" fmla="*/ 511642 w 911083"/>
                    <a:gd name="connsiteY23" fmla="*/ 518815 h 2730677"/>
                    <a:gd name="connsiteX24" fmla="*/ 467192 w 911083"/>
                    <a:gd name="connsiteY24" fmla="*/ 696615 h 2730677"/>
                    <a:gd name="connsiteX25" fmla="*/ 517992 w 911083"/>
                    <a:gd name="connsiteY25" fmla="*/ 998240 h 2730677"/>
                    <a:gd name="connsiteX0" fmla="*/ 517992 w 918868"/>
                    <a:gd name="connsiteY0" fmla="*/ 998240 h 2730677"/>
                    <a:gd name="connsiteX1" fmla="*/ 470367 w 918868"/>
                    <a:gd name="connsiteY1" fmla="*/ 1163340 h 2730677"/>
                    <a:gd name="connsiteX2" fmla="*/ 479892 w 918868"/>
                    <a:gd name="connsiteY2" fmla="*/ 1449090 h 2730677"/>
                    <a:gd name="connsiteX3" fmla="*/ 390992 w 918868"/>
                    <a:gd name="connsiteY3" fmla="*/ 1950740 h 2730677"/>
                    <a:gd name="connsiteX4" fmla="*/ 146517 w 918868"/>
                    <a:gd name="connsiteY4" fmla="*/ 2220615 h 2730677"/>
                    <a:gd name="connsiteX5" fmla="*/ 467 w 918868"/>
                    <a:gd name="connsiteY5" fmla="*/ 2569865 h 2730677"/>
                    <a:gd name="connsiteX6" fmla="*/ 98892 w 918868"/>
                    <a:gd name="connsiteY6" fmla="*/ 2665115 h 2730677"/>
                    <a:gd name="connsiteX7" fmla="*/ 365592 w 918868"/>
                    <a:gd name="connsiteY7" fmla="*/ 2722264 h 2730677"/>
                    <a:gd name="connsiteX8" fmla="*/ 187792 w 918868"/>
                    <a:gd name="connsiteY8" fmla="*/ 2525415 h 2730677"/>
                    <a:gd name="connsiteX9" fmla="*/ 610067 w 918868"/>
                    <a:gd name="connsiteY9" fmla="*/ 2080915 h 2730677"/>
                    <a:gd name="connsiteX10" fmla="*/ 794217 w 918868"/>
                    <a:gd name="connsiteY10" fmla="*/ 1550690 h 2730677"/>
                    <a:gd name="connsiteX11" fmla="*/ 876767 w 918868"/>
                    <a:gd name="connsiteY11" fmla="*/ 1252240 h 2730677"/>
                    <a:gd name="connsiteX12" fmla="*/ 860892 w 918868"/>
                    <a:gd name="connsiteY12" fmla="*/ 1169690 h 2730677"/>
                    <a:gd name="connsiteX13" fmla="*/ 724367 w 918868"/>
                    <a:gd name="connsiteY13" fmla="*/ 1055390 h 2730677"/>
                    <a:gd name="connsiteX14" fmla="*/ 644992 w 918868"/>
                    <a:gd name="connsiteY14" fmla="*/ 839490 h 2730677"/>
                    <a:gd name="connsiteX15" fmla="*/ 587842 w 918868"/>
                    <a:gd name="connsiteY15" fmla="*/ 725190 h 2730677"/>
                    <a:gd name="connsiteX16" fmla="*/ 898992 w 918868"/>
                    <a:gd name="connsiteY16" fmla="*/ 820440 h 2730677"/>
                    <a:gd name="connsiteX17" fmla="*/ 883120 w 918868"/>
                    <a:gd name="connsiteY17" fmla="*/ 541043 h 2730677"/>
                    <a:gd name="connsiteX18" fmla="*/ 848195 w 918868"/>
                    <a:gd name="connsiteY18" fmla="*/ 356893 h 2730677"/>
                    <a:gd name="connsiteX19" fmla="*/ 883119 w 918868"/>
                    <a:gd name="connsiteY19" fmla="*/ 239418 h 2730677"/>
                    <a:gd name="connsiteX20" fmla="*/ 838670 w 918868"/>
                    <a:gd name="connsiteY20" fmla="*/ 64793 h 2730677"/>
                    <a:gd name="connsiteX21" fmla="*/ 714842 w 918868"/>
                    <a:gd name="connsiteY21" fmla="*/ 1290 h 2730677"/>
                    <a:gd name="connsiteX22" fmla="*/ 521169 w 918868"/>
                    <a:gd name="connsiteY22" fmla="*/ 125117 h 2730677"/>
                    <a:gd name="connsiteX23" fmla="*/ 613244 w 918868"/>
                    <a:gd name="connsiteY23" fmla="*/ 382292 h 2730677"/>
                    <a:gd name="connsiteX24" fmla="*/ 511642 w 918868"/>
                    <a:gd name="connsiteY24" fmla="*/ 518815 h 2730677"/>
                    <a:gd name="connsiteX25" fmla="*/ 467192 w 918868"/>
                    <a:gd name="connsiteY25" fmla="*/ 696615 h 2730677"/>
                    <a:gd name="connsiteX26" fmla="*/ 517992 w 918868"/>
                    <a:gd name="connsiteY26" fmla="*/ 998240 h 2730677"/>
                    <a:gd name="connsiteX0" fmla="*/ 517992 w 902408"/>
                    <a:gd name="connsiteY0" fmla="*/ 998240 h 2730677"/>
                    <a:gd name="connsiteX1" fmla="*/ 470367 w 902408"/>
                    <a:gd name="connsiteY1" fmla="*/ 1163340 h 2730677"/>
                    <a:gd name="connsiteX2" fmla="*/ 479892 w 902408"/>
                    <a:gd name="connsiteY2" fmla="*/ 1449090 h 2730677"/>
                    <a:gd name="connsiteX3" fmla="*/ 390992 w 902408"/>
                    <a:gd name="connsiteY3" fmla="*/ 1950740 h 2730677"/>
                    <a:gd name="connsiteX4" fmla="*/ 146517 w 902408"/>
                    <a:gd name="connsiteY4" fmla="*/ 2220615 h 2730677"/>
                    <a:gd name="connsiteX5" fmla="*/ 467 w 902408"/>
                    <a:gd name="connsiteY5" fmla="*/ 2569865 h 2730677"/>
                    <a:gd name="connsiteX6" fmla="*/ 98892 w 902408"/>
                    <a:gd name="connsiteY6" fmla="*/ 2665115 h 2730677"/>
                    <a:gd name="connsiteX7" fmla="*/ 365592 w 902408"/>
                    <a:gd name="connsiteY7" fmla="*/ 2722264 h 2730677"/>
                    <a:gd name="connsiteX8" fmla="*/ 187792 w 902408"/>
                    <a:gd name="connsiteY8" fmla="*/ 2525415 h 2730677"/>
                    <a:gd name="connsiteX9" fmla="*/ 610067 w 902408"/>
                    <a:gd name="connsiteY9" fmla="*/ 2080915 h 2730677"/>
                    <a:gd name="connsiteX10" fmla="*/ 794217 w 902408"/>
                    <a:gd name="connsiteY10" fmla="*/ 1550690 h 2730677"/>
                    <a:gd name="connsiteX11" fmla="*/ 876767 w 902408"/>
                    <a:gd name="connsiteY11" fmla="*/ 1252240 h 2730677"/>
                    <a:gd name="connsiteX12" fmla="*/ 860892 w 902408"/>
                    <a:gd name="connsiteY12" fmla="*/ 1169690 h 2730677"/>
                    <a:gd name="connsiteX13" fmla="*/ 724367 w 902408"/>
                    <a:gd name="connsiteY13" fmla="*/ 1055390 h 2730677"/>
                    <a:gd name="connsiteX14" fmla="*/ 644992 w 902408"/>
                    <a:gd name="connsiteY14" fmla="*/ 839490 h 2730677"/>
                    <a:gd name="connsiteX15" fmla="*/ 587842 w 902408"/>
                    <a:gd name="connsiteY15" fmla="*/ 725190 h 2730677"/>
                    <a:gd name="connsiteX16" fmla="*/ 898992 w 902408"/>
                    <a:gd name="connsiteY16" fmla="*/ 820440 h 2730677"/>
                    <a:gd name="connsiteX17" fmla="*/ 759295 w 902408"/>
                    <a:gd name="connsiteY17" fmla="*/ 423568 h 2730677"/>
                    <a:gd name="connsiteX18" fmla="*/ 848195 w 902408"/>
                    <a:gd name="connsiteY18" fmla="*/ 356893 h 2730677"/>
                    <a:gd name="connsiteX19" fmla="*/ 883119 w 902408"/>
                    <a:gd name="connsiteY19" fmla="*/ 239418 h 2730677"/>
                    <a:gd name="connsiteX20" fmla="*/ 838670 w 902408"/>
                    <a:gd name="connsiteY20" fmla="*/ 64793 h 2730677"/>
                    <a:gd name="connsiteX21" fmla="*/ 714842 w 902408"/>
                    <a:gd name="connsiteY21" fmla="*/ 1290 h 2730677"/>
                    <a:gd name="connsiteX22" fmla="*/ 521169 w 902408"/>
                    <a:gd name="connsiteY22" fmla="*/ 125117 h 2730677"/>
                    <a:gd name="connsiteX23" fmla="*/ 613244 w 902408"/>
                    <a:gd name="connsiteY23" fmla="*/ 382292 h 2730677"/>
                    <a:gd name="connsiteX24" fmla="*/ 511642 w 902408"/>
                    <a:gd name="connsiteY24" fmla="*/ 518815 h 2730677"/>
                    <a:gd name="connsiteX25" fmla="*/ 467192 w 902408"/>
                    <a:gd name="connsiteY25" fmla="*/ 696615 h 2730677"/>
                    <a:gd name="connsiteX26" fmla="*/ 517992 w 902408"/>
                    <a:gd name="connsiteY26" fmla="*/ 998240 h 2730677"/>
                    <a:gd name="connsiteX0" fmla="*/ 517992 w 932676"/>
                    <a:gd name="connsiteY0" fmla="*/ 998240 h 2730677"/>
                    <a:gd name="connsiteX1" fmla="*/ 470367 w 932676"/>
                    <a:gd name="connsiteY1" fmla="*/ 1163340 h 2730677"/>
                    <a:gd name="connsiteX2" fmla="*/ 479892 w 932676"/>
                    <a:gd name="connsiteY2" fmla="*/ 1449090 h 2730677"/>
                    <a:gd name="connsiteX3" fmla="*/ 390992 w 932676"/>
                    <a:gd name="connsiteY3" fmla="*/ 1950740 h 2730677"/>
                    <a:gd name="connsiteX4" fmla="*/ 146517 w 932676"/>
                    <a:gd name="connsiteY4" fmla="*/ 2220615 h 2730677"/>
                    <a:gd name="connsiteX5" fmla="*/ 467 w 932676"/>
                    <a:gd name="connsiteY5" fmla="*/ 2569865 h 2730677"/>
                    <a:gd name="connsiteX6" fmla="*/ 98892 w 932676"/>
                    <a:gd name="connsiteY6" fmla="*/ 2665115 h 2730677"/>
                    <a:gd name="connsiteX7" fmla="*/ 365592 w 932676"/>
                    <a:gd name="connsiteY7" fmla="*/ 2722264 h 2730677"/>
                    <a:gd name="connsiteX8" fmla="*/ 187792 w 932676"/>
                    <a:gd name="connsiteY8" fmla="*/ 2525415 h 2730677"/>
                    <a:gd name="connsiteX9" fmla="*/ 610067 w 932676"/>
                    <a:gd name="connsiteY9" fmla="*/ 2080915 h 2730677"/>
                    <a:gd name="connsiteX10" fmla="*/ 794217 w 932676"/>
                    <a:gd name="connsiteY10" fmla="*/ 1550690 h 2730677"/>
                    <a:gd name="connsiteX11" fmla="*/ 876767 w 932676"/>
                    <a:gd name="connsiteY11" fmla="*/ 1252240 h 2730677"/>
                    <a:gd name="connsiteX12" fmla="*/ 860892 w 932676"/>
                    <a:gd name="connsiteY12" fmla="*/ 1169690 h 2730677"/>
                    <a:gd name="connsiteX13" fmla="*/ 724367 w 932676"/>
                    <a:gd name="connsiteY13" fmla="*/ 1055390 h 2730677"/>
                    <a:gd name="connsiteX14" fmla="*/ 644992 w 932676"/>
                    <a:gd name="connsiteY14" fmla="*/ 839490 h 2730677"/>
                    <a:gd name="connsiteX15" fmla="*/ 587842 w 932676"/>
                    <a:gd name="connsiteY15" fmla="*/ 725190 h 2730677"/>
                    <a:gd name="connsiteX16" fmla="*/ 898992 w 932676"/>
                    <a:gd name="connsiteY16" fmla="*/ 820440 h 2730677"/>
                    <a:gd name="connsiteX17" fmla="*/ 908519 w 932676"/>
                    <a:gd name="connsiteY17" fmla="*/ 814093 h 2730677"/>
                    <a:gd name="connsiteX18" fmla="*/ 759295 w 932676"/>
                    <a:gd name="connsiteY18" fmla="*/ 423568 h 2730677"/>
                    <a:gd name="connsiteX19" fmla="*/ 848195 w 932676"/>
                    <a:gd name="connsiteY19" fmla="*/ 356893 h 2730677"/>
                    <a:gd name="connsiteX20" fmla="*/ 883119 w 932676"/>
                    <a:gd name="connsiteY20" fmla="*/ 239418 h 2730677"/>
                    <a:gd name="connsiteX21" fmla="*/ 838670 w 932676"/>
                    <a:gd name="connsiteY21" fmla="*/ 64793 h 2730677"/>
                    <a:gd name="connsiteX22" fmla="*/ 714842 w 932676"/>
                    <a:gd name="connsiteY22" fmla="*/ 1290 h 2730677"/>
                    <a:gd name="connsiteX23" fmla="*/ 521169 w 932676"/>
                    <a:gd name="connsiteY23" fmla="*/ 125117 h 2730677"/>
                    <a:gd name="connsiteX24" fmla="*/ 613244 w 932676"/>
                    <a:gd name="connsiteY24" fmla="*/ 382292 h 2730677"/>
                    <a:gd name="connsiteX25" fmla="*/ 511642 w 932676"/>
                    <a:gd name="connsiteY25" fmla="*/ 518815 h 2730677"/>
                    <a:gd name="connsiteX26" fmla="*/ 467192 w 932676"/>
                    <a:gd name="connsiteY26" fmla="*/ 696615 h 2730677"/>
                    <a:gd name="connsiteX27" fmla="*/ 517992 w 932676"/>
                    <a:gd name="connsiteY27" fmla="*/ 998240 h 2730677"/>
                    <a:gd name="connsiteX0" fmla="*/ 517992 w 925354"/>
                    <a:gd name="connsiteY0" fmla="*/ 998240 h 2730677"/>
                    <a:gd name="connsiteX1" fmla="*/ 470367 w 925354"/>
                    <a:gd name="connsiteY1" fmla="*/ 1163340 h 2730677"/>
                    <a:gd name="connsiteX2" fmla="*/ 479892 w 925354"/>
                    <a:gd name="connsiteY2" fmla="*/ 1449090 h 2730677"/>
                    <a:gd name="connsiteX3" fmla="*/ 390992 w 925354"/>
                    <a:gd name="connsiteY3" fmla="*/ 1950740 h 2730677"/>
                    <a:gd name="connsiteX4" fmla="*/ 146517 w 925354"/>
                    <a:gd name="connsiteY4" fmla="*/ 2220615 h 2730677"/>
                    <a:gd name="connsiteX5" fmla="*/ 467 w 925354"/>
                    <a:gd name="connsiteY5" fmla="*/ 2569865 h 2730677"/>
                    <a:gd name="connsiteX6" fmla="*/ 98892 w 925354"/>
                    <a:gd name="connsiteY6" fmla="*/ 2665115 h 2730677"/>
                    <a:gd name="connsiteX7" fmla="*/ 365592 w 925354"/>
                    <a:gd name="connsiteY7" fmla="*/ 2722264 h 2730677"/>
                    <a:gd name="connsiteX8" fmla="*/ 187792 w 925354"/>
                    <a:gd name="connsiteY8" fmla="*/ 2525415 h 2730677"/>
                    <a:gd name="connsiteX9" fmla="*/ 610067 w 925354"/>
                    <a:gd name="connsiteY9" fmla="*/ 2080915 h 2730677"/>
                    <a:gd name="connsiteX10" fmla="*/ 794217 w 925354"/>
                    <a:gd name="connsiteY10" fmla="*/ 1550690 h 2730677"/>
                    <a:gd name="connsiteX11" fmla="*/ 876767 w 925354"/>
                    <a:gd name="connsiteY11" fmla="*/ 1252240 h 2730677"/>
                    <a:gd name="connsiteX12" fmla="*/ 860892 w 925354"/>
                    <a:gd name="connsiteY12" fmla="*/ 1169690 h 2730677"/>
                    <a:gd name="connsiteX13" fmla="*/ 724367 w 925354"/>
                    <a:gd name="connsiteY13" fmla="*/ 1055390 h 2730677"/>
                    <a:gd name="connsiteX14" fmla="*/ 644992 w 925354"/>
                    <a:gd name="connsiteY14" fmla="*/ 839490 h 2730677"/>
                    <a:gd name="connsiteX15" fmla="*/ 587842 w 925354"/>
                    <a:gd name="connsiteY15" fmla="*/ 725190 h 2730677"/>
                    <a:gd name="connsiteX16" fmla="*/ 898992 w 925354"/>
                    <a:gd name="connsiteY16" fmla="*/ 820440 h 2730677"/>
                    <a:gd name="connsiteX17" fmla="*/ 908519 w 925354"/>
                    <a:gd name="connsiteY17" fmla="*/ 814093 h 2730677"/>
                    <a:gd name="connsiteX18" fmla="*/ 902169 w 925354"/>
                    <a:gd name="connsiteY18" fmla="*/ 817268 h 2730677"/>
                    <a:gd name="connsiteX19" fmla="*/ 759295 w 925354"/>
                    <a:gd name="connsiteY19" fmla="*/ 423568 h 2730677"/>
                    <a:gd name="connsiteX20" fmla="*/ 848195 w 925354"/>
                    <a:gd name="connsiteY20" fmla="*/ 356893 h 2730677"/>
                    <a:gd name="connsiteX21" fmla="*/ 883119 w 925354"/>
                    <a:gd name="connsiteY21" fmla="*/ 239418 h 2730677"/>
                    <a:gd name="connsiteX22" fmla="*/ 838670 w 925354"/>
                    <a:gd name="connsiteY22" fmla="*/ 64793 h 2730677"/>
                    <a:gd name="connsiteX23" fmla="*/ 714842 w 925354"/>
                    <a:gd name="connsiteY23" fmla="*/ 1290 h 2730677"/>
                    <a:gd name="connsiteX24" fmla="*/ 521169 w 925354"/>
                    <a:gd name="connsiteY24" fmla="*/ 125117 h 2730677"/>
                    <a:gd name="connsiteX25" fmla="*/ 613244 w 925354"/>
                    <a:gd name="connsiteY25" fmla="*/ 382292 h 2730677"/>
                    <a:gd name="connsiteX26" fmla="*/ 511642 w 925354"/>
                    <a:gd name="connsiteY26" fmla="*/ 518815 h 2730677"/>
                    <a:gd name="connsiteX27" fmla="*/ 467192 w 925354"/>
                    <a:gd name="connsiteY27" fmla="*/ 696615 h 2730677"/>
                    <a:gd name="connsiteX28" fmla="*/ 517992 w 925354"/>
                    <a:gd name="connsiteY28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902169 w 930788"/>
                    <a:gd name="connsiteY19" fmla="*/ 817268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88"/>
                    <a:gd name="connsiteY0" fmla="*/ 998240 h 2730677"/>
                    <a:gd name="connsiteX1" fmla="*/ 470367 w 930788"/>
                    <a:gd name="connsiteY1" fmla="*/ 1163340 h 2730677"/>
                    <a:gd name="connsiteX2" fmla="*/ 479892 w 930788"/>
                    <a:gd name="connsiteY2" fmla="*/ 1449090 h 2730677"/>
                    <a:gd name="connsiteX3" fmla="*/ 390992 w 930788"/>
                    <a:gd name="connsiteY3" fmla="*/ 1950740 h 2730677"/>
                    <a:gd name="connsiteX4" fmla="*/ 146517 w 930788"/>
                    <a:gd name="connsiteY4" fmla="*/ 2220615 h 2730677"/>
                    <a:gd name="connsiteX5" fmla="*/ 467 w 930788"/>
                    <a:gd name="connsiteY5" fmla="*/ 2569865 h 2730677"/>
                    <a:gd name="connsiteX6" fmla="*/ 98892 w 930788"/>
                    <a:gd name="connsiteY6" fmla="*/ 2665115 h 2730677"/>
                    <a:gd name="connsiteX7" fmla="*/ 365592 w 930788"/>
                    <a:gd name="connsiteY7" fmla="*/ 2722264 h 2730677"/>
                    <a:gd name="connsiteX8" fmla="*/ 187792 w 930788"/>
                    <a:gd name="connsiteY8" fmla="*/ 2525415 h 2730677"/>
                    <a:gd name="connsiteX9" fmla="*/ 610067 w 930788"/>
                    <a:gd name="connsiteY9" fmla="*/ 2080915 h 2730677"/>
                    <a:gd name="connsiteX10" fmla="*/ 794217 w 930788"/>
                    <a:gd name="connsiteY10" fmla="*/ 1550690 h 2730677"/>
                    <a:gd name="connsiteX11" fmla="*/ 876767 w 930788"/>
                    <a:gd name="connsiteY11" fmla="*/ 1252240 h 2730677"/>
                    <a:gd name="connsiteX12" fmla="*/ 860892 w 930788"/>
                    <a:gd name="connsiteY12" fmla="*/ 1169690 h 2730677"/>
                    <a:gd name="connsiteX13" fmla="*/ 724367 w 930788"/>
                    <a:gd name="connsiteY13" fmla="*/ 1055390 h 2730677"/>
                    <a:gd name="connsiteX14" fmla="*/ 644992 w 930788"/>
                    <a:gd name="connsiteY14" fmla="*/ 839490 h 2730677"/>
                    <a:gd name="connsiteX15" fmla="*/ 587842 w 930788"/>
                    <a:gd name="connsiteY15" fmla="*/ 725190 h 2730677"/>
                    <a:gd name="connsiteX16" fmla="*/ 898992 w 930788"/>
                    <a:gd name="connsiteY16" fmla="*/ 820440 h 2730677"/>
                    <a:gd name="connsiteX17" fmla="*/ 908519 w 930788"/>
                    <a:gd name="connsiteY17" fmla="*/ 814093 h 2730677"/>
                    <a:gd name="connsiteX18" fmla="*/ 930744 w 930788"/>
                    <a:gd name="connsiteY18" fmla="*/ 826793 h 2730677"/>
                    <a:gd name="connsiteX19" fmla="*/ 870419 w 930788"/>
                    <a:gd name="connsiteY19" fmla="*/ 877593 h 2730677"/>
                    <a:gd name="connsiteX20" fmla="*/ 759295 w 930788"/>
                    <a:gd name="connsiteY20" fmla="*/ 423568 h 2730677"/>
                    <a:gd name="connsiteX21" fmla="*/ 848195 w 930788"/>
                    <a:gd name="connsiteY21" fmla="*/ 356893 h 2730677"/>
                    <a:gd name="connsiteX22" fmla="*/ 883119 w 930788"/>
                    <a:gd name="connsiteY22" fmla="*/ 239418 h 2730677"/>
                    <a:gd name="connsiteX23" fmla="*/ 838670 w 930788"/>
                    <a:gd name="connsiteY23" fmla="*/ 64793 h 2730677"/>
                    <a:gd name="connsiteX24" fmla="*/ 714842 w 930788"/>
                    <a:gd name="connsiteY24" fmla="*/ 1290 h 2730677"/>
                    <a:gd name="connsiteX25" fmla="*/ 521169 w 930788"/>
                    <a:gd name="connsiteY25" fmla="*/ 125117 h 2730677"/>
                    <a:gd name="connsiteX26" fmla="*/ 613244 w 930788"/>
                    <a:gd name="connsiteY26" fmla="*/ 382292 h 2730677"/>
                    <a:gd name="connsiteX27" fmla="*/ 511642 w 930788"/>
                    <a:gd name="connsiteY27" fmla="*/ 518815 h 2730677"/>
                    <a:gd name="connsiteX28" fmla="*/ 467192 w 930788"/>
                    <a:gd name="connsiteY28" fmla="*/ 696615 h 2730677"/>
                    <a:gd name="connsiteX29" fmla="*/ 517992 w 930788"/>
                    <a:gd name="connsiteY29" fmla="*/ 998240 h 2730677"/>
                    <a:gd name="connsiteX0" fmla="*/ 517992 w 930756"/>
                    <a:gd name="connsiteY0" fmla="*/ 998240 h 2730677"/>
                    <a:gd name="connsiteX1" fmla="*/ 470367 w 930756"/>
                    <a:gd name="connsiteY1" fmla="*/ 1163340 h 2730677"/>
                    <a:gd name="connsiteX2" fmla="*/ 479892 w 930756"/>
                    <a:gd name="connsiteY2" fmla="*/ 1449090 h 2730677"/>
                    <a:gd name="connsiteX3" fmla="*/ 390992 w 930756"/>
                    <a:gd name="connsiteY3" fmla="*/ 1950740 h 2730677"/>
                    <a:gd name="connsiteX4" fmla="*/ 146517 w 930756"/>
                    <a:gd name="connsiteY4" fmla="*/ 2220615 h 2730677"/>
                    <a:gd name="connsiteX5" fmla="*/ 467 w 930756"/>
                    <a:gd name="connsiteY5" fmla="*/ 2569865 h 2730677"/>
                    <a:gd name="connsiteX6" fmla="*/ 98892 w 930756"/>
                    <a:gd name="connsiteY6" fmla="*/ 2665115 h 2730677"/>
                    <a:gd name="connsiteX7" fmla="*/ 365592 w 930756"/>
                    <a:gd name="connsiteY7" fmla="*/ 2722264 h 2730677"/>
                    <a:gd name="connsiteX8" fmla="*/ 187792 w 930756"/>
                    <a:gd name="connsiteY8" fmla="*/ 2525415 h 2730677"/>
                    <a:gd name="connsiteX9" fmla="*/ 610067 w 930756"/>
                    <a:gd name="connsiteY9" fmla="*/ 2080915 h 2730677"/>
                    <a:gd name="connsiteX10" fmla="*/ 794217 w 930756"/>
                    <a:gd name="connsiteY10" fmla="*/ 1550690 h 2730677"/>
                    <a:gd name="connsiteX11" fmla="*/ 876767 w 930756"/>
                    <a:gd name="connsiteY11" fmla="*/ 1252240 h 2730677"/>
                    <a:gd name="connsiteX12" fmla="*/ 860892 w 930756"/>
                    <a:gd name="connsiteY12" fmla="*/ 1169690 h 2730677"/>
                    <a:gd name="connsiteX13" fmla="*/ 724367 w 930756"/>
                    <a:gd name="connsiteY13" fmla="*/ 1055390 h 2730677"/>
                    <a:gd name="connsiteX14" fmla="*/ 644992 w 930756"/>
                    <a:gd name="connsiteY14" fmla="*/ 839490 h 2730677"/>
                    <a:gd name="connsiteX15" fmla="*/ 587842 w 930756"/>
                    <a:gd name="connsiteY15" fmla="*/ 725190 h 2730677"/>
                    <a:gd name="connsiteX16" fmla="*/ 898992 w 930756"/>
                    <a:gd name="connsiteY16" fmla="*/ 820440 h 2730677"/>
                    <a:gd name="connsiteX17" fmla="*/ 857719 w 930756"/>
                    <a:gd name="connsiteY17" fmla="*/ 902993 h 2730677"/>
                    <a:gd name="connsiteX18" fmla="*/ 930744 w 930756"/>
                    <a:gd name="connsiteY18" fmla="*/ 826793 h 2730677"/>
                    <a:gd name="connsiteX19" fmla="*/ 870419 w 930756"/>
                    <a:gd name="connsiteY19" fmla="*/ 877593 h 2730677"/>
                    <a:gd name="connsiteX20" fmla="*/ 759295 w 930756"/>
                    <a:gd name="connsiteY20" fmla="*/ 423568 h 2730677"/>
                    <a:gd name="connsiteX21" fmla="*/ 848195 w 930756"/>
                    <a:gd name="connsiteY21" fmla="*/ 356893 h 2730677"/>
                    <a:gd name="connsiteX22" fmla="*/ 883119 w 930756"/>
                    <a:gd name="connsiteY22" fmla="*/ 239418 h 2730677"/>
                    <a:gd name="connsiteX23" fmla="*/ 838670 w 930756"/>
                    <a:gd name="connsiteY23" fmla="*/ 64793 h 2730677"/>
                    <a:gd name="connsiteX24" fmla="*/ 714842 w 930756"/>
                    <a:gd name="connsiteY24" fmla="*/ 1290 h 2730677"/>
                    <a:gd name="connsiteX25" fmla="*/ 521169 w 930756"/>
                    <a:gd name="connsiteY25" fmla="*/ 125117 h 2730677"/>
                    <a:gd name="connsiteX26" fmla="*/ 613244 w 930756"/>
                    <a:gd name="connsiteY26" fmla="*/ 382292 h 2730677"/>
                    <a:gd name="connsiteX27" fmla="*/ 511642 w 930756"/>
                    <a:gd name="connsiteY27" fmla="*/ 518815 h 2730677"/>
                    <a:gd name="connsiteX28" fmla="*/ 467192 w 930756"/>
                    <a:gd name="connsiteY28" fmla="*/ 696615 h 2730677"/>
                    <a:gd name="connsiteX29" fmla="*/ 517992 w 930756"/>
                    <a:gd name="connsiteY29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930790"/>
                    <a:gd name="connsiteY0" fmla="*/ 998240 h 2730677"/>
                    <a:gd name="connsiteX1" fmla="*/ 470367 w 930790"/>
                    <a:gd name="connsiteY1" fmla="*/ 1163340 h 2730677"/>
                    <a:gd name="connsiteX2" fmla="*/ 479892 w 930790"/>
                    <a:gd name="connsiteY2" fmla="*/ 1449090 h 2730677"/>
                    <a:gd name="connsiteX3" fmla="*/ 390992 w 930790"/>
                    <a:gd name="connsiteY3" fmla="*/ 1950740 h 2730677"/>
                    <a:gd name="connsiteX4" fmla="*/ 146517 w 930790"/>
                    <a:gd name="connsiteY4" fmla="*/ 2220615 h 2730677"/>
                    <a:gd name="connsiteX5" fmla="*/ 467 w 930790"/>
                    <a:gd name="connsiteY5" fmla="*/ 2569865 h 2730677"/>
                    <a:gd name="connsiteX6" fmla="*/ 98892 w 930790"/>
                    <a:gd name="connsiteY6" fmla="*/ 2665115 h 2730677"/>
                    <a:gd name="connsiteX7" fmla="*/ 365592 w 930790"/>
                    <a:gd name="connsiteY7" fmla="*/ 2722264 h 2730677"/>
                    <a:gd name="connsiteX8" fmla="*/ 187792 w 930790"/>
                    <a:gd name="connsiteY8" fmla="*/ 2525415 h 2730677"/>
                    <a:gd name="connsiteX9" fmla="*/ 610067 w 930790"/>
                    <a:gd name="connsiteY9" fmla="*/ 2080915 h 2730677"/>
                    <a:gd name="connsiteX10" fmla="*/ 794217 w 930790"/>
                    <a:gd name="connsiteY10" fmla="*/ 1550690 h 2730677"/>
                    <a:gd name="connsiteX11" fmla="*/ 876767 w 930790"/>
                    <a:gd name="connsiteY11" fmla="*/ 1252240 h 2730677"/>
                    <a:gd name="connsiteX12" fmla="*/ 860892 w 930790"/>
                    <a:gd name="connsiteY12" fmla="*/ 1169690 h 2730677"/>
                    <a:gd name="connsiteX13" fmla="*/ 724367 w 930790"/>
                    <a:gd name="connsiteY13" fmla="*/ 1055390 h 2730677"/>
                    <a:gd name="connsiteX14" fmla="*/ 644992 w 930790"/>
                    <a:gd name="connsiteY14" fmla="*/ 839490 h 2730677"/>
                    <a:gd name="connsiteX15" fmla="*/ 587842 w 930790"/>
                    <a:gd name="connsiteY15" fmla="*/ 725190 h 2730677"/>
                    <a:gd name="connsiteX16" fmla="*/ 857719 w 930790"/>
                    <a:gd name="connsiteY16" fmla="*/ 902993 h 2730677"/>
                    <a:gd name="connsiteX17" fmla="*/ 930744 w 930790"/>
                    <a:gd name="connsiteY17" fmla="*/ 826793 h 2730677"/>
                    <a:gd name="connsiteX18" fmla="*/ 870419 w 930790"/>
                    <a:gd name="connsiteY18" fmla="*/ 877593 h 2730677"/>
                    <a:gd name="connsiteX19" fmla="*/ 759295 w 930790"/>
                    <a:gd name="connsiteY19" fmla="*/ 423568 h 2730677"/>
                    <a:gd name="connsiteX20" fmla="*/ 848195 w 930790"/>
                    <a:gd name="connsiteY20" fmla="*/ 356893 h 2730677"/>
                    <a:gd name="connsiteX21" fmla="*/ 883119 w 930790"/>
                    <a:gd name="connsiteY21" fmla="*/ 239418 h 2730677"/>
                    <a:gd name="connsiteX22" fmla="*/ 838670 w 930790"/>
                    <a:gd name="connsiteY22" fmla="*/ 64793 h 2730677"/>
                    <a:gd name="connsiteX23" fmla="*/ 714842 w 930790"/>
                    <a:gd name="connsiteY23" fmla="*/ 1290 h 2730677"/>
                    <a:gd name="connsiteX24" fmla="*/ 521169 w 930790"/>
                    <a:gd name="connsiteY24" fmla="*/ 125117 h 2730677"/>
                    <a:gd name="connsiteX25" fmla="*/ 613244 w 930790"/>
                    <a:gd name="connsiteY25" fmla="*/ 382292 h 2730677"/>
                    <a:gd name="connsiteX26" fmla="*/ 511642 w 930790"/>
                    <a:gd name="connsiteY26" fmla="*/ 518815 h 2730677"/>
                    <a:gd name="connsiteX27" fmla="*/ 467192 w 930790"/>
                    <a:gd name="connsiteY27" fmla="*/ 696615 h 2730677"/>
                    <a:gd name="connsiteX28" fmla="*/ 517992 w 930790"/>
                    <a:gd name="connsiteY28" fmla="*/ 998240 h 2730677"/>
                    <a:gd name="connsiteX0" fmla="*/ 517992 w 887922"/>
                    <a:gd name="connsiteY0" fmla="*/ 998240 h 2730677"/>
                    <a:gd name="connsiteX1" fmla="*/ 470367 w 887922"/>
                    <a:gd name="connsiteY1" fmla="*/ 1163340 h 2730677"/>
                    <a:gd name="connsiteX2" fmla="*/ 479892 w 887922"/>
                    <a:gd name="connsiteY2" fmla="*/ 1449090 h 2730677"/>
                    <a:gd name="connsiteX3" fmla="*/ 390992 w 887922"/>
                    <a:gd name="connsiteY3" fmla="*/ 1950740 h 2730677"/>
                    <a:gd name="connsiteX4" fmla="*/ 146517 w 887922"/>
                    <a:gd name="connsiteY4" fmla="*/ 2220615 h 2730677"/>
                    <a:gd name="connsiteX5" fmla="*/ 467 w 887922"/>
                    <a:gd name="connsiteY5" fmla="*/ 2569865 h 2730677"/>
                    <a:gd name="connsiteX6" fmla="*/ 98892 w 887922"/>
                    <a:gd name="connsiteY6" fmla="*/ 2665115 h 2730677"/>
                    <a:gd name="connsiteX7" fmla="*/ 365592 w 887922"/>
                    <a:gd name="connsiteY7" fmla="*/ 2722264 h 2730677"/>
                    <a:gd name="connsiteX8" fmla="*/ 187792 w 887922"/>
                    <a:gd name="connsiteY8" fmla="*/ 2525415 h 2730677"/>
                    <a:gd name="connsiteX9" fmla="*/ 610067 w 887922"/>
                    <a:gd name="connsiteY9" fmla="*/ 2080915 h 2730677"/>
                    <a:gd name="connsiteX10" fmla="*/ 794217 w 887922"/>
                    <a:gd name="connsiteY10" fmla="*/ 1550690 h 2730677"/>
                    <a:gd name="connsiteX11" fmla="*/ 876767 w 887922"/>
                    <a:gd name="connsiteY11" fmla="*/ 1252240 h 2730677"/>
                    <a:gd name="connsiteX12" fmla="*/ 860892 w 887922"/>
                    <a:gd name="connsiteY12" fmla="*/ 1169690 h 2730677"/>
                    <a:gd name="connsiteX13" fmla="*/ 724367 w 887922"/>
                    <a:gd name="connsiteY13" fmla="*/ 1055390 h 2730677"/>
                    <a:gd name="connsiteX14" fmla="*/ 644992 w 887922"/>
                    <a:gd name="connsiteY14" fmla="*/ 839490 h 2730677"/>
                    <a:gd name="connsiteX15" fmla="*/ 587842 w 887922"/>
                    <a:gd name="connsiteY15" fmla="*/ 725190 h 2730677"/>
                    <a:gd name="connsiteX16" fmla="*/ 857719 w 887922"/>
                    <a:gd name="connsiteY16" fmla="*/ 902993 h 2730677"/>
                    <a:gd name="connsiteX17" fmla="*/ 870419 w 887922"/>
                    <a:gd name="connsiteY17" fmla="*/ 877593 h 2730677"/>
                    <a:gd name="connsiteX18" fmla="*/ 759295 w 887922"/>
                    <a:gd name="connsiteY18" fmla="*/ 423568 h 2730677"/>
                    <a:gd name="connsiteX19" fmla="*/ 848195 w 887922"/>
                    <a:gd name="connsiteY19" fmla="*/ 356893 h 2730677"/>
                    <a:gd name="connsiteX20" fmla="*/ 883119 w 887922"/>
                    <a:gd name="connsiteY20" fmla="*/ 239418 h 2730677"/>
                    <a:gd name="connsiteX21" fmla="*/ 838670 w 887922"/>
                    <a:gd name="connsiteY21" fmla="*/ 64793 h 2730677"/>
                    <a:gd name="connsiteX22" fmla="*/ 714842 w 887922"/>
                    <a:gd name="connsiteY22" fmla="*/ 1290 h 2730677"/>
                    <a:gd name="connsiteX23" fmla="*/ 521169 w 887922"/>
                    <a:gd name="connsiteY23" fmla="*/ 125117 h 2730677"/>
                    <a:gd name="connsiteX24" fmla="*/ 613244 w 887922"/>
                    <a:gd name="connsiteY24" fmla="*/ 382292 h 2730677"/>
                    <a:gd name="connsiteX25" fmla="*/ 511642 w 887922"/>
                    <a:gd name="connsiteY25" fmla="*/ 518815 h 2730677"/>
                    <a:gd name="connsiteX26" fmla="*/ 467192 w 887922"/>
                    <a:gd name="connsiteY26" fmla="*/ 696615 h 2730677"/>
                    <a:gd name="connsiteX27" fmla="*/ 517992 w 887922"/>
                    <a:gd name="connsiteY27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587842 w 883584"/>
                    <a:gd name="connsiteY15" fmla="*/ 725190 h 2730677"/>
                    <a:gd name="connsiteX16" fmla="*/ 857719 w 883584"/>
                    <a:gd name="connsiteY16" fmla="*/ 902993 h 2730677"/>
                    <a:gd name="connsiteX17" fmla="*/ 759295 w 883584"/>
                    <a:gd name="connsiteY17" fmla="*/ 423568 h 2730677"/>
                    <a:gd name="connsiteX18" fmla="*/ 848195 w 883584"/>
                    <a:gd name="connsiteY18" fmla="*/ 356893 h 2730677"/>
                    <a:gd name="connsiteX19" fmla="*/ 883119 w 883584"/>
                    <a:gd name="connsiteY19" fmla="*/ 239418 h 2730677"/>
                    <a:gd name="connsiteX20" fmla="*/ 838670 w 883584"/>
                    <a:gd name="connsiteY20" fmla="*/ 64793 h 2730677"/>
                    <a:gd name="connsiteX21" fmla="*/ 714842 w 883584"/>
                    <a:gd name="connsiteY21" fmla="*/ 1290 h 2730677"/>
                    <a:gd name="connsiteX22" fmla="*/ 521169 w 883584"/>
                    <a:gd name="connsiteY22" fmla="*/ 125117 h 2730677"/>
                    <a:gd name="connsiteX23" fmla="*/ 613244 w 883584"/>
                    <a:gd name="connsiteY23" fmla="*/ 382292 h 2730677"/>
                    <a:gd name="connsiteX24" fmla="*/ 511642 w 883584"/>
                    <a:gd name="connsiteY24" fmla="*/ 518815 h 2730677"/>
                    <a:gd name="connsiteX25" fmla="*/ 467192 w 883584"/>
                    <a:gd name="connsiteY25" fmla="*/ 696615 h 2730677"/>
                    <a:gd name="connsiteX26" fmla="*/ 517992 w 883584"/>
                    <a:gd name="connsiteY26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11642 w 883584"/>
                    <a:gd name="connsiteY23" fmla="*/ 518815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517992 w 883584"/>
                    <a:gd name="connsiteY25" fmla="*/ 998240 h 2730677"/>
                    <a:gd name="connsiteX0" fmla="*/ 517992 w 883584"/>
                    <a:gd name="connsiteY0" fmla="*/ 9982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17992 w 883584"/>
                    <a:gd name="connsiteY26" fmla="*/ 998240 h 2730677"/>
                    <a:gd name="connsiteX0" fmla="*/ 508467 w 883584"/>
                    <a:gd name="connsiteY0" fmla="*/ 1036340 h 2730677"/>
                    <a:gd name="connsiteX1" fmla="*/ 470367 w 883584"/>
                    <a:gd name="connsiteY1" fmla="*/ 1163340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79892 w 883584"/>
                    <a:gd name="connsiteY2" fmla="*/ 1449090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665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67192 w 883584"/>
                    <a:gd name="connsiteY2" fmla="*/ 15792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36340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36340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08467 w 883584"/>
                    <a:gd name="connsiteY0" fmla="*/ 1071265 h 2730677"/>
                    <a:gd name="connsiteX1" fmla="*/ 429092 w 883584"/>
                    <a:gd name="connsiteY1" fmla="*/ 1293515 h 2730677"/>
                    <a:gd name="connsiteX2" fmla="*/ 448142 w 883584"/>
                    <a:gd name="connsiteY2" fmla="*/ 1591965 h 2730677"/>
                    <a:gd name="connsiteX3" fmla="*/ 390992 w 883584"/>
                    <a:gd name="connsiteY3" fmla="*/ 1950740 h 2730677"/>
                    <a:gd name="connsiteX4" fmla="*/ 146517 w 883584"/>
                    <a:gd name="connsiteY4" fmla="*/ 2220615 h 2730677"/>
                    <a:gd name="connsiteX5" fmla="*/ 467 w 883584"/>
                    <a:gd name="connsiteY5" fmla="*/ 2569865 h 2730677"/>
                    <a:gd name="connsiteX6" fmla="*/ 98892 w 883584"/>
                    <a:gd name="connsiteY6" fmla="*/ 2665115 h 2730677"/>
                    <a:gd name="connsiteX7" fmla="*/ 365592 w 883584"/>
                    <a:gd name="connsiteY7" fmla="*/ 2722264 h 2730677"/>
                    <a:gd name="connsiteX8" fmla="*/ 187792 w 883584"/>
                    <a:gd name="connsiteY8" fmla="*/ 2525415 h 2730677"/>
                    <a:gd name="connsiteX9" fmla="*/ 610067 w 883584"/>
                    <a:gd name="connsiteY9" fmla="*/ 2080915 h 2730677"/>
                    <a:gd name="connsiteX10" fmla="*/ 794217 w 883584"/>
                    <a:gd name="connsiteY10" fmla="*/ 1550690 h 2730677"/>
                    <a:gd name="connsiteX11" fmla="*/ 876767 w 883584"/>
                    <a:gd name="connsiteY11" fmla="*/ 1252240 h 2730677"/>
                    <a:gd name="connsiteX12" fmla="*/ 860892 w 883584"/>
                    <a:gd name="connsiteY12" fmla="*/ 1169690 h 2730677"/>
                    <a:gd name="connsiteX13" fmla="*/ 724367 w 883584"/>
                    <a:gd name="connsiteY13" fmla="*/ 1055390 h 2730677"/>
                    <a:gd name="connsiteX14" fmla="*/ 644992 w 883584"/>
                    <a:gd name="connsiteY14" fmla="*/ 839490 h 2730677"/>
                    <a:gd name="connsiteX15" fmla="*/ 857719 w 883584"/>
                    <a:gd name="connsiteY15" fmla="*/ 902993 h 2730677"/>
                    <a:gd name="connsiteX16" fmla="*/ 759295 w 883584"/>
                    <a:gd name="connsiteY16" fmla="*/ 423568 h 2730677"/>
                    <a:gd name="connsiteX17" fmla="*/ 848195 w 883584"/>
                    <a:gd name="connsiteY17" fmla="*/ 356893 h 2730677"/>
                    <a:gd name="connsiteX18" fmla="*/ 883119 w 883584"/>
                    <a:gd name="connsiteY18" fmla="*/ 239418 h 2730677"/>
                    <a:gd name="connsiteX19" fmla="*/ 838670 w 883584"/>
                    <a:gd name="connsiteY19" fmla="*/ 64793 h 2730677"/>
                    <a:gd name="connsiteX20" fmla="*/ 714842 w 883584"/>
                    <a:gd name="connsiteY20" fmla="*/ 1290 h 2730677"/>
                    <a:gd name="connsiteX21" fmla="*/ 521169 w 883584"/>
                    <a:gd name="connsiteY21" fmla="*/ 125117 h 2730677"/>
                    <a:gd name="connsiteX22" fmla="*/ 613244 w 883584"/>
                    <a:gd name="connsiteY22" fmla="*/ 382292 h 2730677"/>
                    <a:gd name="connsiteX23" fmla="*/ 530692 w 883584"/>
                    <a:gd name="connsiteY23" fmla="*/ 541040 h 2730677"/>
                    <a:gd name="connsiteX24" fmla="*/ 467192 w 883584"/>
                    <a:gd name="connsiteY24" fmla="*/ 696615 h 2730677"/>
                    <a:gd name="connsiteX25" fmla="*/ 476719 w 883584"/>
                    <a:gd name="connsiteY25" fmla="*/ 677568 h 2730677"/>
                    <a:gd name="connsiteX26" fmla="*/ 508467 w 883584"/>
                    <a:gd name="connsiteY26" fmla="*/ 1071265 h 2730677"/>
                    <a:gd name="connsiteX0" fmla="*/ 515430 w 890547"/>
                    <a:gd name="connsiteY0" fmla="*/ 1071265 h 2730677"/>
                    <a:gd name="connsiteX1" fmla="*/ 436055 w 890547"/>
                    <a:gd name="connsiteY1" fmla="*/ 1293515 h 2730677"/>
                    <a:gd name="connsiteX2" fmla="*/ 455105 w 890547"/>
                    <a:gd name="connsiteY2" fmla="*/ 1591965 h 2730677"/>
                    <a:gd name="connsiteX3" fmla="*/ 397955 w 890547"/>
                    <a:gd name="connsiteY3" fmla="*/ 1950740 h 2730677"/>
                    <a:gd name="connsiteX4" fmla="*/ 153480 w 890547"/>
                    <a:gd name="connsiteY4" fmla="*/ 2220615 h 2730677"/>
                    <a:gd name="connsiteX5" fmla="*/ 7430 w 890547"/>
                    <a:gd name="connsiteY5" fmla="*/ 2569865 h 2730677"/>
                    <a:gd name="connsiteX6" fmla="*/ 105855 w 890547"/>
                    <a:gd name="connsiteY6" fmla="*/ 2665115 h 2730677"/>
                    <a:gd name="connsiteX7" fmla="*/ 372555 w 890547"/>
                    <a:gd name="connsiteY7" fmla="*/ 2722264 h 2730677"/>
                    <a:gd name="connsiteX8" fmla="*/ 194755 w 890547"/>
                    <a:gd name="connsiteY8" fmla="*/ 2525415 h 2730677"/>
                    <a:gd name="connsiteX9" fmla="*/ 617030 w 890547"/>
                    <a:gd name="connsiteY9" fmla="*/ 2080915 h 2730677"/>
                    <a:gd name="connsiteX10" fmla="*/ 801180 w 890547"/>
                    <a:gd name="connsiteY10" fmla="*/ 1550690 h 2730677"/>
                    <a:gd name="connsiteX11" fmla="*/ 883730 w 890547"/>
                    <a:gd name="connsiteY11" fmla="*/ 1252240 h 2730677"/>
                    <a:gd name="connsiteX12" fmla="*/ 867855 w 890547"/>
                    <a:gd name="connsiteY12" fmla="*/ 1169690 h 2730677"/>
                    <a:gd name="connsiteX13" fmla="*/ 731330 w 890547"/>
                    <a:gd name="connsiteY13" fmla="*/ 1055390 h 2730677"/>
                    <a:gd name="connsiteX14" fmla="*/ 651955 w 890547"/>
                    <a:gd name="connsiteY14" fmla="*/ 839490 h 2730677"/>
                    <a:gd name="connsiteX15" fmla="*/ 864682 w 890547"/>
                    <a:gd name="connsiteY15" fmla="*/ 902993 h 2730677"/>
                    <a:gd name="connsiteX16" fmla="*/ 766258 w 890547"/>
                    <a:gd name="connsiteY16" fmla="*/ 423568 h 2730677"/>
                    <a:gd name="connsiteX17" fmla="*/ 855158 w 890547"/>
                    <a:gd name="connsiteY17" fmla="*/ 356893 h 2730677"/>
                    <a:gd name="connsiteX18" fmla="*/ 890082 w 890547"/>
                    <a:gd name="connsiteY18" fmla="*/ 239418 h 2730677"/>
                    <a:gd name="connsiteX19" fmla="*/ 845633 w 890547"/>
                    <a:gd name="connsiteY19" fmla="*/ 64793 h 2730677"/>
                    <a:gd name="connsiteX20" fmla="*/ 721805 w 890547"/>
                    <a:gd name="connsiteY20" fmla="*/ 1290 h 2730677"/>
                    <a:gd name="connsiteX21" fmla="*/ 528132 w 890547"/>
                    <a:gd name="connsiteY21" fmla="*/ 125117 h 2730677"/>
                    <a:gd name="connsiteX22" fmla="*/ 620207 w 890547"/>
                    <a:gd name="connsiteY22" fmla="*/ 382292 h 2730677"/>
                    <a:gd name="connsiteX23" fmla="*/ 537655 w 890547"/>
                    <a:gd name="connsiteY23" fmla="*/ 541040 h 2730677"/>
                    <a:gd name="connsiteX24" fmla="*/ 474155 w 890547"/>
                    <a:gd name="connsiteY24" fmla="*/ 696615 h 2730677"/>
                    <a:gd name="connsiteX25" fmla="*/ 483682 w 890547"/>
                    <a:gd name="connsiteY25" fmla="*/ 677568 h 2730677"/>
                    <a:gd name="connsiteX26" fmla="*/ 515430 w 890547"/>
                    <a:gd name="connsiteY26" fmla="*/ 1071265 h 2730677"/>
                    <a:gd name="connsiteX0" fmla="*/ 509256 w 884373"/>
                    <a:gd name="connsiteY0" fmla="*/ 1071265 h 2730677"/>
                    <a:gd name="connsiteX1" fmla="*/ 429881 w 884373"/>
                    <a:gd name="connsiteY1" fmla="*/ 1293515 h 2730677"/>
                    <a:gd name="connsiteX2" fmla="*/ 448931 w 884373"/>
                    <a:gd name="connsiteY2" fmla="*/ 1591965 h 2730677"/>
                    <a:gd name="connsiteX3" fmla="*/ 391781 w 884373"/>
                    <a:gd name="connsiteY3" fmla="*/ 1950740 h 2730677"/>
                    <a:gd name="connsiteX4" fmla="*/ 147306 w 884373"/>
                    <a:gd name="connsiteY4" fmla="*/ 2220615 h 2730677"/>
                    <a:gd name="connsiteX5" fmla="*/ 1256 w 884373"/>
                    <a:gd name="connsiteY5" fmla="*/ 2569865 h 2730677"/>
                    <a:gd name="connsiteX6" fmla="*/ 99681 w 884373"/>
                    <a:gd name="connsiteY6" fmla="*/ 2665115 h 2730677"/>
                    <a:gd name="connsiteX7" fmla="*/ 366381 w 884373"/>
                    <a:gd name="connsiteY7" fmla="*/ 2722264 h 2730677"/>
                    <a:gd name="connsiteX8" fmla="*/ 188581 w 884373"/>
                    <a:gd name="connsiteY8" fmla="*/ 2525415 h 2730677"/>
                    <a:gd name="connsiteX9" fmla="*/ 610856 w 884373"/>
                    <a:gd name="connsiteY9" fmla="*/ 2080915 h 2730677"/>
                    <a:gd name="connsiteX10" fmla="*/ 795006 w 884373"/>
                    <a:gd name="connsiteY10" fmla="*/ 1550690 h 2730677"/>
                    <a:gd name="connsiteX11" fmla="*/ 877556 w 884373"/>
                    <a:gd name="connsiteY11" fmla="*/ 1252240 h 2730677"/>
                    <a:gd name="connsiteX12" fmla="*/ 861681 w 884373"/>
                    <a:gd name="connsiteY12" fmla="*/ 1169690 h 2730677"/>
                    <a:gd name="connsiteX13" fmla="*/ 725156 w 884373"/>
                    <a:gd name="connsiteY13" fmla="*/ 1055390 h 2730677"/>
                    <a:gd name="connsiteX14" fmla="*/ 645781 w 884373"/>
                    <a:gd name="connsiteY14" fmla="*/ 839490 h 2730677"/>
                    <a:gd name="connsiteX15" fmla="*/ 858508 w 884373"/>
                    <a:gd name="connsiteY15" fmla="*/ 902993 h 2730677"/>
                    <a:gd name="connsiteX16" fmla="*/ 760084 w 884373"/>
                    <a:gd name="connsiteY16" fmla="*/ 423568 h 2730677"/>
                    <a:gd name="connsiteX17" fmla="*/ 848984 w 884373"/>
                    <a:gd name="connsiteY17" fmla="*/ 356893 h 2730677"/>
                    <a:gd name="connsiteX18" fmla="*/ 883908 w 884373"/>
                    <a:gd name="connsiteY18" fmla="*/ 239418 h 2730677"/>
                    <a:gd name="connsiteX19" fmla="*/ 839459 w 884373"/>
                    <a:gd name="connsiteY19" fmla="*/ 64793 h 2730677"/>
                    <a:gd name="connsiteX20" fmla="*/ 715631 w 884373"/>
                    <a:gd name="connsiteY20" fmla="*/ 1290 h 2730677"/>
                    <a:gd name="connsiteX21" fmla="*/ 521958 w 884373"/>
                    <a:gd name="connsiteY21" fmla="*/ 125117 h 2730677"/>
                    <a:gd name="connsiteX22" fmla="*/ 614033 w 884373"/>
                    <a:gd name="connsiteY22" fmla="*/ 382292 h 2730677"/>
                    <a:gd name="connsiteX23" fmla="*/ 531481 w 884373"/>
                    <a:gd name="connsiteY23" fmla="*/ 541040 h 2730677"/>
                    <a:gd name="connsiteX24" fmla="*/ 467981 w 884373"/>
                    <a:gd name="connsiteY24" fmla="*/ 696615 h 2730677"/>
                    <a:gd name="connsiteX25" fmla="*/ 477508 w 884373"/>
                    <a:gd name="connsiteY25" fmla="*/ 677568 h 2730677"/>
                    <a:gd name="connsiteX26" fmla="*/ 509256 w 884373"/>
                    <a:gd name="connsiteY26" fmla="*/ 1071265 h 2730677"/>
                    <a:gd name="connsiteX0" fmla="*/ 515259 w 890376"/>
                    <a:gd name="connsiteY0" fmla="*/ 1071265 h 2730677"/>
                    <a:gd name="connsiteX1" fmla="*/ 435884 w 890376"/>
                    <a:gd name="connsiteY1" fmla="*/ 1293515 h 2730677"/>
                    <a:gd name="connsiteX2" fmla="*/ 454934 w 890376"/>
                    <a:gd name="connsiteY2" fmla="*/ 1591965 h 2730677"/>
                    <a:gd name="connsiteX3" fmla="*/ 397784 w 890376"/>
                    <a:gd name="connsiteY3" fmla="*/ 1950740 h 2730677"/>
                    <a:gd name="connsiteX4" fmla="*/ 153309 w 890376"/>
                    <a:gd name="connsiteY4" fmla="*/ 2220615 h 2730677"/>
                    <a:gd name="connsiteX5" fmla="*/ 7259 w 890376"/>
                    <a:gd name="connsiteY5" fmla="*/ 2569865 h 2730677"/>
                    <a:gd name="connsiteX6" fmla="*/ 105684 w 890376"/>
                    <a:gd name="connsiteY6" fmla="*/ 2665115 h 2730677"/>
                    <a:gd name="connsiteX7" fmla="*/ 372384 w 890376"/>
                    <a:gd name="connsiteY7" fmla="*/ 2722264 h 2730677"/>
                    <a:gd name="connsiteX8" fmla="*/ 194584 w 890376"/>
                    <a:gd name="connsiteY8" fmla="*/ 2525415 h 2730677"/>
                    <a:gd name="connsiteX9" fmla="*/ 616859 w 890376"/>
                    <a:gd name="connsiteY9" fmla="*/ 2080915 h 2730677"/>
                    <a:gd name="connsiteX10" fmla="*/ 801009 w 890376"/>
                    <a:gd name="connsiteY10" fmla="*/ 1550690 h 2730677"/>
                    <a:gd name="connsiteX11" fmla="*/ 883559 w 890376"/>
                    <a:gd name="connsiteY11" fmla="*/ 1252240 h 2730677"/>
                    <a:gd name="connsiteX12" fmla="*/ 867684 w 890376"/>
                    <a:gd name="connsiteY12" fmla="*/ 1169690 h 2730677"/>
                    <a:gd name="connsiteX13" fmla="*/ 731159 w 890376"/>
                    <a:gd name="connsiteY13" fmla="*/ 1055390 h 2730677"/>
                    <a:gd name="connsiteX14" fmla="*/ 651784 w 890376"/>
                    <a:gd name="connsiteY14" fmla="*/ 839490 h 2730677"/>
                    <a:gd name="connsiteX15" fmla="*/ 864511 w 890376"/>
                    <a:gd name="connsiteY15" fmla="*/ 902993 h 2730677"/>
                    <a:gd name="connsiteX16" fmla="*/ 766087 w 890376"/>
                    <a:gd name="connsiteY16" fmla="*/ 423568 h 2730677"/>
                    <a:gd name="connsiteX17" fmla="*/ 854987 w 890376"/>
                    <a:gd name="connsiteY17" fmla="*/ 356893 h 2730677"/>
                    <a:gd name="connsiteX18" fmla="*/ 889911 w 890376"/>
                    <a:gd name="connsiteY18" fmla="*/ 239418 h 2730677"/>
                    <a:gd name="connsiteX19" fmla="*/ 845462 w 890376"/>
                    <a:gd name="connsiteY19" fmla="*/ 64793 h 2730677"/>
                    <a:gd name="connsiteX20" fmla="*/ 721634 w 890376"/>
                    <a:gd name="connsiteY20" fmla="*/ 1290 h 2730677"/>
                    <a:gd name="connsiteX21" fmla="*/ 527961 w 890376"/>
                    <a:gd name="connsiteY21" fmla="*/ 125117 h 2730677"/>
                    <a:gd name="connsiteX22" fmla="*/ 620036 w 890376"/>
                    <a:gd name="connsiteY22" fmla="*/ 382292 h 2730677"/>
                    <a:gd name="connsiteX23" fmla="*/ 537484 w 890376"/>
                    <a:gd name="connsiteY23" fmla="*/ 541040 h 2730677"/>
                    <a:gd name="connsiteX24" fmla="*/ 473984 w 890376"/>
                    <a:gd name="connsiteY24" fmla="*/ 696615 h 2730677"/>
                    <a:gd name="connsiteX25" fmla="*/ 483511 w 890376"/>
                    <a:gd name="connsiteY25" fmla="*/ 677568 h 2730677"/>
                    <a:gd name="connsiteX26" fmla="*/ 515259 w 890376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862 w 884979"/>
                    <a:gd name="connsiteY0" fmla="*/ 1071265 h 2730677"/>
                    <a:gd name="connsiteX1" fmla="*/ 430487 w 884979"/>
                    <a:gd name="connsiteY1" fmla="*/ 1293515 h 2730677"/>
                    <a:gd name="connsiteX2" fmla="*/ 449537 w 884979"/>
                    <a:gd name="connsiteY2" fmla="*/ 1591965 h 2730677"/>
                    <a:gd name="connsiteX3" fmla="*/ 392387 w 884979"/>
                    <a:gd name="connsiteY3" fmla="*/ 1950740 h 2730677"/>
                    <a:gd name="connsiteX4" fmla="*/ 147912 w 884979"/>
                    <a:gd name="connsiteY4" fmla="*/ 2220615 h 2730677"/>
                    <a:gd name="connsiteX5" fmla="*/ 1862 w 884979"/>
                    <a:gd name="connsiteY5" fmla="*/ 2569865 h 2730677"/>
                    <a:gd name="connsiteX6" fmla="*/ 65362 w 884979"/>
                    <a:gd name="connsiteY6" fmla="*/ 2646065 h 2730677"/>
                    <a:gd name="connsiteX7" fmla="*/ 366987 w 884979"/>
                    <a:gd name="connsiteY7" fmla="*/ 2722264 h 2730677"/>
                    <a:gd name="connsiteX8" fmla="*/ 189187 w 884979"/>
                    <a:gd name="connsiteY8" fmla="*/ 2525415 h 2730677"/>
                    <a:gd name="connsiteX9" fmla="*/ 611462 w 884979"/>
                    <a:gd name="connsiteY9" fmla="*/ 2080915 h 2730677"/>
                    <a:gd name="connsiteX10" fmla="*/ 795612 w 884979"/>
                    <a:gd name="connsiteY10" fmla="*/ 1550690 h 2730677"/>
                    <a:gd name="connsiteX11" fmla="*/ 878162 w 884979"/>
                    <a:gd name="connsiteY11" fmla="*/ 1252240 h 2730677"/>
                    <a:gd name="connsiteX12" fmla="*/ 862287 w 884979"/>
                    <a:gd name="connsiteY12" fmla="*/ 1169690 h 2730677"/>
                    <a:gd name="connsiteX13" fmla="*/ 725762 w 884979"/>
                    <a:gd name="connsiteY13" fmla="*/ 1055390 h 2730677"/>
                    <a:gd name="connsiteX14" fmla="*/ 646387 w 884979"/>
                    <a:gd name="connsiteY14" fmla="*/ 839490 h 2730677"/>
                    <a:gd name="connsiteX15" fmla="*/ 859114 w 884979"/>
                    <a:gd name="connsiteY15" fmla="*/ 902993 h 2730677"/>
                    <a:gd name="connsiteX16" fmla="*/ 760690 w 884979"/>
                    <a:gd name="connsiteY16" fmla="*/ 423568 h 2730677"/>
                    <a:gd name="connsiteX17" fmla="*/ 849590 w 884979"/>
                    <a:gd name="connsiteY17" fmla="*/ 356893 h 2730677"/>
                    <a:gd name="connsiteX18" fmla="*/ 884514 w 884979"/>
                    <a:gd name="connsiteY18" fmla="*/ 239418 h 2730677"/>
                    <a:gd name="connsiteX19" fmla="*/ 840065 w 884979"/>
                    <a:gd name="connsiteY19" fmla="*/ 64793 h 2730677"/>
                    <a:gd name="connsiteX20" fmla="*/ 716237 w 884979"/>
                    <a:gd name="connsiteY20" fmla="*/ 1290 h 2730677"/>
                    <a:gd name="connsiteX21" fmla="*/ 522564 w 884979"/>
                    <a:gd name="connsiteY21" fmla="*/ 125117 h 2730677"/>
                    <a:gd name="connsiteX22" fmla="*/ 614639 w 884979"/>
                    <a:gd name="connsiteY22" fmla="*/ 382292 h 2730677"/>
                    <a:gd name="connsiteX23" fmla="*/ 532087 w 884979"/>
                    <a:gd name="connsiteY23" fmla="*/ 541040 h 2730677"/>
                    <a:gd name="connsiteX24" fmla="*/ 468587 w 884979"/>
                    <a:gd name="connsiteY24" fmla="*/ 696615 h 2730677"/>
                    <a:gd name="connsiteX25" fmla="*/ 478114 w 884979"/>
                    <a:gd name="connsiteY25" fmla="*/ 677568 h 2730677"/>
                    <a:gd name="connsiteX26" fmla="*/ 509862 w 88497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30677"/>
                    <a:gd name="connsiteX1" fmla="*/ 429817 w 884309"/>
                    <a:gd name="connsiteY1" fmla="*/ 1293515 h 2730677"/>
                    <a:gd name="connsiteX2" fmla="*/ 448867 w 884309"/>
                    <a:gd name="connsiteY2" fmla="*/ 1591965 h 2730677"/>
                    <a:gd name="connsiteX3" fmla="*/ 391717 w 884309"/>
                    <a:gd name="connsiteY3" fmla="*/ 1950740 h 2730677"/>
                    <a:gd name="connsiteX4" fmla="*/ 147242 w 884309"/>
                    <a:gd name="connsiteY4" fmla="*/ 2220615 h 2730677"/>
                    <a:gd name="connsiteX5" fmla="*/ 1192 w 884309"/>
                    <a:gd name="connsiteY5" fmla="*/ 2569865 h 2730677"/>
                    <a:gd name="connsiteX6" fmla="*/ 77392 w 884309"/>
                    <a:gd name="connsiteY6" fmla="*/ 2652415 h 2730677"/>
                    <a:gd name="connsiteX7" fmla="*/ 366317 w 884309"/>
                    <a:gd name="connsiteY7" fmla="*/ 2722264 h 2730677"/>
                    <a:gd name="connsiteX8" fmla="*/ 188517 w 884309"/>
                    <a:gd name="connsiteY8" fmla="*/ 2525415 h 2730677"/>
                    <a:gd name="connsiteX9" fmla="*/ 610792 w 884309"/>
                    <a:gd name="connsiteY9" fmla="*/ 2080915 h 2730677"/>
                    <a:gd name="connsiteX10" fmla="*/ 794942 w 884309"/>
                    <a:gd name="connsiteY10" fmla="*/ 1550690 h 2730677"/>
                    <a:gd name="connsiteX11" fmla="*/ 877492 w 884309"/>
                    <a:gd name="connsiteY11" fmla="*/ 1252240 h 2730677"/>
                    <a:gd name="connsiteX12" fmla="*/ 861617 w 884309"/>
                    <a:gd name="connsiteY12" fmla="*/ 1169690 h 2730677"/>
                    <a:gd name="connsiteX13" fmla="*/ 725092 w 884309"/>
                    <a:gd name="connsiteY13" fmla="*/ 1055390 h 2730677"/>
                    <a:gd name="connsiteX14" fmla="*/ 645717 w 884309"/>
                    <a:gd name="connsiteY14" fmla="*/ 839490 h 2730677"/>
                    <a:gd name="connsiteX15" fmla="*/ 858444 w 884309"/>
                    <a:gd name="connsiteY15" fmla="*/ 902993 h 2730677"/>
                    <a:gd name="connsiteX16" fmla="*/ 760020 w 884309"/>
                    <a:gd name="connsiteY16" fmla="*/ 423568 h 2730677"/>
                    <a:gd name="connsiteX17" fmla="*/ 848920 w 884309"/>
                    <a:gd name="connsiteY17" fmla="*/ 356893 h 2730677"/>
                    <a:gd name="connsiteX18" fmla="*/ 883844 w 884309"/>
                    <a:gd name="connsiteY18" fmla="*/ 239418 h 2730677"/>
                    <a:gd name="connsiteX19" fmla="*/ 839395 w 884309"/>
                    <a:gd name="connsiteY19" fmla="*/ 64793 h 2730677"/>
                    <a:gd name="connsiteX20" fmla="*/ 715567 w 884309"/>
                    <a:gd name="connsiteY20" fmla="*/ 1290 h 2730677"/>
                    <a:gd name="connsiteX21" fmla="*/ 521894 w 884309"/>
                    <a:gd name="connsiteY21" fmla="*/ 125117 h 2730677"/>
                    <a:gd name="connsiteX22" fmla="*/ 613969 w 884309"/>
                    <a:gd name="connsiteY22" fmla="*/ 382292 h 2730677"/>
                    <a:gd name="connsiteX23" fmla="*/ 531417 w 884309"/>
                    <a:gd name="connsiteY23" fmla="*/ 541040 h 2730677"/>
                    <a:gd name="connsiteX24" fmla="*/ 467917 w 884309"/>
                    <a:gd name="connsiteY24" fmla="*/ 696615 h 2730677"/>
                    <a:gd name="connsiteX25" fmla="*/ 477444 w 884309"/>
                    <a:gd name="connsiteY25" fmla="*/ 677568 h 2730677"/>
                    <a:gd name="connsiteX26" fmla="*/ 509192 w 884309"/>
                    <a:gd name="connsiteY26" fmla="*/ 1071265 h 2730677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22264"/>
                    <a:gd name="connsiteX1" fmla="*/ 429817 w 884309"/>
                    <a:gd name="connsiteY1" fmla="*/ 1293515 h 2722264"/>
                    <a:gd name="connsiteX2" fmla="*/ 448867 w 884309"/>
                    <a:gd name="connsiteY2" fmla="*/ 1591965 h 2722264"/>
                    <a:gd name="connsiteX3" fmla="*/ 391717 w 884309"/>
                    <a:gd name="connsiteY3" fmla="*/ 1950740 h 2722264"/>
                    <a:gd name="connsiteX4" fmla="*/ 147242 w 884309"/>
                    <a:gd name="connsiteY4" fmla="*/ 2220615 h 2722264"/>
                    <a:gd name="connsiteX5" fmla="*/ 1192 w 884309"/>
                    <a:gd name="connsiteY5" fmla="*/ 2569865 h 2722264"/>
                    <a:gd name="connsiteX6" fmla="*/ 77392 w 884309"/>
                    <a:gd name="connsiteY6" fmla="*/ 2652415 h 2722264"/>
                    <a:gd name="connsiteX7" fmla="*/ 366317 w 884309"/>
                    <a:gd name="connsiteY7" fmla="*/ 2722264 h 2722264"/>
                    <a:gd name="connsiteX8" fmla="*/ 188517 w 884309"/>
                    <a:gd name="connsiteY8" fmla="*/ 2525415 h 2722264"/>
                    <a:gd name="connsiteX9" fmla="*/ 610792 w 884309"/>
                    <a:gd name="connsiteY9" fmla="*/ 2080915 h 2722264"/>
                    <a:gd name="connsiteX10" fmla="*/ 794942 w 884309"/>
                    <a:gd name="connsiteY10" fmla="*/ 1550690 h 2722264"/>
                    <a:gd name="connsiteX11" fmla="*/ 877492 w 884309"/>
                    <a:gd name="connsiteY11" fmla="*/ 1252240 h 2722264"/>
                    <a:gd name="connsiteX12" fmla="*/ 861617 w 884309"/>
                    <a:gd name="connsiteY12" fmla="*/ 1169690 h 2722264"/>
                    <a:gd name="connsiteX13" fmla="*/ 725092 w 884309"/>
                    <a:gd name="connsiteY13" fmla="*/ 1055390 h 2722264"/>
                    <a:gd name="connsiteX14" fmla="*/ 645717 w 884309"/>
                    <a:gd name="connsiteY14" fmla="*/ 839490 h 2722264"/>
                    <a:gd name="connsiteX15" fmla="*/ 858444 w 884309"/>
                    <a:gd name="connsiteY15" fmla="*/ 902993 h 2722264"/>
                    <a:gd name="connsiteX16" fmla="*/ 760020 w 884309"/>
                    <a:gd name="connsiteY16" fmla="*/ 423568 h 2722264"/>
                    <a:gd name="connsiteX17" fmla="*/ 848920 w 884309"/>
                    <a:gd name="connsiteY17" fmla="*/ 356893 h 2722264"/>
                    <a:gd name="connsiteX18" fmla="*/ 883844 w 884309"/>
                    <a:gd name="connsiteY18" fmla="*/ 239418 h 2722264"/>
                    <a:gd name="connsiteX19" fmla="*/ 839395 w 884309"/>
                    <a:gd name="connsiteY19" fmla="*/ 64793 h 2722264"/>
                    <a:gd name="connsiteX20" fmla="*/ 715567 w 884309"/>
                    <a:gd name="connsiteY20" fmla="*/ 1290 h 2722264"/>
                    <a:gd name="connsiteX21" fmla="*/ 521894 w 884309"/>
                    <a:gd name="connsiteY21" fmla="*/ 125117 h 2722264"/>
                    <a:gd name="connsiteX22" fmla="*/ 613969 w 884309"/>
                    <a:gd name="connsiteY22" fmla="*/ 382292 h 2722264"/>
                    <a:gd name="connsiteX23" fmla="*/ 531417 w 884309"/>
                    <a:gd name="connsiteY23" fmla="*/ 541040 h 2722264"/>
                    <a:gd name="connsiteX24" fmla="*/ 467917 w 884309"/>
                    <a:gd name="connsiteY24" fmla="*/ 696615 h 2722264"/>
                    <a:gd name="connsiteX25" fmla="*/ 477444 w 884309"/>
                    <a:gd name="connsiteY25" fmla="*/ 677568 h 2722264"/>
                    <a:gd name="connsiteX26" fmla="*/ 509192 w 884309"/>
                    <a:gd name="connsiteY26" fmla="*/ 1071265 h 2722264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12739"/>
                    <a:gd name="connsiteX1" fmla="*/ 429817 w 884309"/>
                    <a:gd name="connsiteY1" fmla="*/ 1293515 h 2712739"/>
                    <a:gd name="connsiteX2" fmla="*/ 448867 w 884309"/>
                    <a:gd name="connsiteY2" fmla="*/ 1591965 h 2712739"/>
                    <a:gd name="connsiteX3" fmla="*/ 391717 w 884309"/>
                    <a:gd name="connsiteY3" fmla="*/ 1950740 h 2712739"/>
                    <a:gd name="connsiteX4" fmla="*/ 147242 w 884309"/>
                    <a:gd name="connsiteY4" fmla="*/ 2220615 h 2712739"/>
                    <a:gd name="connsiteX5" fmla="*/ 1192 w 884309"/>
                    <a:gd name="connsiteY5" fmla="*/ 2569865 h 2712739"/>
                    <a:gd name="connsiteX6" fmla="*/ 77392 w 884309"/>
                    <a:gd name="connsiteY6" fmla="*/ 2652415 h 2712739"/>
                    <a:gd name="connsiteX7" fmla="*/ 366317 w 884309"/>
                    <a:gd name="connsiteY7" fmla="*/ 2712739 h 2712739"/>
                    <a:gd name="connsiteX8" fmla="*/ 188517 w 884309"/>
                    <a:gd name="connsiteY8" fmla="*/ 2525415 h 2712739"/>
                    <a:gd name="connsiteX9" fmla="*/ 610792 w 884309"/>
                    <a:gd name="connsiteY9" fmla="*/ 2080915 h 2712739"/>
                    <a:gd name="connsiteX10" fmla="*/ 794942 w 884309"/>
                    <a:gd name="connsiteY10" fmla="*/ 1550690 h 2712739"/>
                    <a:gd name="connsiteX11" fmla="*/ 877492 w 884309"/>
                    <a:gd name="connsiteY11" fmla="*/ 1252240 h 2712739"/>
                    <a:gd name="connsiteX12" fmla="*/ 861617 w 884309"/>
                    <a:gd name="connsiteY12" fmla="*/ 1169690 h 2712739"/>
                    <a:gd name="connsiteX13" fmla="*/ 725092 w 884309"/>
                    <a:gd name="connsiteY13" fmla="*/ 1055390 h 2712739"/>
                    <a:gd name="connsiteX14" fmla="*/ 645717 w 884309"/>
                    <a:gd name="connsiteY14" fmla="*/ 839490 h 2712739"/>
                    <a:gd name="connsiteX15" fmla="*/ 858444 w 884309"/>
                    <a:gd name="connsiteY15" fmla="*/ 902993 h 2712739"/>
                    <a:gd name="connsiteX16" fmla="*/ 760020 w 884309"/>
                    <a:gd name="connsiteY16" fmla="*/ 423568 h 2712739"/>
                    <a:gd name="connsiteX17" fmla="*/ 848920 w 884309"/>
                    <a:gd name="connsiteY17" fmla="*/ 356893 h 2712739"/>
                    <a:gd name="connsiteX18" fmla="*/ 883844 w 884309"/>
                    <a:gd name="connsiteY18" fmla="*/ 239418 h 2712739"/>
                    <a:gd name="connsiteX19" fmla="*/ 839395 w 884309"/>
                    <a:gd name="connsiteY19" fmla="*/ 64793 h 2712739"/>
                    <a:gd name="connsiteX20" fmla="*/ 715567 w 884309"/>
                    <a:gd name="connsiteY20" fmla="*/ 1290 h 2712739"/>
                    <a:gd name="connsiteX21" fmla="*/ 521894 w 884309"/>
                    <a:gd name="connsiteY21" fmla="*/ 125117 h 2712739"/>
                    <a:gd name="connsiteX22" fmla="*/ 613969 w 884309"/>
                    <a:gd name="connsiteY22" fmla="*/ 382292 h 2712739"/>
                    <a:gd name="connsiteX23" fmla="*/ 531417 w 884309"/>
                    <a:gd name="connsiteY23" fmla="*/ 541040 h 2712739"/>
                    <a:gd name="connsiteX24" fmla="*/ 467917 w 884309"/>
                    <a:gd name="connsiteY24" fmla="*/ 696615 h 2712739"/>
                    <a:gd name="connsiteX25" fmla="*/ 477444 w 884309"/>
                    <a:gd name="connsiteY25" fmla="*/ 677568 h 2712739"/>
                    <a:gd name="connsiteX26" fmla="*/ 509192 w 884309"/>
                    <a:gd name="connsiteY26" fmla="*/ 1071265 h 2712739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610792 w 884309"/>
                    <a:gd name="connsiteY9" fmla="*/ 20809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585392 w 884309"/>
                    <a:gd name="connsiteY9" fmla="*/ 2068215 h 2730417"/>
                    <a:gd name="connsiteX10" fmla="*/ 794942 w 884309"/>
                    <a:gd name="connsiteY10" fmla="*/ 1550690 h 2730417"/>
                    <a:gd name="connsiteX11" fmla="*/ 877492 w 884309"/>
                    <a:gd name="connsiteY11" fmla="*/ 1252240 h 2730417"/>
                    <a:gd name="connsiteX12" fmla="*/ 861617 w 884309"/>
                    <a:gd name="connsiteY12" fmla="*/ 1169690 h 2730417"/>
                    <a:gd name="connsiteX13" fmla="*/ 725092 w 884309"/>
                    <a:gd name="connsiteY13" fmla="*/ 1055390 h 2730417"/>
                    <a:gd name="connsiteX14" fmla="*/ 645717 w 884309"/>
                    <a:gd name="connsiteY14" fmla="*/ 839490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285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5392 w 884309"/>
                    <a:gd name="connsiteY10" fmla="*/ 206821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725092 w 884309"/>
                    <a:gd name="connsiteY14" fmla="*/ 1055390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645717 w 884309"/>
                    <a:gd name="connsiteY15" fmla="*/ 839490 h 2730417"/>
                    <a:gd name="connsiteX16" fmla="*/ 858444 w 884309"/>
                    <a:gd name="connsiteY16" fmla="*/ 902993 h 2730417"/>
                    <a:gd name="connsiteX17" fmla="*/ 760020 w 884309"/>
                    <a:gd name="connsiteY17" fmla="*/ 423568 h 2730417"/>
                    <a:gd name="connsiteX18" fmla="*/ 848920 w 884309"/>
                    <a:gd name="connsiteY18" fmla="*/ 356893 h 2730417"/>
                    <a:gd name="connsiteX19" fmla="*/ 883844 w 884309"/>
                    <a:gd name="connsiteY19" fmla="*/ 239418 h 2730417"/>
                    <a:gd name="connsiteX20" fmla="*/ 839395 w 884309"/>
                    <a:gd name="connsiteY20" fmla="*/ 64793 h 2730417"/>
                    <a:gd name="connsiteX21" fmla="*/ 715567 w 884309"/>
                    <a:gd name="connsiteY21" fmla="*/ 1290 h 2730417"/>
                    <a:gd name="connsiteX22" fmla="*/ 521894 w 884309"/>
                    <a:gd name="connsiteY22" fmla="*/ 125117 h 2730417"/>
                    <a:gd name="connsiteX23" fmla="*/ 613969 w 884309"/>
                    <a:gd name="connsiteY23" fmla="*/ 382292 h 2730417"/>
                    <a:gd name="connsiteX24" fmla="*/ 531417 w 884309"/>
                    <a:gd name="connsiteY24" fmla="*/ 541040 h 2730417"/>
                    <a:gd name="connsiteX25" fmla="*/ 467917 w 884309"/>
                    <a:gd name="connsiteY25" fmla="*/ 696615 h 2730417"/>
                    <a:gd name="connsiteX26" fmla="*/ 477444 w 884309"/>
                    <a:gd name="connsiteY26" fmla="*/ 677568 h 2730417"/>
                    <a:gd name="connsiteX27" fmla="*/ 509192 w 884309"/>
                    <a:gd name="connsiteY27" fmla="*/ 1071265 h 2730417"/>
                    <a:gd name="connsiteX0" fmla="*/ 509192 w 884309"/>
                    <a:gd name="connsiteY0" fmla="*/ 1071265 h 2730417"/>
                    <a:gd name="connsiteX1" fmla="*/ 429817 w 884309"/>
                    <a:gd name="connsiteY1" fmla="*/ 1293515 h 2730417"/>
                    <a:gd name="connsiteX2" fmla="*/ 448867 w 884309"/>
                    <a:gd name="connsiteY2" fmla="*/ 1591965 h 2730417"/>
                    <a:gd name="connsiteX3" fmla="*/ 391717 w 884309"/>
                    <a:gd name="connsiteY3" fmla="*/ 1950740 h 2730417"/>
                    <a:gd name="connsiteX4" fmla="*/ 147242 w 884309"/>
                    <a:gd name="connsiteY4" fmla="*/ 2220615 h 2730417"/>
                    <a:gd name="connsiteX5" fmla="*/ 1192 w 884309"/>
                    <a:gd name="connsiteY5" fmla="*/ 2569865 h 2730417"/>
                    <a:gd name="connsiteX6" fmla="*/ 77392 w 884309"/>
                    <a:gd name="connsiteY6" fmla="*/ 2652415 h 2730417"/>
                    <a:gd name="connsiteX7" fmla="*/ 366317 w 884309"/>
                    <a:gd name="connsiteY7" fmla="*/ 2712739 h 2730417"/>
                    <a:gd name="connsiteX8" fmla="*/ 188517 w 884309"/>
                    <a:gd name="connsiteY8" fmla="*/ 2525415 h 2730417"/>
                    <a:gd name="connsiteX9" fmla="*/ 347270 w 884309"/>
                    <a:gd name="connsiteY9" fmla="*/ 2303169 h 2730417"/>
                    <a:gd name="connsiteX10" fmla="*/ 588567 w 884309"/>
                    <a:gd name="connsiteY10" fmla="*/ 2061865 h 2730417"/>
                    <a:gd name="connsiteX11" fmla="*/ 794942 w 884309"/>
                    <a:gd name="connsiteY11" fmla="*/ 1550690 h 2730417"/>
                    <a:gd name="connsiteX12" fmla="*/ 877492 w 884309"/>
                    <a:gd name="connsiteY12" fmla="*/ 1252240 h 2730417"/>
                    <a:gd name="connsiteX13" fmla="*/ 861617 w 884309"/>
                    <a:gd name="connsiteY13" fmla="*/ 1169690 h 2730417"/>
                    <a:gd name="connsiteX14" fmla="*/ 826692 w 884309"/>
                    <a:gd name="connsiteY14" fmla="*/ 1052215 h 2730417"/>
                    <a:gd name="connsiteX15" fmla="*/ 858444 w 884309"/>
                    <a:gd name="connsiteY15" fmla="*/ 902993 h 2730417"/>
                    <a:gd name="connsiteX16" fmla="*/ 760020 w 884309"/>
                    <a:gd name="connsiteY16" fmla="*/ 423568 h 2730417"/>
                    <a:gd name="connsiteX17" fmla="*/ 848920 w 884309"/>
                    <a:gd name="connsiteY17" fmla="*/ 356893 h 2730417"/>
                    <a:gd name="connsiteX18" fmla="*/ 883844 w 884309"/>
                    <a:gd name="connsiteY18" fmla="*/ 239418 h 2730417"/>
                    <a:gd name="connsiteX19" fmla="*/ 839395 w 884309"/>
                    <a:gd name="connsiteY19" fmla="*/ 64793 h 2730417"/>
                    <a:gd name="connsiteX20" fmla="*/ 715567 w 884309"/>
                    <a:gd name="connsiteY20" fmla="*/ 1290 h 2730417"/>
                    <a:gd name="connsiteX21" fmla="*/ 521894 w 884309"/>
                    <a:gd name="connsiteY21" fmla="*/ 125117 h 2730417"/>
                    <a:gd name="connsiteX22" fmla="*/ 613969 w 884309"/>
                    <a:gd name="connsiteY22" fmla="*/ 382292 h 2730417"/>
                    <a:gd name="connsiteX23" fmla="*/ 531417 w 884309"/>
                    <a:gd name="connsiteY23" fmla="*/ 541040 h 2730417"/>
                    <a:gd name="connsiteX24" fmla="*/ 467917 w 884309"/>
                    <a:gd name="connsiteY24" fmla="*/ 696615 h 2730417"/>
                    <a:gd name="connsiteX25" fmla="*/ 477444 w 884309"/>
                    <a:gd name="connsiteY25" fmla="*/ 677568 h 2730417"/>
                    <a:gd name="connsiteX26" fmla="*/ 509192 w 884309"/>
                    <a:gd name="connsiteY26" fmla="*/ 1071265 h 2730417"/>
                    <a:gd name="connsiteX0" fmla="*/ 509192 w 900803"/>
                    <a:gd name="connsiteY0" fmla="*/ 1071265 h 2730417"/>
                    <a:gd name="connsiteX1" fmla="*/ 429817 w 900803"/>
                    <a:gd name="connsiteY1" fmla="*/ 1293515 h 2730417"/>
                    <a:gd name="connsiteX2" fmla="*/ 448867 w 900803"/>
                    <a:gd name="connsiteY2" fmla="*/ 1591965 h 2730417"/>
                    <a:gd name="connsiteX3" fmla="*/ 391717 w 900803"/>
                    <a:gd name="connsiteY3" fmla="*/ 1950740 h 2730417"/>
                    <a:gd name="connsiteX4" fmla="*/ 147242 w 900803"/>
                    <a:gd name="connsiteY4" fmla="*/ 2220615 h 2730417"/>
                    <a:gd name="connsiteX5" fmla="*/ 1192 w 900803"/>
                    <a:gd name="connsiteY5" fmla="*/ 2569865 h 2730417"/>
                    <a:gd name="connsiteX6" fmla="*/ 77392 w 900803"/>
                    <a:gd name="connsiteY6" fmla="*/ 2652415 h 2730417"/>
                    <a:gd name="connsiteX7" fmla="*/ 366317 w 900803"/>
                    <a:gd name="connsiteY7" fmla="*/ 2712739 h 2730417"/>
                    <a:gd name="connsiteX8" fmla="*/ 188517 w 900803"/>
                    <a:gd name="connsiteY8" fmla="*/ 2525415 h 2730417"/>
                    <a:gd name="connsiteX9" fmla="*/ 347270 w 900803"/>
                    <a:gd name="connsiteY9" fmla="*/ 2303169 h 2730417"/>
                    <a:gd name="connsiteX10" fmla="*/ 588567 w 900803"/>
                    <a:gd name="connsiteY10" fmla="*/ 2061865 h 2730417"/>
                    <a:gd name="connsiteX11" fmla="*/ 794942 w 900803"/>
                    <a:gd name="connsiteY11" fmla="*/ 1550690 h 2730417"/>
                    <a:gd name="connsiteX12" fmla="*/ 877492 w 900803"/>
                    <a:gd name="connsiteY12" fmla="*/ 1252240 h 2730417"/>
                    <a:gd name="connsiteX13" fmla="*/ 861617 w 900803"/>
                    <a:gd name="connsiteY13" fmla="*/ 1169690 h 2730417"/>
                    <a:gd name="connsiteX14" fmla="*/ 826692 w 900803"/>
                    <a:gd name="connsiteY14" fmla="*/ 1052215 h 2730417"/>
                    <a:gd name="connsiteX15" fmla="*/ 899719 w 900803"/>
                    <a:gd name="connsiteY15" fmla="*/ 782343 h 2730417"/>
                    <a:gd name="connsiteX16" fmla="*/ 760020 w 900803"/>
                    <a:gd name="connsiteY16" fmla="*/ 423568 h 2730417"/>
                    <a:gd name="connsiteX17" fmla="*/ 848920 w 900803"/>
                    <a:gd name="connsiteY17" fmla="*/ 356893 h 2730417"/>
                    <a:gd name="connsiteX18" fmla="*/ 883844 w 900803"/>
                    <a:gd name="connsiteY18" fmla="*/ 239418 h 2730417"/>
                    <a:gd name="connsiteX19" fmla="*/ 839395 w 900803"/>
                    <a:gd name="connsiteY19" fmla="*/ 64793 h 2730417"/>
                    <a:gd name="connsiteX20" fmla="*/ 715567 w 900803"/>
                    <a:gd name="connsiteY20" fmla="*/ 1290 h 2730417"/>
                    <a:gd name="connsiteX21" fmla="*/ 521894 w 900803"/>
                    <a:gd name="connsiteY21" fmla="*/ 125117 h 2730417"/>
                    <a:gd name="connsiteX22" fmla="*/ 613969 w 900803"/>
                    <a:gd name="connsiteY22" fmla="*/ 382292 h 2730417"/>
                    <a:gd name="connsiteX23" fmla="*/ 531417 w 900803"/>
                    <a:gd name="connsiteY23" fmla="*/ 541040 h 2730417"/>
                    <a:gd name="connsiteX24" fmla="*/ 467917 w 900803"/>
                    <a:gd name="connsiteY24" fmla="*/ 696615 h 2730417"/>
                    <a:gd name="connsiteX25" fmla="*/ 477444 w 900803"/>
                    <a:gd name="connsiteY25" fmla="*/ 677568 h 2730417"/>
                    <a:gd name="connsiteX26" fmla="*/ 509192 w 900803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29817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8867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477444 w 899719"/>
                    <a:gd name="connsiteY25" fmla="*/ 677568 h 2730417"/>
                    <a:gd name="connsiteX26" fmla="*/ 509192 w 899719"/>
                    <a:gd name="connsiteY26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1265 h 2730417"/>
                    <a:gd name="connsiteX1" fmla="*/ 444105 w 899719"/>
                    <a:gd name="connsiteY1" fmla="*/ 1293515 h 2730417"/>
                    <a:gd name="connsiteX2" fmla="*/ 440929 w 899719"/>
                    <a:gd name="connsiteY2" fmla="*/ 1591965 h 2730417"/>
                    <a:gd name="connsiteX3" fmla="*/ 391717 w 899719"/>
                    <a:gd name="connsiteY3" fmla="*/ 1950740 h 2730417"/>
                    <a:gd name="connsiteX4" fmla="*/ 147242 w 899719"/>
                    <a:gd name="connsiteY4" fmla="*/ 2220615 h 2730417"/>
                    <a:gd name="connsiteX5" fmla="*/ 1192 w 899719"/>
                    <a:gd name="connsiteY5" fmla="*/ 2569865 h 2730417"/>
                    <a:gd name="connsiteX6" fmla="*/ 77392 w 899719"/>
                    <a:gd name="connsiteY6" fmla="*/ 2652415 h 2730417"/>
                    <a:gd name="connsiteX7" fmla="*/ 366317 w 899719"/>
                    <a:gd name="connsiteY7" fmla="*/ 2712739 h 2730417"/>
                    <a:gd name="connsiteX8" fmla="*/ 188517 w 899719"/>
                    <a:gd name="connsiteY8" fmla="*/ 2525415 h 2730417"/>
                    <a:gd name="connsiteX9" fmla="*/ 347270 w 899719"/>
                    <a:gd name="connsiteY9" fmla="*/ 2303169 h 2730417"/>
                    <a:gd name="connsiteX10" fmla="*/ 588567 w 899719"/>
                    <a:gd name="connsiteY10" fmla="*/ 2061865 h 2730417"/>
                    <a:gd name="connsiteX11" fmla="*/ 794942 w 899719"/>
                    <a:gd name="connsiteY11" fmla="*/ 1550690 h 2730417"/>
                    <a:gd name="connsiteX12" fmla="*/ 877492 w 899719"/>
                    <a:gd name="connsiteY12" fmla="*/ 1252240 h 2730417"/>
                    <a:gd name="connsiteX13" fmla="*/ 861617 w 899719"/>
                    <a:gd name="connsiteY13" fmla="*/ 1169690 h 2730417"/>
                    <a:gd name="connsiteX14" fmla="*/ 826692 w 899719"/>
                    <a:gd name="connsiteY14" fmla="*/ 1052215 h 2730417"/>
                    <a:gd name="connsiteX15" fmla="*/ 899719 w 899719"/>
                    <a:gd name="connsiteY15" fmla="*/ 782343 h 2730417"/>
                    <a:gd name="connsiteX16" fmla="*/ 760020 w 899719"/>
                    <a:gd name="connsiteY16" fmla="*/ 423568 h 2730417"/>
                    <a:gd name="connsiteX17" fmla="*/ 848920 w 899719"/>
                    <a:gd name="connsiteY17" fmla="*/ 356893 h 2730417"/>
                    <a:gd name="connsiteX18" fmla="*/ 883844 w 899719"/>
                    <a:gd name="connsiteY18" fmla="*/ 239418 h 2730417"/>
                    <a:gd name="connsiteX19" fmla="*/ 839395 w 899719"/>
                    <a:gd name="connsiteY19" fmla="*/ 64793 h 2730417"/>
                    <a:gd name="connsiteX20" fmla="*/ 715567 w 899719"/>
                    <a:gd name="connsiteY20" fmla="*/ 1290 h 2730417"/>
                    <a:gd name="connsiteX21" fmla="*/ 521894 w 899719"/>
                    <a:gd name="connsiteY21" fmla="*/ 125117 h 2730417"/>
                    <a:gd name="connsiteX22" fmla="*/ 613969 w 899719"/>
                    <a:gd name="connsiteY22" fmla="*/ 382292 h 2730417"/>
                    <a:gd name="connsiteX23" fmla="*/ 531417 w 899719"/>
                    <a:gd name="connsiteY23" fmla="*/ 541040 h 2730417"/>
                    <a:gd name="connsiteX24" fmla="*/ 467917 w 899719"/>
                    <a:gd name="connsiteY24" fmla="*/ 696615 h 2730417"/>
                    <a:gd name="connsiteX25" fmla="*/ 509192 w 899719"/>
                    <a:gd name="connsiteY25" fmla="*/ 1071265 h 2730417"/>
                    <a:gd name="connsiteX0" fmla="*/ 509192 w 899719"/>
                    <a:gd name="connsiteY0" fmla="*/ 1070018 h 2729170"/>
                    <a:gd name="connsiteX1" fmla="*/ 444105 w 899719"/>
                    <a:gd name="connsiteY1" fmla="*/ 1292268 h 2729170"/>
                    <a:gd name="connsiteX2" fmla="*/ 440929 w 899719"/>
                    <a:gd name="connsiteY2" fmla="*/ 1590718 h 2729170"/>
                    <a:gd name="connsiteX3" fmla="*/ 391717 w 899719"/>
                    <a:gd name="connsiteY3" fmla="*/ 1949493 h 2729170"/>
                    <a:gd name="connsiteX4" fmla="*/ 147242 w 899719"/>
                    <a:gd name="connsiteY4" fmla="*/ 2219368 h 2729170"/>
                    <a:gd name="connsiteX5" fmla="*/ 1192 w 899719"/>
                    <a:gd name="connsiteY5" fmla="*/ 2568618 h 2729170"/>
                    <a:gd name="connsiteX6" fmla="*/ 77392 w 899719"/>
                    <a:gd name="connsiteY6" fmla="*/ 2651168 h 2729170"/>
                    <a:gd name="connsiteX7" fmla="*/ 366317 w 899719"/>
                    <a:gd name="connsiteY7" fmla="*/ 2711492 h 2729170"/>
                    <a:gd name="connsiteX8" fmla="*/ 188517 w 899719"/>
                    <a:gd name="connsiteY8" fmla="*/ 2524168 h 2729170"/>
                    <a:gd name="connsiteX9" fmla="*/ 347270 w 899719"/>
                    <a:gd name="connsiteY9" fmla="*/ 2301922 h 2729170"/>
                    <a:gd name="connsiteX10" fmla="*/ 588567 w 899719"/>
                    <a:gd name="connsiteY10" fmla="*/ 2060618 h 2729170"/>
                    <a:gd name="connsiteX11" fmla="*/ 794942 w 899719"/>
                    <a:gd name="connsiteY11" fmla="*/ 1549443 h 2729170"/>
                    <a:gd name="connsiteX12" fmla="*/ 877492 w 899719"/>
                    <a:gd name="connsiteY12" fmla="*/ 1250993 h 2729170"/>
                    <a:gd name="connsiteX13" fmla="*/ 861617 w 899719"/>
                    <a:gd name="connsiteY13" fmla="*/ 1168443 h 2729170"/>
                    <a:gd name="connsiteX14" fmla="*/ 826692 w 899719"/>
                    <a:gd name="connsiteY14" fmla="*/ 1050968 h 2729170"/>
                    <a:gd name="connsiteX15" fmla="*/ 899719 w 899719"/>
                    <a:gd name="connsiteY15" fmla="*/ 781096 h 2729170"/>
                    <a:gd name="connsiteX16" fmla="*/ 760020 w 899719"/>
                    <a:gd name="connsiteY16" fmla="*/ 422321 h 2729170"/>
                    <a:gd name="connsiteX17" fmla="*/ 848920 w 899719"/>
                    <a:gd name="connsiteY17" fmla="*/ 355646 h 2729170"/>
                    <a:gd name="connsiteX18" fmla="*/ 883844 w 899719"/>
                    <a:gd name="connsiteY18" fmla="*/ 238171 h 2729170"/>
                    <a:gd name="connsiteX19" fmla="*/ 839395 w 899719"/>
                    <a:gd name="connsiteY19" fmla="*/ 63546 h 2729170"/>
                    <a:gd name="connsiteX20" fmla="*/ 715567 w 899719"/>
                    <a:gd name="connsiteY20" fmla="*/ 43 h 2729170"/>
                    <a:gd name="connsiteX21" fmla="*/ 525069 w 899719"/>
                    <a:gd name="connsiteY21" fmla="*/ 73070 h 2729170"/>
                    <a:gd name="connsiteX22" fmla="*/ 613969 w 899719"/>
                    <a:gd name="connsiteY22" fmla="*/ 381045 h 2729170"/>
                    <a:gd name="connsiteX23" fmla="*/ 531417 w 899719"/>
                    <a:gd name="connsiteY23" fmla="*/ 539793 h 2729170"/>
                    <a:gd name="connsiteX24" fmla="*/ 467917 w 899719"/>
                    <a:gd name="connsiteY24" fmla="*/ 695368 h 2729170"/>
                    <a:gd name="connsiteX25" fmla="*/ 509192 w 899719"/>
                    <a:gd name="connsiteY25" fmla="*/ 1070018 h 2729170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70782 h 2729934"/>
                    <a:gd name="connsiteX1" fmla="*/ 444105 w 899719"/>
                    <a:gd name="connsiteY1" fmla="*/ 1293032 h 2729934"/>
                    <a:gd name="connsiteX2" fmla="*/ 440929 w 899719"/>
                    <a:gd name="connsiteY2" fmla="*/ 1591482 h 2729934"/>
                    <a:gd name="connsiteX3" fmla="*/ 391717 w 899719"/>
                    <a:gd name="connsiteY3" fmla="*/ 1950257 h 2729934"/>
                    <a:gd name="connsiteX4" fmla="*/ 147242 w 899719"/>
                    <a:gd name="connsiteY4" fmla="*/ 2220132 h 2729934"/>
                    <a:gd name="connsiteX5" fmla="*/ 1192 w 899719"/>
                    <a:gd name="connsiteY5" fmla="*/ 2569382 h 2729934"/>
                    <a:gd name="connsiteX6" fmla="*/ 77392 w 899719"/>
                    <a:gd name="connsiteY6" fmla="*/ 2651932 h 2729934"/>
                    <a:gd name="connsiteX7" fmla="*/ 366317 w 899719"/>
                    <a:gd name="connsiteY7" fmla="*/ 2712256 h 2729934"/>
                    <a:gd name="connsiteX8" fmla="*/ 188517 w 899719"/>
                    <a:gd name="connsiteY8" fmla="*/ 2524932 h 2729934"/>
                    <a:gd name="connsiteX9" fmla="*/ 347270 w 899719"/>
                    <a:gd name="connsiteY9" fmla="*/ 2302686 h 2729934"/>
                    <a:gd name="connsiteX10" fmla="*/ 588567 w 899719"/>
                    <a:gd name="connsiteY10" fmla="*/ 2061382 h 2729934"/>
                    <a:gd name="connsiteX11" fmla="*/ 794942 w 899719"/>
                    <a:gd name="connsiteY11" fmla="*/ 1550207 h 2729934"/>
                    <a:gd name="connsiteX12" fmla="*/ 877492 w 899719"/>
                    <a:gd name="connsiteY12" fmla="*/ 1251757 h 2729934"/>
                    <a:gd name="connsiteX13" fmla="*/ 861617 w 899719"/>
                    <a:gd name="connsiteY13" fmla="*/ 1169207 h 2729934"/>
                    <a:gd name="connsiteX14" fmla="*/ 826692 w 899719"/>
                    <a:gd name="connsiteY14" fmla="*/ 1051732 h 2729934"/>
                    <a:gd name="connsiteX15" fmla="*/ 899719 w 899719"/>
                    <a:gd name="connsiteY15" fmla="*/ 781860 h 2729934"/>
                    <a:gd name="connsiteX16" fmla="*/ 760020 w 899719"/>
                    <a:gd name="connsiteY16" fmla="*/ 423085 h 2729934"/>
                    <a:gd name="connsiteX17" fmla="*/ 848920 w 899719"/>
                    <a:gd name="connsiteY17" fmla="*/ 356410 h 2729934"/>
                    <a:gd name="connsiteX18" fmla="*/ 883844 w 899719"/>
                    <a:gd name="connsiteY18" fmla="*/ 238935 h 2729934"/>
                    <a:gd name="connsiteX19" fmla="*/ 839395 w 899719"/>
                    <a:gd name="connsiteY19" fmla="*/ 64310 h 2729934"/>
                    <a:gd name="connsiteX20" fmla="*/ 715567 w 899719"/>
                    <a:gd name="connsiteY20" fmla="*/ 807 h 2729934"/>
                    <a:gd name="connsiteX21" fmla="*/ 523481 w 899719"/>
                    <a:gd name="connsiteY21" fmla="*/ 110347 h 2729934"/>
                    <a:gd name="connsiteX22" fmla="*/ 613969 w 899719"/>
                    <a:gd name="connsiteY22" fmla="*/ 381809 h 2729934"/>
                    <a:gd name="connsiteX23" fmla="*/ 531417 w 899719"/>
                    <a:gd name="connsiteY23" fmla="*/ 540557 h 2729934"/>
                    <a:gd name="connsiteX24" fmla="*/ 467917 w 899719"/>
                    <a:gd name="connsiteY24" fmla="*/ 696132 h 2729934"/>
                    <a:gd name="connsiteX25" fmla="*/ 509192 w 899719"/>
                    <a:gd name="connsiteY25" fmla="*/ 1070782 h 2729934"/>
                    <a:gd name="connsiteX0" fmla="*/ 509192 w 899719"/>
                    <a:gd name="connsiteY0" fmla="*/ 1088051 h 2747203"/>
                    <a:gd name="connsiteX1" fmla="*/ 444105 w 899719"/>
                    <a:gd name="connsiteY1" fmla="*/ 1310301 h 2747203"/>
                    <a:gd name="connsiteX2" fmla="*/ 440929 w 899719"/>
                    <a:gd name="connsiteY2" fmla="*/ 1608751 h 2747203"/>
                    <a:gd name="connsiteX3" fmla="*/ 391717 w 899719"/>
                    <a:gd name="connsiteY3" fmla="*/ 1967526 h 2747203"/>
                    <a:gd name="connsiteX4" fmla="*/ 147242 w 899719"/>
                    <a:gd name="connsiteY4" fmla="*/ 2237401 h 2747203"/>
                    <a:gd name="connsiteX5" fmla="*/ 1192 w 899719"/>
                    <a:gd name="connsiteY5" fmla="*/ 2586651 h 2747203"/>
                    <a:gd name="connsiteX6" fmla="*/ 77392 w 899719"/>
                    <a:gd name="connsiteY6" fmla="*/ 2669201 h 2747203"/>
                    <a:gd name="connsiteX7" fmla="*/ 366317 w 899719"/>
                    <a:gd name="connsiteY7" fmla="*/ 2729525 h 2747203"/>
                    <a:gd name="connsiteX8" fmla="*/ 188517 w 899719"/>
                    <a:gd name="connsiteY8" fmla="*/ 2542201 h 2747203"/>
                    <a:gd name="connsiteX9" fmla="*/ 347270 w 899719"/>
                    <a:gd name="connsiteY9" fmla="*/ 2319955 h 2747203"/>
                    <a:gd name="connsiteX10" fmla="*/ 588567 w 899719"/>
                    <a:gd name="connsiteY10" fmla="*/ 2078651 h 2747203"/>
                    <a:gd name="connsiteX11" fmla="*/ 794942 w 899719"/>
                    <a:gd name="connsiteY11" fmla="*/ 1567476 h 2747203"/>
                    <a:gd name="connsiteX12" fmla="*/ 877492 w 899719"/>
                    <a:gd name="connsiteY12" fmla="*/ 1269026 h 2747203"/>
                    <a:gd name="connsiteX13" fmla="*/ 861617 w 899719"/>
                    <a:gd name="connsiteY13" fmla="*/ 1186476 h 2747203"/>
                    <a:gd name="connsiteX14" fmla="*/ 826692 w 899719"/>
                    <a:gd name="connsiteY14" fmla="*/ 1069001 h 2747203"/>
                    <a:gd name="connsiteX15" fmla="*/ 899719 w 899719"/>
                    <a:gd name="connsiteY15" fmla="*/ 799129 h 2747203"/>
                    <a:gd name="connsiteX16" fmla="*/ 760020 w 899719"/>
                    <a:gd name="connsiteY16" fmla="*/ 440354 h 2747203"/>
                    <a:gd name="connsiteX17" fmla="*/ 848920 w 899719"/>
                    <a:gd name="connsiteY17" fmla="*/ 373679 h 2747203"/>
                    <a:gd name="connsiteX18" fmla="*/ 883844 w 899719"/>
                    <a:gd name="connsiteY18" fmla="*/ 256204 h 2747203"/>
                    <a:gd name="connsiteX19" fmla="*/ 839395 w 899719"/>
                    <a:gd name="connsiteY19" fmla="*/ 81579 h 2747203"/>
                    <a:gd name="connsiteX20" fmla="*/ 663179 w 899719"/>
                    <a:gd name="connsiteY20" fmla="*/ 613 h 2747203"/>
                    <a:gd name="connsiteX21" fmla="*/ 523481 w 899719"/>
                    <a:gd name="connsiteY21" fmla="*/ 127616 h 2747203"/>
                    <a:gd name="connsiteX22" fmla="*/ 613969 w 899719"/>
                    <a:gd name="connsiteY22" fmla="*/ 399078 h 2747203"/>
                    <a:gd name="connsiteX23" fmla="*/ 531417 w 899719"/>
                    <a:gd name="connsiteY23" fmla="*/ 557826 h 2747203"/>
                    <a:gd name="connsiteX24" fmla="*/ 467917 w 899719"/>
                    <a:gd name="connsiteY24" fmla="*/ 713401 h 2747203"/>
                    <a:gd name="connsiteX25" fmla="*/ 509192 w 899719"/>
                    <a:gd name="connsiteY25" fmla="*/ 1088051 h 2747203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275 h 2748427"/>
                    <a:gd name="connsiteX1" fmla="*/ 444105 w 899719"/>
                    <a:gd name="connsiteY1" fmla="*/ 1311525 h 2748427"/>
                    <a:gd name="connsiteX2" fmla="*/ 440929 w 899719"/>
                    <a:gd name="connsiteY2" fmla="*/ 1609975 h 2748427"/>
                    <a:gd name="connsiteX3" fmla="*/ 391717 w 899719"/>
                    <a:gd name="connsiteY3" fmla="*/ 1968750 h 2748427"/>
                    <a:gd name="connsiteX4" fmla="*/ 147242 w 899719"/>
                    <a:gd name="connsiteY4" fmla="*/ 2238625 h 2748427"/>
                    <a:gd name="connsiteX5" fmla="*/ 1192 w 899719"/>
                    <a:gd name="connsiteY5" fmla="*/ 2587875 h 2748427"/>
                    <a:gd name="connsiteX6" fmla="*/ 77392 w 899719"/>
                    <a:gd name="connsiteY6" fmla="*/ 2670425 h 2748427"/>
                    <a:gd name="connsiteX7" fmla="*/ 366317 w 899719"/>
                    <a:gd name="connsiteY7" fmla="*/ 2730749 h 2748427"/>
                    <a:gd name="connsiteX8" fmla="*/ 188517 w 899719"/>
                    <a:gd name="connsiteY8" fmla="*/ 2543425 h 2748427"/>
                    <a:gd name="connsiteX9" fmla="*/ 347270 w 899719"/>
                    <a:gd name="connsiteY9" fmla="*/ 2321179 h 2748427"/>
                    <a:gd name="connsiteX10" fmla="*/ 588567 w 899719"/>
                    <a:gd name="connsiteY10" fmla="*/ 2079875 h 2748427"/>
                    <a:gd name="connsiteX11" fmla="*/ 794942 w 899719"/>
                    <a:gd name="connsiteY11" fmla="*/ 1568700 h 2748427"/>
                    <a:gd name="connsiteX12" fmla="*/ 877492 w 899719"/>
                    <a:gd name="connsiteY12" fmla="*/ 1270250 h 2748427"/>
                    <a:gd name="connsiteX13" fmla="*/ 861617 w 899719"/>
                    <a:gd name="connsiteY13" fmla="*/ 1187700 h 2748427"/>
                    <a:gd name="connsiteX14" fmla="*/ 826692 w 899719"/>
                    <a:gd name="connsiteY14" fmla="*/ 1070225 h 2748427"/>
                    <a:gd name="connsiteX15" fmla="*/ 899719 w 899719"/>
                    <a:gd name="connsiteY15" fmla="*/ 800353 h 2748427"/>
                    <a:gd name="connsiteX16" fmla="*/ 760020 w 899719"/>
                    <a:gd name="connsiteY16" fmla="*/ 441578 h 2748427"/>
                    <a:gd name="connsiteX17" fmla="*/ 848920 w 899719"/>
                    <a:gd name="connsiteY17" fmla="*/ 374903 h 2748427"/>
                    <a:gd name="connsiteX18" fmla="*/ 883844 w 899719"/>
                    <a:gd name="connsiteY18" fmla="*/ 257428 h 2748427"/>
                    <a:gd name="connsiteX19" fmla="*/ 839395 w 899719"/>
                    <a:gd name="connsiteY19" fmla="*/ 82803 h 2748427"/>
                    <a:gd name="connsiteX20" fmla="*/ 663179 w 899719"/>
                    <a:gd name="connsiteY20" fmla="*/ 1837 h 2748427"/>
                    <a:gd name="connsiteX21" fmla="*/ 518719 w 899719"/>
                    <a:gd name="connsiteY21" fmla="*/ 168528 h 2748427"/>
                    <a:gd name="connsiteX22" fmla="*/ 613969 w 899719"/>
                    <a:gd name="connsiteY22" fmla="*/ 400302 h 2748427"/>
                    <a:gd name="connsiteX23" fmla="*/ 531417 w 899719"/>
                    <a:gd name="connsiteY23" fmla="*/ 559050 h 2748427"/>
                    <a:gd name="connsiteX24" fmla="*/ 467917 w 899719"/>
                    <a:gd name="connsiteY24" fmla="*/ 714625 h 2748427"/>
                    <a:gd name="connsiteX25" fmla="*/ 509192 w 899719"/>
                    <a:gd name="connsiteY25" fmla="*/ 1089275 h 2748427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9731 h 2748883"/>
                    <a:gd name="connsiteX1" fmla="*/ 444105 w 899719"/>
                    <a:gd name="connsiteY1" fmla="*/ 1311981 h 2748883"/>
                    <a:gd name="connsiteX2" fmla="*/ 440929 w 899719"/>
                    <a:gd name="connsiteY2" fmla="*/ 1610431 h 2748883"/>
                    <a:gd name="connsiteX3" fmla="*/ 391717 w 899719"/>
                    <a:gd name="connsiteY3" fmla="*/ 1969206 h 2748883"/>
                    <a:gd name="connsiteX4" fmla="*/ 147242 w 899719"/>
                    <a:gd name="connsiteY4" fmla="*/ 2239081 h 2748883"/>
                    <a:gd name="connsiteX5" fmla="*/ 1192 w 899719"/>
                    <a:gd name="connsiteY5" fmla="*/ 2588331 h 2748883"/>
                    <a:gd name="connsiteX6" fmla="*/ 77392 w 899719"/>
                    <a:gd name="connsiteY6" fmla="*/ 2670881 h 2748883"/>
                    <a:gd name="connsiteX7" fmla="*/ 366317 w 899719"/>
                    <a:gd name="connsiteY7" fmla="*/ 2731205 h 2748883"/>
                    <a:gd name="connsiteX8" fmla="*/ 188517 w 899719"/>
                    <a:gd name="connsiteY8" fmla="*/ 2543881 h 2748883"/>
                    <a:gd name="connsiteX9" fmla="*/ 347270 w 899719"/>
                    <a:gd name="connsiteY9" fmla="*/ 2321635 h 2748883"/>
                    <a:gd name="connsiteX10" fmla="*/ 588567 w 899719"/>
                    <a:gd name="connsiteY10" fmla="*/ 2080331 h 2748883"/>
                    <a:gd name="connsiteX11" fmla="*/ 794942 w 899719"/>
                    <a:gd name="connsiteY11" fmla="*/ 1569156 h 2748883"/>
                    <a:gd name="connsiteX12" fmla="*/ 877492 w 899719"/>
                    <a:gd name="connsiteY12" fmla="*/ 1270706 h 2748883"/>
                    <a:gd name="connsiteX13" fmla="*/ 861617 w 899719"/>
                    <a:gd name="connsiteY13" fmla="*/ 1188156 h 2748883"/>
                    <a:gd name="connsiteX14" fmla="*/ 826692 w 899719"/>
                    <a:gd name="connsiteY14" fmla="*/ 1070681 h 2748883"/>
                    <a:gd name="connsiteX15" fmla="*/ 899719 w 899719"/>
                    <a:gd name="connsiteY15" fmla="*/ 800809 h 2748883"/>
                    <a:gd name="connsiteX16" fmla="*/ 760020 w 899719"/>
                    <a:gd name="connsiteY16" fmla="*/ 442034 h 2748883"/>
                    <a:gd name="connsiteX17" fmla="*/ 848920 w 899719"/>
                    <a:gd name="connsiteY17" fmla="*/ 375359 h 2748883"/>
                    <a:gd name="connsiteX18" fmla="*/ 883844 w 899719"/>
                    <a:gd name="connsiteY18" fmla="*/ 257884 h 2748883"/>
                    <a:gd name="connsiteX19" fmla="*/ 839395 w 899719"/>
                    <a:gd name="connsiteY19" fmla="*/ 83259 h 2748883"/>
                    <a:gd name="connsiteX20" fmla="*/ 663179 w 899719"/>
                    <a:gd name="connsiteY20" fmla="*/ 2293 h 2748883"/>
                    <a:gd name="connsiteX21" fmla="*/ 518719 w 899719"/>
                    <a:gd name="connsiteY21" fmla="*/ 168984 h 2748883"/>
                    <a:gd name="connsiteX22" fmla="*/ 613969 w 899719"/>
                    <a:gd name="connsiteY22" fmla="*/ 400758 h 2748883"/>
                    <a:gd name="connsiteX23" fmla="*/ 531417 w 899719"/>
                    <a:gd name="connsiteY23" fmla="*/ 559506 h 2748883"/>
                    <a:gd name="connsiteX24" fmla="*/ 467917 w 899719"/>
                    <a:gd name="connsiteY24" fmla="*/ 715081 h 2748883"/>
                    <a:gd name="connsiteX25" fmla="*/ 509192 w 899719"/>
                    <a:gd name="connsiteY25" fmla="*/ 1089731 h 2748883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61617 w 899719"/>
                    <a:gd name="connsiteY13" fmla="*/ 1187029 h 2747756"/>
                    <a:gd name="connsiteX14" fmla="*/ 826692 w 899719"/>
                    <a:gd name="connsiteY14" fmla="*/ 1069554 h 2747756"/>
                    <a:gd name="connsiteX15" fmla="*/ 899719 w 899719"/>
                    <a:gd name="connsiteY15" fmla="*/ 799682 h 2747756"/>
                    <a:gd name="connsiteX16" fmla="*/ 760020 w 899719"/>
                    <a:gd name="connsiteY16" fmla="*/ 440907 h 2747756"/>
                    <a:gd name="connsiteX17" fmla="*/ 848920 w 899719"/>
                    <a:gd name="connsiteY17" fmla="*/ 374232 h 2747756"/>
                    <a:gd name="connsiteX18" fmla="*/ 883844 w 899719"/>
                    <a:gd name="connsiteY18" fmla="*/ 256757 h 2747756"/>
                    <a:gd name="connsiteX19" fmla="*/ 839395 w 899719"/>
                    <a:gd name="connsiteY19" fmla="*/ 82132 h 2747756"/>
                    <a:gd name="connsiteX20" fmla="*/ 663179 w 899719"/>
                    <a:gd name="connsiteY20" fmla="*/ 1166 h 2747756"/>
                    <a:gd name="connsiteX21" fmla="*/ 518719 w 899719"/>
                    <a:gd name="connsiteY21" fmla="*/ 167857 h 2747756"/>
                    <a:gd name="connsiteX22" fmla="*/ 613969 w 899719"/>
                    <a:gd name="connsiteY22" fmla="*/ 399631 h 2747756"/>
                    <a:gd name="connsiteX23" fmla="*/ 531417 w 899719"/>
                    <a:gd name="connsiteY23" fmla="*/ 558379 h 2747756"/>
                    <a:gd name="connsiteX24" fmla="*/ 467917 w 899719"/>
                    <a:gd name="connsiteY24" fmla="*/ 713954 h 2747756"/>
                    <a:gd name="connsiteX25" fmla="*/ 509192 w 899719"/>
                    <a:gd name="connsiteY25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67917 w 899719"/>
                    <a:gd name="connsiteY23" fmla="*/ 713954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0617 w 899719"/>
                    <a:gd name="connsiteY23" fmla="*/ 696491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9192 w 899719"/>
                    <a:gd name="connsiteY0" fmla="*/ 1088604 h 2747756"/>
                    <a:gd name="connsiteX1" fmla="*/ 444105 w 899719"/>
                    <a:gd name="connsiteY1" fmla="*/ 1310854 h 2747756"/>
                    <a:gd name="connsiteX2" fmla="*/ 440929 w 899719"/>
                    <a:gd name="connsiteY2" fmla="*/ 1609304 h 2747756"/>
                    <a:gd name="connsiteX3" fmla="*/ 391717 w 899719"/>
                    <a:gd name="connsiteY3" fmla="*/ 1968079 h 2747756"/>
                    <a:gd name="connsiteX4" fmla="*/ 147242 w 899719"/>
                    <a:gd name="connsiteY4" fmla="*/ 2237954 h 2747756"/>
                    <a:gd name="connsiteX5" fmla="*/ 1192 w 899719"/>
                    <a:gd name="connsiteY5" fmla="*/ 2587204 h 2747756"/>
                    <a:gd name="connsiteX6" fmla="*/ 77392 w 899719"/>
                    <a:gd name="connsiteY6" fmla="*/ 2669754 h 2747756"/>
                    <a:gd name="connsiteX7" fmla="*/ 366317 w 899719"/>
                    <a:gd name="connsiteY7" fmla="*/ 2730078 h 2747756"/>
                    <a:gd name="connsiteX8" fmla="*/ 188517 w 899719"/>
                    <a:gd name="connsiteY8" fmla="*/ 2542754 h 2747756"/>
                    <a:gd name="connsiteX9" fmla="*/ 347270 w 899719"/>
                    <a:gd name="connsiteY9" fmla="*/ 2320508 h 2747756"/>
                    <a:gd name="connsiteX10" fmla="*/ 588567 w 899719"/>
                    <a:gd name="connsiteY10" fmla="*/ 2079204 h 2747756"/>
                    <a:gd name="connsiteX11" fmla="*/ 794942 w 899719"/>
                    <a:gd name="connsiteY11" fmla="*/ 1568029 h 2747756"/>
                    <a:gd name="connsiteX12" fmla="*/ 877492 w 899719"/>
                    <a:gd name="connsiteY12" fmla="*/ 1269579 h 2747756"/>
                    <a:gd name="connsiteX13" fmla="*/ 826692 w 899719"/>
                    <a:gd name="connsiteY13" fmla="*/ 1069554 h 2747756"/>
                    <a:gd name="connsiteX14" fmla="*/ 899719 w 899719"/>
                    <a:gd name="connsiteY14" fmla="*/ 799682 h 2747756"/>
                    <a:gd name="connsiteX15" fmla="*/ 760020 w 899719"/>
                    <a:gd name="connsiteY15" fmla="*/ 440907 h 2747756"/>
                    <a:gd name="connsiteX16" fmla="*/ 848920 w 899719"/>
                    <a:gd name="connsiteY16" fmla="*/ 374232 h 2747756"/>
                    <a:gd name="connsiteX17" fmla="*/ 883844 w 899719"/>
                    <a:gd name="connsiteY17" fmla="*/ 256757 h 2747756"/>
                    <a:gd name="connsiteX18" fmla="*/ 839395 w 899719"/>
                    <a:gd name="connsiteY18" fmla="*/ 82132 h 2747756"/>
                    <a:gd name="connsiteX19" fmla="*/ 663179 w 899719"/>
                    <a:gd name="connsiteY19" fmla="*/ 1166 h 2747756"/>
                    <a:gd name="connsiteX20" fmla="*/ 518719 w 899719"/>
                    <a:gd name="connsiteY20" fmla="*/ 167857 h 2747756"/>
                    <a:gd name="connsiteX21" fmla="*/ 613969 w 899719"/>
                    <a:gd name="connsiteY21" fmla="*/ 399631 h 2747756"/>
                    <a:gd name="connsiteX22" fmla="*/ 531417 w 899719"/>
                    <a:gd name="connsiteY22" fmla="*/ 558379 h 2747756"/>
                    <a:gd name="connsiteX23" fmla="*/ 486967 w 899719"/>
                    <a:gd name="connsiteY23" fmla="*/ 672678 h 2747756"/>
                    <a:gd name="connsiteX24" fmla="*/ 509192 w 899719"/>
                    <a:gd name="connsiteY24" fmla="*/ 1088604 h 2747756"/>
                    <a:gd name="connsiteX0" fmla="*/ 508284 w 898811"/>
                    <a:gd name="connsiteY0" fmla="*/ 1088604 h 2747756"/>
                    <a:gd name="connsiteX1" fmla="*/ 443197 w 898811"/>
                    <a:gd name="connsiteY1" fmla="*/ 1310854 h 2747756"/>
                    <a:gd name="connsiteX2" fmla="*/ 440021 w 898811"/>
                    <a:gd name="connsiteY2" fmla="*/ 1609304 h 2747756"/>
                    <a:gd name="connsiteX3" fmla="*/ 390809 w 898811"/>
                    <a:gd name="connsiteY3" fmla="*/ 1968079 h 2747756"/>
                    <a:gd name="connsiteX4" fmla="*/ 146334 w 898811"/>
                    <a:gd name="connsiteY4" fmla="*/ 2237954 h 2747756"/>
                    <a:gd name="connsiteX5" fmla="*/ 54262 w 898811"/>
                    <a:gd name="connsiteY5" fmla="*/ 2444332 h 2747756"/>
                    <a:gd name="connsiteX6" fmla="*/ 284 w 898811"/>
                    <a:gd name="connsiteY6" fmla="*/ 2587204 h 2747756"/>
                    <a:gd name="connsiteX7" fmla="*/ 76484 w 898811"/>
                    <a:gd name="connsiteY7" fmla="*/ 2669754 h 2747756"/>
                    <a:gd name="connsiteX8" fmla="*/ 365409 w 898811"/>
                    <a:gd name="connsiteY8" fmla="*/ 2730078 h 2747756"/>
                    <a:gd name="connsiteX9" fmla="*/ 187609 w 898811"/>
                    <a:gd name="connsiteY9" fmla="*/ 2542754 h 2747756"/>
                    <a:gd name="connsiteX10" fmla="*/ 346362 w 898811"/>
                    <a:gd name="connsiteY10" fmla="*/ 2320508 h 2747756"/>
                    <a:gd name="connsiteX11" fmla="*/ 587659 w 898811"/>
                    <a:gd name="connsiteY11" fmla="*/ 2079204 h 2747756"/>
                    <a:gd name="connsiteX12" fmla="*/ 794034 w 898811"/>
                    <a:gd name="connsiteY12" fmla="*/ 1568029 h 2747756"/>
                    <a:gd name="connsiteX13" fmla="*/ 876584 w 898811"/>
                    <a:gd name="connsiteY13" fmla="*/ 1269579 h 2747756"/>
                    <a:gd name="connsiteX14" fmla="*/ 825784 w 898811"/>
                    <a:gd name="connsiteY14" fmla="*/ 1069554 h 2747756"/>
                    <a:gd name="connsiteX15" fmla="*/ 898811 w 898811"/>
                    <a:gd name="connsiteY15" fmla="*/ 799682 h 2747756"/>
                    <a:gd name="connsiteX16" fmla="*/ 759112 w 898811"/>
                    <a:gd name="connsiteY16" fmla="*/ 440907 h 2747756"/>
                    <a:gd name="connsiteX17" fmla="*/ 848012 w 898811"/>
                    <a:gd name="connsiteY17" fmla="*/ 374232 h 2747756"/>
                    <a:gd name="connsiteX18" fmla="*/ 882936 w 898811"/>
                    <a:gd name="connsiteY18" fmla="*/ 256757 h 2747756"/>
                    <a:gd name="connsiteX19" fmla="*/ 838487 w 898811"/>
                    <a:gd name="connsiteY19" fmla="*/ 82132 h 2747756"/>
                    <a:gd name="connsiteX20" fmla="*/ 662271 w 898811"/>
                    <a:gd name="connsiteY20" fmla="*/ 1166 h 2747756"/>
                    <a:gd name="connsiteX21" fmla="*/ 517811 w 898811"/>
                    <a:gd name="connsiteY21" fmla="*/ 167857 h 2747756"/>
                    <a:gd name="connsiteX22" fmla="*/ 613061 w 898811"/>
                    <a:gd name="connsiteY22" fmla="*/ 399631 h 2747756"/>
                    <a:gd name="connsiteX23" fmla="*/ 530509 w 898811"/>
                    <a:gd name="connsiteY23" fmla="*/ 558379 h 2747756"/>
                    <a:gd name="connsiteX24" fmla="*/ 486059 w 898811"/>
                    <a:gd name="connsiteY24" fmla="*/ 672678 h 2747756"/>
                    <a:gd name="connsiteX25" fmla="*/ 508284 w 898811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46078 w 898555"/>
                    <a:gd name="connsiteY4" fmla="*/ 2237954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028 w 898555"/>
                    <a:gd name="connsiteY0" fmla="*/ 1088604 h 2747756"/>
                    <a:gd name="connsiteX1" fmla="*/ 442941 w 898555"/>
                    <a:gd name="connsiteY1" fmla="*/ 1310854 h 2747756"/>
                    <a:gd name="connsiteX2" fmla="*/ 439765 w 898555"/>
                    <a:gd name="connsiteY2" fmla="*/ 1609304 h 2747756"/>
                    <a:gd name="connsiteX3" fmla="*/ 390553 w 898555"/>
                    <a:gd name="connsiteY3" fmla="*/ 1968079 h 2747756"/>
                    <a:gd name="connsiteX4" fmla="*/ 150840 w 898555"/>
                    <a:gd name="connsiteY4" fmla="*/ 2226841 h 2747756"/>
                    <a:gd name="connsiteX5" fmla="*/ 85756 w 898555"/>
                    <a:gd name="connsiteY5" fmla="*/ 2466557 h 2747756"/>
                    <a:gd name="connsiteX6" fmla="*/ 28 w 898555"/>
                    <a:gd name="connsiteY6" fmla="*/ 2587204 h 2747756"/>
                    <a:gd name="connsiteX7" fmla="*/ 76228 w 898555"/>
                    <a:gd name="connsiteY7" fmla="*/ 2669754 h 2747756"/>
                    <a:gd name="connsiteX8" fmla="*/ 365153 w 898555"/>
                    <a:gd name="connsiteY8" fmla="*/ 2730078 h 2747756"/>
                    <a:gd name="connsiteX9" fmla="*/ 187353 w 898555"/>
                    <a:gd name="connsiteY9" fmla="*/ 2542754 h 2747756"/>
                    <a:gd name="connsiteX10" fmla="*/ 346106 w 898555"/>
                    <a:gd name="connsiteY10" fmla="*/ 2320508 h 2747756"/>
                    <a:gd name="connsiteX11" fmla="*/ 587403 w 898555"/>
                    <a:gd name="connsiteY11" fmla="*/ 2079204 h 2747756"/>
                    <a:gd name="connsiteX12" fmla="*/ 793778 w 898555"/>
                    <a:gd name="connsiteY12" fmla="*/ 1568029 h 2747756"/>
                    <a:gd name="connsiteX13" fmla="*/ 876328 w 898555"/>
                    <a:gd name="connsiteY13" fmla="*/ 1269579 h 2747756"/>
                    <a:gd name="connsiteX14" fmla="*/ 825528 w 898555"/>
                    <a:gd name="connsiteY14" fmla="*/ 1069554 h 2747756"/>
                    <a:gd name="connsiteX15" fmla="*/ 898555 w 898555"/>
                    <a:gd name="connsiteY15" fmla="*/ 799682 h 2747756"/>
                    <a:gd name="connsiteX16" fmla="*/ 758856 w 898555"/>
                    <a:gd name="connsiteY16" fmla="*/ 440907 h 2747756"/>
                    <a:gd name="connsiteX17" fmla="*/ 847756 w 898555"/>
                    <a:gd name="connsiteY17" fmla="*/ 374232 h 2747756"/>
                    <a:gd name="connsiteX18" fmla="*/ 882680 w 898555"/>
                    <a:gd name="connsiteY18" fmla="*/ 256757 h 2747756"/>
                    <a:gd name="connsiteX19" fmla="*/ 838231 w 898555"/>
                    <a:gd name="connsiteY19" fmla="*/ 82132 h 2747756"/>
                    <a:gd name="connsiteX20" fmla="*/ 662015 w 898555"/>
                    <a:gd name="connsiteY20" fmla="*/ 1166 h 2747756"/>
                    <a:gd name="connsiteX21" fmla="*/ 517555 w 898555"/>
                    <a:gd name="connsiteY21" fmla="*/ 167857 h 2747756"/>
                    <a:gd name="connsiteX22" fmla="*/ 612805 w 898555"/>
                    <a:gd name="connsiteY22" fmla="*/ 399631 h 2747756"/>
                    <a:gd name="connsiteX23" fmla="*/ 530253 w 898555"/>
                    <a:gd name="connsiteY23" fmla="*/ 558379 h 2747756"/>
                    <a:gd name="connsiteX24" fmla="*/ 485803 w 898555"/>
                    <a:gd name="connsiteY24" fmla="*/ 672678 h 2747756"/>
                    <a:gd name="connsiteX25" fmla="*/ 508028 w 898555"/>
                    <a:gd name="connsiteY25" fmla="*/ 1088604 h 2747756"/>
                    <a:gd name="connsiteX0" fmla="*/ 508326 w 898853"/>
                    <a:gd name="connsiteY0" fmla="*/ 1088604 h 2751668"/>
                    <a:gd name="connsiteX1" fmla="*/ 443239 w 898853"/>
                    <a:gd name="connsiteY1" fmla="*/ 1310854 h 2751668"/>
                    <a:gd name="connsiteX2" fmla="*/ 440063 w 898853"/>
                    <a:gd name="connsiteY2" fmla="*/ 1609304 h 2751668"/>
                    <a:gd name="connsiteX3" fmla="*/ 390851 w 898853"/>
                    <a:gd name="connsiteY3" fmla="*/ 1968079 h 2751668"/>
                    <a:gd name="connsiteX4" fmla="*/ 151138 w 898853"/>
                    <a:gd name="connsiteY4" fmla="*/ 2226841 h 2751668"/>
                    <a:gd name="connsiteX5" fmla="*/ 86054 w 898853"/>
                    <a:gd name="connsiteY5" fmla="*/ 2466557 h 2751668"/>
                    <a:gd name="connsiteX6" fmla="*/ 326 w 898853"/>
                    <a:gd name="connsiteY6" fmla="*/ 2587204 h 2751668"/>
                    <a:gd name="connsiteX7" fmla="*/ 119388 w 898853"/>
                    <a:gd name="connsiteY7" fmla="*/ 2685629 h 2751668"/>
                    <a:gd name="connsiteX8" fmla="*/ 365451 w 898853"/>
                    <a:gd name="connsiteY8" fmla="*/ 2730078 h 2751668"/>
                    <a:gd name="connsiteX9" fmla="*/ 187651 w 898853"/>
                    <a:gd name="connsiteY9" fmla="*/ 2542754 h 2751668"/>
                    <a:gd name="connsiteX10" fmla="*/ 346404 w 898853"/>
                    <a:gd name="connsiteY10" fmla="*/ 2320508 h 2751668"/>
                    <a:gd name="connsiteX11" fmla="*/ 587701 w 898853"/>
                    <a:gd name="connsiteY11" fmla="*/ 2079204 h 2751668"/>
                    <a:gd name="connsiteX12" fmla="*/ 794076 w 898853"/>
                    <a:gd name="connsiteY12" fmla="*/ 1568029 h 2751668"/>
                    <a:gd name="connsiteX13" fmla="*/ 876626 w 898853"/>
                    <a:gd name="connsiteY13" fmla="*/ 1269579 h 2751668"/>
                    <a:gd name="connsiteX14" fmla="*/ 825826 w 898853"/>
                    <a:gd name="connsiteY14" fmla="*/ 1069554 h 2751668"/>
                    <a:gd name="connsiteX15" fmla="*/ 898853 w 898853"/>
                    <a:gd name="connsiteY15" fmla="*/ 799682 h 2751668"/>
                    <a:gd name="connsiteX16" fmla="*/ 759154 w 898853"/>
                    <a:gd name="connsiteY16" fmla="*/ 440907 h 2751668"/>
                    <a:gd name="connsiteX17" fmla="*/ 848054 w 898853"/>
                    <a:gd name="connsiteY17" fmla="*/ 374232 h 2751668"/>
                    <a:gd name="connsiteX18" fmla="*/ 882978 w 898853"/>
                    <a:gd name="connsiteY18" fmla="*/ 256757 h 2751668"/>
                    <a:gd name="connsiteX19" fmla="*/ 838529 w 898853"/>
                    <a:gd name="connsiteY19" fmla="*/ 82132 h 2751668"/>
                    <a:gd name="connsiteX20" fmla="*/ 662313 w 898853"/>
                    <a:gd name="connsiteY20" fmla="*/ 1166 h 2751668"/>
                    <a:gd name="connsiteX21" fmla="*/ 517853 w 898853"/>
                    <a:gd name="connsiteY21" fmla="*/ 167857 h 2751668"/>
                    <a:gd name="connsiteX22" fmla="*/ 613103 w 898853"/>
                    <a:gd name="connsiteY22" fmla="*/ 399631 h 2751668"/>
                    <a:gd name="connsiteX23" fmla="*/ 530551 w 898853"/>
                    <a:gd name="connsiteY23" fmla="*/ 558379 h 2751668"/>
                    <a:gd name="connsiteX24" fmla="*/ 486101 w 898853"/>
                    <a:gd name="connsiteY24" fmla="*/ 672678 h 2751668"/>
                    <a:gd name="connsiteX25" fmla="*/ 508326 w 898853"/>
                    <a:gd name="connsiteY25" fmla="*/ 1088604 h 2751668"/>
                    <a:gd name="connsiteX0" fmla="*/ 508326 w 898853"/>
                    <a:gd name="connsiteY0" fmla="*/ 1088604 h 2746721"/>
                    <a:gd name="connsiteX1" fmla="*/ 443239 w 898853"/>
                    <a:gd name="connsiteY1" fmla="*/ 1310854 h 2746721"/>
                    <a:gd name="connsiteX2" fmla="*/ 440063 w 898853"/>
                    <a:gd name="connsiteY2" fmla="*/ 1609304 h 2746721"/>
                    <a:gd name="connsiteX3" fmla="*/ 390851 w 898853"/>
                    <a:gd name="connsiteY3" fmla="*/ 1968079 h 2746721"/>
                    <a:gd name="connsiteX4" fmla="*/ 151138 w 898853"/>
                    <a:gd name="connsiteY4" fmla="*/ 2226841 h 2746721"/>
                    <a:gd name="connsiteX5" fmla="*/ 86054 w 898853"/>
                    <a:gd name="connsiteY5" fmla="*/ 2466557 h 2746721"/>
                    <a:gd name="connsiteX6" fmla="*/ 326 w 898853"/>
                    <a:gd name="connsiteY6" fmla="*/ 2587204 h 2746721"/>
                    <a:gd name="connsiteX7" fmla="*/ 119388 w 898853"/>
                    <a:gd name="connsiteY7" fmla="*/ 2685629 h 2746721"/>
                    <a:gd name="connsiteX8" fmla="*/ 365451 w 898853"/>
                    <a:gd name="connsiteY8" fmla="*/ 2730078 h 2746721"/>
                    <a:gd name="connsiteX9" fmla="*/ 187651 w 898853"/>
                    <a:gd name="connsiteY9" fmla="*/ 2542754 h 2746721"/>
                    <a:gd name="connsiteX10" fmla="*/ 346404 w 898853"/>
                    <a:gd name="connsiteY10" fmla="*/ 2320508 h 2746721"/>
                    <a:gd name="connsiteX11" fmla="*/ 587701 w 898853"/>
                    <a:gd name="connsiteY11" fmla="*/ 2079204 h 2746721"/>
                    <a:gd name="connsiteX12" fmla="*/ 794076 w 898853"/>
                    <a:gd name="connsiteY12" fmla="*/ 1568029 h 2746721"/>
                    <a:gd name="connsiteX13" fmla="*/ 876626 w 898853"/>
                    <a:gd name="connsiteY13" fmla="*/ 1269579 h 2746721"/>
                    <a:gd name="connsiteX14" fmla="*/ 825826 w 898853"/>
                    <a:gd name="connsiteY14" fmla="*/ 1069554 h 2746721"/>
                    <a:gd name="connsiteX15" fmla="*/ 898853 w 898853"/>
                    <a:gd name="connsiteY15" fmla="*/ 799682 h 2746721"/>
                    <a:gd name="connsiteX16" fmla="*/ 759154 w 898853"/>
                    <a:gd name="connsiteY16" fmla="*/ 440907 h 2746721"/>
                    <a:gd name="connsiteX17" fmla="*/ 848054 w 898853"/>
                    <a:gd name="connsiteY17" fmla="*/ 374232 h 2746721"/>
                    <a:gd name="connsiteX18" fmla="*/ 882978 w 898853"/>
                    <a:gd name="connsiteY18" fmla="*/ 256757 h 2746721"/>
                    <a:gd name="connsiteX19" fmla="*/ 838529 w 898853"/>
                    <a:gd name="connsiteY19" fmla="*/ 82132 h 2746721"/>
                    <a:gd name="connsiteX20" fmla="*/ 662313 w 898853"/>
                    <a:gd name="connsiteY20" fmla="*/ 1166 h 2746721"/>
                    <a:gd name="connsiteX21" fmla="*/ 517853 w 898853"/>
                    <a:gd name="connsiteY21" fmla="*/ 167857 h 2746721"/>
                    <a:gd name="connsiteX22" fmla="*/ 613103 w 898853"/>
                    <a:gd name="connsiteY22" fmla="*/ 399631 h 2746721"/>
                    <a:gd name="connsiteX23" fmla="*/ 530551 w 898853"/>
                    <a:gd name="connsiteY23" fmla="*/ 558379 h 2746721"/>
                    <a:gd name="connsiteX24" fmla="*/ 486101 w 898853"/>
                    <a:gd name="connsiteY24" fmla="*/ 672678 h 2746721"/>
                    <a:gd name="connsiteX25" fmla="*/ 508326 w 898853"/>
                    <a:gd name="connsiteY25" fmla="*/ 1088604 h 2746721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51138 w 898853"/>
                    <a:gd name="connsiteY4" fmla="*/ 2226841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98853"/>
                    <a:gd name="connsiteY0" fmla="*/ 1088604 h 2752057"/>
                    <a:gd name="connsiteX1" fmla="*/ 443239 w 898853"/>
                    <a:gd name="connsiteY1" fmla="*/ 1310854 h 2752057"/>
                    <a:gd name="connsiteX2" fmla="*/ 440063 w 898853"/>
                    <a:gd name="connsiteY2" fmla="*/ 1609304 h 2752057"/>
                    <a:gd name="connsiteX3" fmla="*/ 390851 w 898853"/>
                    <a:gd name="connsiteY3" fmla="*/ 1968079 h 2752057"/>
                    <a:gd name="connsiteX4" fmla="*/ 162250 w 898853"/>
                    <a:gd name="connsiteY4" fmla="*/ 2223666 h 2752057"/>
                    <a:gd name="connsiteX5" fmla="*/ 86054 w 898853"/>
                    <a:gd name="connsiteY5" fmla="*/ 2466557 h 2752057"/>
                    <a:gd name="connsiteX6" fmla="*/ 326 w 898853"/>
                    <a:gd name="connsiteY6" fmla="*/ 2587204 h 2752057"/>
                    <a:gd name="connsiteX7" fmla="*/ 119388 w 898853"/>
                    <a:gd name="connsiteY7" fmla="*/ 2685629 h 2752057"/>
                    <a:gd name="connsiteX8" fmla="*/ 365451 w 898853"/>
                    <a:gd name="connsiteY8" fmla="*/ 2730078 h 2752057"/>
                    <a:gd name="connsiteX9" fmla="*/ 187651 w 898853"/>
                    <a:gd name="connsiteY9" fmla="*/ 2542754 h 2752057"/>
                    <a:gd name="connsiteX10" fmla="*/ 346404 w 898853"/>
                    <a:gd name="connsiteY10" fmla="*/ 2320508 h 2752057"/>
                    <a:gd name="connsiteX11" fmla="*/ 587701 w 898853"/>
                    <a:gd name="connsiteY11" fmla="*/ 2079204 h 2752057"/>
                    <a:gd name="connsiteX12" fmla="*/ 794076 w 898853"/>
                    <a:gd name="connsiteY12" fmla="*/ 1568029 h 2752057"/>
                    <a:gd name="connsiteX13" fmla="*/ 876626 w 898853"/>
                    <a:gd name="connsiteY13" fmla="*/ 1269579 h 2752057"/>
                    <a:gd name="connsiteX14" fmla="*/ 825826 w 898853"/>
                    <a:gd name="connsiteY14" fmla="*/ 1069554 h 2752057"/>
                    <a:gd name="connsiteX15" fmla="*/ 898853 w 898853"/>
                    <a:gd name="connsiteY15" fmla="*/ 799682 h 2752057"/>
                    <a:gd name="connsiteX16" fmla="*/ 759154 w 898853"/>
                    <a:gd name="connsiteY16" fmla="*/ 440907 h 2752057"/>
                    <a:gd name="connsiteX17" fmla="*/ 848054 w 898853"/>
                    <a:gd name="connsiteY17" fmla="*/ 374232 h 2752057"/>
                    <a:gd name="connsiteX18" fmla="*/ 882978 w 898853"/>
                    <a:gd name="connsiteY18" fmla="*/ 256757 h 2752057"/>
                    <a:gd name="connsiteX19" fmla="*/ 838529 w 898853"/>
                    <a:gd name="connsiteY19" fmla="*/ 82132 h 2752057"/>
                    <a:gd name="connsiteX20" fmla="*/ 662313 w 898853"/>
                    <a:gd name="connsiteY20" fmla="*/ 1166 h 2752057"/>
                    <a:gd name="connsiteX21" fmla="*/ 517853 w 898853"/>
                    <a:gd name="connsiteY21" fmla="*/ 167857 h 2752057"/>
                    <a:gd name="connsiteX22" fmla="*/ 613103 w 898853"/>
                    <a:gd name="connsiteY22" fmla="*/ 399631 h 2752057"/>
                    <a:gd name="connsiteX23" fmla="*/ 530551 w 898853"/>
                    <a:gd name="connsiteY23" fmla="*/ 558379 h 2752057"/>
                    <a:gd name="connsiteX24" fmla="*/ 486101 w 898853"/>
                    <a:gd name="connsiteY24" fmla="*/ 672678 h 2752057"/>
                    <a:gd name="connsiteX25" fmla="*/ 508326 w 898853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76626 w 882978"/>
                    <a:gd name="connsiteY13" fmla="*/ 1269579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76626 w 882978"/>
                    <a:gd name="connsiteY13" fmla="*/ 1269579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82978"/>
                    <a:gd name="connsiteY0" fmla="*/ 1088604 h 2752057"/>
                    <a:gd name="connsiteX1" fmla="*/ 443239 w 882978"/>
                    <a:gd name="connsiteY1" fmla="*/ 1310854 h 2752057"/>
                    <a:gd name="connsiteX2" fmla="*/ 440063 w 882978"/>
                    <a:gd name="connsiteY2" fmla="*/ 1609304 h 2752057"/>
                    <a:gd name="connsiteX3" fmla="*/ 390851 w 882978"/>
                    <a:gd name="connsiteY3" fmla="*/ 1968079 h 2752057"/>
                    <a:gd name="connsiteX4" fmla="*/ 162250 w 882978"/>
                    <a:gd name="connsiteY4" fmla="*/ 2223666 h 2752057"/>
                    <a:gd name="connsiteX5" fmla="*/ 86054 w 882978"/>
                    <a:gd name="connsiteY5" fmla="*/ 2466557 h 2752057"/>
                    <a:gd name="connsiteX6" fmla="*/ 326 w 882978"/>
                    <a:gd name="connsiteY6" fmla="*/ 2587204 h 2752057"/>
                    <a:gd name="connsiteX7" fmla="*/ 119388 w 882978"/>
                    <a:gd name="connsiteY7" fmla="*/ 2685629 h 2752057"/>
                    <a:gd name="connsiteX8" fmla="*/ 365451 w 882978"/>
                    <a:gd name="connsiteY8" fmla="*/ 2730078 h 2752057"/>
                    <a:gd name="connsiteX9" fmla="*/ 187651 w 882978"/>
                    <a:gd name="connsiteY9" fmla="*/ 2542754 h 2752057"/>
                    <a:gd name="connsiteX10" fmla="*/ 346404 w 882978"/>
                    <a:gd name="connsiteY10" fmla="*/ 2320508 h 2752057"/>
                    <a:gd name="connsiteX11" fmla="*/ 587701 w 882978"/>
                    <a:gd name="connsiteY11" fmla="*/ 2079204 h 2752057"/>
                    <a:gd name="connsiteX12" fmla="*/ 794076 w 882978"/>
                    <a:gd name="connsiteY12" fmla="*/ 1568029 h 2752057"/>
                    <a:gd name="connsiteX13" fmla="*/ 842078 w 882978"/>
                    <a:gd name="connsiteY13" fmla="*/ 1247590 h 2752057"/>
                    <a:gd name="connsiteX14" fmla="*/ 825826 w 882978"/>
                    <a:gd name="connsiteY14" fmla="*/ 1069554 h 2752057"/>
                    <a:gd name="connsiteX15" fmla="*/ 880250 w 882978"/>
                    <a:gd name="connsiteY15" fmla="*/ 794184 h 2752057"/>
                    <a:gd name="connsiteX16" fmla="*/ 759154 w 882978"/>
                    <a:gd name="connsiteY16" fmla="*/ 440907 h 2752057"/>
                    <a:gd name="connsiteX17" fmla="*/ 848054 w 882978"/>
                    <a:gd name="connsiteY17" fmla="*/ 374232 h 2752057"/>
                    <a:gd name="connsiteX18" fmla="*/ 882978 w 882978"/>
                    <a:gd name="connsiteY18" fmla="*/ 256757 h 2752057"/>
                    <a:gd name="connsiteX19" fmla="*/ 838529 w 882978"/>
                    <a:gd name="connsiteY19" fmla="*/ 82132 h 2752057"/>
                    <a:gd name="connsiteX20" fmla="*/ 662313 w 882978"/>
                    <a:gd name="connsiteY20" fmla="*/ 1166 h 2752057"/>
                    <a:gd name="connsiteX21" fmla="*/ 517853 w 882978"/>
                    <a:gd name="connsiteY21" fmla="*/ 167857 h 2752057"/>
                    <a:gd name="connsiteX22" fmla="*/ 613103 w 882978"/>
                    <a:gd name="connsiteY22" fmla="*/ 399631 h 2752057"/>
                    <a:gd name="connsiteX23" fmla="*/ 530551 w 882978"/>
                    <a:gd name="connsiteY23" fmla="*/ 558379 h 2752057"/>
                    <a:gd name="connsiteX24" fmla="*/ 486101 w 882978"/>
                    <a:gd name="connsiteY24" fmla="*/ 672678 h 2752057"/>
                    <a:gd name="connsiteX25" fmla="*/ 508326 w 882978"/>
                    <a:gd name="connsiteY25" fmla="*/ 1088604 h 2752057"/>
                    <a:gd name="connsiteX0" fmla="*/ 508326 w 895025"/>
                    <a:gd name="connsiteY0" fmla="*/ 1088604 h 2752057"/>
                    <a:gd name="connsiteX1" fmla="*/ 443239 w 895025"/>
                    <a:gd name="connsiteY1" fmla="*/ 1310854 h 2752057"/>
                    <a:gd name="connsiteX2" fmla="*/ 440063 w 895025"/>
                    <a:gd name="connsiteY2" fmla="*/ 1609304 h 2752057"/>
                    <a:gd name="connsiteX3" fmla="*/ 390851 w 895025"/>
                    <a:gd name="connsiteY3" fmla="*/ 1968079 h 2752057"/>
                    <a:gd name="connsiteX4" fmla="*/ 162250 w 895025"/>
                    <a:gd name="connsiteY4" fmla="*/ 2223666 h 2752057"/>
                    <a:gd name="connsiteX5" fmla="*/ 86054 w 895025"/>
                    <a:gd name="connsiteY5" fmla="*/ 2466557 h 2752057"/>
                    <a:gd name="connsiteX6" fmla="*/ 326 w 895025"/>
                    <a:gd name="connsiteY6" fmla="*/ 2587204 h 2752057"/>
                    <a:gd name="connsiteX7" fmla="*/ 119388 w 895025"/>
                    <a:gd name="connsiteY7" fmla="*/ 2685629 h 2752057"/>
                    <a:gd name="connsiteX8" fmla="*/ 365451 w 895025"/>
                    <a:gd name="connsiteY8" fmla="*/ 2730078 h 2752057"/>
                    <a:gd name="connsiteX9" fmla="*/ 187651 w 895025"/>
                    <a:gd name="connsiteY9" fmla="*/ 2542754 h 2752057"/>
                    <a:gd name="connsiteX10" fmla="*/ 346404 w 895025"/>
                    <a:gd name="connsiteY10" fmla="*/ 2320508 h 2752057"/>
                    <a:gd name="connsiteX11" fmla="*/ 587701 w 895025"/>
                    <a:gd name="connsiteY11" fmla="*/ 2079204 h 2752057"/>
                    <a:gd name="connsiteX12" fmla="*/ 884434 w 895025"/>
                    <a:gd name="connsiteY12" fmla="*/ 1463584 h 2752057"/>
                    <a:gd name="connsiteX13" fmla="*/ 842078 w 895025"/>
                    <a:gd name="connsiteY13" fmla="*/ 1247590 h 2752057"/>
                    <a:gd name="connsiteX14" fmla="*/ 825826 w 895025"/>
                    <a:gd name="connsiteY14" fmla="*/ 1069554 h 2752057"/>
                    <a:gd name="connsiteX15" fmla="*/ 880250 w 895025"/>
                    <a:gd name="connsiteY15" fmla="*/ 794184 h 2752057"/>
                    <a:gd name="connsiteX16" fmla="*/ 759154 w 895025"/>
                    <a:gd name="connsiteY16" fmla="*/ 440907 h 2752057"/>
                    <a:gd name="connsiteX17" fmla="*/ 848054 w 895025"/>
                    <a:gd name="connsiteY17" fmla="*/ 374232 h 2752057"/>
                    <a:gd name="connsiteX18" fmla="*/ 882978 w 895025"/>
                    <a:gd name="connsiteY18" fmla="*/ 256757 h 2752057"/>
                    <a:gd name="connsiteX19" fmla="*/ 838529 w 895025"/>
                    <a:gd name="connsiteY19" fmla="*/ 82132 h 2752057"/>
                    <a:gd name="connsiteX20" fmla="*/ 662313 w 895025"/>
                    <a:gd name="connsiteY20" fmla="*/ 1166 h 2752057"/>
                    <a:gd name="connsiteX21" fmla="*/ 517853 w 895025"/>
                    <a:gd name="connsiteY21" fmla="*/ 167857 h 2752057"/>
                    <a:gd name="connsiteX22" fmla="*/ 613103 w 895025"/>
                    <a:gd name="connsiteY22" fmla="*/ 399631 h 2752057"/>
                    <a:gd name="connsiteX23" fmla="*/ 530551 w 895025"/>
                    <a:gd name="connsiteY23" fmla="*/ 558379 h 2752057"/>
                    <a:gd name="connsiteX24" fmla="*/ 486101 w 895025"/>
                    <a:gd name="connsiteY24" fmla="*/ 672678 h 2752057"/>
                    <a:gd name="connsiteX25" fmla="*/ 508326 w 895025"/>
                    <a:gd name="connsiteY25" fmla="*/ 1088604 h 2752057"/>
                    <a:gd name="connsiteX0" fmla="*/ 508326 w 887685"/>
                    <a:gd name="connsiteY0" fmla="*/ 1088604 h 2752057"/>
                    <a:gd name="connsiteX1" fmla="*/ 443239 w 887685"/>
                    <a:gd name="connsiteY1" fmla="*/ 1310854 h 2752057"/>
                    <a:gd name="connsiteX2" fmla="*/ 440063 w 887685"/>
                    <a:gd name="connsiteY2" fmla="*/ 1609304 h 2752057"/>
                    <a:gd name="connsiteX3" fmla="*/ 390851 w 887685"/>
                    <a:gd name="connsiteY3" fmla="*/ 1968079 h 2752057"/>
                    <a:gd name="connsiteX4" fmla="*/ 162250 w 887685"/>
                    <a:gd name="connsiteY4" fmla="*/ 2223666 h 2752057"/>
                    <a:gd name="connsiteX5" fmla="*/ 86054 w 887685"/>
                    <a:gd name="connsiteY5" fmla="*/ 2466557 h 2752057"/>
                    <a:gd name="connsiteX6" fmla="*/ 326 w 887685"/>
                    <a:gd name="connsiteY6" fmla="*/ 2587204 h 2752057"/>
                    <a:gd name="connsiteX7" fmla="*/ 119388 w 887685"/>
                    <a:gd name="connsiteY7" fmla="*/ 2685629 h 2752057"/>
                    <a:gd name="connsiteX8" fmla="*/ 365451 w 887685"/>
                    <a:gd name="connsiteY8" fmla="*/ 2730078 h 2752057"/>
                    <a:gd name="connsiteX9" fmla="*/ 187651 w 887685"/>
                    <a:gd name="connsiteY9" fmla="*/ 2542754 h 2752057"/>
                    <a:gd name="connsiteX10" fmla="*/ 346404 w 887685"/>
                    <a:gd name="connsiteY10" fmla="*/ 2320508 h 2752057"/>
                    <a:gd name="connsiteX11" fmla="*/ 587701 w 887685"/>
                    <a:gd name="connsiteY11" fmla="*/ 2079204 h 2752057"/>
                    <a:gd name="connsiteX12" fmla="*/ 884434 w 887685"/>
                    <a:gd name="connsiteY12" fmla="*/ 1463584 h 2752057"/>
                    <a:gd name="connsiteX13" fmla="*/ 842078 w 887685"/>
                    <a:gd name="connsiteY13" fmla="*/ 1247590 h 2752057"/>
                    <a:gd name="connsiteX14" fmla="*/ 825826 w 887685"/>
                    <a:gd name="connsiteY14" fmla="*/ 1069554 h 2752057"/>
                    <a:gd name="connsiteX15" fmla="*/ 880250 w 887685"/>
                    <a:gd name="connsiteY15" fmla="*/ 794184 h 2752057"/>
                    <a:gd name="connsiteX16" fmla="*/ 759154 w 887685"/>
                    <a:gd name="connsiteY16" fmla="*/ 440907 h 2752057"/>
                    <a:gd name="connsiteX17" fmla="*/ 848054 w 887685"/>
                    <a:gd name="connsiteY17" fmla="*/ 374232 h 2752057"/>
                    <a:gd name="connsiteX18" fmla="*/ 882978 w 887685"/>
                    <a:gd name="connsiteY18" fmla="*/ 256757 h 2752057"/>
                    <a:gd name="connsiteX19" fmla="*/ 838529 w 887685"/>
                    <a:gd name="connsiteY19" fmla="*/ 82132 h 2752057"/>
                    <a:gd name="connsiteX20" fmla="*/ 662313 w 887685"/>
                    <a:gd name="connsiteY20" fmla="*/ 1166 h 2752057"/>
                    <a:gd name="connsiteX21" fmla="*/ 517853 w 887685"/>
                    <a:gd name="connsiteY21" fmla="*/ 167857 h 2752057"/>
                    <a:gd name="connsiteX22" fmla="*/ 613103 w 887685"/>
                    <a:gd name="connsiteY22" fmla="*/ 399631 h 2752057"/>
                    <a:gd name="connsiteX23" fmla="*/ 530551 w 887685"/>
                    <a:gd name="connsiteY23" fmla="*/ 558379 h 2752057"/>
                    <a:gd name="connsiteX24" fmla="*/ 486101 w 887685"/>
                    <a:gd name="connsiteY24" fmla="*/ 672678 h 2752057"/>
                    <a:gd name="connsiteX25" fmla="*/ 508326 w 887685"/>
                    <a:gd name="connsiteY25" fmla="*/ 1088604 h 2752057"/>
                    <a:gd name="connsiteX0" fmla="*/ 508326 w 1037548"/>
                    <a:gd name="connsiteY0" fmla="*/ 1088604 h 2752057"/>
                    <a:gd name="connsiteX1" fmla="*/ 443239 w 1037548"/>
                    <a:gd name="connsiteY1" fmla="*/ 1310854 h 2752057"/>
                    <a:gd name="connsiteX2" fmla="*/ 440063 w 1037548"/>
                    <a:gd name="connsiteY2" fmla="*/ 1609304 h 2752057"/>
                    <a:gd name="connsiteX3" fmla="*/ 390851 w 1037548"/>
                    <a:gd name="connsiteY3" fmla="*/ 1968079 h 2752057"/>
                    <a:gd name="connsiteX4" fmla="*/ 162250 w 1037548"/>
                    <a:gd name="connsiteY4" fmla="*/ 2223666 h 2752057"/>
                    <a:gd name="connsiteX5" fmla="*/ 86054 w 1037548"/>
                    <a:gd name="connsiteY5" fmla="*/ 2466557 h 2752057"/>
                    <a:gd name="connsiteX6" fmla="*/ 326 w 1037548"/>
                    <a:gd name="connsiteY6" fmla="*/ 2587204 h 2752057"/>
                    <a:gd name="connsiteX7" fmla="*/ 119388 w 1037548"/>
                    <a:gd name="connsiteY7" fmla="*/ 2685629 h 2752057"/>
                    <a:gd name="connsiteX8" fmla="*/ 365451 w 1037548"/>
                    <a:gd name="connsiteY8" fmla="*/ 2730078 h 2752057"/>
                    <a:gd name="connsiteX9" fmla="*/ 187651 w 1037548"/>
                    <a:gd name="connsiteY9" fmla="*/ 2542754 h 2752057"/>
                    <a:gd name="connsiteX10" fmla="*/ 346404 w 1037548"/>
                    <a:gd name="connsiteY10" fmla="*/ 2320508 h 2752057"/>
                    <a:gd name="connsiteX11" fmla="*/ 1031517 w 1037548"/>
                    <a:gd name="connsiteY11" fmla="*/ 1930783 h 2752057"/>
                    <a:gd name="connsiteX12" fmla="*/ 884434 w 1037548"/>
                    <a:gd name="connsiteY12" fmla="*/ 1463584 h 2752057"/>
                    <a:gd name="connsiteX13" fmla="*/ 842078 w 1037548"/>
                    <a:gd name="connsiteY13" fmla="*/ 1247590 h 2752057"/>
                    <a:gd name="connsiteX14" fmla="*/ 825826 w 1037548"/>
                    <a:gd name="connsiteY14" fmla="*/ 1069554 h 2752057"/>
                    <a:gd name="connsiteX15" fmla="*/ 880250 w 1037548"/>
                    <a:gd name="connsiteY15" fmla="*/ 794184 h 2752057"/>
                    <a:gd name="connsiteX16" fmla="*/ 759154 w 1037548"/>
                    <a:gd name="connsiteY16" fmla="*/ 440907 h 2752057"/>
                    <a:gd name="connsiteX17" fmla="*/ 848054 w 1037548"/>
                    <a:gd name="connsiteY17" fmla="*/ 374232 h 2752057"/>
                    <a:gd name="connsiteX18" fmla="*/ 882978 w 1037548"/>
                    <a:gd name="connsiteY18" fmla="*/ 256757 h 2752057"/>
                    <a:gd name="connsiteX19" fmla="*/ 838529 w 1037548"/>
                    <a:gd name="connsiteY19" fmla="*/ 82132 h 2752057"/>
                    <a:gd name="connsiteX20" fmla="*/ 662313 w 1037548"/>
                    <a:gd name="connsiteY20" fmla="*/ 1166 h 2752057"/>
                    <a:gd name="connsiteX21" fmla="*/ 517853 w 1037548"/>
                    <a:gd name="connsiteY21" fmla="*/ 167857 h 2752057"/>
                    <a:gd name="connsiteX22" fmla="*/ 613103 w 1037548"/>
                    <a:gd name="connsiteY22" fmla="*/ 399631 h 2752057"/>
                    <a:gd name="connsiteX23" fmla="*/ 530551 w 1037548"/>
                    <a:gd name="connsiteY23" fmla="*/ 558379 h 2752057"/>
                    <a:gd name="connsiteX24" fmla="*/ 486101 w 1037548"/>
                    <a:gd name="connsiteY24" fmla="*/ 672678 h 2752057"/>
                    <a:gd name="connsiteX25" fmla="*/ 508326 w 1037548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346404 w 1031517"/>
                    <a:gd name="connsiteY10" fmla="*/ 2320508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70207"/>
                    <a:gd name="connsiteY0" fmla="*/ 1088604 h 2752057"/>
                    <a:gd name="connsiteX1" fmla="*/ 443239 w 1070207"/>
                    <a:gd name="connsiteY1" fmla="*/ 1310854 h 2752057"/>
                    <a:gd name="connsiteX2" fmla="*/ 440063 w 1070207"/>
                    <a:gd name="connsiteY2" fmla="*/ 1609304 h 2752057"/>
                    <a:gd name="connsiteX3" fmla="*/ 390851 w 1070207"/>
                    <a:gd name="connsiteY3" fmla="*/ 1968079 h 2752057"/>
                    <a:gd name="connsiteX4" fmla="*/ 162250 w 1070207"/>
                    <a:gd name="connsiteY4" fmla="*/ 2223666 h 2752057"/>
                    <a:gd name="connsiteX5" fmla="*/ 86054 w 1070207"/>
                    <a:gd name="connsiteY5" fmla="*/ 2466557 h 2752057"/>
                    <a:gd name="connsiteX6" fmla="*/ 326 w 1070207"/>
                    <a:gd name="connsiteY6" fmla="*/ 2587204 h 2752057"/>
                    <a:gd name="connsiteX7" fmla="*/ 119388 w 1070207"/>
                    <a:gd name="connsiteY7" fmla="*/ 2685629 h 2752057"/>
                    <a:gd name="connsiteX8" fmla="*/ 365451 w 1070207"/>
                    <a:gd name="connsiteY8" fmla="*/ 2730078 h 2752057"/>
                    <a:gd name="connsiteX9" fmla="*/ 187651 w 1070207"/>
                    <a:gd name="connsiteY9" fmla="*/ 2542754 h 2752057"/>
                    <a:gd name="connsiteX10" fmla="*/ 1005484 w 1070207"/>
                    <a:gd name="connsiteY10" fmla="*/ 2235303 h 2752057"/>
                    <a:gd name="connsiteX11" fmla="*/ 1031517 w 1070207"/>
                    <a:gd name="connsiteY11" fmla="*/ 1930783 h 2752057"/>
                    <a:gd name="connsiteX12" fmla="*/ 884434 w 1070207"/>
                    <a:gd name="connsiteY12" fmla="*/ 1463584 h 2752057"/>
                    <a:gd name="connsiteX13" fmla="*/ 842078 w 1070207"/>
                    <a:gd name="connsiteY13" fmla="*/ 1247590 h 2752057"/>
                    <a:gd name="connsiteX14" fmla="*/ 825826 w 1070207"/>
                    <a:gd name="connsiteY14" fmla="*/ 1069554 h 2752057"/>
                    <a:gd name="connsiteX15" fmla="*/ 880250 w 1070207"/>
                    <a:gd name="connsiteY15" fmla="*/ 794184 h 2752057"/>
                    <a:gd name="connsiteX16" fmla="*/ 759154 w 1070207"/>
                    <a:gd name="connsiteY16" fmla="*/ 440907 h 2752057"/>
                    <a:gd name="connsiteX17" fmla="*/ 848054 w 1070207"/>
                    <a:gd name="connsiteY17" fmla="*/ 374232 h 2752057"/>
                    <a:gd name="connsiteX18" fmla="*/ 882978 w 1070207"/>
                    <a:gd name="connsiteY18" fmla="*/ 256757 h 2752057"/>
                    <a:gd name="connsiteX19" fmla="*/ 838529 w 1070207"/>
                    <a:gd name="connsiteY19" fmla="*/ 82132 h 2752057"/>
                    <a:gd name="connsiteX20" fmla="*/ 662313 w 1070207"/>
                    <a:gd name="connsiteY20" fmla="*/ 1166 h 2752057"/>
                    <a:gd name="connsiteX21" fmla="*/ 517853 w 1070207"/>
                    <a:gd name="connsiteY21" fmla="*/ 167857 h 2752057"/>
                    <a:gd name="connsiteX22" fmla="*/ 613103 w 1070207"/>
                    <a:gd name="connsiteY22" fmla="*/ 399631 h 2752057"/>
                    <a:gd name="connsiteX23" fmla="*/ 530551 w 1070207"/>
                    <a:gd name="connsiteY23" fmla="*/ 558379 h 2752057"/>
                    <a:gd name="connsiteX24" fmla="*/ 486101 w 1070207"/>
                    <a:gd name="connsiteY24" fmla="*/ 672678 h 2752057"/>
                    <a:gd name="connsiteX25" fmla="*/ 508326 w 107020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87651 w 1031517"/>
                    <a:gd name="connsiteY9" fmla="*/ 2542754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011502 w 1031517"/>
                    <a:gd name="connsiteY9" fmla="*/ 2553749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031517"/>
                    <a:gd name="connsiteY0" fmla="*/ 1088604 h 2752057"/>
                    <a:gd name="connsiteX1" fmla="*/ 443239 w 1031517"/>
                    <a:gd name="connsiteY1" fmla="*/ 1310854 h 2752057"/>
                    <a:gd name="connsiteX2" fmla="*/ 440063 w 1031517"/>
                    <a:gd name="connsiteY2" fmla="*/ 1609304 h 2752057"/>
                    <a:gd name="connsiteX3" fmla="*/ 390851 w 1031517"/>
                    <a:gd name="connsiteY3" fmla="*/ 1968079 h 2752057"/>
                    <a:gd name="connsiteX4" fmla="*/ 162250 w 1031517"/>
                    <a:gd name="connsiteY4" fmla="*/ 2223666 h 2752057"/>
                    <a:gd name="connsiteX5" fmla="*/ 86054 w 1031517"/>
                    <a:gd name="connsiteY5" fmla="*/ 2466557 h 2752057"/>
                    <a:gd name="connsiteX6" fmla="*/ 326 w 1031517"/>
                    <a:gd name="connsiteY6" fmla="*/ 2587204 h 2752057"/>
                    <a:gd name="connsiteX7" fmla="*/ 119388 w 1031517"/>
                    <a:gd name="connsiteY7" fmla="*/ 2685629 h 2752057"/>
                    <a:gd name="connsiteX8" fmla="*/ 365451 w 1031517"/>
                    <a:gd name="connsiteY8" fmla="*/ 2730078 h 2752057"/>
                    <a:gd name="connsiteX9" fmla="*/ 1011502 w 1031517"/>
                    <a:gd name="connsiteY9" fmla="*/ 2553749 h 2752057"/>
                    <a:gd name="connsiteX10" fmla="*/ 1005484 w 1031517"/>
                    <a:gd name="connsiteY10" fmla="*/ 2235303 h 2752057"/>
                    <a:gd name="connsiteX11" fmla="*/ 1031517 w 1031517"/>
                    <a:gd name="connsiteY11" fmla="*/ 1930783 h 2752057"/>
                    <a:gd name="connsiteX12" fmla="*/ 884434 w 1031517"/>
                    <a:gd name="connsiteY12" fmla="*/ 1463584 h 2752057"/>
                    <a:gd name="connsiteX13" fmla="*/ 842078 w 1031517"/>
                    <a:gd name="connsiteY13" fmla="*/ 1247590 h 2752057"/>
                    <a:gd name="connsiteX14" fmla="*/ 825826 w 1031517"/>
                    <a:gd name="connsiteY14" fmla="*/ 1069554 h 2752057"/>
                    <a:gd name="connsiteX15" fmla="*/ 880250 w 1031517"/>
                    <a:gd name="connsiteY15" fmla="*/ 794184 h 2752057"/>
                    <a:gd name="connsiteX16" fmla="*/ 759154 w 1031517"/>
                    <a:gd name="connsiteY16" fmla="*/ 440907 h 2752057"/>
                    <a:gd name="connsiteX17" fmla="*/ 848054 w 1031517"/>
                    <a:gd name="connsiteY17" fmla="*/ 374232 h 2752057"/>
                    <a:gd name="connsiteX18" fmla="*/ 882978 w 1031517"/>
                    <a:gd name="connsiteY18" fmla="*/ 256757 h 2752057"/>
                    <a:gd name="connsiteX19" fmla="*/ 838529 w 1031517"/>
                    <a:gd name="connsiteY19" fmla="*/ 82132 h 2752057"/>
                    <a:gd name="connsiteX20" fmla="*/ 662313 w 1031517"/>
                    <a:gd name="connsiteY20" fmla="*/ 1166 h 2752057"/>
                    <a:gd name="connsiteX21" fmla="*/ 517853 w 1031517"/>
                    <a:gd name="connsiteY21" fmla="*/ 167857 h 2752057"/>
                    <a:gd name="connsiteX22" fmla="*/ 613103 w 1031517"/>
                    <a:gd name="connsiteY22" fmla="*/ 399631 h 2752057"/>
                    <a:gd name="connsiteX23" fmla="*/ 530551 w 1031517"/>
                    <a:gd name="connsiteY23" fmla="*/ 558379 h 2752057"/>
                    <a:gd name="connsiteX24" fmla="*/ 486101 w 1031517"/>
                    <a:gd name="connsiteY24" fmla="*/ 672678 h 2752057"/>
                    <a:gd name="connsiteX25" fmla="*/ 508326 w 1031517"/>
                    <a:gd name="connsiteY25" fmla="*/ 1088604 h 2752057"/>
                    <a:gd name="connsiteX0" fmla="*/ 508326 w 1213220"/>
                    <a:gd name="connsiteY0" fmla="*/ 1088604 h 2716480"/>
                    <a:gd name="connsiteX1" fmla="*/ 443239 w 1213220"/>
                    <a:gd name="connsiteY1" fmla="*/ 1310854 h 2716480"/>
                    <a:gd name="connsiteX2" fmla="*/ 440063 w 1213220"/>
                    <a:gd name="connsiteY2" fmla="*/ 1609304 h 2716480"/>
                    <a:gd name="connsiteX3" fmla="*/ 390851 w 1213220"/>
                    <a:gd name="connsiteY3" fmla="*/ 1968079 h 2716480"/>
                    <a:gd name="connsiteX4" fmla="*/ 162250 w 1213220"/>
                    <a:gd name="connsiteY4" fmla="*/ 2223666 h 2716480"/>
                    <a:gd name="connsiteX5" fmla="*/ 86054 w 1213220"/>
                    <a:gd name="connsiteY5" fmla="*/ 2466557 h 2716480"/>
                    <a:gd name="connsiteX6" fmla="*/ 326 w 1213220"/>
                    <a:gd name="connsiteY6" fmla="*/ 2587204 h 2716480"/>
                    <a:gd name="connsiteX7" fmla="*/ 119388 w 1213220"/>
                    <a:gd name="connsiteY7" fmla="*/ 2685629 h 2716480"/>
                    <a:gd name="connsiteX8" fmla="*/ 1213220 w 1213220"/>
                    <a:gd name="connsiteY8" fmla="*/ 2653118 h 2716480"/>
                    <a:gd name="connsiteX9" fmla="*/ 1011502 w 1213220"/>
                    <a:gd name="connsiteY9" fmla="*/ 2553749 h 2716480"/>
                    <a:gd name="connsiteX10" fmla="*/ 1005484 w 1213220"/>
                    <a:gd name="connsiteY10" fmla="*/ 2235303 h 2716480"/>
                    <a:gd name="connsiteX11" fmla="*/ 1031517 w 1213220"/>
                    <a:gd name="connsiteY11" fmla="*/ 1930783 h 2716480"/>
                    <a:gd name="connsiteX12" fmla="*/ 884434 w 1213220"/>
                    <a:gd name="connsiteY12" fmla="*/ 1463584 h 2716480"/>
                    <a:gd name="connsiteX13" fmla="*/ 842078 w 1213220"/>
                    <a:gd name="connsiteY13" fmla="*/ 1247590 h 2716480"/>
                    <a:gd name="connsiteX14" fmla="*/ 825826 w 1213220"/>
                    <a:gd name="connsiteY14" fmla="*/ 1069554 h 2716480"/>
                    <a:gd name="connsiteX15" fmla="*/ 880250 w 1213220"/>
                    <a:gd name="connsiteY15" fmla="*/ 794184 h 2716480"/>
                    <a:gd name="connsiteX16" fmla="*/ 759154 w 1213220"/>
                    <a:gd name="connsiteY16" fmla="*/ 440907 h 2716480"/>
                    <a:gd name="connsiteX17" fmla="*/ 848054 w 1213220"/>
                    <a:gd name="connsiteY17" fmla="*/ 374232 h 2716480"/>
                    <a:gd name="connsiteX18" fmla="*/ 882978 w 1213220"/>
                    <a:gd name="connsiteY18" fmla="*/ 256757 h 2716480"/>
                    <a:gd name="connsiteX19" fmla="*/ 838529 w 1213220"/>
                    <a:gd name="connsiteY19" fmla="*/ 82132 h 2716480"/>
                    <a:gd name="connsiteX20" fmla="*/ 662313 w 1213220"/>
                    <a:gd name="connsiteY20" fmla="*/ 1166 h 2716480"/>
                    <a:gd name="connsiteX21" fmla="*/ 517853 w 1213220"/>
                    <a:gd name="connsiteY21" fmla="*/ 167857 h 2716480"/>
                    <a:gd name="connsiteX22" fmla="*/ 613103 w 1213220"/>
                    <a:gd name="connsiteY22" fmla="*/ 399631 h 2716480"/>
                    <a:gd name="connsiteX23" fmla="*/ 530551 w 1213220"/>
                    <a:gd name="connsiteY23" fmla="*/ 558379 h 2716480"/>
                    <a:gd name="connsiteX24" fmla="*/ 486101 w 1213220"/>
                    <a:gd name="connsiteY24" fmla="*/ 672678 h 2716480"/>
                    <a:gd name="connsiteX25" fmla="*/ 508326 w 1213220"/>
                    <a:gd name="connsiteY25" fmla="*/ 1088604 h 2716480"/>
                    <a:gd name="connsiteX0" fmla="*/ 563788 w 1268682"/>
                    <a:gd name="connsiteY0" fmla="*/ 1088604 h 2701084"/>
                    <a:gd name="connsiteX1" fmla="*/ 498701 w 1268682"/>
                    <a:gd name="connsiteY1" fmla="*/ 1310854 h 2701084"/>
                    <a:gd name="connsiteX2" fmla="*/ 495525 w 1268682"/>
                    <a:gd name="connsiteY2" fmla="*/ 1609304 h 2701084"/>
                    <a:gd name="connsiteX3" fmla="*/ 446313 w 1268682"/>
                    <a:gd name="connsiteY3" fmla="*/ 1968079 h 2701084"/>
                    <a:gd name="connsiteX4" fmla="*/ 217712 w 1268682"/>
                    <a:gd name="connsiteY4" fmla="*/ 2223666 h 2701084"/>
                    <a:gd name="connsiteX5" fmla="*/ 141516 w 1268682"/>
                    <a:gd name="connsiteY5" fmla="*/ 2466557 h 2701084"/>
                    <a:gd name="connsiteX6" fmla="*/ 55788 w 1268682"/>
                    <a:gd name="connsiteY6" fmla="*/ 2587204 h 2701084"/>
                    <a:gd name="connsiteX7" fmla="*/ 1075770 w 1268682"/>
                    <a:gd name="connsiteY7" fmla="*/ 2663640 h 2701084"/>
                    <a:gd name="connsiteX8" fmla="*/ 1268682 w 1268682"/>
                    <a:gd name="connsiteY8" fmla="*/ 2653118 h 2701084"/>
                    <a:gd name="connsiteX9" fmla="*/ 1066964 w 1268682"/>
                    <a:gd name="connsiteY9" fmla="*/ 2553749 h 2701084"/>
                    <a:gd name="connsiteX10" fmla="*/ 1060946 w 1268682"/>
                    <a:gd name="connsiteY10" fmla="*/ 2235303 h 2701084"/>
                    <a:gd name="connsiteX11" fmla="*/ 1086979 w 1268682"/>
                    <a:gd name="connsiteY11" fmla="*/ 1930783 h 2701084"/>
                    <a:gd name="connsiteX12" fmla="*/ 939896 w 1268682"/>
                    <a:gd name="connsiteY12" fmla="*/ 1463584 h 2701084"/>
                    <a:gd name="connsiteX13" fmla="*/ 897540 w 1268682"/>
                    <a:gd name="connsiteY13" fmla="*/ 1247590 h 2701084"/>
                    <a:gd name="connsiteX14" fmla="*/ 881288 w 1268682"/>
                    <a:gd name="connsiteY14" fmla="*/ 1069554 h 2701084"/>
                    <a:gd name="connsiteX15" fmla="*/ 935712 w 1268682"/>
                    <a:gd name="connsiteY15" fmla="*/ 794184 h 2701084"/>
                    <a:gd name="connsiteX16" fmla="*/ 814616 w 1268682"/>
                    <a:gd name="connsiteY16" fmla="*/ 440907 h 2701084"/>
                    <a:gd name="connsiteX17" fmla="*/ 903516 w 1268682"/>
                    <a:gd name="connsiteY17" fmla="*/ 374232 h 2701084"/>
                    <a:gd name="connsiteX18" fmla="*/ 938440 w 1268682"/>
                    <a:gd name="connsiteY18" fmla="*/ 256757 h 2701084"/>
                    <a:gd name="connsiteX19" fmla="*/ 893991 w 1268682"/>
                    <a:gd name="connsiteY19" fmla="*/ 82132 h 2701084"/>
                    <a:gd name="connsiteX20" fmla="*/ 717775 w 1268682"/>
                    <a:gd name="connsiteY20" fmla="*/ 1166 h 2701084"/>
                    <a:gd name="connsiteX21" fmla="*/ 573315 w 1268682"/>
                    <a:gd name="connsiteY21" fmla="*/ 167857 h 2701084"/>
                    <a:gd name="connsiteX22" fmla="*/ 668565 w 1268682"/>
                    <a:gd name="connsiteY22" fmla="*/ 399631 h 2701084"/>
                    <a:gd name="connsiteX23" fmla="*/ 586013 w 1268682"/>
                    <a:gd name="connsiteY23" fmla="*/ 558379 h 2701084"/>
                    <a:gd name="connsiteX24" fmla="*/ 541563 w 1268682"/>
                    <a:gd name="connsiteY24" fmla="*/ 672678 h 2701084"/>
                    <a:gd name="connsiteX25" fmla="*/ 563788 w 1268682"/>
                    <a:gd name="connsiteY25" fmla="*/ 1088604 h 2701084"/>
                    <a:gd name="connsiteX0" fmla="*/ 464979 w 1169873"/>
                    <a:gd name="connsiteY0" fmla="*/ 1088604 h 2701084"/>
                    <a:gd name="connsiteX1" fmla="*/ 399892 w 1169873"/>
                    <a:gd name="connsiteY1" fmla="*/ 1310854 h 2701084"/>
                    <a:gd name="connsiteX2" fmla="*/ 396716 w 1169873"/>
                    <a:gd name="connsiteY2" fmla="*/ 1609304 h 2701084"/>
                    <a:gd name="connsiteX3" fmla="*/ 347504 w 1169873"/>
                    <a:gd name="connsiteY3" fmla="*/ 1968079 h 2701084"/>
                    <a:gd name="connsiteX4" fmla="*/ 118903 w 1169873"/>
                    <a:gd name="connsiteY4" fmla="*/ 2223666 h 2701084"/>
                    <a:gd name="connsiteX5" fmla="*/ 42707 w 1169873"/>
                    <a:gd name="connsiteY5" fmla="*/ 2466557 h 2701084"/>
                    <a:gd name="connsiteX6" fmla="*/ 831323 w 1169873"/>
                    <a:gd name="connsiteY6" fmla="*/ 2672409 h 2701084"/>
                    <a:gd name="connsiteX7" fmla="*/ 976961 w 1169873"/>
                    <a:gd name="connsiteY7" fmla="*/ 2663640 h 2701084"/>
                    <a:gd name="connsiteX8" fmla="*/ 1169873 w 1169873"/>
                    <a:gd name="connsiteY8" fmla="*/ 2653118 h 2701084"/>
                    <a:gd name="connsiteX9" fmla="*/ 968155 w 1169873"/>
                    <a:gd name="connsiteY9" fmla="*/ 2553749 h 2701084"/>
                    <a:gd name="connsiteX10" fmla="*/ 962137 w 1169873"/>
                    <a:gd name="connsiteY10" fmla="*/ 2235303 h 2701084"/>
                    <a:gd name="connsiteX11" fmla="*/ 988170 w 1169873"/>
                    <a:gd name="connsiteY11" fmla="*/ 1930783 h 2701084"/>
                    <a:gd name="connsiteX12" fmla="*/ 841087 w 1169873"/>
                    <a:gd name="connsiteY12" fmla="*/ 1463584 h 2701084"/>
                    <a:gd name="connsiteX13" fmla="*/ 798731 w 1169873"/>
                    <a:gd name="connsiteY13" fmla="*/ 1247590 h 2701084"/>
                    <a:gd name="connsiteX14" fmla="*/ 782479 w 1169873"/>
                    <a:gd name="connsiteY14" fmla="*/ 1069554 h 2701084"/>
                    <a:gd name="connsiteX15" fmla="*/ 836903 w 1169873"/>
                    <a:gd name="connsiteY15" fmla="*/ 794184 h 2701084"/>
                    <a:gd name="connsiteX16" fmla="*/ 715807 w 1169873"/>
                    <a:gd name="connsiteY16" fmla="*/ 440907 h 2701084"/>
                    <a:gd name="connsiteX17" fmla="*/ 804707 w 1169873"/>
                    <a:gd name="connsiteY17" fmla="*/ 374232 h 2701084"/>
                    <a:gd name="connsiteX18" fmla="*/ 839631 w 1169873"/>
                    <a:gd name="connsiteY18" fmla="*/ 256757 h 2701084"/>
                    <a:gd name="connsiteX19" fmla="*/ 795182 w 1169873"/>
                    <a:gd name="connsiteY19" fmla="*/ 82132 h 2701084"/>
                    <a:gd name="connsiteX20" fmla="*/ 618966 w 1169873"/>
                    <a:gd name="connsiteY20" fmla="*/ 1166 h 2701084"/>
                    <a:gd name="connsiteX21" fmla="*/ 474506 w 1169873"/>
                    <a:gd name="connsiteY21" fmla="*/ 167857 h 2701084"/>
                    <a:gd name="connsiteX22" fmla="*/ 569756 w 1169873"/>
                    <a:gd name="connsiteY22" fmla="*/ 399631 h 2701084"/>
                    <a:gd name="connsiteX23" fmla="*/ 487204 w 1169873"/>
                    <a:gd name="connsiteY23" fmla="*/ 558379 h 2701084"/>
                    <a:gd name="connsiteX24" fmla="*/ 442754 w 1169873"/>
                    <a:gd name="connsiteY24" fmla="*/ 672678 h 2701084"/>
                    <a:gd name="connsiteX25" fmla="*/ 464979 w 1169873"/>
                    <a:gd name="connsiteY25" fmla="*/ 1088604 h 2701084"/>
                    <a:gd name="connsiteX0" fmla="*/ 362436 w 1067330"/>
                    <a:gd name="connsiteY0" fmla="*/ 1088604 h 2701084"/>
                    <a:gd name="connsiteX1" fmla="*/ 297349 w 1067330"/>
                    <a:gd name="connsiteY1" fmla="*/ 1310854 h 2701084"/>
                    <a:gd name="connsiteX2" fmla="*/ 294173 w 1067330"/>
                    <a:gd name="connsiteY2" fmla="*/ 1609304 h 2701084"/>
                    <a:gd name="connsiteX3" fmla="*/ 244961 w 1067330"/>
                    <a:gd name="connsiteY3" fmla="*/ 1968079 h 2701084"/>
                    <a:gd name="connsiteX4" fmla="*/ 16360 w 1067330"/>
                    <a:gd name="connsiteY4" fmla="*/ 2223666 h 2701084"/>
                    <a:gd name="connsiteX5" fmla="*/ 750727 w 1067330"/>
                    <a:gd name="connsiteY5" fmla="*/ 2540768 h 2701084"/>
                    <a:gd name="connsiteX6" fmla="*/ 728780 w 1067330"/>
                    <a:gd name="connsiteY6" fmla="*/ 2672409 h 2701084"/>
                    <a:gd name="connsiteX7" fmla="*/ 874418 w 1067330"/>
                    <a:gd name="connsiteY7" fmla="*/ 2663640 h 2701084"/>
                    <a:gd name="connsiteX8" fmla="*/ 1067330 w 1067330"/>
                    <a:gd name="connsiteY8" fmla="*/ 2653118 h 2701084"/>
                    <a:gd name="connsiteX9" fmla="*/ 865612 w 1067330"/>
                    <a:gd name="connsiteY9" fmla="*/ 2553749 h 2701084"/>
                    <a:gd name="connsiteX10" fmla="*/ 859594 w 1067330"/>
                    <a:gd name="connsiteY10" fmla="*/ 2235303 h 2701084"/>
                    <a:gd name="connsiteX11" fmla="*/ 885627 w 1067330"/>
                    <a:gd name="connsiteY11" fmla="*/ 1930783 h 2701084"/>
                    <a:gd name="connsiteX12" fmla="*/ 738544 w 1067330"/>
                    <a:gd name="connsiteY12" fmla="*/ 1463584 h 2701084"/>
                    <a:gd name="connsiteX13" fmla="*/ 696188 w 1067330"/>
                    <a:gd name="connsiteY13" fmla="*/ 1247590 h 2701084"/>
                    <a:gd name="connsiteX14" fmla="*/ 679936 w 1067330"/>
                    <a:gd name="connsiteY14" fmla="*/ 1069554 h 2701084"/>
                    <a:gd name="connsiteX15" fmla="*/ 734360 w 1067330"/>
                    <a:gd name="connsiteY15" fmla="*/ 794184 h 2701084"/>
                    <a:gd name="connsiteX16" fmla="*/ 613264 w 1067330"/>
                    <a:gd name="connsiteY16" fmla="*/ 440907 h 2701084"/>
                    <a:gd name="connsiteX17" fmla="*/ 702164 w 1067330"/>
                    <a:gd name="connsiteY17" fmla="*/ 374232 h 2701084"/>
                    <a:gd name="connsiteX18" fmla="*/ 737088 w 1067330"/>
                    <a:gd name="connsiteY18" fmla="*/ 256757 h 2701084"/>
                    <a:gd name="connsiteX19" fmla="*/ 692639 w 1067330"/>
                    <a:gd name="connsiteY19" fmla="*/ 82132 h 2701084"/>
                    <a:gd name="connsiteX20" fmla="*/ 516423 w 1067330"/>
                    <a:gd name="connsiteY20" fmla="*/ 1166 h 2701084"/>
                    <a:gd name="connsiteX21" fmla="*/ 371963 w 1067330"/>
                    <a:gd name="connsiteY21" fmla="*/ 167857 h 2701084"/>
                    <a:gd name="connsiteX22" fmla="*/ 467213 w 1067330"/>
                    <a:gd name="connsiteY22" fmla="*/ 399631 h 2701084"/>
                    <a:gd name="connsiteX23" fmla="*/ 384661 w 1067330"/>
                    <a:gd name="connsiteY23" fmla="*/ 558379 h 2701084"/>
                    <a:gd name="connsiteX24" fmla="*/ 340211 w 1067330"/>
                    <a:gd name="connsiteY24" fmla="*/ 672678 h 2701084"/>
                    <a:gd name="connsiteX25" fmla="*/ 362436 w 1067330"/>
                    <a:gd name="connsiteY25" fmla="*/ 1088604 h 2701084"/>
                    <a:gd name="connsiteX0" fmla="*/ 142705 w 847599"/>
                    <a:gd name="connsiteY0" fmla="*/ 1088604 h 2701084"/>
                    <a:gd name="connsiteX1" fmla="*/ 77618 w 847599"/>
                    <a:gd name="connsiteY1" fmla="*/ 1310854 h 2701084"/>
                    <a:gd name="connsiteX2" fmla="*/ 74442 w 847599"/>
                    <a:gd name="connsiteY2" fmla="*/ 1609304 h 2701084"/>
                    <a:gd name="connsiteX3" fmla="*/ 25230 w 847599"/>
                    <a:gd name="connsiteY3" fmla="*/ 1968079 h 2701084"/>
                    <a:gd name="connsiteX4" fmla="*/ 461024 w 847599"/>
                    <a:gd name="connsiteY4" fmla="*/ 2322614 h 2701084"/>
                    <a:gd name="connsiteX5" fmla="*/ 530996 w 847599"/>
                    <a:gd name="connsiteY5" fmla="*/ 2540768 h 2701084"/>
                    <a:gd name="connsiteX6" fmla="*/ 509049 w 847599"/>
                    <a:gd name="connsiteY6" fmla="*/ 2672409 h 2701084"/>
                    <a:gd name="connsiteX7" fmla="*/ 654687 w 847599"/>
                    <a:gd name="connsiteY7" fmla="*/ 2663640 h 2701084"/>
                    <a:gd name="connsiteX8" fmla="*/ 847599 w 847599"/>
                    <a:gd name="connsiteY8" fmla="*/ 2653118 h 2701084"/>
                    <a:gd name="connsiteX9" fmla="*/ 645881 w 847599"/>
                    <a:gd name="connsiteY9" fmla="*/ 2553749 h 2701084"/>
                    <a:gd name="connsiteX10" fmla="*/ 639863 w 847599"/>
                    <a:gd name="connsiteY10" fmla="*/ 2235303 h 2701084"/>
                    <a:gd name="connsiteX11" fmla="*/ 665896 w 847599"/>
                    <a:gd name="connsiteY11" fmla="*/ 1930783 h 2701084"/>
                    <a:gd name="connsiteX12" fmla="*/ 518813 w 847599"/>
                    <a:gd name="connsiteY12" fmla="*/ 1463584 h 2701084"/>
                    <a:gd name="connsiteX13" fmla="*/ 476457 w 847599"/>
                    <a:gd name="connsiteY13" fmla="*/ 1247590 h 2701084"/>
                    <a:gd name="connsiteX14" fmla="*/ 460205 w 847599"/>
                    <a:gd name="connsiteY14" fmla="*/ 1069554 h 2701084"/>
                    <a:gd name="connsiteX15" fmla="*/ 514629 w 847599"/>
                    <a:gd name="connsiteY15" fmla="*/ 794184 h 2701084"/>
                    <a:gd name="connsiteX16" fmla="*/ 393533 w 847599"/>
                    <a:gd name="connsiteY16" fmla="*/ 440907 h 2701084"/>
                    <a:gd name="connsiteX17" fmla="*/ 482433 w 847599"/>
                    <a:gd name="connsiteY17" fmla="*/ 374232 h 2701084"/>
                    <a:gd name="connsiteX18" fmla="*/ 517357 w 847599"/>
                    <a:gd name="connsiteY18" fmla="*/ 256757 h 2701084"/>
                    <a:gd name="connsiteX19" fmla="*/ 472908 w 847599"/>
                    <a:gd name="connsiteY19" fmla="*/ 82132 h 2701084"/>
                    <a:gd name="connsiteX20" fmla="*/ 296692 w 847599"/>
                    <a:gd name="connsiteY20" fmla="*/ 1166 h 2701084"/>
                    <a:gd name="connsiteX21" fmla="*/ 152232 w 847599"/>
                    <a:gd name="connsiteY21" fmla="*/ 167857 h 2701084"/>
                    <a:gd name="connsiteX22" fmla="*/ 247482 w 847599"/>
                    <a:gd name="connsiteY22" fmla="*/ 399631 h 2701084"/>
                    <a:gd name="connsiteX23" fmla="*/ 164930 w 847599"/>
                    <a:gd name="connsiteY23" fmla="*/ 558379 h 2701084"/>
                    <a:gd name="connsiteX24" fmla="*/ 120480 w 847599"/>
                    <a:gd name="connsiteY24" fmla="*/ 672678 h 2701084"/>
                    <a:gd name="connsiteX25" fmla="*/ 142705 w 847599"/>
                    <a:gd name="connsiteY25" fmla="*/ 1088604 h 2701084"/>
                    <a:gd name="connsiteX0" fmla="*/ 93780 w 798674"/>
                    <a:gd name="connsiteY0" fmla="*/ 1088604 h 2701084"/>
                    <a:gd name="connsiteX1" fmla="*/ 28693 w 798674"/>
                    <a:gd name="connsiteY1" fmla="*/ 1310854 h 2701084"/>
                    <a:gd name="connsiteX2" fmla="*/ 25517 w 798674"/>
                    <a:gd name="connsiteY2" fmla="*/ 1609304 h 2701084"/>
                    <a:gd name="connsiteX3" fmla="*/ 454670 w 798674"/>
                    <a:gd name="connsiteY3" fmla="*/ 1987319 h 2701084"/>
                    <a:gd name="connsiteX4" fmla="*/ 412099 w 798674"/>
                    <a:gd name="connsiteY4" fmla="*/ 2322614 h 2701084"/>
                    <a:gd name="connsiteX5" fmla="*/ 482071 w 798674"/>
                    <a:gd name="connsiteY5" fmla="*/ 2540768 h 2701084"/>
                    <a:gd name="connsiteX6" fmla="*/ 460124 w 798674"/>
                    <a:gd name="connsiteY6" fmla="*/ 2672409 h 2701084"/>
                    <a:gd name="connsiteX7" fmla="*/ 605762 w 798674"/>
                    <a:gd name="connsiteY7" fmla="*/ 2663640 h 2701084"/>
                    <a:gd name="connsiteX8" fmla="*/ 798674 w 798674"/>
                    <a:gd name="connsiteY8" fmla="*/ 2653118 h 2701084"/>
                    <a:gd name="connsiteX9" fmla="*/ 596956 w 798674"/>
                    <a:gd name="connsiteY9" fmla="*/ 2553749 h 2701084"/>
                    <a:gd name="connsiteX10" fmla="*/ 590938 w 798674"/>
                    <a:gd name="connsiteY10" fmla="*/ 2235303 h 2701084"/>
                    <a:gd name="connsiteX11" fmla="*/ 616971 w 798674"/>
                    <a:gd name="connsiteY11" fmla="*/ 1930783 h 2701084"/>
                    <a:gd name="connsiteX12" fmla="*/ 469888 w 798674"/>
                    <a:gd name="connsiteY12" fmla="*/ 1463584 h 2701084"/>
                    <a:gd name="connsiteX13" fmla="*/ 427532 w 798674"/>
                    <a:gd name="connsiteY13" fmla="*/ 1247590 h 2701084"/>
                    <a:gd name="connsiteX14" fmla="*/ 411280 w 798674"/>
                    <a:gd name="connsiteY14" fmla="*/ 1069554 h 2701084"/>
                    <a:gd name="connsiteX15" fmla="*/ 465704 w 798674"/>
                    <a:gd name="connsiteY15" fmla="*/ 794184 h 2701084"/>
                    <a:gd name="connsiteX16" fmla="*/ 344608 w 798674"/>
                    <a:gd name="connsiteY16" fmla="*/ 440907 h 2701084"/>
                    <a:gd name="connsiteX17" fmla="*/ 433508 w 798674"/>
                    <a:gd name="connsiteY17" fmla="*/ 374232 h 2701084"/>
                    <a:gd name="connsiteX18" fmla="*/ 468432 w 798674"/>
                    <a:gd name="connsiteY18" fmla="*/ 256757 h 2701084"/>
                    <a:gd name="connsiteX19" fmla="*/ 423983 w 798674"/>
                    <a:gd name="connsiteY19" fmla="*/ 82132 h 2701084"/>
                    <a:gd name="connsiteX20" fmla="*/ 247767 w 798674"/>
                    <a:gd name="connsiteY20" fmla="*/ 1166 h 2701084"/>
                    <a:gd name="connsiteX21" fmla="*/ 103307 w 798674"/>
                    <a:gd name="connsiteY21" fmla="*/ 167857 h 2701084"/>
                    <a:gd name="connsiteX22" fmla="*/ 198557 w 798674"/>
                    <a:gd name="connsiteY22" fmla="*/ 399631 h 2701084"/>
                    <a:gd name="connsiteX23" fmla="*/ 116005 w 798674"/>
                    <a:gd name="connsiteY23" fmla="*/ 558379 h 2701084"/>
                    <a:gd name="connsiteX24" fmla="*/ 71555 w 798674"/>
                    <a:gd name="connsiteY24" fmla="*/ 672678 h 2701084"/>
                    <a:gd name="connsiteX25" fmla="*/ 93780 w 798674"/>
                    <a:gd name="connsiteY25" fmla="*/ 1088604 h 2701084"/>
                    <a:gd name="connsiteX0" fmla="*/ 65087 w 769981"/>
                    <a:gd name="connsiteY0" fmla="*/ 1088604 h 2701084"/>
                    <a:gd name="connsiteX1" fmla="*/ 0 w 769981"/>
                    <a:gd name="connsiteY1" fmla="*/ 1310854 h 2701084"/>
                    <a:gd name="connsiteX2" fmla="*/ 201457 w 769981"/>
                    <a:gd name="connsiteY2" fmla="*/ 1634041 h 2701084"/>
                    <a:gd name="connsiteX3" fmla="*/ 425977 w 769981"/>
                    <a:gd name="connsiteY3" fmla="*/ 1987319 h 2701084"/>
                    <a:gd name="connsiteX4" fmla="*/ 383406 w 769981"/>
                    <a:gd name="connsiteY4" fmla="*/ 2322614 h 2701084"/>
                    <a:gd name="connsiteX5" fmla="*/ 453378 w 769981"/>
                    <a:gd name="connsiteY5" fmla="*/ 2540768 h 2701084"/>
                    <a:gd name="connsiteX6" fmla="*/ 431431 w 769981"/>
                    <a:gd name="connsiteY6" fmla="*/ 2672409 h 2701084"/>
                    <a:gd name="connsiteX7" fmla="*/ 577069 w 769981"/>
                    <a:gd name="connsiteY7" fmla="*/ 2663640 h 2701084"/>
                    <a:gd name="connsiteX8" fmla="*/ 769981 w 769981"/>
                    <a:gd name="connsiteY8" fmla="*/ 2653118 h 2701084"/>
                    <a:gd name="connsiteX9" fmla="*/ 568263 w 769981"/>
                    <a:gd name="connsiteY9" fmla="*/ 2553749 h 2701084"/>
                    <a:gd name="connsiteX10" fmla="*/ 562245 w 769981"/>
                    <a:gd name="connsiteY10" fmla="*/ 2235303 h 2701084"/>
                    <a:gd name="connsiteX11" fmla="*/ 588278 w 769981"/>
                    <a:gd name="connsiteY11" fmla="*/ 1930783 h 2701084"/>
                    <a:gd name="connsiteX12" fmla="*/ 441195 w 769981"/>
                    <a:gd name="connsiteY12" fmla="*/ 1463584 h 2701084"/>
                    <a:gd name="connsiteX13" fmla="*/ 398839 w 769981"/>
                    <a:gd name="connsiteY13" fmla="*/ 1247590 h 2701084"/>
                    <a:gd name="connsiteX14" fmla="*/ 382587 w 769981"/>
                    <a:gd name="connsiteY14" fmla="*/ 1069554 h 2701084"/>
                    <a:gd name="connsiteX15" fmla="*/ 437011 w 769981"/>
                    <a:gd name="connsiteY15" fmla="*/ 794184 h 2701084"/>
                    <a:gd name="connsiteX16" fmla="*/ 315915 w 769981"/>
                    <a:gd name="connsiteY16" fmla="*/ 440907 h 2701084"/>
                    <a:gd name="connsiteX17" fmla="*/ 404815 w 769981"/>
                    <a:gd name="connsiteY17" fmla="*/ 374232 h 2701084"/>
                    <a:gd name="connsiteX18" fmla="*/ 439739 w 769981"/>
                    <a:gd name="connsiteY18" fmla="*/ 256757 h 2701084"/>
                    <a:gd name="connsiteX19" fmla="*/ 395290 w 769981"/>
                    <a:gd name="connsiteY19" fmla="*/ 82132 h 2701084"/>
                    <a:gd name="connsiteX20" fmla="*/ 219074 w 769981"/>
                    <a:gd name="connsiteY20" fmla="*/ 1166 h 2701084"/>
                    <a:gd name="connsiteX21" fmla="*/ 74614 w 769981"/>
                    <a:gd name="connsiteY21" fmla="*/ 167857 h 2701084"/>
                    <a:gd name="connsiteX22" fmla="*/ 169864 w 769981"/>
                    <a:gd name="connsiteY22" fmla="*/ 399631 h 2701084"/>
                    <a:gd name="connsiteX23" fmla="*/ 87312 w 769981"/>
                    <a:gd name="connsiteY23" fmla="*/ 558379 h 2701084"/>
                    <a:gd name="connsiteX24" fmla="*/ 42862 w 769981"/>
                    <a:gd name="connsiteY24" fmla="*/ 672678 h 2701084"/>
                    <a:gd name="connsiteX25" fmla="*/ 65087 w 769981"/>
                    <a:gd name="connsiteY25" fmla="*/ 1088604 h 2701084"/>
                    <a:gd name="connsiteX0" fmla="*/ 23563 w 728457"/>
                    <a:gd name="connsiteY0" fmla="*/ 1088604 h 2701084"/>
                    <a:gd name="connsiteX1" fmla="*/ 78067 w 728457"/>
                    <a:gd name="connsiteY1" fmla="*/ 1330093 h 2701084"/>
                    <a:gd name="connsiteX2" fmla="*/ 159933 w 728457"/>
                    <a:gd name="connsiteY2" fmla="*/ 1634041 h 2701084"/>
                    <a:gd name="connsiteX3" fmla="*/ 384453 w 728457"/>
                    <a:gd name="connsiteY3" fmla="*/ 1987319 h 2701084"/>
                    <a:gd name="connsiteX4" fmla="*/ 341882 w 728457"/>
                    <a:gd name="connsiteY4" fmla="*/ 2322614 h 2701084"/>
                    <a:gd name="connsiteX5" fmla="*/ 411854 w 728457"/>
                    <a:gd name="connsiteY5" fmla="*/ 2540768 h 2701084"/>
                    <a:gd name="connsiteX6" fmla="*/ 389907 w 728457"/>
                    <a:gd name="connsiteY6" fmla="*/ 2672409 h 2701084"/>
                    <a:gd name="connsiteX7" fmla="*/ 535545 w 728457"/>
                    <a:gd name="connsiteY7" fmla="*/ 2663640 h 2701084"/>
                    <a:gd name="connsiteX8" fmla="*/ 728457 w 728457"/>
                    <a:gd name="connsiteY8" fmla="*/ 2653118 h 2701084"/>
                    <a:gd name="connsiteX9" fmla="*/ 526739 w 728457"/>
                    <a:gd name="connsiteY9" fmla="*/ 2553749 h 2701084"/>
                    <a:gd name="connsiteX10" fmla="*/ 520721 w 728457"/>
                    <a:gd name="connsiteY10" fmla="*/ 2235303 h 2701084"/>
                    <a:gd name="connsiteX11" fmla="*/ 546754 w 728457"/>
                    <a:gd name="connsiteY11" fmla="*/ 1930783 h 2701084"/>
                    <a:gd name="connsiteX12" fmla="*/ 399671 w 728457"/>
                    <a:gd name="connsiteY12" fmla="*/ 1463584 h 2701084"/>
                    <a:gd name="connsiteX13" fmla="*/ 357315 w 728457"/>
                    <a:gd name="connsiteY13" fmla="*/ 1247590 h 2701084"/>
                    <a:gd name="connsiteX14" fmla="*/ 341063 w 728457"/>
                    <a:gd name="connsiteY14" fmla="*/ 1069554 h 2701084"/>
                    <a:gd name="connsiteX15" fmla="*/ 395487 w 728457"/>
                    <a:gd name="connsiteY15" fmla="*/ 794184 h 2701084"/>
                    <a:gd name="connsiteX16" fmla="*/ 274391 w 728457"/>
                    <a:gd name="connsiteY16" fmla="*/ 440907 h 2701084"/>
                    <a:gd name="connsiteX17" fmla="*/ 363291 w 728457"/>
                    <a:gd name="connsiteY17" fmla="*/ 374232 h 2701084"/>
                    <a:gd name="connsiteX18" fmla="*/ 398215 w 728457"/>
                    <a:gd name="connsiteY18" fmla="*/ 256757 h 2701084"/>
                    <a:gd name="connsiteX19" fmla="*/ 353766 w 728457"/>
                    <a:gd name="connsiteY19" fmla="*/ 82132 h 2701084"/>
                    <a:gd name="connsiteX20" fmla="*/ 177550 w 728457"/>
                    <a:gd name="connsiteY20" fmla="*/ 1166 h 2701084"/>
                    <a:gd name="connsiteX21" fmla="*/ 33090 w 728457"/>
                    <a:gd name="connsiteY21" fmla="*/ 167857 h 2701084"/>
                    <a:gd name="connsiteX22" fmla="*/ 128340 w 728457"/>
                    <a:gd name="connsiteY22" fmla="*/ 399631 h 2701084"/>
                    <a:gd name="connsiteX23" fmla="*/ 45788 w 728457"/>
                    <a:gd name="connsiteY23" fmla="*/ 558379 h 2701084"/>
                    <a:gd name="connsiteX24" fmla="*/ 1338 w 728457"/>
                    <a:gd name="connsiteY24" fmla="*/ 672678 h 2701084"/>
                    <a:gd name="connsiteX25" fmla="*/ 23563 w 728457"/>
                    <a:gd name="connsiteY25" fmla="*/ 1088604 h 2701084"/>
                    <a:gd name="connsiteX0" fmla="*/ 23563 w 728457"/>
                    <a:gd name="connsiteY0" fmla="*/ 1088604 h 2701084"/>
                    <a:gd name="connsiteX1" fmla="*/ 91354 w 728457"/>
                    <a:gd name="connsiteY1" fmla="*/ 1327344 h 2701084"/>
                    <a:gd name="connsiteX2" fmla="*/ 159933 w 728457"/>
                    <a:gd name="connsiteY2" fmla="*/ 1634041 h 2701084"/>
                    <a:gd name="connsiteX3" fmla="*/ 384453 w 728457"/>
                    <a:gd name="connsiteY3" fmla="*/ 1987319 h 2701084"/>
                    <a:gd name="connsiteX4" fmla="*/ 341882 w 728457"/>
                    <a:gd name="connsiteY4" fmla="*/ 2322614 h 2701084"/>
                    <a:gd name="connsiteX5" fmla="*/ 411854 w 728457"/>
                    <a:gd name="connsiteY5" fmla="*/ 2540768 h 2701084"/>
                    <a:gd name="connsiteX6" fmla="*/ 389907 w 728457"/>
                    <a:gd name="connsiteY6" fmla="*/ 2672409 h 2701084"/>
                    <a:gd name="connsiteX7" fmla="*/ 535545 w 728457"/>
                    <a:gd name="connsiteY7" fmla="*/ 2663640 h 2701084"/>
                    <a:gd name="connsiteX8" fmla="*/ 728457 w 728457"/>
                    <a:gd name="connsiteY8" fmla="*/ 2653118 h 2701084"/>
                    <a:gd name="connsiteX9" fmla="*/ 526739 w 728457"/>
                    <a:gd name="connsiteY9" fmla="*/ 2553749 h 2701084"/>
                    <a:gd name="connsiteX10" fmla="*/ 520721 w 728457"/>
                    <a:gd name="connsiteY10" fmla="*/ 2235303 h 2701084"/>
                    <a:gd name="connsiteX11" fmla="*/ 546754 w 728457"/>
                    <a:gd name="connsiteY11" fmla="*/ 1930783 h 2701084"/>
                    <a:gd name="connsiteX12" fmla="*/ 399671 w 728457"/>
                    <a:gd name="connsiteY12" fmla="*/ 1463584 h 2701084"/>
                    <a:gd name="connsiteX13" fmla="*/ 357315 w 728457"/>
                    <a:gd name="connsiteY13" fmla="*/ 1247590 h 2701084"/>
                    <a:gd name="connsiteX14" fmla="*/ 341063 w 728457"/>
                    <a:gd name="connsiteY14" fmla="*/ 1069554 h 2701084"/>
                    <a:gd name="connsiteX15" fmla="*/ 395487 w 728457"/>
                    <a:gd name="connsiteY15" fmla="*/ 794184 h 2701084"/>
                    <a:gd name="connsiteX16" fmla="*/ 274391 w 728457"/>
                    <a:gd name="connsiteY16" fmla="*/ 440907 h 2701084"/>
                    <a:gd name="connsiteX17" fmla="*/ 363291 w 728457"/>
                    <a:gd name="connsiteY17" fmla="*/ 374232 h 2701084"/>
                    <a:gd name="connsiteX18" fmla="*/ 398215 w 728457"/>
                    <a:gd name="connsiteY18" fmla="*/ 256757 h 2701084"/>
                    <a:gd name="connsiteX19" fmla="*/ 353766 w 728457"/>
                    <a:gd name="connsiteY19" fmla="*/ 82132 h 2701084"/>
                    <a:gd name="connsiteX20" fmla="*/ 177550 w 728457"/>
                    <a:gd name="connsiteY20" fmla="*/ 1166 h 2701084"/>
                    <a:gd name="connsiteX21" fmla="*/ 33090 w 728457"/>
                    <a:gd name="connsiteY21" fmla="*/ 167857 h 2701084"/>
                    <a:gd name="connsiteX22" fmla="*/ 128340 w 728457"/>
                    <a:gd name="connsiteY22" fmla="*/ 399631 h 2701084"/>
                    <a:gd name="connsiteX23" fmla="*/ 45788 w 728457"/>
                    <a:gd name="connsiteY23" fmla="*/ 558379 h 2701084"/>
                    <a:gd name="connsiteX24" fmla="*/ 1338 w 728457"/>
                    <a:gd name="connsiteY24" fmla="*/ 672678 h 2701084"/>
                    <a:gd name="connsiteX25" fmla="*/ 23563 w 728457"/>
                    <a:gd name="connsiteY25" fmla="*/ 1088604 h 2701084"/>
                    <a:gd name="connsiteX0" fmla="*/ 32925 w 727189"/>
                    <a:gd name="connsiteY0" fmla="*/ 1083108 h 2701084"/>
                    <a:gd name="connsiteX1" fmla="*/ 90086 w 727189"/>
                    <a:gd name="connsiteY1" fmla="*/ 1327344 h 2701084"/>
                    <a:gd name="connsiteX2" fmla="*/ 158665 w 727189"/>
                    <a:gd name="connsiteY2" fmla="*/ 1634041 h 2701084"/>
                    <a:gd name="connsiteX3" fmla="*/ 383185 w 727189"/>
                    <a:gd name="connsiteY3" fmla="*/ 1987319 h 2701084"/>
                    <a:gd name="connsiteX4" fmla="*/ 340614 w 727189"/>
                    <a:gd name="connsiteY4" fmla="*/ 2322614 h 2701084"/>
                    <a:gd name="connsiteX5" fmla="*/ 410586 w 727189"/>
                    <a:gd name="connsiteY5" fmla="*/ 2540768 h 2701084"/>
                    <a:gd name="connsiteX6" fmla="*/ 388639 w 727189"/>
                    <a:gd name="connsiteY6" fmla="*/ 2672409 h 2701084"/>
                    <a:gd name="connsiteX7" fmla="*/ 534277 w 727189"/>
                    <a:gd name="connsiteY7" fmla="*/ 2663640 h 2701084"/>
                    <a:gd name="connsiteX8" fmla="*/ 727189 w 727189"/>
                    <a:gd name="connsiteY8" fmla="*/ 2653118 h 2701084"/>
                    <a:gd name="connsiteX9" fmla="*/ 525471 w 727189"/>
                    <a:gd name="connsiteY9" fmla="*/ 2553749 h 2701084"/>
                    <a:gd name="connsiteX10" fmla="*/ 519453 w 727189"/>
                    <a:gd name="connsiteY10" fmla="*/ 2235303 h 2701084"/>
                    <a:gd name="connsiteX11" fmla="*/ 545486 w 727189"/>
                    <a:gd name="connsiteY11" fmla="*/ 1930783 h 2701084"/>
                    <a:gd name="connsiteX12" fmla="*/ 398403 w 727189"/>
                    <a:gd name="connsiteY12" fmla="*/ 1463584 h 2701084"/>
                    <a:gd name="connsiteX13" fmla="*/ 356047 w 727189"/>
                    <a:gd name="connsiteY13" fmla="*/ 1247590 h 2701084"/>
                    <a:gd name="connsiteX14" fmla="*/ 339795 w 727189"/>
                    <a:gd name="connsiteY14" fmla="*/ 1069554 h 2701084"/>
                    <a:gd name="connsiteX15" fmla="*/ 394219 w 727189"/>
                    <a:gd name="connsiteY15" fmla="*/ 794184 h 2701084"/>
                    <a:gd name="connsiteX16" fmla="*/ 273123 w 727189"/>
                    <a:gd name="connsiteY16" fmla="*/ 440907 h 2701084"/>
                    <a:gd name="connsiteX17" fmla="*/ 362023 w 727189"/>
                    <a:gd name="connsiteY17" fmla="*/ 374232 h 2701084"/>
                    <a:gd name="connsiteX18" fmla="*/ 396947 w 727189"/>
                    <a:gd name="connsiteY18" fmla="*/ 256757 h 2701084"/>
                    <a:gd name="connsiteX19" fmla="*/ 352498 w 727189"/>
                    <a:gd name="connsiteY19" fmla="*/ 82132 h 2701084"/>
                    <a:gd name="connsiteX20" fmla="*/ 176282 w 727189"/>
                    <a:gd name="connsiteY20" fmla="*/ 1166 h 2701084"/>
                    <a:gd name="connsiteX21" fmla="*/ 31822 w 727189"/>
                    <a:gd name="connsiteY21" fmla="*/ 167857 h 2701084"/>
                    <a:gd name="connsiteX22" fmla="*/ 127072 w 727189"/>
                    <a:gd name="connsiteY22" fmla="*/ 399631 h 2701084"/>
                    <a:gd name="connsiteX23" fmla="*/ 44520 w 727189"/>
                    <a:gd name="connsiteY23" fmla="*/ 558379 h 2701084"/>
                    <a:gd name="connsiteX24" fmla="*/ 70 w 727189"/>
                    <a:gd name="connsiteY24" fmla="*/ 672678 h 2701084"/>
                    <a:gd name="connsiteX25" fmla="*/ 32925 w 727189"/>
                    <a:gd name="connsiteY25" fmla="*/ 1083108 h 2701084"/>
                    <a:gd name="connsiteX0" fmla="*/ 7793 w 702057"/>
                    <a:gd name="connsiteY0" fmla="*/ 1083108 h 2701084"/>
                    <a:gd name="connsiteX1" fmla="*/ 64954 w 702057"/>
                    <a:gd name="connsiteY1" fmla="*/ 1327344 h 2701084"/>
                    <a:gd name="connsiteX2" fmla="*/ 133533 w 702057"/>
                    <a:gd name="connsiteY2" fmla="*/ 1634041 h 2701084"/>
                    <a:gd name="connsiteX3" fmla="*/ 358053 w 702057"/>
                    <a:gd name="connsiteY3" fmla="*/ 1987319 h 2701084"/>
                    <a:gd name="connsiteX4" fmla="*/ 315482 w 702057"/>
                    <a:gd name="connsiteY4" fmla="*/ 2322614 h 2701084"/>
                    <a:gd name="connsiteX5" fmla="*/ 385454 w 702057"/>
                    <a:gd name="connsiteY5" fmla="*/ 2540768 h 2701084"/>
                    <a:gd name="connsiteX6" fmla="*/ 363507 w 702057"/>
                    <a:gd name="connsiteY6" fmla="*/ 2672409 h 2701084"/>
                    <a:gd name="connsiteX7" fmla="*/ 509145 w 702057"/>
                    <a:gd name="connsiteY7" fmla="*/ 2663640 h 2701084"/>
                    <a:gd name="connsiteX8" fmla="*/ 702057 w 702057"/>
                    <a:gd name="connsiteY8" fmla="*/ 2653118 h 2701084"/>
                    <a:gd name="connsiteX9" fmla="*/ 500339 w 702057"/>
                    <a:gd name="connsiteY9" fmla="*/ 2553749 h 2701084"/>
                    <a:gd name="connsiteX10" fmla="*/ 494321 w 702057"/>
                    <a:gd name="connsiteY10" fmla="*/ 2235303 h 2701084"/>
                    <a:gd name="connsiteX11" fmla="*/ 520354 w 702057"/>
                    <a:gd name="connsiteY11" fmla="*/ 1930783 h 2701084"/>
                    <a:gd name="connsiteX12" fmla="*/ 373271 w 702057"/>
                    <a:gd name="connsiteY12" fmla="*/ 1463584 h 2701084"/>
                    <a:gd name="connsiteX13" fmla="*/ 330915 w 702057"/>
                    <a:gd name="connsiteY13" fmla="*/ 1247590 h 2701084"/>
                    <a:gd name="connsiteX14" fmla="*/ 314663 w 702057"/>
                    <a:gd name="connsiteY14" fmla="*/ 1069554 h 2701084"/>
                    <a:gd name="connsiteX15" fmla="*/ 369087 w 702057"/>
                    <a:gd name="connsiteY15" fmla="*/ 794184 h 2701084"/>
                    <a:gd name="connsiteX16" fmla="*/ 247991 w 702057"/>
                    <a:gd name="connsiteY16" fmla="*/ 440907 h 2701084"/>
                    <a:gd name="connsiteX17" fmla="*/ 336891 w 702057"/>
                    <a:gd name="connsiteY17" fmla="*/ 374232 h 2701084"/>
                    <a:gd name="connsiteX18" fmla="*/ 371815 w 702057"/>
                    <a:gd name="connsiteY18" fmla="*/ 256757 h 2701084"/>
                    <a:gd name="connsiteX19" fmla="*/ 327366 w 702057"/>
                    <a:gd name="connsiteY19" fmla="*/ 82132 h 2701084"/>
                    <a:gd name="connsiteX20" fmla="*/ 151150 w 702057"/>
                    <a:gd name="connsiteY20" fmla="*/ 1166 h 2701084"/>
                    <a:gd name="connsiteX21" fmla="*/ 6690 w 702057"/>
                    <a:gd name="connsiteY21" fmla="*/ 167857 h 2701084"/>
                    <a:gd name="connsiteX22" fmla="*/ 101940 w 702057"/>
                    <a:gd name="connsiteY22" fmla="*/ 399631 h 2701084"/>
                    <a:gd name="connsiteX23" fmla="*/ 19388 w 702057"/>
                    <a:gd name="connsiteY23" fmla="*/ 558379 h 2701084"/>
                    <a:gd name="connsiteX24" fmla="*/ 1514 w 702057"/>
                    <a:gd name="connsiteY24" fmla="*/ 708409 h 2701084"/>
                    <a:gd name="connsiteX25" fmla="*/ 7793 w 702057"/>
                    <a:gd name="connsiteY25" fmla="*/ 1083108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9490 w 706065"/>
                    <a:gd name="connsiteY4" fmla="*/ 232261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6832 w 706065"/>
                    <a:gd name="connsiteY4" fmla="*/ 2275888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4174 w 706065"/>
                    <a:gd name="connsiteY4" fmla="*/ 220717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701084"/>
                    <a:gd name="connsiteX1" fmla="*/ 68962 w 706065"/>
                    <a:gd name="connsiteY1" fmla="*/ 1327344 h 2701084"/>
                    <a:gd name="connsiteX2" fmla="*/ 137541 w 706065"/>
                    <a:gd name="connsiteY2" fmla="*/ 1634041 h 2701084"/>
                    <a:gd name="connsiteX3" fmla="*/ 362061 w 706065"/>
                    <a:gd name="connsiteY3" fmla="*/ 1987319 h 2701084"/>
                    <a:gd name="connsiteX4" fmla="*/ 314174 w 706065"/>
                    <a:gd name="connsiteY4" fmla="*/ 2207174 h 2701084"/>
                    <a:gd name="connsiteX5" fmla="*/ 389462 w 706065"/>
                    <a:gd name="connsiteY5" fmla="*/ 2540768 h 2701084"/>
                    <a:gd name="connsiteX6" fmla="*/ 367515 w 706065"/>
                    <a:gd name="connsiteY6" fmla="*/ 2672409 h 2701084"/>
                    <a:gd name="connsiteX7" fmla="*/ 513153 w 706065"/>
                    <a:gd name="connsiteY7" fmla="*/ 2663640 h 2701084"/>
                    <a:gd name="connsiteX8" fmla="*/ 706065 w 706065"/>
                    <a:gd name="connsiteY8" fmla="*/ 2653118 h 2701084"/>
                    <a:gd name="connsiteX9" fmla="*/ 504347 w 706065"/>
                    <a:gd name="connsiteY9" fmla="*/ 2553749 h 2701084"/>
                    <a:gd name="connsiteX10" fmla="*/ 498329 w 706065"/>
                    <a:gd name="connsiteY10" fmla="*/ 2235303 h 2701084"/>
                    <a:gd name="connsiteX11" fmla="*/ 524362 w 706065"/>
                    <a:gd name="connsiteY11" fmla="*/ 1930783 h 2701084"/>
                    <a:gd name="connsiteX12" fmla="*/ 377279 w 706065"/>
                    <a:gd name="connsiteY12" fmla="*/ 1463584 h 2701084"/>
                    <a:gd name="connsiteX13" fmla="*/ 334923 w 706065"/>
                    <a:gd name="connsiteY13" fmla="*/ 1247590 h 2701084"/>
                    <a:gd name="connsiteX14" fmla="*/ 318671 w 706065"/>
                    <a:gd name="connsiteY14" fmla="*/ 1069554 h 2701084"/>
                    <a:gd name="connsiteX15" fmla="*/ 373095 w 706065"/>
                    <a:gd name="connsiteY15" fmla="*/ 794184 h 2701084"/>
                    <a:gd name="connsiteX16" fmla="*/ 251999 w 706065"/>
                    <a:gd name="connsiteY16" fmla="*/ 440907 h 2701084"/>
                    <a:gd name="connsiteX17" fmla="*/ 340899 w 706065"/>
                    <a:gd name="connsiteY17" fmla="*/ 374232 h 2701084"/>
                    <a:gd name="connsiteX18" fmla="*/ 375823 w 706065"/>
                    <a:gd name="connsiteY18" fmla="*/ 256757 h 2701084"/>
                    <a:gd name="connsiteX19" fmla="*/ 331374 w 706065"/>
                    <a:gd name="connsiteY19" fmla="*/ 82132 h 2701084"/>
                    <a:gd name="connsiteX20" fmla="*/ 155158 w 706065"/>
                    <a:gd name="connsiteY20" fmla="*/ 1166 h 2701084"/>
                    <a:gd name="connsiteX21" fmla="*/ 10698 w 706065"/>
                    <a:gd name="connsiteY21" fmla="*/ 167857 h 2701084"/>
                    <a:gd name="connsiteX22" fmla="*/ 105948 w 706065"/>
                    <a:gd name="connsiteY22" fmla="*/ 399631 h 2701084"/>
                    <a:gd name="connsiteX23" fmla="*/ 23396 w 706065"/>
                    <a:gd name="connsiteY23" fmla="*/ 558379 h 2701084"/>
                    <a:gd name="connsiteX24" fmla="*/ 5522 w 706065"/>
                    <a:gd name="connsiteY24" fmla="*/ 708409 h 2701084"/>
                    <a:gd name="connsiteX0" fmla="*/ 5522 w 706065"/>
                    <a:gd name="connsiteY0" fmla="*/ 708409 h 2680239"/>
                    <a:gd name="connsiteX1" fmla="*/ 68962 w 706065"/>
                    <a:gd name="connsiteY1" fmla="*/ 1327344 h 2680239"/>
                    <a:gd name="connsiteX2" fmla="*/ 137541 w 706065"/>
                    <a:gd name="connsiteY2" fmla="*/ 1634041 h 2680239"/>
                    <a:gd name="connsiteX3" fmla="*/ 362061 w 706065"/>
                    <a:gd name="connsiteY3" fmla="*/ 1987319 h 2680239"/>
                    <a:gd name="connsiteX4" fmla="*/ 314174 w 706065"/>
                    <a:gd name="connsiteY4" fmla="*/ 2207174 h 2680239"/>
                    <a:gd name="connsiteX5" fmla="*/ 389462 w 706065"/>
                    <a:gd name="connsiteY5" fmla="*/ 2540768 h 2680239"/>
                    <a:gd name="connsiteX6" fmla="*/ 367515 w 706065"/>
                    <a:gd name="connsiteY6" fmla="*/ 2672409 h 2680239"/>
                    <a:gd name="connsiteX7" fmla="*/ 706065 w 706065"/>
                    <a:gd name="connsiteY7" fmla="*/ 2653118 h 2680239"/>
                    <a:gd name="connsiteX8" fmla="*/ 504347 w 706065"/>
                    <a:gd name="connsiteY8" fmla="*/ 2553749 h 2680239"/>
                    <a:gd name="connsiteX9" fmla="*/ 498329 w 706065"/>
                    <a:gd name="connsiteY9" fmla="*/ 2235303 h 2680239"/>
                    <a:gd name="connsiteX10" fmla="*/ 524362 w 706065"/>
                    <a:gd name="connsiteY10" fmla="*/ 1930783 h 2680239"/>
                    <a:gd name="connsiteX11" fmla="*/ 377279 w 706065"/>
                    <a:gd name="connsiteY11" fmla="*/ 1463584 h 2680239"/>
                    <a:gd name="connsiteX12" fmla="*/ 334923 w 706065"/>
                    <a:gd name="connsiteY12" fmla="*/ 1247590 h 2680239"/>
                    <a:gd name="connsiteX13" fmla="*/ 318671 w 706065"/>
                    <a:gd name="connsiteY13" fmla="*/ 1069554 h 2680239"/>
                    <a:gd name="connsiteX14" fmla="*/ 373095 w 706065"/>
                    <a:gd name="connsiteY14" fmla="*/ 794184 h 2680239"/>
                    <a:gd name="connsiteX15" fmla="*/ 251999 w 706065"/>
                    <a:gd name="connsiteY15" fmla="*/ 440907 h 2680239"/>
                    <a:gd name="connsiteX16" fmla="*/ 340899 w 706065"/>
                    <a:gd name="connsiteY16" fmla="*/ 374232 h 2680239"/>
                    <a:gd name="connsiteX17" fmla="*/ 375823 w 706065"/>
                    <a:gd name="connsiteY17" fmla="*/ 256757 h 2680239"/>
                    <a:gd name="connsiteX18" fmla="*/ 331374 w 706065"/>
                    <a:gd name="connsiteY18" fmla="*/ 82132 h 2680239"/>
                    <a:gd name="connsiteX19" fmla="*/ 155158 w 706065"/>
                    <a:gd name="connsiteY19" fmla="*/ 1166 h 2680239"/>
                    <a:gd name="connsiteX20" fmla="*/ 10698 w 706065"/>
                    <a:gd name="connsiteY20" fmla="*/ 167857 h 2680239"/>
                    <a:gd name="connsiteX21" fmla="*/ 105948 w 706065"/>
                    <a:gd name="connsiteY21" fmla="*/ 399631 h 2680239"/>
                    <a:gd name="connsiteX22" fmla="*/ 23396 w 706065"/>
                    <a:gd name="connsiteY22" fmla="*/ 558379 h 2680239"/>
                    <a:gd name="connsiteX23" fmla="*/ 5522 w 706065"/>
                    <a:gd name="connsiteY23" fmla="*/ 708409 h 2680239"/>
                    <a:gd name="connsiteX0" fmla="*/ 5522 w 706290"/>
                    <a:gd name="connsiteY0" fmla="*/ 708409 h 2693231"/>
                    <a:gd name="connsiteX1" fmla="*/ 68962 w 706290"/>
                    <a:gd name="connsiteY1" fmla="*/ 1327344 h 2693231"/>
                    <a:gd name="connsiteX2" fmla="*/ 137541 w 706290"/>
                    <a:gd name="connsiteY2" fmla="*/ 1634041 h 2693231"/>
                    <a:gd name="connsiteX3" fmla="*/ 362061 w 706290"/>
                    <a:gd name="connsiteY3" fmla="*/ 1987319 h 2693231"/>
                    <a:gd name="connsiteX4" fmla="*/ 314174 w 706290"/>
                    <a:gd name="connsiteY4" fmla="*/ 2207174 h 2693231"/>
                    <a:gd name="connsiteX5" fmla="*/ 389462 w 706290"/>
                    <a:gd name="connsiteY5" fmla="*/ 2540768 h 2693231"/>
                    <a:gd name="connsiteX6" fmla="*/ 367515 w 706290"/>
                    <a:gd name="connsiteY6" fmla="*/ 2672409 h 2693231"/>
                    <a:gd name="connsiteX7" fmla="*/ 706065 w 706290"/>
                    <a:gd name="connsiteY7" fmla="*/ 2653118 h 2693231"/>
                    <a:gd name="connsiteX8" fmla="*/ 504347 w 706290"/>
                    <a:gd name="connsiteY8" fmla="*/ 2553749 h 2693231"/>
                    <a:gd name="connsiteX9" fmla="*/ 498329 w 706290"/>
                    <a:gd name="connsiteY9" fmla="*/ 2235303 h 2693231"/>
                    <a:gd name="connsiteX10" fmla="*/ 524362 w 706290"/>
                    <a:gd name="connsiteY10" fmla="*/ 1930783 h 2693231"/>
                    <a:gd name="connsiteX11" fmla="*/ 377279 w 706290"/>
                    <a:gd name="connsiteY11" fmla="*/ 1463584 h 2693231"/>
                    <a:gd name="connsiteX12" fmla="*/ 334923 w 706290"/>
                    <a:gd name="connsiteY12" fmla="*/ 1247590 h 2693231"/>
                    <a:gd name="connsiteX13" fmla="*/ 318671 w 706290"/>
                    <a:gd name="connsiteY13" fmla="*/ 1069554 h 2693231"/>
                    <a:gd name="connsiteX14" fmla="*/ 373095 w 706290"/>
                    <a:gd name="connsiteY14" fmla="*/ 794184 h 2693231"/>
                    <a:gd name="connsiteX15" fmla="*/ 251999 w 706290"/>
                    <a:gd name="connsiteY15" fmla="*/ 440907 h 2693231"/>
                    <a:gd name="connsiteX16" fmla="*/ 340899 w 706290"/>
                    <a:gd name="connsiteY16" fmla="*/ 374232 h 2693231"/>
                    <a:gd name="connsiteX17" fmla="*/ 375823 w 706290"/>
                    <a:gd name="connsiteY17" fmla="*/ 256757 h 2693231"/>
                    <a:gd name="connsiteX18" fmla="*/ 331374 w 706290"/>
                    <a:gd name="connsiteY18" fmla="*/ 82132 h 2693231"/>
                    <a:gd name="connsiteX19" fmla="*/ 155158 w 706290"/>
                    <a:gd name="connsiteY19" fmla="*/ 1166 h 2693231"/>
                    <a:gd name="connsiteX20" fmla="*/ 10698 w 706290"/>
                    <a:gd name="connsiteY20" fmla="*/ 167857 h 2693231"/>
                    <a:gd name="connsiteX21" fmla="*/ 105948 w 706290"/>
                    <a:gd name="connsiteY21" fmla="*/ 399631 h 2693231"/>
                    <a:gd name="connsiteX22" fmla="*/ 23396 w 706290"/>
                    <a:gd name="connsiteY22" fmla="*/ 558379 h 2693231"/>
                    <a:gd name="connsiteX23" fmla="*/ 5522 w 706290"/>
                    <a:gd name="connsiteY23" fmla="*/ 708409 h 2693231"/>
                    <a:gd name="connsiteX0" fmla="*/ 5522 w 706290"/>
                    <a:gd name="connsiteY0" fmla="*/ 708409 h 2693231"/>
                    <a:gd name="connsiteX1" fmla="*/ 68962 w 706290"/>
                    <a:gd name="connsiteY1" fmla="*/ 1327344 h 2693231"/>
                    <a:gd name="connsiteX2" fmla="*/ 137541 w 706290"/>
                    <a:gd name="connsiteY2" fmla="*/ 1634041 h 2693231"/>
                    <a:gd name="connsiteX3" fmla="*/ 362061 w 706290"/>
                    <a:gd name="connsiteY3" fmla="*/ 1987319 h 2693231"/>
                    <a:gd name="connsiteX4" fmla="*/ 314174 w 706290"/>
                    <a:gd name="connsiteY4" fmla="*/ 2207174 h 2693231"/>
                    <a:gd name="connsiteX5" fmla="*/ 389462 w 706290"/>
                    <a:gd name="connsiteY5" fmla="*/ 2540768 h 2693231"/>
                    <a:gd name="connsiteX6" fmla="*/ 367515 w 706290"/>
                    <a:gd name="connsiteY6" fmla="*/ 2672409 h 2693231"/>
                    <a:gd name="connsiteX7" fmla="*/ 706065 w 706290"/>
                    <a:gd name="connsiteY7" fmla="*/ 2653118 h 2693231"/>
                    <a:gd name="connsiteX8" fmla="*/ 504347 w 706290"/>
                    <a:gd name="connsiteY8" fmla="*/ 2553749 h 2693231"/>
                    <a:gd name="connsiteX9" fmla="*/ 498329 w 706290"/>
                    <a:gd name="connsiteY9" fmla="*/ 2235303 h 2693231"/>
                    <a:gd name="connsiteX10" fmla="*/ 524362 w 706290"/>
                    <a:gd name="connsiteY10" fmla="*/ 1930783 h 2693231"/>
                    <a:gd name="connsiteX11" fmla="*/ 377279 w 706290"/>
                    <a:gd name="connsiteY11" fmla="*/ 1463584 h 2693231"/>
                    <a:gd name="connsiteX12" fmla="*/ 334923 w 706290"/>
                    <a:gd name="connsiteY12" fmla="*/ 1247590 h 2693231"/>
                    <a:gd name="connsiteX13" fmla="*/ 318671 w 706290"/>
                    <a:gd name="connsiteY13" fmla="*/ 1069554 h 2693231"/>
                    <a:gd name="connsiteX14" fmla="*/ 373095 w 706290"/>
                    <a:gd name="connsiteY14" fmla="*/ 794184 h 2693231"/>
                    <a:gd name="connsiteX15" fmla="*/ 251999 w 706290"/>
                    <a:gd name="connsiteY15" fmla="*/ 440907 h 2693231"/>
                    <a:gd name="connsiteX16" fmla="*/ 340899 w 706290"/>
                    <a:gd name="connsiteY16" fmla="*/ 374232 h 2693231"/>
                    <a:gd name="connsiteX17" fmla="*/ 375823 w 706290"/>
                    <a:gd name="connsiteY17" fmla="*/ 256757 h 2693231"/>
                    <a:gd name="connsiteX18" fmla="*/ 331374 w 706290"/>
                    <a:gd name="connsiteY18" fmla="*/ 82132 h 2693231"/>
                    <a:gd name="connsiteX19" fmla="*/ 155158 w 706290"/>
                    <a:gd name="connsiteY19" fmla="*/ 1166 h 2693231"/>
                    <a:gd name="connsiteX20" fmla="*/ 10698 w 706290"/>
                    <a:gd name="connsiteY20" fmla="*/ 167857 h 2693231"/>
                    <a:gd name="connsiteX21" fmla="*/ 105948 w 706290"/>
                    <a:gd name="connsiteY21" fmla="*/ 399631 h 2693231"/>
                    <a:gd name="connsiteX22" fmla="*/ 23396 w 706290"/>
                    <a:gd name="connsiteY22" fmla="*/ 558379 h 2693231"/>
                    <a:gd name="connsiteX23" fmla="*/ 5522 w 706290"/>
                    <a:gd name="connsiteY23" fmla="*/ 708409 h 2693231"/>
                    <a:gd name="connsiteX0" fmla="*/ 5522 w 707596"/>
                    <a:gd name="connsiteY0" fmla="*/ 708409 h 2680768"/>
                    <a:gd name="connsiteX1" fmla="*/ 68962 w 707596"/>
                    <a:gd name="connsiteY1" fmla="*/ 1327344 h 2680768"/>
                    <a:gd name="connsiteX2" fmla="*/ 137541 w 707596"/>
                    <a:gd name="connsiteY2" fmla="*/ 1634041 h 2680768"/>
                    <a:gd name="connsiteX3" fmla="*/ 362061 w 707596"/>
                    <a:gd name="connsiteY3" fmla="*/ 1987319 h 2680768"/>
                    <a:gd name="connsiteX4" fmla="*/ 314174 w 707596"/>
                    <a:gd name="connsiteY4" fmla="*/ 2207174 h 2680768"/>
                    <a:gd name="connsiteX5" fmla="*/ 389462 w 707596"/>
                    <a:gd name="connsiteY5" fmla="*/ 2540768 h 2680768"/>
                    <a:gd name="connsiteX6" fmla="*/ 367515 w 707596"/>
                    <a:gd name="connsiteY6" fmla="*/ 2672409 h 2680768"/>
                    <a:gd name="connsiteX7" fmla="*/ 706065 w 707596"/>
                    <a:gd name="connsiteY7" fmla="*/ 2653118 h 2680768"/>
                    <a:gd name="connsiteX8" fmla="*/ 480429 w 707596"/>
                    <a:gd name="connsiteY8" fmla="*/ 2537258 h 2680768"/>
                    <a:gd name="connsiteX9" fmla="*/ 498329 w 707596"/>
                    <a:gd name="connsiteY9" fmla="*/ 2235303 h 2680768"/>
                    <a:gd name="connsiteX10" fmla="*/ 524362 w 707596"/>
                    <a:gd name="connsiteY10" fmla="*/ 1930783 h 2680768"/>
                    <a:gd name="connsiteX11" fmla="*/ 377279 w 707596"/>
                    <a:gd name="connsiteY11" fmla="*/ 1463584 h 2680768"/>
                    <a:gd name="connsiteX12" fmla="*/ 334923 w 707596"/>
                    <a:gd name="connsiteY12" fmla="*/ 1247590 h 2680768"/>
                    <a:gd name="connsiteX13" fmla="*/ 318671 w 707596"/>
                    <a:gd name="connsiteY13" fmla="*/ 1069554 h 2680768"/>
                    <a:gd name="connsiteX14" fmla="*/ 373095 w 707596"/>
                    <a:gd name="connsiteY14" fmla="*/ 794184 h 2680768"/>
                    <a:gd name="connsiteX15" fmla="*/ 251999 w 707596"/>
                    <a:gd name="connsiteY15" fmla="*/ 440907 h 2680768"/>
                    <a:gd name="connsiteX16" fmla="*/ 340899 w 707596"/>
                    <a:gd name="connsiteY16" fmla="*/ 374232 h 2680768"/>
                    <a:gd name="connsiteX17" fmla="*/ 375823 w 707596"/>
                    <a:gd name="connsiteY17" fmla="*/ 256757 h 2680768"/>
                    <a:gd name="connsiteX18" fmla="*/ 331374 w 707596"/>
                    <a:gd name="connsiteY18" fmla="*/ 82132 h 2680768"/>
                    <a:gd name="connsiteX19" fmla="*/ 155158 w 707596"/>
                    <a:gd name="connsiteY19" fmla="*/ 1166 h 2680768"/>
                    <a:gd name="connsiteX20" fmla="*/ 10698 w 707596"/>
                    <a:gd name="connsiteY20" fmla="*/ 167857 h 2680768"/>
                    <a:gd name="connsiteX21" fmla="*/ 105948 w 707596"/>
                    <a:gd name="connsiteY21" fmla="*/ 399631 h 2680768"/>
                    <a:gd name="connsiteX22" fmla="*/ 23396 w 707596"/>
                    <a:gd name="connsiteY22" fmla="*/ 558379 h 2680768"/>
                    <a:gd name="connsiteX23" fmla="*/ 5522 w 707596"/>
                    <a:gd name="connsiteY23" fmla="*/ 708409 h 2680768"/>
                    <a:gd name="connsiteX0" fmla="*/ 5522 w 707980"/>
                    <a:gd name="connsiteY0" fmla="*/ 708409 h 2681051"/>
                    <a:gd name="connsiteX1" fmla="*/ 68962 w 707980"/>
                    <a:gd name="connsiteY1" fmla="*/ 1327344 h 2681051"/>
                    <a:gd name="connsiteX2" fmla="*/ 137541 w 707980"/>
                    <a:gd name="connsiteY2" fmla="*/ 1634041 h 2681051"/>
                    <a:gd name="connsiteX3" fmla="*/ 362061 w 707980"/>
                    <a:gd name="connsiteY3" fmla="*/ 1987319 h 2681051"/>
                    <a:gd name="connsiteX4" fmla="*/ 314174 w 707980"/>
                    <a:gd name="connsiteY4" fmla="*/ 2207174 h 2681051"/>
                    <a:gd name="connsiteX5" fmla="*/ 389462 w 707980"/>
                    <a:gd name="connsiteY5" fmla="*/ 2540768 h 2681051"/>
                    <a:gd name="connsiteX6" fmla="*/ 367515 w 707980"/>
                    <a:gd name="connsiteY6" fmla="*/ 2672409 h 2681051"/>
                    <a:gd name="connsiteX7" fmla="*/ 706065 w 707980"/>
                    <a:gd name="connsiteY7" fmla="*/ 2653118 h 2681051"/>
                    <a:gd name="connsiteX8" fmla="*/ 491059 w 707980"/>
                    <a:gd name="connsiteY8" fmla="*/ 2529013 h 2681051"/>
                    <a:gd name="connsiteX9" fmla="*/ 498329 w 707980"/>
                    <a:gd name="connsiteY9" fmla="*/ 2235303 h 2681051"/>
                    <a:gd name="connsiteX10" fmla="*/ 524362 w 707980"/>
                    <a:gd name="connsiteY10" fmla="*/ 1930783 h 2681051"/>
                    <a:gd name="connsiteX11" fmla="*/ 377279 w 707980"/>
                    <a:gd name="connsiteY11" fmla="*/ 1463584 h 2681051"/>
                    <a:gd name="connsiteX12" fmla="*/ 334923 w 707980"/>
                    <a:gd name="connsiteY12" fmla="*/ 1247590 h 2681051"/>
                    <a:gd name="connsiteX13" fmla="*/ 318671 w 707980"/>
                    <a:gd name="connsiteY13" fmla="*/ 1069554 h 2681051"/>
                    <a:gd name="connsiteX14" fmla="*/ 373095 w 707980"/>
                    <a:gd name="connsiteY14" fmla="*/ 794184 h 2681051"/>
                    <a:gd name="connsiteX15" fmla="*/ 251999 w 707980"/>
                    <a:gd name="connsiteY15" fmla="*/ 440907 h 2681051"/>
                    <a:gd name="connsiteX16" fmla="*/ 340899 w 707980"/>
                    <a:gd name="connsiteY16" fmla="*/ 374232 h 2681051"/>
                    <a:gd name="connsiteX17" fmla="*/ 375823 w 707980"/>
                    <a:gd name="connsiteY17" fmla="*/ 256757 h 2681051"/>
                    <a:gd name="connsiteX18" fmla="*/ 331374 w 707980"/>
                    <a:gd name="connsiteY18" fmla="*/ 82132 h 2681051"/>
                    <a:gd name="connsiteX19" fmla="*/ 155158 w 707980"/>
                    <a:gd name="connsiteY19" fmla="*/ 1166 h 2681051"/>
                    <a:gd name="connsiteX20" fmla="*/ 10698 w 707980"/>
                    <a:gd name="connsiteY20" fmla="*/ 167857 h 2681051"/>
                    <a:gd name="connsiteX21" fmla="*/ 105948 w 707980"/>
                    <a:gd name="connsiteY21" fmla="*/ 399631 h 2681051"/>
                    <a:gd name="connsiteX22" fmla="*/ 23396 w 707980"/>
                    <a:gd name="connsiteY22" fmla="*/ 558379 h 2681051"/>
                    <a:gd name="connsiteX23" fmla="*/ 5522 w 707980"/>
                    <a:gd name="connsiteY23" fmla="*/ 708409 h 2681051"/>
                    <a:gd name="connsiteX0" fmla="*/ 5522 w 707980"/>
                    <a:gd name="connsiteY0" fmla="*/ 708409 h 2681051"/>
                    <a:gd name="connsiteX1" fmla="*/ 68962 w 707980"/>
                    <a:gd name="connsiteY1" fmla="*/ 1327344 h 2681051"/>
                    <a:gd name="connsiteX2" fmla="*/ 137541 w 707980"/>
                    <a:gd name="connsiteY2" fmla="*/ 1634041 h 2681051"/>
                    <a:gd name="connsiteX3" fmla="*/ 362061 w 707980"/>
                    <a:gd name="connsiteY3" fmla="*/ 1987319 h 2681051"/>
                    <a:gd name="connsiteX4" fmla="*/ 314174 w 707980"/>
                    <a:gd name="connsiteY4" fmla="*/ 2207174 h 2681051"/>
                    <a:gd name="connsiteX5" fmla="*/ 389462 w 707980"/>
                    <a:gd name="connsiteY5" fmla="*/ 2540768 h 2681051"/>
                    <a:gd name="connsiteX6" fmla="*/ 367515 w 707980"/>
                    <a:gd name="connsiteY6" fmla="*/ 2672409 h 2681051"/>
                    <a:gd name="connsiteX7" fmla="*/ 706065 w 707980"/>
                    <a:gd name="connsiteY7" fmla="*/ 2653118 h 2681051"/>
                    <a:gd name="connsiteX8" fmla="*/ 491059 w 707980"/>
                    <a:gd name="connsiteY8" fmla="*/ 2529013 h 2681051"/>
                    <a:gd name="connsiteX9" fmla="*/ 498329 w 707980"/>
                    <a:gd name="connsiteY9" fmla="*/ 2235303 h 2681051"/>
                    <a:gd name="connsiteX10" fmla="*/ 529677 w 707980"/>
                    <a:gd name="connsiteY10" fmla="*/ 1944526 h 2681051"/>
                    <a:gd name="connsiteX11" fmla="*/ 377279 w 707980"/>
                    <a:gd name="connsiteY11" fmla="*/ 1463584 h 2681051"/>
                    <a:gd name="connsiteX12" fmla="*/ 334923 w 707980"/>
                    <a:gd name="connsiteY12" fmla="*/ 1247590 h 2681051"/>
                    <a:gd name="connsiteX13" fmla="*/ 318671 w 707980"/>
                    <a:gd name="connsiteY13" fmla="*/ 1069554 h 2681051"/>
                    <a:gd name="connsiteX14" fmla="*/ 373095 w 707980"/>
                    <a:gd name="connsiteY14" fmla="*/ 794184 h 2681051"/>
                    <a:gd name="connsiteX15" fmla="*/ 251999 w 707980"/>
                    <a:gd name="connsiteY15" fmla="*/ 440907 h 2681051"/>
                    <a:gd name="connsiteX16" fmla="*/ 340899 w 707980"/>
                    <a:gd name="connsiteY16" fmla="*/ 374232 h 2681051"/>
                    <a:gd name="connsiteX17" fmla="*/ 375823 w 707980"/>
                    <a:gd name="connsiteY17" fmla="*/ 256757 h 2681051"/>
                    <a:gd name="connsiteX18" fmla="*/ 331374 w 707980"/>
                    <a:gd name="connsiteY18" fmla="*/ 82132 h 2681051"/>
                    <a:gd name="connsiteX19" fmla="*/ 155158 w 707980"/>
                    <a:gd name="connsiteY19" fmla="*/ 1166 h 2681051"/>
                    <a:gd name="connsiteX20" fmla="*/ 10698 w 707980"/>
                    <a:gd name="connsiteY20" fmla="*/ 167857 h 2681051"/>
                    <a:gd name="connsiteX21" fmla="*/ 105948 w 707980"/>
                    <a:gd name="connsiteY21" fmla="*/ 399631 h 2681051"/>
                    <a:gd name="connsiteX22" fmla="*/ 23396 w 707980"/>
                    <a:gd name="connsiteY22" fmla="*/ 558379 h 2681051"/>
                    <a:gd name="connsiteX23" fmla="*/ 5522 w 707980"/>
                    <a:gd name="connsiteY23" fmla="*/ 708409 h 2681051"/>
                    <a:gd name="connsiteX0" fmla="*/ 5522 w 707980"/>
                    <a:gd name="connsiteY0" fmla="*/ 709536 h 2682178"/>
                    <a:gd name="connsiteX1" fmla="*/ 68962 w 707980"/>
                    <a:gd name="connsiteY1" fmla="*/ 1328471 h 2682178"/>
                    <a:gd name="connsiteX2" fmla="*/ 137541 w 707980"/>
                    <a:gd name="connsiteY2" fmla="*/ 1635168 h 2682178"/>
                    <a:gd name="connsiteX3" fmla="*/ 362061 w 707980"/>
                    <a:gd name="connsiteY3" fmla="*/ 1988446 h 2682178"/>
                    <a:gd name="connsiteX4" fmla="*/ 314174 w 707980"/>
                    <a:gd name="connsiteY4" fmla="*/ 2208301 h 2682178"/>
                    <a:gd name="connsiteX5" fmla="*/ 389462 w 707980"/>
                    <a:gd name="connsiteY5" fmla="*/ 2541895 h 2682178"/>
                    <a:gd name="connsiteX6" fmla="*/ 367515 w 707980"/>
                    <a:gd name="connsiteY6" fmla="*/ 2673536 h 2682178"/>
                    <a:gd name="connsiteX7" fmla="*/ 706065 w 707980"/>
                    <a:gd name="connsiteY7" fmla="*/ 2654245 h 2682178"/>
                    <a:gd name="connsiteX8" fmla="*/ 491059 w 707980"/>
                    <a:gd name="connsiteY8" fmla="*/ 2530140 h 2682178"/>
                    <a:gd name="connsiteX9" fmla="*/ 498329 w 707980"/>
                    <a:gd name="connsiteY9" fmla="*/ 2236430 h 2682178"/>
                    <a:gd name="connsiteX10" fmla="*/ 529677 w 707980"/>
                    <a:gd name="connsiteY10" fmla="*/ 1945653 h 2682178"/>
                    <a:gd name="connsiteX11" fmla="*/ 377279 w 707980"/>
                    <a:gd name="connsiteY11" fmla="*/ 1464711 h 2682178"/>
                    <a:gd name="connsiteX12" fmla="*/ 334923 w 707980"/>
                    <a:gd name="connsiteY12" fmla="*/ 1248717 h 2682178"/>
                    <a:gd name="connsiteX13" fmla="*/ 318671 w 707980"/>
                    <a:gd name="connsiteY13" fmla="*/ 1070681 h 2682178"/>
                    <a:gd name="connsiteX14" fmla="*/ 373095 w 707980"/>
                    <a:gd name="connsiteY14" fmla="*/ 795311 h 2682178"/>
                    <a:gd name="connsiteX15" fmla="*/ 251999 w 707980"/>
                    <a:gd name="connsiteY15" fmla="*/ 442034 h 2682178"/>
                    <a:gd name="connsiteX16" fmla="*/ 340899 w 707980"/>
                    <a:gd name="connsiteY16" fmla="*/ 375359 h 2682178"/>
                    <a:gd name="connsiteX17" fmla="*/ 375823 w 707980"/>
                    <a:gd name="connsiteY17" fmla="*/ 257884 h 2682178"/>
                    <a:gd name="connsiteX18" fmla="*/ 331374 w 707980"/>
                    <a:gd name="connsiteY18" fmla="*/ 83259 h 2682178"/>
                    <a:gd name="connsiteX19" fmla="*/ 155158 w 707980"/>
                    <a:gd name="connsiteY19" fmla="*/ 2293 h 2682178"/>
                    <a:gd name="connsiteX20" fmla="*/ 32623 w 707980"/>
                    <a:gd name="connsiteY20" fmla="*/ 168984 h 2682178"/>
                    <a:gd name="connsiteX21" fmla="*/ 105948 w 707980"/>
                    <a:gd name="connsiteY21" fmla="*/ 400758 h 2682178"/>
                    <a:gd name="connsiteX22" fmla="*/ 23396 w 707980"/>
                    <a:gd name="connsiteY22" fmla="*/ 559506 h 2682178"/>
                    <a:gd name="connsiteX23" fmla="*/ 5522 w 707980"/>
                    <a:gd name="connsiteY23" fmla="*/ 709536 h 2682178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8671 w 707980"/>
                    <a:gd name="connsiteY13" fmla="*/ 1051003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6678 w 707980"/>
                    <a:gd name="connsiteY13" fmla="*/ 886090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4685 w 707980"/>
                    <a:gd name="connsiteY13" fmla="*/ 91082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34923 w 707980"/>
                    <a:gd name="connsiteY12" fmla="*/ 1229039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28944 w 707980"/>
                    <a:gd name="connsiteY12" fmla="*/ 1206364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137541 w 707980"/>
                    <a:gd name="connsiteY2" fmla="*/ 1615490 h 2662500"/>
                    <a:gd name="connsiteX3" fmla="*/ 362061 w 707980"/>
                    <a:gd name="connsiteY3" fmla="*/ 1968768 h 2662500"/>
                    <a:gd name="connsiteX4" fmla="*/ 314174 w 707980"/>
                    <a:gd name="connsiteY4" fmla="*/ 2188623 h 2662500"/>
                    <a:gd name="connsiteX5" fmla="*/ 389462 w 707980"/>
                    <a:gd name="connsiteY5" fmla="*/ 2522217 h 2662500"/>
                    <a:gd name="connsiteX6" fmla="*/ 367515 w 707980"/>
                    <a:gd name="connsiteY6" fmla="*/ 2653858 h 2662500"/>
                    <a:gd name="connsiteX7" fmla="*/ 706065 w 707980"/>
                    <a:gd name="connsiteY7" fmla="*/ 2634567 h 2662500"/>
                    <a:gd name="connsiteX8" fmla="*/ 491059 w 707980"/>
                    <a:gd name="connsiteY8" fmla="*/ 2510462 h 2662500"/>
                    <a:gd name="connsiteX9" fmla="*/ 498329 w 707980"/>
                    <a:gd name="connsiteY9" fmla="*/ 2216752 h 2662500"/>
                    <a:gd name="connsiteX10" fmla="*/ 529677 w 707980"/>
                    <a:gd name="connsiteY10" fmla="*/ 1925975 h 2662500"/>
                    <a:gd name="connsiteX11" fmla="*/ 377279 w 707980"/>
                    <a:gd name="connsiteY11" fmla="*/ 1445033 h 2662500"/>
                    <a:gd name="connsiteX12" fmla="*/ 328944 w 707980"/>
                    <a:gd name="connsiteY12" fmla="*/ 1206364 h 2662500"/>
                    <a:gd name="connsiteX13" fmla="*/ 310699 w 707980"/>
                    <a:gd name="connsiteY13" fmla="*/ 939687 h 2662500"/>
                    <a:gd name="connsiteX14" fmla="*/ 373095 w 707980"/>
                    <a:gd name="connsiteY14" fmla="*/ 775633 h 2662500"/>
                    <a:gd name="connsiteX15" fmla="*/ 251999 w 707980"/>
                    <a:gd name="connsiteY15" fmla="*/ 422356 h 2662500"/>
                    <a:gd name="connsiteX16" fmla="*/ 340899 w 707980"/>
                    <a:gd name="connsiteY16" fmla="*/ 355681 h 2662500"/>
                    <a:gd name="connsiteX17" fmla="*/ 375823 w 707980"/>
                    <a:gd name="connsiteY17" fmla="*/ 238206 h 2662500"/>
                    <a:gd name="connsiteX18" fmla="*/ 331374 w 707980"/>
                    <a:gd name="connsiteY18" fmla="*/ 63581 h 2662500"/>
                    <a:gd name="connsiteX19" fmla="*/ 151171 w 707980"/>
                    <a:gd name="connsiteY19" fmla="*/ 3229 h 2662500"/>
                    <a:gd name="connsiteX20" fmla="*/ 32623 w 707980"/>
                    <a:gd name="connsiteY20" fmla="*/ 149306 h 2662500"/>
                    <a:gd name="connsiteX21" fmla="*/ 105948 w 707980"/>
                    <a:gd name="connsiteY21" fmla="*/ 381080 h 2662500"/>
                    <a:gd name="connsiteX22" fmla="*/ 23396 w 707980"/>
                    <a:gd name="connsiteY22" fmla="*/ 539828 h 2662500"/>
                    <a:gd name="connsiteX23" fmla="*/ 5522 w 707980"/>
                    <a:gd name="connsiteY23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5729 w 707980"/>
                    <a:gd name="connsiteY2" fmla="*/ 1488357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5949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37541 w 707980"/>
                    <a:gd name="connsiteY3" fmla="*/ 1615490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205310 w 707980"/>
                    <a:gd name="connsiteY3" fmla="*/ 1712376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89749 w 707980"/>
                    <a:gd name="connsiteY2" fmla="*/ 147392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193351 w 707980"/>
                    <a:gd name="connsiteY3" fmla="*/ 1714438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373095 w 707980"/>
                    <a:gd name="connsiteY15" fmla="*/ 77563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10699 w 707980"/>
                    <a:gd name="connsiteY14" fmla="*/ 939687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28944 w 707980"/>
                    <a:gd name="connsiteY13" fmla="*/ 1206364 h 2662500"/>
                    <a:gd name="connsiteX14" fmla="*/ 327870 w 707980"/>
                    <a:gd name="connsiteY14" fmla="*/ 945048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377279 w 707980"/>
                    <a:gd name="connsiteY12" fmla="*/ 1445033 h 2662500"/>
                    <a:gd name="connsiteX13" fmla="*/ 351838 w 707980"/>
                    <a:gd name="connsiteY13" fmla="*/ 1206364 h 2662500"/>
                    <a:gd name="connsiteX14" fmla="*/ 327870 w 707980"/>
                    <a:gd name="connsiteY14" fmla="*/ 945048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  <a:gd name="connsiteX0" fmla="*/ 5522 w 707980"/>
                    <a:gd name="connsiteY0" fmla="*/ 689858 h 2662500"/>
                    <a:gd name="connsiteX1" fmla="*/ 68962 w 707980"/>
                    <a:gd name="connsiteY1" fmla="*/ 1308793 h 2662500"/>
                    <a:gd name="connsiteX2" fmla="*/ 91742 w 707980"/>
                    <a:gd name="connsiteY2" fmla="*/ 1488358 h 2662500"/>
                    <a:gd name="connsiteX3" fmla="*/ 207303 w 707980"/>
                    <a:gd name="connsiteY3" fmla="*/ 1710315 h 2662500"/>
                    <a:gd name="connsiteX4" fmla="*/ 362061 w 707980"/>
                    <a:gd name="connsiteY4" fmla="*/ 1968768 h 2662500"/>
                    <a:gd name="connsiteX5" fmla="*/ 314174 w 707980"/>
                    <a:gd name="connsiteY5" fmla="*/ 2188623 h 2662500"/>
                    <a:gd name="connsiteX6" fmla="*/ 389462 w 707980"/>
                    <a:gd name="connsiteY6" fmla="*/ 2522217 h 2662500"/>
                    <a:gd name="connsiteX7" fmla="*/ 367515 w 707980"/>
                    <a:gd name="connsiteY7" fmla="*/ 2653858 h 2662500"/>
                    <a:gd name="connsiteX8" fmla="*/ 706065 w 707980"/>
                    <a:gd name="connsiteY8" fmla="*/ 2634567 h 2662500"/>
                    <a:gd name="connsiteX9" fmla="*/ 491059 w 707980"/>
                    <a:gd name="connsiteY9" fmla="*/ 2510462 h 2662500"/>
                    <a:gd name="connsiteX10" fmla="*/ 498329 w 707980"/>
                    <a:gd name="connsiteY10" fmla="*/ 2216752 h 2662500"/>
                    <a:gd name="connsiteX11" fmla="*/ 529677 w 707980"/>
                    <a:gd name="connsiteY11" fmla="*/ 1925975 h 2662500"/>
                    <a:gd name="connsiteX12" fmla="*/ 400174 w 707980"/>
                    <a:gd name="connsiteY12" fmla="*/ 1439673 h 2662500"/>
                    <a:gd name="connsiteX13" fmla="*/ 351838 w 707980"/>
                    <a:gd name="connsiteY13" fmla="*/ 1206364 h 2662500"/>
                    <a:gd name="connsiteX14" fmla="*/ 327870 w 707980"/>
                    <a:gd name="connsiteY14" fmla="*/ 945048 h 2662500"/>
                    <a:gd name="connsiteX15" fmla="*/ 407437 w 707980"/>
                    <a:gd name="connsiteY15" fmla="*/ 764913 h 2662500"/>
                    <a:gd name="connsiteX16" fmla="*/ 251999 w 707980"/>
                    <a:gd name="connsiteY16" fmla="*/ 422356 h 2662500"/>
                    <a:gd name="connsiteX17" fmla="*/ 340899 w 707980"/>
                    <a:gd name="connsiteY17" fmla="*/ 355681 h 2662500"/>
                    <a:gd name="connsiteX18" fmla="*/ 375823 w 707980"/>
                    <a:gd name="connsiteY18" fmla="*/ 238206 h 2662500"/>
                    <a:gd name="connsiteX19" fmla="*/ 331374 w 707980"/>
                    <a:gd name="connsiteY19" fmla="*/ 63581 h 2662500"/>
                    <a:gd name="connsiteX20" fmla="*/ 151171 w 707980"/>
                    <a:gd name="connsiteY20" fmla="*/ 3229 h 2662500"/>
                    <a:gd name="connsiteX21" fmla="*/ 32623 w 707980"/>
                    <a:gd name="connsiteY21" fmla="*/ 149306 h 2662500"/>
                    <a:gd name="connsiteX22" fmla="*/ 105948 w 707980"/>
                    <a:gd name="connsiteY22" fmla="*/ 381080 h 2662500"/>
                    <a:gd name="connsiteX23" fmla="*/ 23396 w 707980"/>
                    <a:gd name="connsiteY23" fmla="*/ 539828 h 2662500"/>
                    <a:gd name="connsiteX24" fmla="*/ 5522 w 707980"/>
                    <a:gd name="connsiteY24" fmla="*/ 689858 h 266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7980" h="2662500">
                      <a:moveTo>
                        <a:pt x="5522" y="689858"/>
                      </a:moveTo>
                      <a:cubicBezTo>
                        <a:pt x="13116" y="818019"/>
                        <a:pt x="46959" y="1154521"/>
                        <a:pt x="68962" y="1308793"/>
                      </a:cubicBezTo>
                      <a:cubicBezTo>
                        <a:pt x="83996" y="1441876"/>
                        <a:pt x="92271" y="1433120"/>
                        <a:pt x="91742" y="1488358"/>
                      </a:cubicBezTo>
                      <a:cubicBezTo>
                        <a:pt x="129083" y="1555966"/>
                        <a:pt x="162250" y="1630247"/>
                        <a:pt x="207303" y="1710315"/>
                      </a:cubicBezTo>
                      <a:cubicBezTo>
                        <a:pt x="252356" y="1790383"/>
                        <a:pt x="267955" y="1818274"/>
                        <a:pt x="362061" y="1968768"/>
                      </a:cubicBezTo>
                      <a:cubicBezTo>
                        <a:pt x="331262" y="2124759"/>
                        <a:pt x="309607" y="2096382"/>
                        <a:pt x="314174" y="2188623"/>
                      </a:cubicBezTo>
                      <a:cubicBezTo>
                        <a:pt x="318741" y="2280864"/>
                        <a:pt x="380572" y="2444678"/>
                        <a:pt x="389462" y="2522217"/>
                      </a:cubicBezTo>
                      <a:cubicBezTo>
                        <a:pt x="398352" y="2599756"/>
                        <a:pt x="314748" y="2635133"/>
                        <a:pt x="367515" y="2653858"/>
                      </a:cubicBezTo>
                      <a:cubicBezTo>
                        <a:pt x="420282" y="2672583"/>
                        <a:pt x="685474" y="2658466"/>
                        <a:pt x="706065" y="2634567"/>
                      </a:cubicBezTo>
                      <a:cubicBezTo>
                        <a:pt x="726656" y="2610668"/>
                        <a:pt x="576349" y="2558575"/>
                        <a:pt x="491059" y="2510462"/>
                      </a:cubicBezTo>
                      <a:cubicBezTo>
                        <a:pt x="487885" y="2446434"/>
                        <a:pt x="472047" y="2378157"/>
                        <a:pt x="498329" y="2216752"/>
                      </a:cubicBezTo>
                      <a:cubicBezTo>
                        <a:pt x="526776" y="1977015"/>
                        <a:pt x="519505" y="2105712"/>
                        <a:pt x="529677" y="1925975"/>
                      </a:cubicBezTo>
                      <a:cubicBezTo>
                        <a:pt x="490707" y="1745221"/>
                        <a:pt x="429814" y="1559608"/>
                        <a:pt x="400174" y="1439673"/>
                      </a:cubicBezTo>
                      <a:cubicBezTo>
                        <a:pt x="370534" y="1319738"/>
                        <a:pt x="337021" y="1221181"/>
                        <a:pt x="351838" y="1206364"/>
                      </a:cubicBezTo>
                      <a:cubicBezTo>
                        <a:pt x="337198" y="1108855"/>
                        <a:pt x="318604" y="1018623"/>
                        <a:pt x="327870" y="945048"/>
                      </a:cubicBezTo>
                      <a:cubicBezTo>
                        <a:pt x="337136" y="871473"/>
                        <a:pt x="350698" y="875420"/>
                        <a:pt x="407437" y="764913"/>
                      </a:cubicBezTo>
                      <a:cubicBezTo>
                        <a:pt x="367750" y="641089"/>
                        <a:pt x="263089" y="490561"/>
                        <a:pt x="251999" y="422356"/>
                      </a:cubicBezTo>
                      <a:cubicBezTo>
                        <a:pt x="240909" y="354151"/>
                        <a:pt x="320262" y="386373"/>
                        <a:pt x="340899" y="355681"/>
                      </a:cubicBezTo>
                      <a:cubicBezTo>
                        <a:pt x="361536" y="324989"/>
                        <a:pt x="356244" y="283186"/>
                        <a:pt x="375823" y="238206"/>
                      </a:cubicBezTo>
                      <a:cubicBezTo>
                        <a:pt x="347777" y="193227"/>
                        <a:pt x="368816" y="102744"/>
                        <a:pt x="331374" y="63581"/>
                      </a:cubicBezTo>
                      <a:cubicBezTo>
                        <a:pt x="293932" y="24418"/>
                        <a:pt x="200963" y="-11058"/>
                        <a:pt x="151171" y="3229"/>
                      </a:cubicBezTo>
                      <a:cubicBezTo>
                        <a:pt x="101379" y="17516"/>
                        <a:pt x="40160" y="86331"/>
                        <a:pt x="32623" y="149306"/>
                      </a:cubicBezTo>
                      <a:cubicBezTo>
                        <a:pt x="25086" y="212281"/>
                        <a:pt x="107486" y="315993"/>
                        <a:pt x="105948" y="381080"/>
                      </a:cubicBezTo>
                      <a:cubicBezTo>
                        <a:pt x="104410" y="446167"/>
                        <a:pt x="61496" y="459924"/>
                        <a:pt x="23396" y="539828"/>
                      </a:cubicBezTo>
                      <a:cubicBezTo>
                        <a:pt x="-6236" y="601210"/>
                        <a:pt x="-2072" y="561697"/>
                        <a:pt x="5522" y="689858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" name="任意多边形: 形状 519">
                  <a:extLst>
                    <a:ext uri="{FF2B5EF4-FFF2-40B4-BE49-F238E27FC236}">
                      <a16:creationId xmlns:a16="http://schemas.microsoft.com/office/drawing/2014/main" id="{ADD3A4C1-496B-C20F-65A1-747B4F86A63E}"/>
                    </a:ext>
                  </a:extLst>
                </p:cNvPr>
                <p:cNvSpPr/>
                <p:nvPr/>
              </p:nvSpPr>
              <p:spPr>
                <a:xfrm rot="653446">
                  <a:off x="5419370" y="7933718"/>
                  <a:ext cx="353855" cy="1171402"/>
                </a:xfrm>
                <a:custGeom>
                  <a:avLst/>
                  <a:gdLst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250825 h 869950"/>
                    <a:gd name="connsiteX15" fmla="*/ 244475 w 748958"/>
                    <a:gd name="connsiteY15" fmla="*/ 228600 h 869950"/>
                    <a:gd name="connsiteX16" fmla="*/ 231775 w 748958"/>
                    <a:gd name="connsiteY16" fmla="*/ 196850 h 869950"/>
                    <a:gd name="connsiteX17" fmla="*/ 209550 w 748958"/>
                    <a:gd name="connsiteY17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31775 w 748958"/>
                    <a:gd name="connsiteY15" fmla="*/ 196850 h 869950"/>
                    <a:gd name="connsiteX16" fmla="*/ 209550 w 748958"/>
                    <a:gd name="connsiteY16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09550 w 748958"/>
                    <a:gd name="connsiteY15" fmla="*/ 1270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44475 w 748958"/>
                    <a:gd name="connsiteY14" fmla="*/ 22860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276225 w 748958"/>
                    <a:gd name="connsiteY13" fmla="*/ 276225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349250 w 748958"/>
                    <a:gd name="connsiteY12" fmla="*/ 346075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48958"/>
                    <a:gd name="connsiteY0" fmla="*/ 0 h 869950"/>
                    <a:gd name="connsiteX1" fmla="*/ 69850 w 748958"/>
                    <a:gd name="connsiteY1" fmla="*/ 168275 h 869950"/>
                    <a:gd name="connsiteX2" fmla="*/ 136525 w 748958"/>
                    <a:gd name="connsiteY2" fmla="*/ 320675 h 869950"/>
                    <a:gd name="connsiteX3" fmla="*/ 450850 w 748958"/>
                    <a:gd name="connsiteY3" fmla="*/ 704850 h 869950"/>
                    <a:gd name="connsiteX4" fmla="*/ 552450 w 748958"/>
                    <a:gd name="connsiteY4" fmla="*/ 787400 h 869950"/>
                    <a:gd name="connsiteX5" fmla="*/ 625475 w 748958"/>
                    <a:gd name="connsiteY5" fmla="*/ 812800 h 869950"/>
                    <a:gd name="connsiteX6" fmla="*/ 720725 w 748958"/>
                    <a:gd name="connsiteY6" fmla="*/ 866775 h 869950"/>
                    <a:gd name="connsiteX7" fmla="*/ 742950 w 748958"/>
                    <a:gd name="connsiteY7" fmla="*/ 869950 h 869950"/>
                    <a:gd name="connsiteX8" fmla="*/ 746125 w 748958"/>
                    <a:gd name="connsiteY8" fmla="*/ 771525 h 869950"/>
                    <a:gd name="connsiteX9" fmla="*/ 641350 w 748958"/>
                    <a:gd name="connsiteY9" fmla="*/ 600075 h 869950"/>
                    <a:gd name="connsiteX10" fmla="*/ 622300 w 748958"/>
                    <a:gd name="connsiteY10" fmla="*/ 581025 h 869950"/>
                    <a:gd name="connsiteX11" fmla="*/ 574675 w 748958"/>
                    <a:gd name="connsiteY11" fmla="*/ 546100 h 869950"/>
                    <a:gd name="connsiteX12" fmla="*/ 484187 w 748958"/>
                    <a:gd name="connsiteY12" fmla="*/ 534988 h 869950"/>
                    <a:gd name="connsiteX13" fmla="*/ 325438 w 748958"/>
                    <a:gd name="connsiteY13" fmla="*/ 398462 h 869950"/>
                    <a:gd name="connsiteX14" fmla="*/ 260350 w 748958"/>
                    <a:gd name="connsiteY14" fmla="*/ 184150 h 869950"/>
                    <a:gd name="connsiteX15" fmla="*/ 228600 w 748958"/>
                    <a:gd name="connsiteY15" fmla="*/ 50800 h 869950"/>
                    <a:gd name="connsiteX0" fmla="*/ 0 w 754512"/>
                    <a:gd name="connsiteY0" fmla="*/ 0 h 869950"/>
                    <a:gd name="connsiteX1" fmla="*/ 69850 w 754512"/>
                    <a:gd name="connsiteY1" fmla="*/ 168275 h 869950"/>
                    <a:gd name="connsiteX2" fmla="*/ 136525 w 754512"/>
                    <a:gd name="connsiteY2" fmla="*/ 320675 h 869950"/>
                    <a:gd name="connsiteX3" fmla="*/ 450850 w 754512"/>
                    <a:gd name="connsiteY3" fmla="*/ 704850 h 869950"/>
                    <a:gd name="connsiteX4" fmla="*/ 552450 w 754512"/>
                    <a:gd name="connsiteY4" fmla="*/ 787400 h 869950"/>
                    <a:gd name="connsiteX5" fmla="*/ 625475 w 754512"/>
                    <a:gd name="connsiteY5" fmla="*/ 812800 h 869950"/>
                    <a:gd name="connsiteX6" fmla="*/ 720725 w 754512"/>
                    <a:gd name="connsiteY6" fmla="*/ 866775 h 869950"/>
                    <a:gd name="connsiteX7" fmla="*/ 742950 w 754512"/>
                    <a:gd name="connsiteY7" fmla="*/ 869950 h 869950"/>
                    <a:gd name="connsiteX8" fmla="*/ 746125 w 754512"/>
                    <a:gd name="connsiteY8" fmla="*/ 771525 h 869950"/>
                    <a:gd name="connsiteX9" fmla="*/ 622300 w 754512"/>
                    <a:gd name="connsiteY9" fmla="*/ 581025 h 869950"/>
                    <a:gd name="connsiteX10" fmla="*/ 574675 w 754512"/>
                    <a:gd name="connsiteY10" fmla="*/ 546100 h 869950"/>
                    <a:gd name="connsiteX11" fmla="*/ 484187 w 754512"/>
                    <a:gd name="connsiteY11" fmla="*/ 534988 h 869950"/>
                    <a:gd name="connsiteX12" fmla="*/ 325438 w 754512"/>
                    <a:gd name="connsiteY12" fmla="*/ 398462 h 869950"/>
                    <a:gd name="connsiteX13" fmla="*/ 260350 w 754512"/>
                    <a:gd name="connsiteY13" fmla="*/ 184150 h 869950"/>
                    <a:gd name="connsiteX14" fmla="*/ 228600 w 754512"/>
                    <a:gd name="connsiteY14" fmla="*/ 50800 h 86995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546100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1905"/>
                    <a:gd name="connsiteY0" fmla="*/ 0 h 867380"/>
                    <a:gd name="connsiteX1" fmla="*/ 69850 w 751905"/>
                    <a:gd name="connsiteY1" fmla="*/ 168275 h 867380"/>
                    <a:gd name="connsiteX2" fmla="*/ 136525 w 751905"/>
                    <a:gd name="connsiteY2" fmla="*/ 320675 h 867380"/>
                    <a:gd name="connsiteX3" fmla="*/ 450850 w 751905"/>
                    <a:gd name="connsiteY3" fmla="*/ 704850 h 867380"/>
                    <a:gd name="connsiteX4" fmla="*/ 552450 w 751905"/>
                    <a:gd name="connsiteY4" fmla="*/ 787400 h 867380"/>
                    <a:gd name="connsiteX5" fmla="*/ 625475 w 751905"/>
                    <a:gd name="connsiteY5" fmla="*/ 812800 h 867380"/>
                    <a:gd name="connsiteX6" fmla="*/ 720725 w 751905"/>
                    <a:gd name="connsiteY6" fmla="*/ 866775 h 867380"/>
                    <a:gd name="connsiteX7" fmla="*/ 746125 w 751905"/>
                    <a:gd name="connsiteY7" fmla="*/ 771525 h 867380"/>
                    <a:gd name="connsiteX8" fmla="*/ 622300 w 751905"/>
                    <a:gd name="connsiteY8" fmla="*/ 581025 h 867380"/>
                    <a:gd name="connsiteX9" fmla="*/ 574675 w 751905"/>
                    <a:gd name="connsiteY9" fmla="*/ 612775 h 867380"/>
                    <a:gd name="connsiteX10" fmla="*/ 484187 w 751905"/>
                    <a:gd name="connsiteY10" fmla="*/ 534988 h 867380"/>
                    <a:gd name="connsiteX11" fmla="*/ 325438 w 751905"/>
                    <a:gd name="connsiteY11" fmla="*/ 398462 h 867380"/>
                    <a:gd name="connsiteX12" fmla="*/ 260350 w 751905"/>
                    <a:gd name="connsiteY12" fmla="*/ 184150 h 867380"/>
                    <a:gd name="connsiteX13" fmla="*/ 228600 w 751905"/>
                    <a:gd name="connsiteY13" fmla="*/ 50800 h 867380"/>
                    <a:gd name="connsiteX0" fmla="*/ 0 w 755288"/>
                    <a:gd name="connsiteY0" fmla="*/ 0 h 867380"/>
                    <a:gd name="connsiteX1" fmla="*/ 69850 w 755288"/>
                    <a:gd name="connsiteY1" fmla="*/ 168275 h 867380"/>
                    <a:gd name="connsiteX2" fmla="*/ 136525 w 755288"/>
                    <a:gd name="connsiteY2" fmla="*/ 320675 h 867380"/>
                    <a:gd name="connsiteX3" fmla="*/ 450850 w 755288"/>
                    <a:gd name="connsiteY3" fmla="*/ 704850 h 867380"/>
                    <a:gd name="connsiteX4" fmla="*/ 552450 w 755288"/>
                    <a:gd name="connsiteY4" fmla="*/ 787400 h 867380"/>
                    <a:gd name="connsiteX5" fmla="*/ 625475 w 755288"/>
                    <a:gd name="connsiteY5" fmla="*/ 812800 h 867380"/>
                    <a:gd name="connsiteX6" fmla="*/ 720725 w 755288"/>
                    <a:gd name="connsiteY6" fmla="*/ 866775 h 867380"/>
                    <a:gd name="connsiteX7" fmla="*/ 746125 w 755288"/>
                    <a:gd name="connsiteY7" fmla="*/ 771525 h 867380"/>
                    <a:gd name="connsiteX8" fmla="*/ 574675 w 755288"/>
                    <a:gd name="connsiteY8" fmla="*/ 612775 h 867380"/>
                    <a:gd name="connsiteX9" fmla="*/ 484187 w 755288"/>
                    <a:gd name="connsiteY9" fmla="*/ 534988 h 867380"/>
                    <a:gd name="connsiteX10" fmla="*/ 325438 w 755288"/>
                    <a:gd name="connsiteY10" fmla="*/ 398462 h 867380"/>
                    <a:gd name="connsiteX11" fmla="*/ 260350 w 755288"/>
                    <a:gd name="connsiteY11" fmla="*/ 184150 h 867380"/>
                    <a:gd name="connsiteX12" fmla="*/ 228600 w 755288"/>
                    <a:gd name="connsiteY12" fmla="*/ 50800 h 867380"/>
                    <a:gd name="connsiteX0" fmla="*/ 0 w 723110"/>
                    <a:gd name="connsiteY0" fmla="*/ 0 h 871984"/>
                    <a:gd name="connsiteX1" fmla="*/ 69850 w 723110"/>
                    <a:gd name="connsiteY1" fmla="*/ 168275 h 871984"/>
                    <a:gd name="connsiteX2" fmla="*/ 136525 w 723110"/>
                    <a:gd name="connsiteY2" fmla="*/ 320675 h 871984"/>
                    <a:gd name="connsiteX3" fmla="*/ 450850 w 723110"/>
                    <a:gd name="connsiteY3" fmla="*/ 704850 h 871984"/>
                    <a:gd name="connsiteX4" fmla="*/ 552450 w 723110"/>
                    <a:gd name="connsiteY4" fmla="*/ 787400 h 871984"/>
                    <a:gd name="connsiteX5" fmla="*/ 625475 w 723110"/>
                    <a:gd name="connsiteY5" fmla="*/ 812800 h 871984"/>
                    <a:gd name="connsiteX6" fmla="*/ 720725 w 723110"/>
                    <a:gd name="connsiteY6" fmla="*/ 866775 h 871984"/>
                    <a:gd name="connsiteX7" fmla="*/ 684213 w 723110"/>
                    <a:gd name="connsiteY7" fmla="*/ 663575 h 871984"/>
                    <a:gd name="connsiteX8" fmla="*/ 574675 w 723110"/>
                    <a:gd name="connsiteY8" fmla="*/ 612775 h 871984"/>
                    <a:gd name="connsiteX9" fmla="*/ 484187 w 723110"/>
                    <a:gd name="connsiteY9" fmla="*/ 534988 h 871984"/>
                    <a:gd name="connsiteX10" fmla="*/ 325438 w 723110"/>
                    <a:gd name="connsiteY10" fmla="*/ 398462 h 871984"/>
                    <a:gd name="connsiteX11" fmla="*/ 260350 w 723110"/>
                    <a:gd name="connsiteY11" fmla="*/ 184150 h 871984"/>
                    <a:gd name="connsiteX12" fmla="*/ 228600 w 723110"/>
                    <a:gd name="connsiteY12" fmla="*/ 50800 h 871984"/>
                    <a:gd name="connsiteX0" fmla="*/ 0 w 744443"/>
                    <a:gd name="connsiteY0" fmla="*/ 0 h 813354"/>
                    <a:gd name="connsiteX1" fmla="*/ 69850 w 744443"/>
                    <a:gd name="connsiteY1" fmla="*/ 168275 h 813354"/>
                    <a:gd name="connsiteX2" fmla="*/ 136525 w 744443"/>
                    <a:gd name="connsiteY2" fmla="*/ 320675 h 813354"/>
                    <a:gd name="connsiteX3" fmla="*/ 450850 w 744443"/>
                    <a:gd name="connsiteY3" fmla="*/ 704850 h 813354"/>
                    <a:gd name="connsiteX4" fmla="*/ 552450 w 744443"/>
                    <a:gd name="connsiteY4" fmla="*/ 787400 h 813354"/>
                    <a:gd name="connsiteX5" fmla="*/ 625475 w 744443"/>
                    <a:gd name="connsiteY5" fmla="*/ 812800 h 813354"/>
                    <a:gd name="connsiteX6" fmla="*/ 742950 w 744443"/>
                    <a:gd name="connsiteY6" fmla="*/ 765175 h 813354"/>
                    <a:gd name="connsiteX7" fmla="*/ 684213 w 744443"/>
                    <a:gd name="connsiteY7" fmla="*/ 663575 h 813354"/>
                    <a:gd name="connsiteX8" fmla="*/ 574675 w 744443"/>
                    <a:gd name="connsiteY8" fmla="*/ 612775 h 813354"/>
                    <a:gd name="connsiteX9" fmla="*/ 484187 w 744443"/>
                    <a:gd name="connsiteY9" fmla="*/ 534988 h 813354"/>
                    <a:gd name="connsiteX10" fmla="*/ 325438 w 744443"/>
                    <a:gd name="connsiteY10" fmla="*/ 398462 h 813354"/>
                    <a:gd name="connsiteX11" fmla="*/ 260350 w 744443"/>
                    <a:gd name="connsiteY11" fmla="*/ 184150 h 813354"/>
                    <a:gd name="connsiteX12" fmla="*/ 228600 w 744443"/>
                    <a:gd name="connsiteY12" fmla="*/ 50800 h 813354"/>
                    <a:gd name="connsiteX0" fmla="*/ 0 w 743946"/>
                    <a:gd name="connsiteY0" fmla="*/ 0 h 807518"/>
                    <a:gd name="connsiteX1" fmla="*/ 69850 w 743946"/>
                    <a:gd name="connsiteY1" fmla="*/ 168275 h 807518"/>
                    <a:gd name="connsiteX2" fmla="*/ 136525 w 743946"/>
                    <a:gd name="connsiteY2" fmla="*/ 320675 h 807518"/>
                    <a:gd name="connsiteX3" fmla="*/ 450850 w 743946"/>
                    <a:gd name="connsiteY3" fmla="*/ 704850 h 807518"/>
                    <a:gd name="connsiteX4" fmla="*/ 552450 w 743946"/>
                    <a:gd name="connsiteY4" fmla="*/ 787400 h 807518"/>
                    <a:gd name="connsiteX5" fmla="*/ 708025 w 743946"/>
                    <a:gd name="connsiteY5" fmla="*/ 806450 h 807518"/>
                    <a:gd name="connsiteX6" fmla="*/ 742950 w 743946"/>
                    <a:gd name="connsiteY6" fmla="*/ 765175 h 807518"/>
                    <a:gd name="connsiteX7" fmla="*/ 684213 w 743946"/>
                    <a:gd name="connsiteY7" fmla="*/ 663575 h 807518"/>
                    <a:gd name="connsiteX8" fmla="*/ 574675 w 743946"/>
                    <a:gd name="connsiteY8" fmla="*/ 612775 h 807518"/>
                    <a:gd name="connsiteX9" fmla="*/ 484187 w 743946"/>
                    <a:gd name="connsiteY9" fmla="*/ 534988 h 807518"/>
                    <a:gd name="connsiteX10" fmla="*/ 325438 w 743946"/>
                    <a:gd name="connsiteY10" fmla="*/ 398462 h 807518"/>
                    <a:gd name="connsiteX11" fmla="*/ 260350 w 743946"/>
                    <a:gd name="connsiteY11" fmla="*/ 184150 h 807518"/>
                    <a:gd name="connsiteX12" fmla="*/ 228600 w 743946"/>
                    <a:gd name="connsiteY12" fmla="*/ 50800 h 807518"/>
                    <a:gd name="connsiteX0" fmla="*/ 0 w 743478"/>
                    <a:gd name="connsiteY0" fmla="*/ 0 h 809036"/>
                    <a:gd name="connsiteX1" fmla="*/ 69850 w 743478"/>
                    <a:gd name="connsiteY1" fmla="*/ 168275 h 809036"/>
                    <a:gd name="connsiteX2" fmla="*/ 136525 w 743478"/>
                    <a:gd name="connsiteY2" fmla="*/ 320675 h 809036"/>
                    <a:gd name="connsiteX3" fmla="*/ 450850 w 743478"/>
                    <a:gd name="connsiteY3" fmla="*/ 704850 h 809036"/>
                    <a:gd name="connsiteX4" fmla="*/ 623887 w 743478"/>
                    <a:gd name="connsiteY4" fmla="*/ 793750 h 809036"/>
                    <a:gd name="connsiteX5" fmla="*/ 708025 w 743478"/>
                    <a:gd name="connsiteY5" fmla="*/ 806450 h 809036"/>
                    <a:gd name="connsiteX6" fmla="*/ 742950 w 743478"/>
                    <a:gd name="connsiteY6" fmla="*/ 765175 h 809036"/>
                    <a:gd name="connsiteX7" fmla="*/ 684213 w 743478"/>
                    <a:gd name="connsiteY7" fmla="*/ 663575 h 809036"/>
                    <a:gd name="connsiteX8" fmla="*/ 574675 w 743478"/>
                    <a:gd name="connsiteY8" fmla="*/ 612775 h 809036"/>
                    <a:gd name="connsiteX9" fmla="*/ 484187 w 743478"/>
                    <a:gd name="connsiteY9" fmla="*/ 534988 h 809036"/>
                    <a:gd name="connsiteX10" fmla="*/ 325438 w 743478"/>
                    <a:gd name="connsiteY10" fmla="*/ 398462 h 809036"/>
                    <a:gd name="connsiteX11" fmla="*/ 260350 w 743478"/>
                    <a:gd name="connsiteY11" fmla="*/ 184150 h 809036"/>
                    <a:gd name="connsiteX12" fmla="*/ 228600 w 743478"/>
                    <a:gd name="connsiteY12" fmla="*/ 50800 h 80903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542925 w 743478"/>
                    <a:gd name="connsiteY3" fmla="*/ 709613 h 808866"/>
                    <a:gd name="connsiteX4" fmla="*/ 623887 w 743478"/>
                    <a:gd name="connsiteY4" fmla="*/ 793750 h 808866"/>
                    <a:gd name="connsiteX5" fmla="*/ 708025 w 743478"/>
                    <a:gd name="connsiteY5" fmla="*/ 806450 h 808866"/>
                    <a:gd name="connsiteX6" fmla="*/ 742950 w 743478"/>
                    <a:gd name="connsiteY6" fmla="*/ 765175 h 808866"/>
                    <a:gd name="connsiteX7" fmla="*/ 684213 w 743478"/>
                    <a:gd name="connsiteY7" fmla="*/ 663575 h 808866"/>
                    <a:gd name="connsiteX8" fmla="*/ 574675 w 743478"/>
                    <a:gd name="connsiteY8" fmla="*/ 612775 h 808866"/>
                    <a:gd name="connsiteX9" fmla="*/ 484187 w 743478"/>
                    <a:gd name="connsiteY9" fmla="*/ 534988 h 808866"/>
                    <a:gd name="connsiteX10" fmla="*/ 325438 w 743478"/>
                    <a:gd name="connsiteY10" fmla="*/ 398462 h 808866"/>
                    <a:gd name="connsiteX11" fmla="*/ 260350 w 743478"/>
                    <a:gd name="connsiteY11" fmla="*/ 184150 h 808866"/>
                    <a:gd name="connsiteX12" fmla="*/ 228600 w 743478"/>
                    <a:gd name="connsiteY12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350838 w 743478"/>
                    <a:gd name="connsiteY3" fmla="*/ 5286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36525 w 743478"/>
                    <a:gd name="connsiteY2" fmla="*/ 320675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69850 w 743478"/>
                    <a:gd name="connsiteY1" fmla="*/ 168275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743478"/>
                    <a:gd name="connsiteY0" fmla="*/ 0 h 808866"/>
                    <a:gd name="connsiteX1" fmla="*/ 146050 w 743478"/>
                    <a:gd name="connsiteY1" fmla="*/ 306387 h 808866"/>
                    <a:gd name="connsiteX2" fmla="*/ 195263 w 743478"/>
                    <a:gd name="connsiteY2" fmla="*/ 438150 h 808866"/>
                    <a:gd name="connsiteX3" fmla="*/ 258763 w 743478"/>
                    <a:gd name="connsiteY3" fmla="*/ 503238 h 808866"/>
                    <a:gd name="connsiteX4" fmla="*/ 542925 w 743478"/>
                    <a:gd name="connsiteY4" fmla="*/ 709613 h 808866"/>
                    <a:gd name="connsiteX5" fmla="*/ 623887 w 743478"/>
                    <a:gd name="connsiteY5" fmla="*/ 793750 h 808866"/>
                    <a:gd name="connsiteX6" fmla="*/ 708025 w 743478"/>
                    <a:gd name="connsiteY6" fmla="*/ 806450 h 808866"/>
                    <a:gd name="connsiteX7" fmla="*/ 742950 w 743478"/>
                    <a:gd name="connsiteY7" fmla="*/ 765175 h 808866"/>
                    <a:gd name="connsiteX8" fmla="*/ 684213 w 743478"/>
                    <a:gd name="connsiteY8" fmla="*/ 663575 h 808866"/>
                    <a:gd name="connsiteX9" fmla="*/ 574675 w 743478"/>
                    <a:gd name="connsiteY9" fmla="*/ 612775 h 808866"/>
                    <a:gd name="connsiteX10" fmla="*/ 484187 w 743478"/>
                    <a:gd name="connsiteY10" fmla="*/ 534988 h 808866"/>
                    <a:gd name="connsiteX11" fmla="*/ 325438 w 743478"/>
                    <a:gd name="connsiteY11" fmla="*/ 398462 h 808866"/>
                    <a:gd name="connsiteX12" fmla="*/ 260350 w 743478"/>
                    <a:gd name="connsiteY12" fmla="*/ 184150 h 808866"/>
                    <a:gd name="connsiteX13" fmla="*/ 228600 w 743478"/>
                    <a:gd name="connsiteY13" fmla="*/ 50800 h 808866"/>
                    <a:gd name="connsiteX0" fmla="*/ 0 w 675215"/>
                    <a:gd name="connsiteY0" fmla="*/ 79375 h 758066"/>
                    <a:gd name="connsiteX1" fmla="*/ 77787 w 675215"/>
                    <a:gd name="connsiteY1" fmla="*/ 255587 h 758066"/>
                    <a:gd name="connsiteX2" fmla="*/ 127000 w 675215"/>
                    <a:gd name="connsiteY2" fmla="*/ 387350 h 758066"/>
                    <a:gd name="connsiteX3" fmla="*/ 190500 w 675215"/>
                    <a:gd name="connsiteY3" fmla="*/ 452438 h 758066"/>
                    <a:gd name="connsiteX4" fmla="*/ 474662 w 675215"/>
                    <a:gd name="connsiteY4" fmla="*/ 658813 h 758066"/>
                    <a:gd name="connsiteX5" fmla="*/ 555624 w 675215"/>
                    <a:gd name="connsiteY5" fmla="*/ 742950 h 758066"/>
                    <a:gd name="connsiteX6" fmla="*/ 639762 w 675215"/>
                    <a:gd name="connsiteY6" fmla="*/ 755650 h 758066"/>
                    <a:gd name="connsiteX7" fmla="*/ 674687 w 675215"/>
                    <a:gd name="connsiteY7" fmla="*/ 714375 h 758066"/>
                    <a:gd name="connsiteX8" fmla="*/ 615950 w 675215"/>
                    <a:gd name="connsiteY8" fmla="*/ 612775 h 758066"/>
                    <a:gd name="connsiteX9" fmla="*/ 506412 w 675215"/>
                    <a:gd name="connsiteY9" fmla="*/ 561975 h 758066"/>
                    <a:gd name="connsiteX10" fmla="*/ 415924 w 675215"/>
                    <a:gd name="connsiteY10" fmla="*/ 484188 h 758066"/>
                    <a:gd name="connsiteX11" fmla="*/ 257175 w 675215"/>
                    <a:gd name="connsiteY11" fmla="*/ 347662 h 758066"/>
                    <a:gd name="connsiteX12" fmla="*/ 192087 w 675215"/>
                    <a:gd name="connsiteY12" fmla="*/ 133350 h 758066"/>
                    <a:gd name="connsiteX13" fmla="*/ 160337 w 675215"/>
                    <a:gd name="connsiteY13" fmla="*/ 0 h 758066"/>
                    <a:gd name="connsiteX0" fmla="*/ 4551 w 679766"/>
                    <a:gd name="connsiteY0" fmla="*/ 79375 h 758066"/>
                    <a:gd name="connsiteX1" fmla="*/ 6138 w 679766"/>
                    <a:gd name="connsiteY1" fmla="*/ 80963 h 758066"/>
                    <a:gd name="connsiteX2" fmla="*/ 82338 w 679766"/>
                    <a:gd name="connsiteY2" fmla="*/ 255587 h 758066"/>
                    <a:gd name="connsiteX3" fmla="*/ 131551 w 679766"/>
                    <a:gd name="connsiteY3" fmla="*/ 387350 h 758066"/>
                    <a:gd name="connsiteX4" fmla="*/ 195051 w 679766"/>
                    <a:gd name="connsiteY4" fmla="*/ 452438 h 758066"/>
                    <a:gd name="connsiteX5" fmla="*/ 479213 w 679766"/>
                    <a:gd name="connsiteY5" fmla="*/ 658813 h 758066"/>
                    <a:gd name="connsiteX6" fmla="*/ 560175 w 679766"/>
                    <a:gd name="connsiteY6" fmla="*/ 742950 h 758066"/>
                    <a:gd name="connsiteX7" fmla="*/ 644313 w 679766"/>
                    <a:gd name="connsiteY7" fmla="*/ 755650 h 758066"/>
                    <a:gd name="connsiteX8" fmla="*/ 679238 w 679766"/>
                    <a:gd name="connsiteY8" fmla="*/ 714375 h 758066"/>
                    <a:gd name="connsiteX9" fmla="*/ 620501 w 679766"/>
                    <a:gd name="connsiteY9" fmla="*/ 612775 h 758066"/>
                    <a:gd name="connsiteX10" fmla="*/ 510963 w 679766"/>
                    <a:gd name="connsiteY10" fmla="*/ 561975 h 758066"/>
                    <a:gd name="connsiteX11" fmla="*/ 420475 w 679766"/>
                    <a:gd name="connsiteY11" fmla="*/ 484188 h 758066"/>
                    <a:gd name="connsiteX12" fmla="*/ 261726 w 679766"/>
                    <a:gd name="connsiteY12" fmla="*/ 347662 h 758066"/>
                    <a:gd name="connsiteX13" fmla="*/ 196638 w 679766"/>
                    <a:gd name="connsiteY13" fmla="*/ 133350 h 758066"/>
                    <a:gd name="connsiteX14" fmla="*/ 164888 w 679766"/>
                    <a:gd name="connsiteY14" fmla="*/ 0 h 758066"/>
                    <a:gd name="connsiteX0" fmla="*/ 35617 w 710832"/>
                    <a:gd name="connsiteY0" fmla="*/ 150921 h 829612"/>
                    <a:gd name="connsiteX1" fmla="*/ 2279 w 710832"/>
                    <a:gd name="connsiteY1" fmla="*/ 3284 h 829612"/>
                    <a:gd name="connsiteX2" fmla="*/ 113404 w 710832"/>
                    <a:gd name="connsiteY2" fmla="*/ 327133 h 829612"/>
                    <a:gd name="connsiteX3" fmla="*/ 162617 w 710832"/>
                    <a:gd name="connsiteY3" fmla="*/ 458896 h 829612"/>
                    <a:gd name="connsiteX4" fmla="*/ 226117 w 710832"/>
                    <a:gd name="connsiteY4" fmla="*/ 523984 h 829612"/>
                    <a:gd name="connsiteX5" fmla="*/ 510279 w 710832"/>
                    <a:gd name="connsiteY5" fmla="*/ 730359 h 829612"/>
                    <a:gd name="connsiteX6" fmla="*/ 591241 w 710832"/>
                    <a:gd name="connsiteY6" fmla="*/ 814496 h 829612"/>
                    <a:gd name="connsiteX7" fmla="*/ 675379 w 710832"/>
                    <a:gd name="connsiteY7" fmla="*/ 827196 h 829612"/>
                    <a:gd name="connsiteX8" fmla="*/ 710304 w 710832"/>
                    <a:gd name="connsiteY8" fmla="*/ 785921 h 829612"/>
                    <a:gd name="connsiteX9" fmla="*/ 651567 w 710832"/>
                    <a:gd name="connsiteY9" fmla="*/ 684321 h 829612"/>
                    <a:gd name="connsiteX10" fmla="*/ 542029 w 710832"/>
                    <a:gd name="connsiteY10" fmla="*/ 633521 h 829612"/>
                    <a:gd name="connsiteX11" fmla="*/ 451541 w 710832"/>
                    <a:gd name="connsiteY11" fmla="*/ 555734 h 829612"/>
                    <a:gd name="connsiteX12" fmla="*/ 292792 w 710832"/>
                    <a:gd name="connsiteY12" fmla="*/ 419208 h 829612"/>
                    <a:gd name="connsiteX13" fmla="*/ 227704 w 710832"/>
                    <a:gd name="connsiteY13" fmla="*/ 204896 h 829612"/>
                    <a:gd name="connsiteX14" fmla="*/ 195954 w 710832"/>
                    <a:gd name="connsiteY14" fmla="*/ 71546 h 829612"/>
                    <a:gd name="connsiteX0" fmla="*/ 0 w 738715"/>
                    <a:gd name="connsiteY0" fmla="*/ 61722 h 832488"/>
                    <a:gd name="connsiteX1" fmla="*/ 30162 w 738715"/>
                    <a:gd name="connsiteY1" fmla="*/ 6160 h 832488"/>
                    <a:gd name="connsiteX2" fmla="*/ 141287 w 738715"/>
                    <a:gd name="connsiteY2" fmla="*/ 330009 h 832488"/>
                    <a:gd name="connsiteX3" fmla="*/ 190500 w 738715"/>
                    <a:gd name="connsiteY3" fmla="*/ 461772 h 832488"/>
                    <a:gd name="connsiteX4" fmla="*/ 254000 w 738715"/>
                    <a:gd name="connsiteY4" fmla="*/ 526860 h 832488"/>
                    <a:gd name="connsiteX5" fmla="*/ 538162 w 738715"/>
                    <a:gd name="connsiteY5" fmla="*/ 733235 h 832488"/>
                    <a:gd name="connsiteX6" fmla="*/ 619124 w 738715"/>
                    <a:gd name="connsiteY6" fmla="*/ 817372 h 832488"/>
                    <a:gd name="connsiteX7" fmla="*/ 703262 w 738715"/>
                    <a:gd name="connsiteY7" fmla="*/ 830072 h 832488"/>
                    <a:gd name="connsiteX8" fmla="*/ 738187 w 738715"/>
                    <a:gd name="connsiteY8" fmla="*/ 788797 h 832488"/>
                    <a:gd name="connsiteX9" fmla="*/ 679450 w 738715"/>
                    <a:gd name="connsiteY9" fmla="*/ 687197 h 832488"/>
                    <a:gd name="connsiteX10" fmla="*/ 569912 w 738715"/>
                    <a:gd name="connsiteY10" fmla="*/ 636397 h 832488"/>
                    <a:gd name="connsiteX11" fmla="*/ 479424 w 738715"/>
                    <a:gd name="connsiteY11" fmla="*/ 558610 h 832488"/>
                    <a:gd name="connsiteX12" fmla="*/ 320675 w 738715"/>
                    <a:gd name="connsiteY12" fmla="*/ 422084 h 832488"/>
                    <a:gd name="connsiteX13" fmla="*/ 255587 w 738715"/>
                    <a:gd name="connsiteY13" fmla="*/ 207772 h 832488"/>
                    <a:gd name="connsiteX14" fmla="*/ 223837 w 738715"/>
                    <a:gd name="connsiteY14" fmla="*/ 74422 h 832488"/>
                    <a:gd name="connsiteX0" fmla="*/ 0 w 738715"/>
                    <a:gd name="connsiteY0" fmla="*/ 0 h 770766"/>
                    <a:gd name="connsiteX1" fmla="*/ 65087 w 738715"/>
                    <a:gd name="connsiteY1" fmla="*/ 107951 h 770766"/>
                    <a:gd name="connsiteX2" fmla="*/ 141287 w 738715"/>
                    <a:gd name="connsiteY2" fmla="*/ 268287 h 770766"/>
                    <a:gd name="connsiteX3" fmla="*/ 190500 w 738715"/>
                    <a:gd name="connsiteY3" fmla="*/ 400050 h 770766"/>
                    <a:gd name="connsiteX4" fmla="*/ 254000 w 738715"/>
                    <a:gd name="connsiteY4" fmla="*/ 465138 h 770766"/>
                    <a:gd name="connsiteX5" fmla="*/ 538162 w 738715"/>
                    <a:gd name="connsiteY5" fmla="*/ 671513 h 770766"/>
                    <a:gd name="connsiteX6" fmla="*/ 619124 w 738715"/>
                    <a:gd name="connsiteY6" fmla="*/ 755650 h 770766"/>
                    <a:gd name="connsiteX7" fmla="*/ 703262 w 738715"/>
                    <a:gd name="connsiteY7" fmla="*/ 768350 h 770766"/>
                    <a:gd name="connsiteX8" fmla="*/ 738187 w 738715"/>
                    <a:gd name="connsiteY8" fmla="*/ 727075 h 770766"/>
                    <a:gd name="connsiteX9" fmla="*/ 679450 w 738715"/>
                    <a:gd name="connsiteY9" fmla="*/ 625475 h 770766"/>
                    <a:gd name="connsiteX10" fmla="*/ 569912 w 738715"/>
                    <a:gd name="connsiteY10" fmla="*/ 574675 h 770766"/>
                    <a:gd name="connsiteX11" fmla="*/ 479424 w 738715"/>
                    <a:gd name="connsiteY11" fmla="*/ 496888 h 770766"/>
                    <a:gd name="connsiteX12" fmla="*/ 320675 w 738715"/>
                    <a:gd name="connsiteY12" fmla="*/ 360362 h 770766"/>
                    <a:gd name="connsiteX13" fmla="*/ 255587 w 738715"/>
                    <a:gd name="connsiteY13" fmla="*/ 146050 h 770766"/>
                    <a:gd name="connsiteX14" fmla="*/ 223837 w 738715"/>
                    <a:gd name="connsiteY14" fmla="*/ 12700 h 770766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03199 w 718077"/>
                    <a:gd name="connsiteY14" fmla="*/ 73025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34949 w 718077"/>
                    <a:gd name="connsiteY13" fmla="*/ 206375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00037 w 718077"/>
                    <a:gd name="connsiteY12" fmla="*/ 420687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58786 w 718077"/>
                    <a:gd name="connsiteY11" fmla="*/ 557213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49274 w 718077"/>
                    <a:gd name="connsiteY10" fmla="*/ 63500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8077"/>
                    <a:gd name="connsiteY0" fmla="*/ 0 h 831091"/>
                    <a:gd name="connsiteX1" fmla="*/ 44449 w 718077"/>
                    <a:gd name="connsiteY1" fmla="*/ 168276 h 831091"/>
                    <a:gd name="connsiteX2" fmla="*/ 120649 w 718077"/>
                    <a:gd name="connsiteY2" fmla="*/ 328612 h 831091"/>
                    <a:gd name="connsiteX3" fmla="*/ 169862 w 718077"/>
                    <a:gd name="connsiteY3" fmla="*/ 460375 h 831091"/>
                    <a:gd name="connsiteX4" fmla="*/ 233362 w 718077"/>
                    <a:gd name="connsiteY4" fmla="*/ 525463 h 831091"/>
                    <a:gd name="connsiteX5" fmla="*/ 517524 w 718077"/>
                    <a:gd name="connsiteY5" fmla="*/ 731838 h 831091"/>
                    <a:gd name="connsiteX6" fmla="*/ 598486 w 718077"/>
                    <a:gd name="connsiteY6" fmla="*/ 815975 h 831091"/>
                    <a:gd name="connsiteX7" fmla="*/ 682624 w 718077"/>
                    <a:gd name="connsiteY7" fmla="*/ 828675 h 831091"/>
                    <a:gd name="connsiteX8" fmla="*/ 717549 w 718077"/>
                    <a:gd name="connsiteY8" fmla="*/ 787400 h 831091"/>
                    <a:gd name="connsiteX9" fmla="*/ 658812 w 718077"/>
                    <a:gd name="connsiteY9" fmla="*/ 685800 h 831091"/>
                    <a:gd name="connsiteX10" fmla="*/ 551519 w 718077"/>
                    <a:gd name="connsiteY10" fmla="*/ 656180 h 831091"/>
                    <a:gd name="connsiteX11" fmla="*/ 432742 w 718077"/>
                    <a:gd name="connsiteY11" fmla="*/ 513568 h 831091"/>
                    <a:gd name="connsiteX12" fmla="*/ 399891 w 718077"/>
                    <a:gd name="connsiteY12" fmla="*/ 426523 h 831091"/>
                    <a:gd name="connsiteX13" fmla="*/ 278591 w 718077"/>
                    <a:gd name="connsiteY13" fmla="*/ 227451 h 831091"/>
                    <a:gd name="connsiteX14" fmla="*/ 282938 w 718077"/>
                    <a:gd name="connsiteY14" fmla="*/ 165237 h 831091"/>
                    <a:gd name="connsiteX0" fmla="*/ 0 w 719098"/>
                    <a:gd name="connsiteY0" fmla="*/ 0 h 818642"/>
                    <a:gd name="connsiteX1" fmla="*/ 44449 w 719098"/>
                    <a:gd name="connsiteY1" fmla="*/ 168276 h 818642"/>
                    <a:gd name="connsiteX2" fmla="*/ 120649 w 719098"/>
                    <a:gd name="connsiteY2" fmla="*/ 328612 h 818642"/>
                    <a:gd name="connsiteX3" fmla="*/ 169862 w 719098"/>
                    <a:gd name="connsiteY3" fmla="*/ 460375 h 818642"/>
                    <a:gd name="connsiteX4" fmla="*/ 233362 w 719098"/>
                    <a:gd name="connsiteY4" fmla="*/ 525463 h 818642"/>
                    <a:gd name="connsiteX5" fmla="*/ 517524 w 719098"/>
                    <a:gd name="connsiteY5" fmla="*/ 731838 h 818642"/>
                    <a:gd name="connsiteX6" fmla="*/ 598486 w 719098"/>
                    <a:gd name="connsiteY6" fmla="*/ 815975 h 818642"/>
                    <a:gd name="connsiteX7" fmla="*/ 717549 w 719098"/>
                    <a:gd name="connsiteY7" fmla="*/ 787400 h 818642"/>
                    <a:gd name="connsiteX8" fmla="*/ 658812 w 719098"/>
                    <a:gd name="connsiteY8" fmla="*/ 685800 h 818642"/>
                    <a:gd name="connsiteX9" fmla="*/ 551519 w 719098"/>
                    <a:gd name="connsiteY9" fmla="*/ 656180 h 818642"/>
                    <a:gd name="connsiteX10" fmla="*/ 432742 w 719098"/>
                    <a:gd name="connsiteY10" fmla="*/ 513568 h 818642"/>
                    <a:gd name="connsiteX11" fmla="*/ 399891 w 719098"/>
                    <a:gd name="connsiteY11" fmla="*/ 426523 h 818642"/>
                    <a:gd name="connsiteX12" fmla="*/ 278591 w 719098"/>
                    <a:gd name="connsiteY12" fmla="*/ 227451 h 818642"/>
                    <a:gd name="connsiteX13" fmla="*/ 282938 w 719098"/>
                    <a:gd name="connsiteY13" fmla="*/ 165237 h 818642"/>
                    <a:gd name="connsiteX0" fmla="*/ 0 w 659721"/>
                    <a:gd name="connsiteY0" fmla="*/ 0 h 816860"/>
                    <a:gd name="connsiteX1" fmla="*/ 44449 w 659721"/>
                    <a:gd name="connsiteY1" fmla="*/ 168276 h 816860"/>
                    <a:gd name="connsiteX2" fmla="*/ 120649 w 659721"/>
                    <a:gd name="connsiteY2" fmla="*/ 328612 h 816860"/>
                    <a:gd name="connsiteX3" fmla="*/ 169862 w 659721"/>
                    <a:gd name="connsiteY3" fmla="*/ 460375 h 816860"/>
                    <a:gd name="connsiteX4" fmla="*/ 233362 w 659721"/>
                    <a:gd name="connsiteY4" fmla="*/ 525463 h 816860"/>
                    <a:gd name="connsiteX5" fmla="*/ 517524 w 659721"/>
                    <a:gd name="connsiteY5" fmla="*/ 731838 h 816860"/>
                    <a:gd name="connsiteX6" fmla="*/ 598486 w 659721"/>
                    <a:gd name="connsiteY6" fmla="*/ 815975 h 816860"/>
                    <a:gd name="connsiteX7" fmla="*/ 658812 w 659721"/>
                    <a:gd name="connsiteY7" fmla="*/ 685800 h 816860"/>
                    <a:gd name="connsiteX8" fmla="*/ 551519 w 659721"/>
                    <a:gd name="connsiteY8" fmla="*/ 656180 h 816860"/>
                    <a:gd name="connsiteX9" fmla="*/ 432742 w 659721"/>
                    <a:gd name="connsiteY9" fmla="*/ 513568 h 816860"/>
                    <a:gd name="connsiteX10" fmla="*/ 399891 w 659721"/>
                    <a:gd name="connsiteY10" fmla="*/ 426523 h 816860"/>
                    <a:gd name="connsiteX11" fmla="*/ 278591 w 659721"/>
                    <a:gd name="connsiteY11" fmla="*/ 227451 h 816860"/>
                    <a:gd name="connsiteX12" fmla="*/ 282938 w 659721"/>
                    <a:gd name="connsiteY12" fmla="*/ 165237 h 816860"/>
                    <a:gd name="connsiteX0" fmla="*/ 0 w 599294"/>
                    <a:gd name="connsiteY0" fmla="*/ 0 h 818005"/>
                    <a:gd name="connsiteX1" fmla="*/ 44449 w 599294"/>
                    <a:gd name="connsiteY1" fmla="*/ 168276 h 818005"/>
                    <a:gd name="connsiteX2" fmla="*/ 120649 w 599294"/>
                    <a:gd name="connsiteY2" fmla="*/ 328612 h 818005"/>
                    <a:gd name="connsiteX3" fmla="*/ 169862 w 599294"/>
                    <a:gd name="connsiteY3" fmla="*/ 460375 h 818005"/>
                    <a:gd name="connsiteX4" fmla="*/ 233362 w 599294"/>
                    <a:gd name="connsiteY4" fmla="*/ 525463 h 818005"/>
                    <a:gd name="connsiteX5" fmla="*/ 517524 w 599294"/>
                    <a:gd name="connsiteY5" fmla="*/ 731838 h 818005"/>
                    <a:gd name="connsiteX6" fmla="*/ 598486 w 599294"/>
                    <a:gd name="connsiteY6" fmla="*/ 815975 h 818005"/>
                    <a:gd name="connsiteX7" fmla="*/ 551519 w 599294"/>
                    <a:gd name="connsiteY7" fmla="*/ 656180 h 818005"/>
                    <a:gd name="connsiteX8" fmla="*/ 432742 w 599294"/>
                    <a:gd name="connsiteY8" fmla="*/ 513568 h 818005"/>
                    <a:gd name="connsiteX9" fmla="*/ 399891 w 599294"/>
                    <a:gd name="connsiteY9" fmla="*/ 426523 h 818005"/>
                    <a:gd name="connsiteX10" fmla="*/ 278591 w 599294"/>
                    <a:gd name="connsiteY10" fmla="*/ 227451 h 818005"/>
                    <a:gd name="connsiteX11" fmla="*/ 282938 w 599294"/>
                    <a:gd name="connsiteY11" fmla="*/ 165237 h 818005"/>
                    <a:gd name="connsiteX0" fmla="*/ 0 w 560957"/>
                    <a:gd name="connsiteY0" fmla="*/ 0 h 736416"/>
                    <a:gd name="connsiteX1" fmla="*/ 44449 w 560957"/>
                    <a:gd name="connsiteY1" fmla="*/ 168276 h 736416"/>
                    <a:gd name="connsiteX2" fmla="*/ 120649 w 560957"/>
                    <a:gd name="connsiteY2" fmla="*/ 328612 h 736416"/>
                    <a:gd name="connsiteX3" fmla="*/ 169862 w 560957"/>
                    <a:gd name="connsiteY3" fmla="*/ 460375 h 736416"/>
                    <a:gd name="connsiteX4" fmla="*/ 233362 w 560957"/>
                    <a:gd name="connsiteY4" fmla="*/ 525463 h 736416"/>
                    <a:gd name="connsiteX5" fmla="*/ 517524 w 560957"/>
                    <a:gd name="connsiteY5" fmla="*/ 731838 h 736416"/>
                    <a:gd name="connsiteX6" fmla="*/ 551519 w 560957"/>
                    <a:gd name="connsiteY6" fmla="*/ 656180 h 736416"/>
                    <a:gd name="connsiteX7" fmla="*/ 432742 w 560957"/>
                    <a:gd name="connsiteY7" fmla="*/ 513568 h 736416"/>
                    <a:gd name="connsiteX8" fmla="*/ 399891 w 560957"/>
                    <a:gd name="connsiteY8" fmla="*/ 426523 h 736416"/>
                    <a:gd name="connsiteX9" fmla="*/ 278591 w 560957"/>
                    <a:gd name="connsiteY9" fmla="*/ 227451 h 736416"/>
                    <a:gd name="connsiteX10" fmla="*/ 282938 w 560957"/>
                    <a:gd name="connsiteY10" fmla="*/ 165237 h 736416"/>
                    <a:gd name="connsiteX0" fmla="*/ 0 w 553781"/>
                    <a:gd name="connsiteY0" fmla="*/ 0 h 727150"/>
                    <a:gd name="connsiteX1" fmla="*/ 44449 w 553781"/>
                    <a:gd name="connsiteY1" fmla="*/ 168276 h 727150"/>
                    <a:gd name="connsiteX2" fmla="*/ 120649 w 553781"/>
                    <a:gd name="connsiteY2" fmla="*/ 328612 h 727150"/>
                    <a:gd name="connsiteX3" fmla="*/ 169862 w 553781"/>
                    <a:gd name="connsiteY3" fmla="*/ 460375 h 727150"/>
                    <a:gd name="connsiteX4" fmla="*/ 233362 w 553781"/>
                    <a:gd name="connsiteY4" fmla="*/ 525463 h 727150"/>
                    <a:gd name="connsiteX5" fmla="*/ 488643 w 553781"/>
                    <a:gd name="connsiteY5" fmla="*/ 722048 h 727150"/>
                    <a:gd name="connsiteX6" fmla="*/ 551519 w 553781"/>
                    <a:gd name="connsiteY6" fmla="*/ 656180 h 727150"/>
                    <a:gd name="connsiteX7" fmla="*/ 432742 w 553781"/>
                    <a:gd name="connsiteY7" fmla="*/ 513568 h 727150"/>
                    <a:gd name="connsiteX8" fmla="*/ 399891 w 553781"/>
                    <a:gd name="connsiteY8" fmla="*/ 426523 h 727150"/>
                    <a:gd name="connsiteX9" fmla="*/ 278591 w 553781"/>
                    <a:gd name="connsiteY9" fmla="*/ 227451 h 727150"/>
                    <a:gd name="connsiteX10" fmla="*/ 282938 w 553781"/>
                    <a:gd name="connsiteY10" fmla="*/ 165237 h 727150"/>
                    <a:gd name="connsiteX0" fmla="*/ 0 w 561611"/>
                    <a:gd name="connsiteY0" fmla="*/ 0 h 732877"/>
                    <a:gd name="connsiteX1" fmla="*/ 44449 w 561611"/>
                    <a:gd name="connsiteY1" fmla="*/ 168276 h 732877"/>
                    <a:gd name="connsiteX2" fmla="*/ 120649 w 561611"/>
                    <a:gd name="connsiteY2" fmla="*/ 328612 h 732877"/>
                    <a:gd name="connsiteX3" fmla="*/ 169862 w 561611"/>
                    <a:gd name="connsiteY3" fmla="*/ 460375 h 732877"/>
                    <a:gd name="connsiteX4" fmla="*/ 233362 w 561611"/>
                    <a:gd name="connsiteY4" fmla="*/ 525463 h 732877"/>
                    <a:gd name="connsiteX5" fmla="*/ 488643 w 561611"/>
                    <a:gd name="connsiteY5" fmla="*/ 722048 h 732877"/>
                    <a:gd name="connsiteX6" fmla="*/ 559753 w 561611"/>
                    <a:gd name="connsiteY6" fmla="*/ 686720 h 732877"/>
                    <a:gd name="connsiteX7" fmla="*/ 432742 w 561611"/>
                    <a:gd name="connsiteY7" fmla="*/ 513568 h 732877"/>
                    <a:gd name="connsiteX8" fmla="*/ 399891 w 561611"/>
                    <a:gd name="connsiteY8" fmla="*/ 426523 h 732877"/>
                    <a:gd name="connsiteX9" fmla="*/ 278591 w 561611"/>
                    <a:gd name="connsiteY9" fmla="*/ 227451 h 732877"/>
                    <a:gd name="connsiteX10" fmla="*/ 282938 w 561611"/>
                    <a:gd name="connsiteY10" fmla="*/ 165237 h 732877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33869"/>
                    <a:gd name="connsiteX1" fmla="*/ 44449 w 562157"/>
                    <a:gd name="connsiteY1" fmla="*/ 168276 h 733869"/>
                    <a:gd name="connsiteX2" fmla="*/ 120649 w 562157"/>
                    <a:gd name="connsiteY2" fmla="*/ 328612 h 733869"/>
                    <a:gd name="connsiteX3" fmla="*/ 169862 w 562157"/>
                    <a:gd name="connsiteY3" fmla="*/ 460375 h 733869"/>
                    <a:gd name="connsiteX4" fmla="*/ 233362 w 562157"/>
                    <a:gd name="connsiteY4" fmla="*/ 525463 h 733869"/>
                    <a:gd name="connsiteX5" fmla="*/ 488643 w 562157"/>
                    <a:gd name="connsiteY5" fmla="*/ 722048 h 733869"/>
                    <a:gd name="connsiteX6" fmla="*/ 559753 w 562157"/>
                    <a:gd name="connsiteY6" fmla="*/ 686720 h 733869"/>
                    <a:gd name="connsiteX7" fmla="*/ 432742 w 562157"/>
                    <a:gd name="connsiteY7" fmla="*/ 513568 h 733869"/>
                    <a:gd name="connsiteX8" fmla="*/ 399891 w 562157"/>
                    <a:gd name="connsiteY8" fmla="*/ 426523 h 733869"/>
                    <a:gd name="connsiteX9" fmla="*/ 278591 w 562157"/>
                    <a:gd name="connsiteY9" fmla="*/ 227451 h 733869"/>
                    <a:gd name="connsiteX10" fmla="*/ 282938 w 562157"/>
                    <a:gd name="connsiteY10" fmla="*/ 165237 h 733869"/>
                    <a:gd name="connsiteX0" fmla="*/ 0 w 562157"/>
                    <a:gd name="connsiteY0" fmla="*/ 0 h 722083"/>
                    <a:gd name="connsiteX1" fmla="*/ 44449 w 562157"/>
                    <a:gd name="connsiteY1" fmla="*/ 168276 h 722083"/>
                    <a:gd name="connsiteX2" fmla="*/ 120649 w 562157"/>
                    <a:gd name="connsiteY2" fmla="*/ 328612 h 722083"/>
                    <a:gd name="connsiteX3" fmla="*/ 169862 w 562157"/>
                    <a:gd name="connsiteY3" fmla="*/ 460375 h 722083"/>
                    <a:gd name="connsiteX4" fmla="*/ 233362 w 562157"/>
                    <a:gd name="connsiteY4" fmla="*/ 525463 h 722083"/>
                    <a:gd name="connsiteX5" fmla="*/ 488643 w 562157"/>
                    <a:gd name="connsiteY5" fmla="*/ 722048 h 722083"/>
                    <a:gd name="connsiteX6" fmla="*/ 559753 w 562157"/>
                    <a:gd name="connsiteY6" fmla="*/ 686720 h 722083"/>
                    <a:gd name="connsiteX7" fmla="*/ 432742 w 562157"/>
                    <a:gd name="connsiteY7" fmla="*/ 513568 h 722083"/>
                    <a:gd name="connsiteX8" fmla="*/ 399891 w 562157"/>
                    <a:gd name="connsiteY8" fmla="*/ 426523 h 722083"/>
                    <a:gd name="connsiteX9" fmla="*/ 278591 w 562157"/>
                    <a:gd name="connsiteY9" fmla="*/ 227451 h 722083"/>
                    <a:gd name="connsiteX10" fmla="*/ 282938 w 562157"/>
                    <a:gd name="connsiteY10" fmla="*/ 165237 h 722083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169862 w 562157"/>
                    <a:gd name="connsiteY3" fmla="*/ 460375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20649 w 562157"/>
                    <a:gd name="connsiteY2" fmla="*/ 328612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44449 w 562157"/>
                    <a:gd name="connsiteY1" fmla="*/ 16827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44449 w 562157"/>
                    <a:gd name="connsiteY2" fmla="*/ 168276 h 723888"/>
                    <a:gd name="connsiteX3" fmla="*/ 152851 w 562157"/>
                    <a:gd name="connsiteY3" fmla="*/ 255234 h 723888"/>
                    <a:gd name="connsiteX4" fmla="*/ 380209 w 562157"/>
                    <a:gd name="connsiteY4" fmla="*/ 538744 h 723888"/>
                    <a:gd name="connsiteX5" fmla="*/ 422793 w 562157"/>
                    <a:gd name="connsiteY5" fmla="*/ 662449 h 723888"/>
                    <a:gd name="connsiteX6" fmla="*/ 488643 w 562157"/>
                    <a:gd name="connsiteY6" fmla="*/ 722048 h 723888"/>
                    <a:gd name="connsiteX7" fmla="*/ 559753 w 562157"/>
                    <a:gd name="connsiteY7" fmla="*/ 686720 h 723888"/>
                    <a:gd name="connsiteX8" fmla="*/ 432742 w 562157"/>
                    <a:gd name="connsiteY8" fmla="*/ 513568 h 723888"/>
                    <a:gd name="connsiteX9" fmla="*/ 399891 w 562157"/>
                    <a:gd name="connsiteY9" fmla="*/ 426523 h 723888"/>
                    <a:gd name="connsiteX10" fmla="*/ 278591 w 562157"/>
                    <a:gd name="connsiteY10" fmla="*/ 227451 h 723888"/>
                    <a:gd name="connsiteX11" fmla="*/ 282938 w 562157"/>
                    <a:gd name="connsiteY11" fmla="*/ 165237 h 723888"/>
                    <a:gd name="connsiteX0" fmla="*/ 0 w 562157"/>
                    <a:gd name="connsiteY0" fmla="*/ 0 h 723888"/>
                    <a:gd name="connsiteX1" fmla="*/ 144439 w 562157"/>
                    <a:gd name="connsiteY1" fmla="*/ 127256 h 723888"/>
                    <a:gd name="connsiteX2" fmla="*/ 152851 w 562157"/>
                    <a:gd name="connsiteY2" fmla="*/ 255234 h 723888"/>
                    <a:gd name="connsiteX3" fmla="*/ 380209 w 562157"/>
                    <a:gd name="connsiteY3" fmla="*/ 538744 h 723888"/>
                    <a:gd name="connsiteX4" fmla="*/ 422793 w 562157"/>
                    <a:gd name="connsiteY4" fmla="*/ 662449 h 723888"/>
                    <a:gd name="connsiteX5" fmla="*/ 488643 w 562157"/>
                    <a:gd name="connsiteY5" fmla="*/ 722048 h 723888"/>
                    <a:gd name="connsiteX6" fmla="*/ 559753 w 562157"/>
                    <a:gd name="connsiteY6" fmla="*/ 686720 h 723888"/>
                    <a:gd name="connsiteX7" fmla="*/ 432742 w 562157"/>
                    <a:gd name="connsiteY7" fmla="*/ 513568 h 723888"/>
                    <a:gd name="connsiteX8" fmla="*/ 399891 w 562157"/>
                    <a:gd name="connsiteY8" fmla="*/ 426523 h 723888"/>
                    <a:gd name="connsiteX9" fmla="*/ 278591 w 562157"/>
                    <a:gd name="connsiteY9" fmla="*/ 227451 h 723888"/>
                    <a:gd name="connsiteX10" fmla="*/ 282938 w 562157"/>
                    <a:gd name="connsiteY10" fmla="*/ 165237 h 723888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20834 w 438552"/>
                    <a:gd name="connsiteY1" fmla="*/ 166772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29246 w 438552"/>
                    <a:gd name="connsiteY2" fmla="*/ 294750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56604 w 438552"/>
                    <a:gd name="connsiteY3" fmla="*/ 578260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260242 w 438552"/>
                    <a:gd name="connsiteY3" fmla="*/ 572163 h 763404"/>
                    <a:gd name="connsiteX4" fmla="*/ 299188 w 438552"/>
                    <a:gd name="connsiteY4" fmla="*/ 701965 h 763404"/>
                    <a:gd name="connsiteX5" fmla="*/ 365038 w 438552"/>
                    <a:gd name="connsiteY5" fmla="*/ 761564 h 763404"/>
                    <a:gd name="connsiteX6" fmla="*/ 436148 w 438552"/>
                    <a:gd name="connsiteY6" fmla="*/ 726236 h 763404"/>
                    <a:gd name="connsiteX7" fmla="*/ 309137 w 438552"/>
                    <a:gd name="connsiteY7" fmla="*/ 553084 h 763404"/>
                    <a:gd name="connsiteX8" fmla="*/ 276286 w 438552"/>
                    <a:gd name="connsiteY8" fmla="*/ 466039 h 763404"/>
                    <a:gd name="connsiteX9" fmla="*/ 154986 w 438552"/>
                    <a:gd name="connsiteY9" fmla="*/ 266967 h 763404"/>
                    <a:gd name="connsiteX10" fmla="*/ 159333 w 438552"/>
                    <a:gd name="connsiteY10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57786 w 438552"/>
                    <a:gd name="connsiteY3" fmla="*/ 448537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17785 w 438552"/>
                    <a:gd name="connsiteY1" fmla="*/ 164953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0 w 438552"/>
                    <a:gd name="connsiteY0" fmla="*/ 0 h 763404"/>
                    <a:gd name="connsiteX1" fmla="*/ 7517 w 438552"/>
                    <a:gd name="connsiteY1" fmla="*/ 148907 h 763404"/>
                    <a:gd name="connsiteX2" fmla="*/ 12989 w 438552"/>
                    <a:gd name="connsiteY2" fmla="*/ 269343 h 763404"/>
                    <a:gd name="connsiteX3" fmla="*/ 125483 w 438552"/>
                    <a:gd name="connsiteY3" fmla="*/ 433398 h 763404"/>
                    <a:gd name="connsiteX4" fmla="*/ 260242 w 438552"/>
                    <a:gd name="connsiteY4" fmla="*/ 572163 h 763404"/>
                    <a:gd name="connsiteX5" fmla="*/ 299188 w 438552"/>
                    <a:gd name="connsiteY5" fmla="*/ 701965 h 763404"/>
                    <a:gd name="connsiteX6" fmla="*/ 365038 w 438552"/>
                    <a:gd name="connsiteY6" fmla="*/ 761564 h 763404"/>
                    <a:gd name="connsiteX7" fmla="*/ 436148 w 438552"/>
                    <a:gd name="connsiteY7" fmla="*/ 726236 h 763404"/>
                    <a:gd name="connsiteX8" fmla="*/ 309137 w 438552"/>
                    <a:gd name="connsiteY8" fmla="*/ 553084 h 763404"/>
                    <a:gd name="connsiteX9" fmla="*/ 276286 w 438552"/>
                    <a:gd name="connsiteY9" fmla="*/ 466039 h 763404"/>
                    <a:gd name="connsiteX10" fmla="*/ 154986 w 438552"/>
                    <a:gd name="connsiteY10" fmla="*/ 266967 h 763404"/>
                    <a:gd name="connsiteX11" fmla="*/ 159333 w 438552"/>
                    <a:gd name="connsiteY11" fmla="*/ 204753 h 763404"/>
                    <a:gd name="connsiteX0" fmla="*/ 137057 w 443413"/>
                    <a:gd name="connsiteY0" fmla="*/ 0 h 989649"/>
                    <a:gd name="connsiteX1" fmla="*/ 12378 w 443413"/>
                    <a:gd name="connsiteY1" fmla="*/ 375152 h 989649"/>
                    <a:gd name="connsiteX2" fmla="*/ 17850 w 443413"/>
                    <a:gd name="connsiteY2" fmla="*/ 495588 h 989649"/>
                    <a:gd name="connsiteX3" fmla="*/ 130344 w 443413"/>
                    <a:gd name="connsiteY3" fmla="*/ 659643 h 989649"/>
                    <a:gd name="connsiteX4" fmla="*/ 265103 w 443413"/>
                    <a:gd name="connsiteY4" fmla="*/ 798408 h 989649"/>
                    <a:gd name="connsiteX5" fmla="*/ 304049 w 443413"/>
                    <a:gd name="connsiteY5" fmla="*/ 928210 h 989649"/>
                    <a:gd name="connsiteX6" fmla="*/ 369899 w 443413"/>
                    <a:gd name="connsiteY6" fmla="*/ 987809 h 989649"/>
                    <a:gd name="connsiteX7" fmla="*/ 441009 w 443413"/>
                    <a:gd name="connsiteY7" fmla="*/ 952481 h 989649"/>
                    <a:gd name="connsiteX8" fmla="*/ 313998 w 443413"/>
                    <a:gd name="connsiteY8" fmla="*/ 779329 h 989649"/>
                    <a:gd name="connsiteX9" fmla="*/ 281147 w 443413"/>
                    <a:gd name="connsiteY9" fmla="*/ 692284 h 989649"/>
                    <a:gd name="connsiteX10" fmla="*/ 159847 w 443413"/>
                    <a:gd name="connsiteY10" fmla="*/ 493212 h 989649"/>
                    <a:gd name="connsiteX11" fmla="*/ 164194 w 443413"/>
                    <a:gd name="connsiteY11" fmla="*/ 430998 h 989649"/>
                    <a:gd name="connsiteX0" fmla="*/ 119412 w 425768"/>
                    <a:gd name="connsiteY0" fmla="*/ 0 h 989649"/>
                    <a:gd name="connsiteX1" fmla="*/ 85842 w 425768"/>
                    <a:gd name="connsiteY1" fmla="*/ 279398 h 989649"/>
                    <a:gd name="connsiteX2" fmla="*/ 205 w 425768"/>
                    <a:gd name="connsiteY2" fmla="*/ 495588 h 989649"/>
                    <a:gd name="connsiteX3" fmla="*/ 112699 w 425768"/>
                    <a:gd name="connsiteY3" fmla="*/ 659643 h 989649"/>
                    <a:gd name="connsiteX4" fmla="*/ 247458 w 425768"/>
                    <a:gd name="connsiteY4" fmla="*/ 798408 h 989649"/>
                    <a:gd name="connsiteX5" fmla="*/ 286404 w 425768"/>
                    <a:gd name="connsiteY5" fmla="*/ 928210 h 989649"/>
                    <a:gd name="connsiteX6" fmla="*/ 352254 w 425768"/>
                    <a:gd name="connsiteY6" fmla="*/ 987809 h 989649"/>
                    <a:gd name="connsiteX7" fmla="*/ 423364 w 425768"/>
                    <a:gd name="connsiteY7" fmla="*/ 952481 h 989649"/>
                    <a:gd name="connsiteX8" fmla="*/ 296353 w 425768"/>
                    <a:gd name="connsiteY8" fmla="*/ 779329 h 989649"/>
                    <a:gd name="connsiteX9" fmla="*/ 263502 w 425768"/>
                    <a:gd name="connsiteY9" fmla="*/ 692284 h 989649"/>
                    <a:gd name="connsiteX10" fmla="*/ 142202 w 425768"/>
                    <a:gd name="connsiteY10" fmla="*/ 493212 h 989649"/>
                    <a:gd name="connsiteX11" fmla="*/ 146549 w 425768"/>
                    <a:gd name="connsiteY11" fmla="*/ 430998 h 989649"/>
                    <a:gd name="connsiteX0" fmla="*/ 119374 w 425730"/>
                    <a:gd name="connsiteY0" fmla="*/ 0 h 989649"/>
                    <a:gd name="connsiteX1" fmla="*/ 85804 w 425730"/>
                    <a:gd name="connsiteY1" fmla="*/ 279398 h 989649"/>
                    <a:gd name="connsiteX2" fmla="*/ 167 w 425730"/>
                    <a:gd name="connsiteY2" fmla="*/ 495588 h 989649"/>
                    <a:gd name="connsiteX3" fmla="*/ 112661 w 425730"/>
                    <a:gd name="connsiteY3" fmla="*/ 659643 h 989649"/>
                    <a:gd name="connsiteX4" fmla="*/ 247420 w 425730"/>
                    <a:gd name="connsiteY4" fmla="*/ 798408 h 989649"/>
                    <a:gd name="connsiteX5" fmla="*/ 286366 w 425730"/>
                    <a:gd name="connsiteY5" fmla="*/ 928210 h 989649"/>
                    <a:gd name="connsiteX6" fmla="*/ 352216 w 425730"/>
                    <a:gd name="connsiteY6" fmla="*/ 987809 h 989649"/>
                    <a:gd name="connsiteX7" fmla="*/ 423326 w 425730"/>
                    <a:gd name="connsiteY7" fmla="*/ 952481 h 989649"/>
                    <a:gd name="connsiteX8" fmla="*/ 296315 w 425730"/>
                    <a:gd name="connsiteY8" fmla="*/ 779329 h 989649"/>
                    <a:gd name="connsiteX9" fmla="*/ 263464 w 425730"/>
                    <a:gd name="connsiteY9" fmla="*/ 692284 h 989649"/>
                    <a:gd name="connsiteX10" fmla="*/ 142164 w 425730"/>
                    <a:gd name="connsiteY10" fmla="*/ 493212 h 989649"/>
                    <a:gd name="connsiteX11" fmla="*/ 146511 w 425730"/>
                    <a:gd name="connsiteY11" fmla="*/ 430998 h 989649"/>
                    <a:gd name="connsiteX0" fmla="*/ 40060 w 346416"/>
                    <a:gd name="connsiteY0" fmla="*/ 0 h 989649"/>
                    <a:gd name="connsiteX1" fmla="*/ 6490 w 346416"/>
                    <a:gd name="connsiteY1" fmla="*/ 279398 h 989649"/>
                    <a:gd name="connsiteX2" fmla="*/ 2312 w 346416"/>
                    <a:gd name="connsiteY2" fmla="*/ 459282 h 989649"/>
                    <a:gd name="connsiteX3" fmla="*/ 33347 w 346416"/>
                    <a:gd name="connsiteY3" fmla="*/ 659643 h 989649"/>
                    <a:gd name="connsiteX4" fmla="*/ 168106 w 346416"/>
                    <a:gd name="connsiteY4" fmla="*/ 798408 h 989649"/>
                    <a:gd name="connsiteX5" fmla="*/ 207052 w 346416"/>
                    <a:gd name="connsiteY5" fmla="*/ 928210 h 989649"/>
                    <a:gd name="connsiteX6" fmla="*/ 272902 w 346416"/>
                    <a:gd name="connsiteY6" fmla="*/ 987809 h 989649"/>
                    <a:gd name="connsiteX7" fmla="*/ 344012 w 346416"/>
                    <a:gd name="connsiteY7" fmla="*/ 952481 h 989649"/>
                    <a:gd name="connsiteX8" fmla="*/ 217001 w 346416"/>
                    <a:gd name="connsiteY8" fmla="*/ 779329 h 989649"/>
                    <a:gd name="connsiteX9" fmla="*/ 184150 w 346416"/>
                    <a:gd name="connsiteY9" fmla="*/ 692284 h 989649"/>
                    <a:gd name="connsiteX10" fmla="*/ 62850 w 346416"/>
                    <a:gd name="connsiteY10" fmla="*/ 493212 h 989649"/>
                    <a:gd name="connsiteX11" fmla="*/ 67197 w 346416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70760 w 349979"/>
                    <a:gd name="connsiteY11" fmla="*/ 430998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66413 w 349979"/>
                    <a:gd name="connsiteY10" fmla="*/ 493212 h 989649"/>
                    <a:gd name="connsiteX11" fmla="*/ 182474 w 349979"/>
                    <a:gd name="connsiteY11" fmla="*/ 102331 h 989649"/>
                    <a:gd name="connsiteX0" fmla="*/ 43623 w 349979"/>
                    <a:gd name="connsiteY0" fmla="*/ 0 h 989649"/>
                    <a:gd name="connsiteX1" fmla="*/ 10053 w 349979"/>
                    <a:gd name="connsiteY1" fmla="*/ 279398 h 989649"/>
                    <a:gd name="connsiteX2" fmla="*/ 5875 w 349979"/>
                    <a:gd name="connsiteY2" fmla="*/ 459282 h 989649"/>
                    <a:gd name="connsiteX3" fmla="*/ 85077 w 349979"/>
                    <a:gd name="connsiteY3" fmla="*/ 643735 h 989649"/>
                    <a:gd name="connsiteX4" fmla="*/ 171669 w 349979"/>
                    <a:gd name="connsiteY4" fmla="*/ 798408 h 989649"/>
                    <a:gd name="connsiteX5" fmla="*/ 210615 w 349979"/>
                    <a:gd name="connsiteY5" fmla="*/ 928210 h 989649"/>
                    <a:gd name="connsiteX6" fmla="*/ 276465 w 349979"/>
                    <a:gd name="connsiteY6" fmla="*/ 987809 h 989649"/>
                    <a:gd name="connsiteX7" fmla="*/ 347575 w 349979"/>
                    <a:gd name="connsiteY7" fmla="*/ 952481 h 989649"/>
                    <a:gd name="connsiteX8" fmla="*/ 220564 w 349979"/>
                    <a:gd name="connsiteY8" fmla="*/ 779329 h 989649"/>
                    <a:gd name="connsiteX9" fmla="*/ 187713 w 349979"/>
                    <a:gd name="connsiteY9" fmla="*/ 692284 h 989649"/>
                    <a:gd name="connsiteX10" fmla="*/ 111083 w 349979"/>
                    <a:gd name="connsiteY10" fmla="*/ 452679 h 989649"/>
                    <a:gd name="connsiteX11" fmla="*/ 182474 w 349979"/>
                    <a:gd name="connsiteY11" fmla="*/ 102331 h 989649"/>
                    <a:gd name="connsiteX0" fmla="*/ 43623 w 349943"/>
                    <a:gd name="connsiteY0" fmla="*/ 0 h 989649"/>
                    <a:gd name="connsiteX1" fmla="*/ 10053 w 349943"/>
                    <a:gd name="connsiteY1" fmla="*/ 279398 h 989649"/>
                    <a:gd name="connsiteX2" fmla="*/ 5875 w 349943"/>
                    <a:gd name="connsiteY2" fmla="*/ 459282 h 989649"/>
                    <a:gd name="connsiteX3" fmla="*/ 85077 w 349943"/>
                    <a:gd name="connsiteY3" fmla="*/ 643735 h 989649"/>
                    <a:gd name="connsiteX4" fmla="*/ 171669 w 349943"/>
                    <a:gd name="connsiteY4" fmla="*/ 798408 h 989649"/>
                    <a:gd name="connsiteX5" fmla="*/ 210615 w 349943"/>
                    <a:gd name="connsiteY5" fmla="*/ 928210 h 989649"/>
                    <a:gd name="connsiteX6" fmla="*/ 276465 w 349943"/>
                    <a:gd name="connsiteY6" fmla="*/ 987809 h 989649"/>
                    <a:gd name="connsiteX7" fmla="*/ 347575 w 349943"/>
                    <a:gd name="connsiteY7" fmla="*/ 952481 h 989649"/>
                    <a:gd name="connsiteX8" fmla="*/ 220564 w 349943"/>
                    <a:gd name="connsiteY8" fmla="*/ 779329 h 989649"/>
                    <a:gd name="connsiteX9" fmla="*/ 200566 w 349943"/>
                    <a:gd name="connsiteY9" fmla="*/ 688797 h 989649"/>
                    <a:gd name="connsiteX10" fmla="*/ 111083 w 349943"/>
                    <a:gd name="connsiteY10" fmla="*/ 452679 h 989649"/>
                    <a:gd name="connsiteX11" fmla="*/ 182474 w 349943"/>
                    <a:gd name="connsiteY11" fmla="*/ 102331 h 989649"/>
                    <a:gd name="connsiteX0" fmla="*/ 43623 w 347581"/>
                    <a:gd name="connsiteY0" fmla="*/ 0 h 988803"/>
                    <a:gd name="connsiteX1" fmla="*/ 10053 w 347581"/>
                    <a:gd name="connsiteY1" fmla="*/ 279398 h 988803"/>
                    <a:gd name="connsiteX2" fmla="*/ 5875 w 347581"/>
                    <a:gd name="connsiteY2" fmla="*/ 459282 h 988803"/>
                    <a:gd name="connsiteX3" fmla="*/ 85077 w 347581"/>
                    <a:gd name="connsiteY3" fmla="*/ 643735 h 988803"/>
                    <a:gd name="connsiteX4" fmla="*/ 171669 w 347581"/>
                    <a:gd name="connsiteY4" fmla="*/ 798408 h 988803"/>
                    <a:gd name="connsiteX5" fmla="*/ 210615 w 347581"/>
                    <a:gd name="connsiteY5" fmla="*/ 928210 h 988803"/>
                    <a:gd name="connsiteX6" fmla="*/ 276465 w 347581"/>
                    <a:gd name="connsiteY6" fmla="*/ 987809 h 988803"/>
                    <a:gd name="connsiteX7" fmla="*/ 347575 w 347581"/>
                    <a:gd name="connsiteY7" fmla="*/ 952481 h 988803"/>
                    <a:gd name="connsiteX8" fmla="*/ 280068 w 347581"/>
                    <a:gd name="connsiteY8" fmla="*/ 797285 h 988803"/>
                    <a:gd name="connsiteX9" fmla="*/ 200566 w 347581"/>
                    <a:gd name="connsiteY9" fmla="*/ 688797 h 988803"/>
                    <a:gd name="connsiteX10" fmla="*/ 111083 w 347581"/>
                    <a:gd name="connsiteY10" fmla="*/ 452679 h 988803"/>
                    <a:gd name="connsiteX11" fmla="*/ 182474 w 347581"/>
                    <a:gd name="connsiteY11" fmla="*/ 102331 h 988803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0566 w 341639"/>
                    <a:gd name="connsiteY9" fmla="*/ 688797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39"/>
                    <a:gd name="connsiteY0" fmla="*/ 0 h 987951"/>
                    <a:gd name="connsiteX1" fmla="*/ 10053 w 341639"/>
                    <a:gd name="connsiteY1" fmla="*/ 279398 h 987951"/>
                    <a:gd name="connsiteX2" fmla="*/ 5875 w 341639"/>
                    <a:gd name="connsiteY2" fmla="*/ 459282 h 987951"/>
                    <a:gd name="connsiteX3" fmla="*/ 85077 w 341639"/>
                    <a:gd name="connsiteY3" fmla="*/ 643735 h 987951"/>
                    <a:gd name="connsiteX4" fmla="*/ 171669 w 341639"/>
                    <a:gd name="connsiteY4" fmla="*/ 798408 h 987951"/>
                    <a:gd name="connsiteX5" fmla="*/ 210615 w 341639"/>
                    <a:gd name="connsiteY5" fmla="*/ 928210 h 987951"/>
                    <a:gd name="connsiteX6" fmla="*/ 276465 w 341639"/>
                    <a:gd name="connsiteY6" fmla="*/ 987809 h 987951"/>
                    <a:gd name="connsiteX7" fmla="*/ 341633 w 341639"/>
                    <a:gd name="connsiteY7" fmla="*/ 939886 h 987951"/>
                    <a:gd name="connsiteX8" fmla="*/ 280068 w 341639"/>
                    <a:gd name="connsiteY8" fmla="*/ 797285 h 987951"/>
                    <a:gd name="connsiteX9" fmla="*/ 203685 w 341639"/>
                    <a:gd name="connsiteY9" fmla="*/ 679426 h 987951"/>
                    <a:gd name="connsiteX10" fmla="*/ 111083 w 341639"/>
                    <a:gd name="connsiteY10" fmla="*/ 452679 h 987951"/>
                    <a:gd name="connsiteX11" fmla="*/ 182474 w 341639"/>
                    <a:gd name="connsiteY11" fmla="*/ 102331 h 987951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41656"/>
                    <a:gd name="connsiteY0" fmla="*/ 0 h 987939"/>
                    <a:gd name="connsiteX1" fmla="*/ 10053 w 341656"/>
                    <a:gd name="connsiteY1" fmla="*/ 279398 h 987939"/>
                    <a:gd name="connsiteX2" fmla="*/ 5875 w 341656"/>
                    <a:gd name="connsiteY2" fmla="*/ 459282 h 987939"/>
                    <a:gd name="connsiteX3" fmla="*/ 85077 w 341656"/>
                    <a:gd name="connsiteY3" fmla="*/ 643735 h 987939"/>
                    <a:gd name="connsiteX4" fmla="*/ 171669 w 341656"/>
                    <a:gd name="connsiteY4" fmla="*/ 798408 h 987939"/>
                    <a:gd name="connsiteX5" fmla="*/ 210615 w 341656"/>
                    <a:gd name="connsiteY5" fmla="*/ 928210 h 987939"/>
                    <a:gd name="connsiteX6" fmla="*/ 276465 w 341656"/>
                    <a:gd name="connsiteY6" fmla="*/ 987809 h 987939"/>
                    <a:gd name="connsiteX7" fmla="*/ 341633 w 341656"/>
                    <a:gd name="connsiteY7" fmla="*/ 939886 h 987939"/>
                    <a:gd name="connsiteX8" fmla="*/ 269238 w 341656"/>
                    <a:gd name="connsiteY8" fmla="*/ 808747 h 987939"/>
                    <a:gd name="connsiteX9" fmla="*/ 203685 w 341656"/>
                    <a:gd name="connsiteY9" fmla="*/ 679426 h 987939"/>
                    <a:gd name="connsiteX10" fmla="*/ 111083 w 341656"/>
                    <a:gd name="connsiteY10" fmla="*/ 452679 h 987939"/>
                    <a:gd name="connsiteX11" fmla="*/ 182474 w 341656"/>
                    <a:gd name="connsiteY11" fmla="*/ 102331 h 987939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11083 w 318285"/>
                    <a:gd name="connsiteY10" fmla="*/ 452679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82474 w 318285"/>
                    <a:gd name="connsiteY11" fmla="*/ 102331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285"/>
                    <a:gd name="connsiteY0" fmla="*/ 0 h 988168"/>
                    <a:gd name="connsiteX1" fmla="*/ 10053 w 318285"/>
                    <a:gd name="connsiteY1" fmla="*/ 279398 h 988168"/>
                    <a:gd name="connsiteX2" fmla="*/ 5875 w 318285"/>
                    <a:gd name="connsiteY2" fmla="*/ 459282 h 988168"/>
                    <a:gd name="connsiteX3" fmla="*/ 85077 w 318285"/>
                    <a:gd name="connsiteY3" fmla="*/ 643735 h 988168"/>
                    <a:gd name="connsiteX4" fmla="*/ 171669 w 318285"/>
                    <a:gd name="connsiteY4" fmla="*/ 798408 h 988168"/>
                    <a:gd name="connsiteX5" fmla="*/ 210615 w 318285"/>
                    <a:gd name="connsiteY5" fmla="*/ 928210 h 988168"/>
                    <a:gd name="connsiteX6" fmla="*/ 276465 w 318285"/>
                    <a:gd name="connsiteY6" fmla="*/ 987809 h 988168"/>
                    <a:gd name="connsiteX7" fmla="*/ 318244 w 318285"/>
                    <a:gd name="connsiteY7" fmla="*/ 923499 h 988168"/>
                    <a:gd name="connsiteX8" fmla="*/ 269238 w 318285"/>
                    <a:gd name="connsiteY8" fmla="*/ 808747 h 988168"/>
                    <a:gd name="connsiteX9" fmla="*/ 203685 w 318285"/>
                    <a:gd name="connsiteY9" fmla="*/ 679426 h 988168"/>
                    <a:gd name="connsiteX10" fmla="*/ 129457 w 318285"/>
                    <a:gd name="connsiteY10" fmla="*/ 481793 h 988168"/>
                    <a:gd name="connsiteX11" fmla="*/ 175268 w 318285"/>
                    <a:gd name="connsiteY11" fmla="*/ 149750 h 988168"/>
                    <a:gd name="connsiteX0" fmla="*/ 43623 w 318407"/>
                    <a:gd name="connsiteY0" fmla="*/ 0 h 989081"/>
                    <a:gd name="connsiteX1" fmla="*/ 10053 w 318407"/>
                    <a:gd name="connsiteY1" fmla="*/ 279398 h 989081"/>
                    <a:gd name="connsiteX2" fmla="*/ 5875 w 318407"/>
                    <a:gd name="connsiteY2" fmla="*/ 459282 h 989081"/>
                    <a:gd name="connsiteX3" fmla="*/ 85077 w 318407"/>
                    <a:gd name="connsiteY3" fmla="*/ 643735 h 989081"/>
                    <a:gd name="connsiteX4" fmla="*/ 171669 w 318407"/>
                    <a:gd name="connsiteY4" fmla="*/ 798408 h 989081"/>
                    <a:gd name="connsiteX5" fmla="*/ 210615 w 318407"/>
                    <a:gd name="connsiteY5" fmla="*/ 928210 h 989081"/>
                    <a:gd name="connsiteX6" fmla="*/ 276465 w 318407"/>
                    <a:gd name="connsiteY6" fmla="*/ 987809 h 989081"/>
                    <a:gd name="connsiteX7" fmla="*/ 318244 w 318407"/>
                    <a:gd name="connsiteY7" fmla="*/ 923499 h 989081"/>
                    <a:gd name="connsiteX8" fmla="*/ 269238 w 318407"/>
                    <a:gd name="connsiteY8" fmla="*/ 808747 h 989081"/>
                    <a:gd name="connsiteX9" fmla="*/ 203685 w 318407"/>
                    <a:gd name="connsiteY9" fmla="*/ 679426 h 989081"/>
                    <a:gd name="connsiteX10" fmla="*/ 129457 w 318407"/>
                    <a:gd name="connsiteY10" fmla="*/ 481793 h 989081"/>
                    <a:gd name="connsiteX11" fmla="*/ 175268 w 318407"/>
                    <a:gd name="connsiteY11" fmla="*/ 149750 h 989081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3685 w 318952"/>
                    <a:gd name="connsiteY9" fmla="*/ 679426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  <a:gd name="connsiteX0" fmla="*/ 43623 w 318952"/>
                    <a:gd name="connsiteY0" fmla="*/ 0 h 988835"/>
                    <a:gd name="connsiteX1" fmla="*/ 10053 w 318952"/>
                    <a:gd name="connsiteY1" fmla="*/ 279398 h 988835"/>
                    <a:gd name="connsiteX2" fmla="*/ 5875 w 318952"/>
                    <a:gd name="connsiteY2" fmla="*/ 459282 h 988835"/>
                    <a:gd name="connsiteX3" fmla="*/ 85077 w 318952"/>
                    <a:gd name="connsiteY3" fmla="*/ 643735 h 988835"/>
                    <a:gd name="connsiteX4" fmla="*/ 171669 w 318952"/>
                    <a:gd name="connsiteY4" fmla="*/ 798408 h 988835"/>
                    <a:gd name="connsiteX5" fmla="*/ 210615 w 318952"/>
                    <a:gd name="connsiteY5" fmla="*/ 928210 h 988835"/>
                    <a:gd name="connsiteX6" fmla="*/ 276465 w 318952"/>
                    <a:gd name="connsiteY6" fmla="*/ 987809 h 988835"/>
                    <a:gd name="connsiteX7" fmla="*/ 318244 w 318952"/>
                    <a:gd name="connsiteY7" fmla="*/ 923499 h 988835"/>
                    <a:gd name="connsiteX8" fmla="*/ 269238 w 318952"/>
                    <a:gd name="connsiteY8" fmla="*/ 808747 h 988835"/>
                    <a:gd name="connsiteX9" fmla="*/ 200398 w 318952"/>
                    <a:gd name="connsiteY9" fmla="*/ 644798 h 988835"/>
                    <a:gd name="connsiteX10" fmla="*/ 129457 w 318952"/>
                    <a:gd name="connsiteY10" fmla="*/ 481793 h 988835"/>
                    <a:gd name="connsiteX11" fmla="*/ 175268 w 318952"/>
                    <a:gd name="connsiteY11" fmla="*/ 149750 h 988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8952" h="988835">
                      <a:moveTo>
                        <a:pt x="43623" y="0"/>
                      </a:moveTo>
                      <a:cubicBezTo>
                        <a:pt x="14915" y="72136"/>
                        <a:pt x="16344" y="202851"/>
                        <a:pt x="10053" y="279398"/>
                      </a:cubicBezTo>
                      <a:cubicBezTo>
                        <a:pt x="3762" y="355945"/>
                        <a:pt x="-6629" y="398559"/>
                        <a:pt x="5875" y="459282"/>
                      </a:cubicBezTo>
                      <a:cubicBezTo>
                        <a:pt x="18379" y="520005"/>
                        <a:pt x="57445" y="587214"/>
                        <a:pt x="85077" y="643735"/>
                      </a:cubicBezTo>
                      <a:cubicBezTo>
                        <a:pt x="112709" y="700256"/>
                        <a:pt x="150746" y="750995"/>
                        <a:pt x="171669" y="798408"/>
                      </a:cubicBezTo>
                      <a:cubicBezTo>
                        <a:pt x="192592" y="845821"/>
                        <a:pt x="192835" y="876655"/>
                        <a:pt x="210615" y="928210"/>
                      </a:cubicBezTo>
                      <a:cubicBezTo>
                        <a:pt x="227377" y="959975"/>
                        <a:pt x="228775" y="979616"/>
                        <a:pt x="276465" y="987809"/>
                      </a:cubicBezTo>
                      <a:cubicBezTo>
                        <a:pt x="324155" y="996002"/>
                        <a:pt x="319449" y="953343"/>
                        <a:pt x="318244" y="923499"/>
                      </a:cubicBezTo>
                      <a:cubicBezTo>
                        <a:pt x="317040" y="893655"/>
                        <a:pt x="288879" y="855197"/>
                        <a:pt x="269238" y="808747"/>
                      </a:cubicBezTo>
                      <a:cubicBezTo>
                        <a:pt x="249597" y="762297"/>
                        <a:pt x="229170" y="708939"/>
                        <a:pt x="200398" y="644798"/>
                      </a:cubicBezTo>
                      <a:cubicBezTo>
                        <a:pt x="176004" y="581635"/>
                        <a:pt x="148949" y="525341"/>
                        <a:pt x="129457" y="481793"/>
                      </a:cubicBezTo>
                      <a:cubicBezTo>
                        <a:pt x="109965" y="438245"/>
                        <a:pt x="182544" y="170917"/>
                        <a:pt x="175268" y="149750"/>
                      </a:cubicBezTo>
                    </a:path>
                  </a:pathLst>
                </a:custGeom>
                <a:grpFill/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515" name="文本框 514">
              <a:extLst>
                <a:ext uri="{FF2B5EF4-FFF2-40B4-BE49-F238E27FC236}">
                  <a16:creationId xmlns:a16="http://schemas.microsoft.com/office/drawing/2014/main" id="{67DD4EA5-B365-AA0D-9705-BDAC2DD9B8B1}"/>
                </a:ext>
              </a:extLst>
            </p:cNvPr>
            <p:cNvSpPr txBox="1"/>
            <p:nvPr/>
          </p:nvSpPr>
          <p:spPr>
            <a:xfrm>
              <a:off x="2255414" y="4250114"/>
              <a:ext cx="1118189" cy="3641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 err="1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ddf</a:t>
              </a:r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39" name="组合 538">
            <a:extLst>
              <a:ext uri="{FF2B5EF4-FFF2-40B4-BE49-F238E27FC236}">
                <a16:creationId xmlns:a16="http://schemas.microsoft.com/office/drawing/2014/main" id="{A7D50B52-85FD-260C-A3CA-0E21D81D0EFE}"/>
              </a:ext>
            </a:extLst>
          </p:cNvPr>
          <p:cNvGrpSpPr/>
          <p:nvPr/>
        </p:nvGrpSpPr>
        <p:grpSpPr>
          <a:xfrm>
            <a:off x="510270" y="5988507"/>
            <a:ext cx="3976065" cy="518757"/>
            <a:chOff x="1102217" y="6316884"/>
            <a:chExt cx="3357716" cy="733881"/>
          </a:xfrm>
        </p:grpSpPr>
        <p:sp>
          <p:nvSpPr>
            <p:cNvPr id="540" name="右中括号 539">
              <a:extLst>
                <a:ext uri="{FF2B5EF4-FFF2-40B4-BE49-F238E27FC236}">
                  <a16:creationId xmlns:a16="http://schemas.microsoft.com/office/drawing/2014/main" id="{A99E0F30-838E-7D53-9039-1623C4172FF8}"/>
                </a:ext>
              </a:extLst>
            </p:cNvPr>
            <p:cNvSpPr/>
            <p:nvPr/>
          </p:nvSpPr>
          <p:spPr>
            <a:xfrm rot="5400000">
              <a:off x="2742311" y="5861536"/>
              <a:ext cx="91899" cy="1863581"/>
            </a:xfrm>
            <a:prstGeom prst="rightBracket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541" name="文本框 540">
              <a:extLst>
                <a:ext uri="{FF2B5EF4-FFF2-40B4-BE49-F238E27FC236}">
                  <a16:creationId xmlns:a16="http://schemas.microsoft.com/office/drawing/2014/main" id="{349674E8-B3E8-B6F2-8515-A237FB81899B}"/>
                </a:ext>
              </a:extLst>
            </p:cNvPr>
            <p:cNvSpPr txBox="1"/>
            <p:nvPr/>
          </p:nvSpPr>
          <p:spPr>
            <a:xfrm>
              <a:off x="2278719" y="6804543"/>
              <a:ext cx="995077" cy="246222"/>
            </a:xfrm>
            <a:prstGeom prst="rect">
              <a:avLst/>
            </a:prstGeom>
            <a:noFill/>
            <a:ln w="1270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0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随机顺序</a:t>
              </a:r>
            </a:p>
          </p:txBody>
        </p:sp>
        <p:sp>
          <p:nvSpPr>
            <p:cNvPr id="542" name="矩形 541">
              <a:extLst>
                <a:ext uri="{FF2B5EF4-FFF2-40B4-BE49-F238E27FC236}">
                  <a16:creationId xmlns:a16="http://schemas.microsoft.com/office/drawing/2014/main" id="{8055607A-F138-AC0F-2019-8C9F3A01E908}"/>
                </a:ext>
              </a:extLst>
            </p:cNvPr>
            <p:cNvSpPr/>
            <p:nvPr/>
          </p:nvSpPr>
          <p:spPr>
            <a:xfrm>
              <a:off x="3126236" y="6317759"/>
              <a:ext cx="1333697" cy="42719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b="1" dirty="0" err="1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jujusj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543" name="矩形 542">
              <a:extLst>
                <a:ext uri="{FF2B5EF4-FFF2-40B4-BE49-F238E27FC236}">
                  <a16:creationId xmlns:a16="http://schemas.microsoft.com/office/drawing/2014/main" id="{55E47506-F6E9-FFE1-593C-F7607C740699}"/>
                </a:ext>
              </a:extLst>
            </p:cNvPr>
            <p:cNvSpPr/>
            <p:nvPr/>
          </p:nvSpPr>
          <p:spPr>
            <a:xfrm>
              <a:off x="1102217" y="6316884"/>
              <a:ext cx="1332288" cy="42719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0000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544" name="矩形 543">
              <a:extLst>
                <a:ext uri="{FF2B5EF4-FFF2-40B4-BE49-F238E27FC236}">
                  <a16:creationId xmlns:a16="http://schemas.microsoft.com/office/drawing/2014/main" id="{E2587225-02D4-14C8-9E39-23FDA16C5128}"/>
                </a:ext>
              </a:extLst>
            </p:cNvPr>
            <p:cNvSpPr/>
            <p:nvPr/>
          </p:nvSpPr>
          <p:spPr>
            <a:xfrm>
              <a:off x="2437980" y="6317759"/>
              <a:ext cx="684782" cy="427191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45" name="组合 544">
            <a:extLst>
              <a:ext uri="{FF2B5EF4-FFF2-40B4-BE49-F238E27FC236}">
                <a16:creationId xmlns:a16="http://schemas.microsoft.com/office/drawing/2014/main" id="{A5BB011C-2225-1D5E-4F97-0D6D0A1DC832}"/>
              </a:ext>
            </a:extLst>
          </p:cNvPr>
          <p:cNvGrpSpPr/>
          <p:nvPr/>
        </p:nvGrpSpPr>
        <p:grpSpPr>
          <a:xfrm>
            <a:off x="2472089" y="4161635"/>
            <a:ext cx="2379157" cy="275003"/>
            <a:chOff x="1350918" y="5498686"/>
            <a:chExt cx="2668031" cy="275003"/>
          </a:xfrm>
        </p:grpSpPr>
        <p:sp>
          <p:nvSpPr>
            <p:cNvPr id="546" name="文本框 545">
              <a:extLst>
                <a:ext uri="{FF2B5EF4-FFF2-40B4-BE49-F238E27FC236}">
                  <a16:creationId xmlns:a16="http://schemas.microsoft.com/office/drawing/2014/main" id="{AA758CA9-C742-4F67-4796-77D41088629E}"/>
                </a:ext>
              </a:extLst>
            </p:cNvPr>
            <p:cNvSpPr txBox="1"/>
            <p:nvPr/>
          </p:nvSpPr>
          <p:spPr>
            <a:xfrm>
              <a:off x="1350918" y="5500401"/>
              <a:ext cx="106652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05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77dxds</a:t>
              </a:r>
              <a:endPara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547" name="文本框 546">
              <a:extLst>
                <a:ext uri="{FF2B5EF4-FFF2-40B4-BE49-F238E27FC236}">
                  <a16:creationId xmlns:a16="http://schemas.microsoft.com/office/drawing/2014/main" id="{C0BE9C91-432F-5E6A-7102-BB3035804B7D}"/>
                </a:ext>
              </a:extLst>
            </p:cNvPr>
            <p:cNvSpPr txBox="1"/>
            <p:nvPr/>
          </p:nvSpPr>
          <p:spPr>
            <a:xfrm>
              <a:off x="2219747" y="5498686"/>
              <a:ext cx="82394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050" dirty="0" err="1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xdcc</a:t>
              </a:r>
              <a:endPara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548" name="文本框 547">
              <a:extLst>
                <a:ext uri="{FF2B5EF4-FFF2-40B4-BE49-F238E27FC236}">
                  <a16:creationId xmlns:a16="http://schemas.microsoft.com/office/drawing/2014/main" id="{A3CB6CEC-39EE-29DC-C8DF-F45DEC976C46}"/>
                </a:ext>
              </a:extLst>
            </p:cNvPr>
            <p:cNvSpPr txBox="1"/>
            <p:nvPr/>
          </p:nvSpPr>
          <p:spPr>
            <a:xfrm>
              <a:off x="2795657" y="5519773"/>
              <a:ext cx="122329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05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dcxc</a:t>
              </a:r>
              <a:endParaRPr lang="zh-CN" altLang="en-US" sz="105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575" name="圆角矩形 11">
            <a:extLst>
              <a:ext uri="{FF2B5EF4-FFF2-40B4-BE49-F238E27FC236}">
                <a16:creationId xmlns:a16="http://schemas.microsoft.com/office/drawing/2014/main" id="{4AEEC274-6159-7A09-39D8-8FD62ABAFA7E}"/>
              </a:ext>
            </a:extLst>
          </p:cNvPr>
          <p:cNvSpPr/>
          <p:nvPr/>
        </p:nvSpPr>
        <p:spPr>
          <a:xfrm>
            <a:off x="4999481" y="1290862"/>
            <a:ext cx="4207017" cy="5288788"/>
          </a:xfrm>
          <a:prstGeom prst="roundRect">
            <a:avLst>
              <a:gd name="adj" fmla="val 1766"/>
            </a:avLst>
          </a:prstGeom>
          <a:noFill/>
          <a:ln w="1270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56" name="矩形 555">
            <a:extLst>
              <a:ext uri="{FF2B5EF4-FFF2-40B4-BE49-F238E27FC236}">
                <a16:creationId xmlns:a16="http://schemas.microsoft.com/office/drawing/2014/main" id="{046FCEBD-2EC8-F6D7-5E83-803D17909B21}"/>
              </a:ext>
            </a:extLst>
          </p:cNvPr>
          <p:cNvSpPr/>
          <p:nvPr/>
        </p:nvSpPr>
        <p:spPr>
          <a:xfrm>
            <a:off x="5497847" y="3945348"/>
            <a:ext cx="3356829" cy="754710"/>
          </a:xfrm>
          <a:prstGeom prst="rect">
            <a:avLst/>
          </a:prstGeom>
          <a:solidFill>
            <a:schemeClr val="tx2">
              <a:lumMod val="7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F31C80BA-CD52-8FB0-3830-E3BF6E6F0F6D}"/>
              </a:ext>
            </a:extLst>
          </p:cNvPr>
          <p:cNvSpPr/>
          <p:nvPr/>
        </p:nvSpPr>
        <p:spPr>
          <a:xfrm>
            <a:off x="5702916" y="5183164"/>
            <a:ext cx="2898923" cy="1254086"/>
          </a:xfrm>
          <a:prstGeom prst="rect">
            <a:avLst/>
          </a:prstGeom>
          <a:solidFill>
            <a:schemeClr val="tx2">
              <a:lumMod val="7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06E2FCE6-7D1C-05EC-0BD6-CDD440F34206}"/>
              </a:ext>
            </a:extLst>
          </p:cNvPr>
          <p:cNvSpPr/>
          <p:nvPr/>
        </p:nvSpPr>
        <p:spPr>
          <a:xfrm>
            <a:off x="5126619" y="2570663"/>
            <a:ext cx="3920707" cy="900467"/>
          </a:xfrm>
          <a:prstGeom prst="rect">
            <a:avLst/>
          </a:prstGeom>
          <a:solidFill>
            <a:schemeClr val="tx2">
              <a:lumMod val="7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9377BA48-7803-6C09-23A6-8B00F8C5D219}"/>
              </a:ext>
            </a:extLst>
          </p:cNvPr>
          <p:cNvSpPr txBox="1"/>
          <p:nvPr/>
        </p:nvSpPr>
        <p:spPr>
          <a:xfrm>
            <a:off x="6474229" y="1520366"/>
            <a:ext cx="1294591" cy="395051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输入关键词</a:t>
            </a: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B2D53155-5666-93A5-2919-147AA5DF78A8}"/>
              </a:ext>
            </a:extLst>
          </p:cNvPr>
          <p:cNvSpPr txBox="1"/>
          <p:nvPr/>
        </p:nvSpPr>
        <p:spPr>
          <a:xfrm>
            <a:off x="5072605" y="1520366"/>
            <a:ext cx="1294591" cy="395051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输入关键词</a:t>
            </a: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CDD0BD7C-D905-8F80-A4C0-B8337C92BCD5}"/>
              </a:ext>
            </a:extLst>
          </p:cNvPr>
          <p:cNvSpPr txBox="1"/>
          <p:nvPr/>
        </p:nvSpPr>
        <p:spPr>
          <a:xfrm>
            <a:off x="7862372" y="1520366"/>
            <a:ext cx="1294591" cy="395051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输入关键词</a:t>
            </a:r>
          </a:p>
        </p:txBody>
      </p:sp>
      <p:cxnSp>
        <p:nvCxnSpPr>
          <p:cNvPr id="43" name="直接箭头连接符 42">
            <a:extLst>
              <a:ext uri="{FF2B5EF4-FFF2-40B4-BE49-F238E27FC236}">
                <a16:creationId xmlns:a16="http://schemas.microsoft.com/office/drawing/2014/main" id="{730A996F-2031-442F-BC09-6C893062B130}"/>
              </a:ext>
            </a:extLst>
          </p:cNvPr>
          <p:cNvCxnSpPr>
            <a:cxnSpLocks/>
            <a:stCxn id="40" idx="2"/>
            <a:endCxn id="54" idx="7"/>
          </p:cNvCxnSpPr>
          <p:nvPr/>
        </p:nvCxnSpPr>
        <p:spPr>
          <a:xfrm flipH="1">
            <a:off x="5998471" y="1915417"/>
            <a:ext cx="1123054" cy="843912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箭头连接符 43">
            <a:extLst>
              <a:ext uri="{FF2B5EF4-FFF2-40B4-BE49-F238E27FC236}">
                <a16:creationId xmlns:a16="http://schemas.microsoft.com/office/drawing/2014/main" id="{CD4FBAD1-8632-1F6F-8C78-3A8FEEBE8B53}"/>
              </a:ext>
            </a:extLst>
          </p:cNvPr>
          <p:cNvCxnSpPr>
            <a:cxnSpLocks/>
            <a:stCxn id="40" idx="2"/>
            <a:endCxn id="449" idx="7"/>
          </p:cNvCxnSpPr>
          <p:nvPr/>
        </p:nvCxnSpPr>
        <p:spPr>
          <a:xfrm flipH="1">
            <a:off x="6652175" y="1915417"/>
            <a:ext cx="469350" cy="843912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箭头连接符 50">
            <a:extLst>
              <a:ext uri="{FF2B5EF4-FFF2-40B4-BE49-F238E27FC236}">
                <a16:creationId xmlns:a16="http://schemas.microsoft.com/office/drawing/2014/main" id="{76FCC338-D68A-EAA6-C6B2-727246DB3A48}"/>
              </a:ext>
            </a:extLst>
          </p:cNvPr>
          <p:cNvCxnSpPr>
            <a:cxnSpLocks/>
            <a:stCxn id="40" idx="2"/>
            <a:endCxn id="451" idx="0"/>
          </p:cNvCxnSpPr>
          <p:nvPr/>
        </p:nvCxnSpPr>
        <p:spPr>
          <a:xfrm>
            <a:off x="7121525" y="1915417"/>
            <a:ext cx="2739" cy="737678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接箭头连接符 51">
            <a:extLst>
              <a:ext uri="{FF2B5EF4-FFF2-40B4-BE49-F238E27FC236}">
                <a16:creationId xmlns:a16="http://schemas.microsoft.com/office/drawing/2014/main" id="{FF4D26FC-505F-C660-F52B-477BE4FE5491}"/>
              </a:ext>
            </a:extLst>
          </p:cNvPr>
          <p:cNvCxnSpPr>
            <a:cxnSpLocks/>
            <a:stCxn id="40" idx="2"/>
            <a:endCxn id="453" idx="1"/>
          </p:cNvCxnSpPr>
          <p:nvPr/>
        </p:nvCxnSpPr>
        <p:spPr>
          <a:xfrm>
            <a:off x="7121525" y="1915417"/>
            <a:ext cx="465879" cy="843912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接箭头连接符 52">
            <a:extLst>
              <a:ext uri="{FF2B5EF4-FFF2-40B4-BE49-F238E27FC236}">
                <a16:creationId xmlns:a16="http://schemas.microsoft.com/office/drawing/2014/main" id="{AA014B93-701E-691D-0823-50E6AC9030E9}"/>
              </a:ext>
            </a:extLst>
          </p:cNvPr>
          <p:cNvCxnSpPr>
            <a:cxnSpLocks/>
            <a:stCxn id="40" idx="2"/>
            <a:endCxn id="455" idx="1"/>
          </p:cNvCxnSpPr>
          <p:nvPr/>
        </p:nvCxnSpPr>
        <p:spPr>
          <a:xfrm>
            <a:off x="7121525" y="1915417"/>
            <a:ext cx="1128327" cy="843912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椭圆 53">
            <a:extLst>
              <a:ext uri="{FF2B5EF4-FFF2-40B4-BE49-F238E27FC236}">
                <a16:creationId xmlns:a16="http://schemas.microsoft.com/office/drawing/2014/main" id="{D2108BB1-42BA-9AEE-9B2D-366EB7CEB0E1}"/>
              </a:ext>
            </a:extLst>
          </p:cNvPr>
          <p:cNvSpPr/>
          <p:nvPr/>
        </p:nvSpPr>
        <p:spPr>
          <a:xfrm>
            <a:off x="5374970" y="2653095"/>
            <a:ext cx="730477" cy="72541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8" name="矩形 447">
            <a:extLst>
              <a:ext uri="{FF2B5EF4-FFF2-40B4-BE49-F238E27FC236}">
                <a16:creationId xmlns:a16="http://schemas.microsoft.com/office/drawing/2014/main" id="{B47752AD-854D-99A9-7613-9980F40582F0}"/>
              </a:ext>
            </a:extLst>
          </p:cNvPr>
          <p:cNvSpPr/>
          <p:nvPr/>
        </p:nvSpPr>
        <p:spPr>
          <a:xfrm>
            <a:off x="5217804" y="2804714"/>
            <a:ext cx="1004194" cy="48023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449" name="椭圆 448">
            <a:extLst>
              <a:ext uri="{FF2B5EF4-FFF2-40B4-BE49-F238E27FC236}">
                <a16:creationId xmlns:a16="http://schemas.microsoft.com/office/drawing/2014/main" id="{26B0C559-9A7B-2CF3-D28E-37C4E983A65E}"/>
              </a:ext>
            </a:extLst>
          </p:cNvPr>
          <p:cNvSpPr/>
          <p:nvPr/>
        </p:nvSpPr>
        <p:spPr>
          <a:xfrm>
            <a:off x="6028674" y="2653095"/>
            <a:ext cx="730477" cy="72541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zh-CN" sz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0" name="矩形 449">
            <a:extLst>
              <a:ext uri="{FF2B5EF4-FFF2-40B4-BE49-F238E27FC236}">
                <a16:creationId xmlns:a16="http://schemas.microsoft.com/office/drawing/2014/main" id="{A6F642E8-BF61-D649-F2B0-4C63FF41C4AF}"/>
              </a:ext>
            </a:extLst>
          </p:cNvPr>
          <p:cNvSpPr/>
          <p:nvPr/>
        </p:nvSpPr>
        <p:spPr>
          <a:xfrm>
            <a:off x="5891937" y="2804714"/>
            <a:ext cx="1004194" cy="48023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451" name="椭圆 450">
            <a:extLst>
              <a:ext uri="{FF2B5EF4-FFF2-40B4-BE49-F238E27FC236}">
                <a16:creationId xmlns:a16="http://schemas.microsoft.com/office/drawing/2014/main" id="{8A1506FE-64B9-F349-C449-FFEFBB7A8A44}"/>
              </a:ext>
            </a:extLst>
          </p:cNvPr>
          <p:cNvSpPr/>
          <p:nvPr/>
        </p:nvSpPr>
        <p:spPr>
          <a:xfrm>
            <a:off x="6759025" y="2653095"/>
            <a:ext cx="730477" cy="72541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矩形 451">
            <a:extLst>
              <a:ext uri="{FF2B5EF4-FFF2-40B4-BE49-F238E27FC236}">
                <a16:creationId xmlns:a16="http://schemas.microsoft.com/office/drawing/2014/main" id="{58CC37FD-DAD5-EB6F-8FC3-B2F38FA40AF7}"/>
              </a:ext>
            </a:extLst>
          </p:cNvPr>
          <p:cNvSpPr/>
          <p:nvPr/>
        </p:nvSpPr>
        <p:spPr>
          <a:xfrm>
            <a:off x="6629500" y="2804714"/>
            <a:ext cx="1004194" cy="48023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453" name="椭圆 452">
            <a:extLst>
              <a:ext uri="{FF2B5EF4-FFF2-40B4-BE49-F238E27FC236}">
                <a16:creationId xmlns:a16="http://schemas.microsoft.com/office/drawing/2014/main" id="{C91403FE-EA30-3D46-1ADF-DDD99DC3CD64}"/>
              </a:ext>
            </a:extLst>
          </p:cNvPr>
          <p:cNvSpPr/>
          <p:nvPr/>
        </p:nvSpPr>
        <p:spPr>
          <a:xfrm>
            <a:off x="7480428" y="2653095"/>
            <a:ext cx="730477" cy="72541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4" name="矩形 453">
            <a:extLst>
              <a:ext uri="{FF2B5EF4-FFF2-40B4-BE49-F238E27FC236}">
                <a16:creationId xmlns:a16="http://schemas.microsoft.com/office/drawing/2014/main" id="{6FD29C9A-8C53-A853-9622-4E47D43F2246}"/>
              </a:ext>
            </a:extLst>
          </p:cNvPr>
          <p:cNvSpPr/>
          <p:nvPr/>
        </p:nvSpPr>
        <p:spPr>
          <a:xfrm>
            <a:off x="7409485" y="2804714"/>
            <a:ext cx="1005831" cy="48023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455" name="椭圆 454">
            <a:extLst>
              <a:ext uri="{FF2B5EF4-FFF2-40B4-BE49-F238E27FC236}">
                <a16:creationId xmlns:a16="http://schemas.microsoft.com/office/drawing/2014/main" id="{2E19FCB7-B180-62D6-F378-7FE2EAF43679}"/>
              </a:ext>
            </a:extLst>
          </p:cNvPr>
          <p:cNvSpPr/>
          <p:nvPr/>
        </p:nvSpPr>
        <p:spPr>
          <a:xfrm>
            <a:off x="8142876" y="2653095"/>
            <a:ext cx="730477" cy="72541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6" name="矩形 455">
            <a:extLst>
              <a:ext uri="{FF2B5EF4-FFF2-40B4-BE49-F238E27FC236}">
                <a16:creationId xmlns:a16="http://schemas.microsoft.com/office/drawing/2014/main" id="{4E869631-FDB3-DC96-3EC8-70E9209775F6}"/>
              </a:ext>
            </a:extLst>
          </p:cNvPr>
          <p:cNvSpPr/>
          <p:nvPr/>
        </p:nvSpPr>
        <p:spPr>
          <a:xfrm>
            <a:off x="7981493" y="2804714"/>
            <a:ext cx="1005831" cy="48023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457" name="文本框 456">
            <a:extLst>
              <a:ext uri="{FF2B5EF4-FFF2-40B4-BE49-F238E27FC236}">
                <a16:creationId xmlns:a16="http://schemas.microsoft.com/office/drawing/2014/main" id="{20BD85AB-F801-540E-B492-47D32A2CAE9E}"/>
              </a:ext>
            </a:extLst>
          </p:cNvPr>
          <p:cNvSpPr txBox="1"/>
          <p:nvPr/>
        </p:nvSpPr>
        <p:spPr>
          <a:xfrm>
            <a:off x="7453224" y="1941604"/>
            <a:ext cx="7923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PCA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58" name="箭头: 上下 457">
            <a:extLst>
              <a:ext uri="{FF2B5EF4-FFF2-40B4-BE49-F238E27FC236}">
                <a16:creationId xmlns:a16="http://schemas.microsoft.com/office/drawing/2014/main" id="{F0BD2E41-F35E-892B-C503-911623341029}"/>
              </a:ext>
            </a:extLst>
          </p:cNvPr>
          <p:cNvSpPr/>
          <p:nvPr/>
        </p:nvSpPr>
        <p:spPr>
          <a:xfrm>
            <a:off x="5368681" y="1983282"/>
            <a:ext cx="217656" cy="503403"/>
          </a:xfrm>
          <a:prstGeom prst="upDownArrow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9" name="箭头: 上下 458">
            <a:extLst>
              <a:ext uri="{FF2B5EF4-FFF2-40B4-BE49-F238E27FC236}">
                <a16:creationId xmlns:a16="http://schemas.microsoft.com/office/drawing/2014/main" id="{A5F29D25-6850-F547-F9E4-2F5E9F8BF012}"/>
              </a:ext>
            </a:extLst>
          </p:cNvPr>
          <p:cNvSpPr/>
          <p:nvPr/>
        </p:nvSpPr>
        <p:spPr>
          <a:xfrm>
            <a:off x="8669974" y="1997748"/>
            <a:ext cx="217656" cy="503403"/>
          </a:xfrm>
          <a:prstGeom prst="upDownArrow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0" name="文本框 459">
            <a:extLst>
              <a:ext uri="{FF2B5EF4-FFF2-40B4-BE49-F238E27FC236}">
                <a16:creationId xmlns:a16="http://schemas.microsoft.com/office/drawing/2014/main" id="{8B046EA5-371C-82AA-B069-3B8532301323}"/>
              </a:ext>
            </a:extLst>
          </p:cNvPr>
          <p:cNvSpPr txBox="1"/>
          <p:nvPr/>
        </p:nvSpPr>
        <p:spPr>
          <a:xfrm>
            <a:off x="8019123" y="2113758"/>
            <a:ext cx="7923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关联</a:t>
            </a:r>
          </a:p>
        </p:txBody>
      </p:sp>
      <p:sp>
        <p:nvSpPr>
          <p:cNvPr id="461" name="文本框 460">
            <a:extLst>
              <a:ext uri="{FF2B5EF4-FFF2-40B4-BE49-F238E27FC236}">
                <a16:creationId xmlns:a16="http://schemas.microsoft.com/office/drawing/2014/main" id="{6B49834B-E6CC-E74F-E46E-60FB55D3D854}"/>
              </a:ext>
            </a:extLst>
          </p:cNvPr>
          <p:cNvSpPr txBox="1"/>
          <p:nvPr/>
        </p:nvSpPr>
        <p:spPr>
          <a:xfrm>
            <a:off x="5357124" y="2147378"/>
            <a:ext cx="7923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关联</a:t>
            </a:r>
          </a:p>
        </p:txBody>
      </p:sp>
      <p:cxnSp>
        <p:nvCxnSpPr>
          <p:cNvPr id="462" name="直接箭头连接符 461">
            <a:extLst>
              <a:ext uri="{FF2B5EF4-FFF2-40B4-BE49-F238E27FC236}">
                <a16:creationId xmlns:a16="http://schemas.microsoft.com/office/drawing/2014/main" id="{86B4EA2F-C48F-B7F8-4820-3393A5DAAE56}"/>
              </a:ext>
            </a:extLst>
          </p:cNvPr>
          <p:cNvCxnSpPr/>
          <p:nvPr/>
        </p:nvCxnSpPr>
        <p:spPr>
          <a:xfrm>
            <a:off x="7176262" y="3538473"/>
            <a:ext cx="0" cy="333792"/>
          </a:xfrm>
          <a:prstGeom prst="straightConnector1">
            <a:avLst/>
          </a:prstGeom>
          <a:ln w="571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3" name="组合 462">
            <a:extLst>
              <a:ext uri="{FF2B5EF4-FFF2-40B4-BE49-F238E27FC236}">
                <a16:creationId xmlns:a16="http://schemas.microsoft.com/office/drawing/2014/main" id="{65B7C076-44FF-E375-C2C7-850CE3906F6E}"/>
              </a:ext>
            </a:extLst>
          </p:cNvPr>
          <p:cNvGrpSpPr/>
          <p:nvPr/>
        </p:nvGrpSpPr>
        <p:grpSpPr>
          <a:xfrm>
            <a:off x="5711431" y="5252262"/>
            <a:ext cx="2644307" cy="1141746"/>
            <a:chOff x="4845077" y="5850616"/>
            <a:chExt cx="2827828" cy="1141746"/>
          </a:xfrm>
        </p:grpSpPr>
        <p:sp>
          <p:nvSpPr>
            <p:cNvPr id="464" name="矩形: 圆角 463">
              <a:extLst>
                <a:ext uri="{FF2B5EF4-FFF2-40B4-BE49-F238E27FC236}">
                  <a16:creationId xmlns:a16="http://schemas.microsoft.com/office/drawing/2014/main" id="{00DB4F4A-A7EE-A70F-6BFB-963FBABDBE00}"/>
                </a:ext>
              </a:extLst>
            </p:cNvPr>
            <p:cNvSpPr/>
            <p:nvPr/>
          </p:nvSpPr>
          <p:spPr>
            <a:xfrm>
              <a:off x="5404653" y="5850616"/>
              <a:ext cx="520046" cy="113384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467" name="流程图: 接点 466">
              <a:extLst>
                <a:ext uri="{FF2B5EF4-FFF2-40B4-BE49-F238E27FC236}">
                  <a16:creationId xmlns:a16="http://schemas.microsoft.com/office/drawing/2014/main" id="{AE0ACACD-7651-0E89-A84D-7419CF31C480}"/>
                </a:ext>
              </a:extLst>
            </p:cNvPr>
            <p:cNvSpPr/>
            <p:nvPr/>
          </p:nvSpPr>
          <p:spPr>
            <a:xfrm>
              <a:off x="5514644" y="5924825"/>
              <a:ext cx="295223" cy="291379"/>
            </a:xfrm>
            <a:prstGeom prst="flowChartConnector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</a:rPr>
                <a:t>S</a:t>
              </a:r>
              <a:r>
                <a:rPr lang="en-US" altLang="zh-CN" sz="1200" baseline="-25000" dirty="0">
                  <a:solidFill>
                    <a:schemeClr val="tx1"/>
                  </a:solidFill>
                </a:rPr>
                <a:t>1</a:t>
              </a:r>
              <a:endParaRPr lang="zh-CN" altLang="en-US" sz="1200" baseline="-25000" dirty="0">
                <a:solidFill>
                  <a:schemeClr val="tx1"/>
                </a:solidFill>
              </a:endParaRPr>
            </a:p>
          </p:txBody>
        </p:sp>
        <p:sp>
          <p:nvSpPr>
            <p:cNvPr id="468" name="流程图: 接点 467">
              <a:extLst>
                <a:ext uri="{FF2B5EF4-FFF2-40B4-BE49-F238E27FC236}">
                  <a16:creationId xmlns:a16="http://schemas.microsoft.com/office/drawing/2014/main" id="{9682B2EA-443E-F3EB-9372-0008E69FC001}"/>
                </a:ext>
              </a:extLst>
            </p:cNvPr>
            <p:cNvSpPr/>
            <p:nvPr/>
          </p:nvSpPr>
          <p:spPr>
            <a:xfrm>
              <a:off x="5514644" y="6262872"/>
              <a:ext cx="295223" cy="291379"/>
            </a:xfrm>
            <a:prstGeom prst="flowChartConnector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</a:rPr>
                <a:t>S</a:t>
              </a:r>
              <a:r>
                <a:rPr lang="en-US" altLang="zh-CN" sz="1200" baseline="-25000" dirty="0">
                  <a:solidFill>
                    <a:schemeClr val="tx1"/>
                  </a:solidFill>
                </a:rPr>
                <a:t>2</a:t>
              </a:r>
              <a:endParaRPr lang="zh-CN" altLang="en-US" sz="1200" baseline="-25000" dirty="0">
                <a:solidFill>
                  <a:schemeClr val="tx1"/>
                </a:solidFill>
              </a:endParaRPr>
            </a:p>
          </p:txBody>
        </p:sp>
        <p:sp>
          <p:nvSpPr>
            <p:cNvPr id="469" name="流程图: 接点 468">
              <a:extLst>
                <a:ext uri="{FF2B5EF4-FFF2-40B4-BE49-F238E27FC236}">
                  <a16:creationId xmlns:a16="http://schemas.microsoft.com/office/drawing/2014/main" id="{485B3B1D-F1AC-1938-8DFA-973C3B52ED96}"/>
                </a:ext>
              </a:extLst>
            </p:cNvPr>
            <p:cNvSpPr/>
            <p:nvPr/>
          </p:nvSpPr>
          <p:spPr>
            <a:xfrm>
              <a:off x="5514644" y="6613730"/>
              <a:ext cx="295223" cy="291379"/>
            </a:xfrm>
            <a:prstGeom prst="flowChartConnector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</a:rPr>
                <a:t>S</a:t>
              </a:r>
              <a:r>
                <a:rPr lang="en-US" altLang="zh-CN" sz="1200" baseline="-25000" dirty="0">
                  <a:solidFill>
                    <a:schemeClr val="tx1"/>
                  </a:solidFill>
                </a:rPr>
                <a:t>3</a:t>
              </a:r>
              <a:endParaRPr lang="zh-CN" altLang="en-US" sz="1200" baseline="-25000" dirty="0">
                <a:solidFill>
                  <a:schemeClr val="tx1"/>
                </a:solidFill>
              </a:endParaRPr>
            </a:p>
          </p:txBody>
        </p:sp>
        <p:sp>
          <p:nvSpPr>
            <p:cNvPr id="470" name="矩形: 圆角 469">
              <a:extLst>
                <a:ext uri="{FF2B5EF4-FFF2-40B4-BE49-F238E27FC236}">
                  <a16:creationId xmlns:a16="http://schemas.microsoft.com/office/drawing/2014/main" id="{FFCFB0A3-B4E5-DD48-6D11-40DCB1F61399}"/>
                </a:ext>
              </a:extLst>
            </p:cNvPr>
            <p:cNvSpPr/>
            <p:nvPr/>
          </p:nvSpPr>
          <p:spPr>
            <a:xfrm>
              <a:off x="6740084" y="5858521"/>
              <a:ext cx="520046" cy="113384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471" name="流程图: 接点 470">
              <a:extLst>
                <a:ext uri="{FF2B5EF4-FFF2-40B4-BE49-F238E27FC236}">
                  <a16:creationId xmlns:a16="http://schemas.microsoft.com/office/drawing/2014/main" id="{974C7575-7DDA-7390-21BA-6A64C0F718B6}"/>
                </a:ext>
              </a:extLst>
            </p:cNvPr>
            <p:cNvSpPr/>
            <p:nvPr/>
          </p:nvSpPr>
          <p:spPr>
            <a:xfrm>
              <a:off x="6850075" y="5932730"/>
              <a:ext cx="295223" cy="291379"/>
            </a:xfrm>
            <a:prstGeom prst="flowChartConnector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</a:rPr>
                <a:t>E</a:t>
              </a:r>
              <a:r>
                <a:rPr lang="en-US" altLang="zh-CN" sz="1200" baseline="-25000" dirty="0">
                  <a:solidFill>
                    <a:schemeClr val="tx1"/>
                  </a:solidFill>
                </a:rPr>
                <a:t>1</a:t>
              </a:r>
              <a:endParaRPr lang="zh-CN" altLang="en-US" sz="1200" baseline="-25000" dirty="0">
                <a:solidFill>
                  <a:schemeClr val="tx1"/>
                </a:solidFill>
              </a:endParaRPr>
            </a:p>
          </p:txBody>
        </p:sp>
        <p:sp>
          <p:nvSpPr>
            <p:cNvPr id="472" name="流程图: 接点 471">
              <a:extLst>
                <a:ext uri="{FF2B5EF4-FFF2-40B4-BE49-F238E27FC236}">
                  <a16:creationId xmlns:a16="http://schemas.microsoft.com/office/drawing/2014/main" id="{AC931031-C401-3586-3763-5B4DC021D5C3}"/>
                </a:ext>
              </a:extLst>
            </p:cNvPr>
            <p:cNvSpPr/>
            <p:nvPr/>
          </p:nvSpPr>
          <p:spPr>
            <a:xfrm>
              <a:off x="6850075" y="6270777"/>
              <a:ext cx="295223" cy="291379"/>
            </a:xfrm>
            <a:prstGeom prst="flowChartConnector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</a:rPr>
                <a:t>E</a:t>
              </a:r>
              <a:r>
                <a:rPr lang="en-US" altLang="zh-CN" sz="1200" baseline="-25000" dirty="0">
                  <a:solidFill>
                    <a:schemeClr val="tx1"/>
                  </a:solidFill>
                </a:rPr>
                <a:t>2</a:t>
              </a:r>
              <a:endParaRPr lang="zh-CN" altLang="en-US" sz="1200" baseline="-25000" dirty="0">
                <a:solidFill>
                  <a:schemeClr val="tx1"/>
                </a:solidFill>
              </a:endParaRPr>
            </a:p>
          </p:txBody>
        </p:sp>
        <p:sp>
          <p:nvSpPr>
            <p:cNvPr id="478" name="流程图: 接点 477">
              <a:extLst>
                <a:ext uri="{FF2B5EF4-FFF2-40B4-BE49-F238E27FC236}">
                  <a16:creationId xmlns:a16="http://schemas.microsoft.com/office/drawing/2014/main" id="{CA0C5B7E-AF55-2BDB-366B-75A66E904705}"/>
                </a:ext>
              </a:extLst>
            </p:cNvPr>
            <p:cNvSpPr/>
            <p:nvPr/>
          </p:nvSpPr>
          <p:spPr>
            <a:xfrm>
              <a:off x="6850075" y="6621635"/>
              <a:ext cx="295223" cy="291379"/>
            </a:xfrm>
            <a:prstGeom prst="flowChartConnector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zh-CN" sz="1200" dirty="0">
                  <a:solidFill>
                    <a:schemeClr val="tx1"/>
                  </a:solidFill>
                </a:rPr>
                <a:t>E</a:t>
              </a:r>
              <a:r>
                <a:rPr lang="en-US" altLang="zh-CN" sz="1200" baseline="-25000" dirty="0">
                  <a:solidFill>
                    <a:schemeClr val="tx1"/>
                  </a:solidFill>
                </a:rPr>
                <a:t>3</a:t>
              </a:r>
              <a:endParaRPr lang="zh-CN" altLang="en-US" sz="1200" baseline="-25000" dirty="0">
                <a:solidFill>
                  <a:schemeClr val="tx1"/>
                </a:solidFill>
              </a:endParaRPr>
            </a:p>
          </p:txBody>
        </p:sp>
        <p:sp>
          <p:nvSpPr>
            <p:cNvPr id="479" name="文本框 478">
              <a:extLst>
                <a:ext uri="{FF2B5EF4-FFF2-40B4-BE49-F238E27FC236}">
                  <a16:creationId xmlns:a16="http://schemas.microsoft.com/office/drawing/2014/main" id="{482E3E0D-60E7-B586-7B59-535714ECFACA}"/>
                </a:ext>
              </a:extLst>
            </p:cNvPr>
            <p:cNvSpPr txBox="1"/>
            <p:nvPr/>
          </p:nvSpPr>
          <p:spPr>
            <a:xfrm>
              <a:off x="4845077" y="6226584"/>
              <a:ext cx="568874" cy="395051"/>
            </a:xfrm>
            <a:prstGeom prst="rect">
              <a:avLst/>
            </a:prstGeom>
            <a:noFill/>
            <a:ln w="12700">
              <a:noFill/>
            </a:ln>
          </p:spPr>
          <p:txBody>
            <a:bodyPr wrap="square" lIns="0" tIns="0" rIns="0" bIns="0" rtlCol="0" anchor="ctr" anchorCtr="1">
              <a:noAutofit/>
            </a:bodyPr>
            <a:lstStyle/>
            <a:p>
              <a:pPr algn="ctr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***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0" name="文本框 479">
              <a:extLst>
                <a:ext uri="{FF2B5EF4-FFF2-40B4-BE49-F238E27FC236}">
                  <a16:creationId xmlns:a16="http://schemas.microsoft.com/office/drawing/2014/main" id="{5937FA0E-5CE7-29F3-C2E0-A61A624D20FB}"/>
                </a:ext>
              </a:extLst>
            </p:cNvPr>
            <p:cNvSpPr txBox="1"/>
            <p:nvPr/>
          </p:nvSpPr>
          <p:spPr>
            <a:xfrm>
              <a:off x="7222841" y="6250990"/>
              <a:ext cx="450064" cy="395051"/>
            </a:xfrm>
            <a:prstGeom prst="rect">
              <a:avLst/>
            </a:prstGeom>
            <a:noFill/>
            <a:ln w="12700">
              <a:noFill/>
            </a:ln>
          </p:spPr>
          <p:txBody>
            <a:bodyPr wrap="square" lIns="0" tIns="0" rIns="0" bIns="0" rtlCol="0" anchor="ctr" anchorCtr="1">
              <a:noAutofit/>
            </a:bodyPr>
            <a:lstStyle/>
            <a:p>
              <a:pPr algn="ctr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***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87" name="直接箭头连接符 486">
              <a:extLst>
                <a:ext uri="{FF2B5EF4-FFF2-40B4-BE49-F238E27FC236}">
                  <a16:creationId xmlns:a16="http://schemas.microsoft.com/office/drawing/2014/main" id="{44968205-6102-2478-550A-4E624DC76AEC}"/>
                </a:ext>
              </a:extLst>
            </p:cNvPr>
            <p:cNvCxnSpPr>
              <a:cxnSpLocks/>
              <a:stCxn id="467" idx="6"/>
              <a:endCxn id="478" idx="2"/>
            </p:cNvCxnSpPr>
            <p:nvPr/>
          </p:nvCxnSpPr>
          <p:spPr>
            <a:xfrm>
              <a:off x="5809867" y="6070515"/>
              <a:ext cx="1040208" cy="69681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直接箭头连接符 487">
              <a:extLst>
                <a:ext uri="{FF2B5EF4-FFF2-40B4-BE49-F238E27FC236}">
                  <a16:creationId xmlns:a16="http://schemas.microsoft.com/office/drawing/2014/main" id="{9ECC1202-4F97-3E91-EAB7-DDC663A92418}"/>
                </a:ext>
              </a:extLst>
            </p:cNvPr>
            <p:cNvCxnSpPr>
              <a:cxnSpLocks/>
              <a:stCxn id="467" idx="6"/>
              <a:endCxn id="472" idx="2"/>
            </p:cNvCxnSpPr>
            <p:nvPr/>
          </p:nvCxnSpPr>
          <p:spPr>
            <a:xfrm>
              <a:off x="5809867" y="6070515"/>
              <a:ext cx="1040208" cy="345952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直接箭头连接符 489">
              <a:extLst>
                <a:ext uri="{FF2B5EF4-FFF2-40B4-BE49-F238E27FC236}">
                  <a16:creationId xmlns:a16="http://schemas.microsoft.com/office/drawing/2014/main" id="{3E8EBFD1-3FA1-CB41-7DCA-B902D5D8383F}"/>
                </a:ext>
              </a:extLst>
            </p:cNvPr>
            <p:cNvCxnSpPr>
              <a:cxnSpLocks/>
              <a:stCxn id="467" idx="6"/>
              <a:endCxn id="471" idx="2"/>
            </p:cNvCxnSpPr>
            <p:nvPr/>
          </p:nvCxnSpPr>
          <p:spPr>
            <a:xfrm>
              <a:off x="5809867" y="6070515"/>
              <a:ext cx="1040208" cy="7905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直接箭头连接符 490">
              <a:extLst>
                <a:ext uri="{FF2B5EF4-FFF2-40B4-BE49-F238E27FC236}">
                  <a16:creationId xmlns:a16="http://schemas.microsoft.com/office/drawing/2014/main" id="{5D85A0CF-F171-4BEA-DA8E-0E040F1469C5}"/>
                </a:ext>
              </a:extLst>
            </p:cNvPr>
            <p:cNvCxnSpPr>
              <a:cxnSpLocks/>
              <a:stCxn id="468" idx="6"/>
              <a:endCxn id="471" idx="2"/>
            </p:cNvCxnSpPr>
            <p:nvPr/>
          </p:nvCxnSpPr>
          <p:spPr>
            <a:xfrm flipV="1">
              <a:off x="5809867" y="6078420"/>
              <a:ext cx="1040208" cy="330142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直接箭头连接符 491">
              <a:extLst>
                <a:ext uri="{FF2B5EF4-FFF2-40B4-BE49-F238E27FC236}">
                  <a16:creationId xmlns:a16="http://schemas.microsoft.com/office/drawing/2014/main" id="{3BD3A745-4B98-ABCB-A5BC-F4D95BAAE886}"/>
                </a:ext>
              </a:extLst>
            </p:cNvPr>
            <p:cNvCxnSpPr>
              <a:cxnSpLocks/>
              <a:stCxn id="468" idx="6"/>
              <a:endCxn id="472" idx="2"/>
            </p:cNvCxnSpPr>
            <p:nvPr/>
          </p:nvCxnSpPr>
          <p:spPr>
            <a:xfrm>
              <a:off x="5809867" y="6408562"/>
              <a:ext cx="1040208" cy="7905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直接箭头连接符 492">
              <a:extLst>
                <a:ext uri="{FF2B5EF4-FFF2-40B4-BE49-F238E27FC236}">
                  <a16:creationId xmlns:a16="http://schemas.microsoft.com/office/drawing/2014/main" id="{9975D887-1CD5-25DA-E9B6-DA878E2D2708}"/>
                </a:ext>
              </a:extLst>
            </p:cNvPr>
            <p:cNvCxnSpPr>
              <a:cxnSpLocks/>
              <a:stCxn id="468" idx="6"/>
              <a:endCxn id="478" idx="2"/>
            </p:cNvCxnSpPr>
            <p:nvPr/>
          </p:nvCxnSpPr>
          <p:spPr>
            <a:xfrm>
              <a:off x="5809867" y="6408562"/>
              <a:ext cx="1040208" cy="358763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接箭头连接符 494">
              <a:extLst>
                <a:ext uri="{FF2B5EF4-FFF2-40B4-BE49-F238E27FC236}">
                  <a16:creationId xmlns:a16="http://schemas.microsoft.com/office/drawing/2014/main" id="{5067AAE0-7D72-D5E0-0DDF-8D0028A7B3D1}"/>
                </a:ext>
              </a:extLst>
            </p:cNvPr>
            <p:cNvCxnSpPr>
              <a:cxnSpLocks/>
              <a:stCxn id="469" idx="6"/>
              <a:endCxn id="478" idx="2"/>
            </p:cNvCxnSpPr>
            <p:nvPr/>
          </p:nvCxnSpPr>
          <p:spPr>
            <a:xfrm>
              <a:off x="5809867" y="6759420"/>
              <a:ext cx="1040208" cy="7905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直接箭头连接符 497">
              <a:extLst>
                <a:ext uri="{FF2B5EF4-FFF2-40B4-BE49-F238E27FC236}">
                  <a16:creationId xmlns:a16="http://schemas.microsoft.com/office/drawing/2014/main" id="{D5073095-6CE7-DDBE-A23D-D23F2D6B56B6}"/>
                </a:ext>
              </a:extLst>
            </p:cNvPr>
            <p:cNvCxnSpPr>
              <a:cxnSpLocks/>
              <a:stCxn id="469" idx="6"/>
              <a:endCxn id="472" idx="2"/>
            </p:cNvCxnSpPr>
            <p:nvPr/>
          </p:nvCxnSpPr>
          <p:spPr>
            <a:xfrm flipV="1">
              <a:off x="5809867" y="6416467"/>
              <a:ext cx="1040208" cy="342953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直接箭头连接符 498">
              <a:extLst>
                <a:ext uri="{FF2B5EF4-FFF2-40B4-BE49-F238E27FC236}">
                  <a16:creationId xmlns:a16="http://schemas.microsoft.com/office/drawing/2014/main" id="{BEAF8DEE-6E42-078C-F118-6CF74D0B75F4}"/>
                </a:ext>
              </a:extLst>
            </p:cNvPr>
            <p:cNvCxnSpPr>
              <a:cxnSpLocks/>
              <a:endCxn id="471" idx="2"/>
            </p:cNvCxnSpPr>
            <p:nvPr/>
          </p:nvCxnSpPr>
          <p:spPr>
            <a:xfrm flipV="1">
              <a:off x="5833676" y="6078420"/>
              <a:ext cx="1016399" cy="680999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1" name="文本框 500">
            <a:extLst>
              <a:ext uri="{FF2B5EF4-FFF2-40B4-BE49-F238E27FC236}">
                <a16:creationId xmlns:a16="http://schemas.microsoft.com/office/drawing/2014/main" id="{4E0A9546-E0AB-BEE2-EB9C-7BFFDFAE4485}"/>
              </a:ext>
            </a:extLst>
          </p:cNvPr>
          <p:cNvSpPr txBox="1"/>
          <p:nvPr/>
        </p:nvSpPr>
        <p:spPr>
          <a:xfrm>
            <a:off x="6678805" y="4207812"/>
            <a:ext cx="942282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>
                <a:lumMod val="85000"/>
                <a:lumOff val="15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502" name="文本框 501">
            <a:extLst>
              <a:ext uri="{FF2B5EF4-FFF2-40B4-BE49-F238E27FC236}">
                <a16:creationId xmlns:a16="http://schemas.microsoft.com/office/drawing/2014/main" id="{0037185E-7C51-7A5C-F178-0ADF56EBC989}"/>
              </a:ext>
            </a:extLst>
          </p:cNvPr>
          <p:cNvSpPr txBox="1"/>
          <p:nvPr/>
        </p:nvSpPr>
        <p:spPr>
          <a:xfrm>
            <a:off x="5699935" y="4213222"/>
            <a:ext cx="942282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>
                <a:lumMod val="85000"/>
                <a:lumOff val="15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503" name="文本框 502">
            <a:extLst>
              <a:ext uri="{FF2B5EF4-FFF2-40B4-BE49-F238E27FC236}">
                <a16:creationId xmlns:a16="http://schemas.microsoft.com/office/drawing/2014/main" id="{5DE867A5-32F2-0B9B-28A2-4F5196BDAE65}"/>
              </a:ext>
            </a:extLst>
          </p:cNvPr>
          <p:cNvSpPr txBox="1"/>
          <p:nvPr/>
        </p:nvSpPr>
        <p:spPr>
          <a:xfrm>
            <a:off x="7655172" y="4207994"/>
            <a:ext cx="942282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>
                <a:lumMod val="85000"/>
                <a:lumOff val="15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cxnSp>
        <p:nvCxnSpPr>
          <p:cNvPr id="555" name="直接箭头连接符 554">
            <a:extLst>
              <a:ext uri="{FF2B5EF4-FFF2-40B4-BE49-F238E27FC236}">
                <a16:creationId xmlns:a16="http://schemas.microsoft.com/office/drawing/2014/main" id="{F951135B-EBB6-AA19-0313-DA908EF8AC84}"/>
              </a:ext>
            </a:extLst>
          </p:cNvPr>
          <p:cNvCxnSpPr/>
          <p:nvPr/>
        </p:nvCxnSpPr>
        <p:spPr>
          <a:xfrm>
            <a:off x="7203471" y="4786026"/>
            <a:ext cx="0" cy="333792"/>
          </a:xfrm>
          <a:prstGeom prst="straightConnector1">
            <a:avLst/>
          </a:prstGeom>
          <a:ln w="571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7" name="文本框 556">
            <a:extLst>
              <a:ext uri="{FF2B5EF4-FFF2-40B4-BE49-F238E27FC236}">
                <a16:creationId xmlns:a16="http://schemas.microsoft.com/office/drawing/2014/main" id="{2B38D73B-C345-9285-E037-C5A790569459}"/>
              </a:ext>
            </a:extLst>
          </p:cNvPr>
          <p:cNvSpPr txBox="1"/>
          <p:nvPr/>
        </p:nvSpPr>
        <p:spPr>
          <a:xfrm>
            <a:off x="6433074" y="3883080"/>
            <a:ext cx="531955" cy="395051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558" name="文本框 557">
            <a:extLst>
              <a:ext uri="{FF2B5EF4-FFF2-40B4-BE49-F238E27FC236}">
                <a16:creationId xmlns:a16="http://schemas.microsoft.com/office/drawing/2014/main" id="{E1C4F96E-C495-1B97-DB1A-D08AD215E878}"/>
              </a:ext>
            </a:extLst>
          </p:cNvPr>
          <p:cNvSpPr txBox="1"/>
          <p:nvPr/>
        </p:nvSpPr>
        <p:spPr>
          <a:xfrm>
            <a:off x="7399051" y="3883080"/>
            <a:ext cx="570700" cy="395051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549" name="文本框 548">
            <a:extLst>
              <a:ext uri="{FF2B5EF4-FFF2-40B4-BE49-F238E27FC236}">
                <a16:creationId xmlns:a16="http://schemas.microsoft.com/office/drawing/2014/main" id="{33867BB5-7677-8CBA-1FDA-0BBD9F684889}"/>
              </a:ext>
            </a:extLst>
          </p:cNvPr>
          <p:cNvSpPr txBox="1"/>
          <p:nvPr/>
        </p:nvSpPr>
        <p:spPr>
          <a:xfrm>
            <a:off x="6410609" y="1161846"/>
            <a:ext cx="1455038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数据处理分析</a:t>
            </a:r>
          </a:p>
        </p:txBody>
      </p:sp>
      <p:cxnSp>
        <p:nvCxnSpPr>
          <p:cNvPr id="629" name="直接箭头连接符 628">
            <a:extLst>
              <a:ext uri="{FF2B5EF4-FFF2-40B4-BE49-F238E27FC236}">
                <a16:creationId xmlns:a16="http://schemas.microsoft.com/office/drawing/2014/main" id="{BE062807-938E-60F2-B03F-CB7B8BFD9731}"/>
              </a:ext>
            </a:extLst>
          </p:cNvPr>
          <p:cNvCxnSpPr>
            <a:cxnSpLocks/>
          </p:cNvCxnSpPr>
          <p:nvPr/>
        </p:nvCxnSpPr>
        <p:spPr>
          <a:xfrm>
            <a:off x="9226879" y="2568554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0" name="直接箭头连接符 629">
            <a:extLst>
              <a:ext uri="{FF2B5EF4-FFF2-40B4-BE49-F238E27FC236}">
                <a16:creationId xmlns:a16="http://schemas.microsoft.com/office/drawing/2014/main" id="{C31A89E3-484A-1DB1-1DE5-14888FBBC08A}"/>
              </a:ext>
            </a:extLst>
          </p:cNvPr>
          <p:cNvCxnSpPr>
            <a:cxnSpLocks/>
          </p:cNvCxnSpPr>
          <p:nvPr/>
        </p:nvCxnSpPr>
        <p:spPr>
          <a:xfrm>
            <a:off x="9226879" y="4247478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1" name="直接箭头连接符 630">
            <a:extLst>
              <a:ext uri="{FF2B5EF4-FFF2-40B4-BE49-F238E27FC236}">
                <a16:creationId xmlns:a16="http://schemas.microsoft.com/office/drawing/2014/main" id="{5BB348C9-76C9-B652-8CBA-6123F6B32D23}"/>
              </a:ext>
            </a:extLst>
          </p:cNvPr>
          <p:cNvCxnSpPr>
            <a:cxnSpLocks/>
          </p:cNvCxnSpPr>
          <p:nvPr/>
        </p:nvCxnSpPr>
        <p:spPr>
          <a:xfrm>
            <a:off x="9226879" y="5817923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6" name="矩形 605">
            <a:extLst>
              <a:ext uri="{FF2B5EF4-FFF2-40B4-BE49-F238E27FC236}">
                <a16:creationId xmlns:a16="http://schemas.microsoft.com/office/drawing/2014/main" id="{9E2D225E-0B1F-29A3-1AA2-3C8162943E3D}"/>
              </a:ext>
            </a:extLst>
          </p:cNvPr>
          <p:cNvSpPr/>
          <p:nvPr/>
        </p:nvSpPr>
        <p:spPr>
          <a:xfrm>
            <a:off x="9762217" y="5419463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5" name="矩形 604">
            <a:extLst>
              <a:ext uri="{FF2B5EF4-FFF2-40B4-BE49-F238E27FC236}">
                <a16:creationId xmlns:a16="http://schemas.microsoft.com/office/drawing/2014/main" id="{E65BA7A2-155F-C080-6604-BD812629FCEC}"/>
              </a:ext>
            </a:extLst>
          </p:cNvPr>
          <p:cNvSpPr/>
          <p:nvPr/>
        </p:nvSpPr>
        <p:spPr>
          <a:xfrm>
            <a:off x="9762217" y="3785995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6" name="矩形 595">
            <a:extLst>
              <a:ext uri="{FF2B5EF4-FFF2-40B4-BE49-F238E27FC236}">
                <a16:creationId xmlns:a16="http://schemas.microsoft.com/office/drawing/2014/main" id="{93046659-2835-E52D-2C29-C42E4C92BA51}"/>
              </a:ext>
            </a:extLst>
          </p:cNvPr>
          <p:cNvSpPr/>
          <p:nvPr/>
        </p:nvSpPr>
        <p:spPr>
          <a:xfrm>
            <a:off x="9762217" y="2063973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1" name="文本框 550">
            <a:extLst>
              <a:ext uri="{FF2B5EF4-FFF2-40B4-BE49-F238E27FC236}">
                <a16:creationId xmlns:a16="http://schemas.microsoft.com/office/drawing/2014/main" id="{DA904B48-F923-2695-40B7-8E72542F05DC}"/>
              </a:ext>
            </a:extLst>
          </p:cNvPr>
          <p:cNvSpPr txBox="1"/>
          <p:nvPr/>
        </p:nvSpPr>
        <p:spPr>
          <a:xfrm>
            <a:off x="9686504" y="3913331"/>
            <a:ext cx="2080382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</a:t>
            </a:r>
            <a:b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研究指标关系</a:t>
            </a:r>
          </a:p>
        </p:txBody>
      </p:sp>
      <p:sp>
        <p:nvSpPr>
          <p:cNvPr id="552" name="文本框 551">
            <a:extLst>
              <a:ext uri="{FF2B5EF4-FFF2-40B4-BE49-F238E27FC236}">
                <a16:creationId xmlns:a16="http://schemas.microsoft.com/office/drawing/2014/main" id="{B127B584-66E2-4A23-9F2C-C25A49CD45E1}"/>
              </a:ext>
            </a:extLst>
          </p:cNvPr>
          <p:cNvSpPr txBox="1"/>
          <p:nvPr/>
        </p:nvSpPr>
        <p:spPr>
          <a:xfrm>
            <a:off x="9811318" y="2187742"/>
            <a:ext cx="1941227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这里输入你要探究的研究指标关系</a:t>
            </a:r>
          </a:p>
        </p:txBody>
      </p:sp>
      <p:sp>
        <p:nvSpPr>
          <p:cNvPr id="554" name="文本框 553">
            <a:extLst>
              <a:ext uri="{FF2B5EF4-FFF2-40B4-BE49-F238E27FC236}">
                <a16:creationId xmlns:a16="http://schemas.microsoft.com/office/drawing/2014/main" id="{9E1D9D4E-8B81-3939-25FB-E38EB2FF6842}"/>
              </a:ext>
            </a:extLst>
          </p:cNvPr>
          <p:cNvSpPr txBox="1"/>
          <p:nvPr/>
        </p:nvSpPr>
        <p:spPr>
          <a:xfrm>
            <a:off x="9686504" y="5565579"/>
            <a:ext cx="2080382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</a:t>
            </a:r>
            <a:b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研究指标关系</a:t>
            </a:r>
          </a:p>
        </p:txBody>
      </p:sp>
      <p:cxnSp>
        <p:nvCxnSpPr>
          <p:cNvPr id="559" name="直接箭头连接符 558">
            <a:extLst>
              <a:ext uri="{FF2B5EF4-FFF2-40B4-BE49-F238E27FC236}">
                <a16:creationId xmlns:a16="http://schemas.microsoft.com/office/drawing/2014/main" id="{36052450-984A-DBE5-48D7-ABC8AB2EC564}"/>
              </a:ext>
            </a:extLst>
          </p:cNvPr>
          <p:cNvCxnSpPr>
            <a:cxnSpLocks/>
          </p:cNvCxnSpPr>
          <p:nvPr/>
        </p:nvCxnSpPr>
        <p:spPr>
          <a:xfrm>
            <a:off x="10783553" y="2974943"/>
            <a:ext cx="0" cy="741204"/>
          </a:xfrm>
          <a:prstGeom prst="straightConnector1">
            <a:avLst/>
          </a:prstGeom>
          <a:ln w="762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直接箭头连接符 559">
            <a:extLst>
              <a:ext uri="{FF2B5EF4-FFF2-40B4-BE49-F238E27FC236}">
                <a16:creationId xmlns:a16="http://schemas.microsoft.com/office/drawing/2014/main" id="{BF23D435-942B-9F5F-770B-1BE7A5B8B647}"/>
              </a:ext>
            </a:extLst>
          </p:cNvPr>
          <p:cNvCxnSpPr>
            <a:cxnSpLocks/>
          </p:cNvCxnSpPr>
          <p:nvPr/>
        </p:nvCxnSpPr>
        <p:spPr>
          <a:xfrm>
            <a:off x="10796457" y="4617117"/>
            <a:ext cx="0" cy="717259"/>
          </a:xfrm>
          <a:prstGeom prst="straightConnector1">
            <a:avLst/>
          </a:prstGeom>
          <a:ln w="762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6" name="矩形 575">
            <a:extLst>
              <a:ext uri="{FF2B5EF4-FFF2-40B4-BE49-F238E27FC236}">
                <a16:creationId xmlns:a16="http://schemas.microsoft.com/office/drawing/2014/main" id="{C2F36D78-EF3D-85C5-0975-E69C81D2752E}"/>
              </a:ext>
            </a:extLst>
          </p:cNvPr>
          <p:cNvSpPr/>
          <p:nvPr/>
        </p:nvSpPr>
        <p:spPr>
          <a:xfrm>
            <a:off x="9658466" y="1289363"/>
            <a:ext cx="2142509" cy="5237452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2" name="文本框 631">
            <a:extLst>
              <a:ext uri="{FF2B5EF4-FFF2-40B4-BE49-F238E27FC236}">
                <a16:creationId xmlns:a16="http://schemas.microsoft.com/office/drawing/2014/main" id="{AC355C98-9D88-4F78-B216-C2CA3267393D}"/>
              </a:ext>
            </a:extLst>
          </p:cNvPr>
          <p:cNvSpPr txBox="1"/>
          <p:nvPr/>
        </p:nvSpPr>
        <p:spPr>
          <a:xfrm>
            <a:off x="9942094" y="1577807"/>
            <a:ext cx="156920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研究结果</a:t>
            </a:r>
          </a:p>
        </p:txBody>
      </p:sp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C97D069F-75AF-64BA-E4AC-9215A300210E}"/>
              </a:ext>
            </a:extLst>
          </p:cNvPr>
          <p:cNvCxnSpPr/>
          <p:nvPr/>
        </p:nvCxnSpPr>
        <p:spPr>
          <a:xfrm>
            <a:off x="4608880" y="2824732"/>
            <a:ext cx="369880" cy="0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箭头连接符 3">
            <a:extLst>
              <a:ext uri="{FF2B5EF4-FFF2-40B4-BE49-F238E27FC236}">
                <a16:creationId xmlns:a16="http://schemas.microsoft.com/office/drawing/2014/main" id="{44590DCC-1DB5-D9A9-08BC-951C9D19174D}"/>
              </a:ext>
            </a:extLst>
          </p:cNvPr>
          <p:cNvCxnSpPr/>
          <p:nvPr/>
        </p:nvCxnSpPr>
        <p:spPr>
          <a:xfrm>
            <a:off x="4608880" y="5210475"/>
            <a:ext cx="369880" cy="0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图片 6">
            <a:extLst>
              <a:ext uri="{FF2B5EF4-FFF2-40B4-BE49-F238E27FC236}">
                <a16:creationId xmlns:a16="http://schemas.microsoft.com/office/drawing/2014/main" id="{AC42C238-7AD2-8046-EEDB-D8F9C486B58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58445"/>
          <a:stretch/>
        </p:blipFill>
        <p:spPr>
          <a:xfrm>
            <a:off x="2893787" y="4504479"/>
            <a:ext cx="1475723" cy="905173"/>
          </a:xfrm>
          <a:prstGeom prst="rect">
            <a:avLst/>
          </a:prstGeom>
        </p:spPr>
      </p:pic>
      <p:sp>
        <p:nvSpPr>
          <p:cNvPr id="8" name="文本框 7">
            <a:extLst>
              <a:ext uri="{FF2B5EF4-FFF2-40B4-BE49-F238E27FC236}">
                <a16:creationId xmlns:a16="http://schemas.microsoft.com/office/drawing/2014/main" id="{B9726171-A62C-64EB-4436-7FD15A865541}"/>
              </a:ext>
            </a:extLst>
          </p:cNvPr>
          <p:cNvSpPr txBox="1"/>
          <p:nvPr/>
        </p:nvSpPr>
        <p:spPr>
          <a:xfrm>
            <a:off x="1770290" y="3833381"/>
            <a:ext cx="1223554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输入关键词</a:t>
            </a:r>
          </a:p>
        </p:txBody>
      </p:sp>
      <p:sp>
        <p:nvSpPr>
          <p:cNvPr id="20" name="灯片编号占位符 18">
            <a:extLst>
              <a:ext uri="{FF2B5EF4-FFF2-40B4-BE49-F238E27FC236}">
                <a16:creationId xmlns:a16="http://schemas.microsoft.com/office/drawing/2014/main" id="{490F246B-349C-CFFB-2A03-455F0ABB9112}"/>
              </a:ext>
            </a:extLst>
          </p:cNvPr>
          <p:cNvSpPr txBox="1">
            <a:spLocks/>
          </p:cNvSpPr>
          <p:nvPr/>
        </p:nvSpPr>
        <p:spPr>
          <a:xfrm>
            <a:off x="9302750" y="6356350"/>
            <a:ext cx="2743200" cy="365125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97AA5570-5C36-4F12-A1EB-4155A99A1666}" type="slidenum">
              <a:rPr lang="zh-CN" altLang="en-US" smtClean="0"/>
              <a:pPr algn="r"/>
              <a:t>9</a:t>
            </a:fld>
            <a:endParaRPr lang="zh-CN" altLang="en-US" dirty="0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088D611C-E24A-B868-E59C-E11B4DEDCA9A}"/>
              </a:ext>
            </a:extLst>
          </p:cNvPr>
          <p:cNvSpPr/>
          <p:nvPr/>
        </p:nvSpPr>
        <p:spPr>
          <a:xfrm>
            <a:off x="245419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研究目标与内容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D698C0E7-F694-B03E-7627-BB4A33E01C10}"/>
              </a:ext>
            </a:extLst>
          </p:cNvPr>
          <p:cNvSpPr txBox="1"/>
          <p:nvPr/>
        </p:nvSpPr>
        <p:spPr>
          <a:xfrm>
            <a:off x="267402" y="727714"/>
            <a:ext cx="775172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zh-CN" altLang="en-US" sz="2400" b="1" kern="1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研究内容一： </a:t>
            </a:r>
            <a:r>
              <a:rPr lang="zh-CN" altLang="en-US" sz="20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***对***以及两者关系的影响研究</a:t>
            </a:r>
            <a:endParaRPr lang="zh-CN" altLang="en-US" sz="2400" b="1" kern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644630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66649"/>
    </mc:Choice>
    <mc:Fallback xmlns="">
      <p:transition spd="slow" advTm="66649"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矩形: 圆角 1052">
            <a:extLst>
              <a:ext uri="{FF2B5EF4-FFF2-40B4-BE49-F238E27FC236}">
                <a16:creationId xmlns:a16="http://schemas.microsoft.com/office/drawing/2014/main" id="{7E482599-D86D-CB38-8B0D-F188F5777155}"/>
              </a:ext>
            </a:extLst>
          </p:cNvPr>
          <p:cNvSpPr/>
          <p:nvPr/>
        </p:nvSpPr>
        <p:spPr>
          <a:xfrm>
            <a:off x="5913440" y="1289364"/>
            <a:ext cx="3377762" cy="5237452"/>
          </a:xfrm>
          <a:prstGeom prst="roundRect">
            <a:avLst>
              <a:gd name="adj" fmla="val 1681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8" name="矩形: 圆角 1047">
            <a:extLst>
              <a:ext uri="{FF2B5EF4-FFF2-40B4-BE49-F238E27FC236}">
                <a16:creationId xmlns:a16="http://schemas.microsoft.com/office/drawing/2014/main" id="{BD2B90D0-7619-BDE5-FBC1-2B362FD25E69}"/>
              </a:ext>
            </a:extLst>
          </p:cNvPr>
          <p:cNvSpPr/>
          <p:nvPr/>
        </p:nvSpPr>
        <p:spPr>
          <a:xfrm>
            <a:off x="334963" y="1289364"/>
            <a:ext cx="5505952" cy="5237452"/>
          </a:xfrm>
          <a:prstGeom prst="roundRect">
            <a:avLst>
              <a:gd name="adj" fmla="val 1681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3" name="圆角矩形 11">
            <a:extLst>
              <a:ext uri="{FF2B5EF4-FFF2-40B4-BE49-F238E27FC236}">
                <a16:creationId xmlns:a16="http://schemas.microsoft.com/office/drawing/2014/main" id="{CCDDD507-6E4F-D674-3B0D-EA81999F262F}"/>
              </a:ext>
            </a:extLst>
          </p:cNvPr>
          <p:cNvSpPr/>
          <p:nvPr/>
        </p:nvSpPr>
        <p:spPr>
          <a:xfrm>
            <a:off x="6033516" y="5730297"/>
            <a:ext cx="3105456" cy="578041"/>
          </a:xfrm>
          <a:prstGeom prst="roundRect">
            <a:avLst>
              <a:gd name="adj" fmla="val 3704"/>
            </a:avLst>
          </a:prstGeom>
          <a:solidFill>
            <a:schemeClr val="bg1">
              <a:lumMod val="95000"/>
            </a:schemeClr>
          </a:solidFill>
          <a:ln w="381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142" name="文本框 1141">
            <a:extLst>
              <a:ext uri="{FF2B5EF4-FFF2-40B4-BE49-F238E27FC236}">
                <a16:creationId xmlns:a16="http://schemas.microsoft.com/office/drawing/2014/main" id="{8D3A74A7-F9DD-769E-B18E-0644A31319D7}"/>
              </a:ext>
            </a:extLst>
          </p:cNvPr>
          <p:cNvSpPr txBox="1"/>
          <p:nvPr/>
        </p:nvSpPr>
        <p:spPr>
          <a:xfrm>
            <a:off x="6321691" y="1546860"/>
            <a:ext cx="2330205" cy="396000"/>
          </a:xfrm>
          <a:prstGeom prst="rect">
            <a:avLst/>
          </a:prstGeom>
          <a:noFill/>
          <a:ln w="1905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这里输入关键词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143" name="直接箭头连接符 1142">
            <a:extLst>
              <a:ext uri="{FF2B5EF4-FFF2-40B4-BE49-F238E27FC236}">
                <a16:creationId xmlns:a16="http://schemas.microsoft.com/office/drawing/2014/main" id="{6C8BF8CD-DDA0-593C-5ED4-3482488D09CC}"/>
              </a:ext>
            </a:extLst>
          </p:cNvPr>
          <p:cNvCxnSpPr>
            <a:cxnSpLocks/>
            <a:endCxn id="1144" idx="0"/>
          </p:cNvCxnSpPr>
          <p:nvPr/>
        </p:nvCxnSpPr>
        <p:spPr>
          <a:xfrm>
            <a:off x="7635600" y="1934526"/>
            <a:ext cx="2766" cy="308867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4" name="文本框 1143">
            <a:extLst>
              <a:ext uri="{FF2B5EF4-FFF2-40B4-BE49-F238E27FC236}">
                <a16:creationId xmlns:a16="http://schemas.microsoft.com/office/drawing/2014/main" id="{0D5FE172-0E8A-84D3-380F-DDAB7C1B09D4}"/>
              </a:ext>
            </a:extLst>
          </p:cNvPr>
          <p:cNvSpPr txBox="1"/>
          <p:nvPr/>
        </p:nvSpPr>
        <p:spPr>
          <a:xfrm>
            <a:off x="7101990" y="2243393"/>
            <a:ext cx="10727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Rest-MRI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1026" name="组合 1025">
            <a:extLst>
              <a:ext uri="{FF2B5EF4-FFF2-40B4-BE49-F238E27FC236}">
                <a16:creationId xmlns:a16="http://schemas.microsoft.com/office/drawing/2014/main" id="{8F33DBDE-EAFF-6A9B-A962-C26F27B59088}"/>
              </a:ext>
            </a:extLst>
          </p:cNvPr>
          <p:cNvGrpSpPr/>
          <p:nvPr/>
        </p:nvGrpSpPr>
        <p:grpSpPr>
          <a:xfrm>
            <a:off x="6037993" y="4964842"/>
            <a:ext cx="3100980" cy="363944"/>
            <a:chOff x="6033516" y="4483491"/>
            <a:chExt cx="3100980" cy="363944"/>
          </a:xfrm>
          <a:solidFill>
            <a:schemeClr val="bg1">
              <a:lumMod val="95000"/>
            </a:schemeClr>
          </a:solidFill>
        </p:grpSpPr>
        <p:sp>
          <p:nvSpPr>
            <p:cNvPr id="4" name="圆角矩形 11">
              <a:extLst>
                <a:ext uri="{FF2B5EF4-FFF2-40B4-BE49-F238E27FC236}">
                  <a16:creationId xmlns:a16="http://schemas.microsoft.com/office/drawing/2014/main" id="{A6A465C9-0977-E8C6-2C1C-DE87E64542AD}"/>
                </a:ext>
              </a:extLst>
            </p:cNvPr>
            <p:cNvSpPr/>
            <p:nvPr/>
          </p:nvSpPr>
          <p:spPr>
            <a:xfrm>
              <a:off x="6073386" y="4483491"/>
              <a:ext cx="3061110" cy="363944"/>
            </a:xfrm>
            <a:prstGeom prst="roundRect">
              <a:avLst>
                <a:gd name="adj" fmla="val 3704"/>
              </a:avLst>
            </a:prstGeom>
            <a:grpFill/>
            <a:ln w="1270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285750" indent="-285750">
                <a:lnSpc>
                  <a:spcPts val="2400"/>
                </a:lnSpc>
                <a:buFont typeface="Arial" panose="020B0604020202020204" pitchFamily="34" charset="0"/>
                <a:buChar char="•"/>
              </a:pPr>
              <a:endParaRPr lang="en-US" altLang="zh-CN" sz="1600" b="1" dirty="0"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6" name="文本框 5">
              <a:extLst>
                <a:ext uri="{FF2B5EF4-FFF2-40B4-BE49-F238E27FC236}">
                  <a16:creationId xmlns:a16="http://schemas.microsoft.com/office/drawing/2014/main" id="{1571CE0B-ECE9-DF4D-7B59-96DF78D5FB1E}"/>
                </a:ext>
              </a:extLst>
            </p:cNvPr>
            <p:cNvSpPr txBox="1"/>
            <p:nvPr/>
          </p:nvSpPr>
          <p:spPr>
            <a:xfrm>
              <a:off x="6033516" y="4528488"/>
              <a:ext cx="2955596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ROI: </a:t>
              </a:r>
              <a:r>
                <a:rPr lang="zh-CN" altLang="en-US" sz="12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额叶，基底节、丘脑、脑桥、小脑</a:t>
              </a:r>
              <a:r>
                <a:rPr lang="en-US" altLang="zh-CN" sz="12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 </a:t>
              </a:r>
              <a:endParaRPr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cxnSp>
        <p:nvCxnSpPr>
          <p:cNvPr id="16" name="直接箭头连接符 15">
            <a:extLst>
              <a:ext uri="{FF2B5EF4-FFF2-40B4-BE49-F238E27FC236}">
                <a16:creationId xmlns:a16="http://schemas.microsoft.com/office/drawing/2014/main" id="{4E297F78-D946-FCA0-3370-D59D85E6579C}"/>
              </a:ext>
            </a:extLst>
          </p:cNvPr>
          <p:cNvCxnSpPr>
            <a:cxnSpLocks/>
            <a:stCxn id="1144" idx="2"/>
            <a:endCxn id="9" idx="0"/>
          </p:cNvCxnSpPr>
          <p:nvPr/>
        </p:nvCxnSpPr>
        <p:spPr>
          <a:xfrm flipH="1">
            <a:off x="6838730" y="2520392"/>
            <a:ext cx="799636" cy="476291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圆角矩形 11">
            <a:extLst>
              <a:ext uri="{FF2B5EF4-FFF2-40B4-BE49-F238E27FC236}">
                <a16:creationId xmlns:a16="http://schemas.microsoft.com/office/drawing/2014/main" id="{2F1947F8-1024-A729-D281-2AEB1269F196}"/>
              </a:ext>
            </a:extLst>
          </p:cNvPr>
          <p:cNvSpPr/>
          <p:nvPr/>
        </p:nvSpPr>
        <p:spPr>
          <a:xfrm>
            <a:off x="441678" y="5732117"/>
            <a:ext cx="5259197" cy="578041"/>
          </a:xfrm>
          <a:prstGeom prst="roundRect">
            <a:avLst>
              <a:gd name="adj" fmla="val 3704"/>
            </a:avLst>
          </a:prstGeom>
          <a:solidFill>
            <a:srgbClr val="F2F2F2"/>
          </a:solidFill>
          <a:ln w="381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090" name="文本框 1089">
            <a:extLst>
              <a:ext uri="{FF2B5EF4-FFF2-40B4-BE49-F238E27FC236}">
                <a16:creationId xmlns:a16="http://schemas.microsoft.com/office/drawing/2014/main" id="{9DA11E53-62C7-511F-244F-EA2303B73AC2}"/>
              </a:ext>
            </a:extLst>
          </p:cNvPr>
          <p:cNvSpPr txBox="1"/>
          <p:nvPr/>
        </p:nvSpPr>
        <p:spPr>
          <a:xfrm>
            <a:off x="1973040" y="1524000"/>
            <a:ext cx="2346009" cy="340089"/>
          </a:xfrm>
          <a:prstGeom prst="rect">
            <a:avLst/>
          </a:prstGeom>
          <a:noFill/>
          <a:ln w="1905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这里输入关键词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094" name="直接箭头连接符 1093">
            <a:extLst>
              <a:ext uri="{FF2B5EF4-FFF2-40B4-BE49-F238E27FC236}">
                <a16:creationId xmlns:a16="http://schemas.microsoft.com/office/drawing/2014/main" id="{7A3794DD-94DE-5E8C-2D33-B908EB1A9480}"/>
              </a:ext>
            </a:extLst>
          </p:cNvPr>
          <p:cNvCxnSpPr>
            <a:cxnSpLocks/>
          </p:cNvCxnSpPr>
          <p:nvPr/>
        </p:nvCxnSpPr>
        <p:spPr>
          <a:xfrm>
            <a:off x="3068200" y="1863598"/>
            <a:ext cx="0" cy="265258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3" name="圆角矩形 11">
            <a:extLst>
              <a:ext uri="{FF2B5EF4-FFF2-40B4-BE49-F238E27FC236}">
                <a16:creationId xmlns:a16="http://schemas.microsoft.com/office/drawing/2014/main" id="{DD68BCDD-4182-FBB9-BE19-CF8D1DDEA421}"/>
              </a:ext>
            </a:extLst>
          </p:cNvPr>
          <p:cNvSpPr/>
          <p:nvPr/>
        </p:nvSpPr>
        <p:spPr>
          <a:xfrm>
            <a:off x="380910" y="2128635"/>
            <a:ext cx="5391557" cy="1926063"/>
          </a:xfrm>
          <a:prstGeom prst="roundRect">
            <a:avLst>
              <a:gd name="adj" fmla="val 3704"/>
            </a:avLst>
          </a:prstGeom>
          <a:solidFill>
            <a:schemeClr val="bg1">
              <a:lumMod val="95000"/>
            </a:schemeClr>
          </a:solidFill>
          <a:ln w="381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1102" name="组合 1101">
            <a:extLst>
              <a:ext uri="{FF2B5EF4-FFF2-40B4-BE49-F238E27FC236}">
                <a16:creationId xmlns:a16="http://schemas.microsoft.com/office/drawing/2014/main" id="{C1441345-FD5D-4CE8-25D2-A2CCFBE76A7A}"/>
              </a:ext>
            </a:extLst>
          </p:cNvPr>
          <p:cNvGrpSpPr/>
          <p:nvPr/>
        </p:nvGrpSpPr>
        <p:grpSpPr>
          <a:xfrm>
            <a:off x="1233457" y="3729334"/>
            <a:ext cx="3514700" cy="325363"/>
            <a:chOff x="1485278" y="3659984"/>
            <a:chExt cx="4768047" cy="378853"/>
          </a:xfrm>
        </p:grpSpPr>
        <p:sp>
          <p:nvSpPr>
            <p:cNvPr id="1097" name="右中括号 1096">
              <a:extLst>
                <a:ext uri="{FF2B5EF4-FFF2-40B4-BE49-F238E27FC236}">
                  <a16:creationId xmlns:a16="http://schemas.microsoft.com/office/drawing/2014/main" id="{13EC377A-62E2-4727-FFB2-866815A15999}"/>
                </a:ext>
              </a:extLst>
            </p:cNvPr>
            <p:cNvSpPr/>
            <p:nvPr/>
          </p:nvSpPr>
          <p:spPr>
            <a:xfrm rot="5400000">
              <a:off x="3812489" y="1332773"/>
              <a:ext cx="113626" cy="4768047"/>
            </a:xfrm>
            <a:prstGeom prst="rightBracket">
              <a:avLst/>
            </a:prstGeom>
            <a:ln w="19050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 sz="100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098" name="文本框 1097">
              <a:extLst>
                <a:ext uri="{FF2B5EF4-FFF2-40B4-BE49-F238E27FC236}">
                  <a16:creationId xmlns:a16="http://schemas.microsoft.com/office/drawing/2014/main" id="{28C0A66A-B760-9C9F-D614-0DDEB53BD9E1}"/>
                </a:ext>
              </a:extLst>
            </p:cNvPr>
            <p:cNvSpPr txBox="1"/>
            <p:nvPr/>
          </p:nvSpPr>
          <p:spPr>
            <a:xfrm>
              <a:off x="3476455" y="3784921"/>
              <a:ext cx="1178328" cy="253916"/>
            </a:xfrm>
            <a:prstGeom prst="rect">
              <a:avLst/>
            </a:prstGeom>
            <a:noFill/>
            <a:ln w="1270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05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随机顺序</a:t>
              </a:r>
            </a:p>
          </p:txBody>
        </p:sp>
        <p:cxnSp>
          <p:nvCxnSpPr>
            <p:cNvPr id="1099" name="直接连接符 1098">
              <a:extLst>
                <a:ext uri="{FF2B5EF4-FFF2-40B4-BE49-F238E27FC236}">
                  <a16:creationId xmlns:a16="http://schemas.microsoft.com/office/drawing/2014/main" id="{F681FC42-D45C-0F0B-2E6D-40566C5B16A7}"/>
                </a:ext>
              </a:extLst>
            </p:cNvPr>
            <p:cNvCxnSpPr>
              <a:cxnSpLocks/>
            </p:cNvCxnSpPr>
            <p:nvPr/>
          </p:nvCxnSpPr>
          <p:spPr>
            <a:xfrm>
              <a:off x="4065619" y="3667737"/>
              <a:ext cx="0" cy="98117"/>
            </a:xfrm>
            <a:prstGeom prst="line">
              <a:avLst/>
            </a:prstGeom>
            <a:ln w="1905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5" name="组合 1124">
            <a:extLst>
              <a:ext uri="{FF2B5EF4-FFF2-40B4-BE49-F238E27FC236}">
                <a16:creationId xmlns:a16="http://schemas.microsoft.com/office/drawing/2014/main" id="{A49E9597-BE3C-B830-D0AF-82573B287F23}"/>
              </a:ext>
            </a:extLst>
          </p:cNvPr>
          <p:cNvGrpSpPr/>
          <p:nvPr/>
        </p:nvGrpSpPr>
        <p:grpSpPr>
          <a:xfrm>
            <a:off x="3564514" y="4192908"/>
            <a:ext cx="2307910" cy="1482551"/>
            <a:chOff x="4581971" y="4154915"/>
            <a:chExt cx="3055496" cy="1726284"/>
          </a:xfrm>
        </p:grpSpPr>
        <p:sp>
          <p:nvSpPr>
            <p:cNvPr id="1109" name="文本框 1108">
              <a:extLst>
                <a:ext uri="{FF2B5EF4-FFF2-40B4-BE49-F238E27FC236}">
                  <a16:creationId xmlns:a16="http://schemas.microsoft.com/office/drawing/2014/main" id="{28392434-3DD2-03C8-BE18-E908E245BF93}"/>
                </a:ext>
              </a:extLst>
            </p:cNvPr>
            <p:cNvSpPr txBox="1"/>
            <p:nvPr/>
          </p:nvSpPr>
          <p:spPr>
            <a:xfrm>
              <a:off x="5335737" y="4154915"/>
              <a:ext cx="1178946" cy="3225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***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设计</a:t>
              </a:r>
            </a:p>
          </p:txBody>
        </p:sp>
        <p:grpSp>
          <p:nvGrpSpPr>
            <p:cNvPr id="1110" name="组合 1109">
              <a:extLst>
                <a:ext uri="{FF2B5EF4-FFF2-40B4-BE49-F238E27FC236}">
                  <a16:creationId xmlns:a16="http://schemas.microsoft.com/office/drawing/2014/main" id="{23FA83DB-F1EE-F11A-8804-CAD7EDC20B78}"/>
                </a:ext>
              </a:extLst>
            </p:cNvPr>
            <p:cNvGrpSpPr/>
            <p:nvPr/>
          </p:nvGrpSpPr>
          <p:grpSpPr>
            <a:xfrm>
              <a:off x="4581971" y="4478618"/>
              <a:ext cx="2694019" cy="408855"/>
              <a:chOff x="5983879" y="2196063"/>
              <a:chExt cx="1851437" cy="380401"/>
            </a:xfrm>
          </p:grpSpPr>
          <p:sp>
            <p:nvSpPr>
              <p:cNvPr id="1111" name="矩形 1110">
                <a:extLst>
                  <a:ext uri="{FF2B5EF4-FFF2-40B4-BE49-F238E27FC236}">
                    <a16:creationId xmlns:a16="http://schemas.microsoft.com/office/drawing/2014/main" id="{770FD178-E378-3828-B00C-FFF3302DD593}"/>
                  </a:ext>
                </a:extLst>
              </p:cNvPr>
              <p:cNvSpPr/>
              <p:nvPr/>
            </p:nvSpPr>
            <p:spPr>
              <a:xfrm>
                <a:off x="5983879" y="2196063"/>
                <a:ext cx="370359" cy="38040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TUG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2" name="矩形 1111">
                <a:extLst>
                  <a:ext uri="{FF2B5EF4-FFF2-40B4-BE49-F238E27FC236}">
                    <a16:creationId xmlns:a16="http://schemas.microsoft.com/office/drawing/2014/main" id="{3621815E-65ED-4571-28BE-8834F679F689}"/>
                  </a:ext>
                </a:extLst>
              </p:cNvPr>
              <p:cNvSpPr/>
              <p:nvPr/>
            </p:nvSpPr>
            <p:spPr>
              <a:xfrm>
                <a:off x="6351793" y="2196063"/>
                <a:ext cx="370359" cy="38040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Rest</a:t>
                </a:r>
                <a:b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</a:br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30s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3" name="矩形 1112">
                <a:extLst>
                  <a:ext uri="{FF2B5EF4-FFF2-40B4-BE49-F238E27FC236}">
                    <a16:creationId xmlns:a16="http://schemas.microsoft.com/office/drawing/2014/main" id="{052CB626-DBCC-F24E-9F8C-B02B40D3F321}"/>
                  </a:ext>
                </a:extLst>
              </p:cNvPr>
              <p:cNvSpPr/>
              <p:nvPr/>
            </p:nvSpPr>
            <p:spPr>
              <a:xfrm>
                <a:off x="6722327" y="2196063"/>
                <a:ext cx="370359" cy="38040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TUG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4" name="矩形 1113">
                <a:extLst>
                  <a:ext uri="{FF2B5EF4-FFF2-40B4-BE49-F238E27FC236}">
                    <a16:creationId xmlns:a16="http://schemas.microsoft.com/office/drawing/2014/main" id="{65A91C36-4B0E-7407-6E85-7BD98BD602E3}"/>
                  </a:ext>
                </a:extLst>
              </p:cNvPr>
              <p:cNvSpPr/>
              <p:nvPr/>
            </p:nvSpPr>
            <p:spPr>
              <a:xfrm>
                <a:off x="7097043" y="2196063"/>
                <a:ext cx="370359" cy="38040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Rest</a:t>
                </a:r>
                <a:b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</a:br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30s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5" name="矩形 1114">
                <a:extLst>
                  <a:ext uri="{FF2B5EF4-FFF2-40B4-BE49-F238E27FC236}">
                    <a16:creationId xmlns:a16="http://schemas.microsoft.com/office/drawing/2014/main" id="{CFB44574-72CE-49D9-2188-C9837D6CEBB4}"/>
                  </a:ext>
                </a:extLst>
              </p:cNvPr>
              <p:cNvSpPr/>
              <p:nvPr/>
            </p:nvSpPr>
            <p:spPr>
              <a:xfrm>
                <a:off x="7464957" y="2196063"/>
                <a:ext cx="370359" cy="38040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TUG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16" name="矩形 1115">
              <a:extLst>
                <a:ext uri="{FF2B5EF4-FFF2-40B4-BE49-F238E27FC236}">
                  <a16:creationId xmlns:a16="http://schemas.microsoft.com/office/drawing/2014/main" id="{EDE46564-AA46-4953-5469-4D2FB01DFFF3}"/>
                </a:ext>
              </a:extLst>
            </p:cNvPr>
            <p:cNvSpPr/>
            <p:nvPr/>
          </p:nvSpPr>
          <p:spPr>
            <a:xfrm>
              <a:off x="4978571" y="4961287"/>
              <a:ext cx="2289470" cy="729096"/>
            </a:xfrm>
            <a:prstGeom prst="rect">
              <a:avLst/>
            </a:prstGeom>
            <a:noFill/>
            <a:ln w="12700"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17" name="文本框 1116">
              <a:extLst>
                <a:ext uri="{FF2B5EF4-FFF2-40B4-BE49-F238E27FC236}">
                  <a16:creationId xmlns:a16="http://schemas.microsoft.com/office/drawing/2014/main" id="{D1C2E6CA-25ED-60A7-6829-CDAB59A738EE}"/>
                </a:ext>
              </a:extLst>
            </p:cNvPr>
            <p:cNvSpPr txBox="1"/>
            <p:nvPr/>
          </p:nvSpPr>
          <p:spPr>
            <a:xfrm>
              <a:off x="5016601" y="4985261"/>
              <a:ext cx="2620866" cy="8959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① </a:t>
              </a:r>
              <a:r>
                <a:rPr lang="en-US" altLang="zh-CN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*******</a:t>
              </a:r>
              <a:r>
                <a:rPr lang="zh-CN" altLang="en-US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测试</a:t>
              </a:r>
              <a:br>
                <a:rPr lang="en-US" altLang="zh-CN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</a:br>
              <a:r>
                <a:rPr lang="zh-CN" altLang="en-US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②</a:t>
              </a:r>
              <a:r>
                <a:rPr lang="en-US" altLang="zh-CN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 *******</a:t>
              </a:r>
              <a:r>
                <a:rPr lang="zh-CN" altLang="en-US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测试</a:t>
              </a:r>
              <a:endParaRPr lang="en-US" altLang="zh-CN" sz="11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r>
                <a:rPr lang="zh-CN" altLang="en-US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③ </a:t>
              </a:r>
              <a:r>
                <a:rPr lang="en-US" altLang="zh-CN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*******</a:t>
              </a:r>
              <a:r>
                <a:rPr lang="zh-CN" altLang="en-US" sz="11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测试</a:t>
              </a:r>
            </a:p>
            <a:p>
              <a:endPara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118" name="连接符: 肘形 1117">
              <a:extLst>
                <a:ext uri="{FF2B5EF4-FFF2-40B4-BE49-F238E27FC236}">
                  <a16:creationId xmlns:a16="http://schemas.microsoft.com/office/drawing/2014/main" id="{6FC79A6D-3477-0A52-C6BE-0C8B7F62766A}"/>
                </a:ext>
              </a:extLst>
            </p:cNvPr>
            <p:cNvCxnSpPr>
              <a:cxnSpLocks/>
              <a:stCxn id="1111" idx="2"/>
              <a:endCxn id="1116" idx="1"/>
            </p:cNvCxnSpPr>
            <p:nvPr/>
          </p:nvCxnSpPr>
          <p:spPr>
            <a:xfrm rot="16200000" flipH="1">
              <a:off x="4695816" y="5043081"/>
              <a:ext cx="438362" cy="127146"/>
            </a:xfrm>
            <a:prstGeom prst="bentConnector2">
              <a:avLst/>
            </a:prstGeom>
            <a:ln w="1270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4" name="组合 1123">
            <a:extLst>
              <a:ext uri="{FF2B5EF4-FFF2-40B4-BE49-F238E27FC236}">
                <a16:creationId xmlns:a16="http://schemas.microsoft.com/office/drawing/2014/main" id="{04BB46B6-5423-D899-E4E9-0E10667424EB}"/>
              </a:ext>
            </a:extLst>
          </p:cNvPr>
          <p:cNvGrpSpPr/>
          <p:nvPr/>
        </p:nvGrpSpPr>
        <p:grpSpPr>
          <a:xfrm>
            <a:off x="517628" y="4195853"/>
            <a:ext cx="2805223" cy="1171543"/>
            <a:chOff x="486235" y="4148803"/>
            <a:chExt cx="3713901" cy="1364145"/>
          </a:xfrm>
        </p:grpSpPr>
        <p:pic>
          <p:nvPicPr>
            <p:cNvPr id="1081" name="图片 1080">
              <a:extLst>
                <a:ext uri="{FF2B5EF4-FFF2-40B4-BE49-F238E27FC236}">
                  <a16:creationId xmlns:a16="http://schemas.microsoft.com/office/drawing/2014/main" id="{0C5A3749-D18C-3B69-1DBD-6F0C8E463C4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7945" y="4337490"/>
              <a:ext cx="580075" cy="576641"/>
            </a:xfrm>
            <a:prstGeom prst="rect">
              <a:avLst/>
            </a:prstGeom>
          </p:spPr>
        </p:pic>
        <p:pic>
          <p:nvPicPr>
            <p:cNvPr id="1082" name="图片 1081">
              <a:extLst>
                <a:ext uri="{FF2B5EF4-FFF2-40B4-BE49-F238E27FC236}">
                  <a16:creationId xmlns:a16="http://schemas.microsoft.com/office/drawing/2014/main" id="{3D6092D0-3F42-2C17-9061-A571AEB1CE6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7104" y="4683046"/>
              <a:ext cx="841759" cy="555575"/>
            </a:xfrm>
            <a:prstGeom prst="rect">
              <a:avLst/>
            </a:prstGeom>
          </p:spPr>
        </p:pic>
        <p:pic>
          <p:nvPicPr>
            <p:cNvPr id="1083" name="图片 1082">
              <a:extLst>
                <a:ext uri="{FF2B5EF4-FFF2-40B4-BE49-F238E27FC236}">
                  <a16:creationId xmlns:a16="http://schemas.microsoft.com/office/drawing/2014/main" id="{1464DD05-17BB-F644-AA7A-CB35EA7CE83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71924" y="4367254"/>
              <a:ext cx="841759" cy="631584"/>
            </a:xfrm>
            <a:prstGeom prst="rect">
              <a:avLst/>
            </a:prstGeom>
          </p:spPr>
        </p:pic>
        <p:pic>
          <p:nvPicPr>
            <p:cNvPr id="1084" name="图片 1083">
              <a:extLst>
                <a:ext uri="{FF2B5EF4-FFF2-40B4-BE49-F238E27FC236}">
                  <a16:creationId xmlns:a16="http://schemas.microsoft.com/office/drawing/2014/main" id="{AE717EA7-E04E-C795-1AEE-CD44A2C04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2162044" y="4363192"/>
              <a:ext cx="694531" cy="710509"/>
            </a:xfrm>
            <a:prstGeom prst="rect">
              <a:avLst/>
            </a:prstGeom>
          </p:spPr>
        </p:pic>
        <p:pic>
          <p:nvPicPr>
            <p:cNvPr id="1087" name="图片 1086">
              <a:extLst>
                <a:ext uri="{FF2B5EF4-FFF2-40B4-BE49-F238E27FC236}">
                  <a16:creationId xmlns:a16="http://schemas.microsoft.com/office/drawing/2014/main" id="{2A6DA76C-5A58-FAA5-F07C-A25D2806B26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 l="16330" t="4206" r="39949" b="40090"/>
            <a:stretch/>
          </p:blipFill>
          <p:spPr>
            <a:xfrm>
              <a:off x="3057707" y="4457673"/>
              <a:ext cx="694531" cy="629009"/>
            </a:xfrm>
            <a:prstGeom prst="rect">
              <a:avLst/>
            </a:prstGeom>
          </p:spPr>
        </p:pic>
        <p:sp>
          <p:nvSpPr>
            <p:cNvPr id="1105" name="文本框 1104">
              <a:extLst>
                <a:ext uri="{FF2B5EF4-FFF2-40B4-BE49-F238E27FC236}">
                  <a16:creationId xmlns:a16="http://schemas.microsoft.com/office/drawing/2014/main" id="{01900BB7-1E0C-D035-30E2-BF0AA4EA90A4}"/>
                </a:ext>
              </a:extLst>
            </p:cNvPr>
            <p:cNvSpPr txBox="1"/>
            <p:nvPr/>
          </p:nvSpPr>
          <p:spPr>
            <a:xfrm>
              <a:off x="486235" y="5214097"/>
              <a:ext cx="951047" cy="295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05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sdhnk</a:t>
              </a:r>
              <a:endParaRPr lang="zh-CN" altLang="en-US" sz="105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6" name="文本框 1105">
              <a:extLst>
                <a:ext uri="{FF2B5EF4-FFF2-40B4-BE49-F238E27FC236}">
                  <a16:creationId xmlns:a16="http://schemas.microsoft.com/office/drawing/2014/main" id="{6B0DA247-3EAA-368D-0C2D-FF90E9E12001}"/>
                </a:ext>
              </a:extLst>
            </p:cNvPr>
            <p:cNvSpPr txBox="1"/>
            <p:nvPr/>
          </p:nvSpPr>
          <p:spPr>
            <a:xfrm>
              <a:off x="1350948" y="5217288"/>
              <a:ext cx="734735" cy="295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05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sdh</a:t>
              </a:r>
              <a:endParaRPr lang="zh-CN" altLang="en-US" sz="105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7" name="文本框 1106">
              <a:extLst>
                <a:ext uri="{FF2B5EF4-FFF2-40B4-BE49-F238E27FC236}">
                  <a16:creationId xmlns:a16="http://schemas.microsoft.com/office/drawing/2014/main" id="{429E8081-081C-5663-D920-B2CDC83E967F}"/>
                </a:ext>
              </a:extLst>
            </p:cNvPr>
            <p:cNvSpPr txBox="1"/>
            <p:nvPr/>
          </p:nvSpPr>
          <p:spPr>
            <a:xfrm>
              <a:off x="1938832" y="5214097"/>
              <a:ext cx="1090843" cy="295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05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sdhn</a:t>
              </a:r>
              <a:endParaRPr lang="zh-CN" altLang="en-US" sz="105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8" name="文本框 1107">
              <a:extLst>
                <a:ext uri="{FF2B5EF4-FFF2-40B4-BE49-F238E27FC236}">
                  <a16:creationId xmlns:a16="http://schemas.microsoft.com/office/drawing/2014/main" id="{78061DB8-6294-35F9-90AE-13149BDD8935}"/>
                </a:ext>
              </a:extLst>
            </p:cNvPr>
            <p:cNvSpPr txBox="1"/>
            <p:nvPr/>
          </p:nvSpPr>
          <p:spPr>
            <a:xfrm>
              <a:off x="2822972" y="5214097"/>
              <a:ext cx="1377164" cy="295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05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sdhnk</a:t>
              </a:r>
              <a:endParaRPr lang="zh-CN" altLang="en-US" sz="105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2" name="文本框 1121">
              <a:extLst>
                <a:ext uri="{FF2B5EF4-FFF2-40B4-BE49-F238E27FC236}">
                  <a16:creationId xmlns:a16="http://schemas.microsoft.com/office/drawing/2014/main" id="{E6CEE914-FFDF-EDCE-36B5-0CFBF0E41C3E}"/>
                </a:ext>
              </a:extLst>
            </p:cNvPr>
            <p:cNvSpPr txBox="1"/>
            <p:nvPr/>
          </p:nvSpPr>
          <p:spPr>
            <a:xfrm>
              <a:off x="1653343" y="4148803"/>
              <a:ext cx="1377164" cy="3097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实验设备</a:t>
              </a:r>
            </a:p>
          </p:txBody>
        </p:sp>
      </p:grpSp>
      <p:cxnSp>
        <p:nvCxnSpPr>
          <p:cNvPr id="1132" name="直接箭头连接符 1131">
            <a:extLst>
              <a:ext uri="{FF2B5EF4-FFF2-40B4-BE49-F238E27FC236}">
                <a16:creationId xmlns:a16="http://schemas.microsoft.com/office/drawing/2014/main" id="{CBE5E3DE-F783-8E3C-A3B1-6599A9746F42}"/>
              </a:ext>
            </a:extLst>
          </p:cNvPr>
          <p:cNvCxnSpPr>
            <a:cxnSpLocks/>
          </p:cNvCxnSpPr>
          <p:nvPr/>
        </p:nvCxnSpPr>
        <p:spPr>
          <a:xfrm>
            <a:off x="3059456" y="5526236"/>
            <a:ext cx="0" cy="206593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7" name="文本框 1136">
            <a:extLst>
              <a:ext uri="{FF2B5EF4-FFF2-40B4-BE49-F238E27FC236}">
                <a16:creationId xmlns:a16="http://schemas.microsoft.com/office/drawing/2014/main" id="{2055BC74-9AAB-9812-9028-FD7DF98083D0}"/>
              </a:ext>
            </a:extLst>
          </p:cNvPr>
          <p:cNvSpPr txBox="1"/>
          <p:nvPr/>
        </p:nvSpPr>
        <p:spPr>
          <a:xfrm>
            <a:off x="559355" y="5864592"/>
            <a:ext cx="867422" cy="371875"/>
          </a:xfrm>
          <a:prstGeom prst="rect">
            <a:avLst/>
          </a:prstGeom>
          <a:solidFill>
            <a:srgbClr val="F5F5F5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sdhnknu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38" name="文本框 1137">
            <a:extLst>
              <a:ext uri="{FF2B5EF4-FFF2-40B4-BE49-F238E27FC236}">
                <a16:creationId xmlns:a16="http://schemas.microsoft.com/office/drawing/2014/main" id="{2BD411F4-EF3F-975D-92E9-C9ADD93EA5F3}"/>
              </a:ext>
            </a:extLst>
          </p:cNvPr>
          <p:cNvSpPr txBox="1"/>
          <p:nvPr/>
        </p:nvSpPr>
        <p:spPr>
          <a:xfrm>
            <a:off x="1564455" y="5863917"/>
            <a:ext cx="867422" cy="371875"/>
          </a:xfrm>
          <a:prstGeom prst="rect">
            <a:avLst/>
          </a:prstGeom>
          <a:solidFill>
            <a:srgbClr val="F5F5F5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sdhnknu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39" name="文本框 1138">
            <a:extLst>
              <a:ext uri="{FF2B5EF4-FFF2-40B4-BE49-F238E27FC236}">
                <a16:creationId xmlns:a16="http://schemas.microsoft.com/office/drawing/2014/main" id="{3751C685-C61C-88A4-FC52-D5F22974E7A3}"/>
              </a:ext>
            </a:extLst>
          </p:cNvPr>
          <p:cNvSpPr txBox="1"/>
          <p:nvPr/>
        </p:nvSpPr>
        <p:spPr>
          <a:xfrm>
            <a:off x="2569555" y="5863242"/>
            <a:ext cx="867422" cy="371875"/>
          </a:xfrm>
          <a:prstGeom prst="rect">
            <a:avLst/>
          </a:prstGeom>
          <a:solidFill>
            <a:srgbClr val="F5F5F5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sdhnknu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0" name="文本框 1139">
            <a:extLst>
              <a:ext uri="{FF2B5EF4-FFF2-40B4-BE49-F238E27FC236}">
                <a16:creationId xmlns:a16="http://schemas.microsoft.com/office/drawing/2014/main" id="{842FBDD6-CD39-CD81-0EB3-5C77E9D1D657}"/>
              </a:ext>
            </a:extLst>
          </p:cNvPr>
          <p:cNvSpPr txBox="1"/>
          <p:nvPr/>
        </p:nvSpPr>
        <p:spPr>
          <a:xfrm>
            <a:off x="3574655" y="5859892"/>
            <a:ext cx="996195" cy="371875"/>
          </a:xfrm>
          <a:prstGeom prst="rect">
            <a:avLst/>
          </a:prstGeom>
          <a:solidFill>
            <a:srgbClr val="F5F5F5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sdhnknu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1" name="文本框 1140">
            <a:extLst>
              <a:ext uri="{FF2B5EF4-FFF2-40B4-BE49-F238E27FC236}">
                <a16:creationId xmlns:a16="http://schemas.microsoft.com/office/drawing/2014/main" id="{AB4178C8-4E0B-365B-20FB-78BE95924C81}"/>
              </a:ext>
            </a:extLst>
          </p:cNvPr>
          <p:cNvSpPr txBox="1"/>
          <p:nvPr/>
        </p:nvSpPr>
        <p:spPr>
          <a:xfrm>
            <a:off x="4708528" y="5849653"/>
            <a:ext cx="867422" cy="371875"/>
          </a:xfrm>
          <a:prstGeom prst="rect">
            <a:avLst/>
          </a:prstGeom>
          <a:solidFill>
            <a:srgbClr val="F5F5F5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sdhnknu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4" name="连接符: 肘形 43">
            <a:extLst>
              <a:ext uri="{FF2B5EF4-FFF2-40B4-BE49-F238E27FC236}">
                <a16:creationId xmlns:a16="http://schemas.microsoft.com/office/drawing/2014/main" id="{E2637FC7-40C9-C604-711F-B39649CFC77F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442425" y="4123626"/>
            <a:ext cx="151154" cy="1"/>
          </a:xfrm>
          <a:prstGeom prst="bentConnector3">
            <a:avLst>
              <a:gd name="adj1" fmla="val 50000"/>
            </a:avLst>
          </a:prstGeom>
          <a:ln w="19050">
            <a:solidFill>
              <a:schemeClr val="tx1"/>
            </a:solidFill>
            <a:headEnd type="oval" w="sm" len="sm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1" name="文本框 1040">
            <a:extLst>
              <a:ext uri="{FF2B5EF4-FFF2-40B4-BE49-F238E27FC236}">
                <a16:creationId xmlns:a16="http://schemas.microsoft.com/office/drawing/2014/main" id="{C3D07B20-84FC-1A24-80B0-C3688E472243}"/>
              </a:ext>
            </a:extLst>
          </p:cNvPr>
          <p:cNvSpPr txBox="1"/>
          <p:nvPr/>
        </p:nvSpPr>
        <p:spPr>
          <a:xfrm>
            <a:off x="6167794" y="5859892"/>
            <a:ext cx="1341871" cy="371875"/>
          </a:xfrm>
          <a:prstGeom prst="rect">
            <a:avLst/>
          </a:prstGeom>
          <a:solidFill>
            <a:srgbClr val="F5F5F5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自发活动：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&amp;&amp;&amp;&amp;</a:t>
            </a:r>
          </a:p>
        </p:txBody>
      </p:sp>
      <p:sp>
        <p:nvSpPr>
          <p:cNvPr id="1042" name="文本框 1041">
            <a:extLst>
              <a:ext uri="{FF2B5EF4-FFF2-40B4-BE49-F238E27FC236}">
                <a16:creationId xmlns:a16="http://schemas.microsoft.com/office/drawing/2014/main" id="{B4B674C6-D462-5B77-9166-6E832D970ECD}"/>
              </a:ext>
            </a:extLst>
          </p:cNvPr>
          <p:cNvSpPr txBox="1"/>
          <p:nvPr/>
        </p:nvSpPr>
        <p:spPr>
          <a:xfrm>
            <a:off x="7684927" y="5848999"/>
            <a:ext cx="1342800" cy="371875"/>
          </a:xfrm>
          <a:prstGeom prst="rect">
            <a:avLst/>
          </a:prstGeom>
          <a:solidFill>
            <a:srgbClr val="F5F5F5"/>
          </a:solidFill>
          <a:ln w="190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连接指标：</a:t>
            </a: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%%%%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1044" name="直接箭头连接符 1043">
            <a:extLst>
              <a:ext uri="{FF2B5EF4-FFF2-40B4-BE49-F238E27FC236}">
                <a16:creationId xmlns:a16="http://schemas.microsoft.com/office/drawing/2014/main" id="{D046D286-2842-EC97-99EC-EF76A37AC232}"/>
              </a:ext>
            </a:extLst>
          </p:cNvPr>
          <p:cNvCxnSpPr>
            <a:cxnSpLocks/>
          </p:cNvCxnSpPr>
          <p:nvPr/>
        </p:nvCxnSpPr>
        <p:spPr>
          <a:xfrm>
            <a:off x="9284029" y="2263787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直接箭头连接符 1044">
            <a:extLst>
              <a:ext uri="{FF2B5EF4-FFF2-40B4-BE49-F238E27FC236}">
                <a16:creationId xmlns:a16="http://schemas.microsoft.com/office/drawing/2014/main" id="{F13CB33B-389E-8880-9990-79C1EE2F4DE8}"/>
              </a:ext>
            </a:extLst>
          </p:cNvPr>
          <p:cNvCxnSpPr>
            <a:cxnSpLocks/>
          </p:cNvCxnSpPr>
          <p:nvPr/>
        </p:nvCxnSpPr>
        <p:spPr>
          <a:xfrm>
            <a:off x="9284029" y="4072041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直接箭头连接符 1045">
            <a:extLst>
              <a:ext uri="{FF2B5EF4-FFF2-40B4-BE49-F238E27FC236}">
                <a16:creationId xmlns:a16="http://schemas.microsoft.com/office/drawing/2014/main" id="{75933006-B65D-F2C3-84EC-A192FB300D44}"/>
              </a:ext>
            </a:extLst>
          </p:cNvPr>
          <p:cNvCxnSpPr>
            <a:cxnSpLocks/>
          </p:cNvCxnSpPr>
          <p:nvPr/>
        </p:nvCxnSpPr>
        <p:spPr>
          <a:xfrm>
            <a:off x="9284029" y="5854753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" name="文本框 1053">
            <a:extLst>
              <a:ext uri="{FF2B5EF4-FFF2-40B4-BE49-F238E27FC236}">
                <a16:creationId xmlns:a16="http://schemas.microsoft.com/office/drawing/2014/main" id="{041792C8-670D-E50B-2EFB-C6B0D93BE1B2}"/>
              </a:ext>
            </a:extLst>
          </p:cNvPr>
          <p:cNvSpPr txBox="1"/>
          <p:nvPr/>
        </p:nvSpPr>
        <p:spPr>
          <a:xfrm>
            <a:off x="2349304" y="1183336"/>
            <a:ext cx="1475994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步行任务测试</a:t>
            </a:r>
          </a:p>
        </p:txBody>
      </p:sp>
      <p:sp>
        <p:nvSpPr>
          <p:cNvPr id="1055" name="文本框 1054">
            <a:extLst>
              <a:ext uri="{FF2B5EF4-FFF2-40B4-BE49-F238E27FC236}">
                <a16:creationId xmlns:a16="http://schemas.microsoft.com/office/drawing/2014/main" id="{C38FBA44-513F-FB09-AA4B-8C33F629730D}"/>
              </a:ext>
            </a:extLst>
          </p:cNvPr>
          <p:cNvSpPr txBox="1"/>
          <p:nvPr/>
        </p:nvSpPr>
        <p:spPr>
          <a:xfrm>
            <a:off x="6697980" y="1183336"/>
            <a:ext cx="16276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静息态大脑核磁</a:t>
            </a:r>
          </a:p>
        </p:txBody>
      </p:sp>
      <p:cxnSp>
        <p:nvCxnSpPr>
          <p:cNvPr id="1057" name="连接符: 肘形 1056">
            <a:extLst>
              <a:ext uri="{FF2B5EF4-FFF2-40B4-BE49-F238E27FC236}">
                <a16:creationId xmlns:a16="http://schemas.microsoft.com/office/drawing/2014/main" id="{062F3672-AEE4-12E8-25F9-DF3D6FEFF668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1746649" y="4128096"/>
            <a:ext cx="151154" cy="1"/>
          </a:xfrm>
          <a:prstGeom prst="bentConnector3">
            <a:avLst>
              <a:gd name="adj1" fmla="val 50000"/>
            </a:avLst>
          </a:prstGeom>
          <a:ln w="19050">
            <a:solidFill>
              <a:schemeClr val="tx1"/>
            </a:solidFill>
            <a:headEnd type="oval" w="sm" len="sm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文本框 8">
            <a:extLst>
              <a:ext uri="{FF2B5EF4-FFF2-40B4-BE49-F238E27FC236}">
                <a16:creationId xmlns:a16="http://schemas.microsoft.com/office/drawing/2014/main" id="{3BC61586-E465-270B-B7C9-1CCF506C59E1}"/>
              </a:ext>
            </a:extLst>
          </p:cNvPr>
          <p:cNvSpPr txBox="1"/>
          <p:nvPr/>
        </p:nvSpPr>
        <p:spPr>
          <a:xfrm>
            <a:off x="6408608" y="2996683"/>
            <a:ext cx="860244" cy="2769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 anchor="ctr" anchorCtr="1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8D1791DD-F1D8-790D-8CD8-7F46E0997AAD}"/>
              </a:ext>
            </a:extLst>
          </p:cNvPr>
          <p:cNvSpPr txBox="1"/>
          <p:nvPr/>
        </p:nvSpPr>
        <p:spPr>
          <a:xfrm>
            <a:off x="7919692" y="2996683"/>
            <a:ext cx="860244" cy="2769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 anchor="ctr" anchorCtr="1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2" name="直接箭头连接符 11">
            <a:extLst>
              <a:ext uri="{FF2B5EF4-FFF2-40B4-BE49-F238E27FC236}">
                <a16:creationId xmlns:a16="http://schemas.microsoft.com/office/drawing/2014/main" id="{1F2A42EC-CF42-01AD-E43B-E6B5EB7EF52A}"/>
              </a:ext>
            </a:extLst>
          </p:cNvPr>
          <p:cNvCxnSpPr>
            <a:cxnSpLocks/>
            <a:stCxn id="1144" idx="2"/>
            <a:endCxn id="10" idx="0"/>
          </p:cNvCxnSpPr>
          <p:nvPr/>
        </p:nvCxnSpPr>
        <p:spPr>
          <a:xfrm>
            <a:off x="7638366" y="2520392"/>
            <a:ext cx="711448" cy="476291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箭头连接符 31">
            <a:extLst>
              <a:ext uri="{FF2B5EF4-FFF2-40B4-BE49-F238E27FC236}">
                <a16:creationId xmlns:a16="http://schemas.microsoft.com/office/drawing/2014/main" id="{D3314946-356E-4046-A854-40D8FE322A1B}"/>
              </a:ext>
            </a:extLst>
          </p:cNvPr>
          <p:cNvCxnSpPr>
            <a:cxnSpLocks/>
            <a:stCxn id="9" idx="2"/>
          </p:cNvCxnSpPr>
          <p:nvPr/>
        </p:nvCxnSpPr>
        <p:spPr>
          <a:xfrm>
            <a:off x="6838730" y="3273682"/>
            <a:ext cx="0" cy="555422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箭头连接符 34">
            <a:extLst>
              <a:ext uri="{FF2B5EF4-FFF2-40B4-BE49-F238E27FC236}">
                <a16:creationId xmlns:a16="http://schemas.microsoft.com/office/drawing/2014/main" id="{BD4ADA1C-83AF-19D5-AE83-9BD2B8F132DD}"/>
              </a:ext>
            </a:extLst>
          </p:cNvPr>
          <p:cNvCxnSpPr>
            <a:cxnSpLocks/>
          </p:cNvCxnSpPr>
          <p:nvPr/>
        </p:nvCxnSpPr>
        <p:spPr>
          <a:xfrm>
            <a:off x="8349814" y="3292256"/>
            <a:ext cx="0" cy="555422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文本框 42">
            <a:extLst>
              <a:ext uri="{FF2B5EF4-FFF2-40B4-BE49-F238E27FC236}">
                <a16:creationId xmlns:a16="http://schemas.microsoft.com/office/drawing/2014/main" id="{D8DA147B-3E41-1B35-F48A-65C7B233FCC2}"/>
              </a:ext>
            </a:extLst>
          </p:cNvPr>
          <p:cNvSpPr txBox="1"/>
          <p:nvPr/>
        </p:nvSpPr>
        <p:spPr>
          <a:xfrm>
            <a:off x="6582892" y="3434722"/>
            <a:ext cx="203046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这里输入关键流程</a:t>
            </a:r>
          </a:p>
        </p:txBody>
      </p:sp>
      <p:cxnSp>
        <p:nvCxnSpPr>
          <p:cNvPr id="45" name="直接箭头连接符 44">
            <a:extLst>
              <a:ext uri="{FF2B5EF4-FFF2-40B4-BE49-F238E27FC236}">
                <a16:creationId xmlns:a16="http://schemas.microsoft.com/office/drawing/2014/main" id="{50BEDE00-AF90-5FD9-7409-13180A7E6492}"/>
              </a:ext>
            </a:extLst>
          </p:cNvPr>
          <p:cNvCxnSpPr>
            <a:cxnSpLocks/>
            <a:stCxn id="4" idx="2"/>
          </p:cNvCxnSpPr>
          <p:nvPr/>
        </p:nvCxnSpPr>
        <p:spPr>
          <a:xfrm>
            <a:off x="7608418" y="5328786"/>
            <a:ext cx="0" cy="395251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" name="文本框 1050">
            <a:extLst>
              <a:ext uri="{FF2B5EF4-FFF2-40B4-BE49-F238E27FC236}">
                <a16:creationId xmlns:a16="http://schemas.microsoft.com/office/drawing/2014/main" id="{351558A2-02D8-C38E-EE05-780C001D9CAB}"/>
              </a:ext>
            </a:extLst>
          </p:cNvPr>
          <p:cNvSpPr txBox="1"/>
          <p:nvPr/>
        </p:nvSpPr>
        <p:spPr>
          <a:xfrm>
            <a:off x="6212309" y="4012756"/>
            <a:ext cx="860244" cy="4616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 anchor="ctr" anchorCtr="1">
            <a:spAutoFit/>
          </a:bodyPr>
          <a:lstStyle/>
          <a:p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Voxel-based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056" name="文本框 1055">
            <a:extLst>
              <a:ext uri="{FF2B5EF4-FFF2-40B4-BE49-F238E27FC236}">
                <a16:creationId xmlns:a16="http://schemas.microsoft.com/office/drawing/2014/main" id="{1B78C4B5-BB33-599E-5B49-D80835F9EFDE}"/>
              </a:ext>
            </a:extLst>
          </p:cNvPr>
          <p:cNvSpPr txBox="1"/>
          <p:nvPr/>
        </p:nvSpPr>
        <p:spPr>
          <a:xfrm>
            <a:off x="7170876" y="4019634"/>
            <a:ext cx="860244" cy="4616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 anchor="ctr" anchorCtr="1">
            <a:spAutoFit/>
          </a:bodyPr>
          <a:lstStyle/>
          <a:p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ROI/Seed-Based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059" name="文本框 1058">
            <a:extLst>
              <a:ext uri="{FF2B5EF4-FFF2-40B4-BE49-F238E27FC236}">
                <a16:creationId xmlns:a16="http://schemas.microsoft.com/office/drawing/2014/main" id="{65D66B7F-83EE-7DA4-0A8E-5116B1CB2DE2}"/>
              </a:ext>
            </a:extLst>
          </p:cNvPr>
          <p:cNvSpPr txBox="1"/>
          <p:nvPr/>
        </p:nvSpPr>
        <p:spPr>
          <a:xfrm>
            <a:off x="8129442" y="4019634"/>
            <a:ext cx="860244" cy="4616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 anchor="ctr" anchorCtr="1">
            <a:spAutoFit/>
          </a:bodyPr>
          <a:lstStyle/>
          <a:p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Dynamic Analysis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060" name="矩形 1059">
            <a:extLst>
              <a:ext uri="{FF2B5EF4-FFF2-40B4-BE49-F238E27FC236}">
                <a16:creationId xmlns:a16="http://schemas.microsoft.com/office/drawing/2014/main" id="{BDE74236-B64C-83CD-9B95-95A082C31BB0}"/>
              </a:ext>
            </a:extLst>
          </p:cNvPr>
          <p:cNvSpPr/>
          <p:nvPr/>
        </p:nvSpPr>
        <p:spPr>
          <a:xfrm>
            <a:off x="6077869" y="3845579"/>
            <a:ext cx="3061104" cy="724012"/>
          </a:xfrm>
          <a:prstGeom prst="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061" name="直接箭头连接符 1060">
            <a:extLst>
              <a:ext uri="{FF2B5EF4-FFF2-40B4-BE49-F238E27FC236}">
                <a16:creationId xmlns:a16="http://schemas.microsoft.com/office/drawing/2014/main" id="{B48DB7A1-48CD-5EF9-26CD-5E1DC609AC83}"/>
              </a:ext>
            </a:extLst>
          </p:cNvPr>
          <p:cNvCxnSpPr>
            <a:cxnSpLocks/>
          </p:cNvCxnSpPr>
          <p:nvPr/>
        </p:nvCxnSpPr>
        <p:spPr>
          <a:xfrm>
            <a:off x="7618383" y="4569591"/>
            <a:ext cx="0" cy="395251"/>
          </a:xfrm>
          <a:prstGeom prst="straightConnector1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灯片编号占位符 18">
            <a:extLst>
              <a:ext uri="{FF2B5EF4-FFF2-40B4-BE49-F238E27FC236}">
                <a16:creationId xmlns:a16="http://schemas.microsoft.com/office/drawing/2014/main" id="{1E148C84-6EF0-FCC1-42E0-D487712C8668}"/>
              </a:ext>
            </a:extLst>
          </p:cNvPr>
          <p:cNvSpPr txBox="1">
            <a:spLocks/>
          </p:cNvSpPr>
          <p:nvPr/>
        </p:nvSpPr>
        <p:spPr>
          <a:xfrm>
            <a:off x="9366915" y="6356350"/>
            <a:ext cx="2743200" cy="365125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97AA5570-5C36-4F12-A1EB-4155A99A1666}" type="slidenum">
              <a:rPr lang="zh-CN" altLang="en-US" smtClean="0"/>
              <a:pPr algn="r"/>
              <a:t>10</a:t>
            </a:fld>
            <a:endParaRPr lang="zh-CN" altLang="en-US" dirty="0"/>
          </a:p>
        </p:txBody>
      </p:sp>
      <p:pic>
        <p:nvPicPr>
          <p:cNvPr id="23" name="图片 22">
            <a:extLst>
              <a:ext uri="{FF2B5EF4-FFF2-40B4-BE49-F238E27FC236}">
                <a16:creationId xmlns:a16="http://schemas.microsoft.com/office/drawing/2014/main" id="{F2C3B414-BF71-15FB-38DF-9B4319320CEA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58445"/>
          <a:stretch/>
        </p:blipFill>
        <p:spPr>
          <a:xfrm>
            <a:off x="608863" y="2499724"/>
            <a:ext cx="1475723" cy="905173"/>
          </a:xfrm>
          <a:prstGeom prst="rect">
            <a:avLst/>
          </a:prstGeom>
        </p:spPr>
      </p:pic>
      <p:pic>
        <p:nvPicPr>
          <p:cNvPr id="24" name="图片 23">
            <a:extLst>
              <a:ext uri="{FF2B5EF4-FFF2-40B4-BE49-F238E27FC236}">
                <a16:creationId xmlns:a16="http://schemas.microsoft.com/office/drawing/2014/main" id="{7E73CA67-A0B4-684F-31ED-F9A99796B9CA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58445"/>
          <a:stretch/>
        </p:blipFill>
        <p:spPr>
          <a:xfrm>
            <a:off x="2360176" y="2484429"/>
            <a:ext cx="1475723" cy="905173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E05435C4-2121-C0AC-7629-1C08672879C3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58445"/>
          <a:stretch/>
        </p:blipFill>
        <p:spPr>
          <a:xfrm>
            <a:off x="4083483" y="2500554"/>
            <a:ext cx="1475723" cy="905173"/>
          </a:xfrm>
          <a:prstGeom prst="rect">
            <a:avLst/>
          </a:prstGeom>
        </p:spPr>
      </p:pic>
      <p:sp>
        <p:nvSpPr>
          <p:cNvPr id="48" name="矩形 47">
            <a:extLst>
              <a:ext uri="{FF2B5EF4-FFF2-40B4-BE49-F238E27FC236}">
                <a16:creationId xmlns:a16="http://schemas.microsoft.com/office/drawing/2014/main" id="{C8153CC8-6F57-C257-C0BB-CB3E4F4396B7}"/>
              </a:ext>
            </a:extLst>
          </p:cNvPr>
          <p:cNvSpPr/>
          <p:nvPr/>
        </p:nvSpPr>
        <p:spPr>
          <a:xfrm>
            <a:off x="9769837" y="5419463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A307F73F-42AB-B6DA-4363-A98D231C5698}"/>
              </a:ext>
            </a:extLst>
          </p:cNvPr>
          <p:cNvSpPr/>
          <p:nvPr/>
        </p:nvSpPr>
        <p:spPr>
          <a:xfrm>
            <a:off x="9769837" y="3785995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3F5D693F-00C2-BB58-2F1E-3906D800A79B}"/>
              </a:ext>
            </a:extLst>
          </p:cNvPr>
          <p:cNvSpPr/>
          <p:nvPr/>
        </p:nvSpPr>
        <p:spPr>
          <a:xfrm>
            <a:off x="9769837" y="2063973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19E00439-2ED1-725E-C7D4-DC36D28A7F82}"/>
              </a:ext>
            </a:extLst>
          </p:cNvPr>
          <p:cNvSpPr txBox="1"/>
          <p:nvPr/>
        </p:nvSpPr>
        <p:spPr>
          <a:xfrm>
            <a:off x="9694124" y="3913331"/>
            <a:ext cx="2080382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</a:t>
            </a:r>
            <a:b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研究指标关系</a:t>
            </a:r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5EC87C6D-C5E6-4A28-6880-F1A51C07CC7F}"/>
              </a:ext>
            </a:extLst>
          </p:cNvPr>
          <p:cNvSpPr txBox="1"/>
          <p:nvPr/>
        </p:nvSpPr>
        <p:spPr>
          <a:xfrm>
            <a:off x="9818938" y="2187742"/>
            <a:ext cx="1941227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这里输入你要探究的研究指标关系</a:t>
            </a:r>
          </a:p>
        </p:txBody>
      </p:sp>
      <p:sp>
        <p:nvSpPr>
          <p:cNvPr id="53" name="文本框 52">
            <a:extLst>
              <a:ext uri="{FF2B5EF4-FFF2-40B4-BE49-F238E27FC236}">
                <a16:creationId xmlns:a16="http://schemas.microsoft.com/office/drawing/2014/main" id="{13A2F746-022E-409F-B528-B608277973E9}"/>
              </a:ext>
            </a:extLst>
          </p:cNvPr>
          <p:cNvSpPr txBox="1"/>
          <p:nvPr/>
        </p:nvSpPr>
        <p:spPr>
          <a:xfrm>
            <a:off x="9694124" y="5565579"/>
            <a:ext cx="2080382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</a:t>
            </a:r>
            <a:b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研究指标关系</a:t>
            </a:r>
          </a:p>
        </p:txBody>
      </p:sp>
      <p:cxnSp>
        <p:nvCxnSpPr>
          <p:cNvPr id="54" name="直接箭头连接符 53">
            <a:extLst>
              <a:ext uri="{FF2B5EF4-FFF2-40B4-BE49-F238E27FC236}">
                <a16:creationId xmlns:a16="http://schemas.microsoft.com/office/drawing/2014/main" id="{263154B0-4EA8-40DF-1F2D-0592BCB3B01A}"/>
              </a:ext>
            </a:extLst>
          </p:cNvPr>
          <p:cNvCxnSpPr>
            <a:cxnSpLocks/>
          </p:cNvCxnSpPr>
          <p:nvPr/>
        </p:nvCxnSpPr>
        <p:spPr>
          <a:xfrm>
            <a:off x="10791173" y="2974943"/>
            <a:ext cx="0" cy="741204"/>
          </a:xfrm>
          <a:prstGeom prst="straightConnector1">
            <a:avLst/>
          </a:prstGeom>
          <a:ln w="762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接箭头连接符 54">
            <a:extLst>
              <a:ext uri="{FF2B5EF4-FFF2-40B4-BE49-F238E27FC236}">
                <a16:creationId xmlns:a16="http://schemas.microsoft.com/office/drawing/2014/main" id="{D978112A-64E7-BACC-E25D-654EFFD58515}"/>
              </a:ext>
            </a:extLst>
          </p:cNvPr>
          <p:cNvCxnSpPr>
            <a:cxnSpLocks/>
          </p:cNvCxnSpPr>
          <p:nvPr/>
        </p:nvCxnSpPr>
        <p:spPr>
          <a:xfrm>
            <a:off x="10804077" y="4617117"/>
            <a:ext cx="0" cy="717259"/>
          </a:xfrm>
          <a:prstGeom prst="straightConnector1">
            <a:avLst/>
          </a:prstGeom>
          <a:ln w="762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矩形 55">
            <a:extLst>
              <a:ext uri="{FF2B5EF4-FFF2-40B4-BE49-F238E27FC236}">
                <a16:creationId xmlns:a16="http://schemas.microsoft.com/office/drawing/2014/main" id="{3528E716-1A36-BF7A-D6B3-9F41E49F1C4F}"/>
              </a:ext>
            </a:extLst>
          </p:cNvPr>
          <p:cNvSpPr/>
          <p:nvPr/>
        </p:nvSpPr>
        <p:spPr>
          <a:xfrm>
            <a:off x="9666086" y="1289363"/>
            <a:ext cx="2142509" cy="5237452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7225E95D-7811-4BBA-7EA2-5AF0D1A7414B}"/>
              </a:ext>
            </a:extLst>
          </p:cNvPr>
          <p:cNvSpPr txBox="1"/>
          <p:nvPr/>
        </p:nvSpPr>
        <p:spPr>
          <a:xfrm>
            <a:off x="9949714" y="1577807"/>
            <a:ext cx="156920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研究结果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742029B1-BB52-49F6-17AA-891401AA298C}"/>
              </a:ext>
            </a:extLst>
          </p:cNvPr>
          <p:cNvSpPr txBox="1"/>
          <p:nvPr/>
        </p:nvSpPr>
        <p:spPr>
          <a:xfrm>
            <a:off x="267402" y="727714"/>
            <a:ext cx="775172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zh-CN" altLang="en-US" sz="2400" b="1" kern="1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研究内容二： 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***对***以及两者关系的影响研究</a:t>
            </a:r>
            <a:endParaRPr lang="zh-CN" altLang="en-US" sz="2400" b="1" kern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A974DE58-BF8E-76FA-EF24-589118D28D50}"/>
              </a:ext>
            </a:extLst>
          </p:cNvPr>
          <p:cNvSpPr/>
          <p:nvPr/>
        </p:nvSpPr>
        <p:spPr>
          <a:xfrm>
            <a:off x="245419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研究目标与内容</a:t>
            </a:r>
          </a:p>
        </p:txBody>
      </p:sp>
    </p:spTree>
    <p:extLst>
      <p:ext uri="{BB962C8B-B14F-4D97-AF65-F5344CB8AC3E}">
        <p14:creationId xmlns:p14="http://schemas.microsoft.com/office/powerpoint/2010/main" val="2828628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73796"/>
    </mc:Choice>
    <mc:Fallback xmlns="">
      <p:transition spd="slow" advTm="73796"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文本框 294">
            <a:extLst>
              <a:ext uri="{FF2B5EF4-FFF2-40B4-BE49-F238E27FC236}">
                <a16:creationId xmlns:a16="http://schemas.microsoft.com/office/drawing/2014/main" id="{8988A00F-AAEA-0691-5F14-967D513250D8}"/>
              </a:ext>
            </a:extLst>
          </p:cNvPr>
          <p:cNvSpPr txBox="1"/>
          <p:nvPr/>
        </p:nvSpPr>
        <p:spPr>
          <a:xfrm>
            <a:off x="5788141" y="5204161"/>
            <a:ext cx="3222510" cy="1206044"/>
          </a:xfrm>
          <a:prstGeom prst="rect">
            <a:avLst/>
          </a:prstGeom>
          <a:solidFill>
            <a:srgbClr val="F5F5F5"/>
          </a:solidFill>
        </p:spPr>
        <p:txBody>
          <a:bodyPr wrap="square" rtlCol="0" anchor="ctr" anchorCtr="1">
            <a:noAutofit/>
          </a:bodyPr>
          <a:lstStyle/>
          <a:p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93" name="文本框 292">
            <a:extLst>
              <a:ext uri="{FF2B5EF4-FFF2-40B4-BE49-F238E27FC236}">
                <a16:creationId xmlns:a16="http://schemas.microsoft.com/office/drawing/2014/main" id="{3D59B56D-D10F-E76D-4344-FE1806011B58}"/>
              </a:ext>
            </a:extLst>
          </p:cNvPr>
          <p:cNvSpPr txBox="1"/>
          <p:nvPr/>
        </p:nvSpPr>
        <p:spPr>
          <a:xfrm>
            <a:off x="652281" y="5204161"/>
            <a:ext cx="3568047" cy="1206044"/>
          </a:xfrm>
          <a:prstGeom prst="rect">
            <a:avLst/>
          </a:prstGeom>
          <a:solidFill>
            <a:srgbClr val="F5F5F5"/>
          </a:solidFill>
        </p:spPr>
        <p:txBody>
          <a:bodyPr wrap="square" rtlCol="0" anchor="ctr" anchorCtr="1">
            <a:noAutofit/>
          </a:bodyPr>
          <a:lstStyle/>
          <a:p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30" name="圆角矩形 11">
            <a:extLst>
              <a:ext uri="{FF2B5EF4-FFF2-40B4-BE49-F238E27FC236}">
                <a16:creationId xmlns:a16="http://schemas.microsoft.com/office/drawing/2014/main" id="{AA7EFBE1-F869-F92D-9500-C397712FA879}"/>
              </a:ext>
            </a:extLst>
          </p:cNvPr>
          <p:cNvSpPr/>
          <p:nvPr/>
        </p:nvSpPr>
        <p:spPr>
          <a:xfrm>
            <a:off x="520579" y="1324782"/>
            <a:ext cx="6110794" cy="3443346"/>
          </a:xfrm>
          <a:prstGeom prst="roundRect">
            <a:avLst>
              <a:gd name="adj" fmla="val 3704"/>
            </a:avLst>
          </a:prstGeom>
          <a:noFill/>
          <a:ln w="1270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51" name="文本框 150">
            <a:extLst>
              <a:ext uri="{FF2B5EF4-FFF2-40B4-BE49-F238E27FC236}">
                <a16:creationId xmlns:a16="http://schemas.microsoft.com/office/drawing/2014/main" id="{55771049-EC76-3FCE-1723-865A626EA135}"/>
              </a:ext>
            </a:extLst>
          </p:cNvPr>
          <p:cNvSpPr txBox="1"/>
          <p:nvPr/>
        </p:nvSpPr>
        <p:spPr>
          <a:xfrm>
            <a:off x="2731973" y="1178241"/>
            <a:ext cx="1852138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ASCDFRESGT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8" name="矩形 197">
            <a:extLst>
              <a:ext uri="{FF2B5EF4-FFF2-40B4-BE49-F238E27FC236}">
                <a16:creationId xmlns:a16="http://schemas.microsoft.com/office/drawing/2014/main" id="{B064E5DB-D2E1-4657-76AB-F5FEA9EEB90B}"/>
              </a:ext>
            </a:extLst>
          </p:cNvPr>
          <p:cNvSpPr/>
          <p:nvPr/>
        </p:nvSpPr>
        <p:spPr>
          <a:xfrm>
            <a:off x="1038412" y="1522270"/>
            <a:ext cx="5099164" cy="309062"/>
          </a:xfrm>
          <a:prstGeom prst="rect">
            <a:avLst/>
          </a:prstGeom>
          <a:solidFill>
            <a:srgbClr val="D9D9D9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0" name="右中括号 199">
            <a:extLst>
              <a:ext uri="{FF2B5EF4-FFF2-40B4-BE49-F238E27FC236}">
                <a16:creationId xmlns:a16="http://schemas.microsoft.com/office/drawing/2014/main" id="{1B285119-2359-7FBF-911B-54780575F6EA}"/>
              </a:ext>
            </a:extLst>
          </p:cNvPr>
          <p:cNvSpPr/>
          <p:nvPr/>
        </p:nvSpPr>
        <p:spPr>
          <a:xfrm rot="5400000">
            <a:off x="3477833" y="2268263"/>
            <a:ext cx="85684" cy="4300792"/>
          </a:xfrm>
          <a:prstGeom prst="rightBracket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00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1" name="文本框 200">
            <a:extLst>
              <a:ext uri="{FF2B5EF4-FFF2-40B4-BE49-F238E27FC236}">
                <a16:creationId xmlns:a16="http://schemas.microsoft.com/office/drawing/2014/main" id="{B478C0D1-A119-E23F-C5A2-C724AAB4B55A}"/>
              </a:ext>
            </a:extLst>
          </p:cNvPr>
          <p:cNvSpPr txBox="1"/>
          <p:nvPr/>
        </p:nvSpPr>
        <p:spPr>
          <a:xfrm>
            <a:off x="2969664" y="4467428"/>
            <a:ext cx="1149597" cy="246221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1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CRSGV</a:t>
            </a:r>
            <a:endParaRPr lang="zh-CN" altLang="en-US" sz="1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3" name="矩形 202">
            <a:extLst>
              <a:ext uri="{FF2B5EF4-FFF2-40B4-BE49-F238E27FC236}">
                <a16:creationId xmlns:a16="http://schemas.microsoft.com/office/drawing/2014/main" id="{3F90CB95-9366-C1A5-19F9-95B8089C82A6}"/>
              </a:ext>
            </a:extLst>
          </p:cNvPr>
          <p:cNvSpPr/>
          <p:nvPr/>
        </p:nvSpPr>
        <p:spPr>
          <a:xfrm>
            <a:off x="998313" y="3870433"/>
            <a:ext cx="638265" cy="42719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DFGV</a:t>
            </a:r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5" name="矩形 204">
            <a:extLst>
              <a:ext uri="{FF2B5EF4-FFF2-40B4-BE49-F238E27FC236}">
                <a16:creationId xmlns:a16="http://schemas.microsoft.com/office/drawing/2014/main" id="{311589CC-910A-FEFD-8CF4-8F5625479F9D}"/>
              </a:ext>
            </a:extLst>
          </p:cNvPr>
          <p:cNvSpPr/>
          <p:nvPr/>
        </p:nvSpPr>
        <p:spPr>
          <a:xfrm>
            <a:off x="1636578" y="3870433"/>
            <a:ext cx="791118" cy="42719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GHBG</a:t>
            </a:r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6" name="文本框 205">
            <a:extLst>
              <a:ext uri="{FF2B5EF4-FFF2-40B4-BE49-F238E27FC236}">
                <a16:creationId xmlns:a16="http://schemas.microsoft.com/office/drawing/2014/main" id="{BFA36C6D-18B6-D27A-5184-68D1F9B6E201}"/>
              </a:ext>
            </a:extLst>
          </p:cNvPr>
          <p:cNvSpPr txBox="1"/>
          <p:nvPr/>
        </p:nvSpPr>
        <p:spPr>
          <a:xfrm>
            <a:off x="1037251" y="1521051"/>
            <a:ext cx="123213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EFCRDVB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7" name="文本框 206">
            <a:extLst>
              <a:ext uri="{FF2B5EF4-FFF2-40B4-BE49-F238E27FC236}">
                <a16:creationId xmlns:a16="http://schemas.microsoft.com/office/drawing/2014/main" id="{F14D4822-2FFB-A5B8-B2B9-66BCBACAF58A}"/>
              </a:ext>
            </a:extLst>
          </p:cNvPr>
          <p:cNvSpPr txBox="1"/>
          <p:nvPr/>
        </p:nvSpPr>
        <p:spPr>
          <a:xfrm>
            <a:off x="2530604" y="1521051"/>
            <a:ext cx="9518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SDCS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8" name="文本框 207">
            <a:extLst>
              <a:ext uri="{FF2B5EF4-FFF2-40B4-BE49-F238E27FC236}">
                <a16:creationId xmlns:a16="http://schemas.microsoft.com/office/drawing/2014/main" id="{9DE6D447-C833-6CFC-D39A-A594295E15B4}"/>
              </a:ext>
            </a:extLst>
          </p:cNvPr>
          <p:cNvSpPr txBox="1"/>
          <p:nvPr/>
        </p:nvSpPr>
        <p:spPr>
          <a:xfrm>
            <a:off x="3756122" y="1521051"/>
            <a:ext cx="11508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DCXSC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9" name="文本框 208">
            <a:extLst>
              <a:ext uri="{FF2B5EF4-FFF2-40B4-BE49-F238E27FC236}">
                <a16:creationId xmlns:a16="http://schemas.microsoft.com/office/drawing/2014/main" id="{4122CF6A-E411-BFA9-0951-BA8C5487C8F0}"/>
              </a:ext>
            </a:extLst>
          </p:cNvPr>
          <p:cNvSpPr txBox="1"/>
          <p:nvPr/>
        </p:nvSpPr>
        <p:spPr>
          <a:xfrm>
            <a:off x="1926215" y="1415732"/>
            <a:ext cx="9518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+</a:t>
            </a:r>
            <a:endParaRPr lang="zh-CN" altLang="en-US" sz="24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0" name="文本框 209">
            <a:extLst>
              <a:ext uri="{FF2B5EF4-FFF2-40B4-BE49-F238E27FC236}">
                <a16:creationId xmlns:a16="http://schemas.microsoft.com/office/drawing/2014/main" id="{4B44A34D-7E02-8FB1-6651-269352CCCD41}"/>
              </a:ext>
            </a:extLst>
          </p:cNvPr>
          <p:cNvSpPr txBox="1"/>
          <p:nvPr/>
        </p:nvSpPr>
        <p:spPr>
          <a:xfrm>
            <a:off x="3171459" y="1415731"/>
            <a:ext cx="9518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+</a:t>
            </a:r>
            <a:endParaRPr lang="zh-CN" altLang="en-US" sz="24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1" name="矩形 210">
            <a:extLst>
              <a:ext uri="{FF2B5EF4-FFF2-40B4-BE49-F238E27FC236}">
                <a16:creationId xmlns:a16="http://schemas.microsoft.com/office/drawing/2014/main" id="{D98C0437-1C87-2540-82DA-F2BC63631AED}"/>
              </a:ext>
            </a:extLst>
          </p:cNvPr>
          <p:cNvSpPr/>
          <p:nvPr/>
        </p:nvSpPr>
        <p:spPr>
          <a:xfrm>
            <a:off x="2441997" y="3870433"/>
            <a:ext cx="638265" cy="42719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TGRH</a:t>
            </a:r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2" name="矩形 211">
            <a:extLst>
              <a:ext uri="{FF2B5EF4-FFF2-40B4-BE49-F238E27FC236}">
                <a16:creationId xmlns:a16="http://schemas.microsoft.com/office/drawing/2014/main" id="{A2CDBC9E-BE2C-9C06-EF3C-FD4C3BF44D62}"/>
              </a:ext>
            </a:extLst>
          </p:cNvPr>
          <p:cNvSpPr/>
          <p:nvPr/>
        </p:nvSpPr>
        <p:spPr>
          <a:xfrm>
            <a:off x="3085041" y="3870433"/>
            <a:ext cx="791118" cy="42719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SDEWF</a:t>
            </a:r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3" name="矩形 212">
            <a:extLst>
              <a:ext uri="{FF2B5EF4-FFF2-40B4-BE49-F238E27FC236}">
                <a16:creationId xmlns:a16="http://schemas.microsoft.com/office/drawing/2014/main" id="{64676721-0080-5546-E3A1-8FBC7988E532}"/>
              </a:ext>
            </a:extLst>
          </p:cNvPr>
          <p:cNvSpPr/>
          <p:nvPr/>
        </p:nvSpPr>
        <p:spPr>
          <a:xfrm>
            <a:off x="3861400" y="3870433"/>
            <a:ext cx="667325" cy="42719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FC</a:t>
            </a:r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4" name="矩形 213">
            <a:extLst>
              <a:ext uri="{FF2B5EF4-FFF2-40B4-BE49-F238E27FC236}">
                <a16:creationId xmlns:a16="http://schemas.microsoft.com/office/drawing/2014/main" id="{BBB6E051-F913-5BFE-91FA-28C6AD6A6020}"/>
              </a:ext>
            </a:extLst>
          </p:cNvPr>
          <p:cNvSpPr/>
          <p:nvPr/>
        </p:nvSpPr>
        <p:spPr>
          <a:xfrm>
            <a:off x="4528725" y="3870433"/>
            <a:ext cx="810198" cy="42719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DCFDS</a:t>
            </a:r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5" name="矩形 214">
            <a:extLst>
              <a:ext uri="{FF2B5EF4-FFF2-40B4-BE49-F238E27FC236}">
                <a16:creationId xmlns:a16="http://schemas.microsoft.com/office/drawing/2014/main" id="{B32FEF46-A12E-8BE5-A5AC-91D61B1B13D2}"/>
              </a:ext>
            </a:extLst>
          </p:cNvPr>
          <p:cNvSpPr/>
          <p:nvPr/>
        </p:nvSpPr>
        <p:spPr>
          <a:xfrm>
            <a:off x="5303727" y="3870433"/>
            <a:ext cx="686590" cy="42719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XDC</a:t>
            </a:r>
            <a:endParaRPr lang="zh-CN" altLang="en-US" sz="1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7" name="文本框 216">
            <a:extLst>
              <a:ext uri="{FF2B5EF4-FFF2-40B4-BE49-F238E27FC236}">
                <a16:creationId xmlns:a16="http://schemas.microsoft.com/office/drawing/2014/main" id="{6FCC8A85-5F6B-FEC1-2B9C-17076B51874D}"/>
              </a:ext>
            </a:extLst>
          </p:cNvPr>
          <p:cNvSpPr txBox="1"/>
          <p:nvPr/>
        </p:nvSpPr>
        <p:spPr>
          <a:xfrm>
            <a:off x="5171060" y="1533367"/>
            <a:ext cx="10300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CFD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8" name="文本框 217">
            <a:extLst>
              <a:ext uri="{FF2B5EF4-FFF2-40B4-BE49-F238E27FC236}">
                <a16:creationId xmlns:a16="http://schemas.microsoft.com/office/drawing/2014/main" id="{DE9D9FEB-3210-500A-8F13-768A66474C45}"/>
              </a:ext>
            </a:extLst>
          </p:cNvPr>
          <p:cNvSpPr txBox="1"/>
          <p:nvPr/>
        </p:nvSpPr>
        <p:spPr>
          <a:xfrm>
            <a:off x="4538755" y="1417021"/>
            <a:ext cx="9518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+</a:t>
            </a:r>
            <a:endParaRPr lang="zh-CN" altLang="en-US" sz="24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0" name="圆角矩形 11">
            <a:extLst>
              <a:ext uri="{FF2B5EF4-FFF2-40B4-BE49-F238E27FC236}">
                <a16:creationId xmlns:a16="http://schemas.microsoft.com/office/drawing/2014/main" id="{238A8826-F5BC-66EF-536A-38F9ED762EEF}"/>
              </a:ext>
            </a:extLst>
          </p:cNvPr>
          <p:cNvSpPr/>
          <p:nvPr/>
        </p:nvSpPr>
        <p:spPr>
          <a:xfrm>
            <a:off x="6883604" y="1324782"/>
            <a:ext cx="2250495" cy="3424519"/>
          </a:xfrm>
          <a:prstGeom prst="roundRect">
            <a:avLst>
              <a:gd name="adj" fmla="val 3704"/>
            </a:avLst>
          </a:prstGeom>
          <a:noFill/>
          <a:ln w="1270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ts val="2400"/>
              </a:lnSpc>
              <a:buFont typeface="Arial" panose="020B0604020202020204" pitchFamily="34" charset="0"/>
              <a:buChar char="•"/>
            </a:pPr>
            <a:endParaRPr lang="en-US" altLang="zh-CN" sz="1600" b="1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1" name="文本框 220">
            <a:extLst>
              <a:ext uri="{FF2B5EF4-FFF2-40B4-BE49-F238E27FC236}">
                <a16:creationId xmlns:a16="http://schemas.microsoft.com/office/drawing/2014/main" id="{776FA978-8A28-F4C0-2CC5-418A34258947}"/>
              </a:ext>
            </a:extLst>
          </p:cNvPr>
          <p:cNvSpPr txBox="1"/>
          <p:nvPr/>
        </p:nvSpPr>
        <p:spPr>
          <a:xfrm>
            <a:off x="7349072" y="1178241"/>
            <a:ext cx="125877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结果指标</a:t>
            </a:r>
          </a:p>
        </p:txBody>
      </p:sp>
      <p:sp>
        <p:nvSpPr>
          <p:cNvPr id="233" name="文本框 232">
            <a:extLst>
              <a:ext uri="{FF2B5EF4-FFF2-40B4-BE49-F238E27FC236}">
                <a16:creationId xmlns:a16="http://schemas.microsoft.com/office/drawing/2014/main" id="{C1B09631-5AF7-8C46-6CE1-72F1508296BA}"/>
              </a:ext>
            </a:extLst>
          </p:cNvPr>
          <p:cNvSpPr txBox="1"/>
          <p:nvPr/>
        </p:nvSpPr>
        <p:spPr>
          <a:xfrm>
            <a:off x="6976251" y="1931680"/>
            <a:ext cx="881606" cy="1846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DFEC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4" name="文本框 233">
            <a:extLst>
              <a:ext uri="{FF2B5EF4-FFF2-40B4-BE49-F238E27FC236}">
                <a16:creationId xmlns:a16="http://schemas.microsoft.com/office/drawing/2014/main" id="{41F810AD-1260-EA61-7DF5-25F90C1BDC89}"/>
              </a:ext>
            </a:extLst>
          </p:cNvPr>
          <p:cNvSpPr txBox="1"/>
          <p:nvPr/>
        </p:nvSpPr>
        <p:spPr>
          <a:xfrm>
            <a:off x="8274352" y="2140765"/>
            <a:ext cx="788725" cy="1846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DFC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5" name="文本框 234">
            <a:extLst>
              <a:ext uri="{FF2B5EF4-FFF2-40B4-BE49-F238E27FC236}">
                <a16:creationId xmlns:a16="http://schemas.microsoft.com/office/drawing/2014/main" id="{B0104E61-FE44-9F7A-70E4-AA29D9BD8EE5}"/>
              </a:ext>
            </a:extLst>
          </p:cNvPr>
          <p:cNvSpPr txBox="1"/>
          <p:nvPr/>
        </p:nvSpPr>
        <p:spPr>
          <a:xfrm>
            <a:off x="6966423" y="2585162"/>
            <a:ext cx="881606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QWXD</a:t>
            </a:r>
            <a:b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XC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6" name="文本框 235">
            <a:extLst>
              <a:ext uri="{FF2B5EF4-FFF2-40B4-BE49-F238E27FC236}">
                <a16:creationId xmlns:a16="http://schemas.microsoft.com/office/drawing/2014/main" id="{924BAD7F-0381-E1E1-16DD-2059023A5634}"/>
              </a:ext>
            </a:extLst>
          </p:cNvPr>
          <p:cNvSpPr txBox="1"/>
          <p:nvPr/>
        </p:nvSpPr>
        <p:spPr>
          <a:xfrm>
            <a:off x="8272480" y="2442183"/>
            <a:ext cx="788725" cy="1846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DCX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7" name="文本框 236">
            <a:extLst>
              <a:ext uri="{FF2B5EF4-FFF2-40B4-BE49-F238E27FC236}">
                <a16:creationId xmlns:a16="http://schemas.microsoft.com/office/drawing/2014/main" id="{4454C9A3-2BCB-5920-A9DB-67465F21C03D}"/>
              </a:ext>
            </a:extLst>
          </p:cNvPr>
          <p:cNvSpPr txBox="1"/>
          <p:nvPr/>
        </p:nvSpPr>
        <p:spPr>
          <a:xfrm>
            <a:off x="7032506" y="3573758"/>
            <a:ext cx="788400" cy="3708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WDEXEC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8" name="文本框 237">
            <a:extLst>
              <a:ext uri="{FF2B5EF4-FFF2-40B4-BE49-F238E27FC236}">
                <a16:creationId xmlns:a16="http://schemas.microsoft.com/office/drawing/2014/main" id="{7034AD4E-5BD0-8CF7-5BFE-EF64C0F71D74}"/>
              </a:ext>
            </a:extLst>
          </p:cNvPr>
          <p:cNvSpPr txBox="1"/>
          <p:nvPr/>
        </p:nvSpPr>
        <p:spPr>
          <a:xfrm>
            <a:off x="7031065" y="4078233"/>
            <a:ext cx="788400" cy="3708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WCFDV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9" name="文本框 238">
            <a:extLst>
              <a:ext uri="{FF2B5EF4-FFF2-40B4-BE49-F238E27FC236}">
                <a16:creationId xmlns:a16="http://schemas.microsoft.com/office/drawing/2014/main" id="{0E10055A-7BC3-EA38-9A89-759B1BC8F3CE}"/>
              </a:ext>
            </a:extLst>
          </p:cNvPr>
          <p:cNvSpPr txBox="1"/>
          <p:nvPr/>
        </p:nvSpPr>
        <p:spPr>
          <a:xfrm>
            <a:off x="8159003" y="3545568"/>
            <a:ext cx="788400" cy="3708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DCC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0" name="文本框 239">
            <a:extLst>
              <a:ext uri="{FF2B5EF4-FFF2-40B4-BE49-F238E27FC236}">
                <a16:creationId xmlns:a16="http://schemas.microsoft.com/office/drawing/2014/main" id="{CD3A2CD7-8C32-5108-3F62-6FD688AEFCCA}"/>
              </a:ext>
            </a:extLst>
          </p:cNvPr>
          <p:cNvSpPr txBox="1"/>
          <p:nvPr/>
        </p:nvSpPr>
        <p:spPr>
          <a:xfrm>
            <a:off x="8159003" y="4073521"/>
            <a:ext cx="788400" cy="3708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DWED</a:t>
            </a:r>
            <a:endParaRPr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42" name="直接箭头连接符 241">
            <a:extLst>
              <a:ext uri="{FF2B5EF4-FFF2-40B4-BE49-F238E27FC236}">
                <a16:creationId xmlns:a16="http://schemas.microsoft.com/office/drawing/2014/main" id="{DE587C49-AE19-D2B9-2CDC-325F0D36BD0C}"/>
              </a:ext>
            </a:extLst>
          </p:cNvPr>
          <p:cNvCxnSpPr>
            <a:stCxn id="233" idx="3"/>
            <a:endCxn id="236" idx="1"/>
          </p:cNvCxnSpPr>
          <p:nvPr/>
        </p:nvCxnSpPr>
        <p:spPr>
          <a:xfrm>
            <a:off x="7857857" y="2024013"/>
            <a:ext cx="414623" cy="5105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" name="直接箭头连接符 242">
            <a:extLst>
              <a:ext uri="{FF2B5EF4-FFF2-40B4-BE49-F238E27FC236}">
                <a16:creationId xmlns:a16="http://schemas.microsoft.com/office/drawing/2014/main" id="{44AB304A-7273-238E-17DC-D981E867D76B}"/>
              </a:ext>
            </a:extLst>
          </p:cNvPr>
          <p:cNvCxnSpPr>
            <a:cxnSpLocks/>
            <a:stCxn id="233" idx="3"/>
            <a:endCxn id="234" idx="1"/>
          </p:cNvCxnSpPr>
          <p:nvPr/>
        </p:nvCxnSpPr>
        <p:spPr>
          <a:xfrm>
            <a:off x="7857857" y="2024013"/>
            <a:ext cx="416495" cy="20908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6" name="直接箭头连接符 245">
            <a:extLst>
              <a:ext uri="{FF2B5EF4-FFF2-40B4-BE49-F238E27FC236}">
                <a16:creationId xmlns:a16="http://schemas.microsoft.com/office/drawing/2014/main" id="{8CC189FB-872E-897A-E4B1-280B29C9C702}"/>
              </a:ext>
            </a:extLst>
          </p:cNvPr>
          <p:cNvCxnSpPr>
            <a:cxnSpLocks/>
            <a:stCxn id="235" idx="3"/>
            <a:endCxn id="236" idx="1"/>
          </p:cNvCxnSpPr>
          <p:nvPr/>
        </p:nvCxnSpPr>
        <p:spPr>
          <a:xfrm flipV="1">
            <a:off x="7848029" y="2534516"/>
            <a:ext cx="424451" cy="23531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9" name="直接箭头连接符 248">
            <a:extLst>
              <a:ext uri="{FF2B5EF4-FFF2-40B4-BE49-F238E27FC236}">
                <a16:creationId xmlns:a16="http://schemas.microsoft.com/office/drawing/2014/main" id="{C33BC4F4-6B4B-41FC-8644-1BCE6A1A01CB}"/>
              </a:ext>
            </a:extLst>
          </p:cNvPr>
          <p:cNvCxnSpPr>
            <a:cxnSpLocks/>
            <a:stCxn id="235" idx="3"/>
            <a:endCxn id="234" idx="1"/>
          </p:cNvCxnSpPr>
          <p:nvPr/>
        </p:nvCxnSpPr>
        <p:spPr>
          <a:xfrm flipV="1">
            <a:off x="7848029" y="2233098"/>
            <a:ext cx="426323" cy="5367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8" name="文本框 257">
            <a:extLst>
              <a:ext uri="{FF2B5EF4-FFF2-40B4-BE49-F238E27FC236}">
                <a16:creationId xmlns:a16="http://schemas.microsoft.com/office/drawing/2014/main" id="{22FAA190-FDAE-39EA-BE34-4513698C24AA}"/>
              </a:ext>
            </a:extLst>
          </p:cNvPr>
          <p:cNvSpPr txBox="1"/>
          <p:nvPr/>
        </p:nvSpPr>
        <p:spPr>
          <a:xfrm>
            <a:off x="7582015" y="1478726"/>
            <a:ext cx="7928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主要指标</a:t>
            </a:r>
          </a:p>
        </p:txBody>
      </p:sp>
      <p:sp>
        <p:nvSpPr>
          <p:cNvPr id="259" name="文本框 258">
            <a:extLst>
              <a:ext uri="{FF2B5EF4-FFF2-40B4-BE49-F238E27FC236}">
                <a16:creationId xmlns:a16="http://schemas.microsoft.com/office/drawing/2014/main" id="{C00DC1AD-0F42-C7FB-97E9-9C0E1D53567F}"/>
              </a:ext>
            </a:extLst>
          </p:cNvPr>
          <p:cNvSpPr txBox="1"/>
          <p:nvPr/>
        </p:nvSpPr>
        <p:spPr>
          <a:xfrm>
            <a:off x="7623314" y="3128993"/>
            <a:ext cx="7928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次要指标</a:t>
            </a:r>
          </a:p>
        </p:txBody>
      </p:sp>
      <p:pic>
        <p:nvPicPr>
          <p:cNvPr id="147" name="图片 146">
            <a:extLst>
              <a:ext uri="{FF2B5EF4-FFF2-40B4-BE49-F238E27FC236}">
                <a16:creationId xmlns:a16="http://schemas.microsoft.com/office/drawing/2014/main" id="{5D544209-7349-2121-89CB-7155A33B8E7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3906"/>
          <a:stretch/>
        </p:blipFill>
        <p:spPr>
          <a:xfrm>
            <a:off x="4340733" y="5335730"/>
            <a:ext cx="1361229" cy="1035133"/>
          </a:xfrm>
          <a:prstGeom prst="rect">
            <a:avLst/>
          </a:prstGeom>
          <a:ln>
            <a:solidFill>
              <a:schemeClr val="bg1">
                <a:lumMod val="95000"/>
              </a:schemeClr>
            </a:solidFill>
          </a:ln>
        </p:spPr>
      </p:pic>
      <p:sp>
        <p:nvSpPr>
          <p:cNvPr id="148" name="矩形: 圆角 147">
            <a:extLst>
              <a:ext uri="{FF2B5EF4-FFF2-40B4-BE49-F238E27FC236}">
                <a16:creationId xmlns:a16="http://schemas.microsoft.com/office/drawing/2014/main" id="{5B7A4F9D-3D5F-16A3-27E9-1889C950DD91}"/>
              </a:ext>
            </a:extLst>
          </p:cNvPr>
          <p:cNvSpPr/>
          <p:nvPr/>
        </p:nvSpPr>
        <p:spPr>
          <a:xfrm>
            <a:off x="515300" y="4956402"/>
            <a:ext cx="8618799" cy="1576347"/>
          </a:xfrm>
          <a:prstGeom prst="roundRect">
            <a:avLst>
              <a:gd name="adj" fmla="val 6719"/>
            </a:avLst>
          </a:prstGeom>
          <a:noFill/>
          <a:ln w="1270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0" name="矩形 149">
            <a:extLst>
              <a:ext uri="{FF2B5EF4-FFF2-40B4-BE49-F238E27FC236}">
                <a16:creationId xmlns:a16="http://schemas.microsoft.com/office/drawing/2014/main" id="{6939897D-C055-4F7E-C4E2-D93C65326060}"/>
              </a:ext>
            </a:extLst>
          </p:cNvPr>
          <p:cNvSpPr/>
          <p:nvPr/>
        </p:nvSpPr>
        <p:spPr>
          <a:xfrm>
            <a:off x="7156532" y="4917315"/>
            <a:ext cx="691497" cy="318208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188" name="矩形 187">
            <a:extLst>
              <a:ext uri="{FF2B5EF4-FFF2-40B4-BE49-F238E27FC236}">
                <a16:creationId xmlns:a16="http://schemas.microsoft.com/office/drawing/2014/main" id="{65279C33-0C60-0BB3-7A7B-89F992FB680A}"/>
              </a:ext>
            </a:extLst>
          </p:cNvPr>
          <p:cNvSpPr/>
          <p:nvPr/>
        </p:nvSpPr>
        <p:spPr>
          <a:xfrm>
            <a:off x="2144790" y="4939758"/>
            <a:ext cx="780576" cy="295765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189" name="矩形 188">
            <a:extLst>
              <a:ext uri="{FF2B5EF4-FFF2-40B4-BE49-F238E27FC236}">
                <a16:creationId xmlns:a16="http://schemas.microsoft.com/office/drawing/2014/main" id="{40553C76-11B8-CA57-A2A8-95F01B6AFC17}"/>
              </a:ext>
            </a:extLst>
          </p:cNvPr>
          <p:cNvSpPr/>
          <p:nvPr/>
        </p:nvSpPr>
        <p:spPr>
          <a:xfrm>
            <a:off x="4653925" y="4802379"/>
            <a:ext cx="968083" cy="670731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>
              <a:lnSpc>
                <a:spcPct val="125000"/>
              </a:lnSpc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量效关系</a:t>
            </a:r>
          </a:p>
        </p:txBody>
      </p:sp>
      <p:grpSp>
        <p:nvGrpSpPr>
          <p:cNvPr id="191" name="组合 190">
            <a:extLst>
              <a:ext uri="{FF2B5EF4-FFF2-40B4-BE49-F238E27FC236}">
                <a16:creationId xmlns:a16="http://schemas.microsoft.com/office/drawing/2014/main" id="{7E9DB642-AA31-49FC-0E54-58F9B3E4AC5A}"/>
              </a:ext>
            </a:extLst>
          </p:cNvPr>
          <p:cNvGrpSpPr/>
          <p:nvPr/>
        </p:nvGrpSpPr>
        <p:grpSpPr>
          <a:xfrm>
            <a:off x="904064" y="5253161"/>
            <a:ext cx="969466" cy="1123042"/>
            <a:chOff x="3588160" y="4020546"/>
            <a:chExt cx="669778" cy="952330"/>
          </a:xfrm>
        </p:grpSpPr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541062A5-A61D-C311-A7E8-914C954C3ECF}"/>
                </a:ext>
              </a:extLst>
            </p:cNvPr>
            <p:cNvGrpSpPr/>
            <p:nvPr/>
          </p:nvGrpSpPr>
          <p:grpSpPr>
            <a:xfrm>
              <a:off x="3588160" y="4020546"/>
              <a:ext cx="669778" cy="952330"/>
              <a:chOff x="3588160" y="4020546"/>
              <a:chExt cx="669778" cy="952330"/>
            </a:xfrm>
          </p:grpSpPr>
          <p:grpSp>
            <p:nvGrpSpPr>
              <p:cNvPr id="271" name="组合 270">
                <a:extLst>
                  <a:ext uri="{FF2B5EF4-FFF2-40B4-BE49-F238E27FC236}">
                    <a16:creationId xmlns:a16="http://schemas.microsoft.com/office/drawing/2014/main" id="{97BA0DDE-90AD-9260-A1B0-43423EA7100C}"/>
                  </a:ext>
                </a:extLst>
              </p:cNvPr>
              <p:cNvGrpSpPr/>
              <p:nvPr/>
            </p:nvGrpSpPr>
            <p:grpSpPr>
              <a:xfrm>
                <a:off x="3588160" y="4020546"/>
                <a:ext cx="622394" cy="952330"/>
                <a:chOff x="3588160" y="4020546"/>
                <a:chExt cx="622394" cy="952330"/>
              </a:xfrm>
            </p:grpSpPr>
            <p:grpSp>
              <p:nvGrpSpPr>
                <p:cNvPr id="273" name="组合 272">
                  <a:extLst>
                    <a:ext uri="{FF2B5EF4-FFF2-40B4-BE49-F238E27FC236}">
                      <a16:creationId xmlns:a16="http://schemas.microsoft.com/office/drawing/2014/main" id="{B9B53517-35EA-E508-845B-7950C5F8462F}"/>
                    </a:ext>
                  </a:extLst>
                </p:cNvPr>
                <p:cNvGrpSpPr/>
                <p:nvPr/>
              </p:nvGrpSpPr>
              <p:grpSpPr>
                <a:xfrm>
                  <a:off x="3907514" y="4328713"/>
                  <a:ext cx="236067" cy="620365"/>
                  <a:chOff x="2404466" y="3740154"/>
                  <a:chExt cx="673386" cy="2045725"/>
                </a:xfrm>
              </p:grpSpPr>
              <p:grpSp>
                <p:nvGrpSpPr>
                  <p:cNvPr id="278" name="组合 277">
                    <a:extLst>
                      <a:ext uri="{FF2B5EF4-FFF2-40B4-BE49-F238E27FC236}">
                        <a16:creationId xmlns:a16="http://schemas.microsoft.com/office/drawing/2014/main" id="{9BF07346-B103-6CF2-89B4-E3B973C1048C}"/>
                      </a:ext>
                    </a:extLst>
                  </p:cNvPr>
                  <p:cNvGrpSpPr/>
                  <p:nvPr/>
                </p:nvGrpSpPr>
                <p:grpSpPr>
                  <a:xfrm>
                    <a:off x="2849080" y="5561145"/>
                    <a:ext cx="228772" cy="224734"/>
                    <a:chOff x="3404010" y="8801965"/>
                    <a:chExt cx="132494" cy="130155"/>
                  </a:xfrm>
                  <a:solidFill>
                    <a:srgbClr val="000000">
                      <a:alpha val="30196"/>
                    </a:srgbClr>
                  </a:solidFill>
                </p:grpSpPr>
                <p:sp>
                  <p:nvSpPr>
                    <p:cNvPr id="280" name="流程图: 接点 279">
                      <a:extLst>
                        <a:ext uri="{FF2B5EF4-FFF2-40B4-BE49-F238E27FC236}">
                          <a16:creationId xmlns:a16="http://schemas.microsoft.com/office/drawing/2014/main" id="{C67C456F-FDA9-1C5F-79A0-AA438632A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95" y="8831117"/>
                      <a:ext cx="116309" cy="101003"/>
                    </a:xfrm>
                    <a:prstGeom prst="flowChartConnector">
                      <a:avLst/>
                    </a:prstGeom>
                    <a:grpFill/>
                    <a:ln w="12700">
                      <a:solidFill>
                        <a:srgbClr val="000000">
                          <a:alpha val="20000"/>
                        </a:srgb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81" name="矩形: 圆角 280">
                      <a:extLst>
                        <a:ext uri="{FF2B5EF4-FFF2-40B4-BE49-F238E27FC236}">
                          <a16:creationId xmlns:a16="http://schemas.microsoft.com/office/drawing/2014/main" id="{BFBDA7D3-0EC8-9236-4E01-4066EA14D440}"/>
                        </a:ext>
                      </a:extLst>
                    </p:cNvPr>
                    <p:cNvSpPr/>
                    <p:nvPr/>
                  </p:nvSpPr>
                  <p:spPr>
                    <a:xfrm rot="18675530">
                      <a:off x="3428163" y="8777812"/>
                      <a:ext cx="33230" cy="81536"/>
                    </a:xfrm>
                    <a:prstGeom prst="roundRect">
                      <a:avLst/>
                    </a:prstGeom>
                    <a:grpFill/>
                    <a:ln w="12700">
                      <a:solidFill>
                        <a:srgbClr val="000000">
                          <a:alpha val="20000"/>
                        </a:srgb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279" name="任意多边形: 形状 278">
                    <a:extLst>
                      <a:ext uri="{FF2B5EF4-FFF2-40B4-BE49-F238E27FC236}">
                        <a16:creationId xmlns:a16="http://schemas.microsoft.com/office/drawing/2014/main" id="{98B21183-238C-74E8-DF14-12B6BFE08B28}"/>
                      </a:ext>
                    </a:extLst>
                  </p:cNvPr>
                  <p:cNvSpPr/>
                  <p:nvPr/>
                </p:nvSpPr>
                <p:spPr>
                  <a:xfrm rot="20796923">
                    <a:off x="2404466" y="3740154"/>
                    <a:ext cx="317646" cy="489038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  <a:gd name="connsiteX0" fmla="*/ 50266 w 292832"/>
                      <a:gd name="connsiteY0" fmla="*/ 0 h 987837"/>
                      <a:gd name="connsiteX1" fmla="*/ 97 w 292832"/>
                      <a:gd name="connsiteY1" fmla="*/ 265387 h 987837"/>
                      <a:gd name="connsiteX2" fmla="*/ 54704 w 292832"/>
                      <a:gd name="connsiteY2" fmla="*/ 643732 h 987837"/>
                      <a:gd name="connsiteX3" fmla="*/ 141296 w 292832"/>
                      <a:gd name="connsiteY3" fmla="*/ 798405 h 987837"/>
                      <a:gd name="connsiteX4" fmla="*/ 180242 w 292832"/>
                      <a:gd name="connsiteY4" fmla="*/ 928207 h 987837"/>
                      <a:gd name="connsiteX5" fmla="*/ 246092 w 292832"/>
                      <a:gd name="connsiteY5" fmla="*/ 987806 h 987837"/>
                      <a:gd name="connsiteX6" fmla="*/ 292832 w 292832"/>
                      <a:gd name="connsiteY6" fmla="*/ 921523 h 987837"/>
                      <a:gd name="connsiteX7" fmla="*/ 246306 w 292832"/>
                      <a:gd name="connsiteY7" fmla="*/ 805785 h 987837"/>
                      <a:gd name="connsiteX8" fmla="*/ 170025 w 292832"/>
                      <a:gd name="connsiteY8" fmla="*/ 644795 h 987837"/>
                      <a:gd name="connsiteX9" fmla="*/ 101949 w 292832"/>
                      <a:gd name="connsiteY9" fmla="*/ 451204 h 987837"/>
                      <a:gd name="connsiteX10" fmla="*/ 187448 w 292832"/>
                      <a:gd name="connsiteY10" fmla="*/ 103378 h 987837"/>
                      <a:gd name="connsiteX0" fmla="*/ 3413 w 245979"/>
                      <a:gd name="connsiteY0" fmla="*/ 0 h 987837"/>
                      <a:gd name="connsiteX1" fmla="*/ 7851 w 245979"/>
                      <a:gd name="connsiteY1" fmla="*/ 643732 h 987837"/>
                      <a:gd name="connsiteX2" fmla="*/ 94443 w 245979"/>
                      <a:gd name="connsiteY2" fmla="*/ 798405 h 987837"/>
                      <a:gd name="connsiteX3" fmla="*/ 133389 w 245979"/>
                      <a:gd name="connsiteY3" fmla="*/ 928207 h 987837"/>
                      <a:gd name="connsiteX4" fmla="*/ 199239 w 245979"/>
                      <a:gd name="connsiteY4" fmla="*/ 987806 h 987837"/>
                      <a:gd name="connsiteX5" fmla="*/ 245979 w 245979"/>
                      <a:gd name="connsiteY5" fmla="*/ 921523 h 987837"/>
                      <a:gd name="connsiteX6" fmla="*/ 199453 w 245979"/>
                      <a:gd name="connsiteY6" fmla="*/ 805785 h 987837"/>
                      <a:gd name="connsiteX7" fmla="*/ 123172 w 245979"/>
                      <a:gd name="connsiteY7" fmla="*/ 644795 h 987837"/>
                      <a:gd name="connsiteX8" fmla="*/ 55096 w 245979"/>
                      <a:gd name="connsiteY8" fmla="*/ 451204 h 987837"/>
                      <a:gd name="connsiteX9" fmla="*/ 140595 w 245979"/>
                      <a:gd name="connsiteY9" fmla="*/ 103378 h 987837"/>
                      <a:gd name="connsiteX0" fmla="*/ 0 w 238128"/>
                      <a:gd name="connsiteY0" fmla="*/ 540354 h 884459"/>
                      <a:gd name="connsiteX1" fmla="*/ 86592 w 238128"/>
                      <a:gd name="connsiteY1" fmla="*/ 695027 h 884459"/>
                      <a:gd name="connsiteX2" fmla="*/ 125538 w 238128"/>
                      <a:gd name="connsiteY2" fmla="*/ 824829 h 884459"/>
                      <a:gd name="connsiteX3" fmla="*/ 191388 w 238128"/>
                      <a:gd name="connsiteY3" fmla="*/ 884428 h 884459"/>
                      <a:gd name="connsiteX4" fmla="*/ 238128 w 238128"/>
                      <a:gd name="connsiteY4" fmla="*/ 818145 h 884459"/>
                      <a:gd name="connsiteX5" fmla="*/ 191602 w 238128"/>
                      <a:gd name="connsiteY5" fmla="*/ 702407 h 884459"/>
                      <a:gd name="connsiteX6" fmla="*/ 115321 w 238128"/>
                      <a:gd name="connsiteY6" fmla="*/ 541417 h 884459"/>
                      <a:gd name="connsiteX7" fmla="*/ 47245 w 238128"/>
                      <a:gd name="connsiteY7" fmla="*/ 347826 h 884459"/>
                      <a:gd name="connsiteX8" fmla="*/ 132744 w 238128"/>
                      <a:gd name="connsiteY8" fmla="*/ 0 h 884459"/>
                      <a:gd name="connsiteX0" fmla="*/ 0 w 238128"/>
                      <a:gd name="connsiteY0" fmla="*/ 192528 h 536633"/>
                      <a:gd name="connsiteX1" fmla="*/ 86592 w 238128"/>
                      <a:gd name="connsiteY1" fmla="*/ 347201 h 536633"/>
                      <a:gd name="connsiteX2" fmla="*/ 125538 w 238128"/>
                      <a:gd name="connsiteY2" fmla="*/ 477003 h 536633"/>
                      <a:gd name="connsiteX3" fmla="*/ 191388 w 238128"/>
                      <a:gd name="connsiteY3" fmla="*/ 536602 h 536633"/>
                      <a:gd name="connsiteX4" fmla="*/ 238128 w 238128"/>
                      <a:gd name="connsiteY4" fmla="*/ 470319 h 536633"/>
                      <a:gd name="connsiteX5" fmla="*/ 191602 w 238128"/>
                      <a:gd name="connsiteY5" fmla="*/ 354581 h 536633"/>
                      <a:gd name="connsiteX6" fmla="*/ 115321 w 238128"/>
                      <a:gd name="connsiteY6" fmla="*/ 193591 h 536633"/>
                      <a:gd name="connsiteX7" fmla="*/ 47245 w 238128"/>
                      <a:gd name="connsiteY7" fmla="*/ 0 h 536633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15321 w 238128"/>
                      <a:gd name="connsiteY6" fmla="*/ 77084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74529 w 238128"/>
                      <a:gd name="connsiteY1" fmla="*/ 247502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51046"/>
                      <a:gd name="connsiteY0" fmla="*/ 132173 h 420126"/>
                      <a:gd name="connsiteX1" fmla="*/ 87447 w 251046"/>
                      <a:gd name="connsiteY1" fmla="*/ 247502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1046" h="420126">
                        <a:moveTo>
                          <a:pt x="0" y="132173"/>
                        </a:moveTo>
                        <a:cubicBezTo>
                          <a:pt x="25997" y="194447"/>
                          <a:pt x="75453" y="220651"/>
                          <a:pt x="98529" y="258705"/>
                        </a:cubicBezTo>
                        <a:cubicBezTo>
                          <a:pt x="121605" y="296759"/>
                          <a:pt x="120676" y="308941"/>
                          <a:pt x="138456" y="360496"/>
                        </a:cubicBezTo>
                        <a:cubicBezTo>
                          <a:pt x="155218" y="392261"/>
                          <a:pt x="185541" y="421209"/>
                          <a:pt x="204306" y="420095"/>
                        </a:cubicBezTo>
                        <a:cubicBezTo>
                          <a:pt x="223071" y="418981"/>
                          <a:pt x="251010" y="384149"/>
                          <a:pt x="251046" y="353812"/>
                        </a:cubicBezTo>
                        <a:cubicBezTo>
                          <a:pt x="251082" y="323475"/>
                          <a:pt x="227162" y="276726"/>
                          <a:pt x="204520" y="238074"/>
                        </a:cubicBezTo>
                        <a:cubicBezTo>
                          <a:pt x="181878" y="199422"/>
                          <a:pt x="143968" y="186044"/>
                          <a:pt x="115196" y="121903"/>
                        </a:cubicBezTo>
                        <a:cubicBezTo>
                          <a:pt x="71474" y="59634"/>
                          <a:pt x="36459" y="43548"/>
                          <a:pt x="16967" y="0"/>
                        </a:cubicBezTo>
                      </a:path>
                    </a:pathLst>
                  </a:custGeom>
                  <a:solidFill>
                    <a:srgbClr val="FFFFFF"/>
                  </a:solidFill>
                  <a:ln w="12700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74" name="组合 273">
                  <a:extLst>
                    <a:ext uri="{FF2B5EF4-FFF2-40B4-BE49-F238E27FC236}">
                      <a16:creationId xmlns:a16="http://schemas.microsoft.com/office/drawing/2014/main" id="{92CF12A2-FBD8-EB1C-A677-CB4ACAA06D60}"/>
                    </a:ext>
                  </a:extLst>
                </p:cNvPr>
                <p:cNvGrpSpPr/>
                <p:nvPr/>
              </p:nvGrpSpPr>
              <p:grpSpPr>
                <a:xfrm>
                  <a:off x="3588160" y="4020546"/>
                  <a:ext cx="622394" cy="952330"/>
                  <a:chOff x="547538" y="7119093"/>
                  <a:chExt cx="1775392" cy="3140416"/>
                </a:xfrm>
              </p:grpSpPr>
              <p:sp>
                <p:nvSpPr>
                  <p:cNvPr id="275" name="任意多边形: 形状 274">
                    <a:extLst>
                      <a:ext uri="{FF2B5EF4-FFF2-40B4-BE49-F238E27FC236}">
                        <a16:creationId xmlns:a16="http://schemas.microsoft.com/office/drawing/2014/main" id="{C12E9032-1B2A-946E-83FA-56C480D12DD1}"/>
                      </a:ext>
                    </a:extLst>
                  </p:cNvPr>
                  <p:cNvSpPr/>
                  <p:nvPr/>
                </p:nvSpPr>
                <p:spPr>
                  <a:xfrm>
                    <a:off x="547538" y="8838242"/>
                    <a:ext cx="789084" cy="142126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25826 w 898853"/>
                      <a:gd name="connsiteY13" fmla="*/ 1069554 h 2752057"/>
                      <a:gd name="connsiteX14" fmla="*/ 898853 w 898853"/>
                      <a:gd name="connsiteY14" fmla="*/ 799682 h 2752057"/>
                      <a:gd name="connsiteX15" fmla="*/ 759154 w 898853"/>
                      <a:gd name="connsiteY15" fmla="*/ 440907 h 2752057"/>
                      <a:gd name="connsiteX16" fmla="*/ 848054 w 898853"/>
                      <a:gd name="connsiteY16" fmla="*/ 374232 h 2752057"/>
                      <a:gd name="connsiteX17" fmla="*/ 882978 w 898853"/>
                      <a:gd name="connsiteY17" fmla="*/ 256757 h 2752057"/>
                      <a:gd name="connsiteX18" fmla="*/ 838529 w 898853"/>
                      <a:gd name="connsiteY18" fmla="*/ 82132 h 2752057"/>
                      <a:gd name="connsiteX19" fmla="*/ 662313 w 898853"/>
                      <a:gd name="connsiteY19" fmla="*/ 1166 h 2752057"/>
                      <a:gd name="connsiteX20" fmla="*/ 517853 w 898853"/>
                      <a:gd name="connsiteY20" fmla="*/ 167857 h 2752057"/>
                      <a:gd name="connsiteX21" fmla="*/ 613103 w 898853"/>
                      <a:gd name="connsiteY21" fmla="*/ 399631 h 2752057"/>
                      <a:gd name="connsiteX22" fmla="*/ 530551 w 898853"/>
                      <a:gd name="connsiteY22" fmla="*/ 558379 h 2752057"/>
                      <a:gd name="connsiteX23" fmla="*/ 486101 w 898853"/>
                      <a:gd name="connsiteY23" fmla="*/ 672678 h 2752057"/>
                      <a:gd name="connsiteX0" fmla="*/ 486101 w 882978"/>
                      <a:gd name="connsiteY0" fmla="*/ 672678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25826 w 882978"/>
                      <a:gd name="connsiteY13" fmla="*/ 1069554 h 2752057"/>
                      <a:gd name="connsiteX14" fmla="*/ 759154 w 882978"/>
                      <a:gd name="connsiteY14" fmla="*/ 440907 h 2752057"/>
                      <a:gd name="connsiteX15" fmla="*/ 848054 w 882978"/>
                      <a:gd name="connsiteY15" fmla="*/ 374232 h 2752057"/>
                      <a:gd name="connsiteX16" fmla="*/ 882978 w 882978"/>
                      <a:gd name="connsiteY16" fmla="*/ 256757 h 2752057"/>
                      <a:gd name="connsiteX17" fmla="*/ 838529 w 882978"/>
                      <a:gd name="connsiteY17" fmla="*/ 82132 h 2752057"/>
                      <a:gd name="connsiteX18" fmla="*/ 662313 w 882978"/>
                      <a:gd name="connsiteY18" fmla="*/ 1166 h 2752057"/>
                      <a:gd name="connsiteX19" fmla="*/ 517853 w 882978"/>
                      <a:gd name="connsiteY19" fmla="*/ 167857 h 2752057"/>
                      <a:gd name="connsiteX20" fmla="*/ 613103 w 882978"/>
                      <a:gd name="connsiteY20" fmla="*/ 399631 h 2752057"/>
                      <a:gd name="connsiteX21" fmla="*/ 530551 w 882978"/>
                      <a:gd name="connsiteY21" fmla="*/ 558379 h 2752057"/>
                      <a:gd name="connsiteX22" fmla="*/ 486101 w 882978"/>
                      <a:gd name="connsiteY22" fmla="*/ 672678 h 2752057"/>
                      <a:gd name="connsiteX0" fmla="*/ 486101 w 885823"/>
                      <a:gd name="connsiteY0" fmla="*/ 672678 h 2752057"/>
                      <a:gd name="connsiteX1" fmla="*/ 443239 w 885823"/>
                      <a:gd name="connsiteY1" fmla="*/ 1310854 h 2752057"/>
                      <a:gd name="connsiteX2" fmla="*/ 440063 w 885823"/>
                      <a:gd name="connsiteY2" fmla="*/ 1609304 h 2752057"/>
                      <a:gd name="connsiteX3" fmla="*/ 390851 w 885823"/>
                      <a:gd name="connsiteY3" fmla="*/ 1968079 h 2752057"/>
                      <a:gd name="connsiteX4" fmla="*/ 162250 w 885823"/>
                      <a:gd name="connsiteY4" fmla="*/ 2223666 h 2752057"/>
                      <a:gd name="connsiteX5" fmla="*/ 86054 w 885823"/>
                      <a:gd name="connsiteY5" fmla="*/ 2466557 h 2752057"/>
                      <a:gd name="connsiteX6" fmla="*/ 326 w 885823"/>
                      <a:gd name="connsiteY6" fmla="*/ 2587204 h 2752057"/>
                      <a:gd name="connsiteX7" fmla="*/ 119388 w 885823"/>
                      <a:gd name="connsiteY7" fmla="*/ 2685629 h 2752057"/>
                      <a:gd name="connsiteX8" fmla="*/ 365451 w 885823"/>
                      <a:gd name="connsiteY8" fmla="*/ 2730078 h 2752057"/>
                      <a:gd name="connsiteX9" fmla="*/ 187651 w 885823"/>
                      <a:gd name="connsiteY9" fmla="*/ 2542754 h 2752057"/>
                      <a:gd name="connsiteX10" fmla="*/ 346404 w 885823"/>
                      <a:gd name="connsiteY10" fmla="*/ 2320508 h 2752057"/>
                      <a:gd name="connsiteX11" fmla="*/ 587701 w 885823"/>
                      <a:gd name="connsiteY11" fmla="*/ 2079204 h 2752057"/>
                      <a:gd name="connsiteX12" fmla="*/ 794076 w 885823"/>
                      <a:gd name="connsiteY12" fmla="*/ 1568029 h 2752057"/>
                      <a:gd name="connsiteX13" fmla="*/ 825826 w 885823"/>
                      <a:gd name="connsiteY13" fmla="*/ 1069554 h 2752057"/>
                      <a:gd name="connsiteX14" fmla="*/ 759154 w 885823"/>
                      <a:gd name="connsiteY14" fmla="*/ 440907 h 2752057"/>
                      <a:gd name="connsiteX15" fmla="*/ 882978 w 885823"/>
                      <a:gd name="connsiteY15" fmla="*/ 256757 h 2752057"/>
                      <a:gd name="connsiteX16" fmla="*/ 838529 w 885823"/>
                      <a:gd name="connsiteY16" fmla="*/ 82132 h 2752057"/>
                      <a:gd name="connsiteX17" fmla="*/ 662313 w 885823"/>
                      <a:gd name="connsiteY17" fmla="*/ 1166 h 2752057"/>
                      <a:gd name="connsiteX18" fmla="*/ 517853 w 885823"/>
                      <a:gd name="connsiteY18" fmla="*/ 167857 h 2752057"/>
                      <a:gd name="connsiteX19" fmla="*/ 613103 w 885823"/>
                      <a:gd name="connsiteY19" fmla="*/ 399631 h 2752057"/>
                      <a:gd name="connsiteX20" fmla="*/ 530551 w 885823"/>
                      <a:gd name="connsiteY20" fmla="*/ 558379 h 2752057"/>
                      <a:gd name="connsiteX21" fmla="*/ 486101 w 885823"/>
                      <a:gd name="connsiteY21" fmla="*/ 672678 h 2752057"/>
                      <a:gd name="connsiteX0" fmla="*/ 486101 w 840402"/>
                      <a:gd name="connsiteY0" fmla="*/ 673911 h 2753290"/>
                      <a:gd name="connsiteX1" fmla="*/ 443239 w 840402"/>
                      <a:gd name="connsiteY1" fmla="*/ 1312087 h 2753290"/>
                      <a:gd name="connsiteX2" fmla="*/ 440063 w 840402"/>
                      <a:gd name="connsiteY2" fmla="*/ 1610537 h 2753290"/>
                      <a:gd name="connsiteX3" fmla="*/ 390851 w 840402"/>
                      <a:gd name="connsiteY3" fmla="*/ 1969312 h 2753290"/>
                      <a:gd name="connsiteX4" fmla="*/ 162250 w 840402"/>
                      <a:gd name="connsiteY4" fmla="*/ 2224899 h 2753290"/>
                      <a:gd name="connsiteX5" fmla="*/ 86054 w 840402"/>
                      <a:gd name="connsiteY5" fmla="*/ 2467790 h 2753290"/>
                      <a:gd name="connsiteX6" fmla="*/ 326 w 840402"/>
                      <a:gd name="connsiteY6" fmla="*/ 2588437 h 2753290"/>
                      <a:gd name="connsiteX7" fmla="*/ 119388 w 840402"/>
                      <a:gd name="connsiteY7" fmla="*/ 2686862 h 2753290"/>
                      <a:gd name="connsiteX8" fmla="*/ 365451 w 840402"/>
                      <a:gd name="connsiteY8" fmla="*/ 2731311 h 2753290"/>
                      <a:gd name="connsiteX9" fmla="*/ 187651 w 840402"/>
                      <a:gd name="connsiteY9" fmla="*/ 2543987 h 2753290"/>
                      <a:gd name="connsiteX10" fmla="*/ 346404 w 840402"/>
                      <a:gd name="connsiteY10" fmla="*/ 2321741 h 2753290"/>
                      <a:gd name="connsiteX11" fmla="*/ 587701 w 840402"/>
                      <a:gd name="connsiteY11" fmla="*/ 2080437 h 2753290"/>
                      <a:gd name="connsiteX12" fmla="*/ 794076 w 840402"/>
                      <a:gd name="connsiteY12" fmla="*/ 1569262 h 2753290"/>
                      <a:gd name="connsiteX13" fmla="*/ 825826 w 840402"/>
                      <a:gd name="connsiteY13" fmla="*/ 1070787 h 2753290"/>
                      <a:gd name="connsiteX14" fmla="*/ 759154 w 840402"/>
                      <a:gd name="connsiteY14" fmla="*/ 442140 h 2753290"/>
                      <a:gd name="connsiteX15" fmla="*/ 838529 w 840402"/>
                      <a:gd name="connsiteY15" fmla="*/ 83365 h 2753290"/>
                      <a:gd name="connsiteX16" fmla="*/ 662313 w 840402"/>
                      <a:gd name="connsiteY16" fmla="*/ 2399 h 2753290"/>
                      <a:gd name="connsiteX17" fmla="*/ 517853 w 840402"/>
                      <a:gd name="connsiteY17" fmla="*/ 169090 h 2753290"/>
                      <a:gd name="connsiteX18" fmla="*/ 613103 w 840402"/>
                      <a:gd name="connsiteY18" fmla="*/ 400864 h 2753290"/>
                      <a:gd name="connsiteX19" fmla="*/ 530551 w 840402"/>
                      <a:gd name="connsiteY19" fmla="*/ 559612 h 2753290"/>
                      <a:gd name="connsiteX20" fmla="*/ 486101 w 840402"/>
                      <a:gd name="connsiteY20" fmla="*/ 673911 h 2753290"/>
                      <a:gd name="connsiteX0" fmla="*/ 486101 w 825826"/>
                      <a:gd name="connsiteY0" fmla="*/ 681094 h 2760473"/>
                      <a:gd name="connsiteX1" fmla="*/ 443239 w 825826"/>
                      <a:gd name="connsiteY1" fmla="*/ 1319270 h 2760473"/>
                      <a:gd name="connsiteX2" fmla="*/ 440063 w 825826"/>
                      <a:gd name="connsiteY2" fmla="*/ 1617720 h 2760473"/>
                      <a:gd name="connsiteX3" fmla="*/ 390851 w 825826"/>
                      <a:gd name="connsiteY3" fmla="*/ 1976495 h 2760473"/>
                      <a:gd name="connsiteX4" fmla="*/ 162250 w 825826"/>
                      <a:gd name="connsiteY4" fmla="*/ 2232082 h 2760473"/>
                      <a:gd name="connsiteX5" fmla="*/ 86054 w 825826"/>
                      <a:gd name="connsiteY5" fmla="*/ 2474973 h 2760473"/>
                      <a:gd name="connsiteX6" fmla="*/ 326 w 825826"/>
                      <a:gd name="connsiteY6" fmla="*/ 2595620 h 2760473"/>
                      <a:gd name="connsiteX7" fmla="*/ 119388 w 825826"/>
                      <a:gd name="connsiteY7" fmla="*/ 2694045 h 2760473"/>
                      <a:gd name="connsiteX8" fmla="*/ 365451 w 825826"/>
                      <a:gd name="connsiteY8" fmla="*/ 2738494 h 2760473"/>
                      <a:gd name="connsiteX9" fmla="*/ 187651 w 825826"/>
                      <a:gd name="connsiteY9" fmla="*/ 2551170 h 2760473"/>
                      <a:gd name="connsiteX10" fmla="*/ 346404 w 825826"/>
                      <a:gd name="connsiteY10" fmla="*/ 2328924 h 2760473"/>
                      <a:gd name="connsiteX11" fmla="*/ 587701 w 825826"/>
                      <a:gd name="connsiteY11" fmla="*/ 2087620 h 2760473"/>
                      <a:gd name="connsiteX12" fmla="*/ 794076 w 825826"/>
                      <a:gd name="connsiteY12" fmla="*/ 1576445 h 2760473"/>
                      <a:gd name="connsiteX13" fmla="*/ 825826 w 825826"/>
                      <a:gd name="connsiteY13" fmla="*/ 1077970 h 2760473"/>
                      <a:gd name="connsiteX14" fmla="*/ 759154 w 825826"/>
                      <a:gd name="connsiteY14" fmla="*/ 449323 h 2760473"/>
                      <a:gd name="connsiteX15" fmla="*/ 662313 w 825826"/>
                      <a:gd name="connsiteY15" fmla="*/ 9582 h 2760473"/>
                      <a:gd name="connsiteX16" fmla="*/ 517853 w 825826"/>
                      <a:gd name="connsiteY16" fmla="*/ 176273 h 2760473"/>
                      <a:gd name="connsiteX17" fmla="*/ 613103 w 825826"/>
                      <a:gd name="connsiteY17" fmla="*/ 408047 h 2760473"/>
                      <a:gd name="connsiteX18" fmla="*/ 530551 w 825826"/>
                      <a:gd name="connsiteY18" fmla="*/ 566795 h 2760473"/>
                      <a:gd name="connsiteX19" fmla="*/ 486101 w 825826"/>
                      <a:gd name="connsiteY19" fmla="*/ 681094 h 2760473"/>
                      <a:gd name="connsiteX0" fmla="*/ 486101 w 825826"/>
                      <a:gd name="connsiteY0" fmla="*/ 504821 h 2584200"/>
                      <a:gd name="connsiteX1" fmla="*/ 443239 w 825826"/>
                      <a:gd name="connsiteY1" fmla="*/ 1142997 h 2584200"/>
                      <a:gd name="connsiteX2" fmla="*/ 440063 w 825826"/>
                      <a:gd name="connsiteY2" fmla="*/ 1441447 h 2584200"/>
                      <a:gd name="connsiteX3" fmla="*/ 390851 w 825826"/>
                      <a:gd name="connsiteY3" fmla="*/ 1800222 h 2584200"/>
                      <a:gd name="connsiteX4" fmla="*/ 162250 w 825826"/>
                      <a:gd name="connsiteY4" fmla="*/ 2055809 h 2584200"/>
                      <a:gd name="connsiteX5" fmla="*/ 86054 w 825826"/>
                      <a:gd name="connsiteY5" fmla="*/ 2298700 h 2584200"/>
                      <a:gd name="connsiteX6" fmla="*/ 326 w 825826"/>
                      <a:gd name="connsiteY6" fmla="*/ 2419347 h 2584200"/>
                      <a:gd name="connsiteX7" fmla="*/ 119388 w 825826"/>
                      <a:gd name="connsiteY7" fmla="*/ 2517772 h 2584200"/>
                      <a:gd name="connsiteX8" fmla="*/ 365451 w 825826"/>
                      <a:gd name="connsiteY8" fmla="*/ 2562221 h 2584200"/>
                      <a:gd name="connsiteX9" fmla="*/ 187651 w 825826"/>
                      <a:gd name="connsiteY9" fmla="*/ 2374897 h 2584200"/>
                      <a:gd name="connsiteX10" fmla="*/ 346404 w 825826"/>
                      <a:gd name="connsiteY10" fmla="*/ 2152651 h 2584200"/>
                      <a:gd name="connsiteX11" fmla="*/ 587701 w 825826"/>
                      <a:gd name="connsiteY11" fmla="*/ 1911347 h 2584200"/>
                      <a:gd name="connsiteX12" fmla="*/ 794076 w 825826"/>
                      <a:gd name="connsiteY12" fmla="*/ 1400172 h 2584200"/>
                      <a:gd name="connsiteX13" fmla="*/ 825826 w 825826"/>
                      <a:gd name="connsiteY13" fmla="*/ 901697 h 2584200"/>
                      <a:gd name="connsiteX14" fmla="*/ 759154 w 825826"/>
                      <a:gd name="connsiteY14" fmla="*/ 273050 h 2584200"/>
                      <a:gd name="connsiteX15" fmla="*/ 517853 w 825826"/>
                      <a:gd name="connsiteY15" fmla="*/ 0 h 2584200"/>
                      <a:gd name="connsiteX16" fmla="*/ 613103 w 825826"/>
                      <a:gd name="connsiteY16" fmla="*/ 231774 h 2584200"/>
                      <a:gd name="connsiteX17" fmla="*/ 530551 w 825826"/>
                      <a:gd name="connsiteY17" fmla="*/ 390522 h 2584200"/>
                      <a:gd name="connsiteX18" fmla="*/ 486101 w 825826"/>
                      <a:gd name="connsiteY18" fmla="*/ 504821 h 2584200"/>
                      <a:gd name="connsiteX0" fmla="*/ 486101 w 825826"/>
                      <a:gd name="connsiteY0" fmla="*/ 301686 h 2381065"/>
                      <a:gd name="connsiteX1" fmla="*/ 443239 w 825826"/>
                      <a:gd name="connsiteY1" fmla="*/ 939862 h 2381065"/>
                      <a:gd name="connsiteX2" fmla="*/ 440063 w 825826"/>
                      <a:gd name="connsiteY2" fmla="*/ 1238312 h 2381065"/>
                      <a:gd name="connsiteX3" fmla="*/ 390851 w 825826"/>
                      <a:gd name="connsiteY3" fmla="*/ 1597087 h 2381065"/>
                      <a:gd name="connsiteX4" fmla="*/ 162250 w 825826"/>
                      <a:gd name="connsiteY4" fmla="*/ 1852674 h 2381065"/>
                      <a:gd name="connsiteX5" fmla="*/ 86054 w 825826"/>
                      <a:gd name="connsiteY5" fmla="*/ 2095565 h 2381065"/>
                      <a:gd name="connsiteX6" fmla="*/ 326 w 825826"/>
                      <a:gd name="connsiteY6" fmla="*/ 2216212 h 2381065"/>
                      <a:gd name="connsiteX7" fmla="*/ 119388 w 825826"/>
                      <a:gd name="connsiteY7" fmla="*/ 2314637 h 2381065"/>
                      <a:gd name="connsiteX8" fmla="*/ 365451 w 825826"/>
                      <a:gd name="connsiteY8" fmla="*/ 2359086 h 2381065"/>
                      <a:gd name="connsiteX9" fmla="*/ 187651 w 825826"/>
                      <a:gd name="connsiteY9" fmla="*/ 2171762 h 2381065"/>
                      <a:gd name="connsiteX10" fmla="*/ 346404 w 825826"/>
                      <a:gd name="connsiteY10" fmla="*/ 1949516 h 2381065"/>
                      <a:gd name="connsiteX11" fmla="*/ 587701 w 825826"/>
                      <a:gd name="connsiteY11" fmla="*/ 1708212 h 2381065"/>
                      <a:gd name="connsiteX12" fmla="*/ 794076 w 825826"/>
                      <a:gd name="connsiteY12" fmla="*/ 1197037 h 2381065"/>
                      <a:gd name="connsiteX13" fmla="*/ 825826 w 825826"/>
                      <a:gd name="connsiteY13" fmla="*/ 698562 h 2381065"/>
                      <a:gd name="connsiteX14" fmla="*/ 759154 w 825826"/>
                      <a:gd name="connsiteY14" fmla="*/ 69915 h 2381065"/>
                      <a:gd name="connsiteX15" fmla="*/ 613103 w 825826"/>
                      <a:gd name="connsiteY15" fmla="*/ 28639 h 2381065"/>
                      <a:gd name="connsiteX16" fmla="*/ 530551 w 825826"/>
                      <a:gd name="connsiteY16" fmla="*/ 187387 h 2381065"/>
                      <a:gd name="connsiteX17" fmla="*/ 486101 w 825826"/>
                      <a:gd name="connsiteY17" fmla="*/ 301686 h 2381065"/>
                      <a:gd name="connsiteX0" fmla="*/ 486101 w 825826"/>
                      <a:gd name="connsiteY0" fmla="*/ 273047 h 2352426"/>
                      <a:gd name="connsiteX1" fmla="*/ 443239 w 825826"/>
                      <a:gd name="connsiteY1" fmla="*/ 911223 h 2352426"/>
                      <a:gd name="connsiteX2" fmla="*/ 440063 w 825826"/>
                      <a:gd name="connsiteY2" fmla="*/ 1209673 h 2352426"/>
                      <a:gd name="connsiteX3" fmla="*/ 390851 w 825826"/>
                      <a:gd name="connsiteY3" fmla="*/ 1568448 h 2352426"/>
                      <a:gd name="connsiteX4" fmla="*/ 162250 w 825826"/>
                      <a:gd name="connsiteY4" fmla="*/ 1824035 h 2352426"/>
                      <a:gd name="connsiteX5" fmla="*/ 86054 w 825826"/>
                      <a:gd name="connsiteY5" fmla="*/ 2066926 h 2352426"/>
                      <a:gd name="connsiteX6" fmla="*/ 326 w 825826"/>
                      <a:gd name="connsiteY6" fmla="*/ 2187573 h 2352426"/>
                      <a:gd name="connsiteX7" fmla="*/ 119388 w 825826"/>
                      <a:gd name="connsiteY7" fmla="*/ 2285998 h 2352426"/>
                      <a:gd name="connsiteX8" fmla="*/ 365451 w 825826"/>
                      <a:gd name="connsiteY8" fmla="*/ 2330447 h 2352426"/>
                      <a:gd name="connsiteX9" fmla="*/ 187651 w 825826"/>
                      <a:gd name="connsiteY9" fmla="*/ 2143123 h 2352426"/>
                      <a:gd name="connsiteX10" fmla="*/ 346404 w 825826"/>
                      <a:gd name="connsiteY10" fmla="*/ 1920877 h 2352426"/>
                      <a:gd name="connsiteX11" fmla="*/ 587701 w 825826"/>
                      <a:gd name="connsiteY11" fmla="*/ 1679573 h 2352426"/>
                      <a:gd name="connsiteX12" fmla="*/ 794076 w 825826"/>
                      <a:gd name="connsiteY12" fmla="*/ 1168398 h 2352426"/>
                      <a:gd name="connsiteX13" fmla="*/ 825826 w 825826"/>
                      <a:gd name="connsiteY13" fmla="*/ 669923 h 2352426"/>
                      <a:gd name="connsiteX14" fmla="*/ 613103 w 825826"/>
                      <a:gd name="connsiteY14" fmla="*/ 0 h 2352426"/>
                      <a:gd name="connsiteX15" fmla="*/ 530551 w 825826"/>
                      <a:gd name="connsiteY15" fmla="*/ 158748 h 2352426"/>
                      <a:gd name="connsiteX16" fmla="*/ 486101 w 825826"/>
                      <a:gd name="connsiteY16" fmla="*/ 273047 h 2352426"/>
                      <a:gd name="connsiteX0" fmla="*/ 486101 w 825826"/>
                      <a:gd name="connsiteY0" fmla="*/ 142512 h 2221891"/>
                      <a:gd name="connsiteX1" fmla="*/ 443239 w 825826"/>
                      <a:gd name="connsiteY1" fmla="*/ 780688 h 2221891"/>
                      <a:gd name="connsiteX2" fmla="*/ 440063 w 825826"/>
                      <a:gd name="connsiteY2" fmla="*/ 1079138 h 2221891"/>
                      <a:gd name="connsiteX3" fmla="*/ 390851 w 825826"/>
                      <a:gd name="connsiteY3" fmla="*/ 1437913 h 2221891"/>
                      <a:gd name="connsiteX4" fmla="*/ 162250 w 825826"/>
                      <a:gd name="connsiteY4" fmla="*/ 1693500 h 2221891"/>
                      <a:gd name="connsiteX5" fmla="*/ 86054 w 825826"/>
                      <a:gd name="connsiteY5" fmla="*/ 1936391 h 2221891"/>
                      <a:gd name="connsiteX6" fmla="*/ 326 w 825826"/>
                      <a:gd name="connsiteY6" fmla="*/ 2057038 h 2221891"/>
                      <a:gd name="connsiteX7" fmla="*/ 119388 w 825826"/>
                      <a:gd name="connsiteY7" fmla="*/ 2155463 h 2221891"/>
                      <a:gd name="connsiteX8" fmla="*/ 365451 w 825826"/>
                      <a:gd name="connsiteY8" fmla="*/ 2199912 h 2221891"/>
                      <a:gd name="connsiteX9" fmla="*/ 187651 w 825826"/>
                      <a:gd name="connsiteY9" fmla="*/ 2012588 h 2221891"/>
                      <a:gd name="connsiteX10" fmla="*/ 346404 w 825826"/>
                      <a:gd name="connsiteY10" fmla="*/ 1790342 h 2221891"/>
                      <a:gd name="connsiteX11" fmla="*/ 587701 w 825826"/>
                      <a:gd name="connsiteY11" fmla="*/ 1549038 h 2221891"/>
                      <a:gd name="connsiteX12" fmla="*/ 794076 w 825826"/>
                      <a:gd name="connsiteY12" fmla="*/ 1037863 h 2221891"/>
                      <a:gd name="connsiteX13" fmla="*/ 825826 w 825826"/>
                      <a:gd name="connsiteY13" fmla="*/ 539388 h 2221891"/>
                      <a:gd name="connsiteX14" fmla="*/ 530551 w 825826"/>
                      <a:gd name="connsiteY14" fmla="*/ 28213 h 2221891"/>
                      <a:gd name="connsiteX15" fmla="*/ 486101 w 825826"/>
                      <a:gd name="connsiteY15" fmla="*/ 142512 h 2221891"/>
                      <a:gd name="connsiteX0" fmla="*/ 486101 w 825826"/>
                      <a:gd name="connsiteY0" fmla="*/ 3813 h 2083192"/>
                      <a:gd name="connsiteX1" fmla="*/ 443239 w 825826"/>
                      <a:gd name="connsiteY1" fmla="*/ 641989 h 2083192"/>
                      <a:gd name="connsiteX2" fmla="*/ 440063 w 825826"/>
                      <a:gd name="connsiteY2" fmla="*/ 940439 h 2083192"/>
                      <a:gd name="connsiteX3" fmla="*/ 390851 w 825826"/>
                      <a:gd name="connsiteY3" fmla="*/ 1299214 h 2083192"/>
                      <a:gd name="connsiteX4" fmla="*/ 162250 w 825826"/>
                      <a:gd name="connsiteY4" fmla="*/ 1554801 h 2083192"/>
                      <a:gd name="connsiteX5" fmla="*/ 86054 w 825826"/>
                      <a:gd name="connsiteY5" fmla="*/ 1797692 h 2083192"/>
                      <a:gd name="connsiteX6" fmla="*/ 326 w 825826"/>
                      <a:gd name="connsiteY6" fmla="*/ 1918339 h 2083192"/>
                      <a:gd name="connsiteX7" fmla="*/ 119388 w 825826"/>
                      <a:gd name="connsiteY7" fmla="*/ 2016764 h 2083192"/>
                      <a:gd name="connsiteX8" fmla="*/ 365451 w 825826"/>
                      <a:gd name="connsiteY8" fmla="*/ 2061213 h 2083192"/>
                      <a:gd name="connsiteX9" fmla="*/ 187651 w 825826"/>
                      <a:gd name="connsiteY9" fmla="*/ 1873889 h 2083192"/>
                      <a:gd name="connsiteX10" fmla="*/ 346404 w 825826"/>
                      <a:gd name="connsiteY10" fmla="*/ 1651643 h 2083192"/>
                      <a:gd name="connsiteX11" fmla="*/ 587701 w 825826"/>
                      <a:gd name="connsiteY11" fmla="*/ 1410339 h 2083192"/>
                      <a:gd name="connsiteX12" fmla="*/ 794076 w 825826"/>
                      <a:gd name="connsiteY12" fmla="*/ 899164 h 2083192"/>
                      <a:gd name="connsiteX13" fmla="*/ 825826 w 825826"/>
                      <a:gd name="connsiteY13" fmla="*/ 400689 h 2083192"/>
                      <a:gd name="connsiteX14" fmla="*/ 486101 w 825826"/>
                      <a:gd name="connsiteY14" fmla="*/ 3813 h 2083192"/>
                      <a:gd name="connsiteX0" fmla="*/ 486101 w 883230"/>
                      <a:gd name="connsiteY0" fmla="*/ 0 h 2079379"/>
                      <a:gd name="connsiteX1" fmla="*/ 443239 w 883230"/>
                      <a:gd name="connsiteY1" fmla="*/ 638176 h 2079379"/>
                      <a:gd name="connsiteX2" fmla="*/ 440063 w 883230"/>
                      <a:gd name="connsiteY2" fmla="*/ 936626 h 2079379"/>
                      <a:gd name="connsiteX3" fmla="*/ 390851 w 883230"/>
                      <a:gd name="connsiteY3" fmla="*/ 1295401 h 2079379"/>
                      <a:gd name="connsiteX4" fmla="*/ 162250 w 883230"/>
                      <a:gd name="connsiteY4" fmla="*/ 1550988 h 2079379"/>
                      <a:gd name="connsiteX5" fmla="*/ 86054 w 883230"/>
                      <a:gd name="connsiteY5" fmla="*/ 1793879 h 2079379"/>
                      <a:gd name="connsiteX6" fmla="*/ 326 w 883230"/>
                      <a:gd name="connsiteY6" fmla="*/ 1914526 h 2079379"/>
                      <a:gd name="connsiteX7" fmla="*/ 119388 w 883230"/>
                      <a:gd name="connsiteY7" fmla="*/ 2012951 h 2079379"/>
                      <a:gd name="connsiteX8" fmla="*/ 365451 w 883230"/>
                      <a:gd name="connsiteY8" fmla="*/ 2057400 h 2079379"/>
                      <a:gd name="connsiteX9" fmla="*/ 187651 w 883230"/>
                      <a:gd name="connsiteY9" fmla="*/ 1870076 h 2079379"/>
                      <a:gd name="connsiteX10" fmla="*/ 346404 w 883230"/>
                      <a:gd name="connsiteY10" fmla="*/ 1647830 h 2079379"/>
                      <a:gd name="connsiteX11" fmla="*/ 587701 w 883230"/>
                      <a:gd name="connsiteY11" fmla="*/ 1406526 h 2079379"/>
                      <a:gd name="connsiteX12" fmla="*/ 794076 w 883230"/>
                      <a:gd name="connsiteY12" fmla="*/ 895351 h 2079379"/>
                      <a:gd name="connsiteX13" fmla="*/ 883230 w 883230"/>
                      <a:gd name="connsiteY13" fmla="*/ 456245 h 2079379"/>
                      <a:gd name="connsiteX0" fmla="*/ 486101 w 794076"/>
                      <a:gd name="connsiteY0" fmla="*/ 0 h 2079379"/>
                      <a:gd name="connsiteX1" fmla="*/ 443239 w 794076"/>
                      <a:gd name="connsiteY1" fmla="*/ 638176 h 2079379"/>
                      <a:gd name="connsiteX2" fmla="*/ 440063 w 794076"/>
                      <a:gd name="connsiteY2" fmla="*/ 936626 h 2079379"/>
                      <a:gd name="connsiteX3" fmla="*/ 390851 w 794076"/>
                      <a:gd name="connsiteY3" fmla="*/ 1295401 h 2079379"/>
                      <a:gd name="connsiteX4" fmla="*/ 162250 w 794076"/>
                      <a:gd name="connsiteY4" fmla="*/ 1550988 h 2079379"/>
                      <a:gd name="connsiteX5" fmla="*/ 86054 w 794076"/>
                      <a:gd name="connsiteY5" fmla="*/ 1793879 h 2079379"/>
                      <a:gd name="connsiteX6" fmla="*/ 326 w 794076"/>
                      <a:gd name="connsiteY6" fmla="*/ 1914526 h 2079379"/>
                      <a:gd name="connsiteX7" fmla="*/ 119388 w 794076"/>
                      <a:gd name="connsiteY7" fmla="*/ 2012951 h 2079379"/>
                      <a:gd name="connsiteX8" fmla="*/ 365451 w 794076"/>
                      <a:gd name="connsiteY8" fmla="*/ 2057400 h 2079379"/>
                      <a:gd name="connsiteX9" fmla="*/ 187651 w 794076"/>
                      <a:gd name="connsiteY9" fmla="*/ 1870076 h 2079379"/>
                      <a:gd name="connsiteX10" fmla="*/ 346404 w 794076"/>
                      <a:gd name="connsiteY10" fmla="*/ 1647830 h 2079379"/>
                      <a:gd name="connsiteX11" fmla="*/ 587701 w 794076"/>
                      <a:gd name="connsiteY11" fmla="*/ 1406526 h 2079379"/>
                      <a:gd name="connsiteX12" fmla="*/ 794076 w 794076"/>
                      <a:gd name="connsiteY12" fmla="*/ 895351 h 2079379"/>
                      <a:gd name="connsiteX0" fmla="*/ 443239 w 794076"/>
                      <a:gd name="connsiteY0" fmla="*/ 0 h 1441203"/>
                      <a:gd name="connsiteX1" fmla="*/ 440063 w 794076"/>
                      <a:gd name="connsiteY1" fmla="*/ 298450 h 1441203"/>
                      <a:gd name="connsiteX2" fmla="*/ 390851 w 794076"/>
                      <a:gd name="connsiteY2" fmla="*/ 657225 h 1441203"/>
                      <a:gd name="connsiteX3" fmla="*/ 162250 w 794076"/>
                      <a:gd name="connsiteY3" fmla="*/ 912812 h 1441203"/>
                      <a:gd name="connsiteX4" fmla="*/ 86054 w 794076"/>
                      <a:gd name="connsiteY4" fmla="*/ 1155703 h 1441203"/>
                      <a:gd name="connsiteX5" fmla="*/ 326 w 794076"/>
                      <a:gd name="connsiteY5" fmla="*/ 1276350 h 1441203"/>
                      <a:gd name="connsiteX6" fmla="*/ 119388 w 794076"/>
                      <a:gd name="connsiteY6" fmla="*/ 1374775 h 1441203"/>
                      <a:gd name="connsiteX7" fmla="*/ 365451 w 794076"/>
                      <a:gd name="connsiteY7" fmla="*/ 1419224 h 1441203"/>
                      <a:gd name="connsiteX8" fmla="*/ 187651 w 794076"/>
                      <a:gd name="connsiteY8" fmla="*/ 1231900 h 1441203"/>
                      <a:gd name="connsiteX9" fmla="*/ 346404 w 794076"/>
                      <a:gd name="connsiteY9" fmla="*/ 1009654 h 1441203"/>
                      <a:gd name="connsiteX10" fmla="*/ 587701 w 794076"/>
                      <a:gd name="connsiteY10" fmla="*/ 768350 h 1441203"/>
                      <a:gd name="connsiteX11" fmla="*/ 794076 w 794076"/>
                      <a:gd name="connsiteY11" fmla="*/ 257175 h 1441203"/>
                      <a:gd name="connsiteX0" fmla="*/ 440063 w 794076"/>
                      <a:gd name="connsiteY0" fmla="*/ 41275 h 1184028"/>
                      <a:gd name="connsiteX1" fmla="*/ 390851 w 794076"/>
                      <a:gd name="connsiteY1" fmla="*/ 400050 h 1184028"/>
                      <a:gd name="connsiteX2" fmla="*/ 162250 w 794076"/>
                      <a:gd name="connsiteY2" fmla="*/ 655637 h 1184028"/>
                      <a:gd name="connsiteX3" fmla="*/ 86054 w 794076"/>
                      <a:gd name="connsiteY3" fmla="*/ 898528 h 1184028"/>
                      <a:gd name="connsiteX4" fmla="*/ 326 w 794076"/>
                      <a:gd name="connsiteY4" fmla="*/ 1019175 h 1184028"/>
                      <a:gd name="connsiteX5" fmla="*/ 119388 w 794076"/>
                      <a:gd name="connsiteY5" fmla="*/ 1117600 h 1184028"/>
                      <a:gd name="connsiteX6" fmla="*/ 365451 w 794076"/>
                      <a:gd name="connsiteY6" fmla="*/ 1162049 h 1184028"/>
                      <a:gd name="connsiteX7" fmla="*/ 187651 w 794076"/>
                      <a:gd name="connsiteY7" fmla="*/ 974725 h 1184028"/>
                      <a:gd name="connsiteX8" fmla="*/ 346404 w 794076"/>
                      <a:gd name="connsiteY8" fmla="*/ 752479 h 1184028"/>
                      <a:gd name="connsiteX9" fmla="*/ 587701 w 794076"/>
                      <a:gd name="connsiteY9" fmla="*/ 511175 h 1184028"/>
                      <a:gd name="connsiteX10" fmla="*/ 794076 w 794076"/>
                      <a:gd name="connsiteY10" fmla="*/ 0 h 1184028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87701 w 613360"/>
                      <a:gd name="connsiteY9" fmla="*/ 469900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63783 w 613360"/>
                      <a:gd name="connsiteY9" fmla="*/ 467151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90874 w 613383"/>
                      <a:gd name="connsiteY1" fmla="*/ 358775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66956 w 613383"/>
                      <a:gd name="connsiteY1" fmla="*/ 402752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378962 w 613383"/>
                      <a:gd name="connsiteY0" fmla="*/ 0 h 1208718"/>
                      <a:gd name="connsiteX1" fmla="*/ 366956 w 613383"/>
                      <a:gd name="connsiteY1" fmla="*/ 468717 h 1208718"/>
                      <a:gd name="connsiteX2" fmla="*/ 175561 w 613383"/>
                      <a:gd name="connsiteY2" fmla="*/ 677579 h 1208718"/>
                      <a:gd name="connsiteX3" fmla="*/ 86077 w 613383"/>
                      <a:gd name="connsiteY3" fmla="*/ 923218 h 1208718"/>
                      <a:gd name="connsiteX4" fmla="*/ 349 w 613383"/>
                      <a:gd name="connsiteY4" fmla="*/ 1043865 h 1208718"/>
                      <a:gd name="connsiteX5" fmla="*/ 119411 w 613383"/>
                      <a:gd name="connsiteY5" fmla="*/ 1142290 h 1208718"/>
                      <a:gd name="connsiteX6" fmla="*/ 365474 w 613383"/>
                      <a:gd name="connsiteY6" fmla="*/ 1186739 h 1208718"/>
                      <a:gd name="connsiteX7" fmla="*/ 187674 w 613383"/>
                      <a:gd name="connsiteY7" fmla="*/ 999415 h 1208718"/>
                      <a:gd name="connsiteX8" fmla="*/ 346427 w 613383"/>
                      <a:gd name="connsiteY8" fmla="*/ 777169 h 1208718"/>
                      <a:gd name="connsiteX9" fmla="*/ 547861 w 613383"/>
                      <a:gd name="connsiteY9" fmla="*/ 524870 h 1208718"/>
                      <a:gd name="connsiteX10" fmla="*/ 613383 w 613383"/>
                      <a:gd name="connsiteY10" fmla="*/ 305041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800 w 597276"/>
                      <a:gd name="connsiteY0" fmla="*/ 0 h 1208718"/>
                      <a:gd name="connsiteX1" fmla="*/ 366794 w 597276"/>
                      <a:gd name="connsiteY1" fmla="*/ 468717 h 1208718"/>
                      <a:gd name="connsiteX2" fmla="*/ 175399 w 597276"/>
                      <a:gd name="connsiteY2" fmla="*/ 677579 h 1208718"/>
                      <a:gd name="connsiteX3" fmla="*/ 93888 w 597276"/>
                      <a:gd name="connsiteY3" fmla="*/ 928715 h 1208718"/>
                      <a:gd name="connsiteX4" fmla="*/ 187 w 597276"/>
                      <a:gd name="connsiteY4" fmla="*/ 1043865 h 1208718"/>
                      <a:gd name="connsiteX5" fmla="*/ 119249 w 597276"/>
                      <a:gd name="connsiteY5" fmla="*/ 1142290 h 1208718"/>
                      <a:gd name="connsiteX6" fmla="*/ 365312 w 597276"/>
                      <a:gd name="connsiteY6" fmla="*/ 1186739 h 1208718"/>
                      <a:gd name="connsiteX7" fmla="*/ 187512 w 597276"/>
                      <a:gd name="connsiteY7" fmla="*/ 999415 h 1208718"/>
                      <a:gd name="connsiteX8" fmla="*/ 346265 w 597276"/>
                      <a:gd name="connsiteY8" fmla="*/ 777169 h 1208718"/>
                      <a:gd name="connsiteX9" fmla="*/ 547699 w 597276"/>
                      <a:gd name="connsiteY9" fmla="*/ 524870 h 1208718"/>
                      <a:gd name="connsiteX10" fmla="*/ 597276 w 597276"/>
                      <a:gd name="connsiteY10" fmla="*/ 299544 h 1208718"/>
                      <a:gd name="connsiteX0" fmla="*/ 336458 w 554934"/>
                      <a:gd name="connsiteY0" fmla="*/ 0 h 1208718"/>
                      <a:gd name="connsiteX1" fmla="*/ 324452 w 554934"/>
                      <a:gd name="connsiteY1" fmla="*/ 468717 h 1208718"/>
                      <a:gd name="connsiteX2" fmla="*/ 133057 w 554934"/>
                      <a:gd name="connsiteY2" fmla="*/ 677579 h 1208718"/>
                      <a:gd name="connsiteX3" fmla="*/ 51546 w 554934"/>
                      <a:gd name="connsiteY3" fmla="*/ 928715 h 1208718"/>
                      <a:gd name="connsiteX4" fmla="*/ 367 w 554934"/>
                      <a:gd name="connsiteY4" fmla="*/ 1041117 h 1208718"/>
                      <a:gd name="connsiteX5" fmla="*/ 76907 w 554934"/>
                      <a:gd name="connsiteY5" fmla="*/ 1142290 h 1208718"/>
                      <a:gd name="connsiteX6" fmla="*/ 322970 w 554934"/>
                      <a:gd name="connsiteY6" fmla="*/ 1186739 h 1208718"/>
                      <a:gd name="connsiteX7" fmla="*/ 145170 w 554934"/>
                      <a:gd name="connsiteY7" fmla="*/ 999415 h 1208718"/>
                      <a:gd name="connsiteX8" fmla="*/ 303923 w 554934"/>
                      <a:gd name="connsiteY8" fmla="*/ 777169 h 1208718"/>
                      <a:gd name="connsiteX9" fmla="*/ 505357 w 554934"/>
                      <a:gd name="connsiteY9" fmla="*/ 524870 h 1208718"/>
                      <a:gd name="connsiteX10" fmla="*/ 554934 w 554934"/>
                      <a:gd name="connsiteY10" fmla="*/ 299544 h 1208718"/>
                      <a:gd name="connsiteX0" fmla="*/ 336952 w 555428"/>
                      <a:gd name="connsiteY0" fmla="*/ 0 h 1201578"/>
                      <a:gd name="connsiteX1" fmla="*/ 324946 w 555428"/>
                      <a:gd name="connsiteY1" fmla="*/ 468717 h 1201578"/>
                      <a:gd name="connsiteX2" fmla="*/ 133551 w 555428"/>
                      <a:gd name="connsiteY2" fmla="*/ 677579 h 1201578"/>
                      <a:gd name="connsiteX3" fmla="*/ 52040 w 555428"/>
                      <a:gd name="connsiteY3" fmla="*/ 928715 h 1201578"/>
                      <a:gd name="connsiteX4" fmla="*/ 861 w 555428"/>
                      <a:gd name="connsiteY4" fmla="*/ 1041117 h 1201578"/>
                      <a:gd name="connsiteX5" fmla="*/ 93346 w 555428"/>
                      <a:gd name="connsiteY5" fmla="*/ 1109308 h 1201578"/>
                      <a:gd name="connsiteX6" fmla="*/ 323464 w 555428"/>
                      <a:gd name="connsiteY6" fmla="*/ 1186739 h 1201578"/>
                      <a:gd name="connsiteX7" fmla="*/ 145664 w 555428"/>
                      <a:gd name="connsiteY7" fmla="*/ 999415 h 1201578"/>
                      <a:gd name="connsiteX8" fmla="*/ 304417 w 555428"/>
                      <a:gd name="connsiteY8" fmla="*/ 777169 h 1201578"/>
                      <a:gd name="connsiteX9" fmla="*/ 505851 w 555428"/>
                      <a:gd name="connsiteY9" fmla="*/ 524870 h 1201578"/>
                      <a:gd name="connsiteX10" fmla="*/ 555428 w 555428"/>
                      <a:gd name="connsiteY10" fmla="*/ 299544 h 1201578"/>
                      <a:gd name="connsiteX0" fmla="*/ 336686 w 555162"/>
                      <a:gd name="connsiteY0" fmla="*/ 0 h 1201578"/>
                      <a:gd name="connsiteX1" fmla="*/ 324680 w 555162"/>
                      <a:gd name="connsiteY1" fmla="*/ 468717 h 1201578"/>
                      <a:gd name="connsiteX2" fmla="*/ 133285 w 555162"/>
                      <a:gd name="connsiteY2" fmla="*/ 677579 h 1201578"/>
                      <a:gd name="connsiteX3" fmla="*/ 51774 w 555162"/>
                      <a:gd name="connsiteY3" fmla="*/ 928715 h 1201578"/>
                      <a:gd name="connsiteX4" fmla="*/ 595 w 555162"/>
                      <a:gd name="connsiteY4" fmla="*/ 1041117 h 1201578"/>
                      <a:gd name="connsiteX5" fmla="*/ 85107 w 555162"/>
                      <a:gd name="connsiteY5" fmla="*/ 1109308 h 1201578"/>
                      <a:gd name="connsiteX6" fmla="*/ 323198 w 555162"/>
                      <a:gd name="connsiteY6" fmla="*/ 1186739 h 1201578"/>
                      <a:gd name="connsiteX7" fmla="*/ 145398 w 555162"/>
                      <a:gd name="connsiteY7" fmla="*/ 999415 h 1201578"/>
                      <a:gd name="connsiteX8" fmla="*/ 304151 w 555162"/>
                      <a:gd name="connsiteY8" fmla="*/ 777169 h 1201578"/>
                      <a:gd name="connsiteX9" fmla="*/ 505585 w 555162"/>
                      <a:gd name="connsiteY9" fmla="*/ 524870 h 1201578"/>
                      <a:gd name="connsiteX10" fmla="*/ 555162 w 555162"/>
                      <a:gd name="connsiteY10" fmla="*/ 299544 h 1201578"/>
                      <a:gd name="connsiteX0" fmla="*/ 357761 w 576237"/>
                      <a:gd name="connsiteY0" fmla="*/ 0 h 1201578"/>
                      <a:gd name="connsiteX1" fmla="*/ 345755 w 576237"/>
                      <a:gd name="connsiteY1" fmla="*/ 468717 h 1201578"/>
                      <a:gd name="connsiteX2" fmla="*/ 154360 w 576237"/>
                      <a:gd name="connsiteY2" fmla="*/ 677579 h 1201578"/>
                      <a:gd name="connsiteX3" fmla="*/ 72849 w 576237"/>
                      <a:gd name="connsiteY3" fmla="*/ 928715 h 1201578"/>
                      <a:gd name="connsiteX4" fmla="*/ 409 w 576237"/>
                      <a:gd name="connsiteY4" fmla="*/ 1046614 h 1201578"/>
                      <a:gd name="connsiteX5" fmla="*/ 106182 w 576237"/>
                      <a:gd name="connsiteY5" fmla="*/ 1109308 h 1201578"/>
                      <a:gd name="connsiteX6" fmla="*/ 344273 w 576237"/>
                      <a:gd name="connsiteY6" fmla="*/ 1186739 h 1201578"/>
                      <a:gd name="connsiteX7" fmla="*/ 166473 w 576237"/>
                      <a:gd name="connsiteY7" fmla="*/ 999415 h 1201578"/>
                      <a:gd name="connsiteX8" fmla="*/ 325226 w 576237"/>
                      <a:gd name="connsiteY8" fmla="*/ 777169 h 1201578"/>
                      <a:gd name="connsiteX9" fmla="*/ 526660 w 576237"/>
                      <a:gd name="connsiteY9" fmla="*/ 524870 h 1201578"/>
                      <a:gd name="connsiteX10" fmla="*/ 576237 w 576237"/>
                      <a:gd name="connsiteY10" fmla="*/ 299544 h 1201578"/>
                      <a:gd name="connsiteX0" fmla="*/ 358700 w 577176"/>
                      <a:gd name="connsiteY0" fmla="*/ 0 h 1201578"/>
                      <a:gd name="connsiteX1" fmla="*/ 346694 w 577176"/>
                      <a:gd name="connsiteY1" fmla="*/ 468717 h 1201578"/>
                      <a:gd name="connsiteX2" fmla="*/ 155299 w 577176"/>
                      <a:gd name="connsiteY2" fmla="*/ 677579 h 1201578"/>
                      <a:gd name="connsiteX3" fmla="*/ 73788 w 577176"/>
                      <a:gd name="connsiteY3" fmla="*/ 928715 h 1201578"/>
                      <a:gd name="connsiteX4" fmla="*/ 1348 w 577176"/>
                      <a:gd name="connsiteY4" fmla="*/ 1046614 h 1201578"/>
                      <a:gd name="connsiteX5" fmla="*/ 107121 w 577176"/>
                      <a:gd name="connsiteY5" fmla="*/ 1109308 h 1201578"/>
                      <a:gd name="connsiteX6" fmla="*/ 345212 w 577176"/>
                      <a:gd name="connsiteY6" fmla="*/ 1186739 h 1201578"/>
                      <a:gd name="connsiteX7" fmla="*/ 167412 w 577176"/>
                      <a:gd name="connsiteY7" fmla="*/ 999415 h 1201578"/>
                      <a:gd name="connsiteX8" fmla="*/ 326165 w 577176"/>
                      <a:gd name="connsiteY8" fmla="*/ 777169 h 1201578"/>
                      <a:gd name="connsiteX9" fmla="*/ 527599 w 577176"/>
                      <a:gd name="connsiteY9" fmla="*/ 524870 h 1201578"/>
                      <a:gd name="connsiteX10" fmla="*/ 577176 w 577176"/>
                      <a:gd name="connsiteY10" fmla="*/ 299544 h 1201578"/>
                      <a:gd name="connsiteX0" fmla="*/ 358700 w 577176"/>
                      <a:gd name="connsiteY0" fmla="*/ 0 h 1208605"/>
                      <a:gd name="connsiteX1" fmla="*/ 346694 w 577176"/>
                      <a:gd name="connsiteY1" fmla="*/ 468717 h 1208605"/>
                      <a:gd name="connsiteX2" fmla="*/ 155299 w 577176"/>
                      <a:gd name="connsiteY2" fmla="*/ 677579 h 1208605"/>
                      <a:gd name="connsiteX3" fmla="*/ 73788 w 577176"/>
                      <a:gd name="connsiteY3" fmla="*/ 928715 h 1208605"/>
                      <a:gd name="connsiteX4" fmla="*/ 1348 w 577176"/>
                      <a:gd name="connsiteY4" fmla="*/ 1046614 h 1208605"/>
                      <a:gd name="connsiteX5" fmla="*/ 107121 w 577176"/>
                      <a:gd name="connsiteY5" fmla="*/ 1109308 h 1208605"/>
                      <a:gd name="connsiteX6" fmla="*/ 345212 w 577176"/>
                      <a:gd name="connsiteY6" fmla="*/ 1186739 h 1208605"/>
                      <a:gd name="connsiteX7" fmla="*/ 167412 w 577176"/>
                      <a:gd name="connsiteY7" fmla="*/ 999415 h 1208605"/>
                      <a:gd name="connsiteX8" fmla="*/ 326165 w 577176"/>
                      <a:gd name="connsiteY8" fmla="*/ 777169 h 1208605"/>
                      <a:gd name="connsiteX9" fmla="*/ 527599 w 577176"/>
                      <a:gd name="connsiteY9" fmla="*/ 524870 h 1208605"/>
                      <a:gd name="connsiteX10" fmla="*/ 577176 w 577176"/>
                      <a:gd name="connsiteY10" fmla="*/ 299544 h 1208605"/>
                      <a:gd name="connsiteX0" fmla="*/ 358700 w 585149"/>
                      <a:gd name="connsiteY0" fmla="*/ 0 h 1208605"/>
                      <a:gd name="connsiteX1" fmla="*/ 346694 w 585149"/>
                      <a:gd name="connsiteY1" fmla="*/ 468717 h 1208605"/>
                      <a:gd name="connsiteX2" fmla="*/ 155299 w 585149"/>
                      <a:gd name="connsiteY2" fmla="*/ 677579 h 1208605"/>
                      <a:gd name="connsiteX3" fmla="*/ 73788 w 585149"/>
                      <a:gd name="connsiteY3" fmla="*/ 928715 h 1208605"/>
                      <a:gd name="connsiteX4" fmla="*/ 1348 w 585149"/>
                      <a:gd name="connsiteY4" fmla="*/ 1046614 h 1208605"/>
                      <a:gd name="connsiteX5" fmla="*/ 107121 w 585149"/>
                      <a:gd name="connsiteY5" fmla="*/ 1109308 h 1208605"/>
                      <a:gd name="connsiteX6" fmla="*/ 345212 w 585149"/>
                      <a:gd name="connsiteY6" fmla="*/ 1186739 h 1208605"/>
                      <a:gd name="connsiteX7" fmla="*/ 167412 w 585149"/>
                      <a:gd name="connsiteY7" fmla="*/ 999415 h 1208605"/>
                      <a:gd name="connsiteX8" fmla="*/ 326165 w 585149"/>
                      <a:gd name="connsiteY8" fmla="*/ 777169 h 1208605"/>
                      <a:gd name="connsiteX9" fmla="*/ 527599 w 585149"/>
                      <a:gd name="connsiteY9" fmla="*/ 524870 h 1208605"/>
                      <a:gd name="connsiteX10" fmla="*/ 585149 w 585149"/>
                      <a:gd name="connsiteY10" fmla="*/ 278930 h 1208605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8395"/>
                      <a:gd name="connsiteY0" fmla="*/ 0 h 1220973"/>
                      <a:gd name="connsiteX1" fmla="*/ 346694 w 588395"/>
                      <a:gd name="connsiteY1" fmla="*/ 481085 h 1220973"/>
                      <a:gd name="connsiteX2" fmla="*/ 155299 w 588395"/>
                      <a:gd name="connsiteY2" fmla="*/ 689947 h 1220973"/>
                      <a:gd name="connsiteX3" fmla="*/ 73788 w 588395"/>
                      <a:gd name="connsiteY3" fmla="*/ 941083 h 1220973"/>
                      <a:gd name="connsiteX4" fmla="*/ 1348 w 588395"/>
                      <a:gd name="connsiteY4" fmla="*/ 1058982 h 1220973"/>
                      <a:gd name="connsiteX5" fmla="*/ 107121 w 588395"/>
                      <a:gd name="connsiteY5" fmla="*/ 1121676 h 1220973"/>
                      <a:gd name="connsiteX6" fmla="*/ 345212 w 588395"/>
                      <a:gd name="connsiteY6" fmla="*/ 1199107 h 1220973"/>
                      <a:gd name="connsiteX7" fmla="*/ 167412 w 588395"/>
                      <a:gd name="connsiteY7" fmla="*/ 1011783 h 1220973"/>
                      <a:gd name="connsiteX8" fmla="*/ 326165 w 588395"/>
                      <a:gd name="connsiteY8" fmla="*/ 789537 h 1220973"/>
                      <a:gd name="connsiteX9" fmla="*/ 527599 w 588395"/>
                      <a:gd name="connsiteY9" fmla="*/ 537238 h 1220973"/>
                      <a:gd name="connsiteX10" fmla="*/ 585149 w 588395"/>
                      <a:gd name="connsiteY10" fmla="*/ 291298 h 1220973"/>
                      <a:gd name="connsiteX11" fmla="*/ 581046 w 588395"/>
                      <a:gd name="connsiteY11" fmla="*/ 286449 h 1220973"/>
                      <a:gd name="connsiteX0" fmla="*/ 370659 w 587329"/>
                      <a:gd name="connsiteY0" fmla="*/ 0 h 1220973"/>
                      <a:gd name="connsiteX1" fmla="*/ 346694 w 587329"/>
                      <a:gd name="connsiteY1" fmla="*/ 481085 h 1220973"/>
                      <a:gd name="connsiteX2" fmla="*/ 155299 w 587329"/>
                      <a:gd name="connsiteY2" fmla="*/ 689947 h 1220973"/>
                      <a:gd name="connsiteX3" fmla="*/ 73788 w 587329"/>
                      <a:gd name="connsiteY3" fmla="*/ 941083 h 1220973"/>
                      <a:gd name="connsiteX4" fmla="*/ 1348 w 587329"/>
                      <a:gd name="connsiteY4" fmla="*/ 1058982 h 1220973"/>
                      <a:gd name="connsiteX5" fmla="*/ 107121 w 587329"/>
                      <a:gd name="connsiteY5" fmla="*/ 1121676 h 1220973"/>
                      <a:gd name="connsiteX6" fmla="*/ 345212 w 587329"/>
                      <a:gd name="connsiteY6" fmla="*/ 1199107 h 1220973"/>
                      <a:gd name="connsiteX7" fmla="*/ 167412 w 587329"/>
                      <a:gd name="connsiteY7" fmla="*/ 1011783 h 1220973"/>
                      <a:gd name="connsiteX8" fmla="*/ 326165 w 587329"/>
                      <a:gd name="connsiteY8" fmla="*/ 789537 h 1220973"/>
                      <a:gd name="connsiteX9" fmla="*/ 527599 w 587329"/>
                      <a:gd name="connsiteY9" fmla="*/ 537238 h 1220973"/>
                      <a:gd name="connsiteX10" fmla="*/ 585149 w 587329"/>
                      <a:gd name="connsiteY10" fmla="*/ 291298 h 1220973"/>
                      <a:gd name="connsiteX11" fmla="*/ 463448 w 587329"/>
                      <a:gd name="connsiteY11" fmla="*/ 43203 h 1220973"/>
                      <a:gd name="connsiteX0" fmla="*/ 370659 w 647137"/>
                      <a:gd name="connsiteY0" fmla="*/ 0 h 1220973"/>
                      <a:gd name="connsiteX1" fmla="*/ 346694 w 647137"/>
                      <a:gd name="connsiteY1" fmla="*/ 481085 h 1220973"/>
                      <a:gd name="connsiteX2" fmla="*/ 155299 w 647137"/>
                      <a:gd name="connsiteY2" fmla="*/ 689947 h 1220973"/>
                      <a:gd name="connsiteX3" fmla="*/ 73788 w 647137"/>
                      <a:gd name="connsiteY3" fmla="*/ 941083 h 1220973"/>
                      <a:gd name="connsiteX4" fmla="*/ 1348 w 647137"/>
                      <a:gd name="connsiteY4" fmla="*/ 1058982 h 1220973"/>
                      <a:gd name="connsiteX5" fmla="*/ 107121 w 647137"/>
                      <a:gd name="connsiteY5" fmla="*/ 1121676 h 1220973"/>
                      <a:gd name="connsiteX6" fmla="*/ 345212 w 647137"/>
                      <a:gd name="connsiteY6" fmla="*/ 1199107 h 1220973"/>
                      <a:gd name="connsiteX7" fmla="*/ 167412 w 647137"/>
                      <a:gd name="connsiteY7" fmla="*/ 1011783 h 1220973"/>
                      <a:gd name="connsiteX8" fmla="*/ 326165 w 647137"/>
                      <a:gd name="connsiteY8" fmla="*/ 789537 h 1220973"/>
                      <a:gd name="connsiteX9" fmla="*/ 527599 w 647137"/>
                      <a:gd name="connsiteY9" fmla="*/ 537238 h 1220973"/>
                      <a:gd name="connsiteX10" fmla="*/ 646273 w 647137"/>
                      <a:gd name="connsiteY10" fmla="*/ 285801 h 1220973"/>
                      <a:gd name="connsiteX11" fmla="*/ 463448 w 647137"/>
                      <a:gd name="connsiteY11" fmla="*/ 43203 h 1220973"/>
                      <a:gd name="connsiteX0" fmla="*/ 370659 w 647561"/>
                      <a:gd name="connsiteY0" fmla="*/ 0 h 1220973"/>
                      <a:gd name="connsiteX1" fmla="*/ 346694 w 647561"/>
                      <a:gd name="connsiteY1" fmla="*/ 481085 h 1220973"/>
                      <a:gd name="connsiteX2" fmla="*/ 155299 w 647561"/>
                      <a:gd name="connsiteY2" fmla="*/ 689947 h 1220973"/>
                      <a:gd name="connsiteX3" fmla="*/ 73788 w 647561"/>
                      <a:gd name="connsiteY3" fmla="*/ 941083 h 1220973"/>
                      <a:gd name="connsiteX4" fmla="*/ 1348 w 647561"/>
                      <a:gd name="connsiteY4" fmla="*/ 1058982 h 1220973"/>
                      <a:gd name="connsiteX5" fmla="*/ 107121 w 647561"/>
                      <a:gd name="connsiteY5" fmla="*/ 1121676 h 1220973"/>
                      <a:gd name="connsiteX6" fmla="*/ 345212 w 647561"/>
                      <a:gd name="connsiteY6" fmla="*/ 1199107 h 1220973"/>
                      <a:gd name="connsiteX7" fmla="*/ 167412 w 647561"/>
                      <a:gd name="connsiteY7" fmla="*/ 1011783 h 1220973"/>
                      <a:gd name="connsiteX8" fmla="*/ 326165 w 647561"/>
                      <a:gd name="connsiteY8" fmla="*/ 789537 h 1220973"/>
                      <a:gd name="connsiteX9" fmla="*/ 527599 w 647561"/>
                      <a:gd name="connsiteY9" fmla="*/ 537238 h 1220973"/>
                      <a:gd name="connsiteX10" fmla="*/ 646273 w 647561"/>
                      <a:gd name="connsiteY10" fmla="*/ 285801 h 1220973"/>
                      <a:gd name="connsiteX11" fmla="*/ 447503 w 647561"/>
                      <a:gd name="connsiteY11" fmla="*/ 21215 h 1220973"/>
                      <a:gd name="connsiteX0" fmla="*/ 437099 w 647561"/>
                      <a:gd name="connsiteY0" fmla="*/ 9019 h 1199758"/>
                      <a:gd name="connsiteX1" fmla="*/ 346694 w 647561"/>
                      <a:gd name="connsiteY1" fmla="*/ 459870 h 1199758"/>
                      <a:gd name="connsiteX2" fmla="*/ 155299 w 647561"/>
                      <a:gd name="connsiteY2" fmla="*/ 668732 h 1199758"/>
                      <a:gd name="connsiteX3" fmla="*/ 73788 w 647561"/>
                      <a:gd name="connsiteY3" fmla="*/ 919868 h 1199758"/>
                      <a:gd name="connsiteX4" fmla="*/ 1348 w 647561"/>
                      <a:gd name="connsiteY4" fmla="*/ 1037767 h 1199758"/>
                      <a:gd name="connsiteX5" fmla="*/ 107121 w 647561"/>
                      <a:gd name="connsiteY5" fmla="*/ 1100461 h 1199758"/>
                      <a:gd name="connsiteX6" fmla="*/ 345212 w 647561"/>
                      <a:gd name="connsiteY6" fmla="*/ 1177892 h 1199758"/>
                      <a:gd name="connsiteX7" fmla="*/ 167412 w 647561"/>
                      <a:gd name="connsiteY7" fmla="*/ 990568 h 1199758"/>
                      <a:gd name="connsiteX8" fmla="*/ 326165 w 647561"/>
                      <a:gd name="connsiteY8" fmla="*/ 768322 h 1199758"/>
                      <a:gd name="connsiteX9" fmla="*/ 527599 w 647561"/>
                      <a:gd name="connsiteY9" fmla="*/ 516023 h 1199758"/>
                      <a:gd name="connsiteX10" fmla="*/ 646273 w 647561"/>
                      <a:gd name="connsiteY10" fmla="*/ 264586 h 1199758"/>
                      <a:gd name="connsiteX11" fmla="*/ 447503 w 647561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222 w 647578"/>
                      <a:gd name="connsiteY0" fmla="*/ 9019 h 1199758"/>
                      <a:gd name="connsiteX1" fmla="*/ 346817 w 647578"/>
                      <a:gd name="connsiteY1" fmla="*/ 459870 h 1199758"/>
                      <a:gd name="connsiteX2" fmla="*/ 189970 w 647578"/>
                      <a:gd name="connsiteY2" fmla="*/ 613761 h 1199758"/>
                      <a:gd name="connsiteX3" fmla="*/ 73911 w 647578"/>
                      <a:gd name="connsiteY3" fmla="*/ 919868 h 1199758"/>
                      <a:gd name="connsiteX4" fmla="*/ 1471 w 647578"/>
                      <a:gd name="connsiteY4" fmla="*/ 1037767 h 1199758"/>
                      <a:gd name="connsiteX5" fmla="*/ 107244 w 647578"/>
                      <a:gd name="connsiteY5" fmla="*/ 1100461 h 1199758"/>
                      <a:gd name="connsiteX6" fmla="*/ 345335 w 647578"/>
                      <a:gd name="connsiteY6" fmla="*/ 1177892 h 1199758"/>
                      <a:gd name="connsiteX7" fmla="*/ 167535 w 647578"/>
                      <a:gd name="connsiteY7" fmla="*/ 990568 h 1199758"/>
                      <a:gd name="connsiteX8" fmla="*/ 326288 w 647578"/>
                      <a:gd name="connsiteY8" fmla="*/ 768322 h 1199758"/>
                      <a:gd name="connsiteX9" fmla="*/ 525064 w 647578"/>
                      <a:gd name="connsiteY9" fmla="*/ 560000 h 1199758"/>
                      <a:gd name="connsiteX10" fmla="*/ 646396 w 647578"/>
                      <a:gd name="connsiteY10" fmla="*/ 264586 h 1199758"/>
                      <a:gd name="connsiteX11" fmla="*/ 447626 w 647578"/>
                      <a:gd name="connsiteY11" fmla="*/ 0 h 1199758"/>
                      <a:gd name="connsiteX0" fmla="*/ 437243 w 647599"/>
                      <a:gd name="connsiteY0" fmla="*/ 9019 h 1199758"/>
                      <a:gd name="connsiteX1" fmla="*/ 346838 w 647599"/>
                      <a:gd name="connsiteY1" fmla="*/ 459870 h 1199758"/>
                      <a:gd name="connsiteX2" fmla="*/ 195306 w 647599"/>
                      <a:gd name="connsiteY2" fmla="*/ 627504 h 1199758"/>
                      <a:gd name="connsiteX3" fmla="*/ 73932 w 647599"/>
                      <a:gd name="connsiteY3" fmla="*/ 919868 h 1199758"/>
                      <a:gd name="connsiteX4" fmla="*/ 1492 w 647599"/>
                      <a:gd name="connsiteY4" fmla="*/ 1037767 h 1199758"/>
                      <a:gd name="connsiteX5" fmla="*/ 107265 w 647599"/>
                      <a:gd name="connsiteY5" fmla="*/ 1100461 h 1199758"/>
                      <a:gd name="connsiteX6" fmla="*/ 345356 w 647599"/>
                      <a:gd name="connsiteY6" fmla="*/ 1177892 h 1199758"/>
                      <a:gd name="connsiteX7" fmla="*/ 167556 w 647599"/>
                      <a:gd name="connsiteY7" fmla="*/ 990568 h 1199758"/>
                      <a:gd name="connsiteX8" fmla="*/ 326309 w 647599"/>
                      <a:gd name="connsiteY8" fmla="*/ 768322 h 1199758"/>
                      <a:gd name="connsiteX9" fmla="*/ 525085 w 647599"/>
                      <a:gd name="connsiteY9" fmla="*/ 560000 h 1199758"/>
                      <a:gd name="connsiteX10" fmla="*/ 646417 w 647599"/>
                      <a:gd name="connsiteY10" fmla="*/ 264586 h 1199758"/>
                      <a:gd name="connsiteX11" fmla="*/ 447647 w 647599"/>
                      <a:gd name="connsiteY11" fmla="*/ 0 h 1199758"/>
                      <a:gd name="connsiteX0" fmla="*/ 437243 w 644973"/>
                      <a:gd name="connsiteY0" fmla="*/ 9019 h 1199758"/>
                      <a:gd name="connsiteX1" fmla="*/ 346838 w 644973"/>
                      <a:gd name="connsiteY1" fmla="*/ 459870 h 1199758"/>
                      <a:gd name="connsiteX2" fmla="*/ 195306 w 644973"/>
                      <a:gd name="connsiteY2" fmla="*/ 627504 h 1199758"/>
                      <a:gd name="connsiteX3" fmla="*/ 73932 w 644973"/>
                      <a:gd name="connsiteY3" fmla="*/ 919868 h 1199758"/>
                      <a:gd name="connsiteX4" fmla="*/ 1492 w 644973"/>
                      <a:gd name="connsiteY4" fmla="*/ 1037767 h 1199758"/>
                      <a:gd name="connsiteX5" fmla="*/ 107265 w 644973"/>
                      <a:gd name="connsiteY5" fmla="*/ 1100461 h 1199758"/>
                      <a:gd name="connsiteX6" fmla="*/ 345356 w 644973"/>
                      <a:gd name="connsiteY6" fmla="*/ 1177892 h 1199758"/>
                      <a:gd name="connsiteX7" fmla="*/ 167556 w 644973"/>
                      <a:gd name="connsiteY7" fmla="*/ 990568 h 1199758"/>
                      <a:gd name="connsiteX8" fmla="*/ 326309 w 644973"/>
                      <a:gd name="connsiteY8" fmla="*/ 768322 h 1199758"/>
                      <a:gd name="connsiteX9" fmla="*/ 525085 w 644973"/>
                      <a:gd name="connsiteY9" fmla="*/ 560000 h 1199758"/>
                      <a:gd name="connsiteX10" fmla="*/ 643760 w 644973"/>
                      <a:gd name="connsiteY10" fmla="*/ 226106 h 1199758"/>
                      <a:gd name="connsiteX11" fmla="*/ 447647 w 644973"/>
                      <a:gd name="connsiteY11" fmla="*/ 0 h 1199758"/>
                      <a:gd name="connsiteX0" fmla="*/ 437243 w 644211"/>
                      <a:gd name="connsiteY0" fmla="*/ 9019 h 1199758"/>
                      <a:gd name="connsiteX1" fmla="*/ 346838 w 644211"/>
                      <a:gd name="connsiteY1" fmla="*/ 459870 h 1199758"/>
                      <a:gd name="connsiteX2" fmla="*/ 195306 w 644211"/>
                      <a:gd name="connsiteY2" fmla="*/ 627504 h 1199758"/>
                      <a:gd name="connsiteX3" fmla="*/ 73932 w 644211"/>
                      <a:gd name="connsiteY3" fmla="*/ 919868 h 1199758"/>
                      <a:gd name="connsiteX4" fmla="*/ 1492 w 644211"/>
                      <a:gd name="connsiteY4" fmla="*/ 1037767 h 1199758"/>
                      <a:gd name="connsiteX5" fmla="*/ 107265 w 644211"/>
                      <a:gd name="connsiteY5" fmla="*/ 1100461 h 1199758"/>
                      <a:gd name="connsiteX6" fmla="*/ 345356 w 644211"/>
                      <a:gd name="connsiteY6" fmla="*/ 1177892 h 1199758"/>
                      <a:gd name="connsiteX7" fmla="*/ 167556 w 644211"/>
                      <a:gd name="connsiteY7" fmla="*/ 990568 h 1199758"/>
                      <a:gd name="connsiteX8" fmla="*/ 326309 w 644211"/>
                      <a:gd name="connsiteY8" fmla="*/ 768322 h 1199758"/>
                      <a:gd name="connsiteX9" fmla="*/ 525085 w 644211"/>
                      <a:gd name="connsiteY9" fmla="*/ 560000 h 1199758"/>
                      <a:gd name="connsiteX10" fmla="*/ 643760 w 644211"/>
                      <a:gd name="connsiteY10" fmla="*/ 226106 h 1199758"/>
                      <a:gd name="connsiteX11" fmla="*/ 447647 w 644211"/>
                      <a:gd name="connsiteY11" fmla="*/ 0 h 1199758"/>
                      <a:gd name="connsiteX0" fmla="*/ 437243 w 644059"/>
                      <a:gd name="connsiteY0" fmla="*/ 9019 h 1199758"/>
                      <a:gd name="connsiteX1" fmla="*/ 346838 w 644059"/>
                      <a:gd name="connsiteY1" fmla="*/ 459870 h 1199758"/>
                      <a:gd name="connsiteX2" fmla="*/ 195306 w 644059"/>
                      <a:gd name="connsiteY2" fmla="*/ 627504 h 1199758"/>
                      <a:gd name="connsiteX3" fmla="*/ 73932 w 644059"/>
                      <a:gd name="connsiteY3" fmla="*/ 919868 h 1199758"/>
                      <a:gd name="connsiteX4" fmla="*/ 1492 w 644059"/>
                      <a:gd name="connsiteY4" fmla="*/ 1037767 h 1199758"/>
                      <a:gd name="connsiteX5" fmla="*/ 107265 w 644059"/>
                      <a:gd name="connsiteY5" fmla="*/ 1100461 h 1199758"/>
                      <a:gd name="connsiteX6" fmla="*/ 345356 w 644059"/>
                      <a:gd name="connsiteY6" fmla="*/ 1177892 h 1199758"/>
                      <a:gd name="connsiteX7" fmla="*/ 167556 w 644059"/>
                      <a:gd name="connsiteY7" fmla="*/ 990568 h 1199758"/>
                      <a:gd name="connsiteX8" fmla="*/ 326309 w 644059"/>
                      <a:gd name="connsiteY8" fmla="*/ 768322 h 1199758"/>
                      <a:gd name="connsiteX9" fmla="*/ 525085 w 644059"/>
                      <a:gd name="connsiteY9" fmla="*/ 560000 h 1199758"/>
                      <a:gd name="connsiteX10" fmla="*/ 643760 w 644059"/>
                      <a:gd name="connsiteY10" fmla="*/ 226106 h 1199758"/>
                      <a:gd name="connsiteX11" fmla="*/ 447647 w 644059"/>
                      <a:gd name="connsiteY11" fmla="*/ 0 h 1199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4059" h="1199758">
                        <a:moveTo>
                          <a:pt x="437243" y="9019"/>
                        </a:moveTo>
                        <a:cubicBezTo>
                          <a:pt x="387719" y="202576"/>
                          <a:pt x="387161" y="356789"/>
                          <a:pt x="346838" y="459870"/>
                        </a:cubicBezTo>
                        <a:cubicBezTo>
                          <a:pt x="306515" y="562951"/>
                          <a:pt x="240790" y="550838"/>
                          <a:pt x="195306" y="627504"/>
                        </a:cubicBezTo>
                        <a:cubicBezTo>
                          <a:pt x="149822" y="704170"/>
                          <a:pt x="106234" y="851491"/>
                          <a:pt x="73932" y="919868"/>
                        </a:cubicBezTo>
                        <a:cubicBezTo>
                          <a:pt x="41630" y="988245"/>
                          <a:pt x="-9378" y="982931"/>
                          <a:pt x="1492" y="1037767"/>
                        </a:cubicBezTo>
                        <a:cubicBezTo>
                          <a:pt x="12362" y="1092603"/>
                          <a:pt x="96682" y="1097286"/>
                          <a:pt x="107265" y="1100461"/>
                        </a:cubicBezTo>
                        <a:cubicBezTo>
                          <a:pt x="216273" y="1168194"/>
                          <a:pt x="278554" y="1235658"/>
                          <a:pt x="345356" y="1177892"/>
                        </a:cubicBezTo>
                        <a:cubicBezTo>
                          <a:pt x="335831" y="1115450"/>
                          <a:pt x="231585" y="1096401"/>
                          <a:pt x="167556" y="990568"/>
                        </a:cubicBezTo>
                        <a:cubicBezTo>
                          <a:pt x="164382" y="926540"/>
                          <a:pt x="222956" y="888498"/>
                          <a:pt x="326309" y="768322"/>
                        </a:cubicBezTo>
                        <a:cubicBezTo>
                          <a:pt x="450428" y="638527"/>
                          <a:pt x="405953" y="676521"/>
                          <a:pt x="525085" y="560000"/>
                        </a:cubicBezTo>
                        <a:cubicBezTo>
                          <a:pt x="563185" y="387492"/>
                          <a:pt x="632747" y="338679"/>
                          <a:pt x="643760" y="226106"/>
                        </a:cubicBezTo>
                        <a:cubicBezTo>
                          <a:pt x="652934" y="132333"/>
                          <a:pt x="448502" y="1010"/>
                          <a:pt x="447647" y="0"/>
                        </a:cubicBezTo>
                      </a:path>
                    </a:pathLst>
                  </a:custGeom>
                  <a:solidFill>
                    <a:srgbClr val="FFFFFF"/>
                  </a:solidFill>
                  <a:ln w="12700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" name="任意多边形: 形状 275">
                    <a:extLst>
                      <a:ext uri="{FF2B5EF4-FFF2-40B4-BE49-F238E27FC236}">
                        <a16:creationId xmlns:a16="http://schemas.microsoft.com/office/drawing/2014/main" id="{B84099CF-62B8-38C3-1007-06CBB78CA843}"/>
                      </a:ext>
                    </a:extLst>
                  </p:cNvPr>
                  <p:cNvSpPr/>
                  <p:nvPr/>
                </p:nvSpPr>
                <p:spPr>
                  <a:xfrm>
                    <a:off x="1066266" y="7119093"/>
                    <a:ext cx="1256664" cy="3124456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42078 w 882978"/>
                      <a:gd name="connsiteY13" fmla="*/ 1247590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95025"/>
                      <a:gd name="connsiteY0" fmla="*/ 1088604 h 2752057"/>
                      <a:gd name="connsiteX1" fmla="*/ 443239 w 895025"/>
                      <a:gd name="connsiteY1" fmla="*/ 1310854 h 2752057"/>
                      <a:gd name="connsiteX2" fmla="*/ 440063 w 895025"/>
                      <a:gd name="connsiteY2" fmla="*/ 1609304 h 2752057"/>
                      <a:gd name="connsiteX3" fmla="*/ 390851 w 895025"/>
                      <a:gd name="connsiteY3" fmla="*/ 1968079 h 2752057"/>
                      <a:gd name="connsiteX4" fmla="*/ 162250 w 895025"/>
                      <a:gd name="connsiteY4" fmla="*/ 2223666 h 2752057"/>
                      <a:gd name="connsiteX5" fmla="*/ 86054 w 895025"/>
                      <a:gd name="connsiteY5" fmla="*/ 2466557 h 2752057"/>
                      <a:gd name="connsiteX6" fmla="*/ 326 w 895025"/>
                      <a:gd name="connsiteY6" fmla="*/ 2587204 h 2752057"/>
                      <a:gd name="connsiteX7" fmla="*/ 119388 w 895025"/>
                      <a:gd name="connsiteY7" fmla="*/ 2685629 h 2752057"/>
                      <a:gd name="connsiteX8" fmla="*/ 365451 w 895025"/>
                      <a:gd name="connsiteY8" fmla="*/ 2730078 h 2752057"/>
                      <a:gd name="connsiteX9" fmla="*/ 187651 w 895025"/>
                      <a:gd name="connsiteY9" fmla="*/ 2542754 h 2752057"/>
                      <a:gd name="connsiteX10" fmla="*/ 346404 w 895025"/>
                      <a:gd name="connsiteY10" fmla="*/ 2320508 h 2752057"/>
                      <a:gd name="connsiteX11" fmla="*/ 587701 w 895025"/>
                      <a:gd name="connsiteY11" fmla="*/ 2079204 h 2752057"/>
                      <a:gd name="connsiteX12" fmla="*/ 884434 w 895025"/>
                      <a:gd name="connsiteY12" fmla="*/ 1463584 h 2752057"/>
                      <a:gd name="connsiteX13" fmla="*/ 842078 w 895025"/>
                      <a:gd name="connsiteY13" fmla="*/ 1247590 h 2752057"/>
                      <a:gd name="connsiteX14" fmla="*/ 825826 w 895025"/>
                      <a:gd name="connsiteY14" fmla="*/ 1069554 h 2752057"/>
                      <a:gd name="connsiteX15" fmla="*/ 880250 w 895025"/>
                      <a:gd name="connsiteY15" fmla="*/ 794184 h 2752057"/>
                      <a:gd name="connsiteX16" fmla="*/ 759154 w 895025"/>
                      <a:gd name="connsiteY16" fmla="*/ 440907 h 2752057"/>
                      <a:gd name="connsiteX17" fmla="*/ 848054 w 895025"/>
                      <a:gd name="connsiteY17" fmla="*/ 374232 h 2752057"/>
                      <a:gd name="connsiteX18" fmla="*/ 882978 w 895025"/>
                      <a:gd name="connsiteY18" fmla="*/ 256757 h 2752057"/>
                      <a:gd name="connsiteX19" fmla="*/ 838529 w 895025"/>
                      <a:gd name="connsiteY19" fmla="*/ 82132 h 2752057"/>
                      <a:gd name="connsiteX20" fmla="*/ 662313 w 895025"/>
                      <a:gd name="connsiteY20" fmla="*/ 1166 h 2752057"/>
                      <a:gd name="connsiteX21" fmla="*/ 517853 w 895025"/>
                      <a:gd name="connsiteY21" fmla="*/ 167857 h 2752057"/>
                      <a:gd name="connsiteX22" fmla="*/ 613103 w 895025"/>
                      <a:gd name="connsiteY22" fmla="*/ 399631 h 2752057"/>
                      <a:gd name="connsiteX23" fmla="*/ 530551 w 895025"/>
                      <a:gd name="connsiteY23" fmla="*/ 558379 h 2752057"/>
                      <a:gd name="connsiteX24" fmla="*/ 486101 w 895025"/>
                      <a:gd name="connsiteY24" fmla="*/ 672678 h 2752057"/>
                      <a:gd name="connsiteX25" fmla="*/ 508326 w 895025"/>
                      <a:gd name="connsiteY25" fmla="*/ 1088604 h 2752057"/>
                      <a:gd name="connsiteX0" fmla="*/ 508326 w 887685"/>
                      <a:gd name="connsiteY0" fmla="*/ 1088604 h 2752057"/>
                      <a:gd name="connsiteX1" fmla="*/ 443239 w 887685"/>
                      <a:gd name="connsiteY1" fmla="*/ 1310854 h 2752057"/>
                      <a:gd name="connsiteX2" fmla="*/ 440063 w 887685"/>
                      <a:gd name="connsiteY2" fmla="*/ 1609304 h 2752057"/>
                      <a:gd name="connsiteX3" fmla="*/ 390851 w 887685"/>
                      <a:gd name="connsiteY3" fmla="*/ 1968079 h 2752057"/>
                      <a:gd name="connsiteX4" fmla="*/ 162250 w 887685"/>
                      <a:gd name="connsiteY4" fmla="*/ 2223666 h 2752057"/>
                      <a:gd name="connsiteX5" fmla="*/ 86054 w 887685"/>
                      <a:gd name="connsiteY5" fmla="*/ 2466557 h 2752057"/>
                      <a:gd name="connsiteX6" fmla="*/ 326 w 887685"/>
                      <a:gd name="connsiteY6" fmla="*/ 2587204 h 2752057"/>
                      <a:gd name="connsiteX7" fmla="*/ 119388 w 887685"/>
                      <a:gd name="connsiteY7" fmla="*/ 2685629 h 2752057"/>
                      <a:gd name="connsiteX8" fmla="*/ 365451 w 887685"/>
                      <a:gd name="connsiteY8" fmla="*/ 2730078 h 2752057"/>
                      <a:gd name="connsiteX9" fmla="*/ 187651 w 887685"/>
                      <a:gd name="connsiteY9" fmla="*/ 2542754 h 2752057"/>
                      <a:gd name="connsiteX10" fmla="*/ 346404 w 887685"/>
                      <a:gd name="connsiteY10" fmla="*/ 2320508 h 2752057"/>
                      <a:gd name="connsiteX11" fmla="*/ 587701 w 887685"/>
                      <a:gd name="connsiteY11" fmla="*/ 2079204 h 2752057"/>
                      <a:gd name="connsiteX12" fmla="*/ 884434 w 887685"/>
                      <a:gd name="connsiteY12" fmla="*/ 1463584 h 2752057"/>
                      <a:gd name="connsiteX13" fmla="*/ 842078 w 887685"/>
                      <a:gd name="connsiteY13" fmla="*/ 1247590 h 2752057"/>
                      <a:gd name="connsiteX14" fmla="*/ 825826 w 887685"/>
                      <a:gd name="connsiteY14" fmla="*/ 1069554 h 2752057"/>
                      <a:gd name="connsiteX15" fmla="*/ 880250 w 887685"/>
                      <a:gd name="connsiteY15" fmla="*/ 794184 h 2752057"/>
                      <a:gd name="connsiteX16" fmla="*/ 759154 w 887685"/>
                      <a:gd name="connsiteY16" fmla="*/ 440907 h 2752057"/>
                      <a:gd name="connsiteX17" fmla="*/ 848054 w 887685"/>
                      <a:gd name="connsiteY17" fmla="*/ 374232 h 2752057"/>
                      <a:gd name="connsiteX18" fmla="*/ 882978 w 887685"/>
                      <a:gd name="connsiteY18" fmla="*/ 256757 h 2752057"/>
                      <a:gd name="connsiteX19" fmla="*/ 838529 w 887685"/>
                      <a:gd name="connsiteY19" fmla="*/ 82132 h 2752057"/>
                      <a:gd name="connsiteX20" fmla="*/ 662313 w 887685"/>
                      <a:gd name="connsiteY20" fmla="*/ 1166 h 2752057"/>
                      <a:gd name="connsiteX21" fmla="*/ 517853 w 887685"/>
                      <a:gd name="connsiteY21" fmla="*/ 167857 h 2752057"/>
                      <a:gd name="connsiteX22" fmla="*/ 613103 w 887685"/>
                      <a:gd name="connsiteY22" fmla="*/ 399631 h 2752057"/>
                      <a:gd name="connsiteX23" fmla="*/ 530551 w 887685"/>
                      <a:gd name="connsiteY23" fmla="*/ 558379 h 2752057"/>
                      <a:gd name="connsiteX24" fmla="*/ 486101 w 887685"/>
                      <a:gd name="connsiteY24" fmla="*/ 672678 h 2752057"/>
                      <a:gd name="connsiteX25" fmla="*/ 508326 w 887685"/>
                      <a:gd name="connsiteY25" fmla="*/ 1088604 h 2752057"/>
                      <a:gd name="connsiteX0" fmla="*/ 508326 w 1037548"/>
                      <a:gd name="connsiteY0" fmla="*/ 1088604 h 2752057"/>
                      <a:gd name="connsiteX1" fmla="*/ 443239 w 1037548"/>
                      <a:gd name="connsiteY1" fmla="*/ 1310854 h 2752057"/>
                      <a:gd name="connsiteX2" fmla="*/ 440063 w 1037548"/>
                      <a:gd name="connsiteY2" fmla="*/ 1609304 h 2752057"/>
                      <a:gd name="connsiteX3" fmla="*/ 390851 w 1037548"/>
                      <a:gd name="connsiteY3" fmla="*/ 1968079 h 2752057"/>
                      <a:gd name="connsiteX4" fmla="*/ 162250 w 1037548"/>
                      <a:gd name="connsiteY4" fmla="*/ 2223666 h 2752057"/>
                      <a:gd name="connsiteX5" fmla="*/ 86054 w 1037548"/>
                      <a:gd name="connsiteY5" fmla="*/ 2466557 h 2752057"/>
                      <a:gd name="connsiteX6" fmla="*/ 326 w 1037548"/>
                      <a:gd name="connsiteY6" fmla="*/ 2587204 h 2752057"/>
                      <a:gd name="connsiteX7" fmla="*/ 119388 w 1037548"/>
                      <a:gd name="connsiteY7" fmla="*/ 2685629 h 2752057"/>
                      <a:gd name="connsiteX8" fmla="*/ 365451 w 1037548"/>
                      <a:gd name="connsiteY8" fmla="*/ 2730078 h 2752057"/>
                      <a:gd name="connsiteX9" fmla="*/ 187651 w 1037548"/>
                      <a:gd name="connsiteY9" fmla="*/ 2542754 h 2752057"/>
                      <a:gd name="connsiteX10" fmla="*/ 346404 w 1037548"/>
                      <a:gd name="connsiteY10" fmla="*/ 2320508 h 2752057"/>
                      <a:gd name="connsiteX11" fmla="*/ 1031517 w 1037548"/>
                      <a:gd name="connsiteY11" fmla="*/ 1930783 h 2752057"/>
                      <a:gd name="connsiteX12" fmla="*/ 884434 w 1037548"/>
                      <a:gd name="connsiteY12" fmla="*/ 1463584 h 2752057"/>
                      <a:gd name="connsiteX13" fmla="*/ 842078 w 1037548"/>
                      <a:gd name="connsiteY13" fmla="*/ 1247590 h 2752057"/>
                      <a:gd name="connsiteX14" fmla="*/ 825826 w 1037548"/>
                      <a:gd name="connsiteY14" fmla="*/ 1069554 h 2752057"/>
                      <a:gd name="connsiteX15" fmla="*/ 880250 w 1037548"/>
                      <a:gd name="connsiteY15" fmla="*/ 794184 h 2752057"/>
                      <a:gd name="connsiteX16" fmla="*/ 759154 w 1037548"/>
                      <a:gd name="connsiteY16" fmla="*/ 440907 h 2752057"/>
                      <a:gd name="connsiteX17" fmla="*/ 848054 w 1037548"/>
                      <a:gd name="connsiteY17" fmla="*/ 374232 h 2752057"/>
                      <a:gd name="connsiteX18" fmla="*/ 882978 w 1037548"/>
                      <a:gd name="connsiteY18" fmla="*/ 256757 h 2752057"/>
                      <a:gd name="connsiteX19" fmla="*/ 838529 w 1037548"/>
                      <a:gd name="connsiteY19" fmla="*/ 82132 h 2752057"/>
                      <a:gd name="connsiteX20" fmla="*/ 662313 w 1037548"/>
                      <a:gd name="connsiteY20" fmla="*/ 1166 h 2752057"/>
                      <a:gd name="connsiteX21" fmla="*/ 517853 w 1037548"/>
                      <a:gd name="connsiteY21" fmla="*/ 167857 h 2752057"/>
                      <a:gd name="connsiteX22" fmla="*/ 613103 w 1037548"/>
                      <a:gd name="connsiteY22" fmla="*/ 399631 h 2752057"/>
                      <a:gd name="connsiteX23" fmla="*/ 530551 w 1037548"/>
                      <a:gd name="connsiteY23" fmla="*/ 558379 h 2752057"/>
                      <a:gd name="connsiteX24" fmla="*/ 486101 w 1037548"/>
                      <a:gd name="connsiteY24" fmla="*/ 672678 h 2752057"/>
                      <a:gd name="connsiteX25" fmla="*/ 508326 w 1037548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346404 w 1031517"/>
                      <a:gd name="connsiteY10" fmla="*/ 2320508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70207"/>
                      <a:gd name="connsiteY0" fmla="*/ 1088604 h 2752057"/>
                      <a:gd name="connsiteX1" fmla="*/ 443239 w 1070207"/>
                      <a:gd name="connsiteY1" fmla="*/ 1310854 h 2752057"/>
                      <a:gd name="connsiteX2" fmla="*/ 440063 w 1070207"/>
                      <a:gd name="connsiteY2" fmla="*/ 1609304 h 2752057"/>
                      <a:gd name="connsiteX3" fmla="*/ 390851 w 1070207"/>
                      <a:gd name="connsiteY3" fmla="*/ 1968079 h 2752057"/>
                      <a:gd name="connsiteX4" fmla="*/ 162250 w 1070207"/>
                      <a:gd name="connsiteY4" fmla="*/ 2223666 h 2752057"/>
                      <a:gd name="connsiteX5" fmla="*/ 86054 w 1070207"/>
                      <a:gd name="connsiteY5" fmla="*/ 2466557 h 2752057"/>
                      <a:gd name="connsiteX6" fmla="*/ 326 w 1070207"/>
                      <a:gd name="connsiteY6" fmla="*/ 2587204 h 2752057"/>
                      <a:gd name="connsiteX7" fmla="*/ 119388 w 1070207"/>
                      <a:gd name="connsiteY7" fmla="*/ 2685629 h 2752057"/>
                      <a:gd name="connsiteX8" fmla="*/ 365451 w 1070207"/>
                      <a:gd name="connsiteY8" fmla="*/ 2730078 h 2752057"/>
                      <a:gd name="connsiteX9" fmla="*/ 187651 w 1070207"/>
                      <a:gd name="connsiteY9" fmla="*/ 2542754 h 2752057"/>
                      <a:gd name="connsiteX10" fmla="*/ 1005484 w 1070207"/>
                      <a:gd name="connsiteY10" fmla="*/ 2235303 h 2752057"/>
                      <a:gd name="connsiteX11" fmla="*/ 1031517 w 1070207"/>
                      <a:gd name="connsiteY11" fmla="*/ 1930783 h 2752057"/>
                      <a:gd name="connsiteX12" fmla="*/ 884434 w 1070207"/>
                      <a:gd name="connsiteY12" fmla="*/ 1463584 h 2752057"/>
                      <a:gd name="connsiteX13" fmla="*/ 842078 w 1070207"/>
                      <a:gd name="connsiteY13" fmla="*/ 1247590 h 2752057"/>
                      <a:gd name="connsiteX14" fmla="*/ 825826 w 1070207"/>
                      <a:gd name="connsiteY14" fmla="*/ 1069554 h 2752057"/>
                      <a:gd name="connsiteX15" fmla="*/ 880250 w 1070207"/>
                      <a:gd name="connsiteY15" fmla="*/ 794184 h 2752057"/>
                      <a:gd name="connsiteX16" fmla="*/ 759154 w 1070207"/>
                      <a:gd name="connsiteY16" fmla="*/ 440907 h 2752057"/>
                      <a:gd name="connsiteX17" fmla="*/ 848054 w 1070207"/>
                      <a:gd name="connsiteY17" fmla="*/ 374232 h 2752057"/>
                      <a:gd name="connsiteX18" fmla="*/ 882978 w 1070207"/>
                      <a:gd name="connsiteY18" fmla="*/ 256757 h 2752057"/>
                      <a:gd name="connsiteX19" fmla="*/ 838529 w 1070207"/>
                      <a:gd name="connsiteY19" fmla="*/ 82132 h 2752057"/>
                      <a:gd name="connsiteX20" fmla="*/ 662313 w 1070207"/>
                      <a:gd name="connsiteY20" fmla="*/ 1166 h 2752057"/>
                      <a:gd name="connsiteX21" fmla="*/ 517853 w 1070207"/>
                      <a:gd name="connsiteY21" fmla="*/ 167857 h 2752057"/>
                      <a:gd name="connsiteX22" fmla="*/ 613103 w 1070207"/>
                      <a:gd name="connsiteY22" fmla="*/ 399631 h 2752057"/>
                      <a:gd name="connsiteX23" fmla="*/ 530551 w 1070207"/>
                      <a:gd name="connsiteY23" fmla="*/ 558379 h 2752057"/>
                      <a:gd name="connsiteX24" fmla="*/ 486101 w 1070207"/>
                      <a:gd name="connsiteY24" fmla="*/ 672678 h 2752057"/>
                      <a:gd name="connsiteX25" fmla="*/ 508326 w 107020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213220"/>
                      <a:gd name="connsiteY0" fmla="*/ 1088604 h 2716480"/>
                      <a:gd name="connsiteX1" fmla="*/ 443239 w 1213220"/>
                      <a:gd name="connsiteY1" fmla="*/ 1310854 h 2716480"/>
                      <a:gd name="connsiteX2" fmla="*/ 440063 w 1213220"/>
                      <a:gd name="connsiteY2" fmla="*/ 1609304 h 2716480"/>
                      <a:gd name="connsiteX3" fmla="*/ 390851 w 1213220"/>
                      <a:gd name="connsiteY3" fmla="*/ 1968079 h 2716480"/>
                      <a:gd name="connsiteX4" fmla="*/ 162250 w 1213220"/>
                      <a:gd name="connsiteY4" fmla="*/ 2223666 h 2716480"/>
                      <a:gd name="connsiteX5" fmla="*/ 86054 w 1213220"/>
                      <a:gd name="connsiteY5" fmla="*/ 2466557 h 2716480"/>
                      <a:gd name="connsiteX6" fmla="*/ 326 w 1213220"/>
                      <a:gd name="connsiteY6" fmla="*/ 2587204 h 2716480"/>
                      <a:gd name="connsiteX7" fmla="*/ 119388 w 1213220"/>
                      <a:gd name="connsiteY7" fmla="*/ 2685629 h 2716480"/>
                      <a:gd name="connsiteX8" fmla="*/ 1213220 w 1213220"/>
                      <a:gd name="connsiteY8" fmla="*/ 2653118 h 2716480"/>
                      <a:gd name="connsiteX9" fmla="*/ 1011502 w 1213220"/>
                      <a:gd name="connsiteY9" fmla="*/ 2553749 h 2716480"/>
                      <a:gd name="connsiteX10" fmla="*/ 1005484 w 1213220"/>
                      <a:gd name="connsiteY10" fmla="*/ 2235303 h 2716480"/>
                      <a:gd name="connsiteX11" fmla="*/ 1031517 w 1213220"/>
                      <a:gd name="connsiteY11" fmla="*/ 1930783 h 2716480"/>
                      <a:gd name="connsiteX12" fmla="*/ 884434 w 1213220"/>
                      <a:gd name="connsiteY12" fmla="*/ 1463584 h 2716480"/>
                      <a:gd name="connsiteX13" fmla="*/ 842078 w 1213220"/>
                      <a:gd name="connsiteY13" fmla="*/ 1247590 h 2716480"/>
                      <a:gd name="connsiteX14" fmla="*/ 825826 w 1213220"/>
                      <a:gd name="connsiteY14" fmla="*/ 1069554 h 2716480"/>
                      <a:gd name="connsiteX15" fmla="*/ 880250 w 1213220"/>
                      <a:gd name="connsiteY15" fmla="*/ 794184 h 2716480"/>
                      <a:gd name="connsiteX16" fmla="*/ 759154 w 1213220"/>
                      <a:gd name="connsiteY16" fmla="*/ 440907 h 2716480"/>
                      <a:gd name="connsiteX17" fmla="*/ 848054 w 1213220"/>
                      <a:gd name="connsiteY17" fmla="*/ 374232 h 2716480"/>
                      <a:gd name="connsiteX18" fmla="*/ 882978 w 1213220"/>
                      <a:gd name="connsiteY18" fmla="*/ 256757 h 2716480"/>
                      <a:gd name="connsiteX19" fmla="*/ 838529 w 1213220"/>
                      <a:gd name="connsiteY19" fmla="*/ 82132 h 2716480"/>
                      <a:gd name="connsiteX20" fmla="*/ 662313 w 1213220"/>
                      <a:gd name="connsiteY20" fmla="*/ 1166 h 2716480"/>
                      <a:gd name="connsiteX21" fmla="*/ 517853 w 1213220"/>
                      <a:gd name="connsiteY21" fmla="*/ 167857 h 2716480"/>
                      <a:gd name="connsiteX22" fmla="*/ 613103 w 1213220"/>
                      <a:gd name="connsiteY22" fmla="*/ 399631 h 2716480"/>
                      <a:gd name="connsiteX23" fmla="*/ 530551 w 1213220"/>
                      <a:gd name="connsiteY23" fmla="*/ 558379 h 2716480"/>
                      <a:gd name="connsiteX24" fmla="*/ 486101 w 1213220"/>
                      <a:gd name="connsiteY24" fmla="*/ 672678 h 2716480"/>
                      <a:gd name="connsiteX25" fmla="*/ 508326 w 1213220"/>
                      <a:gd name="connsiteY25" fmla="*/ 1088604 h 2716480"/>
                      <a:gd name="connsiteX0" fmla="*/ 563788 w 1268682"/>
                      <a:gd name="connsiteY0" fmla="*/ 1088604 h 2701084"/>
                      <a:gd name="connsiteX1" fmla="*/ 498701 w 1268682"/>
                      <a:gd name="connsiteY1" fmla="*/ 1310854 h 2701084"/>
                      <a:gd name="connsiteX2" fmla="*/ 495525 w 1268682"/>
                      <a:gd name="connsiteY2" fmla="*/ 1609304 h 2701084"/>
                      <a:gd name="connsiteX3" fmla="*/ 446313 w 1268682"/>
                      <a:gd name="connsiteY3" fmla="*/ 1968079 h 2701084"/>
                      <a:gd name="connsiteX4" fmla="*/ 217712 w 1268682"/>
                      <a:gd name="connsiteY4" fmla="*/ 2223666 h 2701084"/>
                      <a:gd name="connsiteX5" fmla="*/ 141516 w 1268682"/>
                      <a:gd name="connsiteY5" fmla="*/ 2466557 h 2701084"/>
                      <a:gd name="connsiteX6" fmla="*/ 55788 w 1268682"/>
                      <a:gd name="connsiteY6" fmla="*/ 2587204 h 2701084"/>
                      <a:gd name="connsiteX7" fmla="*/ 1075770 w 1268682"/>
                      <a:gd name="connsiteY7" fmla="*/ 2663640 h 2701084"/>
                      <a:gd name="connsiteX8" fmla="*/ 1268682 w 1268682"/>
                      <a:gd name="connsiteY8" fmla="*/ 2653118 h 2701084"/>
                      <a:gd name="connsiteX9" fmla="*/ 1066964 w 1268682"/>
                      <a:gd name="connsiteY9" fmla="*/ 2553749 h 2701084"/>
                      <a:gd name="connsiteX10" fmla="*/ 1060946 w 1268682"/>
                      <a:gd name="connsiteY10" fmla="*/ 2235303 h 2701084"/>
                      <a:gd name="connsiteX11" fmla="*/ 1086979 w 1268682"/>
                      <a:gd name="connsiteY11" fmla="*/ 1930783 h 2701084"/>
                      <a:gd name="connsiteX12" fmla="*/ 939896 w 1268682"/>
                      <a:gd name="connsiteY12" fmla="*/ 1463584 h 2701084"/>
                      <a:gd name="connsiteX13" fmla="*/ 897540 w 1268682"/>
                      <a:gd name="connsiteY13" fmla="*/ 1247590 h 2701084"/>
                      <a:gd name="connsiteX14" fmla="*/ 881288 w 1268682"/>
                      <a:gd name="connsiteY14" fmla="*/ 1069554 h 2701084"/>
                      <a:gd name="connsiteX15" fmla="*/ 935712 w 1268682"/>
                      <a:gd name="connsiteY15" fmla="*/ 794184 h 2701084"/>
                      <a:gd name="connsiteX16" fmla="*/ 814616 w 1268682"/>
                      <a:gd name="connsiteY16" fmla="*/ 440907 h 2701084"/>
                      <a:gd name="connsiteX17" fmla="*/ 903516 w 1268682"/>
                      <a:gd name="connsiteY17" fmla="*/ 374232 h 2701084"/>
                      <a:gd name="connsiteX18" fmla="*/ 938440 w 1268682"/>
                      <a:gd name="connsiteY18" fmla="*/ 256757 h 2701084"/>
                      <a:gd name="connsiteX19" fmla="*/ 893991 w 1268682"/>
                      <a:gd name="connsiteY19" fmla="*/ 82132 h 2701084"/>
                      <a:gd name="connsiteX20" fmla="*/ 717775 w 1268682"/>
                      <a:gd name="connsiteY20" fmla="*/ 1166 h 2701084"/>
                      <a:gd name="connsiteX21" fmla="*/ 573315 w 1268682"/>
                      <a:gd name="connsiteY21" fmla="*/ 167857 h 2701084"/>
                      <a:gd name="connsiteX22" fmla="*/ 668565 w 1268682"/>
                      <a:gd name="connsiteY22" fmla="*/ 399631 h 2701084"/>
                      <a:gd name="connsiteX23" fmla="*/ 586013 w 1268682"/>
                      <a:gd name="connsiteY23" fmla="*/ 558379 h 2701084"/>
                      <a:gd name="connsiteX24" fmla="*/ 541563 w 1268682"/>
                      <a:gd name="connsiteY24" fmla="*/ 672678 h 2701084"/>
                      <a:gd name="connsiteX25" fmla="*/ 563788 w 1268682"/>
                      <a:gd name="connsiteY25" fmla="*/ 1088604 h 2701084"/>
                      <a:gd name="connsiteX0" fmla="*/ 464979 w 1169873"/>
                      <a:gd name="connsiteY0" fmla="*/ 1088604 h 2701084"/>
                      <a:gd name="connsiteX1" fmla="*/ 399892 w 1169873"/>
                      <a:gd name="connsiteY1" fmla="*/ 1310854 h 2701084"/>
                      <a:gd name="connsiteX2" fmla="*/ 396716 w 1169873"/>
                      <a:gd name="connsiteY2" fmla="*/ 1609304 h 2701084"/>
                      <a:gd name="connsiteX3" fmla="*/ 347504 w 1169873"/>
                      <a:gd name="connsiteY3" fmla="*/ 1968079 h 2701084"/>
                      <a:gd name="connsiteX4" fmla="*/ 118903 w 1169873"/>
                      <a:gd name="connsiteY4" fmla="*/ 2223666 h 2701084"/>
                      <a:gd name="connsiteX5" fmla="*/ 42707 w 1169873"/>
                      <a:gd name="connsiteY5" fmla="*/ 2466557 h 2701084"/>
                      <a:gd name="connsiteX6" fmla="*/ 831323 w 1169873"/>
                      <a:gd name="connsiteY6" fmla="*/ 2672409 h 2701084"/>
                      <a:gd name="connsiteX7" fmla="*/ 976961 w 1169873"/>
                      <a:gd name="connsiteY7" fmla="*/ 2663640 h 2701084"/>
                      <a:gd name="connsiteX8" fmla="*/ 1169873 w 1169873"/>
                      <a:gd name="connsiteY8" fmla="*/ 2653118 h 2701084"/>
                      <a:gd name="connsiteX9" fmla="*/ 968155 w 1169873"/>
                      <a:gd name="connsiteY9" fmla="*/ 2553749 h 2701084"/>
                      <a:gd name="connsiteX10" fmla="*/ 962137 w 1169873"/>
                      <a:gd name="connsiteY10" fmla="*/ 2235303 h 2701084"/>
                      <a:gd name="connsiteX11" fmla="*/ 988170 w 1169873"/>
                      <a:gd name="connsiteY11" fmla="*/ 1930783 h 2701084"/>
                      <a:gd name="connsiteX12" fmla="*/ 841087 w 1169873"/>
                      <a:gd name="connsiteY12" fmla="*/ 1463584 h 2701084"/>
                      <a:gd name="connsiteX13" fmla="*/ 798731 w 1169873"/>
                      <a:gd name="connsiteY13" fmla="*/ 1247590 h 2701084"/>
                      <a:gd name="connsiteX14" fmla="*/ 782479 w 1169873"/>
                      <a:gd name="connsiteY14" fmla="*/ 1069554 h 2701084"/>
                      <a:gd name="connsiteX15" fmla="*/ 836903 w 1169873"/>
                      <a:gd name="connsiteY15" fmla="*/ 794184 h 2701084"/>
                      <a:gd name="connsiteX16" fmla="*/ 715807 w 1169873"/>
                      <a:gd name="connsiteY16" fmla="*/ 440907 h 2701084"/>
                      <a:gd name="connsiteX17" fmla="*/ 804707 w 1169873"/>
                      <a:gd name="connsiteY17" fmla="*/ 374232 h 2701084"/>
                      <a:gd name="connsiteX18" fmla="*/ 839631 w 1169873"/>
                      <a:gd name="connsiteY18" fmla="*/ 256757 h 2701084"/>
                      <a:gd name="connsiteX19" fmla="*/ 795182 w 1169873"/>
                      <a:gd name="connsiteY19" fmla="*/ 82132 h 2701084"/>
                      <a:gd name="connsiteX20" fmla="*/ 618966 w 1169873"/>
                      <a:gd name="connsiteY20" fmla="*/ 1166 h 2701084"/>
                      <a:gd name="connsiteX21" fmla="*/ 474506 w 1169873"/>
                      <a:gd name="connsiteY21" fmla="*/ 167857 h 2701084"/>
                      <a:gd name="connsiteX22" fmla="*/ 569756 w 1169873"/>
                      <a:gd name="connsiteY22" fmla="*/ 399631 h 2701084"/>
                      <a:gd name="connsiteX23" fmla="*/ 487204 w 1169873"/>
                      <a:gd name="connsiteY23" fmla="*/ 558379 h 2701084"/>
                      <a:gd name="connsiteX24" fmla="*/ 442754 w 1169873"/>
                      <a:gd name="connsiteY24" fmla="*/ 672678 h 2701084"/>
                      <a:gd name="connsiteX25" fmla="*/ 464979 w 1169873"/>
                      <a:gd name="connsiteY25" fmla="*/ 1088604 h 2701084"/>
                      <a:gd name="connsiteX0" fmla="*/ 362436 w 1067330"/>
                      <a:gd name="connsiteY0" fmla="*/ 1088604 h 2701084"/>
                      <a:gd name="connsiteX1" fmla="*/ 297349 w 1067330"/>
                      <a:gd name="connsiteY1" fmla="*/ 1310854 h 2701084"/>
                      <a:gd name="connsiteX2" fmla="*/ 294173 w 1067330"/>
                      <a:gd name="connsiteY2" fmla="*/ 1609304 h 2701084"/>
                      <a:gd name="connsiteX3" fmla="*/ 244961 w 1067330"/>
                      <a:gd name="connsiteY3" fmla="*/ 1968079 h 2701084"/>
                      <a:gd name="connsiteX4" fmla="*/ 16360 w 1067330"/>
                      <a:gd name="connsiteY4" fmla="*/ 2223666 h 2701084"/>
                      <a:gd name="connsiteX5" fmla="*/ 750727 w 1067330"/>
                      <a:gd name="connsiteY5" fmla="*/ 2540768 h 2701084"/>
                      <a:gd name="connsiteX6" fmla="*/ 728780 w 1067330"/>
                      <a:gd name="connsiteY6" fmla="*/ 2672409 h 2701084"/>
                      <a:gd name="connsiteX7" fmla="*/ 874418 w 1067330"/>
                      <a:gd name="connsiteY7" fmla="*/ 2663640 h 2701084"/>
                      <a:gd name="connsiteX8" fmla="*/ 1067330 w 1067330"/>
                      <a:gd name="connsiteY8" fmla="*/ 2653118 h 2701084"/>
                      <a:gd name="connsiteX9" fmla="*/ 865612 w 1067330"/>
                      <a:gd name="connsiteY9" fmla="*/ 2553749 h 2701084"/>
                      <a:gd name="connsiteX10" fmla="*/ 859594 w 1067330"/>
                      <a:gd name="connsiteY10" fmla="*/ 2235303 h 2701084"/>
                      <a:gd name="connsiteX11" fmla="*/ 885627 w 1067330"/>
                      <a:gd name="connsiteY11" fmla="*/ 1930783 h 2701084"/>
                      <a:gd name="connsiteX12" fmla="*/ 738544 w 1067330"/>
                      <a:gd name="connsiteY12" fmla="*/ 1463584 h 2701084"/>
                      <a:gd name="connsiteX13" fmla="*/ 696188 w 1067330"/>
                      <a:gd name="connsiteY13" fmla="*/ 1247590 h 2701084"/>
                      <a:gd name="connsiteX14" fmla="*/ 679936 w 1067330"/>
                      <a:gd name="connsiteY14" fmla="*/ 1069554 h 2701084"/>
                      <a:gd name="connsiteX15" fmla="*/ 734360 w 1067330"/>
                      <a:gd name="connsiteY15" fmla="*/ 794184 h 2701084"/>
                      <a:gd name="connsiteX16" fmla="*/ 613264 w 1067330"/>
                      <a:gd name="connsiteY16" fmla="*/ 440907 h 2701084"/>
                      <a:gd name="connsiteX17" fmla="*/ 702164 w 1067330"/>
                      <a:gd name="connsiteY17" fmla="*/ 374232 h 2701084"/>
                      <a:gd name="connsiteX18" fmla="*/ 737088 w 1067330"/>
                      <a:gd name="connsiteY18" fmla="*/ 256757 h 2701084"/>
                      <a:gd name="connsiteX19" fmla="*/ 692639 w 1067330"/>
                      <a:gd name="connsiteY19" fmla="*/ 82132 h 2701084"/>
                      <a:gd name="connsiteX20" fmla="*/ 516423 w 1067330"/>
                      <a:gd name="connsiteY20" fmla="*/ 1166 h 2701084"/>
                      <a:gd name="connsiteX21" fmla="*/ 371963 w 1067330"/>
                      <a:gd name="connsiteY21" fmla="*/ 167857 h 2701084"/>
                      <a:gd name="connsiteX22" fmla="*/ 467213 w 1067330"/>
                      <a:gd name="connsiteY22" fmla="*/ 399631 h 2701084"/>
                      <a:gd name="connsiteX23" fmla="*/ 384661 w 1067330"/>
                      <a:gd name="connsiteY23" fmla="*/ 558379 h 2701084"/>
                      <a:gd name="connsiteX24" fmla="*/ 340211 w 1067330"/>
                      <a:gd name="connsiteY24" fmla="*/ 672678 h 2701084"/>
                      <a:gd name="connsiteX25" fmla="*/ 362436 w 1067330"/>
                      <a:gd name="connsiteY25" fmla="*/ 1088604 h 2701084"/>
                      <a:gd name="connsiteX0" fmla="*/ 142705 w 847599"/>
                      <a:gd name="connsiteY0" fmla="*/ 1088604 h 2701084"/>
                      <a:gd name="connsiteX1" fmla="*/ 77618 w 847599"/>
                      <a:gd name="connsiteY1" fmla="*/ 1310854 h 2701084"/>
                      <a:gd name="connsiteX2" fmla="*/ 74442 w 847599"/>
                      <a:gd name="connsiteY2" fmla="*/ 1609304 h 2701084"/>
                      <a:gd name="connsiteX3" fmla="*/ 25230 w 847599"/>
                      <a:gd name="connsiteY3" fmla="*/ 1968079 h 2701084"/>
                      <a:gd name="connsiteX4" fmla="*/ 461024 w 847599"/>
                      <a:gd name="connsiteY4" fmla="*/ 2322614 h 2701084"/>
                      <a:gd name="connsiteX5" fmla="*/ 530996 w 847599"/>
                      <a:gd name="connsiteY5" fmla="*/ 2540768 h 2701084"/>
                      <a:gd name="connsiteX6" fmla="*/ 509049 w 847599"/>
                      <a:gd name="connsiteY6" fmla="*/ 2672409 h 2701084"/>
                      <a:gd name="connsiteX7" fmla="*/ 654687 w 847599"/>
                      <a:gd name="connsiteY7" fmla="*/ 2663640 h 2701084"/>
                      <a:gd name="connsiteX8" fmla="*/ 847599 w 847599"/>
                      <a:gd name="connsiteY8" fmla="*/ 2653118 h 2701084"/>
                      <a:gd name="connsiteX9" fmla="*/ 645881 w 847599"/>
                      <a:gd name="connsiteY9" fmla="*/ 2553749 h 2701084"/>
                      <a:gd name="connsiteX10" fmla="*/ 639863 w 847599"/>
                      <a:gd name="connsiteY10" fmla="*/ 2235303 h 2701084"/>
                      <a:gd name="connsiteX11" fmla="*/ 665896 w 847599"/>
                      <a:gd name="connsiteY11" fmla="*/ 1930783 h 2701084"/>
                      <a:gd name="connsiteX12" fmla="*/ 518813 w 847599"/>
                      <a:gd name="connsiteY12" fmla="*/ 1463584 h 2701084"/>
                      <a:gd name="connsiteX13" fmla="*/ 476457 w 847599"/>
                      <a:gd name="connsiteY13" fmla="*/ 1247590 h 2701084"/>
                      <a:gd name="connsiteX14" fmla="*/ 460205 w 847599"/>
                      <a:gd name="connsiteY14" fmla="*/ 1069554 h 2701084"/>
                      <a:gd name="connsiteX15" fmla="*/ 514629 w 847599"/>
                      <a:gd name="connsiteY15" fmla="*/ 794184 h 2701084"/>
                      <a:gd name="connsiteX16" fmla="*/ 393533 w 847599"/>
                      <a:gd name="connsiteY16" fmla="*/ 440907 h 2701084"/>
                      <a:gd name="connsiteX17" fmla="*/ 482433 w 847599"/>
                      <a:gd name="connsiteY17" fmla="*/ 374232 h 2701084"/>
                      <a:gd name="connsiteX18" fmla="*/ 517357 w 847599"/>
                      <a:gd name="connsiteY18" fmla="*/ 256757 h 2701084"/>
                      <a:gd name="connsiteX19" fmla="*/ 472908 w 847599"/>
                      <a:gd name="connsiteY19" fmla="*/ 82132 h 2701084"/>
                      <a:gd name="connsiteX20" fmla="*/ 296692 w 847599"/>
                      <a:gd name="connsiteY20" fmla="*/ 1166 h 2701084"/>
                      <a:gd name="connsiteX21" fmla="*/ 152232 w 847599"/>
                      <a:gd name="connsiteY21" fmla="*/ 167857 h 2701084"/>
                      <a:gd name="connsiteX22" fmla="*/ 247482 w 847599"/>
                      <a:gd name="connsiteY22" fmla="*/ 399631 h 2701084"/>
                      <a:gd name="connsiteX23" fmla="*/ 164930 w 847599"/>
                      <a:gd name="connsiteY23" fmla="*/ 558379 h 2701084"/>
                      <a:gd name="connsiteX24" fmla="*/ 120480 w 847599"/>
                      <a:gd name="connsiteY24" fmla="*/ 672678 h 2701084"/>
                      <a:gd name="connsiteX25" fmla="*/ 142705 w 847599"/>
                      <a:gd name="connsiteY25" fmla="*/ 1088604 h 2701084"/>
                      <a:gd name="connsiteX0" fmla="*/ 93780 w 798674"/>
                      <a:gd name="connsiteY0" fmla="*/ 1088604 h 2701084"/>
                      <a:gd name="connsiteX1" fmla="*/ 28693 w 798674"/>
                      <a:gd name="connsiteY1" fmla="*/ 1310854 h 2701084"/>
                      <a:gd name="connsiteX2" fmla="*/ 25517 w 798674"/>
                      <a:gd name="connsiteY2" fmla="*/ 1609304 h 2701084"/>
                      <a:gd name="connsiteX3" fmla="*/ 454670 w 798674"/>
                      <a:gd name="connsiteY3" fmla="*/ 1987319 h 2701084"/>
                      <a:gd name="connsiteX4" fmla="*/ 412099 w 798674"/>
                      <a:gd name="connsiteY4" fmla="*/ 2322614 h 2701084"/>
                      <a:gd name="connsiteX5" fmla="*/ 482071 w 798674"/>
                      <a:gd name="connsiteY5" fmla="*/ 2540768 h 2701084"/>
                      <a:gd name="connsiteX6" fmla="*/ 460124 w 798674"/>
                      <a:gd name="connsiteY6" fmla="*/ 2672409 h 2701084"/>
                      <a:gd name="connsiteX7" fmla="*/ 605762 w 798674"/>
                      <a:gd name="connsiteY7" fmla="*/ 2663640 h 2701084"/>
                      <a:gd name="connsiteX8" fmla="*/ 798674 w 798674"/>
                      <a:gd name="connsiteY8" fmla="*/ 2653118 h 2701084"/>
                      <a:gd name="connsiteX9" fmla="*/ 596956 w 798674"/>
                      <a:gd name="connsiteY9" fmla="*/ 2553749 h 2701084"/>
                      <a:gd name="connsiteX10" fmla="*/ 590938 w 798674"/>
                      <a:gd name="connsiteY10" fmla="*/ 2235303 h 2701084"/>
                      <a:gd name="connsiteX11" fmla="*/ 616971 w 798674"/>
                      <a:gd name="connsiteY11" fmla="*/ 1930783 h 2701084"/>
                      <a:gd name="connsiteX12" fmla="*/ 469888 w 798674"/>
                      <a:gd name="connsiteY12" fmla="*/ 1463584 h 2701084"/>
                      <a:gd name="connsiteX13" fmla="*/ 427532 w 798674"/>
                      <a:gd name="connsiteY13" fmla="*/ 1247590 h 2701084"/>
                      <a:gd name="connsiteX14" fmla="*/ 411280 w 798674"/>
                      <a:gd name="connsiteY14" fmla="*/ 1069554 h 2701084"/>
                      <a:gd name="connsiteX15" fmla="*/ 465704 w 798674"/>
                      <a:gd name="connsiteY15" fmla="*/ 794184 h 2701084"/>
                      <a:gd name="connsiteX16" fmla="*/ 344608 w 798674"/>
                      <a:gd name="connsiteY16" fmla="*/ 440907 h 2701084"/>
                      <a:gd name="connsiteX17" fmla="*/ 433508 w 798674"/>
                      <a:gd name="connsiteY17" fmla="*/ 374232 h 2701084"/>
                      <a:gd name="connsiteX18" fmla="*/ 468432 w 798674"/>
                      <a:gd name="connsiteY18" fmla="*/ 256757 h 2701084"/>
                      <a:gd name="connsiteX19" fmla="*/ 423983 w 798674"/>
                      <a:gd name="connsiteY19" fmla="*/ 82132 h 2701084"/>
                      <a:gd name="connsiteX20" fmla="*/ 247767 w 798674"/>
                      <a:gd name="connsiteY20" fmla="*/ 1166 h 2701084"/>
                      <a:gd name="connsiteX21" fmla="*/ 103307 w 798674"/>
                      <a:gd name="connsiteY21" fmla="*/ 167857 h 2701084"/>
                      <a:gd name="connsiteX22" fmla="*/ 198557 w 798674"/>
                      <a:gd name="connsiteY22" fmla="*/ 399631 h 2701084"/>
                      <a:gd name="connsiteX23" fmla="*/ 116005 w 798674"/>
                      <a:gd name="connsiteY23" fmla="*/ 558379 h 2701084"/>
                      <a:gd name="connsiteX24" fmla="*/ 71555 w 798674"/>
                      <a:gd name="connsiteY24" fmla="*/ 672678 h 2701084"/>
                      <a:gd name="connsiteX25" fmla="*/ 93780 w 798674"/>
                      <a:gd name="connsiteY25" fmla="*/ 1088604 h 2701084"/>
                      <a:gd name="connsiteX0" fmla="*/ 65087 w 769981"/>
                      <a:gd name="connsiteY0" fmla="*/ 1088604 h 2701084"/>
                      <a:gd name="connsiteX1" fmla="*/ 0 w 769981"/>
                      <a:gd name="connsiteY1" fmla="*/ 1310854 h 2701084"/>
                      <a:gd name="connsiteX2" fmla="*/ 201457 w 769981"/>
                      <a:gd name="connsiteY2" fmla="*/ 1634041 h 2701084"/>
                      <a:gd name="connsiteX3" fmla="*/ 425977 w 769981"/>
                      <a:gd name="connsiteY3" fmla="*/ 1987319 h 2701084"/>
                      <a:gd name="connsiteX4" fmla="*/ 383406 w 769981"/>
                      <a:gd name="connsiteY4" fmla="*/ 2322614 h 2701084"/>
                      <a:gd name="connsiteX5" fmla="*/ 453378 w 769981"/>
                      <a:gd name="connsiteY5" fmla="*/ 2540768 h 2701084"/>
                      <a:gd name="connsiteX6" fmla="*/ 431431 w 769981"/>
                      <a:gd name="connsiteY6" fmla="*/ 2672409 h 2701084"/>
                      <a:gd name="connsiteX7" fmla="*/ 577069 w 769981"/>
                      <a:gd name="connsiteY7" fmla="*/ 2663640 h 2701084"/>
                      <a:gd name="connsiteX8" fmla="*/ 769981 w 769981"/>
                      <a:gd name="connsiteY8" fmla="*/ 2653118 h 2701084"/>
                      <a:gd name="connsiteX9" fmla="*/ 568263 w 769981"/>
                      <a:gd name="connsiteY9" fmla="*/ 2553749 h 2701084"/>
                      <a:gd name="connsiteX10" fmla="*/ 562245 w 769981"/>
                      <a:gd name="connsiteY10" fmla="*/ 2235303 h 2701084"/>
                      <a:gd name="connsiteX11" fmla="*/ 588278 w 769981"/>
                      <a:gd name="connsiteY11" fmla="*/ 1930783 h 2701084"/>
                      <a:gd name="connsiteX12" fmla="*/ 441195 w 769981"/>
                      <a:gd name="connsiteY12" fmla="*/ 1463584 h 2701084"/>
                      <a:gd name="connsiteX13" fmla="*/ 398839 w 769981"/>
                      <a:gd name="connsiteY13" fmla="*/ 1247590 h 2701084"/>
                      <a:gd name="connsiteX14" fmla="*/ 382587 w 769981"/>
                      <a:gd name="connsiteY14" fmla="*/ 1069554 h 2701084"/>
                      <a:gd name="connsiteX15" fmla="*/ 437011 w 769981"/>
                      <a:gd name="connsiteY15" fmla="*/ 794184 h 2701084"/>
                      <a:gd name="connsiteX16" fmla="*/ 315915 w 769981"/>
                      <a:gd name="connsiteY16" fmla="*/ 440907 h 2701084"/>
                      <a:gd name="connsiteX17" fmla="*/ 404815 w 769981"/>
                      <a:gd name="connsiteY17" fmla="*/ 374232 h 2701084"/>
                      <a:gd name="connsiteX18" fmla="*/ 439739 w 769981"/>
                      <a:gd name="connsiteY18" fmla="*/ 256757 h 2701084"/>
                      <a:gd name="connsiteX19" fmla="*/ 395290 w 769981"/>
                      <a:gd name="connsiteY19" fmla="*/ 82132 h 2701084"/>
                      <a:gd name="connsiteX20" fmla="*/ 219074 w 769981"/>
                      <a:gd name="connsiteY20" fmla="*/ 1166 h 2701084"/>
                      <a:gd name="connsiteX21" fmla="*/ 74614 w 769981"/>
                      <a:gd name="connsiteY21" fmla="*/ 167857 h 2701084"/>
                      <a:gd name="connsiteX22" fmla="*/ 169864 w 769981"/>
                      <a:gd name="connsiteY22" fmla="*/ 399631 h 2701084"/>
                      <a:gd name="connsiteX23" fmla="*/ 87312 w 769981"/>
                      <a:gd name="connsiteY23" fmla="*/ 558379 h 2701084"/>
                      <a:gd name="connsiteX24" fmla="*/ 42862 w 769981"/>
                      <a:gd name="connsiteY24" fmla="*/ 672678 h 2701084"/>
                      <a:gd name="connsiteX25" fmla="*/ 65087 w 769981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78067 w 728457"/>
                      <a:gd name="connsiteY1" fmla="*/ 1330093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91354 w 728457"/>
                      <a:gd name="connsiteY1" fmla="*/ 1327344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32925 w 727189"/>
                      <a:gd name="connsiteY0" fmla="*/ 1083108 h 2701084"/>
                      <a:gd name="connsiteX1" fmla="*/ 90086 w 727189"/>
                      <a:gd name="connsiteY1" fmla="*/ 1327344 h 2701084"/>
                      <a:gd name="connsiteX2" fmla="*/ 158665 w 727189"/>
                      <a:gd name="connsiteY2" fmla="*/ 1634041 h 2701084"/>
                      <a:gd name="connsiteX3" fmla="*/ 383185 w 727189"/>
                      <a:gd name="connsiteY3" fmla="*/ 1987319 h 2701084"/>
                      <a:gd name="connsiteX4" fmla="*/ 340614 w 727189"/>
                      <a:gd name="connsiteY4" fmla="*/ 2322614 h 2701084"/>
                      <a:gd name="connsiteX5" fmla="*/ 410586 w 727189"/>
                      <a:gd name="connsiteY5" fmla="*/ 2540768 h 2701084"/>
                      <a:gd name="connsiteX6" fmla="*/ 388639 w 727189"/>
                      <a:gd name="connsiteY6" fmla="*/ 2672409 h 2701084"/>
                      <a:gd name="connsiteX7" fmla="*/ 534277 w 727189"/>
                      <a:gd name="connsiteY7" fmla="*/ 2663640 h 2701084"/>
                      <a:gd name="connsiteX8" fmla="*/ 727189 w 727189"/>
                      <a:gd name="connsiteY8" fmla="*/ 2653118 h 2701084"/>
                      <a:gd name="connsiteX9" fmla="*/ 525471 w 727189"/>
                      <a:gd name="connsiteY9" fmla="*/ 2553749 h 2701084"/>
                      <a:gd name="connsiteX10" fmla="*/ 519453 w 727189"/>
                      <a:gd name="connsiteY10" fmla="*/ 2235303 h 2701084"/>
                      <a:gd name="connsiteX11" fmla="*/ 545486 w 727189"/>
                      <a:gd name="connsiteY11" fmla="*/ 1930783 h 2701084"/>
                      <a:gd name="connsiteX12" fmla="*/ 398403 w 727189"/>
                      <a:gd name="connsiteY12" fmla="*/ 1463584 h 2701084"/>
                      <a:gd name="connsiteX13" fmla="*/ 356047 w 727189"/>
                      <a:gd name="connsiteY13" fmla="*/ 1247590 h 2701084"/>
                      <a:gd name="connsiteX14" fmla="*/ 339795 w 727189"/>
                      <a:gd name="connsiteY14" fmla="*/ 1069554 h 2701084"/>
                      <a:gd name="connsiteX15" fmla="*/ 394219 w 727189"/>
                      <a:gd name="connsiteY15" fmla="*/ 794184 h 2701084"/>
                      <a:gd name="connsiteX16" fmla="*/ 273123 w 727189"/>
                      <a:gd name="connsiteY16" fmla="*/ 440907 h 2701084"/>
                      <a:gd name="connsiteX17" fmla="*/ 362023 w 727189"/>
                      <a:gd name="connsiteY17" fmla="*/ 374232 h 2701084"/>
                      <a:gd name="connsiteX18" fmla="*/ 396947 w 727189"/>
                      <a:gd name="connsiteY18" fmla="*/ 256757 h 2701084"/>
                      <a:gd name="connsiteX19" fmla="*/ 352498 w 727189"/>
                      <a:gd name="connsiteY19" fmla="*/ 82132 h 2701084"/>
                      <a:gd name="connsiteX20" fmla="*/ 176282 w 727189"/>
                      <a:gd name="connsiteY20" fmla="*/ 1166 h 2701084"/>
                      <a:gd name="connsiteX21" fmla="*/ 31822 w 727189"/>
                      <a:gd name="connsiteY21" fmla="*/ 167857 h 2701084"/>
                      <a:gd name="connsiteX22" fmla="*/ 127072 w 727189"/>
                      <a:gd name="connsiteY22" fmla="*/ 399631 h 2701084"/>
                      <a:gd name="connsiteX23" fmla="*/ 44520 w 727189"/>
                      <a:gd name="connsiteY23" fmla="*/ 558379 h 2701084"/>
                      <a:gd name="connsiteX24" fmla="*/ 70 w 727189"/>
                      <a:gd name="connsiteY24" fmla="*/ 672678 h 2701084"/>
                      <a:gd name="connsiteX25" fmla="*/ 32925 w 727189"/>
                      <a:gd name="connsiteY25" fmla="*/ 1083108 h 2701084"/>
                      <a:gd name="connsiteX0" fmla="*/ 7793 w 702057"/>
                      <a:gd name="connsiteY0" fmla="*/ 1083108 h 2701084"/>
                      <a:gd name="connsiteX1" fmla="*/ 64954 w 702057"/>
                      <a:gd name="connsiteY1" fmla="*/ 1327344 h 2701084"/>
                      <a:gd name="connsiteX2" fmla="*/ 133533 w 702057"/>
                      <a:gd name="connsiteY2" fmla="*/ 1634041 h 2701084"/>
                      <a:gd name="connsiteX3" fmla="*/ 358053 w 702057"/>
                      <a:gd name="connsiteY3" fmla="*/ 1987319 h 2701084"/>
                      <a:gd name="connsiteX4" fmla="*/ 315482 w 702057"/>
                      <a:gd name="connsiteY4" fmla="*/ 2322614 h 2701084"/>
                      <a:gd name="connsiteX5" fmla="*/ 385454 w 702057"/>
                      <a:gd name="connsiteY5" fmla="*/ 2540768 h 2701084"/>
                      <a:gd name="connsiteX6" fmla="*/ 363507 w 702057"/>
                      <a:gd name="connsiteY6" fmla="*/ 2672409 h 2701084"/>
                      <a:gd name="connsiteX7" fmla="*/ 509145 w 702057"/>
                      <a:gd name="connsiteY7" fmla="*/ 2663640 h 2701084"/>
                      <a:gd name="connsiteX8" fmla="*/ 702057 w 702057"/>
                      <a:gd name="connsiteY8" fmla="*/ 2653118 h 2701084"/>
                      <a:gd name="connsiteX9" fmla="*/ 500339 w 702057"/>
                      <a:gd name="connsiteY9" fmla="*/ 2553749 h 2701084"/>
                      <a:gd name="connsiteX10" fmla="*/ 494321 w 702057"/>
                      <a:gd name="connsiteY10" fmla="*/ 2235303 h 2701084"/>
                      <a:gd name="connsiteX11" fmla="*/ 520354 w 702057"/>
                      <a:gd name="connsiteY11" fmla="*/ 1930783 h 2701084"/>
                      <a:gd name="connsiteX12" fmla="*/ 373271 w 702057"/>
                      <a:gd name="connsiteY12" fmla="*/ 1463584 h 2701084"/>
                      <a:gd name="connsiteX13" fmla="*/ 330915 w 702057"/>
                      <a:gd name="connsiteY13" fmla="*/ 1247590 h 2701084"/>
                      <a:gd name="connsiteX14" fmla="*/ 314663 w 702057"/>
                      <a:gd name="connsiteY14" fmla="*/ 1069554 h 2701084"/>
                      <a:gd name="connsiteX15" fmla="*/ 369087 w 702057"/>
                      <a:gd name="connsiteY15" fmla="*/ 794184 h 2701084"/>
                      <a:gd name="connsiteX16" fmla="*/ 247991 w 702057"/>
                      <a:gd name="connsiteY16" fmla="*/ 440907 h 2701084"/>
                      <a:gd name="connsiteX17" fmla="*/ 336891 w 702057"/>
                      <a:gd name="connsiteY17" fmla="*/ 374232 h 2701084"/>
                      <a:gd name="connsiteX18" fmla="*/ 371815 w 702057"/>
                      <a:gd name="connsiteY18" fmla="*/ 256757 h 2701084"/>
                      <a:gd name="connsiteX19" fmla="*/ 327366 w 702057"/>
                      <a:gd name="connsiteY19" fmla="*/ 82132 h 2701084"/>
                      <a:gd name="connsiteX20" fmla="*/ 151150 w 702057"/>
                      <a:gd name="connsiteY20" fmla="*/ 1166 h 2701084"/>
                      <a:gd name="connsiteX21" fmla="*/ 6690 w 702057"/>
                      <a:gd name="connsiteY21" fmla="*/ 167857 h 2701084"/>
                      <a:gd name="connsiteX22" fmla="*/ 101940 w 702057"/>
                      <a:gd name="connsiteY22" fmla="*/ 399631 h 2701084"/>
                      <a:gd name="connsiteX23" fmla="*/ 19388 w 702057"/>
                      <a:gd name="connsiteY23" fmla="*/ 558379 h 2701084"/>
                      <a:gd name="connsiteX24" fmla="*/ 1514 w 702057"/>
                      <a:gd name="connsiteY24" fmla="*/ 708409 h 2701084"/>
                      <a:gd name="connsiteX25" fmla="*/ 7793 w 702057"/>
                      <a:gd name="connsiteY25" fmla="*/ 1083108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6832 w 706065"/>
                      <a:gd name="connsiteY4" fmla="*/ 2275888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680239"/>
                      <a:gd name="connsiteX1" fmla="*/ 68962 w 706065"/>
                      <a:gd name="connsiteY1" fmla="*/ 1327344 h 2680239"/>
                      <a:gd name="connsiteX2" fmla="*/ 137541 w 706065"/>
                      <a:gd name="connsiteY2" fmla="*/ 1634041 h 2680239"/>
                      <a:gd name="connsiteX3" fmla="*/ 362061 w 706065"/>
                      <a:gd name="connsiteY3" fmla="*/ 1987319 h 2680239"/>
                      <a:gd name="connsiteX4" fmla="*/ 314174 w 706065"/>
                      <a:gd name="connsiteY4" fmla="*/ 2207174 h 2680239"/>
                      <a:gd name="connsiteX5" fmla="*/ 389462 w 706065"/>
                      <a:gd name="connsiteY5" fmla="*/ 2540768 h 2680239"/>
                      <a:gd name="connsiteX6" fmla="*/ 367515 w 706065"/>
                      <a:gd name="connsiteY6" fmla="*/ 2672409 h 2680239"/>
                      <a:gd name="connsiteX7" fmla="*/ 706065 w 706065"/>
                      <a:gd name="connsiteY7" fmla="*/ 2653118 h 2680239"/>
                      <a:gd name="connsiteX8" fmla="*/ 504347 w 706065"/>
                      <a:gd name="connsiteY8" fmla="*/ 2553749 h 2680239"/>
                      <a:gd name="connsiteX9" fmla="*/ 498329 w 706065"/>
                      <a:gd name="connsiteY9" fmla="*/ 2235303 h 2680239"/>
                      <a:gd name="connsiteX10" fmla="*/ 524362 w 706065"/>
                      <a:gd name="connsiteY10" fmla="*/ 1930783 h 2680239"/>
                      <a:gd name="connsiteX11" fmla="*/ 377279 w 706065"/>
                      <a:gd name="connsiteY11" fmla="*/ 1463584 h 2680239"/>
                      <a:gd name="connsiteX12" fmla="*/ 334923 w 706065"/>
                      <a:gd name="connsiteY12" fmla="*/ 1247590 h 2680239"/>
                      <a:gd name="connsiteX13" fmla="*/ 318671 w 706065"/>
                      <a:gd name="connsiteY13" fmla="*/ 1069554 h 2680239"/>
                      <a:gd name="connsiteX14" fmla="*/ 373095 w 706065"/>
                      <a:gd name="connsiteY14" fmla="*/ 794184 h 2680239"/>
                      <a:gd name="connsiteX15" fmla="*/ 251999 w 706065"/>
                      <a:gd name="connsiteY15" fmla="*/ 440907 h 2680239"/>
                      <a:gd name="connsiteX16" fmla="*/ 340899 w 706065"/>
                      <a:gd name="connsiteY16" fmla="*/ 374232 h 2680239"/>
                      <a:gd name="connsiteX17" fmla="*/ 375823 w 706065"/>
                      <a:gd name="connsiteY17" fmla="*/ 256757 h 2680239"/>
                      <a:gd name="connsiteX18" fmla="*/ 331374 w 706065"/>
                      <a:gd name="connsiteY18" fmla="*/ 82132 h 2680239"/>
                      <a:gd name="connsiteX19" fmla="*/ 155158 w 706065"/>
                      <a:gd name="connsiteY19" fmla="*/ 1166 h 2680239"/>
                      <a:gd name="connsiteX20" fmla="*/ 10698 w 706065"/>
                      <a:gd name="connsiteY20" fmla="*/ 167857 h 2680239"/>
                      <a:gd name="connsiteX21" fmla="*/ 105948 w 706065"/>
                      <a:gd name="connsiteY21" fmla="*/ 399631 h 2680239"/>
                      <a:gd name="connsiteX22" fmla="*/ 23396 w 706065"/>
                      <a:gd name="connsiteY22" fmla="*/ 558379 h 2680239"/>
                      <a:gd name="connsiteX23" fmla="*/ 5522 w 706065"/>
                      <a:gd name="connsiteY23" fmla="*/ 708409 h 2680239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7596"/>
                      <a:gd name="connsiteY0" fmla="*/ 708409 h 2680768"/>
                      <a:gd name="connsiteX1" fmla="*/ 68962 w 707596"/>
                      <a:gd name="connsiteY1" fmla="*/ 1327344 h 2680768"/>
                      <a:gd name="connsiteX2" fmla="*/ 137541 w 707596"/>
                      <a:gd name="connsiteY2" fmla="*/ 1634041 h 2680768"/>
                      <a:gd name="connsiteX3" fmla="*/ 362061 w 707596"/>
                      <a:gd name="connsiteY3" fmla="*/ 1987319 h 2680768"/>
                      <a:gd name="connsiteX4" fmla="*/ 314174 w 707596"/>
                      <a:gd name="connsiteY4" fmla="*/ 2207174 h 2680768"/>
                      <a:gd name="connsiteX5" fmla="*/ 389462 w 707596"/>
                      <a:gd name="connsiteY5" fmla="*/ 2540768 h 2680768"/>
                      <a:gd name="connsiteX6" fmla="*/ 367515 w 707596"/>
                      <a:gd name="connsiteY6" fmla="*/ 2672409 h 2680768"/>
                      <a:gd name="connsiteX7" fmla="*/ 706065 w 707596"/>
                      <a:gd name="connsiteY7" fmla="*/ 2653118 h 2680768"/>
                      <a:gd name="connsiteX8" fmla="*/ 480429 w 707596"/>
                      <a:gd name="connsiteY8" fmla="*/ 2537258 h 2680768"/>
                      <a:gd name="connsiteX9" fmla="*/ 498329 w 707596"/>
                      <a:gd name="connsiteY9" fmla="*/ 2235303 h 2680768"/>
                      <a:gd name="connsiteX10" fmla="*/ 524362 w 707596"/>
                      <a:gd name="connsiteY10" fmla="*/ 1930783 h 2680768"/>
                      <a:gd name="connsiteX11" fmla="*/ 377279 w 707596"/>
                      <a:gd name="connsiteY11" fmla="*/ 1463584 h 2680768"/>
                      <a:gd name="connsiteX12" fmla="*/ 334923 w 707596"/>
                      <a:gd name="connsiteY12" fmla="*/ 1247590 h 2680768"/>
                      <a:gd name="connsiteX13" fmla="*/ 318671 w 707596"/>
                      <a:gd name="connsiteY13" fmla="*/ 1069554 h 2680768"/>
                      <a:gd name="connsiteX14" fmla="*/ 373095 w 707596"/>
                      <a:gd name="connsiteY14" fmla="*/ 794184 h 2680768"/>
                      <a:gd name="connsiteX15" fmla="*/ 251999 w 707596"/>
                      <a:gd name="connsiteY15" fmla="*/ 440907 h 2680768"/>
                      <a:gd name="connsiteX16" fmla="*/ 340899 w 707596"/>
                      <a:gd name="connsiteY16" fmla="*/ 374232 h 2680768"/>
                      <a:gd name="connsiteX17" fmla="*/ 375823 w 707596"/>
                      <a:gd name="connsiteY17" fmla="*/ 256757 h 2680768"/>
                      <a:gd name="connsiteX18" fmla="*/ 331374 w 707596"/>
                      <a:gd name="connsiteY18" fmla="*/ 82132 h 2680768"/>
                      <a:gd name="connsiteX19" fmla="*/ 155158 w 707596"/>
                      <a:gd name="connsiteY19" fmla="*/ 1166 h 2680768"/>
                      <a:gd name="connsiteX20" fmla="*/ 10698 w 707596"/>
                      <a:gd name="connsiteY20" fmla="*/ 167857 h 2680768"/>
                      <a:gd name="connsiteX21" fmla="*/ 105948 w 707596"/>
                      <a:gd name="connsiteY21" fmla="*/ 399631 h 2680768"/>
                      <a:gd name="connsiteX22" fmla="*/ 23396 w 707596"/>
                      <a:gd name="connsiteY22" fmla="*/ 558379 h 2680768"/>
                      <a:gd name="connsiteX23" fmla="*/ 5522 w 707596"/>
                      <a:gd name="connsiteY23" fmla="*/ 708409 h 2680768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4362 w 707980"/>
                      <a:gd name="connsiteY10" fmla="*/ 1930783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9677 w 707980"/>
                      <a:gd name="connsiteY10" fmla="*/ 1944526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9536 h 2682178"/>
                      <a:gd name="connsiteX1" fmla="*/ 68962 w 707980"/>
                      <a:gd name="connsiteY1" fmla="*/ 1328471 h 2682178"/>
                      <a:gd name="connsiteX2" fmla="*/ 137541 w 707980"/>
                      <a:gd name="connsiteY2" fmla="*/ 1635168 h 2682178"/>
                      <a:gd name="connsiteX3" fmla="*/ 362061 w 707980"/>
                      <a:gd name="connsiteY3" fmla="*/ 1988446 h 2682178"/>
                      <a:gd name="connsiteX4" fmla="*/ 314174 w 707980"/>
                      <a:gd name="connsiteY4" fmla="*/ 2208301 h 2682178"/>
                      <a:gd name="connsiteX5" fmla="*/ 389462 w 707980"/>
                      <a:gd name="connsiteY5" fmla="*/ 2541895 h 2682178"/>
                      <a:gd name="connsiteX6" fmla="*/ 367515 w 707980"/>
                      <a:gd name="connsiteY6" fmla="*/ 2673536 h 2682178"/>
                      <a:gd name="connsiteX7" fmla="*/ 706065 w 707980"/>
                      <a:gd name="connsiteY7" fmla="*/ 2654245 h 2682178"/>
                      <a:gd name="connsiteX8" fmla="*/ 491059 w 707980"/>
                      <a:gd name="connsiteY8" fmla="*/ 2530140 h 2682178"/>
                      <a:gd name="connsiteX9" fmla="*/ 498329 w 707980"/>
                      <a:gd name="connsiteY9" fmla="*/ 2236430 h 2682178"/>
                      <a:gd name="connsiteX10" fmla="*/ 529677 w 707980"/>
                      <a:gd name="connsiteY10" fmla="*/ 1945653 h 2682178"/>
                      <a:gd name="connsiteX11" fmla="*/ 377279 w 707980"/>
                      <a:gd name="connsiteY11" fmla="*/ 1464711 h 2682178"/>
                      <a:gd name="connsiteX12" fmla="*/ 334923 w 707980"/>
                      <a:gd name="connsiteY12" fmla="*/ 1248717 h 2682178"/>
                      <a:gd name="connsiteX13" fmla="*/ 318671 w 707980"/>
                      <a:gd name="connsiteY13" fmla="*/ 1070681 h 2682178"/>
                      <a:gd name="connsiteX14" fmla="*/ 373095 w 707980"/>
                      <a:gd name="connsiteY14" fmla="*/ 795311 h 2682178"/>
                      <a:gd name="connsiteX15" fmla="*/ 251999 w 707980"/>
                      <a:gd name="connsiteY15" fmla="*/ 442034 h 2682178"/>
                      <a:gd name="connsiteX16" fmla="*/ 340899 w 707980"/>
                      <a:gd name="connsiteY16" fmla="*/ 375359 h 2682178"/>
                      <a:gd name="connsiteX17" fmla="*/ 375823 w 707980"/>
                      <a:gd name="connsiteY17" fmla="*/ 257884 h 2682178"/>
                      <a:gd name="connsiteX18" fmla="*/ 331374 w 707980"/>
                      <a:gd name="connsiteY18" fmla="*/ 83259 h 2682178"/>
                      <a:gd name="connsiteX19" fmla="*/ 155158 w 707980"/>
                      <a:gd name="connsiteY19" fmla="*/ 2293 h 2682178"/>
                      <a:gd name="connsiteX20" fmla="*/ 32623 w 707980"/>
                      <a:gd name="connsiteY20" fmla="*/ 168984 h 2682178"/>
                      <a:gd name="connsiteX21" fmla="*/ 105948 w 707980"/>
                      <a:gd name="connsiteY21" fmla="*/ 400758 h 2682178"/>
                      <a:gd name="connsiteX22" fmla="*/ 23396 w 707980"/>
                      <a:gd name="connsiteY22" fmla="*/ 559506 h 2682178"/>
                      <a:gd name="connsiteX23" fmla="*/ 5522 w 707980"/>
                      <a:gd name="connsiteY23" fmla="*/ 709536 h 2682178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6678 w 707980"/>
                      <a:gd name="connsiteY13" fmla="*/ 886090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4685 w 707980"/>
                      <a:gd name="connsiteY13" fmla="*/ 91082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5729 w 707980"/>
                      <a:gd name="connsiteY2" fmla="*/ 1488357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205310 w 707980"/>
                      <a:gd name="connsiteY3" fmla="*/ 1712376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668414 w 707980"/>
                      <a:gd name="connsiteY10" fmla="*/ 2211255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806576"/>
                      <a:gd name="connsiteY0" fmla="*/ 689858 h 2664101"/>
                      <a:gd name="connsiteX1" fmla="*/ 68962 w 806576"/>
                      <a:gd name="connsiteY1" fmla="*/ 1308793 h 2664101"/>
                      <a:gd name="connsiteX2" fmla="*/ 91742 w 806576"/>
                      <a:gd name="connsiteY2" fmla="*/ 1488358 h 2664101"/>
                      <a:gd name="connsiteX3" fmla="*/ 207303 w 806576"/>
                      <a:gd name="connsiteY3" fmla="*/ 1710315 h 2664101"/>
                      <a:gd name="connsiteX4" fmla="*/ 362061 w 806576"/>
                      <a:gd name="connsiteY4" fmla="*/ 1968768 h 2664101"/>
                      <a:gd name="connsiteX5" fmla="*/ 314174 w 806576"/>
                      <a:gd name="connsiteY5" fmla="*/ 2188623 h 2664101"/>
                      <a:gd name="connsiteX6" fmla="*/ 389462 w 806576"/>
                      <a:gd name="connsiteY6" fmla="*/ 2522217 h 2664101"/>
                      <a:gd name="connsiteX7" fmla="*/ 367515 w 806576"/>
                      <a:gd name="connsiteY7" fmla="*/ 2653858 h 2664101"/>
                      <a:gd name="connsiteX8" fmla="*/ 706065 w 806576"/>
                      <a:gd name="connsiteY8" fmla="*/ 2634567 h 2664101"/>
                      <a:gd name="connsiteX9" fmla="*/ 770105 w 806576"/>
                      <a:gd name="connsiteY9" fmla="*/ 2469234 h 2664101"/>
                      <a:gd name="connsiteX10" fmla="*/ 668414 w 806576"/>
                      <a:gd name="connsiteY10" fmla="*/ 2211255 h 2664101"/>
                      <a:gd name="connsiteX11" fmla="*/ 617377 w 806576"/>
                      <a:gd name="connsiteY11" fmla="*/ 1871004 h 2664101"/>
                      <a:gd name="connsiteX12" fmla="*/ 377279 w 806576"/>
                      <a:gd name="connsiteY12" fmla="*/ 1445033 h 2664101"/>
                      <a:gd name="connsiteX13" fmla="*/ 328944 w 806576"/>
                      <a:gd name="connsiteY13" fmla="*/ 1206364 h 2664101"/>
                      <a:gd name="connsiteX14" fmla="*/ 310699 w 806576"/>
                      <a:gd name="connsiteY14" fmla="*/ 939687 h 2664101"/>
                      <a:gd name="connsiteX15" fmla="*/ 373095 w 806576"/>
                      <a:gd name="connsiteY15" fmla="*/ 775633 h 2664101"/>
                      <a:gd name="connsiteX16" fmla="*/ 251999 w 806576"/>
                      <a:gd name="connsiteY16" fmla="*/ 422356 h 2664101"/>
                      <a:gd name="connsiteX17" fmla="*/ 340899 w 806576"/>
                      <a:gd name="connsiteY17" fmla="*/ 355681 h 2664101"/>
                      <a:gd name="connsiteX18" fmla="*/ 375823 w 806576"/>
                      <a:gd name="connsiteY18" fmla="*/ 238206 h 2664101"/>
                      <a:gd name="connsiteX19" fmla="*/ 331374 w 806576"/>
                      <a:gd name="connsiteY19" fmla="*/ 63581 h 2664101"/>
                      <a:gd name="connsiteX20" fmla="*/ 151171 w 806576"/>
                      <a:gd name="connsiteY20" fmla="*/ 3229 h 2664101"/>
                      <a:gd name="connsiteX21" fmla="*/ 32623 w 806576"/>
                      <a:gd name="connsiteY21" fmla="*/ 149306 h 2664101"/>
                      <a:gd name="connsiteX22" fmla="*/ 105948 w 806576"/>
                      <a:gd name="connsiteY22" fmla="*/ 381080 h 2664101"/>
                      <a:gd name="connsiteX23" fmla="*/ 23396 w 806576"/>
                      <a:gd name="connsiteY23" fmla="*/ 539828 h 2664101"/>
                      <a:gd name="connsiteX24" fmla="*/ 5522 w 806576"/>
                      <a:gd name="connsiteY24" fmla="*/ 689858 h 2664101"/>
                      <a:gd name="connsiteX0" fmla="*/ 5522 w 996293"/>
                      <a:gd name="connsiteY0" fmla="*/ 689858 h 2654114"/>
                      <a:gd name="connsiteX1" fmla="*/ 68962 w 996293"/>
                      <a:gd name="connsiteY1" fmla="*/ 1308793 h 2654114"/>
                      <a:gd name="connsiteX2" fmla="*/ 91742 w 996293"/>
                      <a:gd name="connsiteY2" fmla="*/ 1488358 h 2654114"/>
                      <a:gd name="connsiteX3" fmla="*/ 207303 w 996293"/>
                      <a:gd name="connsiteY3" fmla="*/ 1710315 h 2654114"/>
                      <a:gd name="connsiteX4" fmla="*/ 362061 w 996293"/>
                      <a:gd name="connsiteY4" fmla="*/ 1968768 h 2654114"/>
                      <a:gd name="connsiteX5" fmla="*/ 314174 w 996293"/>
                      <a:gd name="connsiteY5" fmla="*/ 2188623 h 2654114"/>
                      <a:gd name="connsiteX6" fmla="*/ 389462 w 996293"/>
                      <a:gd name="connsiteY6" fmla="*/ 2522217 h 2654114"/>
                      <a:gd name="connsiteX7" fmla="*/ 367515 w 996293"/>
                      <a:gd name="connsiteY7" fmla="*/ 2653858 h 2654114"/>
                      <a:gd name="connsiteX8" fmla="*/ 982453 w 996293"/>
                      <a:gd name="connsiteY8" fmla="*/ 2494392 h 2654114"/>
                      <a:gd name="connsiteX9" fmla="*/ 770105 w 996293"/>
                      <a:gd name="connsiteY9" fmla="*/ 2469234 h 2654114"/>
                      <a:gd name="connsiteX10" fmla="*/ 668414 w 996293"/>
                      <a:gd name="connsiteY10" fmla="*/ 2211255 h 2654114"/>
                      <a:gd name="connsiteX11" fmla="*/ 617377 w 996293"/>
                      <a:gd name="connsiteY11" fmla="*/ 1871004 h 2654114"/>
                      <a:gd name="connsiteX12" fmla="*/ 377279 w 996293"/>
                      <a:gd name="connsiteY12" fmla="*/ 1445033 h 2654114"/>
                      <a:gd name="connsiteX13" fmla="*/ 328944 w 996293"/>
                      <a:gd name="connsiteY13" fmla="*/ 1206364 h 2654114"/>
                      <a:gd name="connsiteX14" fmla="*/ 310699 w 996293"/>
                      <a:gd name="connsiteY14" fmla="*/ 939687 h 2654114"/>
                      <a:gd name="connsiteX15" fmla="*/ 373095 w 996293"/>
                      <a:gd name="connsiteY15" fmla="*/ 775633 h 2654114"/>
                      <a:gd name="connsiteX16" fmla="*/ 251999 w 996293"/>
                      <a:gd name="connsiteY16" fmla="*/ 422356 h 2654114"/>
                      <a:gd name="connsiteX17" fmla="*/ 340899 w 996293"/>
                      <a:gd name="connsiteY17" fmla="*/ 355681 h 2654114"/>
                      <a:gd name="connsiteX18" fmla="*/ 375823 w 996293"/>
                      <a:gd name="connsiteY18" fmla="*/ 238206 h 2654114"/>
                      <a:gd name="connsiteX19" fmla="*/ 331374 w 996293"/>
                      <a:gd name="connsiteY19" fmla="*/ 63581 h 2654114"/>
                      <a:gd name="connsiteX20" fmla="*/ 151171 w 996293"/>
                      <a:gd name="connsiteY20" fmla="*/ 3229 h 2654114"/>
                      <a:gd name="connsiteX21" fmla="*/ 32623 w 996293"/>
                      <a:gd name="connsiteY21" fmla="*/ 149306 h 2654114"/>
                      <a:gd name="connsiteX22" fmla="*/ 105948 w 996293"/>
                      <a:gd name="connsiteY22" fmla="*/ 381080 h 2654114"/>
                      <a:gd name="connsiteX23" fmla="*/ 23396 w 996293"/>
                      <a:gd name="connsiteY23" fmla="*/ 539828 h 2654114"/>
                      <a:gd name="connsiteX24" fmla="*/ 5522 w 996293"/>
                      <a:gd name="connsiteY24" fmla="*/ 689858 h 2654114"/>
                      <a:gd name="connsiteX0" fmla="*/ 5522 w 983171"/>
                      <a:gd name="connsiteY0" fmla="*/ 689858 h 2602400"/>
                      <a:gd name="connsiteX1" fmla="*/ 68962 w 983171"/>
                      <a:gd name="connsiteY1" fmla="*/ 1308793 h 2602400"/>
                      <a:gd name="connsiteX2" fmla="*/ 91742 w 983171"/>
                      <a:gd name="connsiteY2" fmla="*/ 1488358 h 2602400"/>
                      <a:gd name="connsiteX3" fmla="*/ 207303 w 983171"/>
                      <a:gd name="connsiteY3" fmla="*/ 1710315 h 2602400"/>
                      <a:gd name="connsiteX4" fmla="*/ 362061 w 983171"/>
                      <a:gd name="connsiteY4" fmla="*/ 1968768 h 2602400"/>
                      <a:gd name="connsiteX5" fmla="*/ 314174 w 983171"/>
                      <a:gd name="connsiteY5" fmla="*/ 2188623 h 2602400"/>
                      <a:gd name="connsiteX6" fmla="*/ 389462 w 983171"/>
                      <a:gd name="connsiteY6" fmla="*/ 2522217 h 2602400"/>
                      <a:gd name="connsiteX7" fmla="*/ 821962 w 983171"/>
                      <a:gd name="connsiteY7" fmla="*/ 2601635 h 2602400"/>
                      <a:gd name="connsiteX8" fmla="*/ 982453 w 983171"/>
                      <a:gd name="connsiteY8" fmla="*/ 2494392 h 2602400"/>
                      <a:gd name="connsiteX9" fmla="*/ 770105 w 983171"/>
                      <a:gd name="connsiteY9" fmla="*/ 2469234 h 2602400"/>
                      <a:gd name="connsiteX10" fmla="*/ 668414 w 983171"/>
                      <a:gd name="connsiteY10" fmla="*/ 2211255 h 2602400"/>
                      <a:gd name="connsiteX11" fmla="*/ 617377 w 983171"/>
                      <a:gd name="connsiteY11" fmla="*/ 1871004 h 2602400"/>
                      <a:gd name="connsiteX12" fmla="*/ 377279 w 983171"/>
                      <a:gd name="connsiteY12" fmla="*/ 1445033 h 2602400"/>
                      <a:gd name="connsiteX13" fmla="*/ 328944 w 983171"/>
                      <a:gd name="connsiteY13" fmla="*/ 1206364 h 2602400"/>
                      <a:gd name="connsiteX14" fmla="*/ 310699 w 983171"/>
                      <a:gd name="connsiteY14" fmla="*/ 939687 h 2602400"/>
                      <a:gd name="connsiteX15" fmla="*/ 373095 w 983171"/>
                      <a:gd name="connsiteY15" fmla="*/ 775633 h 2602400"/>
                      <a:gd name="connsiteX16" fmla="*/ 251999 w 983171"/>
                      <a:gd name="connsiteY16" fmla="*/ 422356 h 2602400"/>
                      <a:gd name="connsiteX17" fmla="*/ 340899 w 983171"/>
                      <a:gd name="connsiteY17" fmla="*/ 355681 h 2602400"/>
                      <a:gd name="connsiteX18" fmla="*/ 375823 w 983171"/>
                      <a:gd name="connsiteY18" fmla="*/ 238206 h 2602400"/>
                      <a:gd name="connsiteX19" fmla="*/ 331374 w 983171"/>
                      <a:gd name="connsiteY19" fmla="*/ 63581 h 2602400"/>
                      <a:gd name="connsiteX20" fmla="*/ 151171 w 983171"/>
                      <a:gd name="connsiteY20" fmla="*/ 3229 h 2602400"/>
                      <a:gd name="connsiteX21" fmla="*/ 32623 w 983171"/>
                      <a:gd name="connsiteY21" fmla="*/ 149306 h 2602400"/>
                      <a:gd name="connsiteX22" fmla="*/ 105948 w 983171"/>
                      <a:gd name="connsiteY22" fmla="*/ 381080 h 2602400"/>
                      <a:gd name="connsiteX23" fmla="*/ 23396 w 983171"/>
                      <a:gd name="connsiteY23" fmla="*/ 539828 h 2602400"/>
                      <a:gd name="connsiteX24" fmla="*/ 5522 w 983171"/>
                      <a:gd name="connsiteY24" fmla="*/ 689858 h 2602400"/>
                      <a:gd name="connsiteX0" fmla="*/ 5522 w 982912"/>
                      <a:gd name="connsiteY0" fmla="*/ 689858 h 2601944"/>
                      <a:gd name="connsiteX1" fmla="*/ 68962 w 982912"/>
                      <a:gd name="connsiteY1" fmla="*/ 1308793 h 2601944"/>
                      <a:gd name="connsiteX2" fmla="*/ 91742 w 982912"/>
                      <a:gd name="connsiteY2" fmla="*/ 1488358 h 2601944"/>
                      <a:gd name="connsiteX3" fmla="*/ 207303 w 982912"/>
                      <a:gd name="connsiteY3" fmla="*/ 1710315 h 2601944"/>
                      <a:gd name="connsiteX4" fmla="*/ 362061 w 982912"/>
                      <a:gd name="connsiteY4" fmla="*/ 1968768 h 2601944"/>
                      <a:gd name="connsiteX5" fmla="*/ 314174 w 982912"/>
                      <a:gd name="connsiteY5" fmla="*/ 2188623 h 2601944"/>
                      <a:gd name="connsiteX6" fmla="*/ 660535 w 982912"/>
                      <a:gd name="connsiteY6" fmla="*/ 2513972 h 2601944"/>
                      <a:gd name="connsiteX7" fmla="*/ 821962 w 982912"/>
                      <a:gd name="connsiteY7" fmla="*/ 2601635 h 2601944"/>
                      <a:gd name="connsiteX8" fmla="*/ 982453 w 982912"/>
                      <a:gd name="connsiteY8" fmla="*/ 2494392 h 2601944"/>
                      <a:gd name="connsiteX9" fmla="*/ 770105 w 982912"/>
                      <a:gd name="connsiteY9" fmla="*/ 2469234 h 2601944"/>
                      <a:gd name="connsiteX10" fmla="*/ 668414 w 982912"/>
                      <a:gd name="connsiteY10" fmla="*/ 2211255 h 2601944"/>
                      <a:gd name="connsiteX11" fmla="*/ 617377 w 982912"/>
                      <a:gd name="connsiteY11" fmla="*/ 1871004 h 2601944"/>
                      <a:gd name="connsiteX12" fmla="*/ 377279 w 982912"/>
                      <a:gd name="connsiteY12" fmla="*/ 1445033 h 2601944"/>
                      <a:gd name="connsiteX13" fmla="*/ 328944 w 982912"/>
                      <a:gd name="connsiteY13" fmla="*/ 1206364 h 2601944"/>
                      <a:gd name="connsiteX14" fmla="*/ 310699 w 982912"/>
                      <a:gd name="connsiteY14" fmla="*/ 939687 h 2601944"/>
                      <a:gd name="connsiteX15" fmla="*/ 373095 w 982912"/>
                      <a:gd name="connsiteY15" fmla="*/ 775633 h 2601944"/>
                      <a:gd name="connsiteX16" fmla="*/ 251999 w 982912"/>
                      <a:gd name="connsiteY16" fmla="*/ 422356 h 2601944"/>
                      <a:gd name="connsiteX17" fmla="*/ 340899 w 982912"/>
                      <a:gd name="connsiteY17" fmla="*/ 355681 h 2601944"/>
                      <a:gd name="connsiteX18" fmla="*/ 375823 w 982912"/>
                      <a:gd name="connsiteY18" fmla="*/ 238206 h 2601944"/>
                      <a:gd name="connsiteX19" fmla="*/ 331374 w 982912"/>
                      <a:gd name="connsiteY19" fmla="*/ 63581 h 2601944"/>
                      <a:gd name="connsiteX20" fmla="*/ 151171 w 982912"/>
                      <a:gd name="connsiteY20" fmla="*/ 3229 h 2601944"/>
                      <a:gd name="connsiteX21" fmla="*/ 32623 w 982912"/>
                      <a:gd name="connsiteY21" fmla="*/ 149306 h 2601944"/>
                      <a:gd name="connsiteX22" fmla="*/ 105948 w 982912"/>
                      <a:gd name="connsiteY22" fmla="*/ 381080 h 2601944"/>
                      <a:gd name="connsiteX23" fmla="*/ 23396 w 982912"/>
                      <a:gd name="connsiteY23" fmla="*/ 539828 h 2601944"/>
                      <a:gd name="connsiteX24" fmla="*/ 5522 w 982912"/>
                      <a:gd name="connsiteY24" fmla="*/ 689858 h 2601944"/>
                      <a:gd name="connsiteX0" fmla="*/ 5522 w 983056"/>
                      <a:gd name="connsiteY0" fmla="*/ 689858 h 2637511"/>
                      <a:gd name="connsiteX1" fmla="*/ 68962 w 983056"/>
                      <a:gd name="connsiteY1" fmla="*/ 1308793 h 2637511"/>
                      <a:gd name="connsiteX2" fmla="*/ 91742 w 983056"/>
                      <a:gd name="connsiteY2" fmla="*/ 1488358 h 2637511"/>
                      <a:gd name="connsiteX3" fmla="*/ 207303 w 983056"/>
                      <a:gd name="connsiteY3" fmla="*/ 1710315 h 2637511"/>
                      <a:gd name="connsiteX4" fmla="*/ 362061 w 983056"/>
                      <a:gd name="connsiteY4" fmla="*/ 1968768 h 2637511"/>
                      <a:gd name="connsiteX5" fmla="*/ 314174 w 983056"/>
                      <a:gd name="connsiteY5" fmla="*/ 2188623 h 2637511"/>
                      <a:gd name="connsiteX6" fmla="*/ 660535 w 983056"/>
                      <a:gd name="connsiteY6" fmla="*/ 2513972 h 2637511"/>
                      <a:gd name="connsiteX7" fmla="*/ 705028 w 983056"/>
                      <a:gd name="connsiteY7" fmla="*/ 2637366 h 2637511"/>
                      <a:gd name="connsiteX8" fmla="*/ 982453 w 983056"/>
                      <a:gd name="connsiteY8" fmla="*/ 2494392 h 2637511"/>
                      <a:gd name="connsiteX9" fmla="*/ 770105 w 983056"/>
                      <a:gd name="connsiteY9" fmla="*/ 2469234 h 2637511"/>
                      <a:gd name="connsiteX10" fmla="*/ 668414 w 983056"/>
                      <a:gd name="connsiteY10" fmla="*/ 2211255 h 2637511"/>
                      <a:gd name="connsiteX11" fmla="*/ 617377 w 983056"/>
                      <a:gd name="connsiteY11" fmla="*/ 1871004 h 2637511"/>
                      <a:gd name="connsiteX12" fmla="*/ 377279 w 983056"/>
                      <a:gd name="connsiteY12" fmla="*/ 1445033 h 2637511"/>
                      <a:gd name="connsiteX13" fmla="*/ 328944 w 983056"/>
                      <a:gd name="connsiteY13" fmla="*/ 1206364 h 2637511"/>
                      <a:gd name="connsiteX14" fmla="*/ 310699 w 983056"/>
                      <a:gd name="connsiteY14" fmla="*/ 939687 h 2637511"/>
                      <a:gd name="connsiteX15" fmla="*/ 373095 w 983056"/>
                      <a:gd name="connsiteY15" fmla="*/ 775633 h 2637511"/>
                      <a:gd name="connsiteX16" fmla="*/ 251999 w 983056"/>
                      <a:gd name="connsiteY16" fmla="*/ 422356 h 2637511"/>
                      <a:gd name="connsiteX17" fmla="*/ 340899 w 983056"/>
                      <a:gd name="connsiteY17" fmla="*/ 355681 h 2637511"/>
                      <a:gd name="connsiteX18" fmla="*/ 375823 w 983056"/>
                      <a:gd name="connsiteY18" fmla="*/ 238206 h 2637511"/>
                      <a:gd name="connsiteX19" fmla="*/ 331374 w 983056"/>
                      <a:gd name="connsiteY19" fmla="*/ 63581 h 2637511"/>
                      <a:gd name="connsiteX20" fmla="*/ 151171 w 983056"/>
                      <a:gd name="connsiteY20" fmla="*/ 3229 h 2637511"/>
                      <a:gd name="connsiteX21" fmla="*/ 32623 w 983056"/>
                      <a:gd name="connsiteY21" fmla="*/ 149306 h 2637511"/>
                      <a:gd name="connsiteX22" fmla="*/ 105948 w 983056"/>
                      <a:gd name="connsiteY22" fmla="*/ 381080 h 2637511"/>
                      <a:gd name="connsiteX23" fmla="*/ 23396 w 983056"/>
                      <a:gd name="connsiteY23" fmla="*/ 539828 h 2637511"/>
                      <a:gd name="connsiteX24" fmla="*/ 5522 w 983056"/>
                      <a:gd name="connsiteY24" fmla="*/ 689858 h 2637511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362061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447103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22741 w 1000275"/>
                      <a:gd name="connsiteY0" fmla="*/ 689858 h 2637483"/>
                      <a:gd name="connsiteX1" fmla="*/ 86181 w 1000275"/>
                      <a:gd name="connsiteY1" fmla="*/ 1308793 h 2637483"/>
                      <a:gd name="connsiteX2" fmla="*/ 0 w 1000275"/>
                      <a:gd name="connsiteY2" fmla="*/ 1444382 h 2637483"/>
                      <a:gd name="connsiteX3" fmla="*/ 224522 w 1000275"/>
                      <a:gd name="connsiteY3" fmla="*/ 1710315 h 2637483"/>
                      <a:gd name="connsiteX4" fmla="*/ 464322 w 1000275"/>
                      <a:gd name="connsiteY4" fmla="*/ 1968768 h 2637483"/>
                      <a:gd name="connsiteX5" fmla="*/ 528055 w 1000275"/>
                      <a:gd name="connsiteY5" fmla="*/ 2268331 h 2637483"/>
                      <a:gd name="connsiteX6" fmla="*/ 677754 w 1000275"/>
                      <a:gd name="connsiteY6" fmla="*/ 2513972 h 2637483"/>
                      <a:gd name="connsiteX7" fmla="*/ 722247 w 1000275"/>
                      <a:gd name="connsiteY7" fmla="*/ 2637366 h 2637483"/>
                      <a:gd name="connsiteX8" fmla="*/ 999672 w 1000275"/>
                      <a:gd name="connsiteY8" fmla="*/ 2494392 h 2637483"/>
                      <a:gd name="connsiteX9" fmla="*/ 787324 w 1000275"/>
                      <a:gd name="connsiteY9" fmla="*/ 2469234 h 2637483"/>
                      <a:gd name="connsiteX10" fmla="*/ 685633 w 1000275"/>
                      <a:gd name="connsiteY10" fmla="*/ 2211255 h 2637483"/>
                      <a:gd name="connsiteX11" fmla="*/ 634596 w 1000275"/>
                      <a:gd name="connsiteY11" fmla="*/ 1871004 h 2637483"/>
                      <a:gd name="connsiteX12" fmla="*/ 394498 w 1000275"/>
                      <a:gd name="connsiteY12" fmla="*/ 1445033 h 2637483"/>
                      <a:gd name="connsiteX13" fmla="*/ 346163 w 1000275"/>
                      <a:gd name="connsiteY13" fmla="*/ 1206364 h 2637483"/>
                      <a:gd name="connsiteX14" fmla="*/ 327918 w 1000275"/>
                      <a:gd name="connsiteY14" fmla="*/ 939687 h 2637483"/>
                      <a:gd name="connsiteX15" fmla="*/ 390314 w 1000275"/>
                      <a:gd name="connsiteY15" fmla="*/ 775633 h 2637483"/>
                      <a:gd name="connsiteX16" fmla="*/ 269218 w 1000275"/>
                      <a:gd name="connsiteY16" fmla="*/ 422356 h 2637483"/>
                      <a:gd name="connsiteX17" fmla="*/ 358118 w 1000275"/>
                      <a:gd name="connsiteY17" fmla="*/ 355681 h 2637483"/>
                      <a:gd name="connsiteX18" fmla="*/ 393042 w 1000275"/>
                      <a:gd name="connsiteY18" fmla="*/ 238206 h 2637483"/>
                      <a:gd name="connsiteX19" fmla="*/ 348593 w 1000275"/>
                      <a:gd name="connsiteY19" fmla="*/ 63581 h 2637483"/>
                      <a:gd name="connsiteX20" fmla="*/ 168390 w 1000275"/>
                      <a:gd name="connsiteY20" fmla="*/ 3229 h 2637483"/>
                      <a:gd name="connsiteX21" fmla="*/ 49842 w 1000275"/>
                      <a:gd name="connsiteY21" fmla="*/ 149306 h 2637483"/>
                      <a:gd name="connsiteX22" fmla="*/ 123167 w 1000275"/>
                      <a:gd name="connsiteY22" fmla="*/ 381080 h 2637483"/>
                      <a:gd name="connsiteX23" fmla="*/ 40615 w 1000275"/>
                      <a:gd name="connsiteY23" fmla="*/ 539828 h 2637483"/>
                      <a:gd name="connsiteX24" fmla="*/ 22741 w 1000275"/>
                      <a:gd name="connsiteY24" fmla="*/ 689858 h 2637483"/>
                      <a:gd name="connsiteX0" fmla="*/ 30887 w 1008421"/>
                      <a:gd name="connsiteY0" fmla="*/ 689858 h 2637483"/>
                      <a:gd name="connsiteX1" fmla="*/ 6627 w 1008421"/>
                      <a:gd name="connsiteY1" fmla="*/ 1256570 h 2637483"/>
                      <a:gd name="connsiteX2" fmla="*/ 8146 w 1008421"/>
                      <a:gd name="connsiteY2" fmla="*/ 1444382 h 2637483"/>
                      <a:gd name="connsiteX3" fmla="*/ 232668 w 1008421"/>
                      <a:gd name="connsiteY3" fmla="*/ 1710315 h 2637483"/>
                      <a:gd name="connsiteX4" fmla="*/ 472468 w 1008421"/>
                      <a:gd name="connsiteY4" fmla="*/ 1968768 h 2637483"/>
                      <a:gd name="connsiteX5" fmla="*/ 536201 w 1008421"/>
                      <a:gd name="connsiteY5" fmla="*/ 2268331 h 2637483"/>
                      <a:gd name="connsiteX6" fmla="*/ 685900 w 1008421"/>
                      <a:gd name="connsiteY6" fmla="*/ 2513972 h 2637483"/>
                      <a:gd name="connsiteX7" fmla="*/ 730393 w 1008421"/>
                      <a:gd name="connsiteY7" fmla="*/ 2637366 h 2637483"/>
                      <a:gd name="connsiteX8" fmla="*/ 1007818 w 1008421"/>
                      <a:gd name="connsiteY8" fmla="*/ 2494392 h 2637483"/>
                      <a:gd name="connsiteX9" fmla="*/ 795470 w 1008421"/>
                      <a:gd name="connsiteY9" fmla="*/ 2469234 h 2637483"/>
                      <a:gd name="connsiteX10" fmla="*/ 693779 w 1008421"/>
                      <a:gd name="connsiteY10" fmla="*/ 2211255 h 2637483"/>
                      <a:gd name="connsiteX11" fmla="*/ 642742 w 1008421"/>
                      <a:gd name="connsiteY11" fmla="*/ 1871004 h 2637483"/>
                      <a:gd name="connsiteX12" fmla="*/ 402644 w 1008421"/>
                      <a:gd name="connsiteY12" fmla="*/ 1445033 h 2637483"/>
                      <a:gd name="connsiteX13" fmla="*/ 354309 w 1008421"/>
                      <a:gd name="connsiteY13" fmla="*/ 1206364 h 2637483"/>
                      <a:gd name="connsiteX14" fmla="*/ 336064 w 1008421"/>
                      <a:gd name="connsiteY14" fmla="*/ 939687 h 2637483"/>
                      <a:gd name="connsiteX15" fmla="*/ 398460 w 1008421"/>
                      <a:gd name="connsiteY15" fmla="*/ 775633 h 2637483"/>
                      <a:gd name="connsiteX16" fmla="*/ 277364 w 1008421"/>
                      <a:gd name="connsiteY16" fmla="*/ 422356 h 2637483"/>
                      <a:gd name="connsiteX17" fmla="*/ 366264 w 1008421"/>
                      <a:gd name="connsiteY17" fmla="*/ 355681 h 2637483"/>
                      <a:gd name="connsiteX18" fmla="*/ 401188 w 1008421"/>
                      <a:gd name="connsiteY18" fmla="*/ 238206 h 2637483"/>
                      <a:gd name="connsiteX19" fmla="*/ 356739 w 1008421"/>
                      <a:gd name="connsiteY19" fmla="*/ 63581 h 2637483"/>
                      <a:gd name="connsiteX20" fmla="*/ 176536 w 1008421"/>
                      <a:gd name="connsiteY20" fmla="*/ 3229 h 2637483"/>
                      <a:gd name="connsiteX21" fmla="*/ 57988 w 1008421"/>
                      <a:gd name="connsiteY21" fmla="*/ 149306 h 2637483"/>
                      <a:gd name="connsiteX22" fmla="*/ 131313 w 1008421"/>
                      <a:gd name="connsiteY22" fmla="*/ 381080 h 2637483"/>
                      <a:gd name="connsiteX23" fmla="*/ 48761 w 1008421"/>
                      <a:gd name="connsiteY23" fmla="*/ 539828 h 2637483"/>
                      <a:gd name="connsiteX24" fmla="*/ 30887 w 1008421"/>
                      <a:gd name="connsiteY24" fmla="*/ 689858 h 2637483"/>
                      <a:gd name="connsiteX0" fmla="*/ 33167 w 1010701"/>
                      <a:gd name="connsiteY0" fmla="*/ 689858 h 2637483"/>
                      <a:gd name="connsiteX1" fmla="*/ 923 w 1010701"/>
                      <a:gd name="connsiteY1" fmla="*/ 1032556 h 2637483"/>
                      <a:gd name="connsiteX2" fmla="*/ 8907 w 1010701"/>
                      <a:gd name="connsiteY2" fmla="*/ 1256570 h 2637483"/>
                      <a:gd name="connsiteX3" fmla="*/ 10426 w 1010701"/>
                      <a:gd name="connsiteY3" fmla="*/ 1444382 h 2637483"/>
                      <a:gd name="connsiteX4" fmla="*/ 234948 w 1010701"/>
                      <a:gd name="connsiteY4" fmla="*/ 1710315 h 2637483"/>
                      <a:gd name="connsiteX5" fmla="*/ 474748 w 1010701"/>
                      <a:gd name="connsiteY5" fmla="*/ 1968768 h 2637483"/>
                      <a:gd name="connsiteX6" fmla="*/ 538481 w 1010701"/>
                      <a:gd name="connsiteY6" fmla="*/ 2268331 h 2637483"/>
                      <a:gd name="connsiteX7" fmla="*/ 688180 w 1010701"/>
                      <a:gd name="connsiteY7" fmla="*/ 2513972 h 2637483"/>
                      <a:gd name="connsiteX8" fmla="*/ 732673 w 1010701"/>
                      <a:gd name="connsiteY8" fmla="*/ 2637366 h 2637483"/>
                      <a:gd name="connsiteX9" fmla="*/ 1010098 w 1010701"/>
                      <a:gd name="connsiteY9" fmla="*/ 2494392 h 2637483"/>
                      <a:gd name="connsiteX10" fmla="*/ 797750 w 1010701"/>
                      <a:gd name="connsiteY10" fmla="*/ 2469234 h 2637483"/>
                      <a:gd name="connsiteX11" fmla="*/ 696059 w 1010701"/>
                      <a:gd name="connsiteY11" fmla="*/ 2211255 h 2637483"/>
                      <a:gd name="connsiteX12" fmla="*/ 645022 w 1010701"/>
                      <a:gd name="connsiteY12" fmla="*/ 1871004 h 2637483"/>
                      <a:gd name="connsiteX13" fmla="*/ 404924 w 1010701"/>
                      <a:gd name="connsiteY13" fmla="*/ 1445033 h 2637483"/>
                      <a:gd name="connsiteX14" fmla="*/ 356589 w 1010701"/>
                      <a:gd name="connsiteY14" fmla="*/ 1206364 h 2637483"/>
                      <a:gd name="connsiteX15" fmla="*/ 338344 w 1010701"/>
                      <a:gd name="connsiteY15" fmla="*/ 939687 h 2637483"/>
                      <a:gd name="connsiteX16" fmla="*/ 400740 w 1010701"/>
                      <a:gd name="connsiteY16" fmla="*/ 775633 h 2637483"/>
                      <a:gd name="connsiteX17" fmla="*/ 279644 w 1010701"/>
                      <a:gd name="connsiteY17" fmla="*/ 422356 h 2637483"/>
                      <a:gd name="connsiteX18" fmla="*/ 368544 w 1010701"/>
                      <a:gd name="connsiteY18" fmla="*/ 355681 h 2637483"/>
                      <a:gd name="connsiteX19" fmla="*/ 403468 w 1010701"/>
                      <a:gd name="connsiteY19" fmla="*/ 238206 h 2637483"/>
                      <a:gd name="connsiteX20" fmla="*/ 359019 w 1010701"/>
                      <a:gd name="connsiteY20" fmla="*/ 63581 h 2637483"/>
                      <a:gd name="connsiteX21" fmla="*/ 178816 w 1010701"/>
                      <a:gd name="connsiteY21" fmla="*/ 3229 h 2637483"/>
                      <a:gd name="connsiteX22" fmla="*/ 60268 w 1010701"/>
                      <a:gd name="connsiteY22" fmla="*/ 149306 h 2637483"/>
                      <a:gd name="connsiteX23" fmla="*/ 133593 w 1010701"/>
                      <a:gd name="connsiteY23" fmla="*/ 381080 h 2637483"/>
                      <a:gd name="connsiteX24" fmla="*/ 51041 w 1010701"/>
                      <a:gd name="connsiteY24" fmla="*/ 539828 h 2637483"/>
                      <a:gd name="connsiteX25" fmla="*/ 33167 w 1010701"/>
                      <a:gd name="connsiteY25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0 w 1009778"/>
                      <a:gd name="connsiteY2" fmla="*/ 1032556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47836 w 1009778"/>
                      <a:gd name="connsiteY2" fmla="*/ 1040801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31923 w 1001837"/>
                      <a:gd name="connsiteY1" fmla="*/ 963842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509"/>
                      <a:gd name="connsiteX1" fmla="*/ 13320 w 1001826"/>
                      <a:gd name="connsiteY1" fmla="*/ 873140 h 2637509"/>
                      <a:gd name="connsiteX2" fmla="*/ 39895 w 1001826"/>
                      <a:gd name="connsiteY2" fmla="*/ 1040801 h 2637509"/>
                      <a:gd name="connsiteX3" fmla="*/ 43 w 1001826"/>
                      <a:gd name="connsiteY3" fmla="*/ 1256570 h 2637509"/>
                      <a:gd name="connsiteX4" fmla="*/ 1562 w 1001826"/>
                      <a:gd name="connsiteY4" fmla="*/ 1444382 h 2637509"/>
                      <a:gd name="connsiteX5" fmla="*/ 226084 w 1001826"/>
                      <a:gd name="connsiteY5" fmla="*/ 1710315 h 2637509"/>
                      <a:gd name="connsiteX6" fmla="*/ 465884 w 1001826"/>
                      <a:gd name="connsiteY6" fmla="*/ 1968768 h 2637509"/>
                      <a:gd name="connsiteX7" fmla="*/ 481780 w 1001826"/>
                      <a:gd name="connsiteY7" fmla="*/ 2194120 h 2637509"/>
                      <a:gd name="connsiteX8" fmla="*/ 679316 w 1001826"/>
                      <a:gd name="connsiteY8" fmla="*/ 2513972 h 2637509"/>
                      <a:gd name="connsiteX9" fmla="*/ 723809 w 1001826"/>
                      <a:gd name="connsiteY9" fmla="*/ 2637366 h 2637509"/>
                      <a:gd name="connsiteX10" fmla="*/ 1001234 w 1001826"/>
                      <a:gd name="connsiteY10" fmla="*/ 2494392 h 2637509"/>
                      <a:gd name="connsiteX11" fmla="*/ 788886 w 1001826"/>
                      <a:gd name="connsiteY11" fmla="*/ 2469234 h 2637509"/>
                      <a:gd name="connsiteX12" fmla="*/ 692510 w 1001826"/>
                      <a:gd name="connsiteY12" fmla="*/ 2178273 h 2637509"/>
                      <a:gd name="connsiteX13" fmla="*/ 636158 w 1001826"/>
                      <a:gd name="connsiteY13" fmla="*/ 1871004 h 2637509"/>
                      <a:gd name="connsiteX14" fmla="*/ 396060 w 1001826"/>
                      <a:gd name="connsiteY14" fmla="*/ 1445033 h 2637509"/>
                      <a:gd name="connsiteX15" fmla="*/ 347725 w 1001826"/>
                      <a:gd name="connsiteY15" fmla="*/ 1206364 h 2637509"/>
                      <a:gd name="connsiteX16" fmla="*/ 329480 w 1001826"/>
                      <a:gd name="connsiteY16" fmla="*/ 939687 h 2637509"/>
                      <a:gd name="connsiteX17" fmla="*/ 391876 w 1001826"/>
                      <a:gd name="connsiteY17" fmla="*/ 775633 h 2637509"/>
                      <a:gd name="connsiteX18" fmla="*/ 262807 w 1001826"/>
                      <a:gd name="connsiteY18" fmla="*/ 466333 h 2637509"/>
                      <a:gd name="connsiteX19" fmla="*/ 359680 w 1001826"/>
                      <a:gd name="connsiteY19" fmla="*/ 355681 h 2637509"/>
                      <a:gd name="connsiteX20" fmla="*/ 394604 w 1001826"/>
                      <a:gd name="connsiteY20" fmla="*/ 238206 h 2637509"/>
                      <a:gd name="connsiteX21" fmla="*/ 350155 w 1001826"/>
                      <a:gd name="connsiteY21" fmla="*/ 63581 h 2637509"/>
                      <a:gd name="connsiteX22" fmla="*/ 169952 w 1001826"/>
                      <a:gd name="connsiteY22" fmla="*/ 3229 h 2637509"/>
                      <a:gd name="connsiteX23" fmla="*/ 51404 w 1001826"/>
                      <a:gd name="connsiteY23" fmla="*/ 149306 h 2637509"/>
                      <a:gd name="connsiteX24" fmla="*/ 124729 w 1001826"/>
                      <a:gd name="connsiteY24" fmla="*/ 381080 h 2637509"/>
                      <a:gd name="connsiteX25" fmla="*/ 42177 w 1001826"/>
                      <a:gd name="connsiteY25" fmla="*/ 539828 h 2637509"/>
                      <a:gd name="connsiteX26" fmla="*/ 24303 w 1001826"/>
                      <a:gd name="connsiteY26" fmla="*/ 689858 h 2637509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30714 w 1008237"/>
                      <a:gd name="connsiteY0" fmla="*/ 689858 h 2637500"/>
                      <a:gd name="connsiteX1" fmla="*/ 19731 w 1008237"/>
                      <a:gd name="connsiteY1" fmla="*/ 873140 h 2637500"/>
                      <a:gd name="connsiteX2" fmla="*/ 46306 w 1008237"/>
                      <a:gd name="connsiteY2" fmla="*/ 1040801 h 2637500"/>
                      <a:gd name="connsiteX3" fmla="*/ 6454 w 1008237"/>
                      <a:gd name="connsiteY3" fmla="*/ 1256570 h 2637500"/>
                      <a:gd name="connsiteX4" fmla="*/ 0 w 1008237"/>
                      <a:gd name="connsiteY4" fmla="*/ 1433388 h 2637500"/>
                      <a:gd name="connsiteX5" fmla="*/ 232495 w 1008237"/>
                      <a:gd name="connsiteY5" fmla="*/ 1710315 h 2637500"/>
                      <a:gd name="connsiteX6" fmla="*/ 472295 w 1008237"/>
                      <a:gd name="connsiteY6" fmla="*/ 1968768 h 2637500"/>
                      <a:gd name="connsiteX7" fmla="*/ 506794 w 1008237"/>
                      <a:gd name="connsiteY7" fmla="*/ 2216108 h 2637500"/>
                      <a:gd name="connsiteX8" fmla="*/ 685727 w 1008237"/>
                      <a:gd name="connsiteY8" fmla="*/ 2513972 h 2637500"/>
                      <a:gd name="connsiteX9" fmla="*/ 730220 w 1008237"/>
                      <a:gd name="connsiteY9" fmla="*/ 2637366 h 2637500"/>
                      <a:gd name="connsiteX10" fmla="*/ 1007645 w 1008237"/>
                      <a:gd name="connsiteY10" fmla="*/ 2494392 h 2637500"/>
                      <a:gd name="connsiteX11" fmla="*/ 795297 w 1008237"/>
                      <a:gd name="connsiteY11" fmla="*/ 2469234 h 2637500"/>
                      <a:gd name="connsiteX12" fmla="*/ 698921 w 1008237"/>
                      <a:gd name="connsiteY12" fmla="*/ 2178273 h 2637500"/>
                      <a:gd name="connsiteX13" fmla="*/ 642569 w 1008237"/>
                      <a:gd name="connsiteY13" fmla="*/ 1871004 h 2637500"/>
                      <a:gd name="connsiteX14" fmla="*/ 402471 w 1008237"/>
                      <a:gd name="connsiteY14" fmla="*/ 1445033 h 2637500"/>
                      <a:gd name="connsiteX15" fmla="*/ 354136 w 1008237"/>
                      <a:gd name="connsiteY15" fmla="*/ 1206364 h 2637500"/>
                      <a:gd name="connsiteX16" fmla="*/ 335891 w 1008237"/>
                      <a:gd name="connsiteY16" fmla="*/ 939687 h 2637500"/>
                      <a:gd name="connsiteX17" fmla="*/ 398287 w 1008237"/>
                      <a:gd name="connsiteY17" fmla="*/ 775633 h 2637500"/>
                      <a:gd name="connsiteX18" fmla="*/ 269218 w 1008237"/>
                      <a:gd name="connsiteY18" fmla="*/ 466333 h 2637500"/>
                      <a:gd name="connsiteX19" fmla="*/ 366091 w 1008237"/>
                      <a:gd name="connsiteY19" fmla="*/ 355681 h 2637500"/>
                      <a:gd name="connsiteX20" fmla="*/ 401015 w 1008237"/>
                      <a:gd name="connsiteY20" fmla="*/ 238206 h 2637500"/>
                      <a:gd name="connsiteX21" fmla="*/ 356566 w 1008237"/>
                      <a:gd name="connsiteY21" fmla="*/ 63581 h 2637500"/>
                      <a:gd name="connsiteX22" fmla="*/ 176363 w 1008237"/>
                      <a:gd name="connsiteY22" fmla="*/ 3229 h 2637500"/>
                      <a:gd name="connsiteX23" fmla="*/ 57815 w 1008237"/>
                      <a:gd name="connsiteY23" fmla="*/ 149306 h 2637500"/>
                      <a:gd name="connsiteX24" fmla="*/ 131140 w 1008237"/>
                      <a:gd name="connsiteY24" fmla="*/ 381080 h 2637500"/>
                      <a:gd name="connsiteX25" fmla="*/ 48588 w 1008237"/>
                      <a:gd name="connsiteY25" fmla="*/ 539828 h 2637500"/>
                      <a:gd name="connsiteX26" fmla="*/ 30714 w 1008237"/>
                      <a:gd name="connsiteY26" fmla="*/ 689858 h 2637500"/>
                      <a:gd name="connsiteX0" fmla="*/ 48205 w 1025728"/>
                      <a:gd name="connsiteY0" fmla="*/ 689858 h 2637500"/>
                      <a:gd name="connsiteX1" fmla="*/ 37222 w 1025728"/>
                      <a:gd name="connsiteY1" fmla="*/ 873140 h 2637500"/>
                      <a:gd name="connsiteX2" fmla="*/ 63797 w 1025728"/>
                      <a:gd name="connsiteY2" fmla="*/ 1040801 h 2637500"/>
                      <a:gd name="connsiteX3" fmla="*/ 27 w 1025728"/>
                      <a:gd name="connsiteY3" fmla="*/ 1267564 h 2637500"/>
                      <a:gd name="connsiteX4" fmla="*/ 17491 w 1025728"/>
                      <a:gd name="connsiteY4" fmla="*/ 1433388 h 2637500"/>
                      <a:gd name="connsiteX5" fmla="*/ 249986 w 1025728"/>
                      <a:gd name="connsiteY5" fmla="*/ 1710315 h 2637500"/>
                      <a:gd name="connsiteX6" fmla="*/ 489786 w 1025728"/>
                      <a:gd name="connsiteY6" fmla="*/ 1968768 h 2637500"/>
                      <a:gd name="connsiteX7" fmla="*/ 524285 w 1025728"/>
                      <a:gd name="connsiteY7" fmla="*/ 2216108 h 2637500"/>
                      <a:gd name="connsiteX8" fmla="*/ 703218 w 1025728"/>
                      <a:gd name="connsiteY8" fmla="*/ 2513972 h 2637500"/>
                      <a:gd name="connsiteX9" fmla="*/ 747711 w 1025728"/>
                      <a:gd name="connsiteY9" fmla="*/ 2637366 h 2637500"/>
                      <a:gd name="connsiteX10" fmla="*/ 1025136 w 1025728"/>
                      <a:gd name="connsiteY10" fmla="*/ 2494392 h 2637500"/>
                      <a:gd name="connsiteX11" fmla="*/ 812788 w 1025728"/>
                      <a:gd name="connsiteY11" fmla="*/ 2469234 h 2637500"/>
                      <a:gd name="connsiteX12" fmla="*/ 716412 w 1025728"/>
                      <a:gd name="connsiteY12" fmla="*/ 2178273 h 2637500"/>
                      <a:gd name="connsiteX13" fmla="*/ 660060 w 1025728"/>
                      <a:gd name="connsiteY13" fmla="*/ 1871004 h 2637500"/>
                      <a:gd name="connsiteX14" fmla="*/ 419962 w 1025728"/>
                      <a:gd name="connsiteY14" fmla="*/ 1445033 h 2637500"/>
                      <a:gd name="connsiteX15" fmla="*/ 371627 w 1025728"/>
                      <a:gd name="connsiteY15" fmla="*/ 1206364 h 2637500"/>
                      <a:gd name="connsiteX16" fmla="*/ 353382 w 1025728"/>
                      <a:gd name="connsiteY16" fmla="*/ 939687 h 2637500"/>
                      <a:gd name="connsiteX17" fmla="*/ 415778 w 1025728"/>
                      <a:gd name="connsiteY17" fmla="*/ 775633 h 2637500"/>
                      <a:gd name="connsiteX18" fmla="*/ 286709 w 1025728"/>
                      <a:gd name="connsiteY18" fmla="*/ 466333 h 2637500"/>
                      <a:gd name="connsiteX19" fmla="*/ 383582 w 1025728"/>
                      <a:gd name="connsiteY19" fmla="*/ 355681 h 2637500"/>
                      <a:gd name="connsiteX20" fmla="*/ 418506 w 1025728"/>
                      <a:gd name="connsiteY20" fmla="*/ 238206 h 2637500"/>
                      <a:gd name="connsiteX21" fmla="*/ 374057 w 1025728"/>
                      <a:gd name="connsiteY21" fmla="*/ 63581 h 2637500"/>
                      <a:gd name="connsiteX22" fmla="*/ 193854 w 1025728"/>
                      <a:gd name="connsiteY22" fmla="*/ 3229 h 2637500"/>
                      <a:gd name="connsiteX23" fmla="*/ 75306 w 1025728"/>
                      <a:gd name="connsiteY23" fmla="*/ 149306 h 2637500"/>
                      <a:gd name="connsiteX24" fmla="*/ 148631 w 1025728"/>
                      <a:gd name="connsiteY24" fmla="*/ 381080 h 2637500"/>
                      <a:gd name="connsiteX25" fmla="*/ 66079 w 1025728"/>
                      <a:gd name="connsiteY25" fmla="*/ 539828 h 2637500"/>
                      <a:gd name="connsiteX26" fmla="*/ 48205 w 1025728"/>
                      <a:gd name="connsiteY26" fmla="*/ 689858 h 2637500"/>
                      <a:gd name="connsiteX0" fmla="*/ 48178 w 1025701"/>
                      <a:gd name="connsiteY0" fmla="*/ 689858 h 2637500"/>
                      <a:gd name="connsiteX1" fmla="*/ 37195 w 1025701"/>
                      <a:gd name="connsiteY1" fmla="*/ 873140 h 2637500"/>
                      <a:gd name="connsiteX2" fmla="*/ 63770 w 1025701"/>
                      <a:gd name="connsiteY2" fmla="*/ 1040801 h 2637500"/>
                      <a:gd name="connsiteX3" fmla="*/ 0 w 1025701"/>
                      <a:gd name="connsiteY3" fmla="*/ 1267564 h 2637500"/>
                      <a:gd name="connsiteX4" fmla="*/ 17464 w 1025701"/>
                      <a:gd name="connsiteY4" fmla="*/ 1433388 h 2637500"/>
                      <a:gd name="connsiteX5" fmla="*/ 249959 w 1025701"/>
                      <a:gd name="connsiteY5" fmla="*/ 1710315 h 2637500"/>
                      <a:gd name="connsiteX6" fmla="*/ 489759 w 1025701"/>
                      <a:gd name="connsiteY6" fmla="*/ 1968768 h 2637500"/>
                      <a:gd name="connsiteX7" fmla="*/ 524258 w 1025701"/>
                      <a:gd name="connsiteY7" fmla="*/ 2216108 h 2637500"/>
                      <a:gd name="connsiteX8" fmla="*/ 703191 w 1025701"/>
                      <a:gd name="connsiteY8" fmla="*/ 2513972 h 2637500"/>
                      <a:gd name="connsiteX9" fmla="*/ 747684 w 1025701"/>
                      <a:gd name="connsiteY9" fmla="*/ 2637366 h 2637500"/>
                      <a:gd name="connsiteX10" fmla="*/ 1025109 w 1025701"/>
                      <a:gd name="connsiteY10" fmla="*/ 2494392 h 2637500"/>
                      <a:gd name="connsiteX11" fmla="*/ 812761 w 1025701"/>
                      <a:gd name="connsiteY11" fmla="*/ 2469234 h 2637500"/>
                      <a:gd name="connsiteX12" fmla="*/ 716385 w 1025701"/>
                      <a:gd name="connsiteY12" fmla="*/ 2178273 h 2637500"/>
                      <a:gd name="connsiteX13" fmla="*/ 660033 w 1025701"/>
                      <a:gd name="connsiteY13" fmla="*/ 1871004 h 2637500"/>
                      <a:gd name="connsiteX14" fmla="*/ 419935 w 1025701"/>
                      <a:gd name="connsiteY14" fmla="*/ 1445033 h 2637500"/>
                      <a:gd name="connsiteX15" fmla="*/ 371600 w 1025701"/>
                      <a:gd name="connsiteY15" fmla="*/ 1206364 h 2637500"/>
                      <a:gd name="connsiteX16" fmla="*/ 353355 w 1025701"/>
                      <a:gd name="connsiteY16" fmla="*/ 939687 h 2637500"/>
                      <a:gd name="connsiteX17" fmla="*/ 415751 w 1025701"/>
                      <a:gd name="connsiteY17" fmla="*/ 775633 h 2637500"/>
                      <a:gd name="connsiteX18" fmla="*/ 286682 w 1025701"/>
                      <a:gd name="connsiteY18" fmla="*/ 466333 h 2637500"/>
                      <a:gd name="connsiteX19" fmla="*/ 383555 w 1025701"/>
                      <a:gd name="connsiteY19" fmla="*/ 355681 h 2637500"/>
                      <a:gd name="connsiteX20" fmla="*/ 418479 w 1025701"/>
                      <a:gd name="connsiteY20" fmla="*/ 238206 h 2637500"/>
                      <a:gd name="connsiteX21" fmla="*/ 374030 w 1025701"/>
                      <a:gd name="connsiteY21" fmla="*/ 63581 h 2637500"/>
                      <a:gd name="connsiteX22" fmla="*/ 193827 w 1025701"/>
                      <a:gd name="connsiteY22" fmla="*/ 3229 h 2637500"/>
                      <a:gd name="connsiteX23" fmla="*/ 75279 w 1025701"/>
                      <a:gd name="connsiteY23" fmla="*/ 149306 h 2637500"/>
                      <a:gd name="connsiteX24" fmla="*/ 148604 w 1025701"/>
                      <a:gd name="connsiteY24" fmla="*/ 381080 h 2637500"/>
                      <a:gd name="connsiteX25" fmla="*/ 66052 w 1025701"/>
                      <a:gd name="connsiteY25" fmla="*/ 539828 h 2637500"/>
                      <a:gd name="connsiteX26" fmla="*/ 48178 w 1025701"/>
                      <a:gd name="connsiteY26" fmla="*/ 689858 h 2637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025701" h="2637500">
                        <a:moveTo>
                          <a:pt x="48178" y="689858"/>
                        </a:moveTo>
                        <a:cubicBezTo>
                          <a:pt x="43369" y="745410"/>
                          <a:pt x="41238" y="778688"/>
                          <a:pt x="37195" y="873140"/>
                        </a:cubicBezTo>
                        <a:lnTo>
                          <a:pt x="63770" y="1040801"/>
                        </a:lnTo>
                        <a:cubicBezTo>
                          <a:pt x="65101" y="1078137"/>
                          <a:pt x="17019" y="1198926"/>
                          <a:pt x="0" y="1267564"/>
                        </a:cubicBezTo>
                        <a:cubicBezTo>
                          <a:pt x="15034" y="1400647"/>
                          <a:pt x="17993" y="1378150"/>
                          <a:pt x="17464" y="1433388"/>
                        </a:cubicBezTo>
                        <a:cubicBezTo>
                          <a:pt x="54805" y="1500996"/>
                          <a:pt x="171243" y="1621085"/>
                          <a:pt x="249959" y="1710315"/>
                        </a:cubicBezTo>
                        <a:cubicBezTo>
                          <a:pt x="328675" y="1799545"/>
                          <a:pt x="395653" y="1818274"/>
                          <a:pt x="489759" y="1968768"/>
                        </a:cubicBezTo>
                        <a:cubicBezTo>
                          <a:pt x="488193" y="2138502"/>
                          <a:pt x="507289" y="2169218"/>
                          <a:pt x="524258" y="2216108"/>
                        </a:cubicBezTo>
                        <a:cubicBezTo>
                          <a:pt x="541227" y="2262998"/>
                          <a:pt x="665953" y="2443762"/>
                          <a:pt x="703191" y="2513972"/>
                        </a:cubicBezTo>
                        <a:cubicBezTo>
                          <a:pt x="740429" y="2584182"/>
                          <a:pt x="694031" y="2640629"/>
                          <a:pt x="747684" y="2637366"/>
                        </a:cubicBezTo>
                        <a:cubicBezTo>
                          <a:pt x="801337" y="2634103"/>
                          <a:pt x="1014263" y="2522414"/>
                          <a:pt x="1025109" y="2494392"/>
                        </a:cubicBezTo>
                        <a:cubicBezTo>
                          <a:pt x="1035955" y="2466370"/>
                          <a:pt x="895393" y="2465125"/>
                          <a:pt x="812761" y="2469234"/>
                        </a:cubicBezTo>
                        <a:cubicBezTo>
                          <a:pt x="756436" y="2320001"/>
                          <a:pt x="772488" y="2361667"/>
                          <a:pt x="716385" y="2178273"/>
                        </a:cubicBezTo>
                        <a:cubicBezTo>
                          <a:pt x="691681" y="2053976"/>
                          <a:pt x="668465" y="2050741"/>
                          <a:pt x="660033" y="1871004"/>
                        </a:cubicBezTo>
                        <a:cubicBezTo>
                          <a:pt x="621063" y="1690250"/>
                          <a:pt x="468007" y="1555806"/>
                          <a:pt x="419935" y="1445033"/>
                        </a:cubicBezTo>
                        <a:cubicBezTo>
                          <a:pt x="371863" y="1334260"/>
                          <a:pt x="356783" y="1221181"/>
                          <a:pt x="371600" y="1206364"/>
                        </a:cubicBezTo>
                        <a:cubicBezTo>
                          <a:pt x="356960" y="1108855"/>
                          <a:pt x="345997" y="1011475"/>
                          <a:pt x="353355" y="939687"/>
                        </a:cubicBezTo>
                        <a:cubicBezTo>
                          <a:pt x="360713" y="867899"/>
                          <a:pt x="359012" y="886140"/>
                          <a:pt x="415751" y="775633"/>
                        </a:cubicBezTo>
                        <a:cubicBezTo>
                          <a:pt x="376064" y="651809"/>
                          <a:pt x="292048" y="536325"/>
                          <a:pt x="286682" y="466333"/>
                        </a:cubicBezTo>
                        <a:cubicBezTo>
                          <a:pt x="281316" y="396341"/>
                          <a:pt x="361589" y="393702"/>
                          <a:pt x="383555" y="355681"/>
                        </a:cubicBezTo>
                        <a:cubicBezTo>
                          <a:pt x="405521" y="317660"/>
                          <a:pt x="398900" y="283186"/>
                          <a:pt x="418479" y="238206"/>
                        </a:cubicBezTo>
                        <a:cubicBezTo>
                          <a:pt x="390433" y="193227"/>
                          <a:pt x="411472" y="102744"/>
                          <a:pt x="374030" y="63581"/>
                        </a:cubicBezTo>
                        <a:cubicBezTo>
                          <a:pt x="336588" y="24418"/>
                          <a:pt x="243619" y="-11058"/>
                          <a:pt x="193827" y="3229"/>
                        </a:cubicBezTo>
                        <a:cubicBezTo>
                          <a:pt x="144035" y="17516"/>
                          <a:pt x="82816" y="86331"/>
                          <a:pt x="75279" y="149306"/>
                        </a:cubicBezTo>
                        <a:cubicBezTo>
                          <a:pt x="67742" y="212281"/>
                          <a:pt x="150142" y="315993"/>
                          <a:pt x="148604" y="381080"/>
                        </a:cubicBezTo>
                        <a:cubicBezTo>
                          <a:pt x="147066" y="446167"/>
                          <a:pt x="104152" y="459924"/>
                          <a:pt x="66052" y="539828"/>
                        </a:cubicBezTo>
                        <a:cubicBezTo>
                          <a:pt x="36420" y="601210"/>
                          <a:pt x="52987" y="634306"/>
                          <a:pt x="48178" y="6898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2700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" name="任意多边形: 形状 276">
                    <a:extLst>
                      <a:ext uri="{FF2B5EF4-FFF2-40B4-BE49-F238E27FC236}">
                        <a16:creationId xmlns:a16="http://schemas.microsoft.com/office/drawing/2014/main" id="{E453DEF8-4BEF-8315-AC65-91F421684024}"/>
                      </a:ext>
                    </a:extLst>
                  </p:cNvPr>
                  <p:cNvSpPr/>
                  <p:nvPr/>
                </p:nvSpPr>
                <p:spPr>
                  <a:xfrm rot="1261961">
                    <a:off x="915044" y="7772286"/>
                    <a:ext cx="385512" cy="1170221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4658" h="987837">
                        <a:moveTo>
                          <a:pt x="72092" y="0"/>
                        </a:moveTo>
                        <a:cubicBezTo>
                          <a:pt x="23540" y="80028"/>
                          <a:pt x="33207" y="190781"/>
                          <a:pt x="21923" y="265387"/>
                        </a:cubicBezTo>
                        <a:cubicBezTo>
                          <a:pt x="10639" y="339993"/>
                          <a:pt x="-8720" y="389118"/>
                          <a:pt x="4389" y="447637"/>
                        </a:cubicBezTo>
                        <a:cubicBezTo>
                          <a:pt x="17498" y="506156"/>
                          <a:pt x="50075" y="585271"/>
                          <a:pt x="76530" y="643732"/>
                        </a:cubicBezTo>
                        <a:cubicBezTo>
                          <a:pt x="102986" y="702193"/>
                          <a:pt x="142199" y="750992"/>
                          <a:pt x="163122" y="798405"/>
                        </a:cubicBezTo>
                        <a:cubicBezTo>
                          <a:pt x="184045" y="845818"/>
                          <a:pt x="184288" y="876652"/>
                          <a:pt x="202068" y="928207"/>
                        </a:cubicBezTo>
                        <a:cubicBezTo>
                          <a:pt x="218830" y="959972"/>
                          <a:pt x="249153" y="988920"/>
                          <a:pt x="267918" y="987806"/>
                        </a:cubicBezTo>
                        <a:cubicBezTo>
                          <a:pt x="286683" y="986692"/>
                          <a:pt x="314622" y="951860"/>
                          <a:pt x="314658" y="921523"/>
                        </a:cubicBezTo>
                        <a:cubicBezTo>
                          <a:pt x="314694" y="891186"/>
                          <a:pt x="288600" y="851906"/>
                          <a:pt x="268132" y="805785"/>
                        </a:cubicBezTo>
                        <a:cubicBezTo>
                          <a:pt x="247664" y="759664"/>
                          <a:pt x="220623" y="708936"/>
                          <a:pt x="191851" y="644795"/>
                        </a:cubicBezTo>
                        <a:cubicBezTo>
                          <a:pt x="167457" y="581632"/>
                          <a:pt x="143267" y="494752"/>
                          <a:pt x="123775" y="451204"/>
                        </a:cubicBezTo>
                        <a:cubicBezTo>
                          <a:pt x="104283" y="407656"/>
                          <a:pt x="216550" y="124545"/>
                          <a:pt x="209274" y="103378"/>
                        </a:cubicBezTo>
                      </a:path>
                    </a:pathLst>
                  </a:custGeom>
                  <a:solidFill>
                    <a:srgbClr val="FFFFFF"/>
                  </a:solidFill>
                  <a:ln w="12700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Times New Roman" panose="02020603050405020304" pitchFamily="18" charset="0"/>
                    </a:endParaRPr>
                  </a:p>
                </p:txBody>
              </p:sp>
            </p:grpSp>
          </p:grpSp>
          <p:sp>
            <p:nvSpPr>
              <p:cNvPr id="272" name="文本框 271">
                <a:extLst>
                  <a:ext uri="{FF2B5EF4-FFF2-40B4-BE49-F238E27FC236}">
                    <a16:creationId xmlns:a16="http://schemas.microsoft.com/office/drawing/2014/main" id="{3192DF3F-1C01-F7FB-C8D9-DACBF46B9F3E}"/>
                  </a:ext>
                </a:extLst>
              </p:cNvPr>
              <p:cNvSpPr txBox="1"/>
              <p:nvPr/>
            </p:nvSpPr>
            <p:spPr>
              <a:xfrm>
                <a:off x="3879308" y="4131828"/>
                <a:ext cx="378630" cy="338554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800" b="1" dirty="0">
                    <a:solidFill>
                      <a:schemeClr val="accent6">
                        <a:lumMod val="7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O</a:t>
                </a:r>
                <a:r>
                  <a:rPr lang="en-US" altLang="zh-CN" sz="800" b="1" baseline="-25000" dirty="0">
                    <a:solidFill>
                      <a:schemeClr val="accent6">
                        <a:lumMod val="7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2</a:t>
                </a:r>
              </a:p>
              <a:p>
                <a:r>
                  <a:rPr lang="en-US" altLang="zh-CN" sz="800" b="1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CO</a:t>
                </a:r>
                <a:r>
                  <a:rPr lang="en-US" altLang="zh-CN" sz="800" b="1" baseline="-25000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2</a:t>
                </a:r>
                <a:endParaRPr lang="zh-CN" altLang="en-US" sz="800" b="1" baseline="-250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93" name="墨迹 192">
                  <a:extLst>
                    <a:ext uri="{FF2B5EF4-FFF2-40B4-BE49-F238E27FC236}">
                      <a16:creationId xmlns:a16="http://schemas.microsoft.com/office/drawing/2014/main" id="{0813A48D-306B-9B41-1852-EF03DD9DDB55}"/>
                    </a:ext>
                  </a:extLst>
                </p14:cNvPr>
                <p14:cNvContentPartPr/>
                <p14:nvPr/>
              </p14:nvContentPartPr>
              <p14:xfrm>
                <a:off x="3920586" y="4243262"/>
                <a:ext cx="149" cy="277"/>
              </p14:xfrm>
            </p:contentPart>
          </mc:Choice>
          <mc:Fallback xmlns="">
            <p:pic>
              <p:nvPicPr>
                <p:cNvPr id="56" name="墨迹 55">
                  <a:extLst>
                    <a:ext uri="{FF2B5EF4-FFF2-40B4-BE49-F238E27FC236}">
                      <a16:creationId xmlns:a16="http://schemas.microsoft.com/office/drawing/2014/main" id="{9F19024C-DE87-34D6-54CC-82B7078763C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917904" y="4240769"/>
                  <a:ext cx="5215" cy="49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94" name="墨迹 193">
                  <a:extLst>
                    <a:ext uri="{FF2B5EF4-FFF2-40B4-BE49-F238E27FC236}">
                      <a16:creationId xmlns:a16="http://schemas.microsoft.com/office/drawing/2014/main" id="{3978FFE5-8706-AC31-67DC-0DD7EC832C89}"/>
                    </a:ext>
                  </a:extLst>
                </p14:cNvPr>
                <p14:cNvContentPartPr/>
                <p14:nvPr/>
              </p14:nvContentPartPr>
              <p14:xfrm>
                <a:off x="3898217" y="4241463"/>
                <a:ext cx="149" cy="139"/>
              </p14:xfrm>
            </p:contentPart>
          </mc:Choice>
          <mc:Fallback xmlns="">
            <p:pic>
              <p:nvPicPr>
                <p:cNvPr id="57" name="墨迹 56">
                  <a:extLst>
                    <a:ext uri="{FF2B5EF4-FFF2-40B4-BE49-F238E27FC236}">
                      <a16:creationId xmlns:a16="http://schemas.microsoft.com/office/drawing/2014/main" id="{466A8D7B-EE9B-ACA1-A4DC-5B7817EF145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95535" y="4238961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95" name="墨迹 194">
                  <a:extLst>
                    <a:ext uri="{FF2B5EF4-FFF2-40B4-BE49-F238E27FC236}">
                      <a16:creationId xmlns:a16="http://schemas.microsoft.com/office/drawing/2014/main" id="{E96621EF-9A66-9D0E-CB19-B2C6CCB98D84}"/>
                    </a:ext>
                  </a:extLst>
                </p14:cNvPr>
                <p14:cNvContentPartPr/>
                <p14:nvPr/>
              </p14:nvContentPartPr>
              <p14:xfrm>
                <a:off x="3870032" y="4241463"/>
                <a:ext cx="149" cy="139"/>
              </p14:xfrm>
            </p:contentPart>
          </mc:Choice>
          <mc:Fallback xmlns="">
            <p:pic>
              <p:nvPicPr>
                <p:cNvPr id="58" name="墨迹 57">
                  <a:extLst>
                    <a:ext uri="{FF2B5EF4-FFF2-40B4-BE49-F238E27FC236}">
                      <a16:creationId xmlns:a16="http://schemas.microsoft.com/office/drawing/2014/main" id="{22FB0E3A-9DBE-AB6E-F8F7-ECEFAFB225E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67350" y="4238961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196" name="墨迹 195">
                  <a:extLst>
                    <a:ext uri="{FF2B5EF4-FFF2-40B4-BE49-F238E27FC236}">
                      <a16:creationId xmlns:a16="http://schemas.microsoft.com/office/drawing/2014/main" id="{75692F48-0234-B656-7F7D-C70BD68B7EFE}"/>
                    </a:ext>
                  </a:extLst>
                </p14:cNvPr>
                <p14:cNvContentPartPr/>
                <p14:nvPr/>
              </p14:nvContentPartPr>
              <p14:xfrm>
                <a:off x="3835137" y="4257934"/>
                <a:ext cx="149" cy="139"/>
              </p14:xfrm>
            </p:contentPart>
          </mc:Choice>
          <mc:Fallback xmlns="">
            <p:pic>
              <p:nvPicPr>
                <p:cNvPr id="59" name="墨迹 58">
                  <a:extLst>
                    <a:ext uri="{FF2B5EF4-FFF2-40B4-BE49-F238E27FC236}">
                      <a16:creationId xmlns:a16="http://schemas.microsoft.com/office/drawing/2014/main" id="{64E64D15-E927-F541-62D5-70E61AECC61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32455" y="4255432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97" name="墨迹 196">
                  <a:extLst>
                    <a:ext uri="{FF2B5EF4-FFF2-40B4-BE49-F238E27FC236}">
                      <a16:creationId xmlns:a16="http://schemas.microsoft.com/office/drawing/2014/main" id="{533600EB-25DE-EEDF-5D49-33CD53666528}"/>
                    </a:ext>
                  </a:extLst>
                </p14:cNvPr>
                <p14:cNvContentPartPr/>
                <p14:nvPr/>
              </p14:nvContentPartPr>
              <p14:xfrm>
                <a:off x="3819330" y="4288523"/>
                <a:ext cx="149" cy="139"/>
              </p14:xfrm>
            </p:contentPart>
          </mc:Choice>
          <mc:Fallback xmlns="">
            <p:pic>
              <p:nvPicPr>
                <p:cNvPr id="60" name="墨迹 59">
                  <a:extLst>
                    <a:ext uri="{FF2B5EF4-FFF2-40B4-BE49-F238E27FC236}">
                      <a16:creationId xmlns:a16="http://schemas.microsoft.com/office/drawing/2014/main" id="{C0FCB54B-9C94-6541-73A5-67A05A116EE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16648" y="4286021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99" name="墨迹 198">
                  <a:extLst>
                    <a:ext uri="{FF2B5EF4-FFF2-40B4-BE49-F238E27FC236}">
                      <a16:creationId xmlns:a16="http://schemas.microsoft.com/office/drawing/2014/main" id="{155CE315-B676-2929-FE6D-DA3E80D0114E}"/>
                    </a:ext>
                  </a:extLst>
                </p14:cNvPr>
                <p14:cNvContentPartPr/>
                <p14:nvPr/>
              </p14:nvContentPartPr>
              <p14:xfrm>
                <a:off x="3789058" y="4344717"/>
                <a:ext cx="149" cy="139"/>
              </p14:xfrm>
            </p:contentPart>
          </mc:Choice>
          <mc:Fallback xmlns="">
            <p:pic>
              <p:nvPicPr>
                <p:cNvPr id="61" name="墨迹 60">
                  <a:extLst>
                    <a:ext uri="{FF2B5EF4-FFF2-40B4-BE49-F238E27FC236}">
                      <a16:creationId xmlns:a16="http://schemas.microsoft.com/office/drawing/2014/main" id="{D4382C40-3225-DAB9-85A7-641F92B6A22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86376" y="4342215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02" name="墨迹 201">
                  <a:extLst>
                    <a:ext uri="{FF2B5EF4-FFF2-40B4-BE49-F238E27FC236}">
                      <a16:creationId xmlns:a16="http://schemas.microsoft.com/office/drawing/2014/main" id="{BB8C1599-7ABB-837F-D327-C1D8609331AB}"/>
                    </a:ext>
                  </a:extLst>
                </p14:cNvPr>
                <p14:cNvContentPartPr/>
                <p14:nvPr/>
              </p14:nvContentPartPr>
              <p14:xfrm>
                <a:off x="3785777" y="4378211"/>
                <a:ext cx="149" cy="139"/>
              </p14:xfrm>
            </p:contentPart>
          </mc:Choice>
          <mc:Fallback xmlns="">
            <p:pic>
              <p:nvPicPr>
                <p:cNvPr id="62" name="墨迹 61">
                  <a:extLst>
                    <a:ext uri="{FF2B5EF4-FFF2-40B4-BE49-F238E27FC236}">
                      <a16:creationId xmlns:a16="http://schemas.microsoft.com/office/drawing/2014/main" id="{81186732-1888-D60A-E6BB-4685FD9FEF5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83095" y="4375709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204" name="墨迹 203">
                  <a:extLst>
                    <a:ext uri="{FF2B5EF4-FFF2-40B4-BE49-F238E27FC236}">
                      <a16:creationId xmlns:a16="http://schemas.microsoft.com/office/drawing/2014/main" id="{EFC82C72-EB5D-FD7A-147C-83FBC820E8C3}"/>
                    </a:ext>
                  </a:extLst>
                </p14:cNvPr>
                <p14:cNvContentPartPr/>
                <p14:nvPr/>
              </p14:nvContentPartPr>
              <p14:xfrm>
                <a:off x="3777277" y="4431914"/>
                <a:ext cx="149" cy="139"/>
              </p14:xfrm>
            </p:contentPart>
          </mc:Choice>
          <mc:Fallback xmlns="">
            <p:pic>
              <p:nvPicPr>
                <p:cNvPr id="63" name="墨迹 62">
                  <a:extLst>
                    <a:ext uri="{FF2B5EF4-FFF2-40B4-BE49-F238E27FC236}">
                      <a16:creationId xmlns:a16="http://schemas.microsoft.com/office/drawing/2014/main" id="{30B9EE0B-B4A1-D542-4B0F-87653165249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74595" y="4429412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16" name="墨迹 215">
                  <a:extLst>
                    <a:ext uri="{FF2B5EF4-FFF2-40B4-BE49-F238E27FC236}">
                      <a16:creationId xmlns:a16="http://schemas.microsoft.com/office/drawing/2014/main" id="{DBE88F1F-6D52-1513-DC68-1AB6804EAA5A}"/>
                    </a:ext>
                  </a:extLst>
                </p14:cNvPr>
                <p14:cNvContentPartPr/>
                <p14:nvPr/>
              </p14:nvContentPartPr>
              <p14:xfrm>
                <a:off x="3766092" y="4400218"/>
                <a:ext cx="149" cy="139"/>
              </p14:xfrm>
            </p:contentPart>
          </mc:Choice>
          <mc:Fallback xmlns="">
            <p:pic>
              <p:nvPicPr>
                <p:cNvPr id="192" name="墨迹 191">
                  <a:extLst>
                    <a:ext uri="{FF2B5EF4-FFF2-40B4-BE49-F238E27FC236}">
                      <a16:creationId xmlns:a16="http://schemas.microsoft.com/office/drawing/2014/main" id="{7CBDCBAD-6311-0B09-BD32-01627DD4301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63410" y="4397716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219" name="墨迹 218">
                  <a:extLst>
                    <a:ext uri="{FF2B5EF4-FFF2-40B4-BE49-F238E27FC236}">
                      <a16:creationId xmlns:a16="http://schemas.microsoft.com/office/drawing/2014/main" id="{2EB86F15-A868-29E6-5948-87EEBBE0EB59}"/>
                    </a:ext>
                  </a:extLst>
                </p14:cNvPr>
                <p14:cNvContentPartPr/>
                <p14:nvPr/>
              </p14:nvContentPartPr>
              <p14:xfrm>
                <a:off x="3794426" y="4406862"/>
                <a:ext cx="149" cy="139"/>
              </p14:xfrm>
            </p:contentPart>
          </mc:Choice>
          <mc:Fallback xmlns="">
            <p:pic>
              <p:nvPicPr>
                <p:cNvPr id="193" name="墨迹 192">
                  <a:extLst>
                    <a:ext uri="{FF2B5EF4-FFF2-40B4-BE49-F238E27FC236}">
                      <a16:creationId xmlns:a16="http://schemas.microsoft.com/office/drawing/2014/main" id="{D5684944-952D-CCCA-CC19-09702F53B04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91744" y="4404360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22" name="墨迹 221">
                  <a:extLst>
                    <a:ext uri="{FF2B5EF4-FFF2-40B4-BE49-F238E27FC236}">
                      <a16:creationId xmlns:a16="http://schemas.microsoft.com/office/drawing/2014/main" id="{C839957F-0D05-61B7-F63D-70104326EE76}"/>
                    </a:ext>
                  </a:extLst>
                </p14:cNvPr>
                <p14:cNvContentPartPr/>
                <p14:nvPr/>
              </p14:nvContentPartPr>
              <p14:xfrm>
                <a:off x="3810830" y="4433159"/>
                <a:ext cx="149" cy="139"/>
              </p14:xfrm>
            </p:contentPart>
          </mc:Choice>
          <mc:Fallback xmlns="">
            <p:pic>
              <p:nvPicPr>
                <p:cNvPr id="194" name="墨迹 193">
                  <a:extLst>
                    <a:ext uri="{FF2B5EF4-FFF2-40B4-BE49-F238E27FC236}">
                      <a16:creationId xmlns:a16="http://schemas.microsoft.com/office/drawing/2014/main" id="{0C73D826-56B0-6AFD-C119-9A93C188A1D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08148" y="4430657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241" name="墨迹 240">
                  <a:extLst>
                    <a:ext uri="{FF2B5EF4-FFF2-40B4-BE49-F238E27FC236}">
                      <a16:creationId xmlns:a16="http://schemas.microsoft.com/office/drawing/2014/main" id="{F1B20641-843D-C811-1148-3DF71F37AF5B}"/>
                    </a:ext>
                  </a:extLst>
                </p14:cNvPr>
                <p14:cNvContentPartPr/>
                <p14:nvPr/>
              </p14:nvContentPartPr>
              <p14:xfrm>
                <a:off x="3785777" y="4456274"/>
                <a:ext cx="149" cy="139"/>
              </p14:xfrm>
            </p:contentPart>
          </mc:Choice>
          <mc:Fallback xmlns="">
            <p:pic>
              <p:nvPicPr>
                <p:cNvPr id="195" name="墨迹 194">
                  <a:extLst>
                    <a:ext uri="{FF2B5EF4-FFF2-40B4-BE49-F238E27FC236}">
                      <a16:creationId xmlns:a16="http://schemas.microsoft.com/office/drawing/2014/main" id="{50380C9C-42D6-B708-9E08-392D5A2A061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83095" y="4453772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244" name="墨迹 243">
                  <a:extLst>
                    <a:ext uri="{FF2B5EF4-FFF2-40B4-BE49-F238E27FC236}">
                      <a16:creationId xmlns:a16="http://schemas.microsoft.com/office/drawing/2014/main" id="{A97558A3-C71B-858A-02EC-A2921A45D337}"/>
                    </a:ext>
                  </a:extLst>
                </p14:cNvPr>
                <p14:cNvContentPartPr/>
                <p14:nvPr/>
              </p14:nvContentPartPr>
              <p14:xfrm>
                <a:off x="3837076" y="4456274"/>
                <a:ext cx="149" cy="139"/>
              </p14:xfrm>
            </p:contentPart>
          </mc:Choice>
          <mc:Fallback xmlns="">
            <p:pic>
              <p:nvPicPr>
                <p:cNvPr id="196" name="墨迹 195">
                  <a:extLst>
                    <a:ext uri="{FF2B5EF4-FFF2-40B4-BE49-F238E27FC236}">
                      <a16:creationId xmlns:a16="http://schemas.microsoft.com/office/drawing/2014/main" id="{C78003A3-8023-19A6-A4AC-8C22F3FC915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34394" y="4453772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245" name="墨迹 244">
                  <a:extLst>
                    <a:ext uri="{FF2B5EF4-FFF2-40B4-BE49-F238E27FC236}">
                      <a16:creationId xmlns:a16="http://schemas.microsoft.com/office/drawing/2014/main" id="{0A8B8E76-80CD-F9C3-3082-B4CF994571A2}"/>
                    </a:ext>
                  </a:extLst>
                </p14:cNvPr>
                <p14:cNvContentPartPr/>
                <p14:nvPr/>
              </p14:nvContentPartPr>
              <p14:xfrm>
                <a:off x="3854821" y="4413229"/>
                <a:ext cx="149" cy="553"/>
              </p14:xfrm>
            </p:contentPart>
          </mc:Choice>
          <mc:Fallback xmlns="">
            <p:pic>
              <p:nvPicPr>
                <p:cNvPr id="197" name="墨迹 196">
                  <a:extLst>
                    <a:ext uri="{FF2B5EF4-FFF2-40B4-BE49-F238E27FC236}">
                      <a16:creationId xmlns:a16="http://schemas.microsoft.com/office/drawing/2014/main" id="{9A9908D0-1A05-3665-9768-94982A4FE76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852139" y="4408252"/>
                  <a:ext cx="5215" cy="99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47" name="墨迹 246">
                  <a:extLst>
                    <a:ext uri="{FF2B5EF4-FFF2-40B4-BE49-F238E27FC236}">
                      <a16:creationId xmlns:a16="http://schemas.microsoft.com/office/drawing/2014/main" id="{1D3F5E09-E551-792C-8DAF-C224E97BFF06}"/>
                    </a:ext>
                  </a:extLst>
                </p14:cNvPr>
                <p14:cNvContentPartPr/>
                <p14:nvPr/>
              </p14:nvContentPartPr>
              <p14:xfrm>
                <a:off x="3826488" y="4392883"/>
                <a:ext cx="298" cy="139"/>
              </p14:xfrm>
            </p:contentPart>
          </mc:Choice>
          <mc:Fallback xmlns="">
            <p:pic>
              <p:nvPicPr>
                <p:cNvPr id="198" name="墨迹 197">
                  <a:extLst>
                    <a:ext uri="{FF2B5EF4-FFF2-40B4-BE49-F238E27FC236}">
                      <a16:creationId xmlns:a16="http://schemas.microsoft.com/office/drawing/2014/main" id="{14311BE9-1962-6A26-CD10-0D601343244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823806" y="4390381"/>
                  <a:ext cx="5364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248" name="墨迹 247">
                  <a:extLst>
                    <a:ext uri="{FF2B5EF4-FFF2-40B4-BE49-F238E27FC236}">
                      <a16:creationId xmlns:a16="http://schemas.microsoft.com/office/drawing/2014/main" id="{2D75CE06-5BB6-B24B-3DF8-4F8D80EBA528}"/>
                    </a:ext>
                  </a:extLst>
                </p14:cNvPr>
                <p14:cNvContentPartPr/>
                <p14:nvPr/>
              </p14:nvContentPartPr>
              <p14:xfrm>
                <a:off x="3809488" y="4342779"/>
                <a:ext cx="149" cy="277"/>
              </p14:xfrm>
            </p:contentPart>
          </mc:Choice>
          <mc:Fallback xmlns="">
            <p:pic>
              <p:nvPicPr>
                <p:cNvPr id="199" name="墨迹 198">
                  <a:extLst>
                    <a:ext uri="{FF2B5EF4-FFF2-40B4-BE49-F238E27FC236}">
                      <a16:creationId xmlns:a16="http://schemas.microsoft.com/office/drawing/2014/main" id="{9BF463A2-CE2D-E5C9-9836-3230E281F67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806806" y="4340286"/>
                  <a:ext cx="5215" cy="49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50" name="墨迹 249">
                  <a:extLst>
                    <a:ext uri="{FF2B5EF4-FFF2-40B4-BE49-F238E27FC236}">
                      <a16:creationId xmlns:a16="http://schemas.microsoft.com/office/drawing/2014/main" id="{192F5059-96A7-9583-9741-4722CC2ADEFD}"/>
                    </a:ext>
                  </a:extLst>
                </p14:cNvPr>
                <p14:cNvContentPartPr/>
                <p14:nvPr/>
              </p14:nvContentPartPr>
              <p14:xfrm>
                <a:off x="3808146" y="4315374"/>
                <a:ext cx="149" cy="139"/>
              </p14:xfrm>
            </p:contentPart>
          </mc:Choice>
          <mc:Fallback xmlns="">
            <p:pic>
              <p:nvPicPr>
                <p:cNvPr id="200" name="墨迹 199">
                  <a:extLst>
                    <a:ext uri="{FF2B5EF4-FFF2-40B4-BE49-F238E27FC236}">
                      <a16:creationId xmlns:a16="http://schemas.microsoft.com/office/drawing/2014/main" id="{99169DFF-ED8A-B44B-DB6E-CF08323B881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05464" y="4312872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251" name="墨迹 250">
                  <a:extLst>
                    <a:ext uri="{FF2B5EF4-FFF2-40B4-BE49-F238E27FC236}">
                      <a16:creationId xmlns:a16="http://schemas.microsoft.com/office/drawing/2014/main" id="{1D9B9535-059C-E77F-6283-F526F0E7429A}"/>
                    </a:ext>
                  </a:extLst>
                </p14:cNvPr>
                <p14:cNvContentPartPr/>
                <p14:nvPr/>
              </p14:nvContentPartPr>
              <p14:xfrm>
                <a:off x="3837822" y="4280495"/>
                <a:ext cx="149" cy="277"/>
              </p14:xfrm>
            </p:contentPart>
          </mc:Choice>
          <mc:Fallback xmlns="">
            <p:pic>
              <p:nvPicPr>
                <p:cNvPr id="201" name="墨迹 200">
                  <a:extLst>
                    <a:ext uri="{FF2B5EF4-FFF2-40B4-BE49-F238E27FC236}">
                      <a16:creationId xmlns:a16="http://schemas.microsoft.com/office/drawing/2014/main" id="{0747CC22-B44D-B22F-46AB-D5552E32197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835140" y="4278002"/>
                  <a:ext cx="5215" cy="49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52" name="墨迹 251">
                  <a:extLst>
                    <a:ext uri="{FF2B5EF4-FFF2-40B4-BE49-F238E27FC236}">
                      <a16:creationId xmlns:a16="http://schemas.microsoft.com/office/drawing/2014/main" id="{162E7FCF-6D3D-147F-B04C-4504B0B6E43B}"/>
                    </a:ext>
                  </a:extLst>
                </p14:cNvPr>
                <p14:cNvContentPartPr/>
                <p14:nvPr/>
              </p14:nvContentPartPr>
              <p14:xfrm>
                <a:off x="3852287" y="4258626"/>
                <a:ext cx="149" cy="139"/>
              </p14:xfrm>
            </p:contentPart>
          </mc:Choice>
          <mc:Fallback xmlns="">
            <p:pic>
              <p:nvPicPr>
                <p:cNvPr id="202" name="墨迹 201">
                  <a:extLst>
                    <a:ext uri="{FF2B5EF4-FFF2-40B4-BE49-F238E27FC236}">
                      <a16:creationId xmlns:a16="http://schemas.microsoft.com/office/drawing/2014/main" id="{AC8DC643-D4E7-3B75-8973-58B7E00CBCF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49605" y="4256124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253" name="墨迹 252">
                  <a:extLst>
                    <a:ext uri="{FF2B5EF4-FFF2-40B4-BE49-F238E27FC236}">
                      <a16:creationId xmlns:a16="http://schemas.microsoft.com/office/drawing/2014/main" id="{EC53AFC0-E47C-358F-F16F-00FBF3436663}"/>
                    </a:ext>
                  </a:extLst>
                </p14:cNvPr>
                <p14:cNvContentPartPr/>
                <p14:nvPr/>
              </p14:nvContentPartPr>
              <p14:xfrm>
                <a:off x="3921928" y="4252536"/>
                <a:ext cx="149" cy="139"/>
              </p14:xfrm>
            </p:contentPart>
          </mc:Choice>
          <mc:Fallback xmlns="">
            <p:pic>
              <p:nvPicPr>
                <p:cNvPr id="203" name="墨迹 202">
                  <a:extLst>
                    <a:ext uri="{FF2B5EF4-FFF2-40B4-BE49-F238E27FC236}">
                      <a16:creationId xmlns:a16="http://schemas.microsoft.com/office/drawing/2014/main" id="{BDCEFD84-BD65-D277-9B54-A6ED83B6DFE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919246" y="4250034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54" name="墨迹 253">
                  <a:extLst>
                    <a:ext uri="{FF2B5EF4-FFF2-40B4-BE49-F238E27FC236}">
                      <a16:creationId xmlns:a16="http://schemas.microsoft.com/office/drawing/2014/main" id="{CBAA26B8-8B00-DEA8-8574-9BCB242F1073}"/>
                    </a:ext>
                  </a:extLst>
                </p14:cNvPr>
                <p14:cNvContentPartPr/>
                <p14:nvPr/>
              </p14:nvContentPartPr>
              <p14:xfrm>
                <a:off x="3937736" y="4228037"/>
                <a:ext cx="149" cy="139"/>
              </p14:xfrm>
            </p:contentPart>
          </mc:Choice>
          <mc:Fallback xmlns="">
            <p:pic>
              <p:nvPicPr>
                <p:cNvPr id="204" name="墨迹 203">
                  <a:extLst>
                    <a:ext uri="{FF2B5EF4-FFF2-40B4-BE49-F238E27FC236}">
                      <a16:creationId xmlns:a16="http://schemas.microsoft.com/office/drawing/2014/main" id="{07E8CDB7-E864-0F3D-2E01-19C6C502727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935054" y="4225535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255" name="墨迹 254">
                  <a:extLst>
                    <a:ext uri="{FF2B5EF4-FFF2-40B4-BE49-F238E27FC236}">
                      <a16:creationId xmlns:a16="http://schemas.microsoft.com/office/drawing/2014/main" id="{5ABE7405-6225-8C70-D571-B9D878BEAFCF}"/>
                    </a:ext>
                  </a:extLst>
                </p14:cNvPr>
                <p14:cNvContentPartPr/>
                <p14:nvPr/>
              </p14:nvContentPartPr>
              <p14:xfrm>
                <a:off x="3937736" y="4254335"/>
                <a:ext cx="149" cy="139"/>
              </p14:xfrm>
            </p:contentPart>
          </mc:Choice>
          <mc:Fallback xmlns="">
            <p:pic>
              <p:nvPicPr>
                <p:cNvPr id="205" name="墨迹 204">
                  <a:extLst>
                    <a:ext uri="{FF2B5EF4-FFF2-40B4-BE49-F238E27FC236}">
                      <a16:creationId xmlns:a16="http://schemas.microsoft.com/office/drawing/2014/main" id="{835A8C09-5284-55D7-2B81-2AAD59552556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935054" y="4251833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56" name="墨迹 255">
                  <a:extLst>
                    <a:ext uri="{FF2B5EF4-FFF2-40B4-BE49-F238E27FC236}">
                      <a16:creationId xmlns:a16="http://schemas.microsoft.com/office/drawing/2014/main" id="{5B46AD74-355C-0688-B29D-FF6D4B3E5215}"/>
                    </a:ext>
                  </a:extLst>
                </p14:cNvPr>
                <p14:cNvContentPartPr/>
                <p14:nvPr/>
              </p14:nvContentPartPr>
              <p14:xfrm>
                <a:off x="3922525" y="4263471"/>
                <a:ext cx="149" cy="139"/>
              </p14:xfrm>
            </p:contentPart>
          </mc:Choice>
          <mc:Fallback xmlns="">
            <p:pic>
              <p:nvPicPr>
                <p:cNvPr id="206" name="墨迹 205">
                  <a:extLst>
                    <a:ext uri="{FF2B5EF4-FFF2-40B4-BE49-F238E27FC236}">
                      <a16:creationId xmlns:a16="http://schemas.microsoft.com/office/drawing/2014/main" id="{73E0E4C8-563D-5921-E2E6-F9E8F3066A09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919843" y="4260969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57" name="墨迹 256">
                  <a:extLst>
                    <a:ext uri="{FF2B5EF4-FFF2-40B4-BE49-F238E27FC236}">
                      <a16:creationId xmlns:a16="http://schemas.microsoft.com/office/drawing/2014/main" id="{CF83FE63-C7EE-64BF-B193-68BF1C519E0A}"/>
                    </a:ext>
                  </a:extLst>
                </p14:cNvPr>
                <p14:cNvContentPartPr/>
                <p14:nvPr/>
              </p14:nvContentPartPr>
              <p14:xfrm>
                <a:off x="3887779" y="4254335"/>
                <a:ext cx="149" cy="139"/>
              </p14:xfrm>
            </p:contentPart>
          </mc:Choice>
          <mc:Fallback xmlns="">
            <p:pic>
              <p:nvPicPr>
                <p:cNvPr id="207" name="墨迹 206">
                  <a:extLst>
                    <a:ext uri="{FF2B5EF4-FFF2-40B4-BE49-F238E27FC236}">
                      <a16:creationId xmlns:a16="http://schemas.microsoft.com/office/drawing/2014/main" id="{C6E00BD8-8890-7A04-85DD-92E0B7EEBD3D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85097" y="4251833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60" name="墨迹 259">
                  <a:extLst>
                    <a:ext uri="{FF2B5EF4-FFF2-40B4-BE49-F238E27FC236}">
                      <a16:creationId xmlns:a16="http://schemas.microsoft.com/office/drawing/2014/main" id="{2559D63E-B4DD-0D9A-55C7-74F92DAB9145}"/>
                    </a:ext>
                  </a:extLst>
                </p14:cNvPr>
                <p14:cNvContentPartPr/>
                <p14:nvPr/>
              </p14:nvContentPartPr>
              <p14:xfrm>
                <a:off x="3896279" y="4272052"/>
                <a:ext cx="149" cy="139"/>
              </p14:xfrm>
            </p:contentPart>
          </mc:Choice>
          <mc:Fallback xmlns="">
            <p:pic>
              <p:nvPicPr>
                <p:cNvPr id="208" name="墨迹 207">
                  <a:extLst>
                    <a:ext uri="{FF2B5EF4-FFF2-40B4-BE49-F238E27FC236}">
                      <a16:creationId xmlns:a16="http://schemas.microsoft.com/office/drawing/2014/main" id="{8E33B64E-59CA-A523-3399-1DA2B17BA939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93597" y="4269550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61" name="墨迹 260">
                  <a:extLst>
                    <a:ext uri="{FF2B5EF4-FFF2-40B4-BE49-F238E27FC236}">
                      <a16:creationId xmlns:a16="http://schemas.microsoft.com/office/drawing/2014/main" id="{D81A8478-9B0F-7595-9296-DCCEE1FBD96A}"/>
                    </a:ext>
                  </a:extLst>
                </p14:cNvPr>
                <p14:cNvContentPartPr/>
                <p14:nvPr/>
              </p14:nvContentPartPr>
              <p14:xfrm>
                <a:off x="3869436" y="4276342"/>
                <a:ext cx="597" cy="553"/>
              </p14:xfrm>
            </p:contentPart>
          </mc:Choice>
          <mc:Fallback xmlns="">
            <p:pic>
              <p:nvPicPr>
                <p:cNvPr id="209" name="墨迹 208">
                  <a:extLst>
                    <a:ext uri="{FF2B5EF4-FFF2-40B4-BE49-F238E27FC236}">
                      <a16:creationId xmlns:a16="http://schemas.microsoft.com/office/drawing/2014/main" id="{59A6070D-E502-410D-A319-753EA57C955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864063" y="4271365"/>
                  <a:ext cx="10746" cy="99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62" name="墨迹 261">
                  <a:extLst>
                    <a:ext uri="{FF2B5EF4-FFF2-40B4-BE49-F238E27FC236}">
                      <a16:creationId xmlns:a16="http://schemas.microsoft.com/office/drawing/2014/main" id="{6232A288-2B03-1C67-9DFC-64B6CF1ACC4A}"/>
                    </a:ext>
                  </a:extLst>
                </p14:cNvPr>
                <p14:cNvContentPartPr/>
                <p14:nvPr/>
              </p14:nvContentPartPr>
              <p14:xfrm>
                <a:off x="3838418" y="4328107"/>
                <a:ext cx="149" cy="139"/>
              </p14:xfrm>
            </p:contentPart>
          </mc:Choice>
          <mc:Fallback xmlns="">
            <p:pic>
              <p:nvPicPr>
                <p:cNvPr id="210" name="墨迹 209">
                  <a:extLst>
                    <a:ext uri="{FF2B5EF4-FFF2-40B4-BE49-F238E27FC236}">
                      <a16:creationId xmlns:a16="http://schemas.microsoft.com/office/drawing/2014/main" id="{03DBA696-7565-1690-9B0D-37A7178BC408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35736" y="4325605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63" name="墨迹 262">
                  <a:extLst>
                    <a:ext uri="{FF2B5EF4-FFF2-40B4-BE49-F238E27FC236}">
                      <a16:creationId xmlns:a16="http://schemas.microsoft.com/office/drawing/2014/main" id="{0DAD4BF8-B54B-6AD0-DC65-1D45F2A631B0}"/>
                    </a:ext>
                  </a:extLst>
                </p14:cNvPr>
                <p14:cNvContentPartPr/>
                <p14:nvPr/>
              </p14:nvContentPartPr>
              <p14:xfrm>
                <a:off x="3825295" y="4320910"/>
                <a:ext cx="149" cy="139"/>
              </p14:xfrm>
            </p:contentPart>
          </mc:Choice>
          <mc:Fallback xmlns="">
            <p:pic>
              <p:nvPicPr>
                <p:cNvPr id="211" name="墨迹 210">
                  <a:extLst>
                    <a:ext uri="{FF2B5EF4-FFF2-40B4-BE49-F238E27FC236}">
                      <a16:creationId xmlns:a16="http://schemas.microsoft.com/office/drawing/2014/main" id="{1956BB51-007D-3B24-F678-04DF10A6EF88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22613" y="4318408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4" name="墨迹 263">
                  <a:extLst>
                    <a:ext uri="{FF2B5EF4-FFF2-40B4-BE49-F238E27FC236}">
                      <a16:creationId xmlns:a16="http://schemas.microsoft.com/office/drawing/2014/main" id="{0DE81987-2821-4CC8-60EC-3DFA08E4415D}"/>
                    </a:ext>
                  </a:extLst>
                </p14:cNvPr>
                <p14:cNvContentPartPr/>
                <p14:nvPr/>
              </p14:nvContentPartPr>
              <p14:xfrm>
                <a:off x="3839760" y="4345270"/>
                <a:ext cx="149" cy="139"/>
              </p14:xfrm>
            </p:contentPart>
          </mc:Choice>
          <mc:Fallback xmlns="">
            <p:pic>
              <p:nvPicPr>
                <p:cNvPr id="212" name="墨迹 211">
                  <a:extLst>
                    <a:ext uri="{FF2B5EF4-FFF2-40B4-BE49-F238E27FC236}">
                      <a16:creationId xmlns:a16="http://schemas.microsoft.com/office/drawing/2014/main" id="{A0D4B50E-6C6F-8A41-1BF2-B3434911FFD2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37078" y="4342768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65" name="墨迹 264">
                  <a:extLst>
                    <a:ext uri="{FF2B5EF4-FFF2-40B4-BE49-F238E27FC236}">
                      <a16:creationId xmlns:a16="http://schemas.microsoft.com/office/drawing/2014/main" id="{BE952D4F-54E1-71DA-50D6-0AD0C8A8460E}"/>
                    </a:ext>
                  </a:extLst>
                </p14:cNvPr>
                <p14:cNvContentPartPr/>
                <p14:nvPr/>
              </p14:nvContentPartPr>
              <p14:xfrm>
                <a:off x="3812769" y="4370322"/>
                <a:ext cx="149" cy="139"/>
              </p14:xfrm>
            </p:contentPart>
          </mc:Choice>
          <mc:Fallback xmlns="">
            <p:pic>
              <p:nvPicPr>
                <p:cNvPr id="393" name="墨迹 392">
                  <a:extLst>
                    <a:ext uri="{FF2B5EF4-FFF2-40B4-BE49-F238E27FC236}">
                      <a16:creationId xmlns:a16="http://schemas.microsoft.com/office/drawing/2014/main" id="{CA90D269-8072-CDF6-F90E-9A64BBB98BB1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10087" y="4367820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6" name="墨迹 265">
                  <a:extLst>
                    <a:ext uri="{FF2B5EF4-FFF2-40B4-BE49-F238E27FC236}">
                      <a16:creationId xmlns:a16="http://schemas.microsoft.com/office/drawing/2014/main" id="{D07AA027-2EB5-7818-2AA0-DEF26FAAD7DD}"/>
                    </a:ext>
                  </a:extLst>
                </p14:cNvPr>
                <p14:cNvContentPartPr/>
                <p14:nvPr/>
              </p14:nvContentPartPr>
              <p14:xfrm>
                <a:off x="3857506" y="4374613"/>
                <a:ext cx="149" cy="139"/>
              </p14:xfrm>
            </p:contentPart>
          </mc:Choice>
          <mc:Fallback xmlns="">
            <p:pic>
              <p:nvPicPr>
                <p:cNvPr id="394" name="墨迹 393">
                  <a:extLst>
                    <a:ext uri="{FF2B5EF4-FFF2-40B4-BE49-F238E27FC236}">
                      <a16:creationId xmlns:a16="http://schemas.microsoft.com/office/drawing/2014/main" id="{D12503D2-A510-FF1E-78D0-8FCAEB878964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54824" y="4372111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67" name="墨迹 266">
                  <a:extLst>
                    <a:ext uri="{FF2B5EF4-FFF2-40B4-BE49-F238E27FC236}">
                      <a16:creationId xmlns:a16="http://schemas.microsoft.com/office/drawing/2014/main" id="{3D9B6528-667D-F54B-99EE-DAFADD4CEF4B}"/>
                    </a:ext>
                  </a:extLst>
                </p14:cNvPr>
                <p14:cNvContentPartPr/>
                <p14:nvPr/>
              </p14:nvContentPartPr>
              <p14:xfrm>
                <a:off x="3836479" y="4408800"/>
                <a:ext cx="149" cy="139"/>
              </p14:xfrm>
            </p:contentPart>
          </mc:Choice>
          <mc:Fallback xmlns="">
            <p:pic>
              <p:nvPicPr>
                <p:cNvPr id="395" name="墨迹 394">
                  <a:extLst>
                    <a:ext uri="{FF2B5EF4-FFF2-40B4-BE49-F238E27FC236}">
                      <a16:creationId xmlns:a16="http://schemas.microsoft.com/office/drawing/2014/main" id="{8124C1D4-0F84-3144-A5E0-6CEACCFB7F54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33797" y="4406298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8" name="墨迹 267">
                  <a:extLst>
                    <a:ext uri="{FF2B5EF4-FFF2-40B4-BE49-F238E27FC236}">
                      <a16:creationId xmlns:a16="http://schemas.microsoft.com/office/drawing/2014/main" id="{260556AF-1649-AE3A-C818-C1A2BB89F34D}"/>
                    </a:ext>
                  </a:extLst>
                </p14:cNvPr>
                <p14:cNvContentPartPr/>
                <p14:nvPr/>
              </p14:nvContentPartPr>
              <p14:xfrm>
                <a:off x="3843041" y="4433714"/>
                <a:ext cx="149" cy="139"/>
              </p14:xfrm>
            </p:contentPart>
          </mc:Choice>
          <mc:Fallback xmlns="">
            <p:pic>
              <p:nvPicPr>
                <p:cNvPr id="396" name="墨迹 395">
                  <a:extLst>
                    <a:ext uri="{FF2B5EF4-FFF2-40B4-BE49-F238E27FC236}">
                      <a16:creationId xmlns:a16="http://schemas.microsoft.com/office/drawing/2014/main" id="{4423CB38-CB3E-92F1-E617-B0FE80899D94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40359" y="4431212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69" name="墨迹 268">
                  <a:extLst>
                    <a:ext uri="{FF2B5EF4-FFF2-40B4-BE49-F238E27FC236}">
                      <a16:creationId xmlns:a16="http://schemas.microsoft.com/office/drawing/2014/main" id="{99AC9829-CBC4-9FE9-54FB-62B657F8E842}"/>
                    </a:ext>
                  </a:extLst>
                </p14:cNvPr>
                <p14:cNvContentPartPr/>
                <p14:nvPr/>
              </p14:nvContentPartPr>
              <p14:xfrm>
                <a:off x="3819330" y="4449077"/>
                <a:ext cx="149" cy="139"/>
              </p14:xfrm>
            </p:contentPart>
          </mc:Choice>
          <mc:Fallback xmlns="">
            <p:pic>
              <p:nvPicPr>
                <p:cNvPr id="397" name="墨迹 396">
                  <a:extLst>
                    <a:ext uri="{FF2B5EF4-FFF2-40B4-BE49-F238E27FC236}">
                      <a16:creationId xmlns:a16="http://schemas.microsoft.com/office/drawing/2014/main" id="{443DB959-F1CD-8F78-27FE-7586AFDE6819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16648" y="4446575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0" name="墨迹 269">
                  <a:extLst>
                    <a:ext uri="{FF2B5EF4-FFF2-40B4-BE49-F238E27FC236}">
                      <a16:creationId xmlns:a16="http://schemas.microsoft.com/office/drawing/2014/main" id="{1366A065-DAA2-8E25-867E-B1476E5C047B}"/>
                    </a:ext>
                  </a:extLst>
                </p14:cNvPr>
                <p14:cNvContentPartPr/>
                <p14:nvPr/>
              </p14:nvContentPartPr>
              <p14:xfrm>
                <a:off x="3879129" y="4306239"/>
                <a:ext cx="149" cy="139"/>
              </p14:xfrm>
            </p:contentPart>
          </mc:Choice>
          <mc:Fallback xmlns="">
            <p:pic>
              <p:nvPicPr>
                <p:cNvPr id="398" name="墨迹 397">
                  <a:extLst>
                    <a:ext uri="{FF2B5EF4-FFF2-40B4-BE49-F238E27FC236}">
                      <a16:creationId xmlns:a16="http://schemas.microsoft.com/office/drawing/2014/main" id="{F703FD9E-D195-64C5-A684-B557ECC47F9B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76447" y="4303737"/>
                  <a:ext cx="5215" cy="4865"/>
                </a:xfrm>
                <a:prstGeom prst="rect">
                  <a:avLst/>
                </a:prstGeom>
              </p:spPr>
            </p:pic>
          </mc:Fallback>
        </mc:AlternateContent>
      </p:grpSp>
      <p:cxnSp>
        <p:nvCxnSpPr>
          <p:cNvPr id="296" name="直接箭头连接符 295">
            <a:extLst>
              <a:ext uri="{FF2B5EF4-FFF2-40B4-BE49-F238E27FC236}">
                <a16:creationId xmlns:a16="http://schemas.microsoft.com/office/drawing/2014/main" id="{4A257BF3-7EED-69AB-50A0-4289F86C172D}"/>
              </a:ext>
            </a:extLst>
          </p:cNvPr>
          <p:cNvCxnSpPr>
            <a:cxnSpLocks/>
          </p:cNvCxnSpPr>
          <p:nvPr/>
        </p:nvCxnSpPr>
        <p:spPr>
          <a:xfrm>
            <a:off x="9134099" y="2263787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" name="直接箭头连接符 296">
            <a:extLst>
              <a:ext uri="{FF2B5EF4-FFF2-40B4-BE49-F238E27FC236}">
                <a16:creationId xmlns:a16="http://schemas.microsoft.com/office/drawing/2014/main" id="{8AF4289C-BCB8-779E-6DDE-A1826DE131FF}"/>
              </a:ext>
            </a:extLst>
          </p:cNvPr>
          <p:cNvCxnSpPr>
            <a:cxnSpLocks/>
          </p:cNvCxnSpPr>
          <p:nvPr/>
        </p:nvCxnSpPr>
        <p:spPr>
          <a:xfrm>
            <a:off x="9134099" y="4072041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直接箭头连接符 297">
            <a:extLst>
              <a:ext uri="{FF2B5EF4-FFF2-40B4-BE49-F238E27FC236}">
                <a16:creationId xmlns:a16="http://schemas.microsoft.com/office/drawing/2014/main" id="{304557DF-4145-888A-0154-E62B37CB43A5}"/>
              </a:ext>
            </a:extLst>
          </p:cNvPr>
          <p:cNvCxnSpPr>
            <a:cxnSpLocks/>
          </p:cNvCxnSpPr>
          <p:nvPr/>
        </p:nvCxnSpPr>
        <p:spPr>
          <a:xfrm>
            <a:off x="9134099" y="5854753"/>
            <a:ext cx="369880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9" name="图片 148">
            <a:extLst>
              <a:ext uri="{FF2B5EF4-FFF2-40B4-BE49-F238E27FC236}">
                <a16:creationId xmlns:a16="http://schemas.microsoft.com/office/drawing/2014/main" id="{CFA1588F-9100-EC5D-DFA3-9714D8A16F4F}"/>
              </a:ext>
            </a:extLst>
          </p:cNvPr>
          <p:cNvPicPr>
            <a:picLocks noChangeAspect="1"/>
          </p:cNvPicPr>
          <p:nvPr/>
        </p:nvPicPr>
        <p:blipFill rotWithShape="1">
          <a:blip r:embed="rId43"/>
          <a:srcRect r="58445"/>
          <a:stretch/>
        </p:blipFill>
        <p:spPr>
          <a:xfrm>
            <a:off x="2141602" y="5380600"/>
            <a:ext cx="1475723" cy="905173"/>
          </a:xfrm>
          <a:prstGeom prst="rect">
            <a:avLst/>
          </a:prstGeom>
        </p:spPr>
      </p:pic>
      <p:pic>
        <p:nvPicPr>
          <p:cNvPr id="190" name="图片 189">
            <a:extLst>
              <a:ext uri="{FF2B5EF4-FFF2-40B4-BE49-F238E27FC236}">
                <a16:creationId xmlns:a16="http://schemas.microsoft.com/office/drawing/2014/main" id="{F1A315FA-5298-4FD2-641F-19D5353B1564}"/>
              </a:ext>
            </a:extLst>
          </p:cNvPr>
          <p:cNvPicPr>
            <a:picLocks noChangeAspect="1"/>
          </p:cNvPicPr>
          <p:nvPr/>
        </p:nvPicPr>
        <p:blipFill rotWithShape="1">
          <a:blip r:embed="rId43"/>
          <a:srcRect r="29877"/>
          <a:stretch/>
        </p:blipFill>
        <p:spPr>
          <a:xfrm>
            <a:off x="6180124" y="5380600"/>
            <a:ext cx="2490281" cy="905173"/>
          </a:xfrm>
          <a:prstGeom prst="rect">
            <a:avLst/>
          </a:prstGeom>
        </p:spPr>
      </p:pic>
      <p:pic>
        <p:nvPicPr>
          <p:cNvPr id="224" name="图片 223">
            <a:extLst>
              <a:ext uri="{FF2B5EF4-FFF2-40B4-BE49-F238E27FC236}">
                <a16:creationId xmlns:a16="http://schemas.microsoft.com/office/drawing/2014/main" id="{744D8C37-F6FB-C8BB-16ED-37697F60059E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3461" y="2047729"/>
            <a:ext cx="2187318" cy="1503467"/>
          </a:xfrm>
          <a:prstGeom prst="rect">
            <a:avLst/>
          </a:prstGeom>
        </p:spPr>
      </p:pic>
      <p:pic>
        <p:nvPicPr>
          <p:cNvPr id="225" name="图片 224">
            <a:extLst>
              <a:ext uri="{FF2B5EF4-FFF2-40B4-BE49-F238E27FC236}">
                <a16:creationId xmlns:a16="http://schemas.microsoft.com/office/drawing/2014/main" id="{63156355-606D-FFDD-FBE6-1F21EF3A7473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85333" y="2074884"/>
            <a:ext cx="2187318" cy="1503467"/>
          </a:xfrm>
          <a:prstGeom prst="rect">
            <a:avLst/>
          </a:prstGeom>
        </p:spPr>
      </p:pic>
      <p:sp>
        <p:nvSpPr>
          <p:cNvPr id="4" name="矩形 3">
            <a:extLst>
              <a:ext uri="{FF2B5EF4-FFF2-40B4-BE49-F238E27FC236}">
                <a16:creationId xmlns:a16="http://schemas.microsoft.com/office/drawing/2014/main" id="{58260B74-AB07-BA86-1451-F3B1EF7EEE78}"/>
              </a:ext>
            </a:extLst>
          </p:cNvPr>
          <p:cNvSpPr/>
          <p:nvPr/>
        </p:nvSpPr>
        <p:spPr>
          <a:xfrm>
            <a:off x="9640297" y="5419463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94C14BAA-4CF0-9213-C5BC-6B9D59EABA39}"/>
              </a:ext>
            </a:extLst>
          </p:cNvPr>
          <p:cNvSpPr/>
          <p:nvPr/>
        </p:nvSpPr>
        <p:spPr>
          <a:xfrm>
            <a:off x="9640297" y="3785995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67C72DA9-407D-E723-558A-5CF12E6D47FE}"/>
              </a:ext>
            </a:extLst>
          </p:cNvPr>
          <p:cNvSpPr/>
          <p:nvPr/>
        </p:nvSpPr>
        <p:spPr>
          <a:xfrm>
            <a:off x="9640297" y="2063973"/>
            <a:ext cx="1941227" cy="754710"/>
          </a:xfrm>
          <a:prstGeom prst="rect">
            <a:avLst/>
          </a:prstGeom>
          <a:solidFill>
            <a:schemeClr val="tx1">
              <a:lumMod val="65000"/>
              <a:lumOff val="35000"/>
              <a:alpha val="2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zh-CN" altLang="en-US" sz="1000" b="1" dirty="0">
              <a:solidFill>
                <a:srgbClr val="EFF1F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526BC37C-CC9A-2740-583F-58EF26F2A48D}"/>
              </a:ext>
            </a:extLst>
          </p:cNvPr>
          <p:cNvSpPr txBox="1"/>
          <p:nvPr/>
        </p:nvSpPr>
        <p:spPr>
          <a:xfrm>
            <a:off x="9564584" y="3913331"/>
            <a:ext cx="2080382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</a:t>
            </a:r>
            <a:b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研究指标关系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038D3A78-F84F-9CCA-7E56-02383E8FDA98}"/>
              </a:ext>
            </a:extLst>
          </p:cNvPr>
          <p:cNvSpPr txBox="1"/>
          <p:nvPr/>
        </p:nvSpPr>
        <p:spPr>
          <a:xfrm>
            <a:off x="9689398" y="2187742"/>
            <a:ext cx="1941227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这里输入你要探究的研究指标关系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D4B39127-BBC0-2755-4AE4-8DF38A1728CE}"/>
              </a:ext>
            </a:extLst>
          </p:cNvPr>
          <p:cNvSpPr txBox="1"/>
          <p:nvPr/>
        </p:nvSpPr>
        <p:spPr>
          <a:xfrm>
            <a:off x="9564584" y="5565579"/>
            <a:ext cx="2080382" cy="531023"/>
          </a:xfrm>
          <a:prstGeom prst="rect">
            <a:avLst/>
          </a:prstGeom>
          <a:noFill/>
          <a:ln w="12700">
            <a:noFill/>
          </a:ln>
        </p:spPr>
        <p:txBody>
          <a:bodyPr wrap="square" lIns="0" tIns="0" rIns="0" bIns="0" rtlCol="0" anchor="ctr" anchorCtr="1">
            <a:no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这里输入你要探究的</a:t>
            </a:r>
            <a:b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研究指标关系</a:t>
            </a:r>
          </a:p>
        </p:txBody>
      </p:sp>
      <p:cxnSp>
        <p:nvCxnSpPr>
          <p:cNvPr id="10" name="直接箭头连接符 9">
            <a:extLst>
              <a:ext uri="{FF2B5EF4-FFF2-40B4-BE49-F238E27FC236}">
                <a16:creationId xmlns:a16="http://schemas.microsoft.com/office/drawing/2014/main" id="{724CD3FF-DCEE-4A9E-ABAB-C25C97EF478D}"/>
              </a:ext>
            </a:extLst>
          </p:cNvPr>
          <p:cNvCxnSpPr>
            <a:cxnSpLocks/>
          </p:cNvCxnSpPr>
          <p:nvPr/>
        </p:nvCxnSpPr>
        <p:spPr>
          <a:xfrm>
            <a:off x="10661633" y="2974943"/>
            <a:ext cx="0" cy="741204"/>
          </a:xfrm>
          <a:prstGeom prst="straightConnector1">
            <a:avLst/>
          </a:prstGeom>
          <a:ln w="762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箭头连接符 10">
            <a:extLst>
              <a:ext uri="{FF2B5EF4-FFF2-40B4-BE49-F238E27FC236}">
                <a16:creationId xmlns:a16="http://schemas.microsoft.com/office/drawing/2014/main" id="{FC6293A8-DF0D-76F1-07DA-B1D5535C2E7F}"/>
              </a:ext>
            </a:extLst>
          </p:cNvPr>
          <p:cNvCxnSpPr>
            <a:cxnSpLocks/>
          </p:cNvCxnSpPr>
          <p:nvPr/>
        </p:nvCxnSpPr>
        <p:spPr>
          <a:xfrm>
            <a:off x="10674537" y="4617117"/>
            <a:ext cx="0" cy="717259"/>
          </a:xfrm>
          <a:prstGeom prst="straightConnector1">
            <a:avLst/>
          </a:prstGeom>
          <a:ln w="762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>
            <a:extLst>
              <a:ext uri="{FF2B5EF4-FFF2-40B4-BE49-F238E27FC236}">
                <a16:creationId xmlns:a16="http://schemas.microsoft.com/office/drawing/2014/main" id="{1DB22A92-953C-1E75-69E9-0C2543AB3F9E}"/>
              </a:ext>
            </a:extLst>
          </p:cNvPr>
          <p:cNvSpPr/>
          <p:nvPr/>
        </p:nvSpPr>
        <p:spPr>
          <a:xfrm>
            <a:off x="9536546" y="1289363"/>
            <a:ext cx="2142509" cy="5237452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36AF5CDF-6608-5C87-65E5-C80BE2DC446B}"/>
              </a:ext>
            </a:extLst>
          </p:cNvPr>
          <p:cNvSpPr txBox="1"/>
          <p:nvPr/>
        </p:nvSpPr>
        <p:spPr>
          <a:xfrm>
            <a:off x="9820174" y="1577807"/>
            <a:ext cx="156920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研究结果</a:t>
            </a: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2E804F9A-1627-B0F2-2E5C-CE52BE51D0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11</a:t>
            </a:fld>
            <a:endParaRPr lang="zh-CN" altLang="en-US" dirty="0"/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BEE6645B-2802-9A90-E067-647935E51DC8}"/>
              </a:ext>
            </a:extLst>
          </p:cNvPr>
          <p:cNvSpPr/>
          <p:nvPr/>
        </p:nvSpPr>
        <p:spPr>
          <a:xfrm>
            <a:off x="2454190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研究目标与内容</a:t>
            </a: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1FC838CE-1E6B-0939-7E56-47DC0E44FC9D}"/>
              </a:ext>
            </a:extLst>
          </p:cNvPr>
          <p:cNvSpPr txBox="1"/>
          <p:nvPr/>
        </p:nvSpPr>
        <p:spPr>
          <a:xfrm>
            <a:off x="267402" y="727714"/>
            <a:ext cx="775172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zh-CN" altLang="en-US" sz="2400" b="1" kern="1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研究内容三： </a:t>
            </a:r>
            <a:r>
              <a:rPr kumimoji="0" lang="en-US" altLang="zh-CN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DXSVDFB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策略研究</a:t>
            </a:r>
            <a:endParaRPr lang="zh-CN" altLang="en-US" sz="2400" b="1" kern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914541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61585"/>
    </mc:Choice>
    <mc:Fallback xmlns="">
      <p:transition spd="slow" advTm="61585"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直角三角形 6">
            <a:extLst>
              <a:ext uri="{FF2B5EF4-FFF2-40B4-BE49-F238E27FC236}">
                <a16:creationId xmlns:a16="http://schemas.microsoft.com/office/drawing/2014/main" id="{A5237CA5-0423-6932-AA69-E893AEC93643}"/>
              </a:ext>
            </a:extLst>
          </p:cNvPr>
          <p:cNvSpPr/>
          <p:nvPr/>
        </p:nvSpPr>
        <p:spPr>
          <a:xfrm rot="6370822">
            <a:off x="9708994" y="1767164"/>
            <a:ext cx="794585" cy="1845432"/>
          </a:xfrm>
          <a:custGeom>
            <a:avLst/>
            <a:gdLst>
              <a:gd name="connsiteX0" fmla="*/ 0 w 1338713"/>
              <a:gd name="connsiteY0" fmla="*/ 884346 h 884346"/>
              <a:gd name="connsiteX1" fmla="*/ 0 w 1338713"/>
              <a:gd name="connsiteY1" fmla="*/ 0 h 884346"/>
              <a:gd name="connsiteX2" fmla="*/ 1338713 w 1338713"/>
              <a:gd name="connsiteY2" fmla="*/ 884346 h 884346"/>
              <a:gd name="connsiteX3" fmla="*/ 0 w 1338713"/>
              <a:gd name="connsiteY3" fmla="*/ 884346 h 884346"/>
              <a:gd name="connsiteX0" fmla="*/ 1556887 w 1556887"/>
              <a:gd name="connsiteY0" fmla="*/ 1343025 h 1343025"/>
              <a:gd name="connsiteX1" fmla="*/ 1556887 w 1556887"/>
              <a:gd name="connsiteY1" fmla="*/ 458679 h 1343025"/>
              <a:gd name="connsiteX2" fmla="*/ 0 w 1556887"/>
              <a:gd name="connsiteY2" fmla="*/ 0 h 1343025"/>
              <a:gd name="connsiteX3" fmla="*/ 1556887 w 1556887"/>
              <a:gd name="connsiteY3" fmla="*/ 1343025 h 1343025"/>
              <a:gd name="connsiteX0" fmla="*/ 1556887 w 1585462"/>
              <a:gd name="connsiteY0" fmla="*/ 1441559 h 1441559"/>
              <a:gd name="connsiteX1" fmla="*/ 1585462 w 1585462"/>
              <a:gd name="connsiteY1" fmla="*/ 0 h 1441559"/>
              <a:gd name="connsiteX2" fmla="*/ 0 w 1585462"/>
              <a:gd name="connsiteY2" fmla="*/ 98534 h 1441559"/>
              <a:gd name="connsiteX3" fmla="*/ 1556887 w 1585462"/>
              <a:gd name="connsiteY3" fmla="*/ 1441559 h 1441559"/>
              <a:gd name="connsiteX0" fmla="*/ 1585462 w 1585462"/>
              <a:gd name="connsiteY0" fmla="*/ 546209 h 546209"/>
              <a:gd name="connsiteX1" fmla="*/ 1585462 w 1585462"/>
              <a:gd name="connsiteY1" fmla="*/ 0 h 546209"/>
              <a:gd name="connsiteX2" fmla="*/ 0 w 1585462"/>
              <a:gd name="connsiteY2" fmla="*/ 98534 h 546209"/>
              <a:gd name="connsiteX3" fmla="*/ 1585462 w 1585462"/>
              <a:gd name="connsiteY3" fmla="*/ 546209 h 546209"/>
              <a:gd name="connsiteX0" fmla="*/ 1585462 w 1585462"/>
              <a:gd name="connsiteY0" fmla="*/ 546209 h 546209"/>
              <a:gd name="connsiteX1" fmla="*/ 1585462 w 1585462"/>
              <a:gd name="connsiteY1" fmla="*/ 0 h 546209"/>
              <a:gd name="connsiteX2" fmla="*/ 131443 w 1585462"/>
              <a:gd name="connsiteY2" fmla="*/ 80805 h 546209"/>
              <a:gd name="connsiteX3" fmla="*/ 0 w 1585462"/>
              <a:gd name="connsiteY3" fmla="*/ 98534 h 546209"/>
              <a:gd name="connsiteX4" fmla="*/ 1585462 w 1585462"/>
              <a:gd name="connsiteY4" fmla="*/ 546209 h 546209"/>
              <a:gd name="connsiteX0" fmla="*/ 1601657 w 1601657"/>
              <a:gd name="connsiteY0" fmla="*/ 546209 h 546209"/>
              <a:gd name="connsiteX1" fmla="*/ 1601657 w 1601657"/>
              <a:gd name="connsiteY1" fmla="*/ 0 h 546209"/>
              <a:gd name="connsiteX2" fmla="*/ 0 w 1601657"/>
              <a:gd name="connsiteY2" fmla="*/ 45086 h 546209"/>
              <a:gd name="connsiteX3" fmla="*/ 16195 w 1601657"/>
              <a:gd name="connsiteY3" fmla="*/ 98534 h 546209"/>
              <a:gd name="connsiteX4" fmla="*/ 1601657 w 1601657"/>
              <a:gd name="connsiteY4" fmla="*/ 546209 h 546209"/>
              <a:gd name="connsiteX0" fmla="*/ 1601657 w 1601657"/>
              <a:gd name="connsiteY0" fmla="*/ 546209 h 546209"/>
              <a:gd name="connsiteX1" fmla="*/ 1601657 w 1601657"/>
              <a:gd name="connsiteY1" fmla="*/ 0 h 546209"/>
              <a:gd name="connsiteX2" fmla="*/ 0 w 1601657"/>
              <a:gd name="connsiteY2" fmla="*/ 45086 h 546209"/>
              <a:gd name="connsiteX3" fmla="*/ 13813 w 1601657"/>
              <a:gd name="connsiteY3" fmla="*/ 122347 h 546209"/>
              <a:gd name="connsiteX4" fmla="*/ 1601657 w 1601657"/>
              <a:gd name="connsiteY4" fmla="*/ 546209 h 546209"/>
              <a:gd name="connsiteX0" fmla="*/ 1601657 w 1801001"/>
              <a:gd name="connsiteY0" fmla="*/ 577431 h 577431"/>
              <a:gd name="connsiteX1" fmla="*/ 1601657 w 1801001"/>
              <a:gd name="connsiteY1" fmla="*/ 31222 h 577431"/>
              <a:gd name="connsiteX2" fmla="*/ 0 w 1801001"/>
              <a:gd name="connsiteY2" fmla="*/ 76308 h 577431"/>
              <a:gd name="connsiteX3" fmla="*/ 13813 w 1801001"/>
              <a:gd name="connsiteY3" fmla="*/ 153569 h 577431"/>
              <a:gd name="connsiteX4" fmla="*/ 1601657 w 1801001"/>
              <a:gd name="connsiteY4" fmla="*/ 577431 h 577431"/>
              <a:gd name="connsiteX0" fmla="*/ 1601657 w 1801001"/>
              <a:gd name="connsiteY0" fmla="*/ 577431 h 577431"/>
              <a:gd name="connsiteX1" fmla="*/ 1601657 w 1801001"/>
              <a:gd name="connsiteY1" fmla="*/ 31222 h 577431"/>
              <a:gd name="connsiteX2" fmla="*/ 0 w 1801001"/>
              <a:gd name="connsiteY2" fmla="*/ 76308 h 577431"/>
              <a:gd name="connsiteX3" fmla="*/ 13813 w 1801001"/>
              <a:gd name="connsiteY3" fmla="*/ 153569 h 577431"/>
              <a:gd name="connsiteX4" fmla="*/ 1601657 w 1801001"/>
              <a:gd name="connsiteY4" fmla="*/ 577431 h 577431"/>
              <a:gd name="connsiteX0" fmla="*/ 1601657 w 1720934"/>
              <a:gd name="connsiteY0" fmla="*/ 577431 h 577431"/>
              <a:gd name="connsiteX1" fmla="*/ 1601657 w 1720934"/>
              <a:gd name="connsiteY1" fmla="*/ 31222 h 577431"/>
              <a:gd name="connsiteX2" fmla="*/ 0 w 1720934"/>
              <a:gd name="connsiteY2" fmla="*/ 76308 h 577431"/>
              <a:gd name="connsiteX3" fmla="*/ 13813 w 1720934"/>
              <a:gd name="connsiteY3" fmla="*/ 153569 h 577431"/>
              <a:gd name="connsiteX4" fmla="*/ 1601657 w 1720934"/>
              <a:gd name="connsiteY4" fmla="*/ 577431 h 577431"/>
              <a:gd name="connsiteX0" fmla="*/ 1601657 w 1616304"/>
              <a:gd name="connsiteY0" fmla="*/ 577431 h 577431"/>
              <a:gd name="connsiteX1" fmla="*/ 1601657 w 1616304"/>
              <a:gd name="connsiteY1" fmla="*/ 31222 h 577431"/>
              <a:gd name="connsiteX2" fmla="*/ 0 w 1616304"/>
              <a:gd name="connsiteY2" fmla="*/ 76308 h 577431"/>
              <a:gd name="connsiteX3" fmla="*/ 13813 w 1616304"/>
              <a:gd name="connsiteY3" fmla="*/ 153569 h 577431"/>
              <a:gd name="connsiteX4" fmla="*/ 1601657 w 1616304"/>
              <a:gd name="connsiteY4" fmla="*/ 577431 h 577431"/>
              <a:gd name="connsiteX0" fmla="*/ 1601657 w 1616304"/>
              <a:gd name="connsiteY0" fmla="*/ 546209 h 546209"/>
              <a:gd name="connsiteX1" fmla="*/ 1601657 w 1616304"/>
              <a:gd name="connsiteY1" fmla="*/ 0 h 546209"/>
              <a:gd name="connsiteX2" fmla="*/ 0 w 1616304"/>
              <a:gd name="connsiteY2" fmla="*/ 45086 h 546209"/>
              <a:gd name="connsiteX3" fmla="*/ 13813 w 1616304"/>
              <a:gd name="connsiteY3" fmla="*/ 122347 h 546209"/>
              <a:gd name="connsiteX4" fmla="*/ 1601657 w 1616304"/>
              <a:gd name="connsiteY4" fmla="*/ 546209 h 546209"/>
              <a:gd name="connsiteX0" fmla="*/ 1601657 w 1616304"/>
              <a:gd name="connsiteY0" fmla="*/ 546209 h 546209"/>
              <a:gd name="connsiteX1" fmla="*/ 1601657 w 1616304"/>
              <a:gd name="connsiteY1" fmla="*/ 0 h 546209"/>
              <a:gd name="connsiteX2" fmla="*/ 0 w 1616304"/>
              <a:gd name="connsiteY2" fmla="*/ 45086 h 546209"/>
              <a:gd name="connsiteX3" fmla="*/ 13813 w 1616304"/>
              <a:gd name="connsiteY3" fmla="*/ 122347 h 546209"/>
              <a:gd name="connsiteX4" fmla="*/ 1601657 w 1616304"/>
              <a:gd name="connsiteY4" fmla="*/ 546209 h 546209"/>
              <a:gd name="connsiteX0" fmla="*/ 1601657 w 1605012"/>
              <a:gd name="connsiteY0" fmla="*/ 546209 h 546209"/>
              <a:gd name="connsiteX1" fmla="*/ 1601657 w 1605012"/>
              <a:gd name="connsiteY1" fmla="*/ 0 h 546209"/>
              <a:gd name="connsiteX2" fmla="*/ 0 w 1605012"/>
              <a:gd name="connsiteY2" fmla="*/ 45086 h 546209"/>
              <a:gd name="connsiteX3" fmla="*/ 13813 w 1605012"/>
              <a:gd name="connsiteY3" fmla="*/ 122347 h 546209"/>
              <a:gd name="connsiteX4" fmla="*/ 1601657 w 1605012"/>
              <a:gd name="connsiteY4" fmla="*/ 546209 h 546209"/>
              <a:gd name="connsiteX0" fmla="*/ 1601657 w 1617496"/>
              <a:gd name="connsiteY0" fmla="*/ 555734 h 555734"/>
              <a:gd name="connsiteX1" fmla="*/ 1615944 w 1617496"/>
              <a:gd name="connsiteY1" fmla="*/ 0 h 555734"/>
              <a:gd name="connsiteX2" fmla="*/ 0 w 1617496"/>
              <a:gd name="connsiteY2" fmla="*/ 54611 h 555734"/>
              <a:gd name="connsiteX3" fmla="*/ 13813 w 1617496"/>
              <a:gd name="connsiteY3" fmla="*/ 131872 h 555734"/>
              <a:gd name="connsiteX4" fmla="*/ 1601657 w 1617496"/>
              <a:gd name="connsiteY4" fmla="*/ 555734 h 555734"/>
              <a:gd name="connsiteX0" fmla="*/ 1601657 w 1649967"/>
              <a:gd name="connsiteY0" fmla="*/ 553353 h 553353"/>
              <a:gd name="connsiteX1" fmla="*/ 1649281 w 1649967"/>
              <a:gd name="connsiteY1" fmla="*/ 0 h 553353"/>
              <a:gd name="connsiteX2" fmla="*/ 0 w 1649967"/>
              <a:gd name="connsiteY2" fmla="*/ 52230 h 553353"/>
              <a:gd name="connsiteX3" fmla="*/ 13813 w 1649967"/>
              <a:gd name="connsiteY3" fmla="*/ 129491 h 553353"/>
              <a:gd name="connsiteX4" fmla="*/ 1601657 w 1649967"/>
              <a:gd name="connsiteY4" fmla="*/ 553353 h 553353"/>
              <a:gd name="connsiteX0" fmla="*/ 987575 w 1649341"/>
              <a:gd name="connsiteY0" fmla="*/ 2675431 h 2675431"/>
              <a:gd name="connsiteX1" fmla="*/ 1649281 w 1649341"/>
              <a:gd name="connsiteY1" fmla="*/ 0 h 2675431"/>
              <a:gd name="connsiteX2" fmla="*/ 0 w 1649341"/>
              <a:gd name="connsiteY2" fmla="*/ 52230 h 2675431"/>
              <a:gd name="connsiteX3" fmla="*/ 13813 w 1649341"/>
              <a:gd name="connsiteY3" fmla="*/ 129491 h 2675431"/>
              <a:gd name="connsiteX4" fmla="*/ 987575 w 1649341"/>
              <a:gd name="connsiteY4" fmla="*/ 2675431 h 2675431"/>
              <a:gd name="connsiteX0" fmla="*/ 987575 w 987575"/>
              <a:gd name="connsiteY0" fmla="*/ 2623370 h 2623370"/>
              <a:gd name="connsiteX1" fmla="*/ 824565 w 987575"/>
              <a:gd name="connsiteY1" fmla="*/ 1754255 h 2623370"/>
              <a:gd name="connsiteX2" fmla="*/ 0 w 987575"/>
              <a:gd name="connsiteY2" fmla="*/ 169 h 2623370"/>
              <a:gd name="connsiteX3" fmla="*/ 13813 w 987575"/>
              <a:gd name="connsiteY3" fmla="*/ 77430 h 2623370"/>
              <a:gd name="connsiteX4" fmla="*/ 987575 w 987575"/>
              <a:gd name="connsiteY4" fmla="*/ 2623370 h 2623370"/>
              <a:gd name="connsiteX0" fmla="*/ 1062225 w 1062225"/>
              <a:gd name="connsiteY0" fmla="*/ 2641381 h 2641381"/>
              <a:gd name="connsiteX1" fmla="*/ 824565 w 1062225"/>
              <a:gd name="connsiteY1" fmla="*/ 1754255 h 2641381"/>
              <a:gd name="connsiteX2" fmla="*/ 0 w 1062225"/>
              <a:gd name="connsiteY2" fmla="*/ 169 h 2641381"/>
              <a:gd name="connsiteX3" fmla="*/ 13813 w 1062225"/>
              <a:gd name="connsiteY3" fmla="*/ 77430 h 2641381"/>
              <a:gd name="connsiteX4" fmla="*/ 1062225 w 1062225"/>
              <a:gd name="connsiteY4" fmla="*/ 2641381 h 2641381"/>
              <a:gd name="connsiteX0" fmla="*/ 1048412 w 1048412"/>
              <a:gd name="connsiteY0" fmla="*/ 2563951 h 2563951"/>
              <a:gd name="connsiteX1" fmla="*/ 810752 w 1048412"/>
              <a:gd name="connsiteY1" fmla="*/ 1676825 h 2563951"/>
              <a:gd name="connsiteX2" fmla="*/ 34248 w 1048412"/>
              <a:gd name="connsiteY2" fmla="*/ 156740 h 2563951"/>
              <a:gd name="connsiteX3" fmla="*/ 0 w 1048412"/>
              <a:gd name="connsiteY3" fmla="*/ 0 h 2563951"/>
              <a:gd name="connsiteX4" fmla="*/ 1048412 w 1048412"/>
              <a:gd name="connsiteY4" fmla="*/ 2563951 h 2563951"/>
              <a:gd name="connsiteX0" fmla="*/ 1109161 w 1109161"/>
              <a:gd name="connsiteY0" fmla="*/ 2999654 h 2999654"/>
              <a:gd name="connsiteX1" fmla="*/ 871501 w 1109161"/>
              <a:gd name="connsiteY1" fmla="*/ 2112528 h 2999654"/>
              <a:gd name="connsiteX2" fmla="*/ 0 w 1109161"/>
              <a:gd name="connsiteY2" fmla="*/ 140 h 2999654"/>
              <a:gd name="connsiteX3" fmla="*/ 60749 w 1109161"/>
              <a:gd name="connsiteY3" fmla="*/ 435703 h 2999654"/>
              <a:gd name="connsiteX4" fmla="*/ 1109161 w 1109161"/>
              <a:gd name="connsiteY4" fmla="*/ 2999654 h 2999654"/>
              <a:gd name="connsiteX0" fmla="*/ 1048412 w 1048412"/>
              <a:gd name="connsiteY0" fmla="*/ 2563951 h 2563951"/>
              <a:gd name="connsiteX1" fmla="*/ 810752 w 1048412"/>
              <a:gd name="connsiteY1" fmla="*/ 1676825 h 2563951"/>
              <a:gd name="connsiteX2" fmla="*/ 80625 w 1048412"/>
              <a:gd name="connsiteY2" fmla="*/ 778024 h 2563951"/>
              <a:gd name="connsiteX3" fmla="*/ 0 w 1048412"/>
              <a:gd name="connsiteY3" fmla="*/ 0 h 2563951"/>
              <a:gd name="connsiteX4" fmla="*/ 1048412 w 1048412"/>
              <a:gd name="connsiteY4" fmla="*/ 2563951 h 2563951"/>
              <a:gd name="connsiteX0" fmla="*/ 1048412 w 1048412"/>
              <a:gd name="connsiteY0" fmla="*/ 3057915 h 3057915"/>
              <a:gd name="connsiteX1" fmla="*/ 810752 w 1048412"/>
              <a:gd name="connsiteY1" fmla="*/ 2170789 h 3057915"/>
              <a:gd name="connsiteX2" fmla="*/ 28962 w 1048412"/>
              <a:gd name="connsiteY2" fmla="*/ 137 h 3057915"/>
              <a:gd name="connsiteX3" fmla="*/ 0 w 1048412"/>
              <a:gd name="connsiteY3" fmla="*/ 493964 h 3057915"/>
              <a:gd name="connsiteX4" fmla="*/ 1048412 w 1048412"/>
              <a:gd name="connsiteY4" fmla="*/ 3057915 h 3057915"/>
              <a:gd name="connsiteX0" fmla="*/ 1019450 w 1019450"/>
              <a:gd name="connsiteY0" fmla="*/ 3057915 h 3057915"/>
              <a:gd name="connsiteX1" fmla="*/ 781790 w 1019450"/>
              <a:gd name="connsiteY1" fmla="*/ 2170789 h 3057915"/>
              <a:gd name="connsiteX2" fmla="*/ 0 w 1019450"/>
              <a:gd name="connsiteY2" fmla="*/ 137 h 3057915"/>
              <a:gd name="connsiteX3" fmla="*/ 5176 w 1019450"/>
              <a:gd name="connsiteY3" fmla="*/ 603073 h 3057915"/>
              <a:gd name="connsiteX4" fmla="*/ 1019450 w 1019450"/>
              <a:gd name="connsiteY4" fmla="*/ 3057915 h 3057915"/>
              <a:gd name="connsiteX0" fmla="*/ 1051158 w 1051158"/>
              <a:gd name="connsiteY0" fmla="*/ 2654510 h 2654510"/>
              <a:gd name="connsiteX1" fmla="*/ 813498 w 1051158"/>
              <a:gd name="connsiteY1" fmla="*/ 1767384 h 2654510"/>
              <a:gd name="connsiteX2" fmla="*/ 0 w 1051158"/>
              <a:gd name="connsiteY2" fmla="*/ 167 h 2654510"/>
              <a:gd name="connsiteX3" fmla="*/ 36884 w 1051158"/>
              <a:gd name="connsiteY3" fmla="*/ 199668 h 2654510"/>
              <a:gd name="connsiteX4" fmla="*/ 1051158 w 1051158"/>
              <a:gd name="connsiteY4" fmla="*/ 2654510 h 2654510"/>
              <a:gd name="connsiteX0" fmla="*/ 1051158 w 1051158"/>
              <a:gd name="connsiteY0" fmla="*/ 2654510 h 2654510"/>
              <a:gd name="connsiteX1" fmla="*/ 813498 w 1051158"/>
              <a:gd name="connsiteY1" fmla="*/ 1767384 h 2654510"/>
              <a:gd name="connsiteX2" fmla="*/ 0 w 1051158"/>
              <a:gd name="connsiteY2" fmla="*/ 167 h 2654510"/>
              <a:gd name="connsiteX3" fmla="*/ 36884 w 1051158"/>
              <a:gd name="connsiteY3" fmla="*/ 199668 h 2654510"/>
              <a:gd name="connsiteX4" fmla="*/ 1051158 w 1051158"/>
              <a:gd name="connsiteY4" fmla="*/ 2654510 h 2654510"/>
              <a:gd name="connsiteX0" fmla="*/ 1051158 w 1051158"/>
              <a:gd name="connsiteY0" fmla="*/ 2654343 h 2654343"/>
              <a:gd name="connsiteX1" fmla="*/ 813498 w 1051158"/>
              <a:gd name="connsiteY1" fmla="*/ 1767217 h 2654343"/>
              <a:gd name="connsiteX2" fmla="*/ 0 w 1051158"/>
              <a:gd name="connsiteY2" fmla="*/ 0 h 2654343"/>
              <a:gd name="connsiteX3" fmla="*/ 36884 w 1051158"/>
              <a:gd name="connsiteY3" fmla="*/ 199501 h 2654343"/>
              <a:gd name="connsiteX4" fmla="*/ 1051158 w 1051158"/>
              <a:gd name="connsiteY4" fmla="*/ 2654343 h 2654343"/>
              <a:gd name="connsiteX0" fmla="*/ 1051158 w 1051158"/>
              <a:gd name="connsiteY0" fmla="*/ 2654343 h 2654343"/>
              <a:gd name="connsiteX1" fmla="*/ 813498 w 1051158"/>
              <a:gd name="connsiteY1" fmla="*/ 1767217 h 2654343"/>
              <a:gd name="connsiteX2" fmla="*/ 0 w 1051158"/>
              <a:gd name="connsiteY2" fmla="*/ 0 h 2654343"/>
              <a:gd name="connsiteX3" fmla="*/ 36884 w 1051158"/>
              <a:gd name="connsiteY3" fmla="*/ 199501 h 2654343"/>
              <a:gd name="connsiteX4" fmla="*/ 1051158 w 1051158"/>
              <a:gd name="connsiteY4" fmla="*/ 2654343 h 2654343"/>
              <a:gd name="connsiteX0" fmla="*/ 1061337 w 1061337"/>
              <a:gd name="connsiteY0" fmla="*/ 2663786 h 2663786"/>
              <a:gd name="connsiteX1" fmla="*/ 823677 w 1061337"/>
              <a:gd name="connsiteY1" fmla="*/ 1776660 h 2663786"/>
              <a:gd name="connsiteX2" fmla="*/ 0 w 1061337"/>
              <a:gd name="connsiteY2" fmla="*/ 0 h 2663786"/>
              <a:gd name="connsiteX3" fmla="*/ 47063 w 1061337"/>
              <a:gd name="connsiteY3" fmla="*/ 208944 h 2663786"/>
              <a:gd name="connsiteX4" fmla="*/ 1061337 w 1061337"/>
              <a:gd name="connsiteY4" fmla="*/ 2663786 h 2663786"/>
              <a:gd name="connsiteX0" fmla="*/ 1061337 w 1061337"/>
              <a:gd name="connsiteY0" fmla="*/ 2663786 h 2663786"/>
              <a:gd name="connsiteX1" fmla="*/ 823677 w 1061337"/>
              <a:gd name="connsiteY1" fmla="*/ 1776660 h 2663786"/>
              <a:gd name="connsiteX2" fmla="*/ 0 w 1061337"/>
              <a:gd name="connsiteY2" fmla="*/ 0 h 2663786"/>
              <a:gd name="connsiteX3" fmla="*/ 47063 w 1061337"/>
              <a:gd name="connsiteY3" fmla="*/ 208944 h 2663786"/>
              <a:gd name="connsiteX4" fmla="*/ 1061337 w 1061337"/>
              <a:gd name="connsiteY4" fmla="*/ 2663786 h 2663786"/>
              <a:gd name="connsiteX0" fmla="*/ 1061337 w 1061337"/>
              <a:gd name="connsiteY0" fmla="*/ 2663786 h 2674105"/>
              <a:gd name="connsiteX1" fmla="*/ 823677 w 1061337"/>
              <a:gd name="connsiteY1" fmla="*/ 1776660 h 2674105"/>
              <a:gd name="connsiteX2" fmla="*/ 0 w 1061337"/>
              <a:gd name="connsiteY2" fmla="*/ 0 h 2674105"/>
              <a:gd name="connsiteX3" fmla="*/ 47063 w 1061337"/>
              <a:gd name="connsiteY3" fmla="*/ 208944 h 2674105"/>
              <a:gd name="connsiteX4" fmla="*/ 1061337 w 1061337"/>
              <a:gd name="connsiteY4" fmla="*/ 2663786 h 2674105"/>
              <a:gd name="connsiteX0" fmla="*/ 1061337 w 1061337"/>
              <a:gd name="connsiteY0" fmla="*/ 2663786 h 2663786"/>
              <a:gd name="connsiteX1" fmla="*/ 823677 w 1061337"/>
              <a:gd name="connsiteY1" fmla="*/ 1776660 h 2663786"/>
              <a:gd name="connsiteX2" fmla="*/ 0 w 1061337"/>
              <a:gd name="connsiteY2" fmla="*/ 0 h 2663786"/>
              <a:gd name="connsiteX3" fmla="*/ 47063 w 1061337"/>
              <a:gd name="connsiteY3" fmla="*/ 208944 h 2663786"/>
              <a:gd name="connsiteX4" fmla="*/ 1061337 w 1061337"/>
              <a:gd name="connsiteY4" fmla="*/ 2663786 h 2663786"/>
              <a:gd name="connsiteX0" fmla="*/ 1061337 w 1061337"/>
              <a:gd name="connsiteY0" fmla="*/ 2663786 h 2663786"/>
              <a:gd name="connsiteX1" fmla="*/ 823677 w 1061337"/>
              <a:gd name="connsiteY1" fmla="*/ 1776660 h 2663786"/>
              <a:gd name="connsiteX2" fmla="*/ 0 w 1061337"/>
              <a:gd name="connsiteY2" fmla="*/ 0 h 2663786"/>
              <a:gd name="connsiteX3" fmla="*/ 47063 w 1061337"/>
              <a:gd name="connsiteY3" fmla="*/ 208944 h 2663786"/>
              <a:gd name="connsiteX4" fmla="*/ 1061337 w 1061337"/>
              <a:gd name="connsiteY4" fmla="*/ 2663786 h 2663786"/>
              <a:gd name="connsiteX0" fmla="*/ 1061337 w 1061337"/>
              <a:gd name="connsiteY0" fmla="*/ 2727050 h 2727050"/>
              <a:gd name="connsiteX1" fmla="*/ 226532 w 1061337"/>
              <a:gd name="connsiteY1" fmla="*/ 9782 h 2727050"/>
              <a:gd name="connsiteX2" fmla="*/ 0 w 1061337"/>
              <a:gd name="connsiteY2" fmla="*/ 63264 h 2727050"/>
              <a:gd name="connsiteX3" fmla="*/ 47063 w 1061337"/>
              <a:gd name="connsiteY3" fmla="*/ 272208 h 2727050"/>
              <a:gd name="connsiteX4" fmla="*/ 1061337 w 1061337"/>
              <a:gd name="connsiteY4" fmla="*/ 2727050 h 2727050"/>
              <a:gd name="connsiteX0" fmla="*/ 487607 w 487607"/>
              <a:gd name="connsiteY0" fmla="*/ 863666 h 863666"/>
              <a:gd name="connsiteX1" fmla="*/ 226532 w 487607"/>
              <a:gd name="connsiteY1" fmla="*/ 9782 h 863666"/>
              <a:gd name="connsiteX2" fmla="*/ 0 w 487607"/>
              <a:gd name="connsiteY2" fmla="*/ 63264 h 863666"/>
              <a:gd name="connsiteX3" fmla="*/ 47063 w 487607"/>
              <a:gd name="connsiteY3" fmla="*/ 272208 h 863666"/>
              <a:gd name="connsiteX4" fmla="*/ 487607 w 487607"/>
              <a:gd name="connsiteY4" fmla="*/ 863666 h 863666"/>
              <a:gd name="connsiteX0" fmla="*/ 487607 w 487607"/>
              <a:gd name="connsiteY0" fmla="*/ 863666 h 863666"/>
              <a:gd name="connsiteX1" fmla="*/ 226532 w 487607"/>
              <a:gd name="connsiteY1" fmla="*/ 9782 h 863666"/>
              <a:gd name="connsiteX2" fmla="*/ 0 w 487607"/>
              <a:gd name="connsiteY2" fmla="*/ 63264 h 863666"/>
              <a:gd name="connsiteX3" fmla="*/ 47063 w 487607"/>
              <a:gd name="connsiteY3" fmla="*/ 272208 h 863666"/>
              <a:gd name="connsiteX4" fmla="*/ 487607 w 487607"/>
              <a:gd name="connsiteY4" fmla="*/ 863666 h 863666"/>
              <a:gd name="connsiteX0" fmla="*/ 487607 w 487607"/>
              <a:gd name="connsiteY0" fmla="*/ 863666 h 863666"/>
              <a:gd name="connsiteX1" fmla="*/ 226532 w 487607"/>
              <a:gd name="connsiteY1" fmla="*/ 9782 h 863666"/>
              <a:gd name="connsiteX2" fmla="*/ 0 w 487607"/>
              <a:gd name="connsiteY2" fmla="*/ 63264 h 863666"/>
              <a:gd name="connsiteX3" fmla="*/ 47063 w 487607"/>
              <a:gd name="connsiteY3" fmla="*/ 272208 h 863666"/>
              <a:gd name="connsiteX4" fmla="*/ 487607 w 487607"/>
              <a:gd name="connsiteY4" fmla="*/ 863666 h 863666"/>
              <a:gd name="connsiteX0" fmla="*/ 487607 w 487607"/>
              <a:gd name="connsiteY0" fmla="*/ 853884 h 853884"/>
              <a:gd name="connsiteX1" fmla="*/ 226532 w 487607"/>
              <a:gd name="connsiteY1" fmla="*/ 0 h 853884"/>
              <a:gd name="connsiteX2" fmla="*/ 0 w 487607"/>
              <a:gd name="connsiteY2" fmla="*/ 53482 h 853884"/>
              <a:gd name="connsiteX3" fmla="*/ 47063 w 487607"/>
              <a:gd name="connsiteY3" fmla="*/ 262426 h 853884"/>
              <a:gd name="connsiteX4" fmla="*/ 487607 w 487607"/>
              <a:gd name="connsiteY4" fmla="*/ 853884 h 853884"/>
              <a:gd name="connsiteX0" fmla="*/ 511875 w 511875"/>
              <a:gd name="connsiteY0" fmla="*/ 853884 h 853884"/>
              <a:gd name="connsiteX1" fmla="*/ 250800 w 511875"/>
              <a:gd name="connsiteY1" fmla="*/ 0 h 853884"/>
              <a:gd name="connsiteX2" fmla="*/ 0 w 511875"/>
              <a:gd name="connsiteY2" fmla="*/ 38208 h 853884"/>
              <a:gd name="connsiteX3" fmla="*/ 71331 w 511875"/>
              <a:gd name="connsiteY3" fmla="*/ 262426 h 853884"/>
              <a:gd name="connsiteX4" fmla="*/ 511875 w 511875"/>
              <a:gd name="connsiteY4" fmla="*/ 853884 h 853884"/>
              <a:gd name="connsiteX0" fmla="*/ 511875 w 511875"/>
              <a:gd name="connsiteY0" fmla="*/ 853884 h 853884"/>
              <a:gd name="connsiteX1" fmla="*/ 250800 w 511875"/>
              <a:gd name="connsiteY1" fmla="*/ 0 h 853884"/>
              <a:gd name="connsiteX2" fmla="*/ 0 w 511875"/>
              <a:gd name="connsiteY2" fmla="*/ 38208 h 853884"/>
              <a:gd name="connsiteX3" fmla="*/ 71331 w 511875"/>
              <a:gd name="connsiteY3" fmla="*/ 262426 h 853884"/>
              <a:gd name="connsiteX4" fmla="*/ 511875 w 511875"/>
              <a:gd name="connsiteY4" fmla="*/ 853884 h 853884"/>
              <a:gd name="connsiteX0" fmla="*/ 511875 w 511875"/>
              <a:gd name="connsiteY0" fmla="*/ 853884 h 853884"/>
              <a:gd name="connsiteX1" fmla="*/ 250800 w 511875"/>
              <a:gd name="connsiteY1" fmla="*/ 0 h 853884"/>
              <a:gd name="connsiteX2" fmla="*/ 0 w 511875"/>
              <a:gd name="connsiteY2" fmla="*/ 38208 h 853884"/>
              <a:gd name="connsiteX3" fmla="*/ 56507 w 511875"/>
              <a:gd name="connsiteY3" fmla="*/ 236974 h 853884"/>
              <a:gd name="connsiteX4" fmla="*/ 511875 w 511875"/>
              <a:gd name="connsiteY4" fmla="*/ 853884 h 853884"/>
              <a:gd name="connsiteX0" fmla="*/ 501625 w 501625"/>
              <a:gd name="connsiteY0" fmla="*/ 853884 h 853884"/>
              <a:gd name="connsiteX1" fmla="*/ 240550 w 501625"/>
              <a:gd name="connsiteY1" fmla="*/ 0 h 853884"/>
              <a:gd name="connsiteX2" fmla="*/ 0 w 501625"/>
              <a:gd name="connsiteY2" fmla="*/ 64987 h 853884"/>
              <a:gd name="connsiteX3" fmla="*/ 46257 w 501625"/>
              <a:gd name="connsiteY3" fmla="*/ 236974 h 853884"/>
              <a:gd name="connsiteX4" fmla="*/ 501625 w 501625"/>
              <a:gd name="connsiteY4" fmla="*/ 853884 h 853884"/>
              <a:gd name="connsiteX0" fmla="*/ 501625 w 502140"/>
              <a:gd name="connsiteY0" fmla="*/ 853884 h 870208"/>
              <a:gd name="connsiteX1" fmla="*/ 240550 w 502140"/>
              <a:gd name="connsiteY1" fmla="*/ 0 h 870208"/>
              <a:gd name="connsiteX2" fmla="*/ 0 w 502140"/>
              <a:gd name="connsiteY2" fmla="*/ 64987 h 870208"/>
              <a:gd name="connsiteX3" fmla="*/ 46257 w 502140"/>
              <a:gd name="connsiteY3" fmla="*/ 236974 h 870208"/>
              <a:gd name="connsiteX4" fmla="*/ 253154 w 502140"/>
              <a:gd name="connsiteY4" fmla="*/ 473876 h 870208"/>
              <a:gd name="connsiteX5" fmla="*/ 501625 w 502140"/>
              <a:gd name="connsiteY5" fmla="*/ 853884 h 870208"/>
              <a:gd name="connsiteX0" fmla="*/ 501625 w 502140"/>
              <a:gd name="connsiteY0" fmla="*/ 853884 h 870208"/>
              <a:gd name="connsiteX1" fmla="*/ 240550 w 502140"/>
              <a:gd name="connsiteY1" fmla="*/ 0 h 870208"/>
              <a:gd name="connsiteX2" fmla="*/ 0 w 502140"/>
              <a:gd name="connsiteY2" fmla="*/ 64987 h 870208"/>
              <a:gd name="connsiteX3" fmla="*/ 46257 w 502140"/>
              <a:gd name="connsiteY3" fmla="*/ 236974 h 870208"/>
              <a:gd name="connsiteX4" fmla="*/ 253154 w 502140"/>
              <a:gd name="connsiteY4" fmla="*/ 473876 h 870208"/>
              <a:gd name="connsiteX5" fmla="*/ 501625 w 502140"/>
              <a:gd name="connsiteY5" fmla="*/ 853884 h 870208"/>
              <a:gd name="connsiteX0" fmla="*/ 501625 w 502140"/>
              <a:gd name="connsiteY0" fmla="*/ 853884 h 870208"/>
              <a:gd name="connsiteX1" fmla="*/ 240550 w 502140"/>
              <a:gd name="connsiteY1" fmla="*/ 0 h 870208"/>
              <a:gd name="connsiteX2" fmla="*/ 0 w 502140"/>
              <a:gd name="connsiteY2" fmla="*/ 64987 h 870208"/>
              <a:gd name="connsiteX3" fmla="*/ 46257 w 502140"/>
              <a:gd name="connsiteY3" fmla="*/ 236974 h 870208"/>
              <a:gd name="connsiteX4" fmla="*/ 253154 w 502140"/>
              <a:gd name="connsiteY4" fmla="*/ 473876 h 870208"/>
              <a:gd name="connsiteX5" fmla="*/ 501625 w 502140"/>
              <a:gd name="connsiteY5" fmla="*/ 853884 h 870208"/>
              <a:gd name="connsiteX0" fmla="*/ 794383 w 794587"/>
              <a:gd name="connsiteY0" fmla="*/ 1840067 h 1845165"/>
              <a:gd name="connsiteX1" fmla="*/ 240550 w 794587"/>
              <a:gd name="connsiteY1" fmla="*/ 0 h 1845165"/>
              <a:gd name="connsiteX2" fmla="*/ 0 w 794587"/>
              <a:gd name="connsiteY2" fmla="*/ 64987 h 1845165"/>
              <a:gd name="connsiteX3" fmla="*/ 46257 w 794587"/>
              <a:gd name="connsiteY3" fmla="*/ 236974 h 1845165"/>
              <a:gd name="connsiteX4" fmla="*/ 253154 w 794587"/>
              <a:gd name="connsiteY4" fmla="*/ 473876 h 1845165"/>
              <a:gd name="connsiteX5" fmla="*/ 794383 w 794587"/>
              <a:gd name="connsiteY5" fmla="*/ 1840067 h 1845165"/>
              <a:gd name="connsiteX0" fmla="*/ 794383 w 794585"/>
              <a:gd name="connsiteY0" fmla="*/ 1840067 h 1845432"/>
              <a:gd name="connsiteX1" fmla="*/ 240550 w 794585"/>
              <a:gd name="connsiteY1" fmla="*/ 0 h 1845432"/>
              <a:gd name="connsiteX2" fmla="*/ 0 w 794585"/>
              <a:gd name="connsiteY2" fmla="*/ 64987 h 1845432"/>
              <a:gd name="connsiteX3" fmla="*/ 46257 w 794585"/>
              <a:gd name="connsiteY3" fmla="*/ 236974 h 1845432"/>
              <a:gd name="connsiteX4" fmla="*/ 247340 w 794585"/>
              <a:gd name="connsiteY4" fmla="*/ 544988 h 1845432"/>
              <a:gd name="connsiteX5" fmla="*/ 794383 w 794585"/>
              <a:gd name="connsiteY5" fmla="*/ 1840067 h 184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4585" h="1845432">
                <a:moveTo>
                  <a:pt x="794383" y="1840067"/>
                </a:moveTo>
                <a:cubicBezTo>
                  <a:pt x="794705" y="1633938"/>
                  <a:pt x="247937" y="126383"/>
                  <a:pt x="240550" y="0"/>
                </a:cubicBezTo>
                <a:cubicBezTo>
                  <a:pt x="143655" y="114547"/>
                  <a:pt x="82492" y="134639"/>
                  <a:pt x="0" y="64987"/>
                </a:cubicBezTo>
                <a:cubicBezTo>
                  <a:pt x="1725" y="265966"/>
                  <a:pt x="39637" y="198580"/>
                  <a:pt x="46257" y="236974"/>
                </a:cubicBezTo>
                <a:cubicBezTo>
                  <a:pt x="97852" y="324709"/>
                  <a:pt x="171445" y="442170"/>
                  <a:pt x="247340" y="544988"/>
                </a:cubicBezTo>
                <a:cubicBezTo>
                  <a:pt x="323235" y="647806"/>
                  <a:pt x="805886" y="1938634"/>
                  <a:pt x="794383" y="1840067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矩形: 圆角 49">
            <a:extLst>
              <a:ext uri="{FF2B5EF4-FFF2-40B4-BE49-F238E27FC236}">
                <a16:creationId xmlns:a16="http://schemas.microsoft.com/office/drawing/2014/main" id="{EAB72C7D-A398-0C07-5F5E-35AE9A50181F}"/>
              </a:ext>
            </a:extLst>
          </p:cNvPr>
          <p:cNvSpPr/>
          <p:nvPr/>
        </p:nvSpPr>
        <p:spPr>
          <a:xfrm>
            <a:off x="7365847" y="2795229"/>
            <a:ext cx="4246355" cy="1874760"/>
          </a:xfrm>
          <a:prstGeom prst="roundRect">
            <a:avLst>
              <a:gd name="adj" fmla="val 6719"/>
            </a:avLst>
          </a:prstGeom>
          <a:solidFill>
            <a:schemeClr val="bg1"/>
          </a:solidFill>
          <a:ln>
            <a:prstDash val="solid"/>
            <a:extLst>
              <a:ext uri="{C807C97D-BFC1-408E-A445-0C87EB9F89A2}">
                <ask:lineSketchStyleProps xmlns:ask="http://schemas.microsoft.com/office/drawing/2018/sketchyshapes"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矩形: 圆角 51">
            <a:extLst>
              <a:ext uri="{FF2B5EF4-FFF2-40B4-BE49-F238E27FC236}">
                <a16:creationId xmlns:a16="http://schemas.microsoft.com/office/drawing/2014/main" id="{BBED2CEC-BA63-DCCE-6471-11610163CBEF}"/>
              </a:ext>
            </a:extLst>
          </p:cNvPr>
          <p:cNvSpPr/>
          <p:nvPr/>
        </p:nvSpPr>
        <p:spPr>
          <a:xfrm>
            <a:off x="7365848" y="1064041"/>
            <a:ext cx="2644694" cy="1460175"/>
          </a:xfrm>
          <a:prstGeom prst="roundRect">
            <a:avLst>
              <a:gd name="adj" fmla="val 6719"/>
            </a:avLst>
          </a:prstGeom>
          <a:noFill/>
          <a:ln>
            <a:prstDash val="solid"/>
            <a:extLst>
              <a:ext uri="{C807C97D-BFC1-408E-A445-0C87EB9F89A2}">
                <ask:lineSketchStyleProps xmlns:ask="http://schemas.microsoft.com/office/drawing/2018/sketchyshapes"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直角三角形 6">
            <a:extLst>
              <a:ext uri="{FF2B5EF4-FFF2-40B4-BE49-F238E27FC236}">
                <a16:creationId xmlns:a16="http://schemas.microsoft.com/office/drawing/2014/main" id="{E7E82E0A-7B99-9F13-B629-86440933D9AA}"/>
              </a:ext>
            </a:extLst>
          </p:cNvPr>
          <p:cNvSpPr/>
          <p:nvPr/>
        </p:nvSpPr>
        <p:spPr>
          <a:xfrm>
            <a:off x="8491536" y="1093151"/>
            <a:ext cx="1649967" cy="553353"/>
          </a:xfrm>
          <a:custGeom>
            <a:avLst/>
            <a:gdLst>
              <a:gd name="connsiteX0" fmla="*/ 0 w 1338713"/>
              <a:gd name="connsiteY0" fmla="*/ 884346 h 884346"/>
              <a:gd name="connsiteX1" fmla="*/ 0 w 1338713"/>
              <a:gd name="connsiteY1" fmla="*/ 0 h 884346"/>
              <a:gd name="connsiteX2" fmla="*/ 1338713 w 1338713"/>
              <a:gd name="connsiteY2" fmla="*/ 884346 h 884346"/>
              <a:gd name="connsiteX3" fmla="*/ 0 w 1338713"/>
              <a:gd name="connsiteY3" fmla="*/ 884346 h 884346"/>
              <a:gd name="connsiteX0" fmla="*/ 1556887 w 1556887"/>
              <a:gd name="connsiteY0" fmla="*/ 1343025 h 1343025"/>
              <a:gd name="connsiteX1" fmla="*/ 1556887 w 1556887"/>
              <a:gd name="connsiteY1" fmla="*/ 458679 h 1343025"/>
              <a:gd name="connsiteX2" fmla="*/ 0 w 1556887"/>
              <a:gd name="connsiteY2" fmla="*/ 0 h 1343025"/>
              <a:gd name="connsiteX3" fmla="*/ 1556887 w 1556887"/>
              <a:gd name="connsiteY3" fmla="*/ 1343025 h 1343025"/>
              <a:gd name="connsiteX0" fmla="*/ 1556887 w 1585462"/>
              <a:gd name="connsiteY0" fmla="*/ 1441559 h 1441559"/>
              <a:gd name="connsiteX1" fmla="*/ 1585462 w 1585462"/>
              <a:gd name="connsiteY1" fmla="*/ 0 h 1441559"/>
              <a:gd name="connsiteX2" fmla="*/ 0 w 1585462"/>
              <a:gd name="connsiteY2" fmla="*/ 98534 h 1441559"/>
              <a:gd name="connsiteX3" fmla="*/ 1556887 w 1585462"/>
              <a:gd name="connsiteY3" fmla="*/ 1441559 h 1441559"/>
              <a:gd name="connsiteX0" fmla="*/ 1585462 w 1585462"/>
              <a:gd name="connsiteY0" fmla="*/ 546209 h 546209"/>
              <a:gd name="connsiteX1" fmla="*/ 1585462 w 1585462"/>
              <a:gd name="connsiteY1" fmla="*/ 0 h 546209"/>
              <a:gd name="connsiteX2" fmla="*/ 0 w 1585462"/>
              <a:gd name="connsiteY2" fmla="*/ 98534 h 546209"/>
              <a:gd name="connsiteX3" fmla="*/ 1585462 w 1585462"/>
              <a:gd name="connsiteY3" fmla="*/ 546209 h 546209"/>
              <a:gd name="connsiteX0" fmla="*/ 1585462 w 1585462"/>
              <a:gd name="connsiteY0" fmla="*/ 546209 h 546209"/>
              <a:gd name="connsiteX1" fmla="*/ 1585462 w 1585462"/>
              <a:gd name="connsiteY1" fmla="*/ 0 h 546209"/>
              <a:gd name="connsiteX2" fmla="*/ 131443 w 1585462"/>
              <a:gd name="connsiteY2" fmla="*/ 80805 h 546209"/>
              <a:gd name="connsiteX3" fmla="*/ 0 w 1585462"/>
              <a:gd name="connsiteY3" fmla="*/ 98534 h 546209"/>
              <a:gd name="connsiteX4" fmla="*/ 1585462 w 1585462"/>
              <a:gd name="connsiteY4" fmla="*/ 546209 h 546209"/>
              <a:gd name="connsiteX0" fmla="*/ 1601657 w 1601657"/>
              <a:gd name="connsiteY0" fmla="*/ 546209 h 546209"/>
              <a:gd name="connsiteX1" fmla="*/ 1601657 w 1601657"/>
              <a:gd name="connsiteY1" fmla="*/ 0 h 546209"/>
              <a:gd name="connsiteX2" fmla="*/ 0 w 1601657"/>
              <a:gd name="connsiteY2" fmla="*/ 45086 h 546209"/>
              <a:gd name="connsiteX3" fmla="*/ 16195 w 1601657"/>
              <a:gd name="connsiteY3" fmla="*/ 98534 h 546209"/>
              <a:gd name="connsiteX4" fmla="*/ 1601657 w 1601657"/>
              <a:gd name="connsiteY4" fmla="*/ 546209 h 546209"/>
              <a:gd name="connsiteX0" fmla="*/ 1601657 w 1601657"/>
              <a:gd name="connsiteY0" fmla="*/ 546209 h 546209"/>
              <a:gd name="connsiteX1" fmla="*/ 1601657 w 1601657"/>
              <a:gd name="connsiteY1" fmla="*/ 0 h 546209"/>
              <a:gd name="connsiteX2" fmla="*/ 0 w 1601657"/>
              <a:gd name="connsiteY2" fmla="*/ 45086 h 546209"/>
              <a:gd name="connsiteX3" fmla="*/ 13813 w 1601657"/>
              <a:gd name="connsiteY3" fmla="*/ 122347 h 546209"/>
              <a:gd name="connsiteX4" fmla="*/ 1601657 w 1601657"/>
              <a:gd name="connsiteY4" fmla="*/ 546209 h 546209"/>
              <a:gd name="connsiteX0" fmla="*/ 1601657 w 1801001"/>
              <a:gd name="connsiteY0" fmla="*/ 577431 h 577431"/>
              <a:gd name="connsiteX1" fmla="*/ 1601657 w 1801001"/>
              <a:gd name="connsiteY1" fmla="*/ 31222 h 577431"/>
              <a:gd name="connsiteX2" fmla="*/ 0 w 1801001"/>
              <a:gd name="connsiteY2" fmla="*/ 76308 h 577431"/>
              <a:gd name="connsiteX3" fmla="*/ 13813 w 1801001"/>
              <a:gd name="connsiteY3" fmla="*/ 153569 h 577431"/>
              <a:gd name="connsiteX4" fmla="*/ 1601657 w 1801001"/>
              <a:gd name="connsiteY4" fmla="*/ 577431 h 577431"/>
              <a:gd name="connsiteX0" fmla="*/ 1601657 w 1801001"/>
              <a:gd name="connsiteY0" fmla="*/ 577431 h 577431"/>
              <a:gd name="connsiteX1" fmla="*/ 1601657 w 1801001"/>
              <a:gd name="connsiteY1" fmla="*/ 31222 h 577431"/>
              <a:gd name="connsiteX2" fmla="*/ 0 w 1801001"/>
              <a:gd name="connsiteY2" fmla="*/ 76308 h 577431"/>
              <a:gd name="connsiteX3" fmla="*/ 13813 w 1801001"/>
              <a:gd name="connsiteY3" fmla="*/ 153569 h 577431"/>
              <a:gd name="connsiteX4" fmla="*/ 1601657 w 1801001"/>
              <a:gd name="connsiteY4" fmla="*/ 577431 h 577431"/>
              <a:gd name="connsiteX0" fmla="*/ 1601657 w 1720934"/>
              <a:gd name="connsiteY0" fmla="*/ 577431 h 577431"/>
              <a:gd name="connsiteX1" fmla="*/ 1601657 w 1720934"/>
              <a:gd name="connsiteY1" fmla="*/ 31222 h 577431"/>
              <a:gd name="connsiteX2" fmla="*/ 0 w 1720934"/>
              <a:gd name="connsiteY2" fmla="*/ 76308 h 577431"/>
              <a:gd name="connsiteX3" fmla="*/ 13813 w 1720934"/>
              <a:gd name="connsiteY3" fmla="*/ 153569 h 577431"/>
              <a:gd name="connsiteX4" fmla="*/ 1601657 w 1720934"/>
              <a:gd name="connsiteY4" fmla="*/ 577431 h 577431"/>
              <a:gd name="connsiteX0" fmla="*/ 1601657 w 1616304"/>
              <a:gd name="connsiteY0" fmla="*/ 577431 h 577431"/>
              <a:gd name="connsiteX1" fmla="*/ 1601657 w 1616304"/>
              <a:gd name="connsiteY1" fmla="*/ 31222 h 577431"/>
              <a:gd name="connsiteX2" fmla="*/ 0 w 1616304"/>
              <a:gd name="connsiteY2" fmla="*/ 76308 h 577431"/>
              <a:gd name="connsiteX3" fmla="*/ 13813 w 1616304"/>
              <a:gd name="connsiteY3" fmla="*/ 153569 h 577431"/>
              <a:gd name="connsiteX4" fmla="*/ 1601657 w 1616304"/>
              <a:gd name="connsiteY4" fmla="*/ 577431 h 577431"/>
              <a:gd name="connsiteX0" fmla="*/ 1601657 w 1616304"/>
              <a:gd name="connsiteY0" fmla="*/ 546209 h 546209"/>
              <a:gd name="connsiteX1" fmla="*/ 1601657 w 1616304"/>
              <a:gd name="connsiteY1" fmla="*/ 0 h 546209"/>
              <a:gd name="connsiteX2" fmla="*/ 0 w 1616304"/>
              <a:gd name="connsiteY2" fmla="*/ 45086 h 546209"/>
              <a:gd name="connsiteX3" fmla="*/ 13813 w 1616304"/>
              <a:gd name="connsiteY3" fmla="*/ 122347 h 546209"/>
              <a:gd name="connsiteX4" fmla="*/ 1601657 w 1616304"/>
              <a:gd name="connsiteY4" fmla="*/ 546209 h 546209"/>
              <a:gd name="connsiteX0" fmla="*/ 1601657 w 1616304"/>
              <a:gd name="connsiteY0" fmla="*/ 546209 h 546209"/>
              <a:gd name="connsiteX1" fmla="*/ 1601657 w 1616304"/>
              <a:gd name="connsiteY1" fmla="*/ 0 h 546209"/>
              <a:gd name="connsiteX2" fmla="*/ 0 w 1616304"/>
              <a:gd name="connsiteY2" fmla="*/ 45086 h 546209"/>
              <a:gd name="connsiteX3" fmla="*/ 13813 w 1616304"/>
              <a:gd name="connsiteY3" fmla="*/ 122347 h 546209"/>
              <a:gd name="connsiteX4" fmla="*/ 1601657 w 1616304"/>
              <a:gd name="connsiteY4" fmla="*/ 546209 h 546209"/>
              <a:gd name="connsiteX0" fmla="*/ 1601657 w 1605012"/>
              <a:gd name="connsiteY0" fmla="*/ 546209 h 546209"/>
              <a:gd name="connsiteX1" fmla="*/ 1601657 w 1605012"/>
              <a:gd name="connsiteY1" fmla="*/ 0 h 546209"/>
              <a:gd name="connsiteX2" fmla="*/ 0 w 1605012"/>
              <a:gd name="connsiteY2" fmla="*/ 45086 h 546209"/>
              <a:gd name="connsiteX3" fmla="*/ 13813 w 1605012"/>
              <a:gd name="connsiteY3" fmla="*/ 122347 h 546209"/>
              <a:gd name="connsiteX4" fmla="*/ 1601657 w 1605012"/>
              <a:gd name="connsiteY4" fmla="*/ 546209 h 546209"/>
              <a:gd name="connsiteX0" fmla="*/ 1601657 w 1617496"/>
              <a:gd name="connsiteY0" fmla="*/ 555734 h 555734"/>
              <a:gd name="connsiteX1" fmla="*/ 1615944 w 1617496"/>
              <a:gd name="connsiteY1" fmla="*/ 0 h 555734"/>
              <a:gd name="connsiteX2" fmla="*/ 0 w 1617496"/>
              <a:gd name="connsiteY2" fmla="*/ 54611 h 555734"/>
              <a:gd name="connsiteX3" fmla="*/ 13813 w 1617496"/>
              <a:gd name="connsiteY3" fmla="*/ 131872 h 555734"/>
              <a:gd name="connsiteX4" fmla="*/ 1601657 w 1617496"/>
              <a:gd name="connsiteY4" fmla="*/ 555734 h 555734"/>
              <a:gd name="connsiteX0" fmla="*/ 1601657 w 1649967"/>
              <a:gd name="connsiteY0" fmla="*/ 553353 h 553353"/>
              <a:gd name="connsiteX1" fmla="*/ 1649281 w 1649967"/>
              <a:gd name="connsiteY1" fmla="*/ 0 h 553353"/>
              <a:gd name="connsiteX2" fmla="*/ 0 w 1649967"/>
              <a:gd name="connsiteY2" fmla="*/ 52230 h 553353"/>
              <a:gd name="connsiteX3" fmla="*/ 13813 w 1649967"/>
              <a:gd name="connsiteY3" fmla="*/ 129491 h 553353"/>
              <a:gd name="connsiteX4" fmla="*/ 1601657 w 1649967"/>
              <a:gd name="connsiteY4" fmla="*/ 553353 h 553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49967" h="553353">
                <a:moveTo>
                  <a:pt x="1601657" y="553353"/>
                </a:moveTo>
                <a:cubicBezTo>
                  <a:pt x="1601979" y="347224"/>
                  <a:pt x="1656668" y="126383"/>
                  <a:pt x="1649281" y="0"/>
                </a:cubicBezTo>
                <a:cubicBezTo>
                  <a:pt x="1384719" y="66499"/>
                  <a:pt x="264641" y="31839"/>
                  <a:pt x="0" y="52230"/>
                </a:cubicBezTo>
                <a:lnTo>
                  <a:pt x="13813" y="129491"/>
                </a:lnTo>
                <a:cubicBezTo>
                  <a:pt x="543094" y="270778"/>
                  <a:pt x="1158101" y="269191"/>
                  <a:pt x="1601657" y="553353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1" name="矩形: 圆角 270">
            <a:extLst>
              <a:ext uri="{FF2B5EF4-FFF2-40B4-BE49-F238E27FC236}">
                <a16:creationId xmlns:a16="http://schemas.microsoft.com/office/drawing/2014/main" id="{48001C50-45A3-1FC1-21F4-BD063C5DAFA2}"/>
              </a:ext>
            </a:extLst>
          </p:cNvPr>
          <p:cNvSpPr/>
          <p:nvPr/>
        </p:nvSpPr>
        <p:spPr>
          <a:xfrm>
            <a:off x="10095405" y="1064040"/>
            <a:ext cx="1516797" cy="1477815"/>
          </a:xfrm>
          <a:prstGeom prst="roundRect">
            <a:avLst>
              <a:gd name="adj" fmla="val 6719"/>
            </a:avLst>
          </a:prstGeom>
          <a:solidFill>
            <a:schemeClr val="bg1"/>
          </a:solidFill>
          <a:ln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0A5D156A-F578-1435-6361-4BFA9F44E64D}"/>
              </a:ext>
            </a:extLst>
          </p:cNvPr>
          <p:cNvSpPr txBox="1"/>
          <p:nvPr/>
        </p:nvSpPr>
        <p:spPr>
          <a:xfrm>
            <a:off x="1225596" y="-1093208"/>
            <a:ext cx="336502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zh-CN" altLang="en-US" sz="2800" b="1" spc="300" dirty="0">
                <a:latin typeface="微软雅黑"/>
                <a:ea typeface="微软雅黑"/>
              </a:rPr>
              <a:t>关键技术和创新点</a:t>
            </a:r>
            <a:endParaRPr lang="zh-CN" altLang="en-US" sz="2000" b="1" spc="3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" name="直接连接符 2">
            <a:extLst>
              <a:ext uri="{FF2B5EF4-FFF2-40B4-BE49-F238E27FC236}">
                <a16:creationId xmlns:a16="http://schemas.microsoft.com/office/drawing/2014/main" id="{1FD2AC84-925F-BD27-2241-4A132CAADBB7}"/>
              </a:ext>
            </a:extLst>
          </p:cNvPr>
          <p:cNvCxnSpPr>
            <a:cxnSpLocks/>
            <a:stCxn id="2" idx="3"/>
          </p:cNvCxnSpPr>
          <p:nvPr/>
        </p:nvCxnSpPr>
        <p:spPr>
          <a:xfrm>
            <a:off x="4590620" y="-831598"/>
            <a:ext cx="4407023" cy="0"/>
          </a:xfrm>
          <a:prstGeom prst="line">
            <a:avLst/>
          </a:prstGeom>
          <a:ln>
            <a:solidFill>
              <a:srgbClr val="0F3D8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矩形 4">
            <a:extLst>
              <a:ext uri="{FF2B5EF4-FFF2-40B4-BE49-F238E27FC236}">
                <a16:creationId xmlns:a16="http://schemas.microsoft.com/office/drawing/2014/main" id="{F23943B3-7C33-73FD-13DB-1D13AA734769}"/>
              </a:ext>
            </a:extLst>
          </p:cNvPr>
          <p:cNvSpPr/>
          <p:nvPr/>
        </p:nvSpPr>
        <p:spPr>
          <a:xfrm>
            <a:off x="579798" y="1064041"/>
            <a:ext cx="6608434" cy="2631818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285750" indent="-285750">
              <a:buFont typeface="Wingdings" panose="05000000000000000000" pitchFamily="2" charset="2"/>
              <a:buChar char="n"/>
            </a:pPr>
            <a:r>
              <a:rPr lang="zh-CN" altLang="en-US" sz="2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关键技术</a:t>
            </a: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25000"/>
              </a:lnSpc>
              <a:buFont typeface="Arial" panose="020B0604020202020204" pitchFamily="34" charset="0"/>
              <a:buChar char="•"/>
            </a:pP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表现与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全信息映射分析技术</a:t>
            </a:r>
            <a:endParaRPr lang="en-US" altLang="zh-CN" sz="2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25000"/>
              </a:lnSpc>
              <a:buFont typeface="Arial" panose="020B0604020202020204" pitchFamily="34" charset="0"/>
              <a:buChar char="•"/>
            </a:pP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定量评估分析技术</a:t>
            </a:r>
            <a:endParaRPr lang="en-US" altLang="zh-CN" sz="2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5000"/>
              </a:lnSpc>
            </a:pP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0FA9AFF0-15BC-E71A-83B2-FBA580527546}"/>
              </a:ext>
            </a:extLst>
          </p:cNvPr>
          <p:cNvSpPr/>
          <p:nvPr/>
        </p:nvSpPr>
        <p:spPr>
          <a:xfrm>
            <a:off x="579798" y="3350029"/>
            <a:ext cx="6539052" cy="3245306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n"/>
            </a:pPr>
            <a:r>
              <a:rPr lang="zh-CN" altLang="en-US" sz="2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创新点</a:t>
            </a: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25000"/>
              </a:lnSpc>
              <a:buFont typeface="Arial" panose="020B0604020202020204" pitchFamily="34" charset="0"/>
              <a:buChar char="•"/>
            </a:pP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分别探讨，并且考虑两者的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交互关系 </a:t>
            </a:r>
            <a:endParaRPr lang="en-US" altLang="zh-CN" sz="2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25000"/>
              </a:lnSpc>
              <a:buFont typeface="Arial" panose="020B0604020202020204" pitchFamily="34" charset="0"/>
              <a:buChar char="•"/>
            </a:pP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定量评估并分析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en-US" altLang="zh-CN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********</a:t>
            </a:r>
            <a:r>
              <a:rPr lang="zh-CN" altLang="en-US" sz="2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的影响，明确“量效关系”</a:t>
            </a:r>
            <a:endParaRPr lang="en-US" altLang="zh-CN" sz="2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6" name="连接符: 肘形 35">
            <a:extLst>
              <a:ext uri="{FF2B5EF4-FFF2-40B4-BE49-F238E27FC236}">
                <a16:creationId xmlns:a16="http://schemas.microsoft.com/office/drawing/2014/main" id="{D80BD1DC-5E06-CF6D-D09F-733F58AE8198}"/>
              </a:ext>
            </a:extLst>
          </p:cNvPr>
          <p:cNvCxnSpPr>
            <a:cxnSpLocks/>
            <a:stCxn id="144" idx="1"/>
          </p:cNvCxnSpPr>
          <p:nvPr/>
        </p:nvCxnSpPr>
        <p:spPr>
          <a:xfrm flipV="1">
            <a:off x="9577417" y="5322637"/>
            <a:ext cx="679675" cy="23330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任意多边形: 形状 10">
            <a:extLst>
              <a:ext uri="{FF2B5EF4-FFF2-40B4-BE49-F238E27FC236}">
                <a16:creationId xmlns:a16="http://schemas.microsoft.com/office/drawing/2014/main" id="{BB2A41F5-CDC9-1A81-CD78-8CB10BD71615}"/>
              </a:ext>
            </a:extLst>
          </p:cNvPr>
          <p:cNvSpPr/>
          <p:nvPr/>
        </p:nvSpPr>
        <p:spPr>
          <a:xfrm>
            <a:off x="7936314" y="2138662"/>
            <a:ext cx="2030795" cy="323715"/>
          </a:xfrm>
          <a:custGeom>
            <a:avLst/>
            <a:gdLst>
              <a:gd name="connsiteX0" fmla="*/ 0 w 2890838"/>
              <a:gd name="connsiteY0" fmla="*/ 238125 h 576263"/>
              <a:gd name="connsiteX1" fmla="*/ 1047750 w 2890838"/>
              <a:gd name="connsiteY1" fmla="*/ 180975 h 576263"/>
              <a:gd name="connsiteX2" fmla="*/ 1709738 w 2890838"/>
              <a:gd name="connsiteY2" fmla="*/ 80963 h 576263"/>
              <a:gd name="connsiteX3" fmla="*/ 2357438 w 2890838"/>
              <a:gd name="connsiteY3" fmla="*/ 0 h 576263"/>
              <a:gd name="connsiteX4" fmla="*/ 2814638 w 2890838"/>
              <a:gd name="connsiteY4" fmla="*/ 123825 h 576263"/>
              <a:gd name="connsiteX5" fmla="*/ 2890838 w 2890838"/>
              <a:gd name="connsiteY5" fmla="*/ 204788 h 576263"/>
              <a:gd name="connsiteX6" fmla="*/ 2876550 w 2890838"/>
              <a:gd name="connsiteY6" fmla="*/ 276225 h 576263"/>
              <a:gd name="connsiteX7" fmla="*/ 2686050 w 2890838"/>
              <a:gd name="connsiteY7" fmla="*/ 433388 h 576263"/>
              <a:gd name="connsiteX8" fmla="*/ 2590800 w 2890838"/>
              <a:gd name="connsiteY8" fmla="*/ 457200 h 576263"/>
              <a:gd name="connsiteX9" fmla="*/ 2324100 w 2890838"/>
              <a:gd name="connsiteY9" fmla="*/ 495300 h 576263"/>
              <a:gd name="connsiteX10" fmla="*/ 1804988 w 2890838"/>
              <a:gd name="connsiteY10" fmla="*/ 509588 h 576263"/>
              <a:gd name="connsiteX11" fmla="*/ 1085850 w 2890838"/>
              <a:gd name="connsiteY11" fmla="*/ 519113 h 576263"/>
              <a:gd name="connsiteX12" fmla="*/ 523875 w 2890838"/>
              <a:gd name="connsiteY12" fmla="*/ 561975 h 576263"/>
              <a:gd name="connsiteX13" fmla="*/ 80963 w 2890838"/>
              <a:gd name="connsiteY13" fmla="*/ 571500 h 576263"/>
              <a:gd name="connsiteX14" fmla="*/ 4763 w 2890838"/>
              <a:gd name="connsiteY14" fmla="*/ 576263 h 576263"/>
              <a:gd name="connsiteX0" fmla="*/ 0 w 2890838"/>
              <a:gd name="connsiteY0" fmla="*/ 176213 h 514351"/>
              <a:gd name="connsiteX1" fmla="*/ 1047750 w 2890838"/>
              <a:gd name="connsiteY1" fmla="*/ 119063 h 514351"/>
              <a:gd name="connsiteX2" fmla="*/ 1709738 w 2890838"/>
              <a:gd name="connsiteY2" fmla="*/ 19051 h 514351"/>
              <a:gd name="connsiteX3" fmla="*/ 2352676 w 2890838"/>
              <a:gd name="connsiteY3" fmla="*/ 0 h 514351"/>
              <a:gd name="connsiteX4" fmla="*/ 2814638 w 2890838"/>
              <a:gd name="connsiteY4" fmla="*/ 61913 h 514351"/>
              <a:gd name="connsiteX5" fmla="*/ 2890838 w 2890838"/>
              <a:gd name="connsiteY5" fmla="*/ 142876 h 514351"/>
              <a:gd name="connsiteX6" fmla="*/ 2876550 w 2890838"/>
              <a:gd name="connsiteY6" fmla="*/ 214313 h 514351"/>
              <a:gd name="connsiteX7" fmla="*/ 2686050 w 2890838"/>
              <a:gd name="connsiteY7" fmla="*/ 371476 h 514351"/>
              <a:gd name="connsiteX8" fmla="*/ 2590800 w 2890838"/>
              <a:gd name="connsiteY8" fmla="*/ 395288 h 514351"/>
              <a:gd name="connsiteX9" fmla="*/ 2324100 w 2890838"/>
              <a:gd name="connsiteY9" fmla="*/ 433388 h 514351"/>
              <a:gd name="connsiteX10" fmla="*/ 1804988 w 2890838"/>
              <a:gd name="connsiteY10" fmla="*/ 447676 h 514351"/>
              <a:gd name="connsiteX11" fmla="*/ 1085850 w 2890838"/>
              <a:gd name="connsiteY11" fmla="*/ 457201 h 514351"/>
              <a:gd name="connsiteX12" fmla="*/ 523875 w 2890838"/>
              <a:gd name="connsiteY12" fmla="*/ 500063 h 514351"/>
              <a:gd name="connsiteX13" fmla="*/ 80963 w 2890838"/>
              <a:gd name="connsiteY13" fmla="*/ 509588 h 514351"/>
              <a:gd name="connsiteX14" fmla="*/ 4763 w 2890838"/>
              <a:gd name="connsiteY14" fmla="*/ 514351 h 514351"/>
              <a:gd name="connsiteX0" fmla="*/ 0 w 2889470"/>
              <a:gd name="connsiteY0" fmla="*/ 176213 h 514351"/>
              <a:gd name="connsiteX1" fmla="*/ 1047750 w 2889470"/>
              <a:gd name="connsiteY1" fmla="*/ 119063 h 514351"/>
              <a:gd name="connsiteX2" fmla="*/ 1709738 w 2889470"/>
              <a:gd name="connsiteY2" fmla="*/ 19051 h 514351"/>
              <a:gd name="connsiteX3" fmla="*/ 2352676 w 2889470"/>
              <a:gd name="connsiteY3" fmla="*/ 0 h 514351"/>
              <a:gd name="connsiteX4" fmla="*/ 2814638 w 2889470"/>
              <a:gd name="connsiteY4" fmla="*/ 61913 h 514351"/>
              <a:gd name="connsiteX5" fmla="*/ 2876550 w 2889470"/>
              <a:gd name="connsiteY5" fmla="*/ 214313 h 514351"/>
              <a:gd name="connsiteX6" fmla="*/ 2686050 w 2889470"/>
              <a:gd name="connsiteY6" fmla="*/ 371476 h 514351"/>
              <a:gd name="connsiteX7" fmla="*/ 2590800 w 2889470"/>
              <a:gd name="connsiteY7" fmla="*/ 395288 h 514351"/>
              <a:gd name="connsiteX8" fmla="*/ 2324100 w 2889470"/>
              <a:gd name="connsiteY8" fmla="*/ 433388 h 514351"/>
              <a:gd name="connsiteX9" fmla="*/ 1804988 w 2889470"/>
              <a:gd name="connsiteY9" fmla="*/ 447676 h 514351"/>
              <a:gd name="connsiteX10" fmla="*/ 1085850 w 2889470"/>
              <a:gd name="connsiteY10" fmla="*/ 457201 h 514351"/>
              <a:gd name="connsiteX11" fmla="*/ 523875 w 2889470"/>
              <a:gd name="connsiteY11" fmla="*/ 500063 h 514351"/>
              <a:gd name="connsiteX12" fmla="*/ 80963 w 2889470"/>
              <a:gd name="connsiteY12" fmla="*/ 509588 h 514351"/>
              <a:gd name="connsiteX13" fmla="*/ 4763 w 2889470"/>
              <a:gd name="connsiteY13" fmla="*/ 514351 h 514351"/>
              <a:gd name="connsiteX0" fmla="*/ 0 w 2889470"/>
              <a:gd name="connsiteY0" fmla="*/ 177774 h 515912"/>
              <a:gd name="connsiteX1" fmla="*/ 1047750 w 2889470"/>
              <a:gd name="connsiteY1" fmla="*/ 120624 h 515912"/>
              <a:gd name="connsiteX2" fmla="*/ 2352676 w 2889470"/>
              <a:gd name="connsiteY2" fmla="*/ 1561 h 515912"/>
              <a:gd name="connsiteX3" fmla="*/ 2814638 w 2889470"/>
              <a:gd name="connsiteY3" fmla="*/ 63474 h 515912"/>
              <a:gd name="connsiteX4" fmla="*/ 2876550 w 2889470"/>
              <a:gd name="connsiteY4" fmla="*/ 215874 h 515912"/>
              <a:gd name="connsiteX5" fmla="*/ 2686050 w 2889470"/>
              <a:gd name="connsiteY5" fmla="*/ 373037 h 515912"/>
              <a:gd name="connsiteX6" fmla="*/ 2590800 w 2889470"/>
              <a:gd name="connsiteY6" fmla="*/ 396849 h 515912"/>
              <a:gd name="connsiteX7" fmla="*/ 2324100 w 2889470"/>
              <a:gd name="connsiteY7" fmla="*/ 434949 h 515912"/>
              <a:gd name="connsiteX8" fmla="*/ 1804988 w 2889470"/>
              <a:gd name="connsiteY8" fmla="*/ 449237 h 515912"/>
              <a:gd name="connsiteX9" fmla="*/ 1085850 w 2889470"/>
              <a:gd name="connsiteY9" fmla="*/ 458762 h 515912"/>
              <a:gd name="connsiteX10" fmla="*/ 523875 w 2889470"/>
              <a:gd name="connsiteY10" fmla="*/ 501624 h 515912"/>
              <a:gd name="connsiteX11" fmla="*/ 80963 w 2889470"/>
              <a:gd name="connsiteY11" fmla="*/ 511149 h 515912"/>
              <a:gd name="connsiteX12" fmla="*/ 4763 w 2889470"/>
              <a:gd name="connsiteY12" fmla="*/ 515912 h 515912"/>
              <a:gd name="connsiteX0" fmla="*/ 0 w 2896514"/>
              <a:gd name="connsiteY0" fmla="*/ 177774 h 515912"/>
              <a:gd name="connsiteX1" fmla="*/ 1047750 w 2896514"/>
              <a:gd name="connsiteY1" fmla="*/ 120624 h 515912"/>
              <a:gd name="connsiteX2" fmla="*/ 2352676 w 2896514"/>
              <a:gd name="connsiteY2" fmla="*/ 1561 h 515912"/>
              <a:gd name="connsiteX3" fmla="*/ 2814638 w 2896514"/>
              <a:gd name="connsiteY3" fmla="*/ 63474 h 515912"/>
              <a:gd name="connsiteX4" fmla="*/ 2876550 w 2896514"/>
              <a:gd name="connsiteY4" fmla="*/ 215874 h 515912"/>
              <a:gd name="connsiteX5" fmla="*/ 2590800 w 2896514"/>
              <a:gd name="connsiteY5" fmla="*/ 396849 h 515912"/>
              <a:gd name="connsiteX6" fmla="*/ 2324100 w 2896514"/>
              <a:gd name="connsiteY6" fmla="*/ 434949 h 515912"/>
              <a:gd name="connsiteX7" fmla="*/ 1804988 w 2896514"/>
              <a:gd name="connsiteY7" fmla="*/ 449237 h 515912"/>
              <a:gd name="connsiteX8" fmla="*/ 1085850 w 2896514"/>
              <a:gd name="connsiteY8" fmla="*/ 458762 h 515912"/>
              <a:gd name="connsiteX9" fmla="*/ 523875 w 2896514"/>
              <a:gd name="connsiteY9" fmla="*/ 501624 h 515912"/>
              <a:gd name="connsiteX10" fmla="*/ 80963 w 2896514"/>
              <a:gd name="connsiteY10" fmla="*/ 511149 h 515912"/>
              <a:gd name="connsiteX11" fmla="*/ 4763 w 2896514"/>
              <a:gd name="connsiteY11" fmla="*/ 515912 h 515912"/>
              <a:gd name="connsiteX0" fmla="*/ 0 w 2820229"/>
              <a:gd name="connsiteY0" fmla="*/ 179842 h 517980"/>
              <a:gd name="connsiteX1" fmla="*/ 1047750 w 2820229"/>
              <a:gd name="connsiteY1" fmla="*/ 122692 h 517980"/>
              <a:gd name="connsiteX2" fmla="*/ 2352676 w 2820229"/>
              <a:gd name="connsiteY2" fmla="*/ 3629 h 517980"/>
              <a:gd name="connsiteX3" fmla="*/ 2814638 w 2820229"/>
              <a:gd name="connsiteY3" fmla="*/ 65542 h 517980"/>
              <a:gd name="connsiteX4" fmla="*/ 2590800 w 2820229"/>
              <a:gd name="connsiteY4" fmla="*/ 398917 h 517980"/>
              <a:gd name="connsiteX5" fmla="*/ 2324100 w 2820229"/>
              <a:gd name="connsiteY5" fmla="*/ 437017 h 517980"/>
              <a:gd name="connsiteX6" fmla="*/ 1804988 w 2820229"/>
              <a:gd name="connsiteY6" fmla="*/ 451305 h 517980"/>
              <a:gd name="connsiteX7" fmla="*/ 1085850 w 2820229"/>
              <a:gd name="connsiteY7" fmla="*/ 460830 h 517980"/>
              <a:gd name="connsiteX8" fmla="*/ 523875 w 2820229"/>
              <a:gd name="connsiteY8" fmla="*/ 503692 h 517980"/>
              <a:gd name="connsiteX9" fmla="*/ 80963 w 2820229"/>
              <a:gd name="connsiteY9" fmla="*/ 513217 h 517980"/>
              <a:gd name="connsiteX10" fmla="*/ 4763 w 2820229"/>
              <a:gd name="connsiteY10" fmla="*/ 517980 h 517980"/>
              <a:gd name="connsiteX0" fmla="*/ 0 w 2815572"/>
              <a:gd name="connsiteY0" fmla="*/ 176712 h 514850"/>
              <a:gd name="connsiteX1" fmla="*/ 1047750 w 2815572"/>
              <a:gd name="connsiteY1" fmla="*/ 119562 h 514850"/>
              <a:gd name="connsiteX2" fmla="*/ 2352676 w 2815572"/>
              <a:gd name="connsiteY2" fmla="*/ 499 h 514850"/>
              <a:gd name="connsiteX3" fmla="*/ 2809875 w 2815572"/>
              <a:gd name="connsiteY3" fmla="*/ 186237 h 514850"/>
              <a:gd name="connsiteX4" fmla="*/ 2590800 w 2815572"/>
              <a:gd name="connsiteY4" fmla="*/ 395787 h 514850"/>
              <a:gd name="connsiteX5" fmla="*/ 2324100 w 2815572"/>
              <a:gd name="connsiteY5" fmla="*/ 433887 h 514850"/>
              <a:gd name="connsiteX6" fmla="*/ 1804988 w 2815572"/>
              <a:gd name="connsiteY6" fmla="*/ 448175 h 514850"/>
              <a:gd name="connsiteX7" fmla="*/ 1085850 w 2815572"/>
              <a:gd name="connsiteY7" fmla="*/ 457700 h 514850"/>
              <a:gd name="connsiteX8" fmla="*/ 523875 w 2815572"/>
              <a:gd name="connsiteY8" fmla="*/ 500562 h 514850"/>
              <a:gd name="connsiteX9" fmla="*/ 80963 w 2815572"/>
              <a:gd name="connsiteY9" fmla="*/ 510087 h 514850"/>
              <a:gd name="connsiteX10" fmla="*/ 4763 w 2815572"/>
              <a:gd name="connsiteY10" fmla="*/ 514850 h 514850"/>
              <a:gd name="connsiteX0" fmla="*/ 0 w 2812820"/>
              <a:gd name="connsiteY0" fmla="*/ 176701 h 514839"/>
              <a:gd name="connsiteX1" fmla="*/ 1047750 w 2812820"/>
              <a:gd name="connsiteY1" fmla="*/ 119551 h 514839"/>
              <a:gd name="connsiteX2" fmla="*/ 2352676 w 2812820"/>
              <a:gd name="connsiteY2" fmla="*/ 488 h 514839"/>
              <a:gd name="connsiteX3" fmla="*/ 2809875 w 2812820"/>
              <a:gd name="connsiteY3" fmla="*/ 186226 h 514839"/>
              <a:gd name="connsiteX4" fmla="*/ 2538412 w 2812820"/>
              <a:gd name="connsiteY4" fmla="*/ 376726 h 514839"/>
              <a:gd name="connsiteX5" fmla="*/ 2324100 w 2812820"/>
              <a:gd name="connsiteY5" fmla="*/ 433876 h 514839"/>
              <a:gd name="connsiteX6" fmla="*/ 1804988 w 2812820"/>
              <a:gd name="connsiteY6" fmla="*/ 448164 h 514839"/>
              <a:gd name="connsiteX7" fmla="*/ 1085850 w 2812820"/>
              <a:gd name="connsiteY7" fmla="*/ 457689 h 514839"/>
              <a:gd name="connsiteX8" fmla="*/ 523875 w 2812820"/>
              <a:gd name="connsiteY8" fmla="*/ 500551 h 514839"/>
              <a:gd name="connsiteX9" fmla="*/ 80963 w 2812820"/>
              <a:gd name="connsiteY9" fmla="*/ 510076 h 514839"/>
              <a:gd name="connsiteX10" fmla="*/ 4763 w 2812820"/>
              <a:gd name="connsiteY10" fmla="*/ 514839 h 514839"/>
              <a:gd name="connsiteX0" fmla="*/ 0 w 2813303"/>
              <a:gd name="connsiteY0" fmla="*/ 176701 h 514839"/>
              <a:gd name="connsiteX1" fmla="*/ 1047750 w 2813303"/>
              <a:gd name="connsiteY1" fmla="*/ 119551 h 514839"/>
              <a:gd name="connsiteX2" fmla="*/ 2352676 w 2813303"/>
              <a:gd name="connsiteY2" fmla="*/ 488 h 514839"/>
              <a:gd name="connsiteX3" fmla="*/ 2809875 w 2813303"/>
              <a:gd name="connsiteY3" fmla="*/ 186226 h 514839"/>
              <a:gd name="connsiteX4" fmla="*/ 2538412 w 2813303"/>
              <a:gd name="connsiteY4" fmla="*/ 376726 h 514839"/>
              <a:gd name="connsiteX5" fmla="*/ 2109788 w 2813303"/>
              <a:gd name="connsiteY5" fmla="*/ 391014 h 514839"/>
              <a:gd name="connsiteX6" fmla="*/ 1804988 w 2813303"/>
              <a:gd name="connsiteY6" fmla="*/ 448164 h 514839"/>
              <a:gd name="connsiteX7" fmla="*/ 1085850 w 2813303"/>
              <a:gd name="connsiteY7" fmla="*/ 457689 h 514839"/>
              <a:gd name="connsiteX8" fmla="*/ 523875 w 2813303"/>
              <a:gd name="connsiteY8" fmla="*/ 500551 h 514839"/>
              <a:gd name="connsiteX9" fmla="*/ 80963 w 2813303"/>
              <a:gd name="connsiteY9" fmla="*/ 510076 h 514839"/>
              <a:gd name="connsiteX10" fmla="*/ 4763 w 2813303"/>
              <a:gd name="connsiteY10" fmla="*/ 514839 h 514839"/>
              <a:gd name="connsiteX0" fmla="*/ 0 w 2813303"/>
              <a:gd name="connsiteY0" fmla="*/ 176701 h 514839"/>
              <a:gd name="connsiteX1" fmla="*/ 1047750 w 2813303"/>
              <a:gd name="connsiteY1" fmla="*/ 119551 h 514839"/>
              <a:gd name="connsiteX2" fmla="*/ 2352676 w 2813303"/>
              <a:gd name="connsiteY2" fmla="*/ 488 h 514839"/>
              <a:gd name="connsiteX3" fmla="*/ 2809875 w 2813303"/>
              <a:gd name="connsiteY3" fmla="*/ 186226 h 514839"/>
              <a:gd name="connsiteX4" fmla="*/ 2538412 w 2813303"/>
              <a:gd name="connsiteY4" fmla="*/ 376726 h 514839"/>
              <a:gd name="connsiteX5" fmla="*/ 2109788 w 2813303"/>
              <a:gd name="connsiteY5" fmla="*/ 391014 h 514839"/>
              <a:gd name="connsiteX6" fmla="*/ 1585913 w 2813303"/>
              <a:gd name="connsiteY6" fmla="*/ 419589 h 514839"/>
              <a:gd name="connsiteX7" fmla="*/ 1085850 w 2813303"/>
              <a:gd name="connsiteY7" fmla="*/ 457689 h 514839"/>
              <a:gd name="connsiteX8" fmla="*/ 523875 w 2813303"/>
              <a:gd name="connsiteY8" fmla="*/ 500551 h 514839"/>
              <a:gd name="connsiteX9" fmla="*/ 80963 w 2813303"/>
              <a:gd name="connsiteY9" fmla="*/ 510076 h 514839"/>
              <a:gd name="connsiteX10" fmla="*/ 4763 w 2813303"/>
              <a:gd name="connsiteY10" fmla="*/ 514839 h 514839"/>
              <a:gd name="connsiteX0" fmla="*/ 0 w 2813303"/>
              <a:gd name="connsiteY0" fmla="*/ 176701 h 514839"/>
              <a:gd name="connsiteX1" fmla="*/ 1047750 w 2813303"/>
              <a:gd name="connsiteY1" fmla="*/ 119551 h 514839"/>
              <a:gd name="connsiteX2" fmla="*/ 2352676 w 2813303"/>
              <a:gd name="connsiteY2" fmla="*/ 488 h 514839"/>
              <a:gd name="connsiteX3" fmla="*/ 2809875 w 2813303"/>
              <a:gd name="connsiteY3" fmla="*/ 186226 h 514839"/>
              <a:gd name="connsiteX4" fmla="*/ 2538412 w 2813303"/>
              <a:gd name="connsiteY4" fmla="*/ 376726 h 514839"/>
              <a:gd name="connsiteX5" fmla="*/ 2109788 w 2813303"/>
              <a:gd name="connsiteY5" fmla="*/ 391014 h 514839"/>
              <a:gd name="connsiteX6" fmla="*/ 1585913 w 2813303"/>
              <a:gd name="connsiteY6" fmla="*/ 419589 h 514839"/>
              <a:gd name="connsiteX7" fmla="*/ 957263 w 2813303"/>
              <a:gd name="connsiteY7" fmla="*/ 429114 h 514839"/>
              <a:gd name="connsiteX8" fmla="*/ 523875 w 2813303"/>
              <a:gd name="connsiteY8" fmla="*/ 500551 h 514839"/>
              <a:gd name="connsiteX9" fmla="*/ 80963 w 2813303"/>
              <a:gd name="connsiteY9" fmla="*/ 510076 h 514839"/>
              <a:gd name="connsiteX10" fmla="*/ 4763 w 2813303"/>
              <a:gd name="connsiteY10" fmla="*/ 514839 h 514839"/>
              <a:gd name="connsiteX0" fmla="*/ 0 w 2813303"/>
              <a:gd name="connsiteY0" fmla="*/ 176701 h 514839"/>
              <a:gd name="connsiteX1" fmla="*/ 1047750 w 2813303"/>
              <a:gd name="connsiteY1" fmla="*/ 119551 h 514839"/>
              <a:gd name="connsiteX2" fmla="*/ 2352676 w 2813303"/>
              <a:gd name="connsiteY2" fmla="*/ 488 h 514839"/>
              <a:gd name="connsiteX3" fmla="*/ 2809875 w 2813303"/>
              <a:gd name="connsiteY3" fmla="*/ 186226 h 514839"/>
              <a:gd name="connsiteX4" fmla="*/ 2538412 w 2813303"/>
              <a:gd name="connsiteY4" fmla="*/ 376726 h 514839"/>
              <a:gd name="connsiteX5" fmla="*/ 2109788 w 2813303"/>
              <a:gd name="connsiteY5" fmla="*/ 391014 h 514839"/>
              <a:gd name="connsiteX6" fmla="*/ 1585913 w 2813303"/>
              <a:gd name="connsiteY6" fmla="*/ 419589 h 514839"/>
              <a:gd name="connsiteX7" fmla="*/ 957263 w 2813303"/>
              <a:gd name="connsiteY7" fmla="*/ 429114 h 514839"/>
              <a:gd name="connsiteX8" fmla="*/ 414338 w 2813303"/>
              <a:gd name="connsiteY8" fmla="*/ 438639 h 514839"/>
              <a:gd name="connsiteX9" fmla="*/ 80963 w 2813303"/>
              <a:gd name="connsiteY9" fmla="*/ 510076 h 514839"/>
              <a:gd name="connsiteX10" fmla="*/ 4763 w 2813303"/>
              <a:gd name="connsiteY10" fmla="*/ 514839 h 514839"/>
              <a:gd name="connsiteX0" fmla="*/ 0 w 2813303"/>
              <a:gd name="connsiteY0" fmla="*/ 176701 h 514839"/>
              <a:gd name="connsiteX1" fmla="*/ 1047750 w 2813303"/>
              <a:gd name="connsiteY1" fmla="*/ 119551 h 514839"/>
              <a:gd name="connsiteX2" fmla="*/ 2352676 w 2813303"/>
              <a:gd name="connsiteY2" fmla="*/ 488 h 514839"/>
              <a:gd name="connsiteX3" fmla="*/ 2809875 w 2813303"/>
              <a:gd name="connsiteY3" fmla="*/ 186226 h 514839"/>
              <a:gd name="connsiteX4" fmla="*/ 2538412 w 2813303"/>
              <a:gd name="connsiteY4" fmla="*/ 376726 h 514839"/>
              <a:gd name="connsiteX5" fmla="*/ 2109788 w 2813303"/>
              <a:gd name="connsiteY5" fmla="*/ 391014 h 514839"/>
              <a:gd name="connsiteX6" fmla="*/ 1585913 w 2813303"/>
              <a:gd name="connsiteY6" fmla="*/ 419589 h 514839"/>
              <a:gd name="connsiteX7" fmla="*/ 957263 w 2813303"/>
              <a:gd name="connsiteY7" fmla="*/ 429114 h 514839"/>
              <a:gd name="connsiteX8" fmla="*/ 414338 w 2813303"/>
              <a:gd name="connsiteY8" fmla="*/ 438639 h 514839"/>
              <a:gd name="connsiteX9" fmla="*/ 19050 w 2813303"/>
              <a:gd name="connsiteY9" fmla="*/ 400538 h 514839"/>
              <a:gd name="connsiteX10" fmla="*/ 4763 w 2813303"/>
              <a:gd name="connsiteY10" fmla="*/ 514839 h 514839"/>
              <a:gd name="connsiteX0" fmla="*/ 176212 w 2989515"/>
              <a:gd name="connsiteY0" fmla="*/ 176701 h 438657"/>
              <a:gd name="connsiteX1" fmla="*/ 1223962 w 2989515"/>
              <a:gd name="connsiteY1" fmla="*/ 119551 h 438657"/>
              <a:gd name="connsiteX2" fmla="*/ 2528888 w 2989515"/>
              <a:gd name="connsiteY2" fmla="*/ 488 h 438657"/>
              <a:gd name="connsiteX3" fmla="*/ 2986087 w 2989515"/>
              <a:gd name="connsiteY3" fmla="*/ 186226 h 438657"/>
              <a:gd name="connsiteX4" fmla="*/ 2714624 w 2989515"/>
              <a:gd name="connsiteY4" fmla="*/ 376726 h 438657"/>
              <a:gd name="connsiteX5" fmla="*/ 2286000 w 2989515"/>
              <a:gd name="connsiteY5" fmla="*/ 391014 h 438657"/>
              <a:gd name="connsiteX6" fmla="*/ 1762125 w 2989515"/>
              <a:gd name="connsiteY6" fmla="*/ 419589 h 438657"/>
              <a:gd name="connsiteX7" fmla="*/ 1133475 w 2989515"/>
              <a:gd name="connsiteY7" fmla="*/ 429114 h 438657"/>
              <a:gd name="connsiteX8" fmla="*/ 590550 w 2989515"/>
              <a:gd name="connsiteY8" fmla="*/ 438639 h 438657"/>
              <a:gd name="connsiteX9" fmla="*/ 195262 w 2989515"/>
              <a:gd name="connsiteY9" fmla="*/ 400538 h 438657"/>
              <a:gd name="connsiteX10" fmla="*/ 0 w 2989515"/>
              <a:gd name="connsiteY10" fmla="*/ 405301 h 438657"/>
              <a:gd name="connsiteX0" fmla="*/ 176212 w 2989515"/>
              <a:gd name="connsiteY0" fmla="*/ 176701 h 438639"/>
              <a:gd name="connsiteX1" fmla="*/ 1223962 w 2989515"/>
              <a:gd name="connsiteY1" fmla="*/ 119551 h 438639"/>
              <a:gd name="connsiteX2" fmla="*/ 2528888 w 2989515"/>
              <a:gd name="connsiteY2" fmla="*/ 488 h 438639"/>
              <a:gd name="connsiteX3" fmla="*/ 2986087 w 2989515"/>
              <a:gd name="connsiteY3" fmla="*/ 186226 h 438639"/>
              <a:gd name="connsiteX4" fmla="*/ 2714624 w 2989515"/>
              <a:gd name="connsiteY4" fmla="*/ 376726 h 438639"/>
              <a:gd name="connsiteX5" fmla="*/ 2286000 w 2989515"/>
              <a:gd name="connsiteY5" fmla="*/ 391014 h 438639"/>
              <a:gd name="connsiteX6" fmla="*/ 1762125 w 2989515"/>
              <a:gd name="connsiteY6" fmla="*/ 419589 h 438639"/>
              <a:gd name="connsiteX7" fmla="*/ 1133475 w 2989515"/>
              <a:gd name="connsiteY7" fmla="*/ 429114 h 438639"/>
              <a:gd name="connsiteX8" fmla="*/ 590550 w 2989515"/>
              <a:gd name="connsiteY8" fmla="*/ 438639 h 438639"/>
              <a:gd name="connsiteX9" fmla="*/ 0 w 2989515"/>
              <a:gd name="connsiteY9" fmla="*/ 405301 h 438639"/>
              <a:gd name="connsiteX0" fmla="*/ 185737 w 2999040"/>
              <a:gd name="connsiteY0" fmla="*/ 176701 h 438639"/>
              <a:gd name="connsiteX1" fmla="*/ 1233487 w 2999040"/>
              <a:gd name="connsiteY1" fmla="*/ 119551 h 438639"/>
              <a:gd name="connsiteX2" fmla="*/ 2538413 w 2999040"/>
              <a:gd name="connsiteY2" fmla="*/ 488 h 438639"/>
              <a:gd name="connsiteX3" fmla="*/ 2995612 w 2999040"/>
              <a:gd name="connsiteY3" fmla="*/ 186226 h 438639"/>
              <a:gd name="connsiteX4" fmla="*/ 2724149 w 2999040"/>
              <a:gd name="connsiteY4" fmla="*/ 376726 h 438639"/>
              <a:gd name="connsiteX5" fmla="*/ 2295525 w 2999040"/>
              <a:gd name="connsiteY5" fmla="*/ 391014 h 438639"/>
              <a:gd name="connsiteX6" fmla="*/ 1771650 w 2999040"/>
              <a:gd name="connsiteY6" fmla="*/ 419589 h 438639"/>
              <a:gd name="connsiteX7" fmla="*/ 1143000 w 2999040"/>
              <a:gd name="connsiteY7" fmla="*/ 429114 h 438639"/>
              <a:gd name="connsiteX8" fmla="*/ 600075 w 2999040"/>
              <a:gd name="connsiteY8" fmla="*/ 438639 h 438639"/>
              <a:gd name="connsiteX9" fmla="*/ 0 w 2999040"/>
              <a:gd name="connsiteY9" fmla="*/ 400538 h 438639"/>
              <a:gd name="connsiteX0" fmla="*/ 185737 w 2999040"/>
              <a:gd name="connsiteY0" fmla="*/ 115072 h 377010"/>
              <a:gd name="connsiteX1" fmla="*/ 1233487 w 2999040"/>
              <a:gd name="connsiteY1" fmla="*/ 57922 h 377010"/>
              <a:gd name="connsiteX2" fmla="*/ 2538413 w 2999040"/>
              <a:gd name="connsiteY2" fmla="*/ 771 h 377010"/>
              <a:gd name="connsiteX3" fmla="*/ 2995612 w 2999040"/>
              <a:gd name="connsiteY3" fmla="*/ 124597 h 377010"/>
              <a:gd name="connsiteX4" fmla="*/ 2724149 w 2999040"/>
              <a:gd name="connsiteY4" fmla="*/ 315097 h 377010"/>
              <a:gd name="connsiteX5" fmla="*/ 2295525 w 2999040"/>
              <a:gd name="connsiteY5" fmla="*/ 329385 h 377010"/>
              <a:gd name="connsiteX6" fmla="*/ 1771650 w 2999040"/>
              <a:gd name="connsiteY6" fmla="*/ 357960 h 377010"/>
              <a:gd name="connsiteX7" fmla="*/ 1143000 w 2999040"/>
              <a:gd name="connsiteY7" fmla="*/ 367485 h 377010"/>
              <a:gd name="connsiteX8" fmla="*/ 600075 w 2999040"/>
              <a:gd name="connsiteY8" fmla="*/ 377010 h 377010"/>
              <a:gd name="connsiteX9" fmla="*/ 0 w 2999040"/>
              <a:gd name="connsiteY9" fmla="*/ 338909 h 377010"/>
              <a:gd name="connsiteX0" fmla="*/ 185737 w 2999040"/>
              <a:gd name="connsiteY0" fmla="*/ 115072 h 377010"/>
              <a:gd name="connsiteX1" fmla="*/ 1233487 w 2999040"/>
              <a:gd name="connsiteY1" fmla="*/ 57922 h 377010"/>
              <a:gd name="connsiteX2" fmla="*/ 2538413 w 2999040"/>
              <a:gd name="connsiteY2" fmla="*/ 771 h 377010"/>
              <a:gd name="connsiteX3" fmla="*/ 2995612 w 2999040"/>
              <a:gd name="connsiteY3" fmla="*/ 124597 h 377010"/>
              <a:gd name="connsiteX4" fmla="*/ 2724149 w 2999040"/>
              <a:gd name="connsiteY4" fmla="*/ 315097 h 377010"/>
              <a:gd name="connsiteX5" fmla="*/ 2295525 w 2999040"/>
              <a:gd name="connsiteY5" fmla="*/ 329385 h 377010"/>
              <a:gd name="connsiteX6" fmla="*/ 1771650 w 2999040"/>
              <a:gd name="connsiteY6" fmla="*/ 357960 h 377010"/>
              <a:gd name="connsiteX7" fmla="*/ 1143000 w 2999040"/>
              <a:gd name="connsiteY7" fmla="*/ 367485 h 377010"/>
              <a:gd name="connsiteX8" fmla="*/ 600075 w 2999040"/>
              <a:gd name="connsiteY8" fmla="*/ 377010 h 377010"/>
              <a:gd name="connsiteX9" fmla="*/ 0 w 2999040"/>
              <a:gd name="connsiteY9" fmla="*/ 338909 h 377010"/>
              <a:gd name="connsiteX0" fmla="*/ 185737 w 2995753"/>
              <a:gd name="connsiteY0" fmla="*/ 127030 h 388968"/>
              <a:gd name="connsiteX1" fmla="*/ 1233487 w 2995753"/>
              <a:gd name="connsiteY1" fmla="*/ 69880 h 388968"/>
              <a:gd name="connsiteX2" fmla="*/ 2538413 w 2995753"/>
              <a:gd name="connsiteY2" fmla="*/ 12729 h 388968"/>
              <a:gd name="connsiteX3" fmla="*/ 2995612 w 2995753"/>
              <a:gd name="connsiteY3" fmla="*/ 136555 h 388968"/>
              <a:gd name="connsiteX4" fmla="*/ 2724149 w 2995753"/>
              <a:gd name="connsiteY4" fmla="*/ 327055 h 388968"/>
              <a:gd name="connsiteX5" fmla="*/ 2295525 w 2995753"/>
              <a:gd name="connsiteY5" fmla="*/ 341343 h 388968"/>
              <a:gd name="connsiteX6" fmla="*/ 1771650 w 2995753"/>
              <a:gd name="connsiteY6" fmla="*/ 369918 h 388968"/>
              <a:gd name="connsiteX7" fmla="*/ 1143000 w 2995753"/>
              <a:gd name="connsiteY7" fmla="*/ 379443 h 388968"/>
              <a:gd name="connsiteX8" fmla="*/ 600075 w 2995753"/>
              <a:gd name="connsiteY8" fmla="*/ 388968 h 388968"/>
              <a:gd name="connsiteX9" fmla="*/ 0 w 2995753"/>
              <a:gd name="connsiteY9" fmla="*/ 350867 h 388968"/>
              <a:gd name="connsiteX0" fmla="*/ 185737 w 2997904"/>
              <a:gd name="connsiteY0" fmla="*/ 126761 h 388699"/>
              <a:gd name="connsiteX1" fmla="*/ 1233487 w 2997904"/>
              <a:gd name="connsiteY1" fmla="*/ 69611 h 388699"/>
              <a:gd name="connsiteX2" fmla="*/ 2538413 w 2997904"/>
              <a:gd name="connsiteY2" fmla="*/ 12460 h 388699"/>
              <a:gd name="connsiteX3" fmla="*/ 2995612 w 2997904"/>
              <a:gd name="connsiteY3" fmla="*/ 136286 h 388699"/>
              <a:gd name="connsiteX4" fmla="*/ 2724149 w 2997904"/>
              <a:gd name="connsiteY4" fmla="*/ 326786 h 388699"/>
              <a:gd name="connsiteX5" fmla="*/ 2295525 w 2997904"/>
              <a:gd name="connsiteY5" fmla="*/ 341074 h 388699"/>
              <a:gd name="connsiteX6" fmla="*/ 1771650 w 2997904"/>
              <a:gd name="connsiteY6" fmla="*/ 369649 h 388699"/>
              <a:gd name="connsiteX7" fmla="*/ 1143000 w 2997904"/>
              <a:gd name="connsiteY7" fmla="*/ 379174 h 388699"/>
              <a:gd name="connsiteX8" fmla="*/ 600075 w 2997904"/>
              <a:gd name="connsiteY8" fmla="*/ 388699 h 388699"/>
              <a:gd name="connsiteX9" fmla="*/ 0 w 2997904"/>
              <a:gd name="connsiteY9" fmla="*/ 350598 h 388699"/>
              <a:gd name="connsiteX0" fmla="*/ 185737 w 2999040"/>
              <a:gd name="connsiteY0" fmla="*/ 115072 h 377010"/>
              <a:gd name="connsiteX1" fmla="*/ 1233487 w 2999040"/>
              <a:gd name="connsiteY1" fmla="*/ 57922 h 377010"/>
              <a:gd name="connsiteX2" fmla="*/ 2538413 w 2999040"/>
              <a:gd name="connsiteY2" fmla="*/ 771 h 377010"/>
              <a:gd name="connsiteX3" fmla="*/ 2995612 w 2999040"/>
              <a:gd name="connsiteY3" fmla="*/ 124597 h 377010"/>
              <a:gd name="connsiteX4" fmla="*/ 2724149 w 2999040"/>
              <a:gd name="connsiteY4" fmla="*/ 315097 h 377010"/>
              <a:gd name="connsiteX5" fmla="*/ 2295525 w 2999040"/>
              <a:gd name="connsiteY5" fmla="*/ 329385 h 377010"/>
              <a:gd name="connsiteX6" fmla="*/ 1771650 w 2999040"/>
              <a:gd name="connsiteY6" fmla="*/ 357960 h 377010"/>
              <a:gd name="connsiteX7" fmla="*/ 1143000 w 2999040"/>
              <a:gd name="connsiteY7" fmla="*/ 367485 h 377010"/>
              <a:gd name="connsiteX8" fmla="*/ 600075 w 2999040"/>
              <a:gd name="connsiteY8" fmla="*/ 377010 h 377010"/>
              <a:gd name="connsiteX9" fmla="*/ 0 w 2999040"/>
              <a:gd name="connsiteY9" fmla="*/ 338909 h 377010"/>
              <a:gd name="connsiteX0" fmla="*/ 185737 w 3001208"/>
              <a:gd name="connsiteY0" fmla="*/ 115072 h 377010"/>
              <a:gd name="connsiteX1" fmla="*/ 1233487 w 3001208"/>
              <a:gd name="connsiteY1" fmla="*/ 57922 h 377010"/>
              <a:gd name="connsiteX2" fmla="*/ 2538413 w 3001208"/>
              <a:gd name="connsiteY2" fmla="*/ 771 h 377010"/>
              <a:gd name="connsiteX3" fmla="*/ 2995612 w 3001208"/>
              <a:gd name="connsiteY3" fmla="*/ 124597 h 377010"/>
              <a:gd name="connsiteX4" fmla="*/ 2724149 w 3001208"/>
              <a:gd name="connsiteY4" fmla="*/ 315097 h 377010"/>
              <a:gd name="connsiteX5" fmla="*/ 1771650 w 3001208"/>
              <a:gd name="connsiteY5" fmla="*/ 357960 h 377010"/>
              <a:gd name="connsiteX6" fmla="*/ 1143000 w 3001208"/>
              <a:gd name="connsiteY6" fmla="*/ 367485 h 377010"/>
              <a:gd name="connsiteX7" fmla="*/ 600075 w 3001208"/>
              <a:gd name="connsiteY7" fmla="*/ 377010 h 377010"/>
              <a:gd name="connsiteX8" fmla="*/ 0 w 3001208"/>
              <a:gd name="connsiteY8" fmla="*/ 338909 h 377010"/>
              <a:gd name="connsiteX0" fmla="*/ 185737 w 3001208"/>
              <a:gd name="connsiteY0" fmla="*/ 114301 h 376239"/>
              <a:gd name="connsiteX1" fmla="*/ 1233487 w 3001208"/>
              <a:gd name="connsiteY1" fmla="*/ 57151 h 376239"/>
              <a:gd name="connsiteX2" fmla="*/ 2538413 w 3001208"/>
              <a:gd name="connsiteY2" fmla="*/ 0 h 376239"/>
              <a:gd name="connsiteX3" fmla="*/ 2995612 w 3001208"/>
              <a:gd name="connsiteY3" fmla="*/ 123826 h 376239"/>
              <a:gd name="connsiteX4" fmla="*/ 2724149 w 3001208"/>
              <a:gd name="connsiteY4" fmla="*/ 314326 h 376239"/>
              <a:gd name="connsiteX5" fmla="*/ 1771650 w 3001208"/>
              <a:gd name="connsiteY5" fmla="*/ 357189 h 376239"/>
              <a:gd name="connsiteX6" fmla="*/ 1143000 w 3001208"/>
              <a:gd name="connsiteY6" fmla="*/ 366714 h 376239"/>
              <a:gd name="connsiteX7" fmla="*/ 600075 w 3001208"/>
              <a:gd name="connsiteY7" fmla="*/ 376239 h 376239"/>
              <a:gd name="connsiteX8" fmla="*/ 0 w 3001208"/>
              <a:gd name="connsiteY8" fmla="*/ 338138 h 376239"/>
              <a:gd name="connsiteX0" fmla="*/ 185737 w 2998729"/>
              <a:gd name="connsiteY0" fmla="*/ 114301 h 376239"/>
              <a:gd name="connsiteX1" fmla="*/ 1233487 w 2998729"/>
              <a:gd name="connsiteY1" fmla="*/ 57151 h 376239"/>
              <a:gd name="connsiteX2" fmla="*/ 2538413 w 2998729"/>
              <a:gd name="connsiteY2" fmla="*/ 0 h 376239"/>
              <a:gd name="connsiteX3" fmla="*/ 2995612 w 2998729"/>
              <a:gd name="connsiteY3" fmla="*/ 123826 h 376239"/>
              <a:gd name="connsiteX4" fmla="*/ 2724149 w 2998729"/>
              <a:gd name="connsiteY4" fmla="*/ 314326 h 376239"/>
              <a:gd name="connsiteX5" fmla="*/ 1771650 w 2998729"/>
              <a:gd name="connsiteY5" fmla="*/ 357189 h 376239"/>
              <a:gd name="connsiteX6" fmla="*/ 1143000 w 2998729"/>
              <a:gd name="connsiteY6" fmla="*/ 366714 h 376239"/>
              <a:gd name="connsiteX7" fmla="*/ 600075 w 2998729"/>
              <a:gd name="connsiteY7" fmla="*/ 376239 h 376239"/>
              <a:gd name="connsiteX8" fmla="*/ 0 w 2998729"/>
              <a:gd name="connsiteY8" fmla="*/ 338138 h 376239"/>
              <a:gd name="connsiteX0" fmla="*/ 185737 w 3013726"/>
              <a:gd name="connsiteY0" fmla="*/ 114301 h 376239"/>
              <a:gd name="connsiteX1" fmla="*/ 1233487 w 3013726"/>
              <a:gd name="connsiteY1" fmla="*/ 57151 h 376239"/>
              <a:gd name="connsiteX2" fmla="*/ 2538413 w 3013726"/>
              <a:gd name="connsiteY2" fmla="*/ 0 h 376239"/>
              <a:gd name="connsiteX3" fmla="*/ 2995612 w 3013726"/>
              <a:gd name="connsiteY3" fmla="*/ 123826 h 376239"/>
              <a:gd name="connsiteX4" fmla="*/ 2724149 w 3013726"/>
              <a:gd name="connsiteY4" fmla="*/ 314326 h 376239"/>
              <a:gd name="connsiteX5" fmla="*/ 1771650 w 3013726"/>
              <a:gd name="connsiteY5" fmla="*/ 357189 h 376239"/>
              <a:gd name="connsiteX6" fmla="*/ 1143000 w 3013726"/>
              <a:gd name="connsiteY6" fmla="*/ 366714 h 376239"/>
              <a:gd name="connsiteX7" fmla="*/ 600075 w 3013726"/>
              <a:gd name="connsiteY7" fmla="*/ 376239 h 376239"/>
              <a:gd name="connsiteX8" fmla="*/ 0 w 3013726"/>
              <a:gd name="connsiteY8" fmla="*/ 338138 h 376239"/>
              <a:gd name="connsiteX0" fmla="*/ 185737 w 2996767"/>
              <a:gd name="connsiteY0" fmla="*/ 114301 h 376239"/>
              <a:gd name="connsiteX1" fmla="*/ 1233487 w 2996767"/>
              <a:gd name="connsiteY1" fmla="*/ 57151 h 376239"/>
              <a:gd name="connsiteX2" fmla="*/ 2538413 w 2996767"/>
              <a:gd name="connsiteY2" fmla="*/ 0 h 376239"/>
              <a:gd name="connsiteX3" fmla="*/ 2995612 w 2996767"/>
              <a:gd name="connsiteY3" fmla="*/ 123826 h 376239"/>
              <a:gd name="connsiteX4" fmla="*/ 2724149 w 2996767"/>
              <a:gd name="connsiteY4" fmla="*/ 314326 h 376239"/>
              <a:gd name="connsiteX5" fmla="*/ 1771650 w 2996767"/>
              <a:gd name="connsiteY5" fmla="*/ 357189 h 376239"/>
              <a:gd name="connsiteX6" fmla="*/ 1143000 w 2996767"/>
              <a:gd name="connsiteY6" fmla="*/ 366714 h 376239"/>
              <a:gd name="connsiteX7" fmla="*/ 600075 w 2996767"/>
              <a:gd name="connsiteY7" fmla="*/ 376239 h 376239"/>
              <a:gd name="connsiteX8" fmla="*/ 0 w 2996767"/>
              <a:gd name="connsiteY8" fmla="*/ 338138 h 376239"/>
              <a:gd name="connsiteX0" fmla="*/ 185737 w 3001208"/>
              <a:gd name="connsiteY0" fmla="*/ 90488 h 352426"/>
              <a:gd name="connsiteX1" fmla="*/ 1233487 w 3001208"/>
              <a:gd name="connsiteY1" fmla="*/ 33338 h 352426"/>
              <a:gd name="connsiteX2" fmla="*/ 2538413 w 3001208"/>
              <a:gd name="connsiteY2" fmla="*/ 0 h 352426"/>
              <a:gd name="connsiteX3" fmla="*/ 2995612 w 3001208"/>
              <a:gd name="connsiteY3" fmla="*/ 100013 h 352426"/>
              <a:gd name="connsiteX4" fmla="*/ 2724149 w 3001208"/>
              <a:gd name="connsiteY4" fmla="*/ 290513 h 352426"/>
              <a:gd name="connsiteX5" fmla="*/ 1771650 w 3001208"/>
              <a:gd name="connsiteY5" fmla="*/ 333376 h 352426"/>
              <a:gd name="connsiteX6" fmla="*/ 1143000 w 3001208"/>
              <a:gd name="connsiteY6" fmla="*/ 342901 h 352426"/>
              <a:gd name="connsiteX7" fmla="*/ 600075 w 3001208"/>
              <a:gd name="connsiteY7" fmla="*/ 352426 h 352426"/>
              <a:gd name="connsiteX8" fmla="*/ 0 w 3001208"/>
              <a:gd name="connsiteY8" fmla="*/ 314325 h 352426"/>
              <a:gd name="connsiteX0" fmla="*/ 185737 w 2998729"/>
              <a:gd name="connsiteY0" fmla="*/ 90590 h 352528"/>
              <a:gd name="connsiteX1" fmla="*/ 1233487 w 2998729"/>
              <a:gd name="connsiteY1" fmla="*/ 33440 h 352528"/>
              <a:gd name="connsiteX2" fmla="*/ 2538413 w 2998729"/>
              <a:gd name="connsiteY2" fmla="*/ 102 h 352528"/>
              <a:gd name="connsiteX3" fmla="*/ 2995612 w 2998729"/>
              <a:gd name="connsiteY3" fmla="*/ 100115 h 352528"/>
              <a:gd name="connsiteX4" fmla="*/ 2724149 w 2998729"/>
              <a:gd name="connsiteY4" fmla="*/ 290615 h 352528"/>
              <a:gd name="connsiteX5" fmla="*/ 1771650 w 2998729"/>
              <a:gd name="connsiteY5" fmla="*/ 333478 h 352528"/>
              <a:gd name="connsiteX6" fmla="*/ 1143000 w 2998729"/>
              <a:gd name="connsiteY6" fmla="*/ 343003 h 352528"/>
              <a:gd name="connsiteX7" fmla="*/ 600075 w 2998729"/>
              <a:gd name="connsiteY7" fmla="*/ 352528 h 352528"/>
              <a:gd name="connsiteX8" fmla="*/ 0 w 2998729"/>
              <a:gd name="connsiteY8" fmla="*/ 314427 h 352528"/>
              <a:gd name="connsiteX0" fmla="*/ 185737 w 3001208"/>
              <a:gd name="connsiteY0" fmla="*/ 90488 h 352426"/>
              <a:gd name="connsiteX1" fmla="*/ 1233487 w 3001208"/>
              <a:gd name="connsiteY1" fmla="*/ 33338 h 352426"/>
              <a:gd name="connsiteX2" fmla="*/ 2538413 w 3001208"/>
              <a:gd name="connsiteY2" fmla="*/ 0 h 352426"/>
              <a:gd name="connsiteX3" fmla="*/ 2995612 w 3001208"/>
              <a:gd name="connsiteY3" fmla="*/ 100013 h 352426"/>
              <a:gd name="connsiteX4" fmla="*/ 2724149 w 3001208"/>
              <a:gd name="connsiteY4" fmla="*/ 290513 h 352426"/>
              <a:gd name="connsiteX5" fmla="*/ 1771650 w 3001208"/>
              <a:gd name="connsiteY5" fmla="*/ 333376 h 352426"/>
              <a:gd name="connsiteX6" fmla="*/ 1143000 w 3001208"/>
              <a:gd name="connsiteY6" fmla="*/ 342901 h 352426"/>
              <a:gd name="connsiteX7" fmla="*/ 600075 w 3001208"/>
              <a:gd name="connsiteY7" fmla="*/ 352426 h 352426"/>
              <a:gd name="connsiteX8" fmla="*/ 0 w 3001208"/>
              <a:gd name="connsiteY8" fmla="*/ 314325 h 352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01208" h="352426">
                <a:moveTo>
                  <a:pt x="185737" y="90488"/>
                </a:moveTo>
                <a:cubicBezTo>
                  <a:pt x="609343" y="101079"/>
                  <a:pt x="841374" y="48419"/>
                  <a:pt x="1233487" y="33338"/>
                </a:cubicBezTo>
                <a:cubicBezTo>
                  <a:pt x="1625600" y="18257"/>
                  <a:pt x="2103438" y="11113"/>
                  <a:pt x="2538413" y="0"/>
                </a:cubicBezTo>
                <a:cubicBezTo>
                  <a:pt x="2832100" y="11112"/>
                  <a:pt x="2964656" y="-5556"/>
                  <a:pt x="2995612" y="100013"/>
                </a:cubicBezTo>
                <a:cubicBezTo>
                  <a:pt x="3026568" y="205582"/>
                  <a:pt x="2928143" y="251619"/>
                  <a:pt x="2724149" y="290513"/>
                </a:cubicBezTo>
                <a:cubicBezTo>
                  <a:pt x="2520155" y="329407"/>
                  <a:pt x="2035175" y="324645"/>
                  <a:pt x="1771650" y="333376"/>
                </a:cubicBezTo>
                <a:lnTo>
                  <a:pt x="1143000" y="342901"/>
                </a:lnTo>
                <a:lnTo>
                  <a:pt x="600075" y="352426"/>
                </a:lnTo>
                <a:cubicBezTo>
                  <a:pt x="411163" y="348457"/>
                  <a:pt x="123031" y="321270"/>
                  <a:pt x="0" y="314325"/>
                </a:cubicBezTo>
              </a:path>
            </a:pathLst>
          </a:custGeom>
          <a:noFill/>
          <a:ln>
            <a:solidFill>
              <a:schemeClr val="bg1">
                <a:lumMod val="50000"/>
              </a:schemeClr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183F2D48-E973-5EB6-5E78-DA011FB4FBF7}"/>
              </a:ext>
            </a:extLst>
          </p:cNvPr>
          <p:cNvGrpSpPr/>
          <p:nvPr/>
        </p:nvGrpSpPr>
        <p:grpSpPr>
          <a:xfrm rot="21398228" flipH="1">
            <a:off x="8174599" y="1140697"/>
            <a:ext cx="374873" cy="1166883"/>
            <a:chOff x="2790662" y="2947724"/>
            <a:chExt cx="964324" cy="3154072"/>
          </a:xfrm>
          <a:solidFill>
            <a:srgbClr val="FFFBF1"/>
          </a:solidFill>
        </p:grpSpPr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2F75A944-4BDD-7C8D-1BA5-193336197272}"/>
                </a:ext>
              </a:extLst>
            </p:cNvPr>
            <p:cNvSpPr/>
            <p:nvPr/>
          </p:nvSpPr>
          <p:spPr>
            <a:xfrm rot="261312">
              <a:off x="3200574" y="4115116"/>
              <a:ext cx="317645" cy="489039"/>
            </a:xfrm>
            <a:custGeom>
              <a:avLst/>
              <a:gdLst>
                <a:gd name="connsiteX0" fmla="*/ 0 w 748958"/>
                <a:gd name="connsiteY0" fmla="*/ 0 h 869950"/>
                <a:gd name="connsiteX1" fmla="*/ 69850 w 748958"/>
                <a:gd name="connsiteY1" fmla="*/ 168275 h 869950"/>
                <a:gd name="connsiteX2" fmla="*/ 136525 w 748958"/>
                <a:gd name="connsiteY2" fmla="*/ 320675 h 869950"/>
                <a:gd name="connsiteX3" fmla="*/ 450850 w 748958"/>
                <a:gd name="connsiteY3" fmla="*/ 704850 h 869950"/>
                <a:gd name="connsiteX4" fmla="*/ 552450 w 748958"/>
                <a:gd name="connsiteY4" fmla="*/ 787400 h 869950"/>
                <a:gd name="connsiteX5" fmla="*/ 625475 w 748958"/>
                <a:gd name="connsiteY5" fmla="*/ 812800 h 869950"/>
                <a:gd name="connsiteX6" fmla="*/ 720725 w 748958"/>
                <a:gd name="connsiteY6" fmla="*/ 866775 h 869950"/>
                <a:gd name="connsiteX7" fmla="*/ 742950 w 748958"/>
                <a:gd name="connsiteY7" fmla="*/ 869950 h 869950"/>
                <a:gd name="connsiteX8" fmla="*/ 746125 w 748958"/>
                <a:gd name="connsiteY8" fmla="*/ 771525 h 869950"/>
                <a:gd name="connsiteX9" fmla="*/ 641350 w 748958"/>
                <a:gd name="connsiteY9" fmla="*/ 600075 h 869950"/>
                <a:gd name="connsiteX10" fmla="*/ 622300 w 748958"/>
                <a:gd name="connsiteY10" fmla="*/ 581025 h 869950"/>
                <a:gd name="connsiteX11" fmla="*/ 574675 w 748958"/>
                <a:gd name="connsiteY11" fmla="*/ 546100 h 869950"/>
                <a:gd name="connsiteX12" fmla="*/ 349250 w 748958"/>
                <a:gd name="connsiteY12" fmla="*/ 346075 h 869950"/>
                <a:gd name="connsiteX13" fmla="*/ 276225 w 748958"/>
                <a:gd name="connsiteY13" fmla="*/ 276225 h 869950"/>
                <a:gd name="connsiteX14" fmla="*/ 260350 w 748958"/>
                <a:gd name="connsiteY14" fmla="*/ 250825 h 869950"/>
                <a:gd name="connsiteX15" fmla="*/ 244475 w 748958"/>
                <a:gd name="connsiteY15" fmla="*/ 228600 h 869950"/>
                <a:gd name="connsiteX16" fmla="*/ 231775 w 748958"/>
                <a:gd name="connsiteY16" fmla="*/ 196850 h 869950"/>
                <a:gd name="connsiteX17" fmla="*/ 209550 w 748958"/>
                <a:gd name="connsiteY17" fmla="*/ 127000 h 869950"/>
                <a:gd name="connsiteX0" fmla="*/ 0 w 748958"/>
                <a:gd name="connsiteY0" fmla="*/ 0 h 869950"/>
                <a:gd name="connsiteX1" fmla="*/ 69850 w 748958"/>
                <a:gd name="connsiteY1" fmla="*/ 168275 h 869950"/>
                <a:gd name="connsiteX2" fmla="*/ 136525 w 748958"/>
                <a:gd name="connsiteY2" fmla="*/ 320675 h 869950"/>
                <a:gd name="connsiteX3" fmla="*/ 450850 w 748958"/>
                <a:gd name="connsiteY3" fmla="*/ 704850 h 869950"/>
                <a:gd name="connsiteX4" fmla="*/ 552450 w 748958"/>
                <a:gd name="connsiteY4" fmla="*/ 787400 h 869950"/>
                <a:gd name="connsiteX5" fmla="*/ 625475 w 748958"/>
                <a:gd name="connsiteY5" fmla="*/ 812800 h 869950"/>
                <a:gd name="connsiteX6" fmla="*/ 720725 w 748958"/>
                <a:gd name="connsiteY6" fmla="*/ 866775 h 869950"/>
                <a:gd name="connsiteX7" fmla="*/ 742950 w 748958"/>
                <a:gd name="connsiteY7" fmla="*/ 869950 h 869950"/>
                <a:gd name="connsiteX8" fmla="*/ 746125 w 748958"/>
                <a:gd name="connsiteY8" fmla="*/ 771525 h 869950"/>
                <a:gd name="connsiteX9" fmla="*/ 641350 w 748958"/>
                <a:gd name="connsiteY9" fmla="*/ 600075 h 869950"/>
                <a:gd name="connsiteX10" fmla="*/ 622300 w 748958"/>
                <a:gd name="connsiteY10" fmla="*/ 581025 h 869950"/>
                <a:gd name="connsiteX11" fmla="*/ 574675 w 748958"/>
                <a:gd name="connsiteY11" fmla="*/ 546100 h 869950"/>
                <a:gd name="connsiteX12" fmla="*/ 349250 w 748958"/>
                <a:gd name="connsiteY12" fmla="*/ 346075 h 869950"/>
                <a:gd name="connsiteX13" fmla="*/ 276225 w 748958"/>
                <a:gd name="connsiteY13" fmla="*/ 276225 h 869950"/>
                <a:gd name="connsiteX14" fmla="*/ 244475 w 748958"/>
                <a:gd name="connsiteY14" fmla="*/ 228600 h 869950"/>
                <a:gd name="connsiteX15" fmla="*/ 231775 w 748958"/>
                <a:gd name="connsiteY15" fmla="*/ 196850 h 869950"/>
                <a:gd name="connsiteX16" fmla="*/ 209550 w 748958"/>
                <a:gd name="connsiteY16" fmla="*/ 127000 h 869950"/>
                <a:gd name="connsiteX0" fmla="*/ 0 w 748958"/>
                <a:gd name="connsiteY0" fmla="*/ 0 h 869950"/>
                <a:gd name="connsiteX1" fmla="*/ 69850 w 748958"/>
                <a:gd name="connsiteY1" fmla="*/ 168275 h 869950"/>
                <a:gd name="connsiteX2" fmla="*/ 136525 w 748958"/>
                <a:gd name="connsiteY2" fmla="*/ 320675 h 869950"/>
                <a:gd name="connsiteX3" fmla="*/ 450850 w 748958"/>
                <a:gd name="connsiteY3" fmla="*/ 704850 h 869950"/>
                <a:gd name="connsiteX4" fmla="*/ 552450 w 748958"/>
                <a:gd name="connsiteY4" fmla="*/ 787400 h 869950"/>
                <a:gd name="connsiteX5" fmla="*/ 625475 w 748958"/>
                <a:gd name="connsiteY5" fmla="*/ 812800 h 869950"/>
                <a:gd name="connsiteX6" fmla="*/ 720725 w 748958"/>
                <a:gd name="connsiteY6" fmla="*/ 866775 h 869950"/>
                <a:gd name="connsiteX7" fmla="*/ 742950 w 748958"/>
                <a:gd name="connsiteY7" fmla="*/ 869950 h 869950"/>
                <a:gd name="connsiteX8" fmla="*/ 746125 w 748958"/>
                <a:gd name="connsiteY8" fmla="*/ 771525 h 869950"/>
                <a:gd name="connsiteX9" fmla="*/ 641350 w 748958"/>
                <a:gd name="connsiteY9" fmla="*/ 600075 h 869950"/>
                <a:gd name="connsiteX10" fmla="*/ 622300 w 748958"/>
                <a:gd name="connsiteY10" fmla="*/ 581025 h 869950"/>
                <a:gd name="connsiteX11" fmla="*/ 574675 w 748958"/>
                <a:gd name="connsiteY11" fmla="*/ 546100 h 869950"/>
                <a:gd name="connsiteX12" fmla="*/ 349250 w 748958"/>
                <a:gd name="connsiteY12" fmla="*/ 346075 h 869950"/>
                <a:gd name="connsiteX13" fmla="*/ 276225 w 748958"/>
                <a:gd name="connsiteY13" fmla="*/ 276225 h 869950"/>
                <a:gd name="connsiteX14" fmla="*/ 244475 w 748958"/>
                <a:gd name="connsiteY14" fmla="*/ 228600 h 869950"/>
                <a:gd name="connsiteX15" fmla="*/ 209550 w 748958"/>
                <a:gd name="connsiteY15" fmla="*/ 127000 h 869950"/>
                <a:gd name="connsiteX0" fmla="*/ 0 w 748958"/>
                <a:gd name="connsiteY0" fmla="*/ 0 h 869950"/>
                <a:gd name="connsiteX1" fmla="*/ 69850 w 748958"/>
                <a:gd name="connsiteY1" fmla="*/ 168275 h 869950"/>
                <a:gd name="connsiteX2" fmla="*/ 136525 w 748958"/>
                <a:gd name="connsiteY2" fmla="*/ 320675 h 869950"/>
                <a:gd name="connsiteX3" fmla="*/ 450850 w 748958"/>
                <a:gd name="connsiteY3" fmla="*/ 704850 h 869950"/>
                <a:gd name="connsiteX4" fmla="*/ 552450 w 748958"/>
                <a:gd name="connsiteY4" fmla="*/ 787400 h 869950"/>
                <a:gd name="connsiteX5" fmla="*/ 625475 w 748958"/>
                <a:gd name="connsiteY5" fmla="*/ 812800 h 869950"/>
                <a:gd name="connsiteX6" fmla="*/ 720725 w 748958"/>
                <a:gd name="connsiteY6" fmla="*/ 866775 h 869950"/>
                <a:gd name="connsiteX7" fmla="*/ 742950 w 748958"/>
                <a:gd name="connsiteY7" fmla="*/ 869950 h 869950"/>
                <a:gd name="connsiteX8" fmla="*/ 746125 w 748958"/>
                <a:gd name="connsiteY8" fmla="*/ 771525 h 869950"/>
                <a:gd name="connsiteX9" fmla="*/ 641350 w 748958"/>
                <a:gd name="connsiteY9" fmla="*/ 600075 h 869950"/>
                <a:gd name="connsiteX10" fmla="*/ 622300 w 748958"/>
                <a:gd name="connsiteY10" fmla="*/ 581025 h 869950"/>
                <a:gd name="connsiteX11" fmla="*/ 574675 w 748958"/>
                <a:gd name="connsiteY11" fmla="*/ 546100 h 869950"/>
                <a:gd name="connsiteX12" fmla="*/ 349250 w 748958"/>
                <a:gd name="connsiteY12" fmla="*/ 346075 h 869950"/>
                <a:gd name="connsiteX13" fmla="*/ 276225 w 748958"/>
                <a:gd name="connsiteY13" fmla="*/ 276225 h 869950"/>
                <a:gd name="connsiteX14" fmla="*/ 244475 w 748958"/>
                <a:gd name="connsiteY14" fmla="*/ 228600 h 869950"/>
                <a:gd name="connsiteX15" fmla="*/ 228600 w 748958"/>
                <a:gd name="connsiteY15" fmla="*/ 50800 h 869950"/>
                <a:gd name="connsiteX0" fmla="*/ 0 w 748958"/>
                <a:gd name="connsiteY0" fmla="*/ 0 h 869950"/>
                <a:gd name="connsiteX1" fmla="*/ 69850 w 748958"/>
                <a:gd name="connsiteY1" fmla="*/ 168275 h 869950"/>
                <a:gd name="connsiteX2" fmla="*/ 136525 w 748958"/>
                <a:gd name="connsiteY2" fmla="*/ 320675 h 869950"/>
                <a:gd name="connsiteX3" fmla="*/ 450850 w 748958"/>
                <a:gd name="connsiteY3" fmla="*/ 704850 h 869950"/>
                <a:gd name="connsiteX4" fmla="*/ 552450 w 748958"/>
                <a:gd name="connsiteY4" fmla="*/ 787400 h 869950"/>
                <a:gd name="connsiteX5" fmla="*/ 625475 w 748958"/>
                <a:gd name="connsiteY5" fmla="*/ 812800 h 869950"/>
                <a:gd name="connsiteX6" fmla="*/ 720725 w 748958"/>
                <a:gd name="connsiteY6" fmla="*/ 866775 h 869950"/>
                <a:gd name="connsiteX7" fmla="*/ 742950 w 748958"/>
                <a:gd name="connsiteY7" fmla="*/ 869950 h 869950"/>
                <a:gd name="connsiteX8" fmla="*/ 746125 w 748958"/>
                <a:gd name="connsiteY8" fmla="*/ 771525 h 869950"/>
                <a:gd name="connsiteX9" fmla="*/ 641350 w 748958"/>
                <a:gd name="connsiteY9" fmla="*/ 600075 h 869950"/>
                <a:gd name="connsiteX10" fmla="*/ 622300 w 748958"/>
                <a:gd name="connsiteY10" fmla="*/ 581025 h 869950"/>
                <a:gd name="connsiteX11" fmla="*/ 574675 w 748958"/>
                <a:gd name="connsiteY11" fmla="*/ 546100 h 869950"/>
                <a:gd name="connsiteX12" fmla="*/ 349250 w 748958"/>
                <a:gd name="connsiteY12" fmla="*/ 346075 h 869950"/>
                <a:gd name="connsiteX13" fmla="*/ 276225 w 748958"/>
                <a:gd name="connsiteY13" fmla="*/ 276225 h 869950"/>
                <a:gd name="connsiteX14" fmla="*/ 260350 w 748958"/>
                <a:gd name="connsiteY14" fmla="*/ 184150 h 869950"/>
                <a:gd name="connsiteX15" fmla="*/ 228600 w 748958"/>
                <a:gd name="connsiteY15" fmla="*/ 50800 h 869950"/>
                <a:gd name="connsiteX0" fmla="*/ 0 w 748958"/>
                <a:gd name="connsiteY0" fmla="*/ 0 h 869950"/>
                <a:gd name="connsiteX1" fmla="*/ 69850 w 748958"/>
                <a:gd name="connsiteY1" fmla="*/ 168275 h 869950"/>
                <a:gd name="connsiteX2" fmla="*/ 136525 w 748958"/>
                <a:gd name="connsiteY2" fmla="*/ 320675 h 869950"/>
                <a:gd name="connsiteX3" fmla="*/ 450850 w 748958"/>
                <a:gd name="connsiteY3" fmla="*/ 704850 h 869950"/>
                <a:gd name="connsiteX4" fmla="*/ 552450 w 748958"/>
                <a:gd name="connsiteY4" fmla="*/ 787400 h 869950"/>
                <a:gd name="connsiteX5" fmla="*/ 625475 w 748958"/>
                <a:gd name="connsiteY5" fmla="*/ 812800 h 869950"/>
                <a:gd name="connsiteX6" fmla="*/ 720725 w 748958"/>
                <a:gd name="connsiteY6" fmla="*/ 866775 h 869950"/>
                <a:gd name="connsiteX7" fmla="*/ 742950 w 748958"/>
                <a:gd name="connsiteY7" fmla="*/ 869950 h 869950"/>
                <a:gd name="connsiteX8" fmla="*/ 746125 w 748958"/>
                <a:gd name="connsiteY8" fmla="*/ 771525 h 869950"/>
                <a:gd name="connsiteX9" fmla="*/ 641350 w 748958"/>
                <a:gd name="connsiteY9" fmla="*/ 600075 h 869950"/>
                <a:gd name="connsiteX10" fmla="*/ 622300 w 748958"/>
                <a:gd name="connsiteY10" fmla="*/ 581025 h 869950"/>
                <a:gd name="connsiteX11" fmla="*/ 574675 w 748958"/>
                <a:gd name="connsiteY11" fmla="*/ 546100 h 869950"/>
                <a:gd name="connsiteX12" fmla="*/ 349250 w 748958"/>
                <a:gd name="connsiteY12" fmla="*/ 346075 h 869950"/>
                <a:gd name="connsiteX13" fmla="*/ 325438 w 748958"/>
                <a:gd name="connsiteY13" fmla="*/ 398462 h 869950"/>
                <a:gd name="connsiteX14" fmla="*/ 260350 w 748958"/>
                <a:gd name="connsiteY14" fmla="*/ 184150 h 869950"/>
                <a:gd name="connsiteX15" fmla="*/ 228600 w 748958"/>
                <a:gd name="connsiteY15" fmla="*/ 50800 h 869950"/>
                <a:gd name="connsiteX0" fmla="*/ 0 w 748958"/>
                <a:gd name="connsiteY0" fmla="*/ 0 h 869950"/>
                <a:gd name="connsiteX1" fmla="*/ 69850 w 748958"/>
                <a:gd name="connsiteY1" fmla="*/ 168275 h 869950"/>
                <a:gd name="connsiteX2" fmla="*/ 136525 w 748958"/>
                <a:gd name="connsiteY2" fmla="*/ 320675 h 869950"/>
                <a:gd name="connsiteX3" fmla="*/ 450850 w 748958"/>
                <a:gd name="connsiteY3" fmla="*/ 704850 h 869950"/>
                <a:gd name="connsiteX4" fmla="*/ 552450 w 748958"/>
                <a:gd name="connsiteY4" fmla="*/ 787400 h 869950"/>
                <a:gd name="connsiteX5" fmla="*/ 625475 w 748958"/>
                <a:gd name="connsiteY5" fmla="*/ 812800 h 869950"/>
                <a:gd name="connsiteX6" fmla="*/ 720725 w 748958"/>
                <a:gd name="connsiteY6" fmla="*/ 866775 h 869950"/>
                <a:gd name="connsiteX7" fmla="*/ 742950 w 748958"/>
                <a:gd name="connsiteY7" fmla="*/ 869950 h 869950"/>
                <a:gd name="connsiteX8" fmla="*/ 746125 w 748958"/>
                <a:gd name="connsiteY8" fmla="*/ 771525 h 869950"/>
                <a:gd name="connsiteX9" fmla="*/ 641350 w 748958"/>
                <a:gd name="connsiteY9" fmla="*/ 600075 h 869950"/>
                <a:gd name="connsiteX10" fmla="*/ 622300 w 748958"/>
                <a:gd name="connsiteY10" fmla="*/ 581025 h 869950"/>
                <a:gd name="connsiteX11" fmla="*/ 574675 w 748958"/>
                <a:gd name="connsiteY11" fmla="*/ 546100 h 869950"/>
                <a:gd name="connsiteX12" fmla="*/ 484187 w 748958"/>
                <a:gd name="connsiteY12" fmla="*/ 534988 h 869950"/>
                <a:gd name="connsiteX13" fmla="*/ 325438 w 748958"/>
                <a:gd name="connsiteY13" fmla="*/ 398462 h 869950"/>
                <a:gd name="connsiteX14" fmla="*/ 260350 w 748958"/>
                <a:gd name="connsiteY14" fmla="*/ 184150 h 869950"/>
                <a:gd name="connsiteX15" fmla="*/ 228600 w 748958"/>
                <a:gd name="connsiteY15" fmla="*/ 50800 h 869950"/>
                <a:gd name="connsiteX0" fmla="*/ 0 w 754512"/>
                <a:gd name="connsiteY0" fmla="*/ 0 h 869950"/>
                <a:gd name="connsiteX1" fmla="*/ 69850 w 754512"/>
                <a:gd name="connsiteY1" fmla="*/ 168275 h 869950"/>
                <a:gd name="connsiteX2" fmla="*/ 136525 w 754512"/>
                <a:gd name="connsiteY2" fmla="*/ 320675 h 869950"/>
                <a:gd name="connsiteX3" fmla="*/ 450850 w 754512"/>
                <a:gd name="connsiteY3" fmla="*/ 704850 h 869950"/>
                <a:gd name="connsiteX4" fmla="*/ 552450 w 754512"/>
                <a:gd name="connsiteY4" fmla="*/ 787400 h 869950"/>
                <a:gd name="connsiteX5" fmla="*/ 625475 w 754512"/>
                <a:gd name="connsiteY5" fmla="*/ 812800 h 869950"/>
                <a:gd name="connsiteX6" fmla="*/ 720725 w 754512"/>
                <a:gd name="connsiteY6" fmla="*/ 866775 h 869950"/>
                <a:gd name="connsiteX7" fmla="*/ 742950 w 754512"/>
                <a:gd name="connsiteY7" fmla="*/ 869950 h 869950"/>
                <a:gd name="connsiteX8" fmla="*/ 746125 w 754512"/>
                <a:gd name="connsiteY8" fmla="*/ 771525 h 869950"/>
                <a:gd name="connsiteX9" fmla="*/ 622300 w 754512"/>
                <a:gd name="connsiteY9" fmla="*/ 581025 h 869950"/>
                <a:gd name="connsiteX10" fmla="*/ 574675 w 754512"/>
                <a:gd name="connsiteY10" fmla="*/ 546100 h 869950"/>
                <a:gd name="connsiteX11" fmla="*/ 484187 w 754512"/>
                <a:gd name="connsiteY11" fmla="*/ 534988 h 869950"/>
                <a:gd name="connsiteX12" fmla="*/ 325438 w 754512"/>
                <a:gd name="connsiteY12" fmla="*/ 398462 h 869950"/>
                <a:gd name="connsiteX13" fmla="*/ 260350 w 754512"/>
                <a:gd name="connsiteY13" fmla="*/ 184150 h 869950"/>
                <a:gd name="connsiteX14" fmla="*/ 228600 w 754512"/>
                <a:gd name="connsiteY14" fmla="*/ 50800 h 869950"/>
                <a:gd name="connsiteX0" fmla="*/ 0 w 751905"/>
                <a:gd name="connsiteY0" fmla="*/ 0 h 867380"/>
                <a:gd name="connsiteX1" fmla="*/ 69850 w 751905"/>
                <a:gd name="connsiteY1" fmla="*/ 168275 h 867380"/>
                <a:gd name="connsiteX2" fmla="*/ 136525 w 751905"/>
                <a:gd name="connsiteY2" fmla="*/ 320675 h 867380"/>
                <a:gd name="connsiteX3" fmla="*/ 450850 w 751905"/>
                <a:gd name="connsiteY3" fmla="*/ 704850 h 867380"/>
                <a:gd name="connsiteX4" fmla="*/ 552450 w 751905"/>
                <a:gd name="connsiteY4" fmla="*/ 787400 h 867380"/>
                <a:gd name="connsiteX5" fmla="*/ 625475 w 751905"/>
                <a:gd name="connsiteY5" fmla="*/ 812800 h 867380"/>
                <a:gd name="connsiteX6" fmla="*/ 720725 w 751905"/>
                <a:gd name="connsiteY6" fmla="*/ 866775 h 867380"/>
                <a:gd name="connsiteX7" fmla="*/ 746125 w 751905"/>
                <a:gd name="connsiteY7" fmla="*/ 771525 h 867380"/>
                <a:gd name="connsiteX8" fmla="*/ 622300 w 751905"/>
                <a:gd name="connsiteY8" fmla="*/ 581025 h 867380"/>
                <a:gd name="connsiteX9" fmla="*/ 574675 w 751905"/>
                <a:gd name="connsiteY9" fmla="*/ 546100 h 867380"/>
                <a:gd name="connsiteX10" fmla="*/ 484187 w 751905"/>
                <a:gd name="connsiteY10" fmla="*/ 534988 h 867380"/>
                <a:gd name="connsiteX11" fmla="*/ 325438 w 751905"/>
                <a:gd name="connsiteY11" fmla="*/ 398462 h 867380"/>
                <a:gd name="connsiteX12" fmla="*/ 260350 w 751905"/>
                <a:gd name="connsiteY12" fmla="*/ 184150 h 867380"/>
                <a:gd name="connsiteX13" fmla="*/ 228600 w 751905"/>
                <a:gd name="connsiteY13" fmla="*/ 50800 h 867380"/>
                <a:gd name="connsiteX0" fmla="*/ 0 w 751905"/>
                <a:gd name="connsiteY0" fmla="*/ 0 h 867380"/>
                <a:gd name="connsiteX1" fmla="*/ 69850 w 751905"/>
                <a:gd name="connsiteY1" fmla="*/ 168275 h 867380"/>
                <a:gd name="connsiteX2" fmla="*/ 136525 w 751905"/>
                <a:gd name="connsiteY2" fmla="*/ 320675 h 867380"/>
                <a:gd name="connsiteX3" fmla="*/ 450850 w 751905"/>
                <a:gd name="connsiteY3" fmla="*/ 704850 h 867380"/>
                <a:gd name="connsiteX4" fmla="*/ 552450 w 751905"/>
                <a:gd name="connsiteY4" fmla="*/ 787400 h 867380"/>
                <a:gd name="connsiteX5" fmla="*/ 625475 w 751905"/>
                <a:gd name="connsiteY5" fmla="*/ 812800 h 867380"/>
                <a:gd name="connsiteX6" fmla="*/ 720725 w 751905"/>
                <a:gd name="connsiteY6" fmla="*/ 866775 h 867380"/>
                <a:gd name="connsiteX7" fmla="*/ 746125 w 751905"/>
                <a:gd name="connsiteY7" fmla="*/ 771525 h 867380"/>
                <a:gd name="connsiteX8" fmla="*/ 622300 w 751905"/>
                <a:gd name="connsiteY8" fmla="*/ 581025 h 867380"/>
                <a:gd name="connsiteX9" fmla="*/ 574675 w 751905"/>
                <a:gd name="connsiteY9" fmla="*/ 612775 h 867380"/>
                <a:gd name="connsiteX10" fmla="*/ 484187 w 751905"/>
                <a:gd name="connsiteY10" fmla="*/ 534988 h 867380"/>
                <a:gd name="connsiteX11" fmla="*/ 325438 w 751905"/>
                <a:gd name="connsiteY11" fmla="*/ 398462 h 867380"/>
                <a:gd name="connsiteX12" fmla="*/ 260350 w 751905"/>
                <a:gd name="connsiteY12" fmla="*/ 184150 h 867380"/>
                <a:gd name="connsiteX13" fmla="*/ 228600 w 751905"/>
                <a:gd name="connsiteY13" fmla="*/ 50800 h 867380"/>
                <a:gd name="connsiteX0" fmla="*/ 0 w 755288"/>
                <a:gd name="connsiteY0" fmla="*/ 0 h 867380"/>
                <a:gd name="connsiteX1" fmla="*/ 69850 w 755288"/>
                <a:gd name="connsiteY1" fmla="*/ 168275 h 867380"/>
                <a:gd name="connsiteX2" fmla="*/ 136525 w 755288"/>
                <a:gd name="connsiteY2" fmla="*/ 320675 h 867380"/>
                <a:gd name="connsiteX3" fmla="*/ 450850 w 755288"/>
                <a:gd name="connsiteY3" fmla="*/ 704850 h 867380"/>
                <a:gd name="connsiteX4" fmla="*/ 552450 w 755288"/>
                <a:gd name="connsiteY4" fmla="*/ 787400 h 867380"/>
                <a:gd name="connsiteX5" fmla="*/ 625475 w 755288"/>
                <a:gd name="connsiteY5" fmla="*/ 812800 h 867380"/>
                <a:gd name="connsiteX6" fmla="*/ 720725 w 755288"/>
                <a:gd name="connsiteY6" fmla="*/ 866775 h 867380"/>
                <a:gd name="connsiteX7" fmla="*/ 746125 w 755288"/>
                <a:gd name="connsiteY7" fmla="*/ 771525 h 867380"/>
                <a:gd name="connsiteX8" fmla="*/ 574675 w 755288"/>
                <a:gd name="connsiteY8" fmla="*/ 612775 h 867380"/>
                <a:gd name="connsiteX9" fmla="*/ 484187 w 755288"/>
                <a:gd name="connsiteY9" fmla="*/ 534988 h 867380"/>
                <a:gd name="connsiteX10" fmla="*/ 325438 w 755288"/>
                <a:gd name="connsiteY10" fmla="*/ 398462 h 867380"/>
                <a:gd name="connsiteX11" fmla="*/ 260350 w 755288"/>
                <a:gd name="connsiteY11" fmla="*/ 184150 h 867380"/>
                <a:gd name="connsiteX12" fmla="*/ 228600 w 755288"/>
                <a:gd name="connsiteY12" fmla="*/ 50800 h 867380"/>
                <a:gd name="connsiteX0" fmla="*/ 0 w 723110"/>
                <a:gd name="connsiteY0" fmla="*/ 0 h 871984"/>
                <a:gd name="connsiteX1" fmla="*/ 69850 w 723110"/>
                <a:gd name="connsiteY1" fmla="*/ 168275 h 871984"/>
                <a:gd name="connsiteX2" fmla="*/ 136525 w 723110"/>
                <a:gd name="connsiteY2" fmla="*/ 320675 h 871984"/>
                <a:gd name="connsiteX3" fmla="*/ 450850 w 723110"/>
                <a:gd name="connsiteY3" fmla="*/ 704850 h 871984"/>
                <a:gd name="connsiteX4" fmla="*/ 552450 w 723110"/>
                <a:gd name="connsiteY4" fmla="*/ 787400 h 871984"/>
                <a:gd name="connsiteX5" fmla="*/ 625475 w 723110"/>
                <a:gd name="connsiteY5" fmla="*/ 812800 h 871984"/>
                <a:gd name="connsiteX6" fmla="*/ 720725 w 723110"/>
                <a:gd name="connsiteY6" fmla="*/ 866775 h 871984"/>
                <a:gd name="connsiteX7" fmla="*/ 684213 w 723110"/>
                <a:gd name="connsiteY7" fmla="*/ 663575 h 871984"/>
                <a:gd name="connsiteX8" fmla="*/ 574675 w 723110"/>
                <a:gd name="connsiteY8" fmla="*/ 612775 h 871984"/>
                <a:gd name="connsiteX9" fmla="*/ 484187 w 723110"/>
                <a:gd name="connsiteY9" fmla="*/ 534988 h 871984"/>
                <a:gd name="connsiteX10" fmla="*/ 325438 w 723110"/>
                <a:gd name="connsiteY10" fmla="*/ 398462 h 871984"/>
                <a:gd name="connsiteX11" fmla="*/ 260350 w 723110"/>
                <a:gd name="connsiteY11" fmla="*/ 184150 h 871984"/>
                <a:gd name="connsiteX12" fmla="*/ 228600 w 723110"/>
                <a:gd name="connsiteY12" fmla="*/ 50800 h 871984"/>
                <a:gd name="connsiteX0" fmla="*/ 0 w 744443"/>
                <a:gd name="connsiteY0" fmla="*/ 0 h 813354"/>
                <a:gd name="connsiteX1" fmla="*/ 69850 w 744443"/>
                <a:gd name="connsiteY1" fmla="*/ 168275 h 813354"/>
                <a:gd name="connsiteX2" fmla="*/ 136525 w 744443"/>
                <a:gd name="connsiteY2" fmla="*/ 320675 h 813354"/>
                <a:gd name="connsiteX3" fmla="*/ 450850 w 744443"/>
                <a:gd name="connsiteY3" fmla="*/ 704850 h 813354"/>
                <a:gd name="connsiteX4" fmla="*/ 552450 w 744443"/>
                <a:gd name="connsiteY4" fmla="*/ 787400 h 813354"/>
                <a:gd name="connsiteX5" fmla="*/ 625475 w 744443"/>
                <a:gd name="connsiteY5" fmla="*/ 812800 h 813354"/>
                <a:gd name="connsiteX6" fmla="*/ 742950 w 744443"/>
                <a:gd name="connsiteY6" fmla="*/ 765175 h 813354"/>
                <a:gd name="connsiteX7" fmla="*/ 684213 w 744443"/>
                <a:gd name="connsiteY7" fmla="*/ 663575 h 813354"/>
                <a:gd name="connsiteX8" fmla="*/ 574675 w 744443"/>
                <a:gd name="connsiteY8" fmla="*/ 612775 h 813354"/>
                <a:gd name="connsiteX9" fmla="*/ 484187 w 744443"/>
                <a:gd name="connsiteY9" fmla="*/ 534988 h 813354"/>
                <a:gd name="connsiteX10" fmla="*/ 325438 w 744443"/>
                <a:gd name="connsiteY10" fmla="*/ 398462 h 813354"/>
                <a:gd name="connsiteX11" fmla="*/ 260350 w 744443"/>
                <a:gd name="connsiteY11" fmla="*/ 184150 h 813354"/>
                <a:gd name="connsiteX12" fmla="*/ 228600 w 744443"/>
                <a:gd name="connsiteY12" fmla="*/ 50800 h 813354"/>
                <a:gd name="connsiteX0" fmla="*/ 0 w 743946"/>
                <a:gd name="connsiteY0" fmla="*/ 0 h 807518"/>
                <a:gd name="connsiteX1" fmla="*/ 69850 w 743946"/>
                <a:gd name="connsiteY1" fmla="*/ 168275 h 807518"/>
                <a:gd name="connsiteX2" fmla="*/ 136525 w 743946"/>
                <a:gd name="connsiteY2" fmla="*/ 320675 h 807518"/>
                <a:gd name="connsiteX3" fmla="*/ 450850 w 743946"/>
                <a:gd name="connsiteY3" fmla="*/ 704850 h 807518"/>
                <a:gd name="connsiteX4" fmla="*/ 552450 w 743946"/>
                <a:gd name="connsiteY4" fmla="*/ 787400 h 807518"/>
                <a:gd name="connsiteX5" fmla="*/ 708025 w 743946"/>
                <a:gd name="connsiteY5" fmla="*/ 806450 h 807518"/>
                <a:gd name="connsiteX6" fmla="*/ 742950 w 743946"/>
                <a:gd name="connsiteY6" fmla="*/ 765175 h 807518"/>
                <a:gd name="connsiteX7" fmla="*/ 684213 w 743946"/>
                <a:gd name="connsiteY7" fmla="*/ 663575 h 807518"/>
                <a:gd name="connsiteX8" fmla="*/ 574675 w 743946"/>
                <a:gd name="connsiteY8" fmla="*/ 612775 h 807518"/>
                <a:gd name="connsiteX9" fmla="*/ 484187 w 743946"/>
                <a:gd name="connsiteY9" fmla="*/ 534988 h 807518"/>
                <a:gd name="connsiteX10" fmla="*/ 325438 w 743946"/>
                <a:gd name="connsiteY10" fmla="*/ 398462 h 807518"/>
                <a:gd name="connsiteX11" fmla="*/ 260350 w 743946"/>
                <a:gd name="connsiteY11" fmla="*/ 184150 h 807518"/>
                <a:gd name="connsiteX12" fmla="*/ 228600 w 743946"/>
                <a:gd name="connsiteY12" fmla="*/ 50800 h 807518"/>
                <a:gd name="connsiteX0" fmla="*/ 0 w 743478"/>
                <a:gd name="connsiteY0" fmla="*/ 0 h 809036"/>
                <a:gd name="connsiteX1" fmla="*/ 69850 w 743478"/>
                <a:gd name="connsiteY1" fmla="*/ 168275 h 809036"/>
                <a:gd name="connsiteX2" fmla="*/ 136525 w 743478"/>
                <a:gd name="connsiteY2" fmla="*/ 320675 h 809036"/>
                <a:gd name="connsiteX3" fmla="*/ 450850 w 743478"/>
                <a:gd name="connsiteY3" fmla="*/ 704850 h 809036"/>
                <a:gd name="connsiteX4" fmla="*/ 623887 w 743478"/>
                <a:gd name="connsiteY4" fmla="*/ 793750 h 809036"/>
                <a:gd name="connsiteX5" fmla="*/ 708025 w 743478"/>
                <a:gd name="connsiteY5" fmla="*/ 806450 h 809036"/>
                <a:gd name="connsiteX6" fmla="*/ 742950 w 743478"/>
                <a:gd name="connsiteY6" fmla="*/ 765175 h 809036"/>
                <a:gd name="connsiteX7" fmla="*/ 684213 w 743478"/>
                <a:gd name="connsiteY7" fmla="*/ 663575 h 809036"/>
                <a:gd name="connsiteX8" fmla="*/ 574675 w 743478"/>
                <a:gd name="connsiteY8" fmla="*/ 612775 h 809036"/>
                <a:gd name="connsiteX9" fmla="*/ 484187 w 743478"/>
                <a:gd name="connsiteY9" fmla="*/ 534988 h 809036"/>
                <a:gd name="connsiteX10" fmla="*/ 325438 w 743478"/>
                <a:gd name="connsiteY10" fmla="*/ 398462 h 809036"/>
                <a:gd name="connsiteX11" fmla="*/ 260350 w 743478"/>
                <a:gd name="connsiteY11" fmla="*/ 184150 h 809036"/>
                <a:gd name="connsiteX12" fmla="*/ 228600 w 743478"/>
                <a:gd name="connsiteY12" fmla="*/ 50800 h 809036"/>
                <a:gd name="connsiteX0" fmla="*/ 0 w 743478"/>
                <a:gd name="connsiteY0" fmla="*/ 0 h 808866"/>
                <a:gd name="connsiteX1" fmla="*/ 69850 w 743478"/>
                <a:gd name="connsiteY1" fmla="*/ 168275 h 808866"/>
                <a:gd name="connsiteX2" fmla="*/ 136525 w 743478"/>
                <a:gd name="connsiteY2" fmla="*/ 320675 h 808866"/>
                <a:gd name="connsiteX3" fmla="*/ 542925 w 743478"/>
                <a:gd name="connsiteY3" fmla="*/ 709613 h 808866"/>
                <a:gd name="connsiteX4" fmla="*/ 623887 w 743478"/>
                <a:gd name="connsiteY4" fmla="*/ 793750 h 808866"/>
                <a:gd name="connsiteX5" fmla="*/ 708025 w 743478"/>
                <a:gd name="connsiteY5" fmla="*/ 806450 h 808866"/>
                <a:gd name="connsiteX6" fmla="*/ 742950 w 743478"/>
                <a:gd name="connsiteY6" fmla="*/ 765175 h 808866"/>
                <a:gd name="connsiteX7" fmla="*/ 684213 w 743478"/>
                <a:gd name="connsiteY7" fmla="*/ 663575 h 808866"/>
                <a:gd name="connsiteX8" fmla="*/ 574675 w 743478"/>
                <a:gd name="connsiteY8" fmla="*/ 612775 h 808866"/>
                <a:gd name="connsiteX9" fmla="*/ 484187 w 743478"/>
                <a:gd name="connsiteY9" fmla="*/ 534988 h 808866"/>
                <a:gd name="connsiteX10" fmla="*/ 325438 w 743478"/>
                <a:gd name="connsiteY10" fmla="*/ 398462 h 808866"/>
                <a:gd name="connsiteX11" fmla="*/ 260350 w 743478"/>
                <a:gd name="connsiteY11" fmla="*/ 184150 h 808866"/>
                <a:gd name="connsiteX12" fmla="*/ 228600 w 743478"/>
                <a:gd name="connsiteY12" fmla="*/ 50800 h 808866"/>
                <a:gd name="connsiteX0" fmla="*/ 0 w 743478"/>
                <a:gd name="connsiteY0" fmla="*/ 0 h 808866"/>
                <a:gd name="connsiteX1" fmla="*/ 69850 w 743478"/>
                <a:gd name="connsiteY1" fmla="*/ 168275 h 808866"/>
                <a:gd name="connsiteX2" fmla="*/ 136525 w 743478"/>
                <a:gd name="connsiteY2" fmla="*/ 320675 h 808866"/>
                <a:gd name="connsiteX3" fmla="*/ 350838 w 743478"/>
                <a:gd name="connsiteY3" fmla="*/ 528638 h 808866"/>
                <a:gd name="connsiteX4" fmla="*/ 542925 w 743478"/>
                <a:gd name="connsiteY4" fmla="*/ 709613 h 808866"/>
                <a:gd name="connsiteX5" fmla="*/ 623887 w 743478"/>
                <a:gd name="connsiteY5" fmla="*/ 793750 h 808866"/>
                <a:gd name="connsiteX6" fmla="*/ 708025 w 743478"/>
                <a:gd name="connsiteY6" fmla="*/ 806450 h 808866"/>
                <a:gd name="connsiteX7" fmla="*/ 742950 w 743478"/>
                <a:gd name="connsiteY7" fmla="*/ 765175 h 808866"/>
                <a:gd name="connsiteX8" fmla="*/ 684213 w 743478"/>
                <a:gd name="connsiteY8" fmla="*/ 663575 h 808866"/>
                <a:gd name="connsiteX9" fmla="*/ 574675 w 743478"/>
                <a:gd name="connsiteY9" fmla="*/ 612775 h 808866"/>
                <a:gd name="connsiteX10" fmla="*/ 484187 w 743478"/>
                <a:gd name="connsiteY10" fmla="*/ 534988 h 808866"/>
                <a:gd name="connsiteX11" fmla="*/ 325438 w 743478"/>
                <a:gd name="connsiteY11" fmla="*/ 398462 h 808866"/>
                <a:gd name="connsiteX12" fmla="*/ 260350 w 743478"/>
                <a:gd name="connsiteY12" fmla="*/ 184150 h 808866"/>
                <a:gd name="connsiteX13" fmla="*/ 228600 w 743478"/>
                <a:gd name="connsiteY13" fmla="*/ 50800 h 808866"/>
                <a:gd name="connsiteX0" fmla="*/ 0 w 743478"/>
                <a:gd name="connsiteY0" fmla="*/ 0 h 808866"/>
                <a:gd name="connsiteX1" fmla="*/ 69850 w 743478"/>
                <a:gd name="connsiteY1" fmla="*/ 168275 h 808866"/>
                <a:gd name="connsiteX2" fmla="*/ 136525 w 743478"/>
                <a:gd name="connsiteY2" fmla="*/ 320675 h 808866"/>
                <a:gd name="connsiteX3" fmla="*/ 258763 w 743478"/>
                <a:gd name="connsiteY3" fmla="*/ 503238 h 808866"/>
                <a:gd name="connsiteX4" fmla="*/ 542925 w 743478"/>
                <a:gd name="connsiteY4" fmla="*/ 709613 h 808866"/>
                <a:gd name="connsiteX5" fmla="*/ 623887 w 743478"/>
                <a:gd name="connsiteY5" fmla="*/ 793750 h 808866"/>
                <a:gd name="connsiteX6" fmla="*/ 708025 w 743478"/>
                <a:gd name="connsiteY6" fmla="*/ 806450 h 808866"/>
                <a:gd name="connsiteX7" fmla="*/ 742950 w 743478"/>
                <a:gd name="connsiteY7" fmla="*/ 765175 h 808866"/>
                <a:gd name="connsiteX8" fmla="*/ 684213 w 743478"/>
                <a:gd name="connsiteY8" fmla="*/ 663575 h 808866"/>
                <a:gd name="connsiteX9" fmla="*/ 574675 w 743478"/>
                <a:gd name="connsiteY9" fmla="*/ 612775 h 808866"/>
                <a:gd name="connsiteX10" fmla="*/ 484187 w 743478"/>
                <a:gd name="connsiteY10" fmla="*/ 534988 h 808866"/>
                <a:gd name="connsiteX11" fmla="*/ 325438 w 743478"/>
                <a:gd name="connsiteY11" fmla="*/ 398462 h 808866"/>
                <a:gd name="connsiteX12" fmla="*/ 260350 w 743478"/>
                <a:gd name="connsiteY12" fmla="*/ 184150 h 808866"/>
                <a:gd name="connsiteX13" fmla="*/ 228600 w 743478"/>
                <a:gd name="connsiteY13" fmla="*/ 50800 h 808866"/>
                <a:gd name="connsiteX0" fmla="*/ 0 w 743478"/>
                <a:gd name="connsiteY0" fmla="*/ 0 h 808866"/>
                <a:gd name="connsiteX1" fmla="*/ 69850 w 743478"/>
                <a:gd name="connsiteY1" fmla="*/ 168275 h 808866"/>
                <a:gd name="connsiteX2" fmla="*/ 195263 w 743478"/>
                <a:gd name="connsiteY2" fmla="*/ 438150 h 808866"/>
                <a:gd name="connsiteX3" fmla="*/ 258763 w 743478"/>
                <a:gd name="connsiteY3" fmla="*/ 503238 h 808866"/>
                <a:gd name="connsiteX4" fmla="*/ 542925 w 743478"/>
                <a:gd name="connsiteY4" fmla="*/ 709613 h 808866"/>
                <a:gd name="connsiteX5" fmla="*/ 623887 w 743478"/>
                <a:gd name="connsiteY5" fmla="*/ 793750 h 808866"/>
                <a:gd name="connsiteX6" fmla="*/ 708025 w 743478"/>
                <a:gd name="connsiteY6" fmla="*/ 806450 h 808866"/>
                <a:gd name="connsiteX7" fmla="*/ 742950 w 743478"/>
                <a:gd name="connsiteY7" fmla="*/ 765175 h 808866"/>
                <a:gd name="connsiteX8" fmla="*/ 684213 w 743478"/>
                <a:gd name="connsiteY8" fmla="*/ 663575 h 808866"/>
                <a:gd name="connsiteX9" fmla="*/ 574675 w 743478"/>
                <a:gd name="connsiteY9" fmla="*/ 612775 h 808866"/>
                <a:gd name="connsiteX10" fmla="*/ 484187 w 743478"/>
                <a:gd name="connsiteY10" fmla="*/ 534988 h 808866"/>
                <a:gd name="connsiteX11" fmla="*/ 325438 w 743478"/>
                <a:gd name="connsiteY11" fmla="*/ 398462 h 808866"/>
                <a:gd name="connsiteX12" fmla="*/ 260350 w 743478"/>
                <a:gd name="connsiteY12" fmla="*/ 184150 h 808866"/>
                <a:gd name="connsiteX13" fmla="*/ 228600 w 743478"/>
                <a:gd name="connsiteY13" fmla="*/ 50800 h 808866"/>
                <a:gd name="connsiteX0" fmla="*/ 0 w 743478"/>
                <a:gd name="connsiteY0" fmla="*/ 0 h 808866"/>
                <a:gd name="connsiteX1" fmla="*/ 146050 w 743478"/>
                <a:gd name="connsiteY1" fmla="*/ 306387 h 808866"/>
                <a:gd name="connsiteX2" fmla="*/ 195263 w 743478"/>
                <a:gd name="connsiteY2" fmla="*/ 438150 h 808866"/>
                <a:gd name="connsiteX3" fmla="*/ 258763 w 743478"/>
                <a:gd name="connsiteY3" fmla="*/ 503238 h 808866"/>
                <a:gd name="connsiteX4" fmla="*/ 542925 w 743478"/>
                <a:gd name="connsiteY4" fmla="*/ 709613 h 808866"/>
                <a:gd name="connsiteX5" fmla="*/ 623887 w 743478"/>
                <a:gd name="connsiteY5" fmla="*/ 793750 h 808866"/>
                <a:gd name="connsiteX6" fmla="*/ 708025 w 743478"/>
                <a:gd name="connsiteY6" fmla="*/ 806450 h 808866"/>
                <a:gd name="connsiteX7" fmla="*/ 742950 w 743478"/>
                <a:gd name="connsiteY7" fmla="*/ 765175 h 808866"/>
                <a:gd name="connsiteX8" fmla="*/ 684213 w 743478"/>
                <a:gd name="connsiteY8" fmla="*/ 663575 h 808866"/>
                <a:gd name="connsiteX9" fmla="*/ 574675 w 743478"/>
                <a:gd name="connsiteY9" fmla="*/ 612775 h 808866"/>
                <a:gd name="connsiteX10" fmla="*/ 484187 w 743478"/>
                <a:gd name="connsiteY10" fmla="*/ 534988 h 808866"/>
                <a:gd name="connsiteX11" fmla="*/ 325438 w 743478"/>
                <a:gd name="connsiteY11" fmla="*/ 398462 h 808866"/>
                <a:gd name="connsiteX12" fmla="*/ 260350 w 743478"/>
                <a:gd name="connsiteY12" fmla="*/ 184150 h 808866"/>
                <a:gd name="connsiteX13" fmla="*/ 228600 w 743478"/>
                <a:gd name="connsiteY13" fmla="*/ 50800 h 808866"/>
                <a:gd name="connsiteX0" fmla="*/ 0 w 675215"/>
                <a:gd name="connsiteY0" fmla="*/ 79375 h 758066"/>
                <a:gd name="connsiteX1" fmla="*/ 77787 w 675215"/>
                <a:gd name="connsiteY1" fmla="*/ 255587 h 758066"/>
                <a:gd name="connsiteX2" fmla="*/ 127000 w 675215"/>
                <a:gd name="connsiteY2" fmla="*/ 387350 h 758066"/>
                <a:gd name="connsiteX3" fmla="*/ 190500 w 675215"/>
                <a:gd name="connsiteY3" fmla="*/ 452438 h 758066"/>
                <a:gd name="connsiteX4" fmla="*/ 474662 w 675215"/>
                <a:gd name="connsiteY4" fmla="*/ 658813 h 758066"/>
                <a:gd name="connsiteX5" fmla="*/ 555624 w 675215"/>
                <a:gd name="connsiteY5" fmla="*/ 742950 h 758066"/>
                <a:gd name="connsiteX6" fmla="*/ 639762 w 675215"/>
                <a:gd name="connsiteY6" fmla="*/ 755650 h 758066"/>
                <a:gd name="connsiteX7" fmla="*/ 674687 w 675215"/>
                <a:gd name="connsiteY7" fmla="*/ 714375 h 758066"/>
                <a:gd name="connsiteX8" fmla="*/ 615950 w 675215"/>
                <a:gd name="connsiteY8" fmla="*/ 612775 h 758066"/>
                <a:gd name="connsiteX9" fmla="*/ 506412 w 675215"/>
                <a:gd name="connsiteY9" fmla="*/ 561975 h 758066"/>
                <a:gd name="connsiteX10" fmla="*/ 415924 w 675215"/>
                <a:gd name="connsiteY10" fmla="*/ 484188 h 758066"/>
                <a:gd name="connsiteX11" fmla="*/ 257175 w 675215"/>
                <a:gd name="connsiteY11" fmla="*/ 347662 h 758066"/>
                <a:gd name="connsiteX12" fmla="*/ 192087 w 675215"/>
                <a:gd name="connsiteY12" fmla="*/ 133350 h 758066"/>
                <a:gd name="connsiteX13" fmla="*/ 160337 w 675215"/>
                <a:gd name="connsiteY13" fmla="*/ 0 h 758066"/>
                <a:gd name="connsiteX0" fmla="*/ 4551 w 679766"/>
                <a:gd name="connsiteY0" fmla="*/ 79375 h 758066"/>
                <a:gd name="connsiteX1" fmla="*/ 6138 w 679766"/>
                <a:gd name="connsiteY1" fmla="*/ 80963 h 758066"/>
                <a:gd name="connsiteX2" fmla="*/ 82338 w 679766"/>
                <a:gd name="connsiteY2" fmla="*/ 255587 h 758066"/>
                <a:gd name="connsiteX3" fmla="*/ 131551 w 679766"/>
                <a:gd name="connsiteY3" fmla="*/ 387350 h 758066"/>
                <a:gd name="connsiteX4" fmla="*/ 195051 w 679766"/>
                <a:gd name="connsiteY4" fmla="*/ 452438 h 758066"/>
                <a:gd name="connsiteX5" fmla="*/ 479213 w 679766"/>
                <a:gd name="connsiteY5" fmla="*/ 658813 h 758066"/>
                <a:gd name="connsiteX6" fmla="*/ 560175 w 679766"/>
                <a:gd name="connsiteY6" fmla="*/ 742950 h 758066"/>
                <a:gd name="connsiteX7" fmla="*/ 644313 w 679766"/>
                <a:gd name="connsiteY7" fmla="*/ 755650 h 758066"/>
                <a:gd name="connsiteX8" fmla="*/ 679238 w 679766"/>
                <a:gd name="connsiteY8" fmla="*/ 714375 h 758066"/>
                <a:gd name="connsiteX9" fmla="*/ 620501 w 679766"/>
                <a:gd name="connsiteY9" fmla="*/ 612775 h 758066"/>
                <a:gd name="connsiteX10" fmla="*/ 510963 w 679766"/>
                <a:gd name="connsiteY10" fmla="*/ 561975 h 758066"/>
                <a:gd name="connsiteX11" fmla="*/ 420475 w 679766"/>
                <a:gd name="connsiteY11" fmla="*/ 484188 h 758066"/>
                <a:gd name="connsiteX12" fmla="*/ 261726 w 679766"/>
                <a:gd name="connsiteY12" fmla="*/ 347662 h 758066"/>
                <a:gd name="connsiteX13" fmla="*/ 196638 w 679766"/>
                <a:gd name="connsiteY13" fmla="*/ 133350 h 758066"/>
                <a:gd name="connsiteX14" fmla="*/ 164888 w 679766"/>
                <a:gd name="connsiteY14" fmla="*/ 0 h 758066"/>
                <a:gd name="connsiteX0" fmla="*/ 35617 w 710832"/>
                <a:gd name="connsiteY0" fmla="*/ 150921 h 829612"/>
                <a:gd name="connsiteX1" fmla="*/ 2279 w 710832"/>
                <a:gd name="connsiteY1" fmla="*/ 3284 h 829612"/>
                <a:gd name="connsiteX2" fmla="*/ 113404 w 710832"/>
                <a:gd name="connsiteY2" fmla="*/ 327133 h 829612"/>
                <a:gd name="connsiteX3" fmla="*/ 162617 w 710832"/>
                <a:gd name="connsiteY3" fmla="*/ 458896 h 829612"/>
                <a:gd name="connsiteX4" fmla="*/ 226117 w 710832"/>
                <a:gd name="connsiteY4" fmla="*/ 523984 h 829612"/>
                <a:gd name="connsiteX5" fmla="*/ 510279 w 710832"/>
                <a:gd name="connsiteY5" fmla="*/ 730359 h 829612"/>
                <a:gd name="connsiteX6" fmla="*/ 591241 w 710832"/>
                <a:gd name="connsiteY6" fmla="*/ 814496 h 829612"/>
                <a:gd name="connsiteX7" fmla="*/ 675379 w 710832"/>
                <a:gd name="connsiteY7" fmla="*/ 827196 h 829612"/>
                <a:gd name="connsiteX8" fmla="*/ 710304 w 710832"/>
                <a:gd name="connsiteY8" fmla="*/ 785921 h 829612"/>
                <a:gd name="connsiteX9" fmla="*/ 651567 w 710832"/>
                <a:gd name="connsiteY9" fmla="*/ 684321 h 829612"/>
                <a:gd name="connsiteX10" fmla="*/ 542029 w 710832"/>
                <a:gd name="connsiteY10" fmla="*/ 633521 h 829612"/>
                <a:gd name="connsiteX11" fmla="*/ 451541 w 710832"/>
                <a:gd name="connsiteY11" fmla="*/ 555734 h 829612"/>
                <a:gd name="connsiteX12" fmla="*/ 292792 w 710832"/>
                <a:gd name="connsiteY12" fmla="*/ 419208 h 829612"/>
                <a:gd name="connsiteX13" fmla="*/ 227704 w 710832"/>
                <a:gd name="connsiteY13" fmla="*/ 204896 h 829612"/>
                <a:gd name="connsiteX14" fmla="*/ 195954 w 710832"/>
                <a:gd name="connsiteY14" fmla="*/ 71546 h 829612"/>
                <a:gd name="connsiteX0" fmla="*/ 0 w 738715"/>
                <a:gd name="connsiteY0" fmla="*/ 61722 h 832488"/>
                <a:gd name="connsiteX1" fmla="*/ 30162 w 738715"/>
                <a:gd name="connsiteY1" fmla="*/ 6160 h 832488"/>
                <a:gd name="connsiteX2" fmla="*/ 141287 w 738715"/>
                <a:gd name="connsiteY2" fmla="*/ 330009 h 832488"/>
                <a:gd name="connsiteX3" fmla="*/ 190500 w 738715"/>
                <a:gd name="connsiteY3" fmla="*/ 461772 h 832488"/>
                <a:gd name="connsiteX4" fmla="*/ 254000 w 738715"/>
                <a:gd name="connsiteY4" fmla="*/ 526860 h 832488"/>
                <a:gd name="connsiteX5" fmla="*/ 538162 w 738715"/>
                <a:gd name="connsiteY5" fmla="*/ 733235 h 832488"/>
                <a:gd name="connsiteX6" fmla="*/ 619124 w 738715"/>
                <a:gd name="connsiteY6" fmla="*/ 817372 h 832488"/>
                <a:gd name="connsiteX7" fmla="*/ 703262 w 738715"/>
                <a:gd name="connsiteY7" fmla="*/ 830072 h 832488"/>
                <a:gd name="connsiteX8" fmla="*/ 738187 w 738715"/>
                <a:gd name="connsiteY8" fmla="*/ 788797 h 832488"/>
                <a:gd name="connsiteX9" fmla="*/ 679450 w 738715"/>
                <a:gd name="connsiteY9" fmla="*/ 687197 h 832488"/>
                <a:gd name="connsiteX10" fmla="*/ 569912 w 738715"/>
                <a:gd name="connsiteY10" fmla="*/ 636397 h 832488"/>
                <a:gd name="connsiteX11" fmla="*/ 479424 w 738715"/>
                <a:gd name="connsiteY11" fmla="*/ 558610 h 832488"/>
                <a:gd name="connsiteX12" fmla="*/ 320675 w 738715"/>
                <a:gd name="connsiteY12" fmla="*/ 422084 h 832488"/>
                <a:gd name="connsiteX13" fmla="*/ 255587 w 738715"/>
                <a:gd name="connsiteY13" fmla="*/ 207772 h 832488"/>
                <a:gd name="connsiteX14" fmla="*/ 223837 w 738715"/>
                <a:gd name="connsiteY14" fmla="*/ 74422 h 832488"/>
                <a:gd name="connsiteX0" fmla="*/ 0 w 738715"/>
                <a:gd name="connsiteY0" fmla="*/ 0 h 770766"/>
                <a:gd name="connsiteX1" fmla="*/ 65087 w 738715"/>
                <a:gd name="connsiteY1" fmla="*/ 107951 h 770766"/>
                <a:gd name="connsiteX2" fmla="*/ 141287 w 738715"/>
                <a:gd name="connsiteY2" fmla="*/ 268287 h 770766"/>
                <a:gd name="connsiteX3" fmla="*/ 190500 w 738715"/>
                <a:gd name="connsiteY3" fmla="*/ 400050 h 770766"/>
                <a:gd name="connsiteX4" fmla="*/ 254000 w 738715"/>
                <a:gd name="connsiteY4" fmla="*/ 465138 h 770766"/>
                <a:gd name="connsiteX5" fmla="*/ 538162 w 738715"/>
                <a:gd name="connsiteY5" fmla="*/ 671513 h 770766"/>
                <a:gd name="connsiteX6" fmla="*/ 619124 w 738715"/>
                <a:gd name="connsiteY6" fmla="*/ 755650 h 770766"/>
                <a:gd name="connsiteX7" fmla="*/ 703262 w 738715"/>
                <a:gd name="connsiteY7" fmla="*/ 768350 h 770766"/>
                <a:gd name="connsiteX8" fmla="*/ 738187 w 738715"/>
                <a:gd name="connsiteY8" fmla="*/ 727075 h 770766"/>
                <a:gd name="connsiteX9" fmla="*/ 679450 w 738715"/>
                <a:gd name="connsiteY9" fmla="*/ 625475 h 770766"/>
                <a:gd name="connsiteX10" fmla="*/ 569912 w 738715"/>
                <a:gd name="connsiteY10" fmla="*/ 574675 h 770766"/>
                <a:gd name="connsiteX11" fmla="*/ 479424 w 738715"/>
                <a:gd name="connsiteY11" fmla="*/ 496888 h 770766"/>
                <a:gd name="connsiteX12" fmla="*/ 320675 w 738715"/>
                <a:gd name="connsiteY12" fmla="*/ 360362 h 770766"/>
                <a:gd name="connsiteX13" fmla="*/ 255587 w 738715"/>
                <a:gd name="connsiteY13" fmla="*/ 146050 h 770766"/>
                <a:gd name="connsiteX14" fmla="*/ 223837 w 738715"/>
                <a:gd name="connsiteY14" fmla="*/ 12700 h 770766"/>
                <a:gd name="connsiteX0" fmla="*/ 0 w 718077"/>
                <a:gd name="connsiteY0" fmla="*/ 0 h 831091"/>
                <a:gd name="connsiteX1" fmla="*/ 44449 w 718077"/>
                <a:gd name="connsiteY1" fmla="*/ 168276 h 831091"/>
                <a:gd name="connsiteX2" fmla="*/ 120649 w 718077"/>
                <a:gd name="connsiteY2" fmla="*/ 328612 h 831091"/>
                <a:gd name="connsiteX3" fmla="*/ 169862 w 718077"/>
                <a:gd name="connsiteY3" fmla="*/ 460375 h 831091"/>
                <a:gd name="connsiteX4" fmla="*/ 233362 w 718077"/>
                <a:gd name="connsiteY4" fmla="*/ 525463 h 831091"/>
                <a:gd name="connsiteX5" fmla="*/ 517524 w 718077"/>
                <a:gd name="connsiteY5" fmla="*/ 731838 h 831091"/>
                <a:gd name="connsiteX6" fmla="*/ 598486 w 718077"/>
                <a:gd name="connsiteY6" fmla="*/ 815975 h 831091"/>
                <a:gd name="connsiteX7" fmla="*/ 682624 w 718077"/>
                <a:gd name="connsiteY7" fmla="*/ 828675 h 831091"/>
                <a:gd name="connsiteX8" fmla="*/ 717549 w 718077"/>
                <a:gd name="connsiteY8" fmla="*/ 787400 h 831091"/>
                <a:gd name="connsiteX9" fmla="*/ 658812 w 718077"/>
                <a:gd name="connsiteY9" fmla="*/ 685800 h 831091"/>
                <a:gd name="connsiteX10" fmla="*/ 549274 w 718077"/>
                <a:gd name="connsiteY10" fmla="*/ 635000 h 831091"/>
                <a:gd name="connsiteX11" fmla="*/ 458786 w 718077"/>
                <a:gd name="connsiteY11" fmla="*/ 557213 h 831091"/>
                <a:gd name="connsiteX12" fmla="*/ 300037 w 718077"/>
                <a:gd name="connsiteY12" fmla="*/ 420687 h 831091"/>
                <a:gd name="connsiteX13" fmla="*/ 234949 w 718077"/>
                <a:gd name="connsiteY13" fmla="*/ 206375 h 831091"/>
                <a:gd name="connsiteX14" fmla="*/ 203199 w 718077"/>
                <a:gd name="connsiteY14" fmla="*/ 73025 h 831091"/>
                <a:gd name="connsiteX0" fmla="*/ 0 w 718077"/>
                <a:gd name="connsiteY0" fmla="*/ 0 h 831091"/>
                <a:gd name="connsiteX1" fmla="*/ 44449 w 718077"/>
                <a:gd name="connsiteY1" fmla="*/ 168276 h 831091"/>
                <a:gd name="connsiteX2" fmla="*/ 120649 w 718077"/>
                <a:gd name="connsiteY2" fmla="*/ 328612 h 831091"/>
                <a:gd name="connsiteX3" fmla="*/ 169862 w 718077"/>
                <a:gd name="connsiteY3" fmla="*/ 460375 h 831091"/>
                <a:gd name="connsiteX4" fmla="*/ 233362 w 718077"/>
                <a:gd name="connsiteY4" fmla="*/ 525463 h 831091"/>
                <a:gd name="connsiteX5" fmla="*/ 517524 w 718077"/>
                <a:gd name="connsiteY5" fmla="*/ 731838 h 831091"/>
                <a:gd name="connsiteX6" fmla="*/ 598486 w 718077"/>
                <a:gd name="connsiteY6" fmla="*/ 815975 h 831091"/>
                <a:gd name="connsiteX7" fmla="*/ 682624 w 718077"/>
                <a:gd name="connsiteY7" fmla="*/ 828675 h 831091"/>
                <a:gd name="connsiteX8" fmla="*/ 717549 w 718077"/>
                <a:gd name="connsiteY8" fmla="*/ 787400 h 831091"/>
                <a:gd name="connsiteX9" fmla="*/ 658812 w 718077"/>
                <a:gd name="connsiteY9" fmla="*/ 685800 h 831091"/>
                <a:gd name="connsiteX10" fmla="*/ 549274 w 718077"/>
                <a:gd name="connsiteY10" fmla="*/ 635000 h 831091"/>
                <a:gd name="connsiteX11" fmla="*/ 458786 w 718077"/>
                <a:gd name="connsiteY11" fmla="*/ 557213 h 831091"/>
                <a:gd name="connsiteX12" fmla="*/ 300037 w 718077"/>
                <a:gd name="connsiteY12" fmla="*/ 420687 h 831091"/>
                <a:gd name="connsiteX13" fmla="*/ 234949 w 718077"/>
                <a:gd name="connsiteY13" fmla="*/ 206375 h 831091"/>
                <a:gd name="connsiteX14" fmla="*/ 282938 w 718077"/>
                <a:gd name="connsiteY14" fmla="*/ 165237 h 831091"/>
                <a:gd name="connsiteX0" fmla="*/ 0 w 718077"/>
                <a:gd name="connsiteY0" fmla="*/ 0 h 831091"/>
                <a:gd name="connsiteX1" fmla="*/ 44449 w 718077"/>
                <a:gd name="connsiteY1" fmla="*/ 168276 h 831091"/>
                <a:gd name="connsiteX2" fmla="*/ 120649 w 718077"/>
                <a:gd name="connsiteY2" fmla="*/ 328612 h 831091"/>
                <a:gd name="connsiteX3" fmla="*/ 169862 w 718077"/>
                <a:gd name="connsiteY3" fmla="*/ 460375 h 831091"/>
                <a:gd name="connsiteX4" fmla="*/ 233362 w 718077"/>
                <a:gd name="connsiteY4" fmla="*/ 525463 h 831091"/>
                <a:gd name="connsiteX5" fmla="*/ 517524 w 718077"/>
                <a:gd name="connsiteY5" fmla="*/ 731838 h 831091"/>
                <a:gd name="connsiteX6" fmla="*/ 598486 w 718077"/>
                <a:gd name="connsiteY6" fmla="*/ 815975 h 831091"/>
                <a:gd name="connsiteX7" fmla="*/ 682624 w 718077"/>
                <a:gd name="connsiteY7" fmla="*/ 828675 h 831091"/>
                <a:gd name="connsiteX8" fmla="*/ 717549 w 718077"/>
                <a:gd name="connsiteY8" fmla="*/ 787400 h 831091"/>
                <a:gd name="connsiteX9" fmla="*/ 658812 w 718077"/>
                <a:gd name="connsiteY9" fmla="*/ 685800 h 831091"/>
                <a:gd name="connsiteX10" fmla="*/ 549274 w 718077"/>
                <a:gd name="connsiteY10" fmla="*/ 635000 h 831091"/>
                <a:gd name="connsiteX11" fmla="*/ 458786 w 718077"/>
                <a:gd name="connsiteY11" fmla="*/ 557213 h 831091"/>
                <a:gd name="connsiteX12" fmla="*/ 300037 w 718077"/>
                <a:gd name="connsiteY12" fmla="*/ 420687 h 831091"/>
                <a:gd name="connsiteX13" fmla="*/ 278591 w 718077"/>
                <a:gd name="connsiteY13" fmla="*/ 227451 h 831091"/>
                <a:gd name="connsiteX14" fmla="*/ 282938 w 718077"/>
                <a:gd name="connsiteY14" fmla="*/ 165237 h 831091"/>
                <a:gd name="connsiteX0" fmla="*/ 0 w 718077"/>
                <a:gd name="connsiteY0" fmla="*/ 0 h 831091"/>
                <a:gd name="connsiteX1" fmla="*/ 44449 w 718077"/>
                <a:gd name="connsiteY1" fmla="*/ 168276 h 831091"/>
                <a:gd name="connsiteX2" fmla="*/ 120649 w 718077"/>
                <a:gd name="connsiteY2" fmla="*/ 328612 h 831091"/>
                <a:gd name="connsiteX3" fmla="*/ 169862 w 718077"/>
                <a:gd name="connsiteY3" fmla="*/ 460375 h 831091"/>
                <a:gd name="connsiteX4" fmla="*/ 233362 w 718077"/>
                <a:gd name="connsiteY4" fmla="*/ 525463 h 831091"/>
                <a:gd name="connsiteX5" fmla="*/ 517524 w 718077"/>
                <a:gd name="connsiteY5" fmla="*/ 731838 h 831091"/>
                <a:gd name="connsiteX6" fmla="*/ 598486 w 718077"/>
                <a:gd name="connsiteY6" fmla="*/ 815975 h 831091"/>
                <a:gd name="connsiteX7" fmla="*/ 682624 w 718077"/>
                <a:gd name="connsiteY7" fmla="*/ 828675 h 831091"/>
                <a:gd name="connsiteX8" fmla="*/ 717549 w 718077"/>
                <a:gd name="connsiteY8" fmla="*/ 787400 h 831091"/>
                <a:gd name="connsiteX9" fmla="*/ 658812 w 718077"/>
                <a:gd name="connsiteY9" fmla="*/ 685800 h 831091"/>
                <a:gd name="connsiteX10" fmla="*/ 549274 w 718077"/>
                <a:gd name="connsiteY10" fmla="*/ 635000 h 831091"/>
                <a:gd name="connsiteX11" fmla="*/ 458786 w 718077"/>
                <a:gd name="connsiteY11" fmla="*/ 557213 h 831091"/>
                <a:gd name="connsiteX12" fmla="*/ 399891 w 718077"/>
                <a:gd name="connsiteY12" fmla="*/ 426523 h 831091"/>
                <a:gd name="connsiteX13" fmla="*/ 278591 w 718077"/>
                <a:gd name="connsiteY13" fmla="*/ 227451 h 831091"/>
                <a:gd name="connsiteX14" fmla="*/ 282938 w 718077"/>
                <a:gd name="connsiteY14" fmla="*/ 165237 h 831091"/>
                <a:gd name="connsiteX0" fmla="*/ 0 w 718077"/>
                <a:gd name="connsiteY0" fmla="*/ 0 h 831091"/>
                <a:gd name="connsiteX1" fmla="*/ 44449 w 718077"/>
                <a:gd name="connsiteY1" fmla="*/ 168276 h 831091"/>
                <a:gd name="connsiteX2" fmla="*/ 120649 w 718077"/>
                <a:gd name="connsiteY2" fmla="*/ 328612 h 831091"/>
                <a:gd name="connsiteX3" fmla="*/ 169862 w 718077"/>
                <a:gd name="connsiteY3" fmla="*/ 460375 h 831091"/>
                <a:gd name="connsiteX4" fmla="*/ 233362 w 718077"/>
                <a:gd name="connsiteY4" fmla="*/ 525463 h 831091"/>
                <a:gd name="connsiteX5" fmla="*/ 517524 w 718077"/>
                <a:gd name="connsiteY5" fmla="*/ 731838 h 831091"/>
                <a:gd name="connsiteX6" fmla="*/ 598486 w 718077"/>
                <a:gd name="connsiteY6" fmla="*/ 815975 h 831091"/>
                <a:gd name="connsiteX7" fmla="*/ 682624 w 718077"/>
                <a:gd name="connsiteY7" fmla="*/ 828675 h 831091"/>
                <a:gd name="connsiteX8" fmla="*/ 717549 w 718077"/>
                <a:gd name="connsiteY8" fmla="*/ 787400 h 831091"/>
                <a:gd name="connsiteX9" fmla="*/ 658812 w 718077"/>
                <a:gd name="connsiteY9" fmla="*/ 685800 h 831091"/>
                <a:gd name="connsiteX10" fmla="*/ 549274 w 718077"/>
                <a:gd name="connsiteY10" fmla="*/ 635000 h 831091"/>
                <a:gd name="connsiteX11" fmla="*/ 432742 w 718077"/>
                <a:gd name="connsiteY11" fmla="*/ 513568 h 831091"/>
                <a:gd name="connsiteX12" fmla="*/ 399891 w 718077"/>
                <a:gd name="connsiteY12" fmla="*/ 426523 h 831091"/>
                <a:gd name="connsiteX13" fmla="*/ 278591 w 718077"/>
                <a:gd name="connsiteY13" fmla="*/ 227451 h 831091"/>
                <a:gd name="connsiteX14" fmla="*/ 282938 w 718077"/>
                <a:gd name="connsiteY14" fmla="*/ 165237 h 831091"/>
                <a:gd name="connsiteX0" fmla="*/ 0 w 718077"/>
                <a:gd name="connsiteY0" fmla="*/ 0 h 831091"/>
                <a:gd name="connsiteX1" fmla="*/ 44449 w 718077"/>
                <a:gd name="connsiteY1" fmla="*/ 168276 h 831091"/>
                <a:gd name="connsiteX2" fmla="*/ 120649 w 718077"/>
                <a:gd name="connsiteY2" fmla="*/ 328612 h 831091"/>
                <a:gd name="connsiteX3" fmla="*/ 169862 w 718077"/>
                <a:gd name="connsiteY3" fmla="*/ 460375 h 831091"/>
                <a:gd name="connsiteX4" fmla="*/ 233362 w 718077"/>
                <a:gd name="connsiteY4" fmla="*/ 525463 h 831091"/>
                <a:gd name="connsiteX5" fmla="*/ 517524 w 718077"/>
                <a:gd name="connsiteY5" fmla="*/ 731838 h 831091"/>
                <a:gd name="connsiteX6" fmla="*/ 598486 w 718077"/>
                <a:gd name="connsiteY6" fmla="*/ 815975 h 831091"/>
                <a:gd name="connsiteX7" fmla="*/ 682624 w 718077"/>
                <a:gd name="connsiteY7" fmla="*/ 828675 h 831091"/>
                <a:gd name="connsiteX8" fmla="*/ 717549 w 718077"/>
                <a:gd name="connsiteY8" fmla="*/ 787400 h 831091"/>
                <a:gd name="connsiteX9" fmla="*/ 658812 w 718077"/>
                <a:gd name="connsiteY9" fmla="*/ 685800 h 831091"/>
                <a:gd name="connsiteX10" fmla="*/ 551519 w 718077"/>
                <a:gd name="connsiteY10" fmla="*/ 656180 h 831091"/>
                <a:gd name="connsiteX11" fmla="*/ 432742 w 718077"/>
                <a:gd name="connsiteY11" fmla="*/ 513568 h 831091"/>
                <a:gd name="connsiteX12" fmla="*/ 399891 w 718077"/>
                <a:gd name="connsiteY12" fmla="*/ 426523 h 831091"/>
                <a:gd name="connsiteX13" fmla="*/ 278591 w 718077"/>
                <a:gd name="connsiteY13" fmla="*/ 227451 h 831091"/>
                <a:gd name="connsiteX14" fmla="*/ 282938 w 718077"/>
                <a:gd name="connsiteY14" fmla="*/ 165237 h 831091"/>
                <a:gd name="connsiteX0" fmla="*/ 0 w 719098"/>
                <a:gd name="connsiteY0" fmla="*/ 0 h 818642"/>
                <a:gd name="connsiteX1" fmla="*/ 44449 w 719098"/>
                <a:gd name="connsiteY1" fmla="*/ 168276 h 818642"/>
                <a:gd name="connsiteX2" fmla="*/ 120649 w 719098"/>
                <a:gd name="connsiteY2" fmla="*/ 328612 h 818642"/>
                <a:gd name="connsiteX3" fmla="*/ 169862 w 719098"/>
                <a:gd name="connsiteY3" fmla="*/ 460375 h 818642"/>
                <a:gd name="connsiteX4" fmla="*/ 233362 w 719098"/>
                <a:gd name="connsiteY4" fmla="*/ 525463 h 818642"/>
                <a:gd name="connsiteX5" fmla="*/ 517524 w 719098"/>
                <a:gd name="connsiteY5" fmla="*/ 731838 h 818642"/>
                <a:gd name="connsiteX6" fmla="*/ 598486 w 719098"/>
                <a:gd name="connsiteY6" fmla="*/ 815975 h 818642"/>
                <a:gd name="connsiteX7" fmla="*/ 717549 w 719098"/>
                <a:gd name="connsiteY7" fmla="*/ 787400 h 818642"/>
                <a:gd name="connsiteX8" fmla="*/ 658812 w 719098"/>
                <a:gd name="connsiteY8" fmla="*/ 685800 h 818642"/>
                <a:gd name="connsiteX9" fmla="*/ 551519 w 719098"/>
                <a:gd name="connsiteY9" fmla="*/ 656180 h 818642"/>
                <a:gd name="connsiteX10" fmla="*/ 432742 w 719098"/>
                <a:gd name="connsiteY10" fmla="*/ 513568 h 818642"/>
                <a:gd name="connsiteX11" fmla="*/ 399891 w 719098"/>
                <a:gd name="connsiteY11" fmla="*/ 426523 h 818642"/>
                <a:gd name="connsiteX12" fmla="*/ 278591 w 719098"/>
                <a:gd name="connsiteY12" fmla="*/ 227451 h 818642"/>
                <a:gd name="connsiteX13" fmla="*/ 282938 w 719098"/>
                <a:gd name="connsiteY13" fmla="*/ 165237 h 818642"/>
                <a:gd name="connsiteX0" fmla="*/ 0 w 659721"/>
                <a:gd name="connsiteY0" fmla="*/ 0 h 816860"/>
                <a:gd name="connsiteX1" fmla="*/ 44449 w 659721"/>
                <a:gd name="connsiteY1" fmla="*/ 168276 h 816860"/>
                <a:gd name="connsiteX2" fmla="*/ 120649 w 659721"/>
                <a:gd name="connsiteY2" fmla="*/ 328612 h 816860"/>
                <a:gd name="connsiteX3" fmla="*/ 169862 w 659721"/>
                <a:gd name="connsiteY3" fmla="*/ 460375 h 816860"/>
                <a:gd name="connsiteX4" fmla="*/ 233362 w 659721"/>
                <a:gd name="connsiteY4" fmla="*/ 525463 h 816860"/>
                <a:gd name="connsiteX5" fmla="*/ 517524 w 659721"/>
                <a:gd name="connsiteY5" fmla="*/ 731838 h 816860"/>
                <a:gd name="connsiteX6" fmla="*/ 598486 w 659721"/>
                <a:gd name="connsiteY6" fmla="*/ 815975 h 816860"/>
                <a:gd name="connsiteX7" fmla="*/ 658812 w 659721"/>
                <a:gd name="connsiteY7" fmla="*/ 685800 h 816860"/>
                <a:gd name="connsiteX8" fmla="*/ 551519 w 659721"/>
                <a:gd name="connsiteY8" fmla="*/ 656180 h 816860"/>
                <a:gd name="connsiteX9" fmla="*/ 432742 w 659721"/>
                <a:gd name="connsiteY9" fmla="*/ 513568 h 816860"/>
                <a:gd name="connsiteX10" fmla="*/ 399891 w 659721"/>
                <a:gd name="connsiteY10" fmla="*/ 426523 h 816860"/>
                <a:gd name="connsiteX11" fmla="*/ 278591 w 659721"/>
                <a:gd name="connsiteY11" fmla="*/ 227451 h 816860"/>
                <a:gd name="connsiteX12" fmla="*/ 282938 w 659721"/>
                <a:gd name="connsiteY12" fmla="*/ 165237 h 816860"/>
                <a:gd name="connsiteX0" fmla="*/ 0 w 599294"/>
                <a:gd name="connsiteY0" fmla="*/ 0 h 818005"/>
                <a:gd name="connsiteX1" fmla="*/ 44449 w 599294"/>
                <a:gd name="connsiteY1" fmla="*/ 168276 h 818005"/>
                <a:gd name="connsiteX2" fmla="*/ 120649 w 599294"/>
                <a:gd name="connsiteY2" fmla="*/ 328612 h 818005"/>
                <a:gd name="connsiteX3" fmla="*/ 169862 w 599294"/>
                <a:gd name="connsiteY3" fmla="*/ 460375 h 818005"/>
                <a:gd name="connsiteX4" fmla="*/ 233362 w 599294"/>
                <a:gd name="connsiteY4" fmla="*/ 525463 h 818005"/>
                <a:gd name="connsiteX5" fmla="*/ 517524 w 599294"/>
                <a:gd name="connsiteY5" fmla="*/ 731838 h 818005"/>
                <a:gd name="connsiteX6" fmla="*/ 598486 w 599294"/>
                <a:gd name="connsiteY6" fmla="*/ 815975 h 818005"/>
                <a:gd name="connsiteX7" fmla="*/ 551519 w 599294"/>
                <a:gd name="connsiteY7" fmla="*/ 656180 h 818005"/>
                <a:gd name="connsiteX8" fmla="*/ 432742 w 599294"/>
                <a:gd name="connsiteY8" fmla="*/ 513568 h 818005"/>
                <a:gd name="connsiteX9" fmla="*/ 399891 w 599294"/>
                <a:gd name="connsiteY9" fmla="*/ 426523 h 818005"/>
                <a:gd name="connsiteX10" fmla="*/ 278591 w 599294"/>
                <a:gd name="connsiteY10" fmla="*/ 227451 h 818005"/>
                <a:gd name="connsiteX11" fmla="*/ 282938 w 599294"/>
                <a:gd name="connsiteY11" fmla="*/ 165237 h 818005"/>
                <a:gd name="connsiteX0" fmla="*/ 0 w 560957"/>
                <a:gd name="connsiteY0" fmla="*/ 0 h 736416"/>
                <a:gd name="connsiteX1" fmla="*/ 44449 w 560957"/>
                <a:gd name="connsiteY1" fmla="*/ 168276 h 736416"/>
                <a:gd name="connsiteX2" fmla="*/ 120649 w 560957"/>
                <a:gd name="connsiteY2" fmla="*/ 328612 h 736416"/>
                <a:gd name="connsiteX3" fmla="*/ 169862 w 560957"/>
                <a:gd name="connsiteY3" fmla="*/ 460375 h 736416"/>
                <a:gd name="connsiteX4" fmla="*/ 233362 w 560957"/>
                <a:gd name="connsiteY4" fmla="*/ 525463 h 736416"/>
                <a:gd name="connsiteX5" fmla="*/ 517524 w 560957"/>
                <a:gd name="connsiteY5" fmla="*/ 731838 h 736416"/>
                <a:gd name="connsiteX6" fmla="*/ 551519 w 560957"/>
                <a:gd name="connsiteY6" fmla="*/ 656180 h 736416"/>
                <a:gd name="connsiteX7" fmla="*/ 432742 w 560957"/>
                <a:gd name="connsiteY7" fmla="*/ 513568 h 736416"/>
                <a:gd name="connsiteX8" fmla="*/ 399891 w 560957"/>
                <a:gd name="connsiteY8" fmla="*/ 426523 h 736416"/>
                <a:gd name="connsiteX9" fmla="*/ 278591 w 560957"/>
                <a:gd name="connsiteY9" fmla="*/ 227451 h 736416"/>
                <a:gd name="connsiteX10" fmla="*/ 282938 w 560957"/>
                <a:gd name="connsiteY10" fmla="*/ 165237 h 736416"/>
                <a:gd name="connsiteX0" fmla="*/ 0 w 553781"/>
                <a:gd name="connsiteY0" fmla="*/ 0 h 727150"/>
                <a:gd name="connsiteX1" fmla="*/ 44449 w 553781"/>
                <a:gd name="connsiteY1" fmla="*/ 168276 h 727150"/>
                <a:gd name="connsiteX2" fmla="*/ 120649 w 553781"/>
                <a:gd name="connsiteY2" fmla="*/ 328612 h 727150"/>
                <a:gd name="connsiteX3" fmla="*/ 169862 w 553781"/>
                <a:gd name="connsiteY3" fmla="*/ 460375 h 727150"/>
                <a:gd name="connsiteX4" fmla="*/ 233362 w 553781"/>
                <a:gd name="connsiteY4" fmla="*/ 525463 h 727150"/>
                <a:gd name="connsiteX5" fmla="*/ 488643 w 553781"/>
                <a:gd name="connsiteY5" fmla="*/ 722048 h 727150"/>
                <a:gd name="connsiteX6" fmla="*/ 551519 w 553781"/>
                <a:gd name="connsiteY6" fmla="*/ 656180 h 727150"/>
                <a:gd name="connsiteX7" fmla="*/ 432742 w 553781"/>
                <a:gd name="connsiteY7" fmla="*/ 513568 h 727150"/>
                <a:gd name="connsiteX8" fmla="*/ 399891 w 553781"/>
                <a:gd name="connsiteY8" fmla="*/ 426523 h 727150"/>
                <a:gd name="connsiteX9" fmla="*/ 278591 w 553781"/>
                <a:gd name="connsiteY9" fmla="*/ 227451 h 727150"/>
                <a:gd name="connsiteX10" fmla="*/ 282938 w 553781"/>
                <a:gd name="connsiteY10" fmla="*/ 165237 h 727150"/>
                <a:gd name="connsiteX0" fmla="*/ 0 w 561611"/>
                <a:gd name="connsiteY0" fmla="*/ 0 h 732877"/>
                <a:gd name="connsiteX1" fmla="*/ 44449 w 561611"/>
                <a:gd name="connsiteY1" fmla="*/ 168276 h 732877"/>
                <a:gd name="connsiteX2" fmla="*/ 120649 w 561611"/>
                <a:gd name="connsiteY2" fmla="*/ 328612 h 732877"/>
                <a:gd name="connsiteX3" fmla="*/ 169862 w 561611"/>
                <a:gd name="connsiteY3" fmla="*/ 460375 h 732877"/>
                <a:gd name="connsiteX4" fmla="*/ 233362 w 561611"/>
                <a:gd name="connsiteY4" fmla="*/ 525463 h 732877"/>
                <a:gd name="connsiteX5" fmla="*/ 488643 w 561611"/>
                <a:gd name="connsiteY5" fmla="*/ 722048 h 732877"/>
                <a:gd name="connsiteX6" fmla="*/ 559753 w 561611"/>
                <a:gd name="connsiteY6" fmla="*/ 686720 h 732877"/>
                <a:gd name="connsiteX7" fmla="*/ 432742 w 561611"/>
                <a:gd name="connsiteY7" fmla="*/ 513568 h 732877"/>
                <a:gd name="connsiteX8" fmla="*/ 399891 w 561611"/>
                <a:gd name="connsiteY8" fmla="*/ 426523 h 732877"/>
                <a:gd name="connsiteX9" fmla="*/ 278591 w 561611"/>
                <a:gd name="connsiteY9" fmla="*/ 227451 h 732877"/>
                <a:gd name="connsiteX10" fmla="*/ 282938 w 561611"/>
                <a:gd name="connsiteY10" fmla="*/ 165237 h 732877"/>
                <a:gd name="connsiteX0" fmla="*/ 0 w 562157"/>
                <a:gd name="connsiteY0" fmla="*/ 0 h 733869"/>
                <a:gd name="connsiteX1" fmla="*/ 44449 w 562157"/>
                <a:gd name="connsiteY1" fmla="*/ 168276 h 733869"/>
                <a:gd name="connsiteX2" fmla="*/ 120649 w 562157"/>
                <a:gd name="connsiteY2" fmla="*/ 328612 h 733869"/>
                <a:gd name="connsiteX3" fmla="*/ 169862 w 562157"/>
                <a:gd name="connsiteY3" fmla="*/ 460375 h 733869"/>
                <a:gd name="connsiteX4" fmla="*/ 233362 w 562157"/>
                <a:gd name="connsiteY4" fmla="*/ 525463 h 733869"/>
                <a:gd name="connsiteX5" fmla="*/ 488643 w 562157"/>
                <a:gd name="connsiteY5" fmla="*/ 722048 h 733869"/>
                <a:gd name="connsiteX6" fmla="*/ 559753 w 562157"/>
                <a:gd name="connsiteY6" fmla="*/ 686720 h 733869"/>
                <a:gd name="connsiteX7" fmla="*/ 432742 w 562157"/>
                <a:gd name="connsiteY7" fmla="*/ 513568 h 733869"/>
                <a:gd name="connsiteX8" fmla="*/ 399891 w 562157"/>
                <a:gd name="connsiteY8" fmla="*/ 426523 h 733869"/>
                <a:gd name="connsiteX9" fmla="*/ 278591 w 562157"/>
                <a:gd name="connsiteY9" fmla="*/ 227451 h 733869"/>
                <a:gd name="connsiteX10" fmla="*/ 282938 w 562157"/>
                <a:gd name="connsiteY10" fmla="*/ 165237 h 733869"/>
                <a:gd name="connsiteX0" fmla="*/ 0 w 562157"/>
                <a:gd name="connsiteY0" fmla="*/ 0 h 733869"/>
                <a:gd name="connsiteX1" fmla="*/ 44449 w 562157"/>
                <a:gd name="connsiteY1" fmla="*/ 168276 h 733869"/>
                <a:gd name="connsiteX2" fmla="*/ 120649 w 562157"/>
                <a:gd name="connsiteY2" fmla="*/ 328612 h 733869"/>
                <a:gd name="connsiteX3" fmla="*/ 169862 w 562157"/>
                <a:gd name="connsiteY3" fmla="*/ 460375 h 733869"/>
                <a:gd name="connsiteX4" fmla="*/ 233362 w 562157"/>
                <a:gd name="connsiteY4" fmla="*/ 525463 h 733869"/>
                <a:gd name="connsiteX5" fmla="*/ 488643 w 562157"/>
                <a:gd name="connsiteY5" fmla="*/ 722048 h 733869"/>
                <a:gd name="connsiteX6" fmla="*/ 559753 w 562157"/>
                <a:gd name="connsiteY6" fmla="*/ 686720 h 733869"/>
                <a:gd name="connsiteX7" fmla="*/ 432742 w 562157"/>
                <a:gd name="connsiteY7" fmla="*/ 513568 h 733869"/>
                <a:gd name="connsiteX8" fmla="*/ 399891 w 562157"/>
                <a:gd name="connsiteY8" fmla="*/ 426523 h 733869"/>
                <a:gd name="connsiteX9" fmla="*/ 278591 w 562157"/>
                <a:gd name="connsiteY9" fmla="*/ 227451 h 733869"/>
                <a:gd name="connsiteX10" fmla="*/ 282938 w 562157"/>
                <a:gd name="connsiteY10" fmla="*/ 165237 h 733869"/>
                <a:gd name="connsiteX0" fmla="*/ 0 w 562157"/>
                <a:gd name="connsiteY0" fmla="*/ 0 h 722083"/>
                <a:gd name="connsiteX1" fmla="*/ 44449 w 562157"/>
                <a:gd name="connsiteY1" fmla="*/ 168276 h 722083"/>
                <a:gd name="connsiteX2" fmla="*/ 120649 w 562157"/>
                <a:gd name="connsiteY2" fmla="*/ 328612 h 722083"/>
                <a:gd name="connsiteX3" fmla="*/ 169862 w 562157"/>
                <a:gd name="connsiteY3" fmla="*/ 460375 h 722083"/>
                <a:gd name="connsiteX4" fmla="*/ 233362 w 562157"/>
                <a:gd name="connsiteY4" fmla="*/ 525463 h 722083"/>
                <a:gd name="connsiteX5" fmla="*/ 488643 w 562157"/>
                <a:gd name="connsiteY5" fmla="*/ 722048 h 722083"/>
                <a:gd name="connsiteX6" fmla="*/ 559753 w 562157"/>
                <a:gd name="connsiteY6" fmla="*/ 686720 h 722083"/>
                <a:gd name="connsiteX7" fmla="*/ 432742 w 562157"/>
                <a:gd name="connsiteY7" fmla="*/ 513568 h 722083"/>
                <a:gd name="connsiteX8" fmla="*/ 399891 w 562157"/>
                <a:gd name="connsiteY8" fmla="*/ 426523 h 722083"/>
                <a:gd name="connsiteX9" fmla="*/ 278591 w 562157"/>
                <a:gd name="connsiteY9" fmla="*/ 227451 h 722083"/>
                <a:gd name="connsiteX10" fmla="*/ 282938 w 562157"/>
                <a:gd name="connsiteY10" fmla="*/ 165237 h 722083"/>
                <a:gd name="connsiteX0" fmla="*/ 0 w 562157"/>
                <a:gd name="connsiteY0" fmla="*/ 0 h 723888"/>
                <a:gd name="connsiteX1" fmla="*/ 44449 w 562157"/>
                <a:gd name="connsiteY1" fmla="*/ 168276 h 723888"/>
                <a:gd name="connsiteX2" fmla="*/ 120649 w 562157"/>
                <a:gd name="connsiteY2" fmla="*/ 328612 h 723888"/>
                <a:gd name="connsiteX3" fmla="*/ 169862 w 562157"/>
                <a:gd name="connsiteY3" fmla="*/ 460375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562157"/>
                <a:gd name="connsiteY0" fmla="*/ 0 h 723888"/>
                <a:gd name="connsiteX1" fmla="*/ 44449 w 562157"/>
                <a:gd name="connsiteY1" fmla="*/ 168276 h 723888"/>
                <a:gd name="connsiteX2" fmla="*/ 120649 w 562157"/>
                <a:gd name="connsiteY2" fmla="*/ 328612 h 723888"/>
                <a:gd name="connsiteX3" fmla="*/ 169862 w 562157"/>
                <a:gd name="connsiteY3" fmla="*/ 460375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562157"/>
                <a:gd name="connsiteY0" fmla="*/ 0 h 723888"/>
                <a:gd name="connsiteX1" fmla="*/ 44449 w 562157"/>
                <a:gd name="connsiteY1" fmla="*/ 168276 h 723888"/>
                <a:gd name="connsiteX2" fmla="*/ 120649 w 562157"/>
                <a:gd name="connsiteY2" fmla="*/ 328612 h 723888"/>
                <a:gd name="connsiteX3" fmla="*/ 380209 w 562157"/>
                <a:gd name="connsiteY3" fmla="*/ 538744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562157"/>
                <a:gd name="connsiteY0" fmla="*/ 0 h 723888"/>
                <a:gd name="connsiteX1" fmla="*/ 44449 w 562157"/>
                <a:gd name="connsiteY1" fmla="*/ 168276 h 723888"/>
                <a:gd name="connsiteX2" fmla="*/ 120649 w 562157"/>
                <a:gd name="connsiteY2" fmla="*/ 328612 h 723888"/>
                <a:gd name="connsiteX3" fmla="*/ 380209 w 562157"/>
                <a:gd name="connsiteY3" fmla="*/ 538744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562157"/>
                <a:gd name="connsiteY0" fmla="*/ 0 h 723888"/>
                <a:gd name="connsiteX1" fmla="*/ 44449 w 562157"/>
                <a:gd name="connsiteY1" fmla="*/ 168276 h 723888"/>
                <a:gd name="connsiteX2" fmla="*/ 120649 w 562157"/>
                <a:gd name="connsiteY2" fmla="*/ 328612 h 723888"/>
                <a:gd name="connsiteX3" fmla="*/ 380209 w 562157"/>
                <a:gd name="connsiteY3" fmla="*/ 538744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562157"/>
                <a:gd name="connsiteY0" fmla="*/ 0 h 723888"/>
                <a:gd name="connsiteX1" fmla="*/ 44449 w 562157"/>
                <a:gd name="connsiteY1" fmla="*/ 168276 h 723888"/>
                <a:gd name="connsiteX2" fmla="*/ 152851 w 562157"/>
                <a:gd name="connsiteY2" fmla="*/ 255234 h 723888"/>
                <a:gd name="connsiteX3" fmla="*/ 380209 w 562157"/>
                <a:gd name="connsiteY3" fmla="*/ 538744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562157"/>
                <a:gd name="connsiteY0" fmla="*/ 0 h 723888"/>
                <a:gd name="connsiteX1" fmla="*/ 44449 w 562157"/>
                <a:gd name="connsiteY1" fmla="*/ 168276 h 723888"/>
                <a:gd name="connsiteX2" fmla="*/ 152851 w 562157"/>
                <a:gd name="connsiteY2" fmla="*/ 255234 h 723888"/>
                <a:gd name="connsiteX3" fmla="*/ 380209 w 562157"/>
                <a:gd name="connsiteY3" fmla="*/ 538744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562157"/>
                <a:gd name="connsiteY0" fmla="*/ 0 h 723888"/>
                <a:gd name="connsiteX1" fmla="*/ 144439 w 562157"/>
                <a:gd name="connsiteY1" fmla="*/ 127256 h 723888"/>
                <a:gd name="connsiteX2" fmla="*/ 44449 w 562157"/>
                <a:gd name="connsiteY2" fmla="*/ 168276 h 723888"/>
                <a:gd name="connsiteX3" fmla="*/ 152851 w 562157"/>
                <a:gd name="connsiteY3" fmla="*/ 255234 h 723888"/>
                <a:gd name="connsiteX4" fmla="*/ 380209 w 562157"/>
                <a:gd name="connsiteY4" fmla="*/ 538744 h 723888"/>
                <a:gd name="connsiteX5" fmla="*/ 422793 w 562157"/>
                <a:gd name="connsiteY5" fmla="*/ 662449 h 723888"/>
                <a:gd name="connsiteX6" fmla="*/ 488643 w 562157"/>
                <a:gd name="connsiteY6" fmla="*/ 722048 h 723888"/>
                <a:gd name="connsiteX7" fmla="*/ 559753 w 562157"/>
                <a:gd name="connsiteY7" fmla="*/ 686720 h 723888"/>
                <a:gd name="connsiteX8" fmla="*/ 432742 w 562157"/>
                <a:gd name="connsiteY8" fmla="*/ 513568 h 723888"/>
                <a:gd name="connsiteX9" fmla="*/ 399891 w 562157"/>
                <a:gd name="connsiteY9" fmla="*/ 426523 h 723888"/>
                <a:gd name="connsiteX10" fmla="*/ 278591 w 562157"/>
                <a:gd name="connsiteY10" fmla="*/ 227451 h 723888"/>
                <a:gd name="connsiteX11" fmla="*/ 282938 w 562157"/>
                <a:gd name="connsiteY11" fmla="*/ 165237 h 723888"/>
                <a:gd name="connsiteX0" fmla="*/ 0 w 562157"/>
                <a:gd name="connsiteY0" fmla="*/ 0 h 723888"/>
                <a:gd name="connsiteX1" fmla="*/ 144439 w 562157"/>
                <a:gd name="connsiteY1" fmla="*/ 127256 h 723888"/>
                <a:gd name="connsiteX2" fmla="*/ 152851 w 562157"/>
                <a:gd name="connsiteY2" fmla="*/ 255234 h 723888"/>
                <a:gd name="connsiteX3" fmla="*/ 380209 w 562157"/>
                <a:gd name="connsiteY3" fmla="*/ 538744 h 723888"/>
                <a:gd name="connsiteX4" fmla="*/ 422793 w 562157"/>
                <a:gd name="connsiteY4" fmla="*/ 662449 h 723888"/>
                <a:gd name="connsiteX5" fmla="*/ 488643 w 562157"/>
                <a:gd name="connsiteY5" fmla="*/ 722048 h 723888"/>
                <a:gd name="connsiteX6" fmla="*/ 559753 w 562157"/>
                <a:gd name="connsiteY6" fmla="*/ 686720 h 723888"/>
                <a:gd name="connsiteX7" fmla="*/ 432742 w 562157"/>
                <a:gd name="connsiteY7" fmla="*/ 513568 h 723888"/>
                <a:gd name="connsiteX8" fmla="*/ 399891 w 562157"/>
                <a:gd name="connsiteY8" fmla="*/ 426523 h 723888"/>
                <a:gd name="connsiteX9" fmla="*/ 278591 w 562157"/>
                <a:gd name="connsiteY9" fmla="*/ 227451 h 723888"/>
                <a:gd name="connsiteX10" fmla="*/ 282938 w 562157"/>
                <a:gd name="connsiteY10" fmla="*/ 165237 h 723888"/>
                <a:gd name="connsiteX0" fmla="*/ 0 w 438552"/>
                <a:gd name="connsiteY0" fmla="*/ 0 h 763404"/>
                <a:gd name="connsiteX1" fmla="*/ 20834 w 438552"/>
                <a:gd name="connsiteY1" fmla="*/ 166772 h 763404"/>
                <a:gd name="connsiteX2" fmla="*/ 29246 w 438552"/>
                <a:gd name="connsiteY2" fmla="*/ 294750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20834 w 438552"/>
                <a:gd name="connsiteY1" fmla="*/ 166772 h 763404"/>
                <a:gd name="connsiteX2" fmla="*/ 29246 w 438552"/>
                <a:gd name="connsiteY2" fmla="*/ 294750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20834 w 438552"/>
                <a:gd name="connsiteY1" fmla="*/ 166772 h 763404"/>
                <a:gd name="connsiteX2" fmla="*/ 29246 w 438552"/>
                <a:gd name="connsiteY2" fmla="*/ 294750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20834 w 438552"/>
                <a:gd name="connsiteY1" fmla="*/ 166772 h 763404"/>
                <a:gd name="connsiteX2" fmla="*/ 29246 w 438552"/>
                <a:gd name="connsiteY2" fmla="*/ 294750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29246 w 438552"/>
                <a:gd name="connsiteY2" fmla="*/ 294750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29246 w 438552"/>
                <a:gd name="connsiteY2" fmla="*/ 294750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29246 w 438552"/>
                <a:gd name="connsiteY2" fmla="*/ 294750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256604 w 438552"/>
                <a:gd name="connsiteY3" fmla="*/ 578260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260242 w 438552"/>
                <a:gd name="connsiteY3" fmla="*/ 572163 h 763404"/>
                <a:gd name="connsiteX4" fmla="*/ 299188 w 438552"/>
                <a:gd name="connsiteY4" fmla="*/ 701965 h 763404"/>
                <a:gd name="connsiteX5" fmla="*/ 365038 w 438552"/>
                <a:gd name="connsiteY5" fmla="*/ 761564 h 763404"/>
                <a:gd name="connsiteX6" fmla="*/ 436148 w 438552"/>
                <a:gd name="connsiteY6" fmla="*/ 726236 h 763404"/>
                <a:gd name="connsiteX7" fmla="*/ 309137 w 438552"/>
                <a:gd name="connsiteY7" fmla="*/ 553084 h 763404"/>
                <a:gd name="connsiteX8" fmla="*/ 276286 w 438552"/>
                <a:gd name="connsiteY8" fmla="*/ 466039 h 763404"/>
                <a:gd name="connsiteX9" fmla="*/ 154986 w 438552"/>
                <a:gd name="connsiteY9" fmla="*/ 266967 h 763404"/>
                <a:gd name="connsiteX10" fmla="*/ 159333 w 438552"/>
                <a:gd name="connsiteY10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157786 w 438552"/>
                <a:gd name="connsiteY3" fmla="*/ 448537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125483 w 438552"/>
                <a:gd name="connsiteY3" fmla="*/ 433398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125483 w 438552"/>
                <a:gd name="connsiteY3" fmla="*/ 433398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125483 w 438552"/>
                <a:gd name="connsiteY3" fmla="*/ 433398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125483 w 438552"/>
                <a:gd name="connsiteY3" fmla="*/ 433398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125483 w 438552"/>
                <a:gd name="connsiteY3" fmla="*/ 433398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0 w 438552"/>
                <a:gd name="connsiteY0" fmla="*/ 0 h 763404"/>
                <a:gd name="connsiteX1" fmla="*/ 17785 w 438552"/>
                <a:gd name="connsiteY1" fmla="*/ 164953 h 763404"/>
                <a:gd name="connsiteX2" fmla="*/ 12989 w 438552"/>
                <a:gd name="connsiteY2" fmla="*/ 269343 h 763404"/>
                <a:gd name="connsiteX3" fmla="*/ 125483 w 438552"/>
                <a:gd name="connsiteY3" fmla="*/ 433398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0 w 438552"/>
                <a:gd name="connsiteY0" fmla="*/ 0 h 763404"/>
                <a:gd name="connsiteX1" fmla="*/ 7517 w 438552"/>
                <a:gd name="connsiteY1" fmla="*/ 148907 h 763404"/>
                <a:gd name="connsiteX2" fmla="*/ 12989 w 438552"/>
                <a:gd name="connsiteY2" fmla="*/ 269343 h 763404"/>
                <a:gd name="connsiteX3" fmla="*/ 125483 w 438552"/>
                <a:gd name="connsiteY3" fmla="*/ 433398 h 763404"/>
                <a:gd name="connsiteX4" fmla="*/ 260242 w 438552"/>
                <a:gd name="connsiteY4" fmla="*/ 572163 h 763404"/>
                <a:gd name="connsiteX5" fmla="*/ 299188 w 438552"/>
                <a:gd name="connsiteY5" fmla="*/ 701965 h 763404"/>
                <a:gd name="connsiteX6" fmla="*/ 365038 w 438552"/>
                <a:gd name="connsiteY6" fmla="*/ 761564 h 763404"/>
                <a:gd name="connsiteX7" fmla="*/ 436148 w 438552"/>
                <a:gd name="connsiteY7" fmla="*/ 726236 h 763404"/>
                <a:gd name="connsiteX8" fmla="*/ 309137 w 438552"/>
                <a:gd name="connsiteY8" fmla="*/ 553084 h 763404"/>
                <a:gd name="connsiteX9" fmla="*/ 276286 w 438552"/>
                <a:gd name="connsiteY9" fmla="*/ 466039 h 763404"/>
                <a:gd name="connsiteX10" fmla="*/ 154986 w 438552"/>
                <a:gd name="connsiteY10" fmla="*/ 266967 h 763404"/>
                <a:gd name="connsiteX11" fmla="*/ 159333 w 438552"/>
                <a:gd name="connsiteY11" fmla="*/ 204753 h 763404"/>
                <a:gd name="connsiteX0" fmla="*/ 137057 w 443413"/>
                <a:gd name="connsiteY0" fmla="*/ 0 h 989649"/>
                <a:gd name="connsiteX1" fmla="*/ 12378 w 443413"/>
                <a:gd name="connsiteY1" fmla="*/ 375152 h 989649"/>
                <a:gd name="connsiteX2" fmla="*/ 17850 w 443413"/>
                <a:gd name="connsiteY2" fmla="*/ 495588 h 989649"/>
                <a:gd name="connsiteX3" fmla="*/ 130344 w 443413"/>
                <a:gd name="connsiteY3" fmla="*/ 659643 h 989649"/>
                <a:gd name="connsiteX4" fmla="*/ 265103 w 443413"/>
                <a:gd name="connsiteY4" fmla="*/ 798408 h 989649"/>
                <a:gd name="connsiteX5" fmla="*/ 304049 w 443413"/>
                <a:gd name="connsiteY5" fmla="*/ 928210 h 989649"/>
                <a:gd name="connsiteX6" fmla="*/ 369899 w 443413"/>
                <a:gd name="connsiteY6" fmla="*/ 987809 h 989649"/>
                <a:gd name="connsiteX7" fmla="*/ 441009 w 443413"/>
                <a:gd name="connsiteY7" fmla="*/ 952481 h 989649"/>
                <a:gd name="connsiteX8" fmla="*/ 313998 w 443413"/>
                <a:gd name="connsiteY8" fmla="*/ 779329 h 989649"/>
                <a:gd name="connsiteX9" fmla="*/ 281147 w 443413"/>
                <a:gd name="connsiteY9" fmla="*/ 692284 h 989649"/>
                <a:gd name="connsiteX10" fmla="*/ 159847 w 443413"/>
                <a:gd name="connsiteY10" fmla="*/ 493212 h 989649"/>
                <a:gd name="connsiteX11" fmla="*/ 164194 w 443413"/>
                <a:gd name="connsiteY11" fmla="*/ 430998 h 989649"/>
                <a:gd name="connsiteX0" fmla="*/ 119412 w 425768"/>
                <a:gd name="connsiteY0" fmla="*/ 0 h 989649"/>
                <a:gd name="connsiteX1" fmla="*/ 85842 w 425768"/>
                <a:gd name="connsiteY1" fmla="*/ 279398 h 989649"/>
                <a:gd name="connsiteX2" fmla="*/ 205 w 425768"/>
                <a:gd name="connsiteY2" fmla="*/ 495588 h 989649"/>
                <a:gd name="connsiteX3" fmla="*/ 112699 w 425768"/>
                <a:gd name="connsiteY3" fmla="*/ 659643 h 989649"/>
                <a:gd name="connsiteX4" fmla="*/ 247458 w 425768"/>
                <a:gd name="connsiteY4" fmla="*/ 798408 h 989649"/>
                <a:gd name="connsiteX5" fmla="*/ 286404 w 425768"/>
                <a:gd name="connsiteY5" fmla="*/ 928210 h 989649"/>
                <a:gd name="connsiteX6" fmla="*/ 352254 w 425768"/>
                <a:gd name="connsiteY6" fmla="*/ 987809 h 989649"/>
                <a:gd name="connsiteX7" fmla="*/ 423364 w 425768"/>
                <a:gd name="connsiteY7" fmla="*/ 952481 h 989649"/>
                <a:gd name="connsiteX8" fmla="*/ 296353 w 425768"/>
                <a:gd name="connsiteY8" fmla="*/ 779329 h 989649"/>
                <a:gd name="connsiteX9" fmla="*/ 263502 w 425768"/>
                <a:gd name="connsiteY9" fmla="*/ 692284 h 989649"/>
                <a:gd name="connsiteX10" fmla="*/ 142202 w 425768"/>
                <a:gd name="connsiteY10" fmla="*/ 493212 h 989649"/>
                <a:gd name="connsiteX11" fmla="*/ 146549 w 425768"/>
                <a:gd name="connsiteY11" fmla="*/ 430998 h 989649"/>
                <a:gd name="connsiteX0" fmla="*/ 119374 w 425730"/>
                <a:gd name="connsiteY0" fmla="*/ 0 h 989649"/>
                <a:gd name="connsiteX1" fmla="*/ 85804 w 425730"/>
                <a:gd name="connsiteY1" fmla="*/ 279398 h 989649"/>
                <a:gd name="connsiteX2" fmla="*/ 167 w 425730"/>
                <a:gd name="connsiteY2" fmla="*/ 495588 h 989649"/>
                <a:gd name="connsiteX3" fmla="*/ 112661 w 425730"/>
                <a:gd name="connsiteY3" fmla="*/ 659643 h 989649"/>
                <a:gd name="connsiteX4" fmla="*/ 247420 w 425730"/>
                <a:gd name="connsiteY4" fmla="*/ 798408 h 989649"/>
                <a:gd name="connsiteX5" fmla="*/ 286366 w 425730"/>
                <a:gd name="connsiteY5" fmla="*/ 928210 h 989649"/>
                <a:gd name="connsiteX6" fmla="*/ 352216 w 425730"/>
                <a:gd name="connsiteY6" fmla="*/ 987809 h 989649"/>
                <a:gd name="connsiteX7" fmla="*/ 423326 w 425730"/>
                <a:gd name="connsiteY7" fmla="*/ 952481 h 989649"/>
                <a:gd name="connsiteX8" fmla="*/ 296315 w 425730"/>
                <a:gd name="connsiteY8" fmla="*/ 779329 h 989649"/>
                <a:gd name="connsiteX9" fmla="*/ 263464 w 425730"/>
                <a:gd name="connsiteY9" fmla="*/ 692284 h 989649"/>
                <a:gd name="connsiteX10" fmla="*/ 142164 w 425730"/>
                <a:gd name="connsiteY10" fmla="*/ 493212 h 989649"/>
                <a:gd name="connsiteX11" fmla="*/ 146511 w 425730"/>
                <a:gd name="connsiteY11" fmla="*/ 430998 h 989649"/>
                <a:gd name="connsiteX0" fmla="*/ 40060 w 346416"/>
                <a:gd name="connsiteY0" fmla="*/ 0 h 989649"/>
                <a:gd name="connsiteX1" fmla="*/ 6490 w 346416"/>
                <a:gd name="connsiteY1" fmla="*/ 279398 h 989649"/>
                <a:gd name="connsiteX2" fmla="*/ 2312 w 346416"/>
                <a:gd name="connsiteY2" fmla="*/ 459282 h 989649"/>
                <a:gd name="connsiteX3" fmla="*/ 33347 w 346416"/>
                <a:gd name="connsiteY3" fmla="*/ 659643 h 989649"/>
                <a:gd name="connsiteX4" fmla="*/ 168106 w 346416"/>
                <a:gd name="connsiteY4" fmla="*/ 798408 h 989649"/>
                <a:gd name="connsiteX5" fmla="*/ 207052 w 346416"/>
                <a:gd name="connsiteY5" fmla="*/ 928210 h 989649"/>
                <a:gd name="connsiteX6" fmla="*/ 272902 w 346416"/>
                <a:gd name="connsiteY6" fmla="*/ 987809 h 989649"/>
                <a:gd name="connsiteX7" fmla="*/ 344012 w 346416"/>
                <a:gd name="connsiteY7" fmla="*/ 952481 h 989649"/>
                <a:gd name="connsiteX8" fmla="*/ 217001 w 346416"/>
                <a:gd name="connsiteY8" fmla="*/ 779329 h 989649"/>
                <a:gd name="connsiteX9" fmla="*/ 184150 w 346416"/>
                <a:gd name="connsiteY9" fmla="*/ 692284 h 989649"/>
                <a:gd name="connsiteX10" fmla="*/ 62850 w 346416"/>
                <a:gd name="connsiteY10" fmla="*/ 493212 h 989649"/>
                <a:gd name="connsiteX11" fmla="*/ 67197 w 346416"/>
                <a:gd name="connsiteY11" fmla="*/ 430998 h 989649"/>
                <a:gd name="connsiteX0" fmla="*/ 43623 w 349979"/>
                <a:gd name="connsiteY0" fmla="*/ 0 h 989649"/>
                <a:gd name="connsiteX1" fmla="*/ 10053 w 349979"/>
                <a:gd name="connsiteY1" fmla="*/ 279398 h 989649"/>
                <a:gd name="connsiteX2" fmla="*/ 5875 w 349979"/>
                <a:gd name="connsiteY2" fmla="*/ 459282 h 989649"/>
                <a:gd name="connsiteX3" fmla="*/ 85077 w 349979"/>
                <a:gd name="connsiteY3" fmla="*/ 643735 h 989649"/>
                <a:gd name="connsiteX4" fmla="*/ 171669 w 349979"/>
                <a:gd name="connsiteY4" fmla="*/ 798408 h 989649"/>
                <a:gd name="connsiteX5" fmla="*/ 210615 w 349979"/>
                <a:gd name="connsiteY5" fmla="*/ 928210 h 989649"/>
                <a:gd name="connsiteX6" fmla="*/ 276465 w 349979"/>
                <a:gd name="connsiteY6" fmla="*/ 987809 h 989649"/>
                <a:gd name="connsiteX7" fmla="*/ 347575 w 349979"/>
                <a:gd name="connsiteY7" fmla="*/ 952481 h 989649"/>
                <a:gd name="connsiteX8" fmla="*/ 220564 w 349979"/>
                <a:gd name="connsiteY8" fmla="*/ 779329 h 989649"/>
                <a:gd name="connsiteX9" fmla="*/ 187713 w 349979"/>
                <a:gd name="connsiteY9" fmla="*/ 692284 h 989649"/>
                <a:gd name="connsiteX10" fmla="*/ 66413 w 349979"/>
                <a:gd name="connsiteY10" fmla="*/ 493212 h 989649"/>
                <a:gd name="connsiteX11" fmla="*/ 70760 w 349979"/>
                <a:gd name="connsiteY11" fmla="*/ 430998 h 989649"/>
                <a:gd name="connsiteX0" fmla="*/ 43623 w 349979"/>
                <a:gd name="connsiteY0" fmla="*/ 0 h 989649"/>
                <a:gd name="connsiteX1" fmla="*/ 10053 w 349979"/>
                <a:gd name="connsiteY1" fmla="*/ 279398 h 989649"/>
                <a:gd name="connsiteX2" fmla="*/ 5875 w 349979"/>
                <a:gd name="connsiteY2" fmla="*/ 459282 h 989649"/>
                <a:gd name="connsiteX3" fmla="*/ 85077 w 349979"/>
                <a:gd name="connsiteY3" fmla="*/ 643735 h 989649"/>
                <a:gd name="connsiteX4" fmla="*/ 171669 w 349979"/>
                <a:gd name="connsiteY4" fmla="*/ 798408 h 989649"/>
                <a:gd name="connsiteX5" fmla="*/ 210615 w 349979"/>
                <a:gd name="connsiteY5" fmla="*/ 928210 h 989649"/>
                <a:gd name="connsiteX6" fmla="*/ 276465 w 349979"/>
                <a:gd name="connsiteY6" fmla="*/ 987809 h 989649"/>
                <a:gd name="connsiteX7" fmla="*/ 347575 w 349979"/>
                <a:gd name="connsiteY7" fmla="*/ 952481 h 989649"/>
                <a:gd name="connsiteX8" fmla="*/ 220564 w 349979"/>
                <a:gd name="connsiteY8" fmla="*/ 779329 h 989649"/>
                <a:gd name="connsiteX9" fmla="*/ 187713 w 349979"/>
                <a:gd name="connsiteY9" fmla="*/ 692284 h 989649"/>
                <a:gd name="connsiteX10" fmla="*/ 66413 w 349979"/>
                <a:gd name="connsiteY10" fmla="*/ 493212 h 989649"/>
                <a:gd name="connsiteX11" fmla="*/ 182474 w 349979"/>
                <a:gd name="connsiteY11" fmla="*/ 102331 h 989649"/>
                <a:gd name="connsiteX0" fmla="*/ 43623 w 349979"/>
                <a:gd name="connsiteY0" fmla="*/ 0 h 989649"/>
                <a:gd name="connsiteX1" fmla="*/ 10053 w 349979"/>
                <a:gd name="connsiteY1" fmla="*/ 279398 h 989649"/>
                <a:gd name="connsiteX2" fmla="*/ 5875 w 349979"/>
                <a:gd name="connsiteY2" fmla="*/ 459282 h 989649"/>
                <a:gd name="connsiteX3" fmla="*/ 85077 w 349979"/>
                <a:gd name="connsiteY3" fmla="*/ 643735 h 989649"/>
                <a:gd name="connsiteX4" fmla="*/ 171669 w 349979"/>
                <a:gd name="connsiteY4" fmla="*/ 798408 h 989649"/>
                <a:gd name="connsiteX5" fmla="*/ 210615 w 349979"/>
                <a:gd name="connsiteY5" fmla="*/ 928210 h 989649"/>
                <a:gd name="connsiteX6" fmla="*/ 276465 w 349979"/>
                <a:gd name="connsiteY6" fmla="*/ 987809 h 989649"/>
                <a:gd name="connsiteX7" fmla="*/ 347575 w 349979"/>
                <a:gd name="connsiteY7" fmla="*/ 952481 h 989649"/>
                <a:gd name="connsiteX8" fmla="*/ 220564 w 349979"/>
                <a:gd name="connsiteY8" fmla="*/ 779329 h 989649"/>
                <a:gd name="connsiteX9" fmla="*/ 187713 w 349979"/>
                <a:gd name="connsiteY9" fmla="*/ 692284 h 989649"/>
                <a:gd name="connsiteX10" fmla="*/ 111083 w 349979"/>
                <a:gd name="connsiteY10" fmla="*/ 452679 h 989649"/>
                <a:gd name="connsiteX11" fmla="*/ 182474 w 349979"/>
                <a:gd name="connsiteY11" fmla="*/ 102331 h 989649"/>
                <a:gd name="connsiteX0" fmla="*/ 43623 w 349943"/>
                <a:gd name="connsiteY0" fmla="*/ 0 h 989649"/>
                <a:gd name="connsiteX1" fmla="*/ 10053 w 349943"/>
                <a:gd name="connsiteY1" fmla="*/ 279398 h 989649"/>
                <a:gd name="connsiteX2" fmla="*/ 5875 w 349943"/>
                <a:gd name="connsiteY2" fmla="*/ 459282 h 989649"/>
                <a:gd name="connsiteX3" fmla="*/ 85077 w 349943"/>
                <a:gd name="connsiteY3" fmla="*/ 643735 h 989649"/>
                <a:gd name="connsiteX4" fmla="*/ 171669 w 349943"/>
                <a:gd name="connsiteY4" fmla="*/ 798408 h 989649"/>
                <a:gd name="connsiteX5" fmla="*/ 210615 w 349943"/>
                <a:gd name="connsiteY5" fmla="*/ 928210 h 989649"/>
                <a:gd name="connsiteX6" fmla="*/ 276465 w 349943"/>
                <a:gd name="connsiteY6" fmla="*/ 987809 h 989649"/>
                <a:gd name="connsiteX7" fmla="*/ 347575 w 349943"/>
                <a:gd name="connsiteY7" fmla="*/ 952481 h 989649"/>
                <a:gd name="connsiteX8" fmla="*/ 220564 w 349943"/>
                <a:gd name="connsiteY8" fmla="*/ 779329 h 989649"/>
                <a:gd name="connsiteX9" fmla="*/ 200566 w 349943"/>
                <a:gd name="connsiteY9" fmla="*/ 688797 h 989649"/>
                <a:gd name="connsiteX10" fmla="*/ 111083 w 349943"/>
                <a:gd name="connsiteY10" fmla="*/ 452679 h 989649"/>
                <a:gd name="connsiteX11" fmla="*/ 182474 w 349943"/>
                <a:gd name="connsiteY11" fmla="*/ 102331 h 989649"/>
                <a:gd name="connsiteX0" fmla="*/ 43623 w 347581"/>
                <a:gd name="connsiteY0" fmla="*/ 0 h 988803"/>
                <a:gd name="connsiteX1" fmla="*/ 10053 w 347581"/>
                <a:gd name="connsiteY1" fmla="*/ 279398 h 988803"/>
                <a:gd name="connsiteX2" fmla="*/ 5875 w 347581"/>
                <a:gd name="connsiteY2" fmla="*/ 459282 h 988803"/>
                <a:gd name="connsiteX3" fmla="*/ 85077 w 347581"/>
                <a:gd name="connsiteY3" fmla="*/ 643735 h 988803"/>
                <a:gd name="connsiteX4" fmla="*/ 171669 w 347581"/>
                <a:gd name="connsiteY4" fmla="*/ 798408 h 988803"/>
                <a:gd name="connsiteX5" fmla="*/ 210615 w 347581"/>
                <a:gd name="connsiteY5" fmla="*/ 928210 h 988803"/>
                <a:gd name="connsiteX6" fmla="*/ 276465 w 347581"/>
                <a:gd name="connsiteY6" fmla="*/ 987809 h 988803"/>
                <a:gd name="connsiteX7" fmla="*/ 347575 w 347581"/>
                <a:gd name="connsiteY7" fmla="*/ 952481 h 988803"/>
                <a:gd name="connsiteX8" fmla="*/ 280068 w 347581"/>
                <a:gd name="connsiteY8" fmla="*/ 797285 h 988803"/>
                <a:gd name="connsiteX9" fmla="*/ 200566 w 347581"/>
                <a:gd name="connsiteY9" fmla="*/ 688797 h 988803"/>
                <a:gd name="connsiteX10" fmla="*/ 111083 w 347581"/>
                <a:gd name="connsiteY10" fmla="*/ 452679 h 988803"/>
                <a:gd name="connsiteX11" fmla="*/ 182474 w 347581"/>
                <a:gd name="connsiteY11" fmla="*/ 102331 h 988803"/>
                <a:gd name="connsiteX0" fmla="*/ 43623 w 341639"/>
                <a:gd name="connsiteY0" fmla="*/ 0 h 987951"/>
                <a:gd name="connsiteX1" fmla="*/ 10053 w 341639"/>
                <a:gd name="connsiteY1" fmla="*/ 279398 h 987951"/>
                <a:gd name="connsiteX2" fmla="*/ 5875 w 341639"/>
                <a:gd name="connsiteY2" fmla="*/ 459282 h 987951"/>
                <a:gd name="connsiteX3" fmla="*/ 85077 w 341639"/>
                <a:gd name="connsiteY3" fmla="*/ 643735 h 987951"/>
                <a:gd name="connsiteX4" fmla="*/ 171669 w 341639"/>
                <a:gd name="connsiteY4" fmla="*/ 798408 h 987951"/>
                <a:gd name="connsiteX5" fmla="*/ 210615 w 341639"/>
                <a:gd name="connsiteY5" fmla="*/ 928210 h 987951"/>
                <a:gd name="connsiteX6" fmla="*/ 276465 w 341639"/>
                <a:gd name="connsiteY6" fmla="*/ 987809 h 987951"/>
                <a:gd name="connsiteX7" fmla="*/ 341633 w 341639"/>
                <a:gd name="connsiteY7" fmla="*/ 939886 h 987951"/>
                <a:gd name="connsiteX8" fmla="*/ 280068 w 341639"/>
                <a:gd name="connsiteY8" fmla="*/ 797285 h 987951"/>
                <a:gd name="connsiteX9" fmla="*/ 200566 w 341639"/>
                <a:gd name="connsiteY9" fmla="*/ 688797 h 987951"/>
                <a:gd name="connsiteX10" fmla="*/ 111083 w 341639"/>
                <a:gd name="connsiteY10" fmla="*/ 452679 h 987951"/>
                <a:gd name="connsiteX11" fmla="*/ 182474 w 341639"/>
                <a:gd name="connsiteY11" fmla="*/ 102331 h 987951"/>
                <a:gd name="connsiteX0" fmla="*/ 43623 w 341639"/>
                <a:gd name="connsiteY0" fmla="*/ 0 h 987951"/>
                <a:gd name="connsiteX1" fmla="*/ 10053 w 341639"/>
                <a:gd name="connsiteY1" fmla="*/ 279398 h 987951"/>
                <a:gd name="connsiteX2" fmla="*/ 5875 w 341639"/>
                <a:gd name="connsiteY2" fmla="*/ 459282 h 987951"/>
                <a:gd name="connsiteX3" fmla="*/ 85077 w 341639"/>
                <a:gd name="connsiteY3" fmla="*/ 643735 h 987951"/>
                <a:gd name="connsiteX4" fmla="*/ 171669 w 341639"/>
                <a:gd name="connsiteY4" fmla="*/ 798408 h 987951"/>
                <a:gd name="connsiteX5" fmla="*/ 210615 w 341639"/>
                <a:gd name="connsiteY5" fmla="*/ 928210 h 987951"/>
                <a:gd name="connsiteX6" fmla="*/ 276465 w 341639"/>
                <a:gd name="connsiteY6" fmla="*/ 987809 h 987951"/>
                <a:gd name="connsiteX7" fmla="*/ 341633 w 341639"/>
                <a:gd name="connsiteY7" fmla="*/ 939886 h 987951"/>
                <a:gd name="connsiteX8" fmla="*/ 280068 w 341639"/>
                <a:gd name="connsiteY8" fmla="*/ 797285 h 987951"/>
                <a:gd name="connsiteX9" fmla="*/ 203685 w 341639"/>
                <a:gd name="connsiteY9" fmla="*/ 679426 h 987951"/>
                <a:gd name="connsiteX10" fmla="*/ 111083 w 341639"/>
                <a:gd name="connsiteY10" fmla="*/ 452679 h 987951"/>
                <a:gd name="connsiteX11" fmla="*/ 182474 w 341639"/>
                <a:gd name="connsiteY11" fmla="*/ 102331 h 987951"/>
                <a:gd name="connsiteX0" fmla="*/ 43623 w 341656"/>
                <a:gd name="connsiteY0" fmla="*/ 0 h 987939"/>
                <a:gd name="connsiteX1" fmla="*/ 10053 w 341656"/>
                <a:gd name="connsiteY1" fmla="*/ 279398 h 987939"/>
                <a:gd name="connsiteX2" fmla="*/ 5875 w 341656"/>
                <a:gd name="connsiteY2" fmla="*/ 459282 h 987939"/>
                <a:gd name="connsiteX3" fmla="*/ 85077 w 341656"/>
                <a:gd name="connsiteY3" fmla="*/ 643735 h 987939"/>
                <a:gd name="connsiteX4" fmla="*/ 171669 w 341656"/>
                <a:gd name="connsiteY4" fmla="*/ 798408 h 987939"/>
                <a:gd name="connsiteX5" fmla="*/ 210615 w 341656"/>
                <a:gd name="connsiteY5" fmla="*/ 928210 h 987939"/>
                <a:gd name="connsiteX6" fmla="*/ 276465 w 341656"/>
                <a:gd name="connsiteY6" fmla="*/ 987809 h 987939"/>
                <a:gd name="connsiteX7" fmla="*/ 341633 w 341656"/>
                <a:gd name="connsiteY7" fmla="*/ 939886 h 987939"/>
                <a:gd name="connsiteX8" fmla="*/ 269238 w 341656"/>
                <a:gd name="connsiteY8" fmla="*/ 808747 h 987939"/>
                <a:gd name="connsiteX9" fmla="*/ 203685 w 341656"/>
                <a:gd name="connsiteY9" fmla="*/ 679426 h 987939"/>
                <a:gd name="connsiteX10" fmla="*/ 111083 w 341656"/>
                <a:gd name="connsiteY10" fmla="*/ 452679 h 987939"/>
                <a:gd name="connsiteX11" fmla="*/ 182474 w 341656"/>
                <a:gd name="connsiteY11" fmla="*/ 102331 h 987939"/>
                <a:gd name="connsiteX0" fmla="*/ 43623 w 341656"/>
                <a:gd name="connsiteY0" fmla="*/ 0 h 987939"/>
                <a:gd name="connsiteX1" fmla="*/ 10053 w 341656"/>
                <a:gd name="connsiteY1" fmla="*/ 279398 h 987939"/>
                <a:gd name="connsiteX2" fmla="*/ 5875 w 341656"/>
                <a:gd name="connsiteY2" fmla="*/ 459282 h 987939"/>
                <a:gd name="connsiteX3" fmla="*/ 85077 w 341656"/>
                <a:gd name="connsiteY3" fmla="*/ 643735 h 987939"/>
                <a:gd name="connsiteX4" fmla="*/ 171669 w 341656"/>
                <a:gd name="connsiteY4" fmla="*/ 798408 h 987939"/>
                <a:gd name="connsiteX5" fmla="*/ 210615 w 341656"/>
                <a:gd name="connsiteY5" fmla="*/ 928210 h 987939"/>
                <a:gd name="connsiteX6" fmla="*/ 276465 w 341656"/>
                <a:gd name="connsiteY6" fmla="*/ 987809 h 987939"/>
                <a:gd name="connsiteX7" fmla="*/ 341633 w 341656"/>
                <a:gd name="connsiteY7" fmla="*/ 939886 h 987939"/>
                <a:gd name="connsiteX8" fmla="*/ 269238 w 341656"/>
                <a:gd name="connsiteY8" fmla="*/ 808747 h 987939"/>
                <a:gd name="connsiteX9" fmla="*/ 203685 w 341656"/>
                <a:gd name="connsiteY9" fmla="*/ 679426 h 987939"/>
                <a:gd name="connsiteX10" fmla="*/ 111083 w 341656"/>
                <a:gd name="connsiteY10" fmla="*/ 452679 h 987939"/>
                <a:gd name="connsiteX11" fmla="*/ 182474 w 341656"/>
                <a:gd name="connsiteY11" fmla="*/ 102331 h 987939"/>
                <a:gd name="connsiteX0" fmla="*/ 43623 w 341656"/>
                <a:gd name="connsiteY0" fmla="*/ 0 h 987939"/>
                <a:gd name="connsiteX1" fmla="*/ 10053 w 341656"/>
                <a:gd name="connsiteY1" fmla="*/ 279398 h 987939"/>
                <a:gd name="connsiteX2" fmla="*/ 5875 w 341656"/>
                <a:gd name="connsiteY2" fmla="*/ 459282 h 987939"/>
                <a:gd name="connsiteX3" fmla="*/ 85077 w 341656"/>
                <a:gd name="connsiteY3" fmla="*/ 643735 h 987939"/>
                <a:gd name="connsiteX4" fmla="*/ 171669 w 341656"/>
                <a:gd name="connsiteY4" fmla="*/ 798408 h 987939"/>
                <a:gd name="connsiteX5" fmla="*/ 210615 w 341656"/>
                <a:gd name="connsiteY5" fmla="*/ 928210 h 987939"/>
                <a:gd name="connsiteX6" fmla="*/ 276465 w 341656"/>
                <a:gd name="connsiteY6" fmla="*/ 987809 h 987939"/>
                <a:gd name="connsiteX7" fmla="*/ 341633 w 341656"/>
                <a:gd name="connsiteY7" fmla="*/ 939886 h 987939"/>
                <a:gd name="connsiteX8" fmla="*/ 269238 w 341656"/>
                <a:gd name="connsiteY8" fmla="*/ 808747 h 987939"/>
                <a:gd name="connsiteX9" fmla="*/ 203685 w 341656"/>
                <a:gd name="connsiteY9" fmla="*/ 679426 h 987939"/>
                <a:gd name="connsiteX10" fmla="*/ 111083 w 341656"/>
                <a:gd name="connsiteY10" fmla="*/ 452679 h 987939"/>
                <a:gd name="connsiteX11" fmla="*/ 182474 w 341656"/>
                <a:gd name="connsiteY11" fmla="*/ 102331 h 987939"/>
                <a:gd name="connsiteX0" fmla="*/ 43623 w 318285"/>
                <a:gd name="connsiteY0" fmla="*/ 0 h 988168"/>
                <a:gd name="connsiteX1" fmla="*/ 10053 w 318285"/>
                <a:gd name="connsiteY1" fmla="*/ 279398 h 988168"/>
                <a:gd name="connsiteX2" fmla="*/ 5875 w 318285"/>
                <a:gd name="connsiteY2" fmla="*/ 459282 h 988168"/>
                <a:gd name="connsiteX3" fmla="*/ 85077 w 318285"/>
                <a:gd name="connsiteY3" fmla="*/ 643735 h 988168"/>
                <a:gd name="connsiteX4" fmla="*/ 171669 w 318285"/>
                <a:gd name="connsiteY4" fmla="*/ 798408 h 988168"/>
                <a:gd name="connsiteX5" fmla="*/ 210615 w 318285"/>
                <a:gd name="connsiteY5" fmla="*/ 928210 h 988168"/>
                <a:gd name="connsiteX6" fmla="*/ 276465 w 318285"/>
                <a:gd name="connsiteY6" fmla="*/ 987809 h 988168"/>
                <a:gd name="connsiteX7" fmla="*/ 318244 w 318285"/>
                <a:gd name="connsiteY7" fmla="*/ 923499 h 988168"/>
                <a:gd name="connsiteX8" fmla="*/ 269238 w 318285"/>
                <a:gd name="connsiteY8" fmla="*/ 808747 h 988168"/>
                <a:gd name="connsiteX9" fmla="*/ 203685 w 318285"/>
                <a:gd name="connsiteY9" fmla="*/ 679426 h 988168"/>
                <a:gd name="connsiteX10" fmla="*/ 111083 w 318285"/>
                <a:gd name="connsiteY10" fmla="*/ 452679 h 988168"/>
                <a:gd name="connsiteX11" fmla="*/ 182474 w 318285"/>
                <a:gd name="connsiteY11" fmla="*/ 102331 h 988168"/>
                <a:gd name="connsiteX0" fmla="*/ 43623 w 318285"/>
                <a:gd name="connsiteY0" fmla="*/ 0 h 988168"/>
                <a:gd name="connsiteX1" fmla="*/ 10053 w 318285"/>
                <a:gd name="connsiteY1" fmla="*/ 279398 h 988168"/>
                <a:gd name="connsiteX2" fmla="*/ 5875 w 318285"/>
                <a:gd name="connsiteY2" fmla="*/ 459282 h 988168"/>
                <a:gd name="connsiteX3" fmla="*/ 85077 w 318285"/>
                <a:gd name="connsiteY3" fmla="*/ 643735 h 988168"/>
                <a:gd name="connsiteX4" fmla="*/ 171669 w 318285"/>
                <a:gd name="connsiteY4" fmla="*/ 798408 h 988168"/>
                <a:gd name="connsiteX5" fmla="*/ 210615 w 318285"/>
                <a:gd name="connsiteY5" fmla="*/ 928210 h 988168"/>
                <a:gd name="connsiteX6" fmla="*/ 276465 w 318285"/>
                <a:gd name="connsiteY6" fmla="*/ 987809 h 988168"/>
                <a:gd name="connsiteX7" fmla="*/ 318244 w 318285"/>
                <a:gd name="connsiteY7" fmla="*/ 923499 h 988168"/>
                <a:gd name="connsiteX8" fmla="*/ 269238 w 318285"/>
                <a:gd name="connsiteY8" fmla="*/ 808747 h 988168"/>
                <a:gd name="connsiteX9" fmla="*/ 203685 w 318285"/>
                <a:gd name="connsiteY9" fmla="*/ 679426 h 988168"/>
                <a:gd name="connsiteX10" fmla="*/ 129457 w 318285"/>
                <a:gd name="connsiteY10" fmla="*/ 481793 h 988168"/>
                <a:gd name="connsiteX11" fmla="*/ 182474 w 318285"/>
                <a:gd name="connsiteY11" fmla="*/ 102331 h 988168"/>
                <a:gd name="connsiteX0" fmla="*/ 43623 w 318285"/>
                <a:gd name="connsiteY0" fmla="*/ 0 h 988168"/>
                <a:gd name="connsiteX1" fmla="*/ 10053 w 318285"/>
                <a:gd name="connsiteY1" fmla="*/ 279398 h 988168"/>
                <a:gd name="connsiteX2" fmla="*/ 5875 w 318285"/>
                <a:gd name="connsiteY2" fmla="*/ 459282 h 988168"/>
                <a:gd name="connsiteX3" fmla="*/ 85077 w 318285"/>
                <a:gd name="connsiteY3" fmla="*/ 643735 h 988168"/>
                <a:gd name="connsiteX4" fmla="*/ 171669 w 318285"/>
                <a:gd name="connsiteY4" fmla="*/ 798408 h 988168"/>
                <a:gd name="connsiteX5" fmla="*/ 210615 w 318285"/>
                <a:gd name="connsiteY5" fmla="*/ 928210 h 988168"/>
                <a:gd name="connsiteX6" fmla="*/ 276465 w 318285"/>
                <a:gd name="connsiteY6" fmla="*/ 987809 h 988168"/>
                <a:gd name="connsiteX7" fmla="*/ 318244 w 318285"/>
                <a:gd name="connsiteY7" fmla="*/ 923499 h 988168"/>
                <a:gd name="connsiteX8" fmla="*/ 269238 w 318285"/>
                <a:gd name="connsiteY8" fmla="*/ 808747 h 988168"/>
                <a:gd name="connsiteX9" fmla="*/ 203685 w 318285"/>
                <a:gd name="connsiteY9" fmla="*/ 679426 h 988168"/>
                <a:gd name="connsiteX10" fmla="*/ 129457 w 318285"/>
                <a:gd name="connsiteY10" fmla="*/ 481793 h 988168"/>
                <a:gd name="connsiteX11" fmla="*/ 182474 w 318285"/>
                <a:gd name="connsiteY11" fmla="*/ 102331 h 988168"/>
                <a:gd name="connsiteX0" fmla="*/ 43623 w 318285"/>
                <a:gd name="connsiteY0" fmla="*/ 0 h 988168"/>
                <a:gd name="connsiteX1" fmla="*/ 10053 w 318285"/>
                <a:gd name="connsiteY1" fmla="*/ 279398 h 988168"/>
                <a:gd name="connsiteX2" fmla="*/ 5875 w 318285"/>
                <a:gd name="connsiteY2" fmla="*/ 459282 h 988168"/>
                <a:gd name="connsiteX3" fmla="*/ 85077 w 318285"/>
                <a:gd name="connsiteY3" fmla="*/ 643735 h 988168"/>
                <a:gd name="connsiteX4" fmla="*/ 171669 w 318285"/>
                <a:gd name="connsiteY4" fmla="*/ 798408 h 988168"/>
                <a:gd name="connsiteX5" fmla="*/ 210615 w 318285"/>
                <a:gd name="connsiteY5" fmla="*/ 928210 h 988168"/>
                <a:gd name="connsiteX6" fmla="*/ 276465 w 318285"/>
                <a:gd name="connsiteY6" fmla="*/ 987809 h 988168"/>
                <a:gd name="connsiteX7" fmla="*/ 318244 w 318285"/>
                <a:gd name="connsiteY7" fmla="*/ 923499 h 988168"/>
                <a:gd name="connsiteX8" fmla="*/ 269238 w 318285"/>
                <a:gd name="connsiteY8" fmla="*/ 808747 h 988168"/>
                <a:gd name="connsiteX9" fmla="*/ 203685 w 318285"/>
                <a:gd name="connsiteY9" fmla="*/ 679426 h 988168"/>
                <a:gd name="connsiteX10" fmla="*/ 129457 w 318285"/>
                <a:gd name="connsiteY10" fmla="*/ 481793 h 988168"/>
                <a:gd name="connsiteX11" fmla="*/ 175268 w 318285"/>
                <a:gd name="connsiteY11" fmla="*/ 149750 h 988168"/>
                <a:gd name="connsiteX0" fmla="*/ 43623 w 318285"/>
                <a:gd name="connsiteY0" fmla="*/ 0 h 988168"/>
                <a:gd name="connsiteX1" fmla="*/ 10053 w 318285"/>
                <a:gd name="connsiteY1" fmla="*/ 279398 h 988168"/>
                <a:gd name="connsiteX2" fmla="*/ 5875 w 318285"/>
                <a:gd name="connsiteY2" fmla="*/ 459282 h 988168"/>
                <a:gd name="connsiteX3" fmla="*/ 85077 w 318285"/>
                <a:gd name="connsiteY3" fmla="*/ 643735 h 988168"/>
                <a:gd name="connsiteX4" fmla="*/ 171669 w 318285"/>
                <a:gd name="connsiteY4" fmla="*/ 798408 h 988168"/>
                <a:gd name="connsiteX5" fmla="*/ 210615 w 318285"/>
                <a:gd name="connsiteY5" fmla="*/ 928210 h 988168"/>
                <a:gd name="connsiteX6" fmla="*/ 276465 w 318285"/>
                <a:gd name="connsiteY6" fmla="*/ 987809 h 988168"/>
                <a:gd name="connsiteX7" fmla="*/ 318244 w 318285"/>
                <a:gd name="connsiteY7" fmla="*/ 923499 h 988168"/>
                <a:gd name="connsiteX8" fmla="*/ 269238 w 318285"/>
                <a:gd name="connsiteY8" fmla="*/ 808747 h 988168"/>
                <a:gd name="connsiteX9" fmla="*/ 203685 w 318285"/>
                <a:gd name="connsiteY9" fmla="*/ 679426 h 988168"/>
                <a:gd name="connsiteX10" fmla="*/ 129457 w 318285"/>
                <a:gd name="connsiteY10" fmla="*/ 481793 h 988168"/>
                <a:gd name="connsiteX11" fmla="*/ 175268 w 318285"/>
                <a:gd name="connsiteY11" fmla="*/ 149750 h 988168"/>
                <a:gd name="connsiteX0" fmla="*/ 43623 w 318285"/>
                <a:gd name="connsiteY0" fmla="*/ 0 h 988168"/>
                <a:gd name="connsiteX1" fmla="*/ 10053 w 318285"/>
                <a:gd name="connsiteY1" fmla="*/ 279398 h 988168"/>
                <a:gd name="connsiteX2" fmla="*/ 5875 w 318285"/>
                <a:gd name="connsiteY2" fmla="*/ 459282 h 988168"/>
                <a:gd name="connsiteX3" fmla="*/ 85077 w 318285"/>
                <a:gd name="connsiteY3" fmla="*/ 643735 h 988168"/>
                <a:gd name="connsiteX4" fmla="*/ 171669 w 318285"/>
                <a:gd name="connsiteY4" fmla="*/ 798408 h 988168"/>
                <a:gd name="connsiteX5" fmla="*/ 210615 w 318285"/>
                <a:gd name="connsiteY5" fmla="*/ 928210 h 988168"/>
                <a:gd name="connsiteX6" fmla="*/ 276465 w 318285"/>
                <a:gd name="connsiteY6" fmla="*/ 987809 h 988168"/>
                <a:gd name="connsiteX7" fmla="*/ 318244 w 318285"/>
                <a:gd name="connsiteY7" fmla="*/ 923499 h 988168"/>
                <a:gd name="connsiteX8" fmla="*/ 269238 w 318285"/>
                <a:gd name="connsiteY8" fmla="*/ 808747 h 988168"/>
                <a:gd name="connsiteX9" fmla="*/ 203685 w 318285"/>
                <a:gd name="connsiteY9" fmla="*/ 679426 h 988168"/>
                <a:gd name="connsiteX10" fmla="*/ 129457 w 318285"/>
                <a:gd name="connsiteY10" fmla="*/ 481793 h 988168"/>
                <a:gd name="connsiteX11" fmla="*/ 175268 w 318285"/>
                <a:gd name="connsiteY11" fmla="*/ 149750 h 988168"/>
                <a:gd name="connsiteX0" fmla="*/ 43623 w 318407"/>
                <a:gd name="connsiteY0" fmla="*/ 0 h 989081"/>
                <a:gd name="connsiteX1" fmla="*/ 10053 w 318407"/>
                <a:gd name="connsiteY1" fmla="*/ 279398 h 989081"/>
                <a:gd name="connsiteX2" fmla="*/ 5875 w 318407"/>
                <a:gd name="connsiteY2" fmla="*/ 459282 h 989081"/>
                <a:gd name="connsiteX3" fmla="*/ 85077 w 318407"/>
                <a:gd name="connsiteY3" fmla="*/ 643735 h 989081"/>
                <a:gd name="connsiteX4" fmla="*/ 171669 w 318407"/>
                <a:gd name="connsiteY4" fmla="*/ 798408 h 989081"/>
                <a:gd name="connsiteX5" fmla="*/ 210615 w 318407"/>
                <a:gd name="connsiteY5" fmla="*/ 928210 h 989081"/>
                <a:gd name="connsiteX6" fmla="*/ 276465 w 318407"/>
                <a:gd name="connsiteY6" fmla="*/ 987809 h 989081"/>
                <a:gd name="connsiteX7" fmla="*/ 318244 w 318407"/>
                <a:gd name="connsiteY7" fmla="*/ 923499 h 989081"/>
                <a:gd name="connsiteX8" fmla="*/ 269238 w 318407"/>
                <a:gd name="connsiteY8" fmla="*/ 808747 h 989081"/>
                <a:gd name="connsiteX9" fmla="*/ 203685 w 318407"/>
                <a:gd name="connsiteY9" fmla="*/ 679426 h 989081"/>
                <a:gd name="connsiteX10" fmla="*/ 129457 w 318407"/>
                <a:gd name="connsiteY10" fmla="*/ 481793 h 989081"/>
                <a:gd name="connsiteX11" fmla="*/ 175268 w 318407"/>
                <a:gd name="connsiteY11" fmla="*/ 149750 h 989081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3685 w 318952"/>
                <a:gd name="connsiteY9" fmla="*/ 679426 h 988835"/>
                <a:gd name="connsiteX10" fmla="*/ 129457 w 318952"/>
                <a:gd name="connsiteY10" fmla="*/ 481793 h 988835"/>
                <a:gd name="connsiteX11" fmla="*/ 175268 w 318952"/>
                <a:gd name="connsiteY11" fmla="*/ 149750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3685 w 318952"/>
                <a:gd name="connsiteY9" fmla="*/ 679426 h 988835"/>
                <a:gd name="connsiteX10" fmla="*/ 129457 w 318952"/>
                <a:gd name="connsiteY10" fmla="*/ 481793 h 988835"/>
                <a:gd name="connsiteX11" fmla="*/ 175268 w 318952"/>
                <a:gd name="connsiteY11" fmla="*/ 149750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3685 w 318952"/>
                <a:gd name="connsiteY9" fmla="*/ 679426 h 988835"/>
                <a:gd name="connsiteX10" fmla="*/ 129457 w 318952"/>
                <a:gd name="connsiteY10" fmla="*/ 481793 h 988835"/>
                <a:gd name="connsiteX11" fmla="*/ 175268 w 318952"/>
                <a:gd name="connsiteY11" fmla="*/ 149750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0398 w 318952"/>
                <a:gd name="connsiteY9" fmla="*/ 644798 h 988835"/>
                <a:gd name="connsiteX10" fmla="*/ 129457 w 318952"/>
                <a:gd name="connsiteY10" fmla="*/ 481793 h 988835"/>
                <a:gd name="connsiteX11" fmla="*/ 175268 w 318952"/>
                <a:gd name="connsiteY11" fmla="*/ 149750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0398 w 318952"/>
                <a:gd name="connsiteY9" fmla="*/ 644798 h 988835"/>
                <a:gd name="connsiteX10" fmla="*/ 129457 w 318952"/>
                <a:gd name="connsiteY10" fmla="*/ 481793 h 988835"/>
                <a:gd name="connsiteX11" fmla="*/ 175268 w 318952"/>
                <a:gd name="connsiteY11" fmla="*/ 149750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0398 w 318952"/>
                <a:gd name="connsiteY9" fmla="*/ 644798 h 988835"/>
                <a:gd name="connsiteX10" fmla="*/ 129457 w 318952"/>
                <a:gd name="connsiteY10" fmla="*/ 481793 h 988835"/>
                <a:gd name="connsiteX11" fmla="*/ 175268 w 318952"/>
                <a:gd name="connsiteY11" fmla="*/ 149750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0398 w 318952"/>
                <a:gd name="connsiteY9" fmla="*/ 644798 h 988835"/>
                <a:gd name="connsiteX10" fmla="*/ 129457 w 318952"/>
                <a:gd name="connsiteY10" fmla="*/ 481793 h 988835"/>
                <a:gd name="connsiteX11" fmla="*/ 175268 w 318952"/>
                <a:gd name="connsiteY11" fmla="*/ 149750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0398 w 318952"/>
                <a:gd name="connsiteY9" fmla="*/ 644798 h 988835"/>
                <a:gd name="connsiteX10" fmla="*/ 129457 w 318952"/>
                <a:gd name="connsiteY10" fmla="*/ 481793 h 988835"/>
                <a:gd name="connsiteX11" fmla="*/ 217821 w 318952"/>
                <a:gd name="connsiteY11" fmla="*/ 103381 h 988835"/>
                <a:gd name="connsiteX0" fmla="*/ 43623 w 318952"/>
                <a:gd name="connsiteY0" fmla="*/ 0 h 988835"/>
                <a:gd name="connsiteX1" fmla="*/ 10053 w 318952"/>
                <a:gd name="connsiteY1" fmla="*/ 279398 h 988835"/>
                <a:gd name="connsiteX2" fmla="*/ 5875 w 318952"/>
                <a:gd name="connsiteY2" fmla="*/ 459282 h 988835"/>
                <a:gd name="connsiteX3" fmla="*/ 85077 w 318952"/>
                <a:gd name="connsiteY3" fmla="*/ 643735 h 988835"/>
                <a:gd name="connsiteX4" fmla="*/ 171669 w 318952"/>
                <a:gd name="connsiteY4" fmla="*/ 798408 h 988835"/>
                <a:gd name="connsiteX5" fmla="*/ 210615 w 318952"/>
                <a:gd name="connsiteY5" fmla="*/ 928210 h 988835"/>
                <a:gd name="connsiteX6" fmla="*/ 276465 w 318952"/>
                <a:gd name="connsiteY6" fmla="*/ 987809 h 988835"/>
                <a:gd name="connsiteX7" fmla="*/ 318244 w 318952"/>
                <a:gd name="connsiteY7" fmla="*/ 923499 h 988835"/>
                <a:gd name="connsiteX8" fmla="*/ 269238 w 318952"/>
                <a:gd name="connsiteY8" fmla="*/ 808747 h 988835"/>
                <a:gd name="connsiteX9" fmla="*/ 200398 w 318952"/>
                <a:gd name="connsiteY9" fmla="*/ 644798 h 988835"/>
                <a:gd name="connsiteX10" fmla="*/ 132322 w 318952"/>
                <a:gd name="connsiteY10" fmla="*/ 451207 h 988835"/>
                <a:gd name="connsiteX11" fmla="*/ 217821 w 318952"/>
                <a:gd name="connsiteY11" fmla="*/ 103381 h 988835"/>
                <a:gd name="connsiteX0" fmla="*/ 40066 w 315395"/>
                <a:gd name="connsiteY0" fmla="*/ 0 h 988835"/>
                <a:gd name="connsiteX1" fmla="*/ 6496 w 315395"/>
                <a:gd name="connsiteY1" fmla="*/ 279398 h 988835"/>
                <a:gd name="connsiteX2" fmla="*/ 7279 w 315395"/>
                <a:gd name="connsiteY2" fmla="*/ 457309 h 988835"/>
                <a:gd name="connsiteX3" fmla="*/ 81520 w 315395"/>
                <a:gd name="connsiteY3" fmla="*/ 643735 h 988835"/>
                <a:gd name="connsiteX4" fmla="*/ 168112 w 315395"/>
                <a:gd name="connsiteY4" fmla="*/ 798408 h 988835"/>
                <a:gd name="connsiteX5" fmla="*/ 207058 w 315395"/>
                <a:gd name="connsiteY5" fmla="*/ 928210 h 988835"/>
                <a:gd name="connsiteX6" fmla="*/ 272908 w 315395"/>
                <a:gd name="connsiteY6" fmla="*/ 987809 h 988835"/>
                <a:gd name="connsiteX7" fmla="*/ 314687 w 315395"/>
                <a:gd name="connsiteY7" fmla="*/ 923499 h 988835"/>
                <a:gd name="connsiteX8" fmla="*/ 265681 w 315395"/>
                <a:gd name="connsiteY8" fmla="*/ 808747 h 988835"/>
                <a:gd name="connsiteX9" fmla="*/ 196841 w 315395"/>
                <a:gd name="connsiteY9" fmla="*/ 644798 h 988835"/>
                <a:gd name="connsiteX10" fmla="*/ 128765 w 315395"/>
                <a:gd name="connsiteY10" fmla="*/ 451207 h 988835"/>
                <a:gd name="connsiteX11" fmla="*/ 214264 w 315395"/>
                <a:gd name="connsiteY11" fmla="*/ 103381 h 988835"/>
                <a:gd name="connsiteX0" fmla="*/ 33739 w 309068"/>
                <a:gd name="connsiteY0" fmla="*/ 0 h 988835"/>
                <a:gd name="connsiteX1" fmla="*/ 33178 w 309068"/>
                <a:gd name="connsiteY1" fmla="*/ 283940 h 988835"/>
                <a:gd name="connsiteX2" fmla="*/ 952 w 309068"/>
                <a:gd name="connsiteY2" fmla="*/ 457309 h 988835"/>
                <a:gd name="connsiteX3" fmla="*/ 75193 w 309068"/>
                <a:gd name="connsiteY3" fmla="*/ 643735 h 988835"/>
                <a:gd name="connsiteX4" fmla="*/ 161785 w 309068"/>
                <a:gd name="connsiteY4" fmla="*/ 798408 h 988835"/>
                <a:gd name="connsiteX5" fmla="*/ 200731 w 309068"/>
                <a:gd name="connsiteY5" fmla="*/ 928210 h 988835"/>
                <a:gd name="connsiteX6" fmla="*/ 266581 w 309068"/>
                <a:gd name="connsiteY6" fmla="*/ 987809 h 988835"/>
                <a:gd name="connsiteX7" fmla="*/ 308360 w 309068"/>
                <a:gd name="connsiteY7" fmla="*/ 923499 h 988835"/>
                <a:gd name="connsiteX8" fmla="*/ 259354 w 309068"/>
                <a:gd name="connsiteY8" fmla="*/ 808747 h 988835"/>
                <a:gd name="connsiteX9" fmla="*/ 190514 w 309068"/>
                <a:gd name="connsiteY9" fmla="*/ 644798 h 988835"/>
                <a:gd name="connsiteX10" fmla="*/ 122438 w 309068"/>
                <a:gd name="connsiteY10" fmla="*/ 451207 h 988835"/>
                <a:gd name="connsiteX11" fmla="*/ 207937 w 309068"/>
                <a:gd name="connsiteY11" fmla="*/ 103381 h 988835"/>
                <a:gd name="connsiteX0" fmla="*/ 70925 w 309238"/>
                <a:gd name="connsiteY0" fmla="*/ 0 h 988832"/>
                <a:gd name="connsiteX1" fmla="*/ 33348 w 309238"/>
                <a:gd name="connsiteY1" fmla="*/ 283937 h 988832"/>
                <a:gd name="connsiteX2" fmla="*/ 1122 w 309238"/>
                <a:gd name="connsiteY2" fmla="*/ 457306 h 988832"/>
                <a:gd name="connsiteX3" fmla="*/ 75363 w 309238"/>
                <a:gd name="connsiteY3" fmla="*/ 643732 h 988832"/>
                <a:gd name="connsiteX4" fmla="*/ 161955 w 309238"/>
                <a:gd name="connsiteY4" fmla="*/ 798405 h 988832"/>
                <a:gd name="connsiteX5" fmla="*/ 200901 w 309238"/>
                <a:gd name="connsiteY5" fmla="*/ 928207 h 988832"/>
                <a:gd name="connsiteX6" fmla="*/ 266751 w 309238"/>
                <a:gd name="connsiteY6" fmla="*/ 987806 h 988832"/>
                <a:gd name="connsiteX7" fmla="*/ 308530 w 309238"/>
                <a:gd name="connsiteY7" fmla="*/ 923496 h 988832"/>
                <a:gd name="connsiteX8" fmla="*/ 259524 w 309238"/>
                <a:gd name="connsiteY8" fmla="*/ 808744 h 988832"/>
                <a:gd name="connsiteX9" fmla="*/ 190684 w 309238"/>
                <a:gd name="connsiteY9" fmla="*/ 644795 h 988832"/>
                <a:gd name="connsiteX10" fmla="*/ 122608 w 309238"/>
                <a:gd name="connsiteY10" fmla="*/ 451204 h 988832"/>
                <a:gd name="connsiteX11" fmla="*/ 208107 w 309238"/>
                <a:gd name="connsiteY11" fmla="*/ 103378 h 988832"/>
                <a:gd name="connsiteX0" fmla="*/ 70925 w 309238"/>
                <a:gd name="connsiteY0" fmla="*/ 0 h 988832"/>
                <a:gd name="connsiteX1" fmla="*/ 33348 w 309238"/>
                <a:gd name="connsiteY1" fmla="*/ 283937 h 988832"/>
                <a:gd name="connsiteX2" fmla="*/ 1122 w 309238"/>
                <a:gd name="connsiteY2" fmla="*/ 457306 h 988832"/>
                <a:gd name="connsiteX3" fmla="*/ 75363 w 309238"/>
                <a:gd name="connsiteY3" fmla="*/ 643732 h 988832"/>
                <a:gd name="connsiteX4" fmla="*/ 161955 w 309238"/>
                <a:gd name="connsiteY4" fmla="*/ 798405 h 988832"/>
                <a:gd name="connsiteX5" fmla="*/ 200901 w 309238"/>
                <a:gd name="connsiteY5" fmla="*/ 928207 h 988832"/>
                <a:gd name="connsiteX6" fmla="*/ 266751 w 309238"/>
                <a:gd name="connsiteY6" fmla="*/ 987806 h 988832"/>
                <a:gd name="connsiteX7" fmla="*/ 308530 w 309238"/>
                <a:gd name="connsiteY7" fmla="*/ 923496 h 988832"/>
                <a:gd name="connsiteX8" fmla="*/ 259524 w 309238"/>
                <a:gd name="connsiteY8" fmla="*/ 808744 h 988832"/>
                <a:gd name="connsiteX9" fmla="*/ 190684 w 309238"/>
                <a:gd name="connsiteY9" fmla="*/ 644795 h 988832"/>
                <a:gd name="connsiteX10" fmla="*/ 122608 w 309238"/>
                <a:gd name="connsiteY10" fmla="*/ 451204 h 988832"/>
                <a:gd name="connsiteX11" fmla="*/ 208107 w 309238"/>
                <a:gd name="connsiteY11" fmla="*/ 103378 h 988832"/>
                <a:gd name="connsiteX0" fmla="*/ 72373 w 310686"/>
                <a:gd name="connsiteY0" fmla="*/ 0 h 988832"/>
                <a:gd name="connsiteX1" fmla="*/ 22204 w 310686"/>
                <a:gd name="connsiteY1" fmla="*/ 265387 h 988832"/>
                <a:gd name="connsiteX2" fmla="*/ 2570 w 310686"/>
                <a:gd name="connsiteY2" fmla="*/ 457306 h 988832"/>
                <a:gd name="connsiteX3" fmla="*/ 76811 w 310686"/>
                <a:gd name="connsiteY3" fmla="*/ 643732 h 988832"/>
                <a:gd name="connsiteX4" fmla="*/ 163403 w 310686"/>
                <a:gd name="connsiteY4" fmla="*/ 798405 h 988832"/>
                <a:gd name="connsiteX5" fmla="*/ 202349 w 310686"/>
                <a:gd name="connsiteY5" fmla="*/ 928207 h 988832"/>
                <a:gd name="connsiteX6" fmla="*/ 268199 w 310686"/>
                <a:gd name="connsiteY6" fmla="*/ 987806 h 988832"/>
                <a:gd name="connsiteX7" fmla="*/ 309978 w 310686"/>
                <a:gd name="connsiteY7" fmla="*/ 923496 h 988832"/>
                <a:gd name="connsiteX8" fmla="*/ 260972 w 310686"/>
                <a:gd name="connsiteY8" fmla="*/ 808744 h 988832"/>
                <a:gd name="connsiteX9" fmla="*/ 192132 w 310686"/>
                <a:gd name="connsiteY9" fmla="*/ 644795 h 988832"/>
                <a:gd name="connsiteX10" fmla="*/ 124056 w 310686"/>
                <a:gd name="connsiteY10" fmla="*/ 451204 h 988832"/>
                <a:gd name="connsiteX11" fmla="*/ 209555 w 310686"/>
                <a:gd name="connsiteY11" fmla="*/ 103378 h 988832"/>
                <a:gd name="connsiteX0" fmla="*/ 73122 w 311435"/>
                <a:gd name="connsiteY0" fmla="*/ 0 h 988832"/>
                <a:gd name="connsiteX1" fmla="*/ 22953 w 311435"/>
                <a:gd name="connsiteY1" fmla="*/ 265387 h 988832"/>
                <a:gd name="connsiteX2" fmla="*/ 3319 w 311435"/>
                <a:gd name="connsiteY2" fmla="*/ 457306 h 988832"/>
                <a:gd name="connsiteX3" fmla="*/ 77560 w 311435"/>
                <a:gd name="connsiteY3" fmla="*/ 643732 h 988832"/>
                <a:gd name="connsiteX4" fmla="*/ 164152 w 311435"/>
                <a:gd name="connsiteY4" fmla="*/ 798405 h 988832"/>
                <a:gd name="connsiteX5" fmla="*/ 203098 w 311435"/>
                <a:gd name="connsiteY5" fmla="*/ 928207 h 988832"/>
                <a:gd name="connsiteX6" fmla="*/ 268948 w 311435"/>
                <a:gd name="connsiteY6" fmla="*/ 987806 h 988832"/>
                <a:gd name="connsiteX7" fmla="*/ 310727 w 311435"/>
                <a:gd name="connsiteY7" fmla="*/ 923496 h 988832"/>
                <a:gd name="connsiteX8" fmla="*/ 261721 w 311435"/>
                <a:gd name="connsiteY8" fmla="*/ 808744 h 988832"/>
                <a:gd name="connsiteX9" fmla="*/ 192881 w 311435"/>
                <a:gd name="connsiteY9" fmla="*/ 644795 h 988832"/>
                <a:gd name="connsiteX10" fmla="*/ 124805 w 311435"/>
                <a:gd name="connsiteY10" fmla="*/ 451204 h 988832"/>
                <a:gd name="connsiteX11" fmla="*/ 210304 w 311435"/>
                <a:gd name="connsiteY11" fmla="*/ 103378 h 988832"/>
                <a:gd name="connsiteX0" fmla="*/ 73628 w 311941"/>
                <a:gd name="connsiteY0" fmla="*/ 0 h 988832"/>
                <a:gd name="connsiteX1" fmla="*/ 23459 w 311941"/>
                <a:gd name="connsiteY1" fmla="*/ 265387 h 988832"/>
                <a:gd name="connsiteX2" fmla="*/ 3825 w 311941"/>
                <a:gd name="connsiteY2" fmla="*/ 457306 h 988832"/>
                <a:gd name="connsiteX3" fmla="*/ 78066 w 311941"/>
                <a:gd name="connsiteY3" fmla="*/ 643732 h 988832"/>
                <a:gd name="connsiteX4" fmla="*/ 164658 w 311941"/>
                <a:gd name="connsiteY4" fmla="*/ 798405 h 988832"/>
                <a:gd name="connsiteX5" fmla="*/ 203604 w 311941"/>
                <a:gd name="connsiteY5" fmla="*/ 928207 h 988832"/>
                <a:gd name="connsiteX6" fmla="*/ 269454 w 311941"/>
                <a:gd name="connsiteY6" fmla="*/ 987806 h 988832"/>
                <a:gd name="connsiteX7" fmla="*/ 311233 w 311941"/>
                <a:gd name="connsiteY7" fmla="*/ 923496 h 988832"/>
                <a:gd name="connsiteX8" fmla="*/ 262227 w 311941"/>
                <a:gd name="connsiteY8" fmla="*/ 808744 h 988832"/>
                <a:gd name="connsiteX9" fmla="*/ 193387 w 311941"/>
                <a:gd name="connsiteY9" fmla="*/ 644795 h 988832"/>
                <a:gd name="connsiteX10" fmla="*/ 125311 w 311941"/>
                <a:gd name="connsiteY10" fmla="*/ 451204 h 988832"/>
                <a:gd name="connsiteX11" fmla="*/ 210810 w 311941"/>
                <a:gd name="connsiteY11" fmla="*/ 103378 h 988832"/>
                <a:gd name="connsiteX0" fmla="*/ 81107 w 319420"/>
                <a:gd name="connsiteY0" fmla="*/ 0 h 988832"/>
                <a:gd name="connsiteX1" fmla="*/ 30938 w 319420"/>
                <a:gd name="connsiteY1" fmla="*/ 265387 h 988832"/>
                <a:gd name="connsiteX2" fmla="*/ 1955 w 319420"/>
                <a:gd name="connsiteY2" fmla="*/ 455135 h 988832"/>
                <a:gd name="connsiteX3" fmla="*/ 85545 w 319420"/>
                <a:gd name="connsiteY3" fmla="*/ 643732 h 988832"/>
                <a:gd name="connsiteX4" fmla="*/ 172137 w 319420"/>
                <a:gd name="connsiteY4" fmla="*/ 798405 h 988832"/>
                <a:gd name="connsiteX5" fmla="*/ 211083 w 319420"/>
                <a:gd name="connsiteY5" fmla="*/ 928207 h 988832"/>
                <a:gd name="connsiteX6" fmla="*/ 276933 w 319420"/>
                <a:gd name="connsiteY6" fmla="*/ 987806 h 988832"/>
                <a:gd name="connsiteX7" fmla="*/ 318712 w 319420"/>
                <a:gd name="connsiteY7" fmla="*/ 923496 h 988832"/>
                <a:gd name="connsiteX8" fmla="*/ 269706 w 319420"/>
                <a:gd name="connsiteY8" fmla="*/ 808744 h 988832"/>
                <a:gd name="connsiteX9" fmla="*/ 200866 w 319420"/>
                <a:gd name="connsiteY9" fmla="*/ 644795 h 988832"/>
                <a:gd name="connsiteX10" fmla="*/ 132790 w 319420"/>
                <a:gd name="connsiteY10" fmla="*/ 451204 h 988832"/>
                <a:gd name="connsiteX11" fmla="*/ 218289 w 319420"/>
                <a:gd name="connsiteY11" fmla="*/ 103378 h 988832"/>
                <a:gd name="connsiteX0" fmla="*/ 79313 w 317626"/>
                <a:gd name="connsiteY0" fmla="*/ 0 h 988832"/>
                <a:gd name="connsiteX1" fmla="*/ 29144 w 317626"/>
                <a:gd name="connsiteY1" fmla="*/ 265387 h 988832"/>
                <a:gd name="connsiteX2" fmla="*/ 161 w 317626"/>
                <a:gd name="connsiteY2" fmla="*/ 455135 h 988832"/>
                <a:gd name="connsiteX3" fmla="*/ 83751 w 317626"/>
                <a:gd name="connsiteY3" fmla="*/ 643732 h 988832"/>
                <a:gd name="connsiteX4" fmla="*/ 170343 w 317626"/>
                <a:gd name="connsiteY4" fmla="*/ 798405 h 988832"/>
                <a:gd name="connsiteX5" fmla="*/ 209289 w 317626"/>
                <a:gd name="connsiteY5" fmla="*/ 928207 h 988832"/>
                <a:gd name="connsiteX6" fmla="*/ 275139 w 317626"/>
                <a:gd name="connsiteY6" fmla="*/ 987806 h 988832"/>
                <a:gd name="connsiteX7" fmla="*/ 316918 w 317626"/>
                <a:gd name="connsiteY7" fmla="*/ 923496 h 988832"/>
                <a:gd name="connsiteX8" fmla="*/ 267912 w 317626"/>
                <a:gd name="connsiteY8" fmla="*/ 808744 h 988832"/>
                <a:gd name="connsiteX9" fmla="*/ 199072 w 317626"/>
                <a:gd name="connsiteY9" fmla="*/ 644795 h 988832"/>
                <a:gd name="connsiteX10" fmla="*/ 130996 w 317626"/>
                <a:gd name="connsiteY10" fmla="*/ 451204 h 988832"/>
                <a:gd name="connsiteX11" fmla="*/ 216495 w 317626"/>
                <a:gd name="connsiteY11" fmla="*/ 103378 h 988832"/>
                <a:gd name="connsiteX0" fmla="*/ 68013 w 306326"/>
                <a:gd name="connsiteY0" fmla="*/ 0 h 988832"/>
                <a:gd name="connsiteX1" fmla="*/ 17844 w 306326"/>
                <a:gd name="connsiteY1" fmla="*/ 265387 h 988832"/>
                <a:gd name="connsiteX2" fmla="*/ 310 w 306326"/>
                <a:gd name="connsiteY2" fmla="*/ 447637 h 988832"/>
                <a:gd name="connsiteX3" fmla="*/ 72451 w 306326"/>
                <a:gd name="connsiteY3" fmla="*/ 643732 h 988832"/>
                <a:gd name="connsiteX4" fmla="*/ 159043 w 306326"/>
                <a:gd name="connsiteY4" fmla="*/ 798405 h 988832"/>
                <a:gd name="connsiteX5" fmla="*/ 197989 w 306326"/>
                <a:gd name="connsiteY5" fmla="*/ 928207 h 988832"/>
                <a:gd name="connsiteX6" fmla="*/ 263839 w 306326"/>
                <a:gd name="connsiteY6" fmla="*/ 987806 h 988832"/>
                <a:gd name="connsiteX7" fmla="*/ 305618 w 306326"/>
                <a:gd name="connsiteY7" fmla="*/ 923496 h 988832"/>
                <a:gd name="connsiteX8" fmla="*/ 256612 w 306326"/>
                <a:gd name="connsiteY8" fmla="*/ 808744 h 988832"/>
                <a:gd name="connsiteX9" fmla="*/ 187772 w 306326"/>
                <a:gd name="connsiteY9" fmla="*/ 644795 h 988832"/>
                <a:gd name="connsiteX10" fmla="*/ 119696 w 306326"/>
                <a:gd name="connsiteY10" fmla="*/ 451204 h 988832"/>
                <a:gd name="connsiteX11" fmla="*/ 205195 w 306326"/>
                <a:gd name="connsiteY11" fmla="*/ 103378 h 988832"/>
                <a:gd name="connsiteX0" fmla="*/ 72092 w 310405"/>
                <a:gd name="connsiteY0" fmla="*/ 0 h 988832"/>
                <a:gd name="connsiteX1" fmla="*/ 21923 w 310405"/>
                <a:gd name="connsiteY1" fmla="*/ 265387 h 988832"/>
                <a:gd name="connsiteX2" fmla="*/ 4389 w 310405"/>
                <a:gd name="connsiteY2" fmla="*/ 447637 h 988832"/>
                <a:gd name="connsiteX3" fmla="*/ 76530 w 310405"/>
                <a:gd name="connsiteY3" fmla="*/ 643732 h 988832"/>
                <a:gd name="connsiteX4" fmla="*/ 163122 w 310405"/>
                <a:gd name="connsiteY4" fmla="*/ 798405 h 988832"/>
                <a:gd name="connsiteX5" fmla="*/ 202068 w 310405"/>
                <a:gd name="connsiteY5" fmla="*/ 928207 h 988832"/>
                <a:gd name="connsiteX6" fmla="*/ 267918 w 310405"/>
                <a:gd name="connsiteY6" fmla="*/ 987806 h 988832"/>
                <a:gd name="connsiteX7" fmla="*/ 309697 w 310405"/>
                <a:gd name="connsiteY7" fmla="*/ 923496 h 988832"/>
                <a:gd name="connsiteX8" fmla="*/ 260691 w 310405"/>
                <a:gd name="connsiteY8" fmla="*/ 808744 h 988832"/>
                <a:gd name="connsiteX9" fmla="*/ 191851 w 310405"/>
                <a:gd name="connsiteY9" fmla="*/ 644795 h 988832"/>
                <a:gd name="connsiteX10" fmla="*/ 123775 w 310405"/>
                <a:gd name="connsiteY10" fmla="*/ 451204 h 988832"/>
                <a:gd name="connsiteX11" fmla="*/ 209274 w 310405"/>
                <a:gd name="connsiteY11" fmla="*/ 103378 h 988832"/>
                <a:gd name="connsiteX0" fmla="*/ 72092 w 309916"/>
                <a:gd name="connsiteY0" fmla="*/ 0 h 988841"/>
                <a:gd name="connsiteX1" fmla="*/ 21923 w 309916"/>
                <a:gd name="connsiteY1" fmla="*/ 265387 h 988841"/>
                <a:gd name="connsiteX2" fmla="*/ 4389 w 309916"/>
                <a:gd name="connsiteY2" fmla="*/ 447637 h 988841"/>
                <a:gd name="connsiteX3" fmla="*/ 76530 w 309916"/>
                <a:gd name="connsiteY3" fmla="*/ 643732 h 988841"/>
                <a:gd name="connsiteX4" fmla="*/ 163122 w 309916"/>
                <a:gd name="connsiteY4" fmla="*/ 798405 h 988841"/>
                <a:gd name="connsiteX5" fmla="*/ 202068 w 309916"/>
                <a:gd name="connsiteY5" fmla="*/ 928207 h 988841"/>
                <a:gd name="connsiteX6" fmla="*/ 267918 w 309916"/>
                <a:gd name="connsiteY6" fmla="*/ 987806 h 988841"/>
                <a:gd name="connsiteX7" fmla="*/ 309697 w 309916"/>
                <a:gd name="connsiteY7" fmla="*/ 923496 h 988841"/>
                <a:gd name="connsiteX8" fmla="*/ 268132 w 309916"/>
                <a:gd name="connsiteY8" fmla="*/ 805785 h 988841"/>
                <a:gd name="connsiteX9" fmla="*/ 191851 w 309916"/>
                <a:gd name="connsiteY9" fmla="*/ 644795 h 988841"/>
                <a:gd name="connsiteX10" fmla="*/ 123775 w 309916"/>
                <a:gd name="connsiteY10" fmla="*/ 451204 h 988841"/>
                <a:gd name="connsiteX11" fmla="*/ 209274 w 309916"/>
                <a:gd name="connsiteY11" fmla="*/ 103378 h 988841"/>
                <a:gd name="connsiteX0" fmla="*/ 72092 w 314658"/>
                <a:gd name="connsiteY0" fmla="*/ 0 h 987837"/>
                <a:gd name="connsiteX1" fmla="*/ 21923 w 314658"/>
                <a:gd name="connsiteY1" fmla="*/ 265387 h 987837"/>
                <a:gd name="connsiteX2" fmla="*/ 4389 w 314658"/>
                <a:gd name="connsiteY2" fmla="*/ 447637 h 987837"/>
                <a:gd name="connsiteX3" fmla="*/ 76530 w 314658"/>
                <a:gd name="connsiteY3" fmla="*/ 643732 h 987837"/>
                <a:gd name="connsiteX4" fmla="*/ 163122 w 314658"/>
                <a:gd name="connsiteY4" fmla="*/ 798405 h 987837"/>
                <a:gd name="connsiteX5" fmla="*/ 202068 w 314658"/>
                <a:gd name="connsiteY5" fmla="*/ 928207 h 987837"/>
                <a:gd name="connsiteX6" fmla="*/ 267918 w 314658"/>
                <a:gd name="connsiteY6" fmla="*/ 987806 h 987837"/>
                <a:gd name="connsiteX7" fmla="*/ 314658 w 314658"/>
                <a:gd name="connsiteY7" fmla="*/ 921523 h 987837"/>
                <a:gd name="connsiteX8" fmla="*/ 268132 w 314658"/>
                <a:gd name="connsiteY8" fmla="*/ 805785 h 987837"/>
                <a:gd name="connsiteX9" fmla="*/ 191851 w 314658"/>
                <a:gd name="connsiteY9" fmla="*/ 644795 h 987837"/>
                <a:gd name="connsiteX10" fmla="*/ 123775 w 314658"/>
                <a:gd name="connsiteY10" fmla="*/ 451204 h 987837"/>
                <a:gd name="connsiteX11" fmla="*/ 209274 w 314658"/>
                <a:gd name="connsiteY11" fmla="*/ 103378 h 987837"/>
                <a:gd name="connsiteX0" fmla="*/ 50266 w 292832"/>
                <a:gd name="connsiteY0" fmla="*/ 0 h 987837"/>
                <a:gd name="connsiteX1" fmla="*/ 97 w 292832"/>
                <a:gd name="connsiteY1" fmla="*/ 265387 h 987837"/>
                <a:gd name="connsiteX2" fmla="*/ 54704 w 292832"/>
                <a:gd name="connsiteY2" fmla="*/ 643732 h 987837"/>
                <a:gd name="connsiteX3" fmla="*/ 141296 w 292832"/>
                <a:gd name="connsiteY3" fmla="*/ 798405 h 987837"/>
                <a:gd name="connsiteX4" fmla="*/ 180242 w 292832"/>
                <a:gd name="connsiteY4" fmla="*/ 928207 h 987837"/>
                <a:gd name="connsiteX5" fmla="*/ 246092 w 292832"/>
                <a:gd name="connsiteY5" fmla="*/ 987806 h 987837"/>
                <a:gd name="connsiteX6" fmla="*/ 292832 w 292832"/>
                <a:gd name="connsiteY6" fmla="*/ 921523 h 987837"/>
                <a:gd name="connsiteX7" fmla="*/ 246306 w 292832"/>
                <a:gd name="connsiteY7" fmla="*/ 805785 h 987837"/>
                <a:gd name="connsiteX8" fmla="*/ 170025 w 292832"/>
                <a:gd name="connsiteY8" fmla="*/ 644795 h 987837"/>
                <a:gd name="connsiteX9" fmla="*/ 101949 w 292832"/>
                <a:gd name="connsiteY9" fmla="*/ 451204 h 987837"/>
                <a:gd name="connsiteX10" fmla="*/ 187448 w 292832"/>
                <a:gd name="connsiteY10" fmla="*/ 103378 h 987837"/>
                <a:gd name="connsiteX0" fmla="*/ 3413 w 245979"/>
                <a:gd name="connsiteY0" fmla="*/ 0 h 987837"/>
                <a:gd name="connsiteX1" fmla="*/ 7851 w 245979"/>
                <a:gd name="connsiteY1" fmla="*/ 643732 h 987837"/>
                <a:gd name="connsiteX2" fmla="*/ 94443 w 245979"/>
                <a:gd name="connsiteY2" fmla="*/ 798405 h 987837"/>
                <a:gd name="connsiteX3" fmla="*/ 133389 w 245979"/>
                <a:gd name="connsiteY3" fmla="*/ 928207 h 987837"/>
                <a:gd name="connsiteX4" fmla="*/ 199239 w 245979"/>
                <a:gd name="connsiteY4" fmla="*/ 987806 h 987837"/>
                <a:gd name="connsiteX5" fmla="*/ 245979 w 245979"/>
                <a:gd name="connsiteY5" fmla="*/ 921523 h 987837"/>
                <a:gd name="connsiteX6" fmla="*/ 199453 w 245979"/>
                <a:gd name="connsiteY6" fmla="*/ 805785 h 987837"/>
                <a:gd name="connsiteX7" fmla="*/ 123172 w 245979"/>
                <a:gd name="connsiteY7" fmla="*/ 644795 h 987837"/>
                <a:gd name="connsiteX8" fmla="*/ 55096 w 245979"/>
                <a:gd name="connsiteY8" fmla="*/ 451204 h 987837"/>
                <a:gd name="connsiteX9" fmla="*/ 140595 w 245979"/>
                <a:gd name="connsiteY9" fmla="*/ 103378 h 987837"/>
                <a:gd name="connsiteX0" fmla="*/ 0 w 238128"/>
                <a:gd name="connsiteY0" fmla="*/ 540354 h 884459"/>
                <a:gd name="connsiteX1" fmla="*/ 86592 w 238128"/>
                <a:gd name="connsiteY1" fmla="*/ 695027 h 884459"/>
                <a:gd name="connsiteX2" fmla="*/ 125538 w 238128"/>
                <a:gd name="connsiteY2" fmla="*/ 824829 h 884459"/>
                <a:gd name="connsiteX3" fmla="*/ 191388 w 238128"/>
                <a:gd name="connsiteY3" fmla="*/ 884428 h 884459"/>
                <a:gd name="connsiteX4" fmla="*/ 238128 w 238128"/>
                <a:gd name="connsiteY4" fmla="*/ 818145 h 884459"/>
                <a:gd name="connsiteX5" fmla="*/ 191602 w 238128"/>
                <a:gd name="connsiteY5" fmla="*/ 702407 h 884459"/>
                <a:gd name="connsiteX6" fmla="*/ 115321 w 238128"/>
                <a:gd name="connsiteY6" fmla="*/ 541417 h 884459"/>
                <a:gd name="connsiteX7" fmla="*/ 47245 w 238128"/>
                <a:gd name="connsiteY7" fmla="*/ 347826 h 884459"/>
                <a:gd name="connsiteX8" fmla="*/ 132744 w 238128"/>
                <a:gd name="connsiteY8" fmla="*/ 0 h 884459"/>
                <a:gd name="connsiteX0" fmla="*/ 0 w 238128"/>
                <a:gd name="connsiteY0" fmla="*/ 192528 h 536633"/>
                <a:gd name="connsiteX1" fmla="*/ 86592 w 238128"/>
                <a:gd name="connsiteY1" fmla="*/ 347201 h 536633"/>
                <a:gd name="connsiteX2" fmla="*/ 125538 w 238128"/>
                <a:gd name="connsiteY2" fmla="*/ 477003 h 536633"/>
                <a:gd name="connsiteX3" fmla="*/ 191388 w 238128"/>
                <a:gd name="connsiteY3" fmla="*/ 536602 h 536633"/>
                <a:gd name="connsiteX4" fmla="*/ 238128 w 238128"/>
                <a:gd name="connsiteY4" fmla="*/ 470319 h 536633"/>
                <a:gd name="connsiteX5" fmla="*/ 191602 w 238128"/>
                <a:gd name="connsiteY5" fmla="*/ 354581 h 536633"/>
                <a:gd name="connsiteX6" fmla="*/ 115321 w 238128"/>
                <a:gd name="connsiteY6" fmla="*/ 193591 h 536633"/>
                <a:gd name="connsiteX7" fmla="*/ 47245 w 238128"/>
                <a:gd name="connsiteY7" fmla="*/ 0 h 536633"/>
                <a:gd name="connsiteX0" fmla="*/ 0 w 238128"/>
                <a:gd name="connsiteY0" fmla="*/ 76021 h 420126"/>
                <a:gd name="connsiteX1" fmla="*/ 86592 w 238128"/>
                <a:gd name="connsiteY1" fmla="*/ 230694 h 420126"/>
                <a:gd name="connsiteX2" fmla="*/ 125538 w 238128"/>
                <a:gd name="connsiteY2" fmla="*/ 360496 h 420126"/>
                <a:gd name="connsiteX3" fmla="*/ 191388 w 238128"/>
                <a:gd name="connsiteY3" fmla="*/ 420095 h 420126"/>
                <a:gd name="connsiteX4" fmla="*/ 238128 w 238128"/>
                <a:gd name="connsiteY4" fmla="*/ 353812 h 420126"/>
                <a:gd name="connsiteX5" fmla="*/ 191602 w 238128"/>
                <a:gd name="connsiteY5" fmla="*/ 238074 h 420126"/>
                <a:gd name="connsiteX6" fmla="*/ 115321 w 238128"/>
                <a:gd name="connsiteY6" fmla="*/ 77084 h 420126"/>
                <a:gd name="connsiteX7" fmla="*/ 4049 w 238128"/>
                <a:gd name="connsiteY7" fmla="*/ 0 h 420126"/>
                <a:gd name="connsiteX0" fmla="*/ 0 w 238128"/>
                <a:gd name="connsiteY0" fmla="*/ 76021 h 420126"/>
                <a:gd name="connsiteX1" fmla="*/ 86592 w 238128"/>
                <a:gd name="connsiteY1" fmla="*/ 230694 h 420126"/>
                <a:gd name="connsiteX2" fmla="*/ 125538 w 238128"/>
                <a:gd name="connsiteY2" fmla="*/ 360496 h 420126"/>
                <a:gd name="connsiteX3" fmla="*/ 191388 w 238128"/>
                <a:gd name="connsiteY3" fmla="*/ 420095 h 420126"/>
                <a:gd name="connsiteX4" fmla="*/ 238128 w 238128"/>
                <a:gd name="connsiteY4" fmla="*/ 353812 h 420126"/>
                <a:gd name="connsiteX5" fmla="*/ 191602 w 238128"/>
                <a:gd name="connsiteY5" fmla="*/ 238074 h 420126"/>
                <a:gd name="connsiteX6" fmla="*/ 102278 w 238128"/>
                <a:gd name="connsiteY6" fmla="*/ 121903 h 420126"/>
                <a:gd name="connsiteX7" fmla="*/ 4049 w 238128"/>
                <a:gd name="connsiteY7" fmla="*/ 0 h 420126"/>
                <a:gd name="connsiteX0" fmla="*/ 0 w 238128"/>
                <a:gd name="connsiteY0" fmla="*/ 76021 h 420126"/>
                <a:gd name="connsiteX1" fmla="*/ 74529 w 238128"/>
                <a:gd name="connsiteY1" fmla="*/ 247502 h 420126"/>
                <a:gd name="connsiteX2" fmla="*/ 125538 w 238128"/>
                <a:gd name="connsiteY2" fmla="*/ 360496 h 420126"/>
                <a:gd name="connsiteX3" fmla="*/ 191388 w 238128"/>
                <a:gd name="connsiteY3" fmla="*/ 420095 h 420126"/>
                <a:gd name="connsiteX4" fmla="*/ 238128 w 238128"/>
                <a:gd name="connsiteY4" fmla="*/ 353812 h 420126"/>
                <a:gd name="connsiteX5" fmla="*/ 191602 w 238128"/>
                <a:gd name="connsiteY5" fmla="*/ 238074 h 420126"/>
                <a:gd name="connsiteX6" fmla="*/ 102278 w 238128"/>
                <a:gd name="connsiteY6" fmla="*/ 121903 h 420126"/>
                <a:gd name="connsiteX7" fmla="*/ 4049 w 238128"/>
                <a:gd name="connsiteY7" fmla="*/ 0 h 420126"/>
                <a:gd name="connsiteX0" fmla="*/ 0 w 235293"/>
                <a:gd name="connsiteY0" fmla="*/ 99321 h 420126"/>
                <a:gd name="connsiteX1" fmla="*/ 71694 w 235293"/>
                <a:gd name="connsiteY1" fmla="*/ 247502 h 420126"/>
                <a:gd name="connsiteX2" fmla="*/ 122703 w 235293"/>
                <a:gd name="connsiteY2" fmla="*/ 360496 h 420126"/>
                <a:gd name="connsiteX3" fmla="*/ 188553 w 235293"/>
                <a:gd name="connsiteY3" fmla="*/ 420095 h 420126"/>
                <a:gd name="connsiteX4" fmla="*/ 235293 w 235293"/>
                <a:gd name="connsiteY4" fmla="*/ 353812 h 420126"/>
                <a:gd name="connsiteX5" fmla="*/ 188767 w 235293"/>
                <a:gd name="connsiteY5" fmla="*/ 238074 h 420126"/>
                <a:gd name="connsiteX6" fmla="*/ 99443 w 235293"/>
                <a:gd name="connsiteY6" fmla="*/ 121903 h 420126"/>
                <a:gd name="connsiteX7" fmla="*/ 1214 w 235293"/>
                <a:gd name="connsiteY7" fmla="*/ 0 h 420126"/>
                <a:gd name="connsiteX0" fmla="*/ 0 w 235293"/>
                <a:gd name="connsiteY0" fmla="*/ 99321 h 420126"/>
                <a:gd name="connsiteX1" fmla="*/ 71694 w 235293"/>
                <a:gd name="connsiteY1" fmla="*/ 247502 h 420126"/>
                <a:gd name="connsiteX2" fmla="*/ 122703 w 235293"/>
                <a:gd name="connsiteY2" fmla="*/ 360496 h 420126"/>
                <a:gd name="connsiteX3" fmla="*/ 188553 w 235293"/>
                <a:gd name="connsiteY3" fmla="*/ 420095 h 420126"/>
                <a:gd name="connsiteX4" fmla="*/ 235293 w 235293"/>
                <a:gd name="connsiteY4" fmla="*/ 353812 h 420126"/>
                <a:gd name="connsiteX5" fmla="*/ 188767 w 235293"/>
                <a:gd name="connsiteY5" fmla="*/ 238074 h 420126"/>
                <a:gd name="connsiteX6" fmla="*/ 99443 w 235293"/>
                <a:gd name="connsiteY6" fmla="*/ 121903 h 420126"/>
                <a:gd name="connsiteX7" fmla="*/ 1214 w 235293"/>
                <a:gd name="connsiteY7" fmla="*/ 0 h 420126"/>
                <a:gd name="connsiteX0" fmla="*/ 0 w 251046"/>
                <a:gd name="connsiteY0" fmla="*/ 132173 h 420126"/>
                <a:gd name="connsiteX1" fmla="*/ 87447 w 251046"/>
                <a:gd name="connsiteY1" fmla="*/ 247502 h 420126"/>
                <a:gd name="connsiteX2" fmla="*/ 138456 w 251046"/>
                <a:gd name="connsiteY2" fmla="*/ 360496 h 420126"/>
                <a:gd name="connsiteX3" fmla="*/ 204306 w 251046"/>
                <a:gd name="connsiteY3" fmla="*/ 420095 h 420126"/>
                <a:gd name="connsiteX4" fmla="*/ 251046 w 251046"/>
                <a:gd name="connsiteY4" fmla="*/ 353812 h 420126"/>
                <a:gd name="connsiteX5" fmla="*/ 204520 w 251046"/>
                <a:gd name="connsiteY5" fmla="*/ 238074 h 420126"/>
                <a:gd name="connsiteX6" fmla="*/ 115196 w 251046"/>
                <a:gd name="connsiteY6" fmla="*/ 121903 h 420126"/>
                <a:gd name="connsiteX7" fmla="*/ 16967 w 251046"/>
                <a:gd name="connsiteY7" fmla="*/ 0 h 420126"/>
                <a:gd name="connsiteX0" fmla="*/ 0 w 251046"/>
                <a:gd name="connsiteY0" fmla="*/ 132173 h 420126"/>
                <a:gd name="connsiteX1" fmla="*/ 83141 w 251046"/>
                <a:gd name="connsiteY1" fmla="*/ 266220 h 420126"/>
                <a:gd name="connsiteX2" fmla="*/ 138456 w 251046"/>
                <a:gd name="connsiteY2" fmla="*/ 360496 h 420126"/>
                <a:gd name="connsiteX3" fmla="*/ 204306 w 251046"/>
                <a:gd name="connsiteY3" fmla="*/ 420095 h 420126"/>
                <a:gd name="connsiteX4" fmla="*/ 251046 w 251046"/>
                <a:gd name="connsiteY4" fmla="*/ 353812 h 420126"/>
                <a:gd name="connsiteX5" fmla="*/ 204520 w 251046"/>
                <a:gd name="connsiteY5" fmla="*/ 238074 h 420126"/>
                <a:gd name="connsiteX6" fmla="*/ 115196 w 251046"/>
                <a:gd name="connsiteY6" fmla="*/ 121903 h 420126"/>
                <a:gd name="connsiteX7" fmla="*/ 16967 w 251046"/>
                <a:gd name="connsiteY7" fmla="*/ 0 h 420126"/>
                <a:gd name="connsiteX0" fmla="*/ 0 w 251046"/>
                <a:gd name="connsiteY0" fmla="*/ 132173 h 420126"/>
                <a:gd name="connsiteX1" fmla="*/ 83141 w 251046"/>
                <a:gd name="connsiteY1" fmla="*/ 266220 h 420126"/>
                <a:gd name="connsiteX2" fmla="*/ 138456 w 251046"/>
                <a:gd name="connsiteY2" fmla="*/ 360496 h 420126"/>
                <a:gd name="connsiteX3" fmla="*/ 204306 w 251046"/>
                <a:gd name="connsiteY3" fmla="*/ 420095 h 420126"/>
                <a:gd name="connsiteX4" fmla="*/ 251046 w 251046"/>
                <a:gd name="connsiteY4" fmla="*/ 353812 h 420126"/>
                <a:gd name="connsiteX5" fmla="*/ 204520 w 251046"/>
                <a:gd name="connsiteY5" fmla="*/ 238074 h 420126"/>
                <a:gd name="connsiteX6" fmla="*/ 115196 w 251046"/>
                <a:gd name="connsiteY6" fmla="*/ 121903 h 420126"/>
                <a:gd name="connsiteX7" fmla="*/ 16967 w 251046"/>
                <a:gd name="connsiteY7" fmla="*/ 0 h 420126"/>
                <a:gd name="connsiteX0" fmla="*/ 0 w 251046"/>
                <a:gd name="connsiteY0" fmla="*/ 132173 h 420126"/>
                <a:gd name="connsiteX1" fmla="*/ 98529 w 251046"/>
                <a:gd name="connsiteY1" fmla="*/ 258705 h 420126"/>
                <a:gd name="connsiteX2" fmla="*/ 138456 w 251046"/>
                <a:gd name="connsiteY2" fmla="*/ 360496 h 420126"/>
                <a:gd name="connsiteX3" fmla="*/ 204306 w 251046"/>
                <a:gd name="connsiteY3" fmla="*/ 420095 h 420126"/>
                <a:gd name="connsiteX4" fmla="*/ 251046 w 251046"/>
                <a:gd name="connsiteY4" fmla="*/ 353812 h 420126"/>
                <a:gd name="connsiteX5" fmla="*/ 204520 w 251046"/>
                <a:gd name="connsiteY5" fmla="*/ 238074 h 420126"/>
                <a:gd name="connsiteX6" fmla="*/ 115196 w 251046"/>
                <a:gd name="connsiteY6" fmla="*/ 121903 h 420126"/>
                <a:gd name="connsiteX7" fmla="*/ 16967 w 251046"/>
                <a:gd name="connsiteY7" fmla="*/ 0 h 420126"/>
                <a:gd name="connsiteX0" fmla="*/ 0 w 251046"/>
                <a:gd name="connsiteY0" fmla="*/ 132173 h 420126"/>
                <a:gd name="connsiteX1" fmla="*/ 98529 w 251046"/>
                <a:gd name="connsiteY1" fmla="*/ 258705 h 420126"/>
                <a:gd name="connsiteX2" fmla="*/ 138456 w 251046"/>
                <a:gd name="connsiteY2" fmla="*/ 360496 h 420126"/>
                <a:gd name="connsiteX3" fmla="*/ 204306 w 251046"/>
                <a:gd name="connsiteY3" fmla="*/ 420095 h 420126"/>
                <a:gd name="connsiteX4" fmla="*/ 251046 w 251046"/>
                <a:gd name="connsiteY4" fmla="*/ 353812 h 420126"/>
                <a:gd name="connsiteX5" fmla="*/ 204520 w 251046"/>
                <a:gd name="connsiteY5" fmla="*/ 238074 h 420126"/>
                <a:gd name="connsiteX6" fmla="*/ 115196 w 251046"/>
                <a:gd name="connsiteY6" fmla="*/ 121903 h 420126"/>
                <a:gd name="connsiteX7" fmla="*/ 16967 w 251046"/>
                <a:gd name="connsiteY7" fmla="*/ 0 h 42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1046" h="420126">
                  <a:moveTo>
                    <a:pt x="0" y="132173"/>
                  </a:moveTo>
                  <a:cubicBezTo>
                    <a:pt x="25997" y="194447"/>
                    <a:pt x="75453" y="220651"/>
                    <a:pt x="98529" y="258705"/>
                  </a:cubicBezTo>
                  <a:cubicBezTo>
                    <a:pt x="121605" y="296759"/>
                    <a:pt x="120676" y="308941"/>
                    <a:pt x="138456" y="360496"/>
                  </a:cubicBezTo>
                  <a:cubicBezTo>
                    <a:pt x="155218" y="392261"/>
                    <a:pt x="185541" y="421209"/>
                    <a:pt x="204306" y="420095"/>
                  </a:cubicBezTo>
                  <a:cubicBezTo>
                    <a:pt x="223071" y="418981"/>
                    <a:pt x="251010" y="384149"/>
                    <a:pt x="251046" y="353812"/>
                  </a:cubicBezTo>
                  <a:cubicBezTo>
                    <a:pt x="251082" y="323475"/>
                    <a:pt x="227162" y="276726"/>
                    <a:pt x="204520" y="238074"/>
                  </a:cubicBezTo>
                  <a:cubicBezTo>
                    <a:pt x="181878" y="199422"/>
                    <a:pt x="143968" y="186044"/>
                    <a:pt x="115196" y="121903"/>
                  </a:cubicBezTo>
                  <a:cubicBezTo>
                    <a:pt x="71474" y="59634"/>
                    <a:pt x="36459" y="43548"/>
                    <a:pt x="16967" y="0"/>
                  </a:cubicBezTo>
                </a:path>
              </a:pathLst>
            </a:custGeom>
            <a:grpFill/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28" name="组合 27">
              <a:extLst>
                <a:ext uri="{FF2B5EF4-FFF2-40B4-BE49-F238E27FC236}">
                  <a16:creationId xmlns:a16="http://schemas.microsoft.com/office/drawing/2014/main" id="{3D0C705E-C29F-8CF3-0DE3-299A36D3B11F}"/>
                </a:ext>
              </a:extLst>
            </p:cNvPr>
            <p:cNvGrpSpPr/>
            <p:nvPr/>
          </p:nvGrpSpPr>
          <p:grpSpPr>
            <a:xfrm>
              <a:off x="2790662" y="2947724"/>
              <a:ext cx="964324" cy="3154072"/>
              <a:chOff x="5331727" y="7342613"/>
              <a:chExt cx="964324" cy="3154072"/>
            </a:xfrm>
            <a:grpFill/>
          </p:grpSpPr>
          <p:sp>
            <p:nvSpPr>
              <p:cNvPr id="29" name="任意多边形: 形状 28">
                <a:extLst>
                  <a:ext uri="{FF2B5EF4-FFF2-40B4-BE49-F238E27FC236}">
                    <a16:creationId xmlns:a16="http://schemas.microsoft.com/office/drawing/2014/main" id="{1E7A7EC8-C28C-FA67-801A-B175C87D7FCE}"/>
                  </a:ext>
                </a:extLst>
              </p:cNvPr>
              <p:cNvSpPr/>
              <p:nvPr/>
            </p:nvSpPr>
            <p:spPr>
              <a:xfrm rot="20514936">
                <a:off x="5331727" y="9041663"/>
                <a:ext cx="651602" cy="1446399"/>
              </a:xfrm>
              <a:custGeom>
                <a:avLst/>
                <a:gdLst>
                  <a:gd name="connsiteX0" fmla="*/ 69850 w 304815"/>
                  <a:gd name="connsiteY0" fmla="*/ 0 h 581025"/>
                  <a:gd name="connsiteX1" fmla="*/ 69850 w 304815"/>
                  <a:gd name="connsiteY1" fmla="*/ 0 h 581025"/>
                  <a:gd name="connsiteX2" fmla="*/ 50800 w 304815"/>
                  <a:gd name="connsiteY2" fmla="*/ 111125 h 581025"/>
                  <a:gd name="connsiteX3" fmla="*/ 15875 w 304815"/>
                  <a:gd name="connsiteY3" fmla="*/ 263525 h 581025"/>
                  <a:gd name="connsiteX4" fmla="*/ 0 w 304815"/>
                  <a:gd name="connsiteY4" fmla="*/ 396875 h 581025"/>
                  <a:gd name="connsiteX5" fmla="*/ 85725 w 304815"/>
                  <a:gd name="connsiteY5" fmla="*/ 571500 h 581025"/>
                  <a:gd name="connsiteX6" fmla="*/ 117475 w 304815"/>
                  <a:gd name="connsiteY6" fmla="*/ 581025 h 581025"/>
                  <a:gd name="connsiteX7" fmla="*/ 206375 w 304815"/>
                  <a:gd name="connsiteY7" fmla="*/ 523875 h 581025"/>
                  <a:gd name="connsiteX8" fmla="*/ 250825 w 304815"/>
                  <a:gd name="connsiteY8" fmla="*/ 479425 h 581025"/>
                  <a:gd name="connsiteX9" fmla="*/ 304800 w 304815"/>
                  <a:gd name="connsiteY9" fmla="*/ 330200 h 581025"/>
                  <a:gd name="connsiteX10" fmla="*/ 288925 w 304815"/>
                  <a:gd name="connsiteY10" fmla="*/ 187325 h 581025"/>
                  <a:gd name="connsiteX11" fmla="*/ 257175 w 304815"/>
                  <a:gd name="connsiteY11" fmla="*/ 123825 h 581025"/>
                  <a:gd name="connsiteX12" fmla="*/ 225425 w 304815"/>
                  <a:gd name="connsiteY12" fmla="*/ 76200 h 581025"/>
                  <a:gd name="connsiteX13" fmla="*/ 155575 w 304815"/>
                  <a:gd name="connsiteY13" fmla="*/ 15875 h 581025"/>
                  <a:gd name="connsiteX14" fmla="*/ 139700 w 304815"/>
                  <a:gd name="connsiteY14" fmla="*/ 9525 h 581025"/>
                  <a:gd name="connsiteX15" fmla="*/ 123825 w 304815"/>
                  <a:gd name="connsiteY15" fmla="*/ 0 h 581025"/>
                  <a:gd name="connsiteX16" fmla="*/ 111125 w 304815"/>
                  <a:gd name="connsiteY16" fmla="*/ 3175 h 581025"/>
                  <a:gd name="connsiteX17" fmla="*/ 69850 w 304815"/>
                  <a:gd name="connsiteY17" fmla="*/ 0 h 581025"/>
                  <a:gd name="connsiteX0" fmla="*/ 69850 w 908599"/>
                  <a:gd name="connsiteY0" fmla="*/ 0 h 2095622"/>
                  <a:gd name="connsiteX1" fmla="*/ 69850 w 908599"/>
                  <a:gd name="connsiteY1" fmla="*/ 0 h 2095622"/>
                  <a:gd name="connsiteX2" fmla="*/ 50800 w 908599"/>
                  <a:gd name="connsiteY2" fmla="*/ 111125 h 2095622"/>
                  <a:gd name="connsiteX3" fmla="*/ 15875 w 908599"/>
                  <a:gd name="connsiteY3" fmla="*/ 263525 h 2095622"/>
                  <a:gd name="connsiteX4" fmla="*/ 0 w 908599"/>
                  <a:gd name="connsiteY4" fmla="*/ 396875 h 2095622"/>
                  <a:gd name="connsiteX5" fmla="*/ 85725 w 908599"/>
                  <a:gd name="connsiteY5" fmla="*/ 571500 h 2095622"/>
                  <a:gd name="connsiteX6" fmla="*/ 117475 w 908599"/>
                  <a:gd name="connsiteY6" fmla="*/ 581025 h 2095622"/>
                  <a:gd name="connsiteX7" fmla="*/ 206375 w 908599"/>
                  <a:gd name="connsiteY7" fmla="*/ 523875 h 2095622"/>
                  <a:gd name="connsiteX8" fmla="*/ 908050 w 908599"/>
                  <a:gd name="connsiteY8" fmla="*/ 2095500 h 2095622"/>
                  <a:gd name="connsiteX9" fmla="*/ 304800 w 908599"/>
                  <a:gd name="connsiteY9" fmla="*/ 330200 h 2095622"/>
                  <a:gd name="connsiteX10" fmla="*/ 288925 w 908599"/>
                  <a:gd name="connsiteY10" fmla="*/ 187325 h 2095622"/>
                  <a:gd name="connsiteX11" fmla="*/ 257175 w 908599"/>
                  <a:gd name="connsiteY11" fmla="*/ 123825 h 2095622"/>
                  <a:gd name="connsiteX12" fmla="*/ 225425 w 908599"/>
                  <a:gd name="connsiteY12" fmla="*/ 76200 h 2095622"/>
                  <a:gd name="connsiteX13" fmla="*/ 155575 w 908599"/>
                  <a:gd name="connsiteY13" fmla="*/ 15875 h 2095622"/>
                  <a:gd name="connsiteX14" fmla="*/ 139700 w 908599"/>
                  <a:gd name="connsiteY14" fmla="*/ 9525 h 2095622"/>
                  <a:gd name="connsiteX15" fmla="*/ 123825 w 908599"/>
                  <a:gd name="connsiteY15" fmla="*/ 0 h 2095622"/>
                  <a:gd name="connsiteX16" fmla="*/ 111125 w 908599"/>
                  <a:gd name="connsiteY16" fmla="*/ 3175 h 2095622"/>
                  <a:gd name="connsiteX17" fmla="*/ 69850 w 908599"/>
                  <a:gd name="connsiteY17" fmla="*/ 0 h 2095622"/>
                  <a:gd name="connsiteX0" fmla="*/ 69850 w 908599"/>
                  <a:gd name="connsiteY0" fmla="*/ 0 h 2246968"/>
                  <a:gd name="connsiteX1" fmla="*/ 69850 w 908599"/>
                  <a:gd name="connsiteY1" fmla="*/ 0 h 2246968"/>
                  <a:gd name="connsiteX2" fmla="*/ 50800 w 908599"/>
                  <a:gd name="connsiteY2" fmla="*/ 111125 h 2246968"/>
                  <a:gd name="connsiteX3" fmla="*/ 15875 w 908599"/>
                  <a:gd name="connsiteY3" fmla="*/ 263525 h 2246968"/>
                  <a:gd name="connsiteX4" fmla="*/ 0 w 908599"/>
                  <a:gd name="connsiteY4" fmla="*/ 396875 h 2246968"/>
                  <a:gd name="connsiteX5" fmla="*/ 85725 w 908599"/>
                  <a:gd name="connsiteY5" fmla="*/ 571500 h 2246968"/>
                  <a:gd name="connsiteX6" fmla="*/ 117475 w 908599"/>
                  <a:gd name="connsiteY6" fmla="*/ 581025 h 2246968"/>
                  <a:gd name="connsiteX7" fmla="*/ 784225 w 908599"/>
                  <a:gd name="connsiteY7" fmla="*/ 2143125 h 2246968"/>
                  <a:gd name="connsiteX8" fmla="*/ 908050 w 908599"/>
                  <a:gd name="connsiteY8" fmla="*/ 2095500 h 2246968"/>
                  <a:gd name="connsiteX9" fmla="*/ 304800 w 908599"/>
                  <a:gd name="connsiteY9" fmla="*/ 330200 h 2246968"/>
                  <a:gd name="connsiteX10" fmla="*/ 288925 w 908599"/>
                  <a:gd name="connsiteY10" fmla="*/ 187325 h 2246968"/>
                  <a:gd name="connsiteX11" fmla="*/ 257175 w 908599"/>
                  <a:gd name="connsiteY11" fmla="*/ 123825 h 2246968"/>
                  <a:gd name="connsiteX12" fmla="*/ 225425 w 908599"/>
                  <a:gd name="connsiteY12" fmla="*/ 76200 h 2246968"/>
                  <a:gd name="connsiteX13" fmla="*/ 155575 w 908599"/>
                  <a:gd name="connsiteY13" fmla="*/ 15875 h 2246968"/>
                  <a:gd name="connsiteX14" fmla="*/ 139700 w 908599"/>
                  <a:gd name="connsiteY14" fmla="*/ 9525 h 2246968"/>
                  <a:gd name="connsiteX15" fmla="*/ 123825 w 908599"/>
                  <a:gd name="connsiteY15" fmla="*/ 0 h 2246968"/>
                  <a:gd name="connsiteX16" fmla="*/ 111125 w 908599"/>
                  <a:gd name="connsiteY16" fmla="*/ 3175 h 2246968"/>
                  <a:gd name="connsiteX17" fmla="*/ 69850 w 908599"/>
                  <a:gd name="connsiteY17" fmla="*/ 0 h 2246968"/>
                  <a:gd name="connsiteX0" fmla="*/ 69850 w 1114427"/>
                  <a:gd name="connsiteY0" fmla="*/ 0 h 2246968"/>
                  <a:gd name="connsiteX1" fmla="*/ 69850 w 1114427"/>
                  <a:gd name="connsiteY1" fmla="*/ 0 h 2246968"/>
                  <a:gd name="connsiteX2" fmla="*/ 50800 w 1114427"/>
                  <a:gd name="connsiteY2" fmla="*/ 111125 h 2246968"/>
                  <a:gd name="connsiteX3" fmla="*/ 15875 w 1114427"/>
                  <a:gd name="connsiteY3" fmla="*/ 263525 h 2246968"/>
                  <a:gd name="connsiteX4" fmla="*/ 0 w 1114427"/>
                  <a:gd name="connsiteY4" fmla="*/ 396875 h 2246968"/>
                  <a:gd name="connsiteX5" fmla="*/ 85725 w 1114427"/>
                  <a:gd name="connsiteY5" fmla="*/ 571500 h 2246968"/>
                  <a:gd name="connsiteX6" fmla="*/ 117475 w 1114427"/>
                  <a:gd name="connsiteY6" fmla="*/ 581025 h 2246968"/>
                  <a:gd name="connsiteX7" fmla="*/ 784225 w 1114427"/>
                  <a:gd name="connsiteY7" fmla="*/ 2143125 h 2246968"/>
                  <a:gd name="connsiteX8" fmla="*/ 908050 w 1114427"/>
                  <a:gd name="connsiteY8" fmla="*/ 2095500 h 2246968"/>
                  <a:gd name="connsiteX9" fmla="*/ 1114425 w 1114427"/>
                  <a:gd name="connsiteY9" fmla="*/ 2009775 h 2246968"/>
                  <a:gd name="connsiteX10" fmla="*/ 288925 w 1114427"/>
                  <a:gd name="connsiteY10" fmla="*/ 187325 h 2246968"/>
                  <a:gd name="connsiteX11" fmla="*/ 257175 w 1114427"/>
                  <a:gd name="connsiteY11" fmla="*/ 123825 h 2246968"/>
                  <a:gd name="connsiteX12" fmla="*/ 225425 w 1114427"/>
                  <a:gd name="connsiteY12" fmla="*/ 76200 h 2246968"/>
                  <a:gd name="connsiteX13" fmla="*/ 155575 w 1114427"/>
                  <a:gd name="connsiteY13" fmla="*/ 15875 h 2246968"/>
                  <a:gd name="connsiteX14" fmla="*/ 139700 w 1114427"/>
                  <a:gd name="connsiteY14" fmla="*/ 9525 h 2246968"/>
                  <a:gd name="connsiteX15" fmla="*/ 123825 w 1114427"/>
                  <a:gd name="connsiteY15" fmla="*/ 0 h 2246968"/>
                  <a:gd name="connsiteX16" fmla="*/ 111125 w 1114427"/>
                  <a:gd name="connsiteY16" fmla="*/ 3175 h 2246968"/>
                  <a:gd name="connsiteX17" fmla="*/ 69850 w 1114427"/>
                  <a:gd name="connsiteY17" fmla="*/ 0 h 2246968"/>
                  <a:gd name="connsiteX0" fmla="*/ 69850 w 1114427"/>
                  <a:gd name="connsiteY0" fmla="*/ 0 h 2225485"/>
                  <a:gd name="connsiteX1" fmla="*/ 69850 w 1114427"/>
                  <a:gd name="connsiteY1" fmla="*/ 0 h 2225485"/>
                  <a:gd name="connsiteX2" fmla="*/ 50800 w 1114427"/>
                  <a:gd name="connsiteY2" fmla="*/ 111125 h 2225485"/>
                  <a:gd name="connsiteX3" fmla="*/ 15875 w 1114427"/>
                  <a:gd name="connsiteY3" fmla="*/ 263525 h 2225485"/>
                  <a:gd name="connsiteX4" fmla="*/ 0 w 1114427"/>
                  <a:gd name="connsiteY4" fmla="*/ 396875 h 2225485"/>
                  <a:gd name="connsiteX5" fmla="*/ 85725 w 1114427"/>
                  <a:gd name="connsiteY5" fmla="*/ 571500 h 2225485"/>
                  <a:gd name="connsiteX6" fmla="*/ 117475 w 1114427"/>
                  <a:gd name="connsiteY6" fmla="*/ 581025 h 2225485"/>
                  <a:gd name="connsiteX7" fmla="*/ 254000 w 1114427"/>
                  <a:gd name="connsiteY7" fmla="*/ 873124 h 2225485"/>
                  <a:gd name="connsiteX8" fmla="*/ 784225 w 1114427"/>
                  <a:gd name="connsiteY8" fmla="*/ 2143125 h 2225485"/>
                  <a:gd name="connsiteX9" fmla="*/ 908050 w 1114427"/>
                  <a:gd name="connsiteY9" fmla="*/ 2095500 h 2225485"/>
                  <a:gd name="connsiteX10" fmla="*/ 1114425 w 1114427"/>
                  <a:gd name="connsiteY10" fmla="*/ 2009775 h 2225485"/>
                  <a:gd name="connsiteX11" fmla="*/ 288925 w 1114427"/>
                  <a:gd name="connsiteY11" fmla="*/ 187325 h 2225485"/>
                  <a:gd name="connsiteX12" fmla="*/ 257175 w 1114427"/>
                  <a:gd name="connsiteY12" fmla="*/ 123825 h 2225485"/>
                  <a:gd name="connsiteX13" fmla="*/ 225425 w 1114427"/>
                  <a:gd name="connsiteY13" fmla="*/ 76200 h 2225485"/>
                  <a:gd name="connsiteX14" fmla="*/ 155575 w 1114427"/>
                  <a:gd name="connsiteY14" fmla="*/ 15875 h 2225485"/>
                  <a:gd name="connsiteX15" fmla="*/ 139700 w 1114427"/>
                  <a:gd name="connsiteY15" fmla="*/ 9525 h 2225485"/>
                  <a:gd name="connsiteX16" fmla="*/ 123825 w 1114427"/>
                  <a:gd name="connsiteY16" fmla="*/ 0 h 2225485"/>
                  <a:gd name="connsiteX17" fmla="*/ 111125 w 1114427"/>
                  <a:gd name="connsiteY17" fmla="*/ 3175 h 2225485"/>
                  <a:gd name="connsiteX18" fmla="*/ 69850 w 1114427"/>
                  <a:gd name="connsiteY18" fmla="*/ 0 h 2225485"/>
                  <a:gd name="connsiteX0" fmla="*/ 69850 w 1114427"/>
                  <a:gd name="connsiteY0" fmla="*/ 0 h 2212910"/>
                  <a:gd name="connsiteX1" fmla="*/ 69850 w 1114427"/>
                  <a:gd name="connsiteY1" fmla="*/ 0 h 2212910"/>
                  <a:gd name="connsiteX2" fmla="*/ 50800 w 1114427"/>
                  <a:gd name="connsiteY2" fmla="*/ 111125 h 2212910"/>
                  <a:gd name="connsiteX3" fmla="*/ 15875 w 1114427"/>
                  <a:gd name="connsiteY3" fmla="*/ 263525 h 2212910"/>
                  <a:gd name="connsiteX4" fmla="*/ 0 w 1114427"/>
                  <a:gd name="connsiteY4" fmla="*/ 396875 h 2212910"/>
                  <a:gd name="connsiteX5" fmla="*/ 85725 w 1114427"/>
                  <a:gd name="connsiteY5" fmla="*/ 571500 h 2212910"/>
                  <a:gd name="connsiteX6" fmla="*/ 117475 w 1114427"/>
                  <a:gd name="connsiteY6" fmla="*/ 581025 h 2212910"/>
                  <a:gd name="connsiteX7" fmla="*/ 254000 w 1114427"/>
                  <a:gd name="connsiteY7" fmla="*/ 873124 h 2212910"/>
                  <a:gd name="connsiteX8" fmla="*/ 327025 w 1114427"/>
                  <a:gd name="connsiteY8" fmla="*/ 1044575 h 2212910"/>
                  <a:gd name="connsiteX9" fmla="*/ 784225 w 1114427"/>
                  <a:gd name="connsiteY9" fmla="*/ 2143125 h 2212910"/>
                  <a:gd name="connsiteX10" fmla="*/ 908050 w 1114427"/>
                  <a:gd name="connsiteY10" fmla="*/ 2095500 h 2212910"/>
                  <a:gd name="connsiteX11" fmla="*/ 1114425 w 1114427"/>
                  <a:gd name="connsiteY11" fmla="*/ 2009775 h 2212910"/>
                  <a:gd name="connsiteX12" fmla="*/ 288925 w 1114427"/>
                  <a:gd name="connsiteY12" fmla="*/ 187325 h 2212910"/>
                  <a:gd name="connsiteX13" fmla="*/ 257175 w 1114427"/>
                  <a:gd name="connsiteY13" fmla="*/ 123825 h 2212910"/>
                  <a:gd name="connsiteX14" fmla="*/ 225425 w 1114427"/>
                  <a:gd name="connsiteY14" fmla="*/ 76200 h 2212910"/>
                  <a:gd name="connsiteX15" fmla="*/ 155575 w 1114427"/>
                  <a:gd name="connsiteY15" fmla="*/ 15875 h 2212910"/>
                  <a:gd name="connsiteX16" fmla="*/ 139700 w 1114427"/>
                  <a:gd name="connsiteY16" fmla="*/ 9525 h 2212910"/>
                  <a:gd name="connsiteX17" fmla="*/ 123825 w 1114427"/>
                  <a:gd name="connsiteY17" fmla="*/ 0 h 2212910"/>
                  <a:gd name="connsiteX18" fmla="*/ 111125 w 1114427"/>
                  <a:gd name="connsiteY18" fmla="*/ 3175 h 2212910"/>
                  <a:gd name="connsiteX19" fmla="*/ 69850 w 1114427"/>
                  <a:gd name="connsiteY19" fmla="*/ 0 h 2212910"/>
                  <a:gd name="connsiteX0" fmla="*/ 69850 w 1114427"/>
                  <a:gd name="connsiteY0" fmla="*/ 0 h 2182177"/>
                  <a:gd name="connsiteX1" fmla="*/ 69850 w 1114427"/>
                  <a:gd name="connsiteY1" fmla="*/ 0 h 2182177"/>
                  <a:gd name="connsiteX2" fmla="*/ 50800 w 1114427"/>
                  <a:gd name="connsiteY2" fmla="*/ 111125 h 2182177"/>
                  <a:gd name="connsiteX3" fmla="*/ 15875 w 1114427"/>
                  <a:gd name="connsiteY3" fmla="*/ 263525 h 2182177"/>
                  <a:gd name="connsiteX4" fmla="*/ 0 w 1114427"/>
                  <a:gd name="connsiteY4" fmla="*/ 396875 h 2182177"/>
                  <a:gd name="connsiteX5" fmla="*/ 85725 w 1114427"/>
                  <a:gd name="connsiteY5" fmla="*/ 571500 h 2182177"/>
                  <a:gd name="connsiteX6" fmla="*/ 117475 w 1114427"/>
                  <a:gd name="connsiteY6" fmla="*/ 581025 h 2182177"/>
                  <a:gd name="connsiteX7" fmla="*/ 254000 w 1114427"/>
                  <a:gd name="connsiteY7" fmla="*/ 873124 h 2182177"/>
                  <a:gd name="connsiteX8" fmla="*/ 327025 w 1114427"/>
                  <a:gd name="connsiteY8" fmla="*/ 1044575 h 2182177"/>
                  <a:gd name="connsiteX9" fmla="*/ 488950 w 1114427"/>
                  <a:gd name="connsiteY9" fmla="*/ 1466850 h 2182177"/>
                  <a:gd name="connsiteX10" fmla="*/ 784225 w 1114427"/>
                  <a:gd name="connsiteY10" fmla="*/ 2143125 h 2182177"/>
                  <a:gd name="connsiteX11" fmla="*/ 908050 w 1114427"/>
                  <a:gd name="connsiteY11" fmla="*/ 2095500 h 2182177"/>
                  <a:gd name="connsiteX12" fmla="*/ 1114425 w 1114427"/>
                  <a:gd name="connsiteY12" fmla="*/ 2009775 h 2182177"/>
                  <a:gd name="connsiteX13" fmla="*/ 288925 w 1114427"/>
                  <a:gd name="connsiteY13" fmla="*/ 187325 h 2182177"/>
                  <a:gd name="connsiteX14" fmla="*/ 257175 w 1114427"/>
                  <a:gd name="connsiteY14" fmla="*/ 123825 h 2182177"/>
                  <a:gd name="connsiteX15" fmla="*/ 225425 w 1114427"/>
                  <a:gd name="connsiteY15" fmla="*/ 76200 h 2182177"/>
                  <a:gd name="connsiteX16" fmla="*/ 155575 w 1114427"/>
                  <a:gd name="connsiteY16" fmla="*/ 15875 h 2182177"/>
                  <a:gd name="connsiteX17" fmla="*/ 139700 w 1114427"/>
                  <a:gd name="connsiteY17" fmla="*/ 9525 h 2182177"/>
                  <a:gd name="connsiteX18" fmla="*/ 123825 w 1114427"/>
                  <a:gd name="connsiteY18" fmla="*/ 0 h 2182177"/>
                  <a:gd name="connsiteX19" fmla="*/ 111125 w 1114427"/>
                  <a:gd name="connsiteY19" fmla="*/ 3175 h 2182177"/>
                  <a:gd name="connsiteX20" fmla="*/ 69850 w 1114427"/>
                  <a:gd name="connsiteY20" fmla="*/ 0 h 2182177"/>
                  <a:gd name="connsiteX0" fmla="*/ 69850 w 1114427"/>
                  <a:gd name="connsiteY0" fmla="*/ 0 h 2181033"/>
                  <a:gd name="connsiteX1" fmla="*/ 69850 w 1114427"/>
                  <a:gd name="connsiteY1" fmla="*/ 0 h 2181033"/>
                  <a:gd name="connsiteX2" fmla="*/ 50800 w 1114427"/>
                  <a:gd name="connsiteY2" fmla="*/ 111125 h 2181033"/>
                  <a:gd name="connsiteX3" fmla="*/ 15875 w 1114427"/>
                  <a:gd name="connsiteY3" fmla="*/ 263525 h 2181033"/>
                  <a:gd name="connsiteX4" fmla="*/ 0 w 1114427"/>
                  <a:gd name="connsiteY4" fmla="*/ 396875 h 2181033"/>
                  <a:gd name="connsiteX5" fmla="*/ 85725 w 1114427"/>
                  <a:gd name="connsiteY5" fmla="*/ 571500 h 2181033"/>
                  <a:gd name="connsiteX6" fmla="*/ 117475 w 1114427"/>
                  <a:gd name="connsiteY6" fmla="*/ 581025 h 2181033"/>
                  <a:gd name="connsiteX7" fmla="*/ 254000 w 1114427"/>
                  <a:gd name="connsiteY7" fmla="*/ 873124 h 2181033"/>
                  <a:gd name="connsiteX8" fmla="*/ 327025 w 1114427"/>
                  <a:gd name="connsiteY8" fmla="*/ 1044575 h 2181033"/>
                  <a:gd name="connsiteX9" fmla="*/ 161925 w 1114427"/>
                  <a:gd name="connsiteY9" fmla="*/ 1482725 h 2181033"/>
                  <a:gd name="connsiteX10" fmla="*/ 784225 w 1114427"/>
                  <a:gd name="connsiteY10" fmla="*/ 2143125 h 2181033"/>
                  <a:gd name="connsiteX11" fmla="*/ 908050 w 1114427"/>
                  <a:gd name="connsiteY11" fmla="*/ 2095500 h 2181033"/>
                  <a:gd name="connsiteX12" fmla="*/ 1114425 w 1114427"/>
                  <a:gd name="connsiteY12" fmla="*/ 2009775 h 2181033"/>
                  <a:gd name="connsiteX13" fmla="*/ 288925 w 1114427"/>
                  <a:gd name="connsiteY13" fmla="*/ 187325 h 2181033"/>
                  <a:gd name="connsiteX14" fmla="*/ 257175 w 1114427"/>
                  <a:gd name="connsiteY14" fmla="*/ 123825 h 2181033"/>
                  <a:gd name="connsiteX15" fmla="*/ 225425 w 1114427"/>
                  <a:gd name="connsiteY15" fmla="*/ 76200 h 2181033"/>
                  <a:gd name="connsiteX16" fmla="*/ 155575 w 1114427"/>
                  <a:gd name="connsiteY16" fmla="*/ 15875 h 2181033"/>
                  <a:gd name="connsiteX17" fmla="*/ 139700 w 1114427"/>
                  <a:gd name="connsiteY17" fmla="*/ 9525 h 2181033"/>
                  <a:gd name="connsiteX18" fmla="*/ 123825 w 1114427"/>
                  <a:gd name="connsiteY18" fmla="*/ 0 h 2181033"/>
                  <a:gd name="connsiteX19" fmla="*/ 111125 w 1114427"/>
                  <a:gd name="connsiteY19" fmla="*/ 3175 h 2181033"/>
                  <a:gd name="connsiteX20" fmla="*/ 69850 w 1114427"/>
                  <a:gd name="connsiteY20" fmla="*/ 0 h 2181033"/>
                  <a:gd name="connsiteX0" fmla="*/ 69850 w 1114427"/>
                  <a:gd name="connsiteY0" fmla="*/ 0 h 2095636"/>
                  <a:gd name="connsiteX1" fmla="*/ 69850 w 1114427"/>
                  <a:gd name="connsiteY1" fmla="*/ 0 h 2095636"/>
                  <a:gd name="connsiteX2" fmla="*/ 50800 w 1114427"/>
                  <a:gd name="connsiteY2" fmla="*/ 111125 h 2095636"/>
                  <a:gd name="connsiteX3" fmla="*/ 15875 w 1114427"/>
                  <a:gd name="connsiteY3" fmla="*/ 263525 h 2095636"/>
                  <a:gd name="connsiteX4" fmla="*/ 0 w 1114427"/>
                  <a:gd name="connsiteY4" fmla="*/ 396875 h 2095636"/>
                  <a:gd name="connsiteX5" fmla="*/ 85725 w 1114427"/>
                  <a:gd name="connsiteY5" fmla="*/ 571500 h 2095636"/>
                  <a:gd name="connsiteX6" fmla="*/ 117475 w 1114427"/>
                  <a:gd name="connsiteY6" fmla="*/ 581025 h 2095636"/>
                  <a:gd name="connsiteX7" fmla="*/ 254000 w 1114427"/>
                  <a:gd name="connsiteY7" fmla="*/ 873124 h 2095636"/>
                  <a:gd name="connsiteX8" fmla="*/ 327025 w 1114427"/>
                  <a:gd name="connsiteY8" fmla="*/ 1044575 h 2095636"/>
                  <a:gd name="connsiteX9" fmla="*/ 161925 w 1114427"/>
                  <a:gd name="connsiteY9" fmla="*/ 1482725 h 2095636"/>
                  <a:gd name="connsiteX10" fmla="*/ 415925 w 1114427"/>
                  <a:gd name="connsiteY10" fmla="*/ 809625 h 2095636"/>
                  <a:gd name="connsiteX11" fmla="*/ 908050 w 1114427"/>
                  <a:gd name="connsiteY11" fmla="*/ 2095500 h 2095636"/>
                  <a:gd name="connsiteX12" fmla="*/ 1114425 w 1114427"/>
                  <a:gd name="connsiteY12" fmla="*/ 2009775 h 2095636"/>
                  <a:gd name="connsiteX13" fmla="*/ 288925 w 1114427"/>
                  <a:gd name="connsiteY13" fmla="*/ 187325 h 2095636"/>
                  <a:gd name="connsiteX14" fmla="*/ 257175 w 1114427"/>
                  <a:gd name="connsiteY14" fmla="*/ 123825 h 2095636"/>
                  <a:gd name="connsiteX15" fmla="*/ 225425 w 1114427"/>
                  <a:gd name="connsiteY15" fmla="*/ 76200 h 2095636"/>
                  <a:gd name="connsiteX16" fmla="*/ 155575 w 1114427"/>
                  <a:gd name="connsiteY16" fmla="*/ 15875 h 2095636"/>
                  <a:gd name="connsiteX17" fmla="*/ 139700 w 1114427"/>
                  <a:gd name="connsiteY17" fmla="*/ 9525 h 2095636"/>
                  <a:gd name="connsiteX18" fmla="*/ 123825 w 1114427"/>
                  <a:gd name="connsiteY18" fmla="*/ 0 h 2095636"/>
                  <a:gd name="connsiteX19" fmla="*/ 111125 w 1114427"/>
                  <a:gd name="connsiteY19" fmla="*/ 3175 h 2095636"/>
                  <a:gd name="connsiteX20" fmla="*/ 69850 w 1114427"/>
                  <a:gd name="connsiteY20" fmla="*/ 0 h 2095636"/>
                  <a:gd name="connsiteX0" fmla="*/ 338614 w 1383191"/>
                  <a:gd name="connsiteY0" fmla="*/ 0 h 2095636"/>
                  <a:gd name="connsiteX1" fmla="*/ 338614 w 1383191"/>
                  <a:gd name="connsiteY1" fmla="*/ 0 h 2095636"/>
                  <a:gd name="connsiteX2" fmla="*/ 319564 w 1383191"/>
                  <a:gd name="connsiteY2" fmla="*/ 111125 h 2095636"/>
                  <a:gd name="connsiteX3" fmla="*/ 284639 w 1383191"/>
                  <a:gd name="connsiteY3" fmla="*/ 263525 h 2095636"/>
                  <a:gd name="connsiteX4" fmla="*/ 268764 w 1383191"/>
                  <a:gd name="connsiteY4" fmla="*/ 396875 h 2095636"/>
                  <a:gd name="connsiteX5" fmla="*/ 354489 w 1383191"/>
                  <a:gd name="connsiteY5" fmla="*/ 571500 h 2095636"/>
                  <a:gd name="connsiteX6" fmla="*/ 386239 w 1383191"/>
                  <a:gd name="connsiteY6" fmla="*/ 581025 h 2095636"/>
                  <a:gd name="connsiteX7" fmla="*/ 522764 w 1383191"/>
                  <a:gd name="connsiteY7" fmla="*/ 873124 h 2095636"/>
                  <a:gd name="connsiteX8" fmla="*/ 8414 w 1383191"/>
                  <a:gd name="connsiteY8" fmla="*/ 1927225 h 2095636"/>
                  <a:gd name="connsiteX9" fmla="*/ 430689 w 1383191"/>
                  <a:gd name="connsiteY9" fmla="*/ 1482725 h 2095636"/>
                  <a:gd name="connsiteX10" fmla="*/ 684689 w 1383191"/>
                  <a:gd name="connsiteY10" fmla="*/ 809625 h 2095636"/>
                  <a:gd name="connsiteX11" fmla="*/ 1176814 w 1383191"/>
                  <a:gd name="connsiteY11" fmla="*/ 2095500 h 2095636"/>
                  <a:gd name="connsiteX12" fmla="*/ 1383189 w 1383191"/>
                  <a:gd name="connsiteY12" fmla="*/ 2009775 h 2095636"/>
                  <a:gd name="connsiteX13" fmla="*/ 557689 w 1383191"/>
                  <a:gd name="connsiteY13" fmla="*/ 187325 h 2095636"/>
                  <a:gd name="connsiteX14" fmla="*/ 525939 w 1383191"/>
                  <a:gd name="connsiteY14" fmla="*/ 123825 h 2095636"/>
                  <a:gd name="connsiteX15" fmla="*/ 494189 w 1383191"/>
                  <a:gd name="connsiteY15" fmla="*/ 76200 h 2095636"/>
                  <a:gd name="connsiteX16" fmla="*/ 424339 w 1383191"/>
                  <a:gd name="connsiteY16" fmla="*/ 15875 h 2095636"/>
                  <a:gd name="connsiteX17" fmla="*/ 408464 w 1383191"/>
                  <a:gd name="connsiteY17" fmla="*/ 9525 h 2095636"/>
                  <a:gd name="connsiteX18" fmla="*/ 392589 w 1383191"/>
                  <a:gd name="connsiteY18" fmla="*/ 0 h 2095636"/>
                  <a:gd name="connsiteX19" fmla="*/ 379889 w 1383191"/>
                  <a:gd name="connsiteY19" fmla="*/ 3175 h 2095636"/>
                  <a:gd name="connsiteX20" fmla="*/ 338614 w 1383191"/>
                  <a:gd name="connsiteY20" fmla="*/ 0 h 2095636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92588 w 1391090"/>
                  <a:gd name="connsiteY10" fmla="*/ 809625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88"/>
                  <a:gd name="connsiteY0" fmla="*/ 0 h 2132487"/>
                  <a:gd name="connsiteX1" fmla="*/ 346513 w 1391088"/>
                  <a:gd name="connsiteY1" fmla="*/ 0 h 2132487"/>
                  <a:gd name="connsiteX2" fmla="*/ 327463 w 1391088"/>
                  <a:gd name="connsiteY2" fmla="*/ 111125 h 2132487"/>
                  <a:gd name="connsiteX3" fmla="*/ 292538 w 1391088"/>
                  <a:gd name="connsiteY3" fmla="*/ 263525 h 2132487"/>
                  <a:gd name="connsiteX4" fmla="*/ 276663 w 1391088"/>
                  <a:gd name="connsiteY4" fmla="*/ 396875 h 2132487"/>
                  <a:gd name="connsiteX5" fmla="*/ 362388 w 1391088"/>
                  <a:gd name="connsiteY5" fmla="*/ 571500 h 2132487"/>
                  <a:gd name="connsiteX6" fmla="*/ 394138 w 1391088"/>
                  <a:gd name="connsiteY6" fmla="*/ 581025 h 2132487"/>
                  <a:gd name="connsiteX7" fmla="*/ 194113 w 1391088"/>
                  <a:gd name="connsiteY7" fmla="*/ 2124074 h 2132487"/>
                  <a:gd name="connsiteX8" fmla="*/ 16313 w 1391088"/>
                  <a:gd name="connsiteY8" fmla="*/ 1927225 h 2132487"/>
                  <a:gd name="connsiteX9" fmla="*/ 438588 w 1391088"/>
                  <a:gd name="connsiteY9" fmla="*/ 1482725 h 2132487"/>
                  <a:gd name="connsiteX10" fmla="*/ 622738 w 1391088"/>
                  <a:gd name="connsiteY10" fmla="*/ 952500 h 2132487"/>
                  <a:gd name="connsiteX11" fmla="*/ 705288 w 1391088"/>
                  <a:gd name="connsiteY11" fmla="*/ 654050 h 2132487"/>
                  <a:gd name="connsiteX12" fmla="*/ 1391088 w 1391088"/>
                  <a:gd name="connsiteY12" fmla="*/ 2009775 h 2132487"/>
                  <a:gd name="connsiteX13" fmla="*/ 565588 w 1391088"/>
                  <a:gd name="connsiteY13" fmla="*/ 187325 h 2132487"/>
                  <a:gd name="connsiteX14" fmla="*/ 533838 w 1391088"/>
                  <a:gd name="connsiteY14" fmla="*/ 123825 h 2132487"/>
                  <a:gd name="connsiteX15" fmla="*/ 502088 w 1391088"/>
                  <a:gd name="connsiteY15" fmla="*/ 76200 h 2132487"/>
                  <a:gd name="connsiteX16" fmla="*/ 432238 w 1391088"/>
                  <a:gd name="connsiteY16" fmla="*/ 15875 h 2132487"/>
                  <a:gd name="connsiteX17" fmla="*/ 416363 w 1391088"/>
                  <a:gd name="connsiteY17" fmla="*/ 9525 h 2132487"/>
                  <a:gd name="connsiteX18" fmla="*/ 400488 w 1391088"/>
                  <a:gd name="connsiteY18" fmla="*/ 0 h 2132487"/>
                  <a:gd name="connsiteX19" fmla="*/ 387788 w 1391088"/>
                  <a:gd name="connsiteY19" fmla="*/ 3175 h 2132487"/>
                  <a:gd name="connsiteX20" fmla="*/ 346513 w 1391088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65588 w 712105"/>
                  <a:gd name="connsiteY13" fmla="*/ 187325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600513 w 712105"/>
                  <a:gd name="connsiteY13" fmla="*/ 520700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600513 w 712105"/>
                  <a:gd name="connsiteY13" fmla="*/ 520700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473513 w 712105"/>
                  <a:gd name="connsiteY14" fmla="*/ 241300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473513 w 712105"/>
                  <a:gd name="connsiteY14" fmla="*/ 241300 h 2132487"/>
                  <a:gd name="connsiteX15" fmla="*/ 416363 w 712105"/>
                  <a:gd name="connsiteY15" fmla="*/ 1270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473513 w 712105"/>
                  <a:gd name="connsiteY14" fmla="*/ 241300 h 2132487"/>
                  <a:gd name="connsiteX15" fmla="*/ 416363 w 712105"/>
                  <a:gd name="connsiteY15" fmla="*/ 1270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603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419312 w 784904"/>
                  <a:gd name="connsiteY0" fmla="*/ 0 h 2132487"/>
                  <a:gd name="connsiteX1" fmla="*/ 419312 w 784904"/>
                  <a:gd name="connsiteY1" fmla="*/ 0 h 2132487"/>
                  <a:gd name="connsiteX2" fmla="*/ 400262 w 784904"/>
                  <a:gd name="connsiteY2" fmla="*/ 111125 h 2132487"/>
                  <a:gd name="connsiteX3" fmla="*/ 365337 w 784904"/>
                  <a:gd name="connsiteY3" fmla="*/ 263525 h 2132487"/>
                  <a:gd name="connsiteX4" fmla="*/ 349462 w 784904"/>
                  <a:gd name="connsiteY4" fmla="*/ 396875 h 2132487"/>
                  <a:gd name="connsiteX5" fmla="*/ 435187 w 784904"/>
                  <a:gd name="connsiteY5" fmla="*/ 571500 h 2132487"/>
                  <a:gd name="connsiteX6" fmla="*/ 212 w 784904"/>
                  <a:gd name="connsiteY6" fmla="*/ 2066925 h 2132487"/>
                  <a:gd name="connsiteX7" fmla="*/ 266912 w 784904"/>
                  <a:gd name="connsiteY7" fmla="*/ 2124074 h 2132487"/>
                  <a:gd name="connsiteX8" fmla="*/ 89112 w 784904"/>
                  <a:gd name="connsiteY8" fmla="*/ 1927225 h 2132487"/>
                  <a:gd name="connsiteX9" fmla="*/ 511387 w 784904"/>
                  <a:gd name="connsiteY9" fmla="*/ 1482725 h 2132487"/>
                  <a:gd name="connsiteX10" fmla="*/ 695537 w 784904"/>
                  <a:gd name="connsiteY10" fmla="*/ 952500 h 2132487"/>
                  <a:gd name="connsiteX11" fmla="*/ 778087 w 784904"/>
                  <a:gd name="connsiteY11" fmla="*/ 654050 h 2132487"/>
                  <a:gd name="connsiteX12" fmla="*/ 762212 w 784904"/>
                  <a:gd name="connsiteY12" fmla="*/ 571500 h 2132487"/>
                  <a:gd name="connsiteX13" fmla="*/ 625687 w 784904"/>
                  <a:gd name="connsiteY13" fmla="*/ 457200 h 2132487"/>
                  <a:gd name="connsiteX14" fmla="*/ 546312 w 784904"/>
                  <a:gd name="connsiteY14" fmla="*/ 241300 h 2132487"/>
                  <a:gd name="connsiteX15" fmla="*/ 489162 w 784904"/>
                  <a:gd name="connsiteY15" fmla="*/ 127000 h 2132487"/>
                  <a:gd name="connsiteX16" fmla="*/ 505037 w 784904"/>
                  <a:gd name="connsiteY16" fmla="*/ 15875 h 2132487"/>
                  <a:gd name="connsiteX17" fmla="*/ 489162 w 784904"/>
                  <a:gd name="connsiteY17" fmla="*/ 60325 h 2132487"/>
                  <a:gd name="connsiteX18" fmla="*/ 473287 w 784904"/>
                  <a:gd name="connsiteY18" fmla="*/ 0 h 2132487"/>
                  <a:gd name="connsiteX19" fmla="*/ 460587 w 784904"/>
                  <a:gd name="connsiteY19" fmla="*/ 3175 h 2132487"/>
                  <a:gd name="connsiteX20" fmla="*/ 419312 w 784904"/>
                  <a:gd name="connsiteY20" fmla="*/ 0 h 2132487"/>
                  <a:gd name="connsiteX0" fmla="*/ 531181 w 896773"/>
                  <a:gd name="connsiteY0" fmla="*/ 0 h 2132487"/>
                  <a:gd name="connsiteX1" fmla="*/ 531181 w 896773"/>
                  <a:gd name="connsiteY1" fmla="*/ 0 h 2132487"/>
                  <a:gd name="connsiteX2" fmla="*/ 512131 w 896773"/>
                  <a:gd name="connsiteY2" fmla="*/ 111125 h 2132487"/>
                  <a:gd name="connsiteX3" fmla="*/ 477206 w 896773"/>
                  <a:gd name="connsiteY3" fmla="*/ 263525 h 2132487"/>
                  <a:gd name="connsiteX4" fmla="*/ 461331 w 896773"/>
                  <a:gd name="connsiteY4" fmla="*/ 396875 h 2132487"/>
                  <a:gd name="connsiteX5" fmla="*/ 13656 w 896773"/>
                  <a:gd name="connsiteY5" fmla="*/ 1971675 h 2132487"/>
                  <a:gd name="connsiteX6" fmla="*/ 112081 w 896773"/>
                  <a:gd name="connsiteY6" fmla="*/ 2066925 h 2132487"/>
                  <a:gd name="connsiteX7" fmla="*/ 378781 w 896773"/>
                  <a:gd name="connsiteY7" fmla="*/ 2124074 h 2132487"/>
                  <a:gd name="connsiteX8" fmla="*/ 200981 w 896773"/>
                  <a:gd name="connsiteY8" fmla="*/ 1927225 h 2132487"/>
                  <a:gd name="connsiteX9" fmla="*/ 623256 w 896773"/>
                  <a:gd name="connsiteY9" fmla="*/ 1482725 h 2132487"/>
                  <a:gd name="connsiteX10" fmla="*/ 807406 w 896773"/>
                  <a:gd name="connsiteY10" fmla="*/ 952500 h 2132487"/>
                  <a:gd name="connsiteX11" fmla="*/ 889956 w 896773"/>
                  <a:gd name="connsiteY11" fmla="*/ 654050 h 2132487"/>
                  <a:gd name="connsiteX12" fmla="*/ 874081 w 896773"/>
                  <a:gd name="connsiteY12" fmla="*/ 571500 h 2132487"/>
                  <a:gd name="connsiteX13" fmla="*/ 737556 w 896773"/>
                  <a:gd name="connsiteY13" fmla="*/ 457200 h 2132487"/>
                  <a:gd name="connsiteX14" fmla="*/ 658181 w 896773"/>
                  <a:gd name="connsiteY14" fmla="*/ 241300 h 2132487"/>
                  <a:gd name="connsiteX15" fmla="*/ 601031 w 896773"/>
                  <a:gd name="connsiteY15" fmla="*/ 127000 h 2132487"/>
                  <a:gd name="connsiteX16" fmla="*/ 616906 w 896773"/>
                  <a:gd name="connsiteY16" fmla="*/ 15875 h 2132487"/>
                  <a:gd name="connsiteX17" fmla="*/ 601031 w 896773"/>
                  <a:gd name="connsiteY17" fmla="*/ 60325 h 2132487"/>
                  <a:gd name="connsiteX18" fmla="*/ 585156 w 896773"/>
                  <a:gd name="connsiteY18" fmla="*/ 0 h 2132487"/>
                  <a:gd name="connsiteX19" fmla="*/ 572456 w 896773"/>
                  <a:gd name="connsiteY19" fmla="*/ 3175 h 2132487"/>
                  <a:gd name="connsiteX20" fmla="*/ 531181 w 896773"/>
                  <a:gd name="connsiteY20" fmla="*/ 0 h 2132487"/>
                  <a:gd name="connsiteX0" fmla="*/ 517992 w 883584"/>
                  <a:gd name="connsiteY0" fmla="*/ 0 h 2132487"/>
                  <a:gd name="connsiteX1" fmla="*/ 517992 w 883584"/>
                  <a:gd name="connsiteY1" fmla="*/ 0 h 2132487"/>
                  <a:gd name="connsiteX2" fmla="*/ 498942 w 883584"/>
                  <a:gd name="connsiteY2" fmla="*/ 111125 h 2132487"/>
                  <a:gd name="connsiteX3" fmla="*/ 464017 w 883584"/>
                  <a:gd name="connsiteY3" fmla="*/ 263525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17992 w 883584"/>
                  <a:gd name="connsiteY20" fmla="*/ 0 h 2132487"/>
                  <a:gd name="connsiteX0" fmla="*/ 517992 w 883584"/>
                  <a:gd name="connsiteY0" fmla="*/ 15815 h 2148302"/>
                  <a:gd name="connsiteX1" fmla="*/ 517992 w 883584"/>
                  <a:gd name="connsiteY1" fmla="*/ 15815 h 2148302"/>
                  <a:gd name="connsiteX2" fmla="*/ 498942 w 883584"/>
                  <a:gd name="connsiteY2" fmla="*/ 126940 h 2148302"/>
                  <a:gd name="connsiteX3" fmla="*/ 390992 w 883584"/>
                  <a:gd name="connsiteY3" fmla="*/ 1368365 h 2148302"/>
                  <a:gd name="connsiteX4" fmla="*/ 146517 w 883584"/>
                  <a:gd name="connsiteY4" fmla="*/ 1638240 h 2148302"/>
                  <a:gd name="connsiteX5" fmla="*/ 467 w 883584"/>
                  <a:gd name="connsiteY5" fmla="*/ 1987490 h 2148302"/>
                  <a:gd name="connsiteX6" fmla="*/ 98892 w 883584"/>
                  <a:gd name="connsiteY6" fmla="*/ 2082740 h 2148302"/>
                  <a:gd name="connsiteX7" fmla="*/ 365592 w 883584"/>
                  <a:gd name="connsiteY7" fmla="*/ 2139889 h 2148302"/>
                  <a:gd name="connsiteX8" fmla="*/ 187792 w 883584"/>
                  <a:gd name="connsiteY8" fmla="*/ 1943040 h 2148302"/>
                  <a:gd name="connsiteX9" fmla="*/ 610067 w 883584"/>
                  <a:gd name="connsiteY9" fmla="*/ 1498540 h 2148302"/>
                  <a:gd name="connsiteX10" fmla="*/ 794217 w 883584"/>
                  <a:gd name="connsiteY10" fmla="*/ 968315 h 2148302"/>
                  <a:gd name="connsiteX11" fmla="*/ 876767 w 883584"/>
                  <a:gd name="connsiteY11" fmla="*/ 669865 h 2148302"/>
                  <a:gd name="connsiteX12" fmla="*/ 860892 w 883584"/>
                  <a:gd name="connsiteY12" fmla="*/ 587315 h 2148302"/>
                  <a:gd name="connsiteX13" fmla="*/ 724367 w 883584"/>
                  <a:gd name="connsiteY13" fmla="*/ 473015 h 2148302"/>
                  <a:gd name="connsiteX14" fmla="*/ 644992 w 883584"/>
                  <a:gd name="connsiteY14" fmla="*/ 257115 h 2148302"/>
                  <a:gd name="connsiteX15" fmla="*/ 587842 w 883584"/>
                  <a:gd name="connsiteY15" fmla="*/ 142815 h 2148302"/>
                  <a:gd name="connsiteX16" fmla="*/ 603717 w 883584"/>
                  <a:gd name="connsiteY16" fmla="*/ 31690 h 2148302"/>
                  <a:gd name="connsiteX17" fmla="*/ 587842 w 883584"/>
                  <a:gd name="connsiteY17" fmla="*/ 76140 h 2148302"/>
                  <a:gd name="connsiteX18" fmla="*/ 571967 w 883584"/>
                  <a:gd name="connsiteY18" fmla="*/ 15815 h 2148302"/>
                  <a:gd name="connsiteX19" fmla="*/ 559267 w 883584"/>
                  <a:gd name="connsiteY19" fmla="*/ 18990 h 2148302"/>
                  <a:gd name="connsiteX20" fmla="*/ 517992 w 883584"/>
                  <a:gd name="connsiteY20" fmla="*/ 15815 h 2148302"/>
                  <a:gd name="connsiteX0" fmla="*/ 517992 w 883584"/>
                  <a:gd name="connsiteY0" fmla="*/ 0 h 2132487"/>
                  <a:gd name="connsiteX1" fmla="*/ 517992 w 883584"/>
                  <a:gd name="connsiteY1" fmla="*/ 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17992 w 883584"/>
                  <a:gd name="connsiteY20" fmla="*/ 0 h 2132487"/>
                  <a:gd name="connsiteX0" fmla="*/ 521167 w 883584"/>
                  <a:gd name="connsiteY0" fmla="*/ 492125 h 2132487"/>
                  <a:gd name="connsiteX1" fmla="*/ 517992 w 883584"/>
                  <a:gd name="connsiteY1" fmla="*/ 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21167 w 883584"/>
                  <a:gd name="connsiteY20" fmla="*/ 492125 h 2132487"/>
                  <a:gd name="connsiteX0" fmla="*/ 521167 w 883584"/>
                  <a:gd name="connsiteY0" fmla="*/ 492125 h 2132487"/>
                  <a:gd name="connsiteX1" fmla="*/ 470367 w 883584"/>
                  <a:gd name="connsiteY1" fmla="*/ 56515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21167 w 883584"/>
                  <a:gd name="connsiteY20" fmla="*/ 492125 h 2132487"/>
                  <a:gd name="connsiteX0" fmla="*/ 517992 w 883584"/>
                  <a:gd name="connsiteY0" fmla="*/ 400050 h 2132487"/>
                  <a:gd name="connsiteX1" fmla="*/ 470367 w 883584"/>
                  <a:gd name="connsiteY1" fmla="*/ 56515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17992 w 883584"/>
                  <a:gd name="connsiteY20" fmla="*/ 400050 h 2132487"/>
                  <a:gd name="connsiteX0" fmla="*/ 517992 w 883584"/>
                  <a:gd name="connsiteY0" fmla="*/ 400050 h 2132487"/>
                  <a:gd name="connsiteX1" fmla="*/ 470367 w 883584"/>
                  <a:gd name="connsiteY1" fmla="*/ 56515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467192 w 883584"/>
                  <a:gd name="connsiteY19" fmla="*/ 98425 h 2132487"/>
                  <a:gd name="connsiteX20" fmla="*/ 517992 w 883584"/>
                  <a:gd name="connsiteY20" fmla="*/ 400050 h 2132487"/>
                  <a:gd name="connsiteX0" fmla="*/ 517992 w 883584"/>
                  <a:gd name="connsiteY0" fmla="*/ 479425 h 2211862"/>
                  <a:gd name="connsiteX1" fmla="*/ 470367 w 883584"/>
                  <a:gd name="connsiteY1" fmla="*/ 644525 h 2211862"/>
                  <a:gd name="connsiteX2" fmla="*/ 479892 w 883584"/>
                  <a:gd name="connsiteY2" fmla="*/ 930275 h 2211862"/>
                  <a:gd name="connsiteX3" fmla="*/ 390992 w 883584"/>
                  <a:gd name="connsiteY3" fmla="*/ 1431925 h 2211862"/>
                  <a:gd name="connsiteX4" fmla="*/ 146517 w 883584"/>
                  <a:gd name="connsiteY4" fmla="*/ 1701800 h 2211862"/>
                  <a:gd name="connsiteX5" fmla="*/ 467 w 883584"/>
                  <a:gd name="connsiteY5" fmla="*/ 2051050 h 2211862"/>
                  <a:gd name="connsiteX6" fmla="*/ 98892 w 883584"/>
                  <a:gd name="connsiteY6" fmla="*/ 2146300 h 2211862"/>
                  <a:gd name="connsiteX7" fmla="*/ 365592 w 883584"/>
                  <a:gd name="connsiteY7" fmla="*/ 2203449 h 2211862"/>
                  <a:gd name="connsiteX8" fmla="*/ 187792 w 883584"/>
                  <a:gd name="connsiteY8" fmla="*/ 2006600 h 2211862"/>
                  <a:gd name="connsiteX9" fmla="*/ 610067 w 883584"/>
                  <a:gd name="connsiteY9" fmla="*/ 1562100 h 2211862"/>
                  <a:gd name="connsiteX10" fmla="*/ 794217 w 883584"/>
                  <a:gd name="connsiteY10" fmla="*/ 1031875 h 2211862"/>
                  <a:gd name="connsiteX11" fmla="*/ 876767 w 883584"/>
                  <a:gd name="connsiteY11" fmla="*/ 733425 h 2211862"/>
                  <a:gd name="connsiteX12" fmla="*/ 860892 w 883584"/>
                  <a:gd name="connsiteY12" fmla="*/ 650875 h 2211862"/>
                  <a:gd name="connsiteX13" fmla="*/ 724367 w 883584"/>
                  <a:gd name="connsiteY13" fmla="*/ 536575 h 2211862"/>
                  <a:gd name="connsiteX14" fmla="*/ 644992 w 883584"/>
                  <a:gd name="connsiteY14" fmla="*/ 320675 h 2211862"/>
                  <a:gd name="connsiteX15" fmla="*/ 587842 w 883584"/>
                  <a:gd name="connsiteY15" fmla="*/ 206375 h 2211862"/>
                  <a:gd name="connsiteX16" fmla="*/ 603717 w 883584"/>
                  <a:gd name="connsiteY16" fmla="*/ 95250 h 2211862"/>
                  <a:gd name="connsiteX17" fmla="*/ 587842 w 883584"/>
                  <a:gd name="connsiteY17" fmla="*/ 139700 h 2211862"/>
                  <a:gd name="connsiteX18" fmla="*/ 511642 w 883584"/>
                  <a:gd name="connsiteY18" fmla="*/ 0 h 2211862"/>
                  <a:gd name="connsiteX19" fmla="*/ 467192 w 883584"/>
                  <a:gd name="connsiteY19" fmla="*/ 177800 h 2211862"/>
                  <a:gd name="connsiteX20" fmla="*/ 517992 w 883584"/>
                  <a:gd name="connsiteY20" fmla="*/ 479425 h 2211862"/>
                  <a:gd name="connsiteX0" fmla="*/ 517992 w 883584"/>
                  <a:gd name="connsiteY0" fmla="*/ 622633 h 2355070"/>
                  <a:gd name="connsiteX1" fmla="*/ 470367 w 883584"/>
                  <a:gd name="connsiteY1" fmla="*/ 787733 h 2355070"/>
                  <a:gd name="connsiteX2" fmla="*/ 479892 w 883584"/>
                  <a:gd name="connsiteY2" fmla="*/ 1073483 h 2355070"/>
                  <a:gd name="connsiteX3" fmla="*/ 390992 w 883584"/>
                  <a:gd name="connsiteY3" fmla="*/ 1575133 h 2355070"/>
                  <a:gd name="connsiteX4" fmla="*/ 146517 w 883584"/>
                  <a:gd name="connsiteY4" fmla="*/ 1845008 h 2355070"/>
                  <a:gd name="connsiteX5" fmla="*/ 467 w 883584"/>
                  <a:gd name="connsiteY5" fmla="*/ 2194258 h 2355070"/>
                  <a:gd name="connsiteX6" fmla="*/ 98892 w 883584"/>
                  <a:gd name="connsiteY6" fmla="*/ 2289508 h 2355070"/>
                  <a:gd name="connsiteX7" fmla="*/ 365592 w 883584"/>
                  <a:gd name="connsiteY7" fmla="*/ 2346657 h 2355070"/>
                  <a:gd name="connsiteX8" fmla="*/ 187792 w 883584"/>
                  <a:gd name="connsiteY8" fmla="*/ 2149808 h 2355070"/>
                  <a:gd name="connsiteX9" fmla="*/ 610067 w 883584"/>
                  <a:gd name="connsiteY9" fmla="*/ 1705308 h 2355070"/>
                  <a:gd name="connsiteX10" fmla="*/ 794217 w 883584"/>
                  <a:gd name="connsiteY10" fmla="*/ 1175083 h 2355070"/>
                  <a:gd name="connsiteX11" fmla="*/ 876767 w 883584"/>
                  <a:gd name="connsiteY11" fmla="*/ 876633 h 2355070"/>
                  <a:gd name="connsiteX12" fmla="*/ 860892 w 883584"/>
                  <a:gd name="connsiteY12" fmla="*/ 794083 h 2355070"/>
                  <a:gd name="connsiteX13" fmla="*/ 724367 w 883584"/>
                  <a:gd name="connsiteY13" fmla="*/ 679783 h 2355070"/>
                  <a:gd name="connsiteX14" fmla="*/ 644992 w 883584"/>
                  <a:gd name="connsiteY14" fmla="*/ 463883 h 2355070"/>
                  <a:gd name="connsiteX15" fmla="*/ 587842 w 883584"/>
                  <a:gd name="connsiteY15" fmla="*/ 349583 h 2355070"/>
                  <a:gd name="connsiteX16" fmla="*/ 613242 w 883584"/>
                  <a:gd name="connsiteY16" fmla="*/ 333 h 2355070"/>
                  <a:gd name="connsiteX17" fmla="*/ 587842 w 883584"/>
                  <a:gd name="connsiteY17" fmla="*/ 282908 h 2355070"/>
                  <a:gd name="connsiteX18" fmla="*/ 511642 w 883584"/>
                  <a:gd name="connsiteY18" fmla="*/ 143208 h 2355070"/>
                  <a:gd name="connsiteX19" fmla="*/ 467192 w 883584"/>
                  <a:gd name="connsiteY19" fmla="*/ 321008 h 2355070"/>
                  <a:gd name="connsiteX20" fmla="*/ 517992 w 883584"/>
                  <a:gd name="connsiteY20" fmla="*/ 622633 h 2355070"/>
                  <a:gd name="connsiteX0" fmla="*/ 517992 w 883584"/>
                  <a:gd name="connsiteY0" fmla="*/ 631650 h 2364087"/>
                  <a:gd name="connsiteX1" fmla="*/ 470367 w 883584"/>
                  <a:gd name="connsiteY1" fmla="*/ 796750 h 2364087"/>
                  <a:gd name="connsiteX2" fmla="*/ 479892 w 883584"/>
                  <a:gd name="connsiteY2" fmla="*/ 1082500 h 2364087"/>
                  <a:gd name="connsiteX3" fmla="*/ 390992 w 883584"/>
                  <a:gd name="connsiteY3" fmla="*/ 1584150 h 2364087"/>
                  <a:gd name="connsiteX4" fmla="*/ 146517 w 883584"/>
                  <a:gd name="connsiteY4" fmla="*/ 1854025 h 2364087"/>
                  <a:gd name="connsiteX5" fmla="*/ 467 w 883584"/>
                  <a:gd name="connsiteY5" fmla="*/ 2203275 h 2364087"/>
                  <a:gd name="connsiteX6" fmla="*/ 98892 w 883584"/>
                  <a:gd name="connsiteY6" fmla="*/ 2298525 h 2364087"/>
                  <a:gd name="connsiteX7" fmla="*/ 365592 w 883584"/>
                  <a:gd name="connsiteY7" fmla="*/ 2355674 h 2364087"/>
                  <a:gd name="connsiteX8" fmla="*/ 187792 w 883584"/>
                  <a:gd name="connsiteY8" fmla="*/ 2158825 h 2364087"/>
                  <a:gd name="connsiteX9" fmla="*/ 610067 w 883584"/>
                  <a:gd name="connsiteY9" fmla="*/ 1714325 h 2364087"/>
                  <a:gd name="connsiteX10" fmla="*/ 794217 w 883584"/>
                  <a:gd name="connsiteY10" fmla="*/ 1184100 h 2364087"/>
                  <a:gd name="connsiteX11" fmla="*/ 876767 w 883584"/>
                  <a:gd name="connsiteY11" fmla="*/ 885650 h 2364087"/>
                  <a:gd name="connsiteX12" fmla="*/ 860892 w 883584"/>
                  <a:gd name="connsiteY12" fmla="*/ 803100 h 2364087"/>
                  <a:gd name="connsiteX13" fmla="*/ 724367 w 883584"/>
                  <a:gd name="connsiteY13" fmla="*/ 688800 h 2364087"/>
                  <a:gd name="connsiteX14" fmla="*/ 644992 w 883584"/>
                  <a:gd name="connsiteY14" fmla="*/ 472900 h 2364087"/>
                  <a:gd name="connsiteX15" fmla="*/ 587842 w 883584"/>
                  <a:gd name="connsiteY15" fmla="*/ 358600 h 2364087"/>
                  <a:gd name="connsiteX16" fmla="*/ 613242 w 883584"/>
                  <a:gd name="connsiteY16" fmla="*/ 9350 h 2364087"/>
                  <a:gd name="connsiteX17" fmla="*/ 575142 w 883584"/>
                  <a:gd name="connsiteY17" fmla="*/ 104600 h 2364087"/>
                  <a:gd name="connsiteX18" fmla="*/ 511642 w 883584"/>
                  <a:gd name="connsiteY18" fmla="*/ 152225 h 2364087"/>
                  <a:gd name="connsiteX19" fmla="*/ 467192 w 883584"/>
                  <a:gd name="connsiteY19" fmla="*/ 330025 h 2364087"/>
                  <a:gd name="connsiteX20" fmla="*/ 517992 w 883584"/>
                  <a:gd name="connsiteY20" fmla="*/ 631650 h 2364087"/>
                  <a:gd name="connsiteX0" fmla="*/ 517992 w 883584"/>
                  <a:gd name="connsiteY0" fmla="*/ 842355 h 2574792"/>
                  <a:gd name="connsiteX1" fmla="*/ 470367 w 883584"/>
                  <a:gd name="connsiteY1" fmla="*/ 1007455 h 2574792"/>
                  <a:gd name="connsiteX2" fmla="*/ 479892 w 883584"/>
                  <a:gd name="connsiteY2" fmla="*/ 1293205 h 2574792"/>
                  <a:gd name="connsiteX3" fmla="*/ 390992 w 883584"/>
                  <a:gd name="connsiteY3" fmla="*/ 1794855 h 2574792"/>
                  <a:gd name="connsiteX4" fmla="*/ 146517 w 883584"/>
                  <a:gd name="connsiteY4" fmla="*/ 2064730 h 2574792"/>
                  <a:gd name="connsiteX5" fmla="*/ 467 w 883584"/>
                  <a:gd name="connsiteY5" fmla="*/ 2413980 h 2574792"/>
                  <a:gd name="connsiteX6" fmla="*/ 98892 w 883584"/>
                  <a:gd name="connsiteY6" fmla="*/ 2509230 h 2574792"/>
                  <a:gd name="connsiteX7" fmla="*/ 365592 w 883584"/>
                  <a:gd name="connsiteY7" fmla="*/ 2566379 h 2574792"/>
                  <a:gd name="connsiteX8" fmla="*/ 187792 w 883584"/>
                  <a:gd name="connsiteY8" fmla="*/ 2369530 h 2574792"/>
                  <a:gd name="connsiteX9" fmla="*/ 610067 w 883584"/>
                  <a:gd name="connsiteY9" fmla="*/ 1925030 h 2574792"/>
                  <a:gd name="connsiteX10" fmla="*/ 794217 w 883584"/>
                  <a:gd name="connsiteY10" fmla="*/ 1394805 h 2574792"/>
                  <a:gd name="connsiteX11" fmla="*/ 876767 w 883584"/>
                  <a:gd name="connsiteY11" fmla="*/ 1096355 h 2574792"/>
                  <a:gd name="connsiteX12" fmla="*/ 860892 w 883584"/>
                  <a:gd name="connsiteY12" fmla="*/ 1013805 h 2574792"/>
                  <a:gd name="connsiteX13" fmla="*/ 724367 w 883584"/>
                  <a:gd name="connsiteY13" fmla="*/ 899505 h 2574792"/>
                  <a:gd name="connsiteX14" fmla="*/ 644992 w 883584"/>
                  <a:gd name="connsiteY14" fmla="*/ 683605 h 2574792"/>
                  <a:gd name="connsiteX15" fmla="*/ 587842 w 883584"/>
                  <a:gd name="connsiteY15" fmla="*/ 569305 h 2574792"/>
                  <a:gd name="connsiteX16" fmla="*/ 530692 w 883584"/>
                  <a:gd name="connsiteY16" fmla="*/ 4155 h 2574792"/>
                  <a:gd name="connsiteX17" fmla="*/ 575142 w 883584"/>
                  <a:gd name="connsiteY17" fmla="*/ 315305 h 2574792"/>
                  <a:gd name="connsiteX18" fmla="*/ 511642 w 883584"/>
                  <a:gd name="connsiteY18" fmla="*/ 362930 h 2574792"/>
                  <a:gd name="connsiteX19" fmla="*/ 467192 w 883584"/>
                  <a:gd name="connsiteY19" fmla="*/ 540730 h 2574792"/>
                  <a:gd name="connsiteX20" fmla="*/ 517992 w 883584"/>
                  <a:gd name="connsiteY20" fmla="*/ 842355 h 2574792"/>
                  <a:gd name="connsiteX0" fmla="*/ 517992 w 883584"/>
                  <a:gd name="connsiteY0" fmla="*/ 872664 h 2605101"/>
                  <a:gd name="connsiteX1" fmla="*/ 470367 w 883584"/>
                  <a:gd name="connsiteY1" fmla="*/ 1037764 h 2605101"/>
                  <a:gd name="connsiteX2" fmla="*/ 479892 w 883584"/>
                  <a:gd name="connsiteY2" fmla="*/ 1323514 h 2605101"/>
                  <a:gd name="connsiteX3" fmla="*/ 390992 w 883584"/>
                  <a:gd name="connsiteY3" fmla="*/ 1825164 h 2605101"/>
                  <a:gd name="connsiteX4" fmla="*/ 146517 w 883584"/>
                  <a:gd name="connsiteY4" fmla="*/ 2095039 h 2605101"/>
                  <a:gd name="connsiteX5" fmla="*/ 467 w 883584"/>
                  <a:gd name="connsiteY5" fmla="*/ 2444289 h 2605101"/>
                  <a:gd name="connsiteX6" fmla="*/ 98892 w 883584"/>
                  <a:gd name="connsiteY6" fmla="*/ 2539539 h 2605101"/>
                  <a:gd name="connsiteX7" fmla="*/ 365592 w 883584"/>
                  <a:gd name="connsiteY7" fmla="*/ 2596688 h 2605101"/>
                  <a:gd name="connsiteX8" fmla="*/ 187792 w 883584"/>
                  <a:gd name="connsiteY8" fmla="*/ 2399839 h 2605101"/>
                  <a:gd name="connsiteX9" fmla="*/ 610067 w 883584"/>
                  <a:gd name="connsiteY9" fmla="*/ 1955339 h 2605101"/>
                  <a:gd name="connsiteX10" fmla="*/ 794217 w 883584"/>
                  <a:gd name="connsiteY10" fmla="*/ 1425114 h 2605101"/>
                  <a:gd name="connsiteX11" fmla="*/ 876767 w 883584"/>
                  <a:gd name="connsiteY11" fmla="*/ 1126664 h 2605101"/>
                  <a:gd name="connsiteX12" fmla="*/ 860892 w 883584"/>
                  <a:gd name="connsiteY12" fmla="*/ 1044114 h 2605101"/>
                  <a:gd name="connsiteX13" fmla="*/ 724367 w 883584"/>
                  <a:gd name="connsiteY13" fmla="*/ 929814 h 2605101"/>
                  <a:gd name="connsiteX14" fmla="*/ 644992 w 883584"/>
                  <a:gd name="connsiteY14" fmla="*/ 713914 h 2605101"/>
                  <a:gd name="connsiteX15" fmla="*/ 587842 w 883584"/>
                  <a:gd name="connsiteY15" fmla="*/ 599614 h 2605101"/>
                  <a:gd name="connsiteX16" fmla="*/ 530692 w 883584"/>
                  <a:gd name="connsiteY16" fmla="*/ 34464 h 2605101"/>
                  <a:gd name="connsiteX17" fmla="*/ 829142 w 883584"/>
                  <a:gd name="connsiteY17" fmla="*/ 97964 h 2605101"/>
                  <a:gd name="connsiteX18" fmla="*/ 511642 w 883584"/>
                  <a:gd name="connsiteY18" fmla="*/ 393239 h 2605101"/>
                  <a:gd name="connsiteX19" fmla="*/ 467192 w 883584"/>
                  <a:gd name="connsiteY19" fmla="*/ 571039 h 2605101"/>
                  <a:gd name="connsiteX20" fmla="*/ 517992 w 883584"/>
                  <a:gd name="connsiteY20" fmla="*/ 872664 h 2605101"/>
                  <a:gd name="connsiteX0" fmla="*/ 517992 w 986848"/>
                  <a:gd name="connsiteY0" fmla="*/ 778265 h 2510702"/>
                  <a:gd name="connsiteX1" fmla="*/ 470367 w 986848"/>
                  <a:gd name="connsiteY1" fmla="*/ 943365 h 2510702"/>
                  <a:gd name="connsiteX2" fmla="*/ 479892 w 986848"/>
                  <a:gd name="connsiteY2" fmla="*/ 1229115 h 2510702"/>
                  <a:gd name="connsiteX3" fmla="*/ 390992 w 986848"/>
                  <a:gd name="connsiteY3" fmla="*/ 1730765 h 2510702"/>
                  <a:gd name="connsiteX4" fmla="*/ 146517 w 986848"/>
                  <a:gd name="connsiteY4" fmla="*/ 2000640 h 2510702"/>
                  <a:gd name="connsiteX5" fmla="*/ 467 w 986848"/>
                  <a:gd name="connsiteY5" fmla="*/ 2349890 h 2510702"/>
                  <a:gd name="connsiteX6" fmla="*/ 98892 w 986848"/>
                  <a:gd name="connsiteY6" fmla="*/ 2445140 h 2510702"/>
                  <a:gd name="connsiteX7" fmla="*/ 365592 w 986848"/>
                  <a:gd name="connsiteY7" fmla="*/ 2502289 h 2510702"/>
                  <a:gd name="connsiteX8" fmla="*/ 187792 w 986848"/>
                  <a:gd name="connsiteY8" fmla="*/ 2305440 h 2510702"/>
                  <a:gd name="connsiteX9" fmla="*/ 610067 w 986848"/>
                  <a:gd name="connsiteY9" fmla="*/ 1860940 h 2510702"/>
                  <a:gd name="connsiteX10" fmla="*/ 794217 w 986848"/>
                  <a:gd name="connsiteY10" fmla="*/ 1330715 h 2510702"/>
                  <a:gd name="connsiteX11" fmla="*/ 876767 w 986848"/>
                  <a:gd name="connsiteY11" fmla="*/ 1032265 h 2510702"/>
                  <a:gd name="connsiteX12" fmla="*/ 860892 w 986848"/>
                  <a:gd name="connsiteY12" fmla="*/ 949715 h 2510702"/>
                  <a:gd name="connsiteX13" fmla="*/ 724367 w 986848"/>
                  <a:gd name="connsiteY13" fmla="*/ 835415 h 2510702"/>
                  <a:gd name="connsiteX14" fmla="*/ 644992 w 986848"/>
                  <a:gd name="connsiteY14" fmla="*/ 619515 h 2510702"/>
                  <a:gd name="connsiteX15" fmla="*/ 587842 w 986848"/>
                  <a:gd name="connsiteY15" fmla="*/ 505215 h 2510702"/>
                  <a:gd name="connsiteX16" fmla="*/ 978367 w 986848"/>
                  <a:gd name="connsiteY16" fmla="*/ 159140 h 2510702"/>
                  <a:gd name="connsiteX17" fmla="*/ 829142 w 986848"/>
                  <a:gd name="connsiteY17" fmla="*/ 3565 h 2510702"/>
                  <a:gd name="connsiteX18" fmla="*/ 511642 w 986848"/>
                  <a:gd name="connsiteY18" fmla="*/ 298840 h 2510702"/>
                  <a:gd name="connsiteX19" fmla="*/ 467192 w 986848"/>
                  <a:gd name="connsiteY19" fmla="*/ 476640 h 2510702"/>
                  <a:gd name="connsiteX20" fmla="*/ 517992 w 986848"/>
                  <a:gd name="connsiteY20" fmla="*/ 778265 h 2510702"/>
                  <a:gd name="connsiteX0" fmla="*/ 517992 w 978373"/>
                  <a:gd name="connsiteY0" fmla="*/ 652154 h 2384591"/>
                  <a:gd name="connsiteX1" fmla="*/ 470367 w 978373"/>
                  <a:gd name="connsiteY1" fmla="*/ 817254 h 2384591"/>
                  <a:gd name="connsiteX2" fmla="*/ 479892 w 978373"/>
                  <a:gd name="connsiteY2" fmla="*/ 1103004 h 2384591"/>
                  <a:gd name="connsiteX3" fmla="*/ 390992 w 978373"/>
                  <a:gd name="connsiteY3" fmla="*/ 1604654 h 2384591"/>
                  <a:gd name="connsiteX4" fmla="*/ 146517 w 978373"/>
                  <a:gd name="connsiteY4" fmla="*/ 1874529 h 2384591"/>
                  <a:gd name="connsiteX5" fmla="*/ 467 w 978373"/>
                  <a:gd name="connsiteY5" fmla="*/ 2223779 h 2384591"/>
                  <a:gd name="connsiteX6" fmla="*/ 98892 w 978373"/>
                  <a:gd name="connsiteY6" fmla="*/ 2319029 h 2384591"/>
                  <a:gd name="connsiteX7" fmla="*/ 365592 w 978373"/>
                  <a:gd name="connsiteY7" fmla="*/ 2376178 h 2384591"/>
                  <a:gd name="connsiteX8" fmla="*/ 187792 w 978373"/>
                  <a:gd name="connsiteY8" fmla="*/ 2179329 h 2384591"/>
                  <a:gd name="connsiteX9" fmla="*/ 610067 w 978373"/>
                  <a:gd name="connsiteY9" fmla="*/ 1734829 h 2384591"/>
                  <a:gd name="connsiteX10" fmla="*/ 794217 w 978373"/>
                  <a:gd name="connsiteY10" fmla="*/ 1204604 h 2384591"/>
                  <a:gd name="connsiteX11" fmla="*/ 876767 w 978373"/>
                  <a:gd name="connsiteY11" fmla="*/ 906154 h 2384591"/>
                  <a:gd name="connsiteX12" fmla="*/ 860892 w 978373"/>
                  <a:gd name="connsiteY12" fmla="*/ 823604 h 2384591"/>
                  <a:gd name="connsiteX13" fmla="*/ 724367 w 978373"/>
                  <a:gd name="connsiteY13" fmla="*/ 709304 h 2384591"/>
                  <a:gd name="connsiteX14" fmla="*/ 644992 w 978373"/>
                  <a:gd name="connsiteY14" fmla="*/ 493404 h 2384591"/>
                  <a:gd name="connsiteX15" fmla="*/ 587842 w 978373"/>
                  <a:gd name="connsiteY15" fmla="*/ 379104 h 2384591"/>
                  <a:gd name="connsiteX16" fmla="*/ 978367 w 978373"/>
                  <a:gd name="connsiteY16" fmla="*/ 33029 h 2384591"/>
                  <a:gd name="connsiteX17" fmla="*/ 597367 w 978373"/>
                  <a:gd name="connsiteY17" fmla="*/ 29854 h 2384591"/>
                  <a:gd name="connsiteX18" fmla="*/ 511642 w 978373"/>
                  <a:gd name="connsiteY18" fmla="*/ 172729 h 2384591"/>
                  <a:gd name="connsiteX19" fmla="*/ 467192 w 978373"/>
                  <a:gd name="connsiteY19" fmla="*/ 350529 h 2384591"/>
                  <a:gd name="connsiteX20" fmla="*/ 517992 w 978373"/>
                  <a:gd name="connsiteY20" fmla="*/ 652154 h 2384591"/>
                  <a:gd name="connsiteX0" fmla="*/ 517992 w 883584"/>
                  <a:gd name="connsiteY0" fmla="*/ 950381 h 2682818"/>
                  <a:gd name="connsiteX1" fmla="*/ 470367 w 883584"/>
                  <a:gd name="connsiteY1" fmla="*/ 1115481 h 2682818"/>
                  <a:gd name="connsiteX2" fmla="*/ 479892 w 883584"/>
                  <a:gd name="connsiteY2" fmla="*/ 1401231 h 2682818"/>
                  <a:gd name="connsiteX3" fmla="*/ 390992 w 883584"/>
                  <a:gd name="connsiteY3" fmla="*/ 1902881 h 2682818"/>
                  <a:gd name="connsiteX4" fmla="*/ 146517 w 883584"/>
                  <a:gd name="connsiteY4" fmla="*/ 2172756 h 2682818"/>
                  <a:gd name="connsiteX5" fmla="*/ 467 w 883584"/>
                  <a:gd name="connsiteY5" fmla="*/ 2522006 h 2682818"/>
                  <a:gd name="connsiteX6" fmla="*/ 98892 w 883584"/>
                  <a:gd name="connsiteY6" fmla="*/ 2617256 h 2682818"/>
                  <a:gd name="connsiteX7" fmla="*/ 365592 w 883584"/>
                  <a:gd name="connsiteY7" fmla="*/ 2674405 h 2682818"/>
                  <a:gd name="connsiteX8" fmla="*/ 187792 w 883584"/>
                  <a:gd name="connsiteY8" fmla="*/ 2477556 h 2682818"/>
                  <a:gd name="connsiteX9" fmla="*/ 610067 w 883584"/>
                  <a:gd name="connsiteY9" fmla="*/ 2033056 h 2682818"/>
                  <a:gd name="connsiteX10" fmla="*/ 794217 w 883584"/>
                  <a:gd name="connsiteY10" fmla="*/ 1502831 h 2682818"/>
                  <a:gd name="connsiteX11" fmla="*/ 876767 w 883584"/>
                  <a:gd name="connsiteY11" fmla="*/ 1204381 h 2682818"/>
                  <a:gd name="connsiteX12" fmla="*/ 860892 w 883584"/>
                  <a:gd name="connsiteY12" fmla="*/ 1121831 h 2682818"/>
                  <a:gd name="connsiteX13" fmla="*/ 724367 w 883584"/>
                  <a:gd name="connsiteY13" fmla="*/ 1007531 h 2682818"/>
                  <a:gd name="connsiteX14" fmla="*/ 644992 w 883584"/>
                  <a:gd name="connsiteY14" fmla="*/ 791631 h 2682818"/>
                  <a:gd name="connsiteX15" fmla="*/ 587842 w 883584"/>
                  <a:gd name="connsiteY15" fmla="*/ 677331 h 2682818"/>
                  <a:gd name="connsiteX16" fmla="*/ 587842 w 883584"/>
                  <a:gd name="connsiteY16" fmla="*/ 7406 h 2682818"/>
                  <a:gd name="connsiteX17" fmla="*/ 597367 w 883584"/>
                  <a:gd name="connsiteY17" fmla="*/ 328081 h 2682818"/>
                  <a:gd name="connsiteX18" fmla="*/ 511642 w 883584"/>
                  <a:gd name="connsiteY18" fmla="*/ 470956 h 2682818"/>
                  <a:gd name="connsiteX19" fmla="*/ 467192 w 883584"/>
                  <a:gd name="connsiteY19" fmla="*/ 648756 h 2682818"/>
                  <a:gd name="connsiteX20" fmla="*/ 517992 w 883584"/>
                  <a:gd name="connsiteY20" fmla="*/ 950381 h 2682818"/>
                  <a:gd name="connsiteX0" fmla="*/ 517992 w 883584"/>
                  <a:gd name="connsiteY0" fmla="*/ 949937 h 2682374"/>
                  <a:gd name="connsiteX1" fmla="*/ 470367 w 883584"/>
                  <a:gd name="connsiteY1" fmla="*/ 1115037 h 2682374"/>
                  <a:gd name="connsiteX2" fmla="*/ 479892 w 883584"/>
                  <a:gd name="connsiteY2" fmla="*/ 1400787 h 2682374"/>
                  <a:gd name="connsiteX3" fmla="*/ 390992 w 883584"/>
                  <a:gd name="connsiteY3" fmla="*/ 1902437 h 2682374"/>
                  <a:gd name="connsiteX4" fmla="*/ 146517 w 883584"/>
                  <a:gd name="connsiteY4" fmla="*/ 2172312 h 2682374"/>
                  <a:gd name="connsiteX5" fmla="*/ 467 w 883584"/>
                  <a:gd name="connsiteY5" fmla="*/ 2521562 h 2682374"/>
                  <a:gd name="connsiteX6" fmla="*/ 98892 w 883584"/>
                  <a:gd name="connsiteY6" fmla="*/ 2616812 h 2682374"/>
                  <a:gd name="connsiteX7" fmla="*/ 365592 w 883584"/>
                  <a:gd name="connsiteY7" fmla="*/ 2673961 h 2682374"/>
                  <a:gd name="connsiteX8" fmla="*/ 187792 w 883584"/>
                  <a:gd name="connsiteY8" fmla="*/ 2477112 h 2682374"/>
                  <a:gd name="connsiteX9" fmla="*/ 610067 w 883584"/>
                  <a:gd name="connsiteY9" fmla="*/ 2032612 h 2682374"/>
                  <a:gd name="connsiteX10" fmla="*/ 794217 w 883584"/>
                  <a:gd name="connsiteY10" fmla="*/ 1502387 h 2682374"/>
                  <a:gd name="connsiteX11" fmla="*/ 876767 w 883584"/>
                  <a:gd name="connsiteY11" fmla="*/ 1203937 h 2682374"/>
                  <a:gd name="connsiteX12" fmla="*/ 860892 w 883584"/>
                  <a:gd name="connsiteY12" fmla="*/ 1121387 h 2682374"/>
                  <a:gd name="connsiteX13" fmla="*/ 724367 w 883584"/>
                  <a:gd name="connsiteY13" fmla="*/ 1007087 h 2682374"/>
                  <a:gd name="connsiteX14" fmla="*/ 644992 w 883584"/>
                  <a:gd name="connsiteY14" fmla="*/ 791187 h 2682374"/>
                  <a:gd name="connsiteX15" fmla="*/ 587842 w 883584"/>
                  <a:gd name="connsiteY15" fmla="*/ 676887 h 2682374"/>
                  <a:gd name="connsiteX16" fmla="*/ 587842 w 883584"/>
                  <a:gd name="connsiteY16" fmla="*/ 6962 h 2682374"/>
                  <a:gd name="connsiteX17" fmla="*/ 597367 w 883584"/>
                  <a:gd name="connsiteY17" fmla="*/ 327637 h 2682374"/>
                  <a:gd name="connsiteX18" fmla="*/ 603719 w 883584"/>
                  <a:gd name="connsiteY18" fmla="*/ 333989 h 2682374"/>
                  <a:gd name="connsiteX19" fmla="*/ 511642 w 883584"/>
                  <a:gd name="connsiteY19" fmla="*/ 470512 h 2682374"/>
                  <a:gd name="connsiteX20" fmla="*/ 467192 w 883584"/>
                  <a:gd name="connsiteY20" fmla="*/ 648312 h 2682374"/>
                  <a:gd name="connsiteX21" fmla="*/ 517992 w 883584"/>
                  <a:gd name="connsiteY21" fmla="*/ 949937 h 2682374"/>
                  <a:gd name="connsiteX0" fmla="*/ 517992 w 883584"/>
                  <a:gd name="connsiteY0" fmla="*/ 949937 h 2682374"/>
                  <a:gd name="connsiteX1" fmla="*/ 470367 w 883584"/>
                  <a:gd name="connsiteY1" fmla="*/ 1115037 h 2682374"/>
                  <a:gd name="connsiteX2" fmla="*/ 479892 w 883584"/>
                  <a:gd name="connsiteY2" fmla="*/ 1400787 h 2682374"/>
                  <a:gd name="connsiteX3" fmla="*/ 390992 w 883584"/>
                  <a:gd name="connsiteY3" fmla="*/ 1902437 h 2682374"/>
                  <a:gd name="connsiteX4" fmla="*/ 146517 w 883584"/>
                  <a:gd name="connsiteY4" fmla="*/ 2172312 h 2682374"/>
                  <a:gd name="connsiteX5" fmla="*/ 467 w 883584"/>
                  <a:gd name="connsiteY5" fmla="*/ 2521562 h 2682374"/>
                  <a:gd name="connsiteX6" fmla="*/ 98892 w 883584"/>
                  <a:gd name="connsiteY6" fmla="*/ 2616812 h 2682374"/>
                  <a:gd name="connsiteX7" fmla="*/ 365592 w 883584"/>
                  <a:gd name="connsiteY7" fmla="*/ 2673961 h 2682374"/>
                  <a:gd name="connsiteX8" fmla="*/ 187792 w 883584"/>
                  <a:gd name="connsiteY8" fmla="*/ 2477112 h 2682374"/>
                  <a:gd name="connsiteX9" fmla="*/ 610067 w 883584"/>
                  <a:gd name="connsiteY9" fmla="*/ 2032612 h 2682374"/>
                  <a:gd name="connsiteX10" fmla="*/ 794217 w 883584"/>
                  <a:gd name="connsiteY10" fmla="*/ 1502387 h 2682374"/>
                  <a:gd name="connsiteX11" fmla="*/ 876767 w 883584"/>
                  <a:gd name="connsiteY11" fmla="*/ 1203937 h 2682374"/>
                  <a:gd name="connsiteX12" fmla="*/ 860892 w 883584"/>
                  <a:gd name="connsiteY12" fmla="*/ 1121387 h 2682374"/>
                  <a:gd name="connsiteX13" fmla="*/ 724367 w 883584"/>
                  <a:gd name="connsiteY13" fmla="*/ 1007087 h 2682374"/>
                  <a:gd name="connsiteX14" fmla="*/ 644992 w 883584"/>
                  <a:gd name="connsiteY14" fmla="*/ 791187 h 2682374"/>
                  <a:gd name="connsiteX15" fmla="*/ 587842 w 883584"/>
                  <a:gd name="connsiteY15" fmla="*/ 676887 h 2682374"/>
                  <a:gd name="connsiteX16" fmla="*/ 587842 w 883584"/>
                  <a:gd name="connsiteY16" fmla="*/ 6962 h 2682374"/>
                  <a:gd name="connsiteX17" fmla="*/ 597367 w 883584"/>
                  <a:gd name="connsiteY17" fmla="*/ 327637 h 2682374"/>
                  <a:gd name="connsiteX18" fmla="*/ 603719 w 883584"/>
                  <a:gd name="connsiteY18" fmla="*/ 333989 h 2682374"/>
                  <a:gd name="connsiteX19" fmla="*/ 600544 w 883584"/>
                  <a:gd name="connsiteY19" fmla="*/ 340339 h 2682374"/>
                  <a:gd name="connsiteX20" fmla="*/ 511642 w 883584"/>
                  <a:gd name="connsiteY20" fmla="*/ 470512 h 2682374"/>
                  <a:gd name="connsiteX21" fmla="*/ 467192 w 883584"/>
                  <a:gd name="connsiteY21" fmla="*/ 648312 h 2682374"/>
                  <a:gd name="connsiteX22" fmla="*/ 517992 w 883584"/>
                  <a:gd name="connsiteY22" fmla="*/ 949937 h 2682374"/>
                  <a:gd name="connsiteX0" fmla="*/ 517992 w 883584"/>
                  <a:gd name="connsiteY0" fmla="*/ 963028 h 2695465"/>
                  <a:gd name="connsiteX1" fmla="*/ 470367 w 883584"/>
                  <a:gd name="connsiteY1" fmla="*/ 1128128 h 2695465"/>
                  <a:gd name="connsiteX2" fmla="*/ 479892 w 883584"/>
                  <a:gd name="connsiteY2" fmla="*/ 1413878 h 2695465"/>
                  <a:gd name="connsiteX3" fmla="*/ 390992 w 883584"/>
                  <a:gd name="connsiteY3" fmla="*/ 1915528 h 2695465"/>
                  <a:gd name="connsiteX4" fmla="*/ 146517 w 883584"/>
                  <a:gd name="connsiteY4" fmla="*/ 2185403 h 2695465"/>
                  <a:gd name="connsiteX5" fmla="*/ 467 w 883584"/>
                  <a:gd name="connsiteY5" fmla="*/ 2534653 h 2695465"/>
                  <a:gd name="connsiteX6" fmla="*/ 98892 w 883584"/>
                  <a:gd name="connsiteY6" fmla="*/ 2629903 h 2695465"/>
                  <a:gd name="connsiteX7" fmla="*/ 365592 w 883584"/>
                  <a:gd name="connsiteY7" fmla="*/ 2687052 h 2695465"/>
                  <a:gd name="connsiteX8" fmla="*/ 187792 w 883584"/>
                  <a:gd name="connsiteY8" fmla="*/ 2490203 h 2695465"/>
                  <a:gd name="connsiteX9" fmla="*/ 610067 w 883584"/>
                  <a:gd name="connsiteY9" fmla="*/ 2045703 h 2695465"/>
                  <a:gd name="connsiteX10" fmla="*/ 794217 w 883584"/>
                  <a:gd name="connsiteY10" fmla="*/ 1515478 h 2695465"/>
                  <a:gd name="connsiteX11" fmla="*/ 876767 w 883584"/>
                  <a:gd name="connsiteY11" fmla="*/ 1217028 h 2695465"/>
                  <a:gd name="connsiteX12" fmla="*/ 860892 w 883584"/>
                  <a:gd name="connsiteY12" fmla="*/ 1134478 h 2695465"/>
                  <a:gd name="connsiteX13" fmla="*/ 724367 w 883584"/>
                  <a:gd name="connsiteY13" fmla="*/ 1020178 h 2695465"/>
                  <a:gd name="connsiteX14" fmla="*/ 644992 w 883584"/>
                  <a:gd name="connsiteY14" fmla="*/ 804278 h 2695465"/>
                  <a:gd name="connsiteX15" fmla="*/ 587842 w 883584"/>
                  <a:gd name="connsiteY15" fmla="*/ 689978 h 2695465"/>
                  <a:gd name="connsiteX16" fmla="*/ 587842 w 883584"/>
                  <a:gd name="connsiteY16" fmla="*/ 20053 h 2695465"/>
                  <a:gd name="connsiteX17" fmla="*/ 597367 w 883584"/>
                  <a:gd name="connsiteY17" fmla="*/ 340728 h 2695465"/>
                  <a:gd name="connsiteX18" fmla="*/ 603719 w 883584"/>
                  <a:gd name="connsiteY18" fmla="*/ 347080 h 2695465"/>
                  <a:gd name="connsiteX19" fmla="*/ 762469 w 883584"/>
                  <a:gd name="connsiteY19" fmla="*/ 1005 h 2695465"/>
                  <a:gd name="connsiteX20" fmla="*/ 511642 w 883584"/>
                  <a:gd name="connsiteY20" fmla="*/ 483603 h 2695465"/>
                  <a:gd name="connsiteX21" fmla="*/ 467192 w 883584"/>
                  <a:gd name="connsiteY21" fmla="*/ 661403 h 2695465"/>
                  <a:gd name="connsiteX22" fmla="*/ 517992 w 883584"/>
                  <a:gd name="connsiteY22" fmla="*/ 963028 h 2695465"/>
                  <a:gd name="connsiteX0" fmla="*/ 517992 w 927570"/>
                  <a:gd name="connsiteY0" fmla="*/ 962974 h 2695411"/>
                  <a:gd name="connsiteX1" fmla="*/ 470367 w 927570"/>
                  <a:gd name="connsiteY1" fmla="*/ 1128074 h 2695411"/>
                  <a:gd name="connsiteX2" fmla="*/ 479892 w 927570"/>
                  <a:gd name="connsiteY2" fmla="*/ 1413824 h 2695411"/>
                  <a:gd name="connsiteX3" fmla="*/ 390992 w 927570"/>
                  <a:gd name="connsiteY3" fmla="*/ 1915474 h 2695411"/>
                  <a:gd name="connsiteX4" fmla="*/ 146517 w 927570"/>
                  <a:gd name="connsiteY4" fmla="*/ 2185349 h 2695411"/>
                  <a:gd name="connsiteX5" fmla="*/ 467 w 927570"/>
                  <a:gd name="connsiteY5" fmla="*/ 2534599 h 2695411"/>
                  <a:gd name="connsiteX6" fmla="*/ 98892 w 927570"/>
                  <a:gd name="connsiteY6" fmla="*/ 2629849 h 2695411"/>
                  <a:gd name="connsiteX7" fmla="*/ 365592 w 927570"/>
                  <a:gd name="connsiteY7" fmla="*/ 2686998 h 2695411"/>
                  <a:gd name="connsiteX8" fmla="*/ 187792 w 927570"/>
                  <a:gd name="connsiteY8" fmla="*/ 2490149 h 2695411"/>
                  <a:gd name="connsiteX9" fmla="*/ 610067 w 927570"/>
                  <a:gd name="connsiteY9" fmla="*/ 2045649 h 2695411"/>
                  <a:gd name="connsiteX10" fmla="*/ 794217 w 927570"/>
                  <a:gd name="connsiteY10" fmla="*/ 1515424 h 2695411"/>
                  <a:gd name="connsiteX11" fmla="*/ 876767 w 927570"/>
                  <a:gd name="connsiteY11" fmla="*/ 1216974 h 2695411"/>
                  <a:gd name="connsiteX12" fmla="*/ 860892 w 927570"/>
                  <a:gd name="connsiteY12" fmla="*/ 1134424 h 2695411"/>
                  <a:gd name="connsiteX13" fmla="*/ 724367 w 927570"/>
                  <a:gd name="connsiteY13" fmla="*/ 1020124 h 2695411"/>
                  <a:gd name="connsiteX14" fmla="*/ 644992 w 927570"/>
                  <a:gd name="connsiteY14" fmla="*/ 804224 h 2695411"/>
                  <a:gd name="connsiteX15" fmla="*/ 587842 w 927570"/>
                  <a:gd name="connsiteY15" fmla="*/ 689924 h 2695411"/>
                  <a:gd name="connsiteX16" fmla="*/ 587842 w 927570"/>
                  <a:gd name="connsiteY16" fmla="*/ 19999 h 2695411"/>
                  <a:gd name="connsiteX17" fmla="*/ 597367 w 927570"/>
                  <a:gd name="connsiteY17" fmla="*/ 340674 h 2695411"/>
                  <a:gd name="connsiteX18" fmla="*/ 927569 w 927570"/>
                  <a:gd name="connsiteY18" fmla="*/ 369251 h 2695411"/>
                  <a:gd name="connsiteX19" fmla="*/ 762469 w 927570"/>
                  <a:gd name="connsiteY19" fmla="*/ 951 h 2695411"/>
                  <a:gd name="connsiteX20" fmla="*/ 511642 w 927570"/>
                  <a:gd name="connsiteY20" fmla="*/ 483549 h 2695411"/>
                  <a:gd name="connsiteX21" fmla="*/ 467192 w 927570"/>
                  <a:gd name="connsiteY21" fmla="*/ 661349 h 2695411"/>
                  <a:gd name="connsiteX22" fmla="*/ 517992 w 927570"/>
                  <a:gd name="connsiteY22" fmla="*/ 962974 h 2695411"/>
                  <a:gd name="connsiteX0" fmla="*/ 517992 w 927872"/>
                  <a:gd name="connsiteY0" fmla="*/ 962974 h 2695411"/>
                  <a:gd name="connsiteX1" fmla="*/ 470367 w 927872"/>
                  <a:gd name="connsiteY1" fmla="*/ 1128074 h 2695411"/>
                  <a:gd name="connsiteX2" fmla="*/ 479892 w 927872"/>
                  <a:gd name="connsiteY2" fmla="*/ 1413824 h 2695411"/>
                  <a:gd name="connsiteX3" fmla="*/ 390992 w 927872"/>
                  <a:gd name="connsiteY3" fmla="*/ 1915474 h 2695411"/>
                  <a:gd name="connsiteX4" fmla="*/ 146517 w 927872"/>
                  <a:gd name="connsiteY4" fmla="*/ 2185349 h 2695411"/>
                  <a:gd name="connsiteX5" fmla="*/ 467 w 927872"/>
                  <a:gd name="connsiteY5" fmla="*/ 2534599 h 2695411"/>
                  <a:gd name="connsiteX6" fmla="*/ 98892 w 927872"/>
                  <a:gd name="connsiteY6" fmla="*/ 2629849 h 2695411"/>
                  <a:gd name="connsiteX7" fmla="*/ 365592 w 927872"/>
                  <a:gd name="connsiteY7" fmla="*/ 2686998 h 2695411"/>
                  <a:gd name="connsiteX8" fmla="*/ 187792 w 927872"/>
                  <a:gd name="connsiteY8" fmla="*/ 2490149 h 2695411"/>
                  <a:gd name="connsiteX9" fmla="*/ 610067 w 927872"/>
                  <a:gd name="connsiteY9" fmla="*/ 2045649 h 2695411"/>
                  <a:gd name="connsiteX10" fmla="*/ 794217 w 927872"/>
                  <a:gd name="connsiteY10" fmla="*/ 1515424 h 2695411"/>
                  <a:gd name="connsiteX11" fmla="*/ 876767 w 927872"/>
                  <a:gd name="connsiteY11" fmla="*/ 1216974 h 2695411"/>
                  <a:gd name="connsiteX12" fmla="*/ 860892 w 927872"/>
                  <a:gd name="connsiteY12" fmla="*/ 1134424 h 2695411"/>
                  <a:gd name="connsiteX13" fmla="*/ 724367 w 927872"/>
                  <a:gd name="connsiteY13" fmla="*/ 1020124 h 2695411"/>
                  <a:gd name="connsiteX14" fmla="*/ 644992 w 927872"/>
                  <a:gd name="connsiteY14" fmla="*/ 804224 h 2695411"/>
                  <a:gd name="connsiteX15" fmla="*/ 587842 w 927872"/>
                  <a:gd name="connsiteY15" fmla="*/ 689924 h 2695411"/>
                  <a:gd name="connsiteX16" fmla="*/ 587842 w 927872"/>
                  <a:gd name="connsiteY16" fmla="*/ 19999 h 2695411"/>
                  <a:gd name="connsiteX17" fmla="*/ 879942 w 927872"/>
                  <a:gd name="connsiteY17" fmla="*/ 562924 h 2695411"/>
                  <a:gd name="connsiteX18" fmla="*/ 927569 w 927872"/>
                  <a:gd name="connsiteY18" fmla="*/ 369251 h 2695411"/>
                  <a:gd name="connsiteX19" fmla="*/ 762469 w 927872"/>
                  <a:gd name="connsiteY19" fmla="*/ 951 h 2695411"/>
                  <a:gd name="connsiteX20" fmla="*/ 511642 w 927872"/>
                  <a:gd name="connsiteY20" fmla="*/ 483549 h 2695411"/>
                  <a:gd name="connsiteX21" fmla="*/ 467192 w 927872"/>
                  <a:gd name="connsiteY21" fmla="*/ 661349 h 2695411"/>
                  <a:gd name="connsiteX22" fmla="*/ 517992 w 927872"/>
                  <a:gd name="connsiteY22" fmla="*/ 962974 h 2695411"/>
                  <a:gd name="connsiteX0" fmla="*/ 517992 w 927570"/>
                  <a:gd name="connsiteY0" fmla="*/ 962974 h 2695411"/>
                  <a:gd name="connsiteX1" fmla="*/ 470367 w 927570"/>
                  <a:gd name="connsiteY1" fmla="*/ 1128074 h 2695411"/>
                  <a:gd name="connsiteX2" fmla="*/ 479892 w 927570"/>
                  <a:gd name="connsiteY2" fmla="*/ 1413824 h 2695411"/>
                  <a:gd name="connsiteX3" fmla="*/ 390992 w 927570"/>
                  <a:gd name="connsiteY3" fmla="*/ 1915474 h 2695411"/>
                  <a:gd name="connsiteX4" fmla="*/ 146517 w 927570"/>
                  <a:gd name="connsiteY4" fmla="*/ 2185349 h 2695411"/>
                  <a:gd name="connsiteX5" fmla="*/ 467 w 927570"/>
                  <a:gd name="connsiteY5" fmla="*/ 2534599 h 2695411"/>
                  <a:gd name="connsiteX6" fmla="*/ 98892 w 927570"/>
                  <a:gd name="connsiteY6" fmla="*/ 2629849 h 2695411"/>
                  <a:gd name="connsiteX7" fmla="*/ 365592 w 927570"/>
                  <a:gd name="connsiteY7" fmla="*/ 2686998 h 2695411"/>
                  <a:gd name="connsiteX8" fmla="*/ 187792 w 927570"/>
                  <a:gd name="connsiteY8" fmla="*/ 2490149 h 2695411"/>
                  <a:gd name="connsiteX9" fmla="*/ 610067 w 927570"/>
                  <a:gd name="connsiteY9" fmla="*/ 2045649 h 2695411"/>
                  <a:gd name="connsiteX10" fmla="*/ 794217 w 927570"/>
                  <a:gd name="connsiteY10" fmla="*/ 1515424 h 2695411"/>
                  <a:gd name="connsiteX11" fmla="*/ 876767 w 927570"/>
                  <a:gd name="connsiteY11" fmla="*/ 1216974 h 2695411"/>
                  <a:gd name="connsiteX12" fmla="*/ 860892 w 927570"/>
                  <a:gd name="connsiteY12" fmla="*/ 1134424 h 2695411"/>
                  <a:gd name="connsiteX13" fmla="*/ 724367 w 927570"/>
                  <a:gd name="connsiteY13" fmla="*/ 1020124 h 2695411"/>
                  <a:gd name="connsiteX14" fmla="*/ 644992 w 927570"/>
                  <a:gd name="connsiteY14" fmla="*/ 804224 h 2695411"/>
                  <a:gd name="connsiteX15" fmla="*/ 587842 w 927570"/>
                  <a:gd name="connsiteY15" fmla="*/ 689924 h 2695411"/>
                  <a:gd name="connsiteX16" fmla="*/ 898992 w 927570"/>
                  <a:gd name="connsiteY16" fmla="*/ 785174 h 2695411"/>
                  <a:gd name="connsiteX17" fmla="*/ 879942 w 927570"/>
                  <a:gd name="connsiteY17" fmla="*/ 562924 h 2695411"/>
                  <a:gd name="connsiteX18" fmla="*/ 927569 w 927570"/>
                  <a:gd name="connsiteY18" fmla="*/ 369251 h 2695411"/>
                  <a:gd name="connsiteX19" fmla="*/ 762469 w 927570"/>
                  <a:gd name="connsiteY19" fmla="*/ 951 h 2695411"/>
                  <a:gd name="connsiteX20" fmla="*/ 511642 w 927570"/>
                  <a:gd name="connsiteY20" fmla="*/ 483549 h 2695411"/>
                  <a:gd name="connsiteX21" fmla="*/ 467192 w 927570"/>
                  <a:gd name="connsiteY21" fmla="*/ 661349 h 2695411"/>
                  <a:gd name="connsiteX22" fmla="*/ 517992 w 927570"/>
                  <a:gd name="connsiteY22" fmla="*/ 962974 h 2695411"/>
                  <a:gd name="connsiteX0" fmla="*/ 517992 w 927569"/>
                  <a:gd name="connsiteY0" fmla="*/ 622174 h 2354611"/>
                  <a:gd name="connsiteX1" fmla="*/ 470367 w 927569"/>
                  <a:gd name="connsiteY1" fmla="*/ 787274 h 2354611"/>
                  <a:gd name="connsiteX2" fmla="*/ 479892 w 927569"/>
                  <a:gd name="connsiteY2" fmla="*/ 1073024 h 2354611"/>
                  <a:gd name="connsiteX3" fmla="*/ 390992 w 927569"/>
                  <a:gd name="connsiteY3" fmla="*/ 1574674 h 2354611"/>
                  <a:gd name="connsiteX4" fmla="*/ 146517 w 927569"/>
                  <a:gd name="connsiteY4" fmla="*/ 1844549 h 2354611"/>
                  <a:gd name="connsiteX5" fmla="*/ 467 w 927569"/>
                  <a:gd name="connsiteY5" fmla="*/ 2193799 h 2354611"/>
                  <a:gd name="connsiteX6" fmla="*/ 98892 w 927569"/>
                  <a:gd name="connsiteY6" fmla="*/ 2289049 h 2354611"/>
                  <a:gd name="connsiteX7" fmla="*/ 365592 w 927569"/>
                  <a:gd name="connsiteY7" fmla="*/ 2346198 h 2354611"/>
                  <a:gd name="connsiteX8" fmla="*/ 187792 w 927569"/>
                  <a:gd name="connsiteY8" fmla="*/ 2149349 h 2354611"/>
                  <a:gd name="connsiteX9" fmla="*/ 610067 w 927569"/>
                  <a:gd name="connsiteY9" fmla="*/ 1704849 h 2354611"/>
                  <a:gd name="connsiteX10" fmla="*/ 794217 w 927569"/>
                  <a:gd name="connsiteY10" fmla="*/ 1174624 h 2354611"/>
                  <a:gd name="connsiteX11" fmla="*/ 876767 w 927569"/>
                  <a:gd name="connsiteY11" fmla="*/ 876174 h 2354611"/>
                  <a:gd name="connsiteX12" fmla="*/ 860892 w 927569"/>
                  <a:gd name="connsiteY12" fmla="*/ 793624 h 2354611"/>
                  <a:gd name="connsiteX13" fmla="*/ 724367 w 927569"/>
                  <a:gd name="connsiteY13" fmla="*/ 679324 h 2354611"/>
                  <a:gd name="connsiteX14" fmla="*/ 644992 w 927569"/>
                  <a:gd name="connsiteY14" fmla="*/ 463424 h 2354611"/>
                  <a:gd name="connsiteX15" fmla="*/ 587842 w 927569"/>
                  <a:gd name="connsiteY15" fmla="*/ 349124 h 2354611"/>
                  <a:gd name="connsiteX16" fmla="*/ 898992 w 927569"/>
                  <a:gd name="connsiteY16" fmla="*/ 444374 h 2354611"/>
                  <a:gd name="connsiteX17" fmla="*/ 879942 w 927569"/>
                  <a:gd name="connsiteY17" fmla="*/ 222124 h 2354611"/>
                  <a:gd name="connsiteX18" fmla="*/ 927569 w 927569"/>
                  <a:gd name="connsiteY18" fmla="*/ 28451 h 2354611"/>
                  <a:gd name="connsiteX19" fmla="*/ 613244 w 927569"/>
                  <a:gd name="connsiteY19" fmla="*/ 6226 h 2354611"/>
                  <a:gd name="connsiteX20" fmla="*/ 511642 w 927569"/>
                  <a:gd name="connsiteY20" fmla="*/ 142749 h 2354611"/>
                  <a:gd name="connsiteX21" fmla="*/ 467192 w 927569"/>
                  <a:gd name="connsiteY21" fmla="*/ 320549 h 2354611"/>
                  <a:gd name="connsiteX22" fmla="*/ 517992 w 927569"/>
                  <a:gd name="connsiteY22" fmla="*/ 622174 h 2354611"/>
                  <a:gd name="connsiteX0" fmla="*/ 517992 w 931813"/>
                  <a:gd name="connsiteY0" fmla="*/ 873132 h 2605569"/>
                  <a:gd name="connsiteX1" fmla="*/ 470367 w 931813"/>
                  <a:gd name="connsiteY1" fmla="*/ 1038232 h 2605569"/>
                  <a:gd name="connsiteX2" fmla="*/ 479892 w 931813"/>
                  <a:gd name="connsiteY2" fmla="*/ 1323982 h 2605569"/>
                  <a:gd name="connsiteX3" fmla="*/ 390992 w 931813"/>
                  <a:gd name="connsiteY3" fmla="*/ 1825632 h 2605569"/>
                  <a:gd name="connsiteX4" fmla="*/ 146517 w 931813"/>
                  <a:gd name="connsiteY4" fmla="*/ 2095507 h 2605569"/>
                  <a:gd name="connsiteX5" fmla="*/ 467 w 931813"/>
                  <a:gd name="connsiteY5" fmla="*/ 2444757 h 2605569"/>
                  <a:gd name="connsiteX6" fmla="*/ 98892 w 931813"/>
                  <a:gd name="connsiteY6" fmla="*/ 2540007 h 2605569"/>
                  <a:gd name="connsiteX7" fmla="*/ 365592 w 931813"/>
                  <a:gd name="connsiteY7" fmla="*/ 2597156 h 2605569"/>
                  <a:gd name="connsiteX8" fmla="*/ 187792 w 931813"/>
                  <a:gd name="connsiteY8" fmla="*/ 2400307 h 2605569"/>
                  <a:gd name="connsiteX9" fmla="*/ 610067 w 931813"/>
                  <a:gd name="connsiteY9" fmla="*/ 1955807 h 2605569"/>
                  <a:gd name="connsiteX10" fmla="*/ 794217 w 931813"/>
                  <a:gd name="connsiteY10" fmla="*/ 1425582 h 2605569"/>
                  <a:gd name="connsiteX11" fmla="*/ 876767 w 931813"/>
                  <a:gd name="connsiteY11" fmla="*/ 1127132 h 2605569"/>
                  <a:gd name="connsiteX12" fmla="*/ 860892 w 931813"/>
                  <a:gd name="connsiteY12" fmla="*/ 1044582 h 2605569"/>
                  <a:gd name="connsiteX13" fmla="*/ 724367 w 931813"/>
                  <a:gd name="connsiteY13" fmla="*/ 930282 h 2605569"/>
                  <a:gd name="connsiteX14" fmla="*/ 644992 w 931813"/>
                  <a:gd name="connsiteY14" fmla="*/ 714382 h 2605569"/>
                  <a:gd name="connsiteX15" fmla="*/ 587842 w 931813"/>
                  <a:gd name="connsiteY15" fmla="*/ 600082 h 2605569"/>
                  <a:gd name="connsiteX16" fmla="*/ 898992 w 931813"/>
                  <a:gd name="connsiteY16" fmla="*/ 695332 h 2605569"/>
                  <a:gd name="connsiteX17" fmla="*/ 879942 w 931813"/>
                  <a:gd name="connsiteY17" fmla="*/ 473082 h 2605569"/>
                  <a:gd name="connsiteX18" fmla="*/ 521169 w 931813"/>
                  <a:gd name="connsiteY18" fmla="*/ 9 h 2605569"/>
                  <a:gd name="connsiteX19" fmla="*/ 613244 w 931813"/>
                  <a:gd name="connsiteY19" fmla="*/ 257184 h 2605569"/>
                  <a:gd name="connsiteX20" fmla="*/ 511642 w 931813"/>
                  <a:gd name="connsiteY20" fmla="*/ 393707 h 2605569"/>
                  <a:gd name="connsiteX21" fmla="*/ 467192 w 931813"/>
                  <a:gd name="connsiteY21" fmla="*/ 571507 h 2605569"/>
                  <a:gd name="connsiteX22" fmla="*/ 517992 w 931813"/>
                  <a:gd name="connsiteY22" fmla="*/ 873132 h 2605569"/>
                  <a:gd name="connsiteX0" fmla="*/ 517992 w 901118"/>
                  <a:gd name="connsiteY0" fmla="*/ 1028787 h 2761224"/>
                  <a:gd name="connsiteX1" fmla="*/ 470367 w 901118"/>
                  <a:gd name="connsiteY1" fmla="*/ 1193887 h 2761224"/>
                  <a:gd name="connsiteX2" fmla="*/ 479892 w 901118"/>
                  <a:gd name="connsiteY2" fmla="*/ 1479637 h 2761224"/>
                  <a:gd name="connsiteX3" fmla="*/ 390992 w 901118"/>
                  <a:gd name="connsiteY3" fmla="*/ 1981287 h 2761224"/>
                  <a:gd name="connsiteX4" fmla="*/ 146517 w 901118"/>
                  <a:gd name="connsiteY4" fmla="*/ 2251162 h 2761224"/>
                  <a:gd name="connsiteX5" fmla="*/ 467 w 901118"/>
                  <a:gd name="connsiteY5" fmla="*/ 2600412 h 2761224"/>
                  <a:gd name="connsiteX6" fmla="*/ 98892 w 901118"/>
                  <a:gd name="connsiteY6" fmla="*/ 2695662 h 2761224"/>
                  <a:gd name="connsiteX7" fmla="*/ 365592 w 901118"/>
                  <a:gd name="connsiteY7" fmla="*/ 2752811 h 2761224"/>
                  <a:gd name="connsiteX8" fmla="*/ 187792 w 901118"/>
                  <a:gd name="connsiteY8" fmla="*/ 2555962 h 2761224"/>
                  <a:gd name="connsiteX9" fmla="*/ 610067 w 901118"/>
                  <a:gd name="connsiteY9" fmla="*/ 2111462 h 2761224"/>
                  <a:gd name="connsiteX10" fmla="*/ 794217 w 901118"/>
                  <a:gd name="connsiteY10" fmla="*/ 1581237 h 2761224"/>
                  <a:gd name="connsiteX11" fmla="*/ 876767 w 901118"/>
                  <a:gd name="connsiteY11" fmla="*/ 1282787 h 2761224"/>
                  <a:gd name="connsiteX12" fmla="*/ 860892 w 901118"/>
                  <a:gd name="connsiteY12" fmla="*/ 1200237 h 2761224"/>
                  <a:gd name="connsiteX13" fmla="*/ 724367 w 901118"/>
                  <a:gd name="connsiteY13" fmla="*/ 1085937 h 2761224"/>
                  <a:gd name="connsiteX14" fmla="*/ 644992 w 901118"/>
                  <a:gd name="connsiteY14" fmla="*/ 870037 h 2761224"/>
                  <a:gd name="connsiteX15" fmla="*/ 587842 w 901118"/>
                  <a:gd name="connsiteY15" fmla="*/ 755737 h 2761224"/>
                  <a:gd name="connsiteX16" fmla="*/ 898992 w 901118"/>
                  <a:gd name="connsiteY16" fmla="*/ 850987 h 2761224"/>
                  <a:gd name="connsiteX17" fmla="*/ 714842 w 901118"/>
                  <a:gd name="connsiteY17" fmla="*/ 31837 h 2761224"/>
                  <a:gd name="connsiteX18" fmla="*/ 521169 w 901118"/>
                  <a:gd name="connsiteY18" fmla="*/ 155664 h 2761224"/>
                  <a:gd name="connsiteX19" fmla="*/ 613244 w 901118"/>
                  <a:gd name="connsiteY19" fmla="*/ 412839 h 2761224"/>
                  <a:gd name="connsiteX20" fmla="*/ 511642 w 901118"/>
                  <a:gd name="connsiteY20" fmla="*/ 549362 h 2761224"/>
                  <a:gd name="connsiteX21" fmla="*/ 467192 w 901118"/>
                  <a:gd name="connsiteY21" fmla="*/ 727162 h 2761224"/>
                  <a:gd name="connsiteX22" fmla="*/ 517992 w 901118"/>
                  <a:gd name="connsiteY22" fmla="*/ 1028787 h 2761224"/>
                  <a:gd name="connsiteX0" fmla="*/ 517992 w 913695"/>
                  <a:gd name="connsiteY0" fmla="*/ 1008702 h 2741139"/>
                  <a:gd name="connsiteX1" fmla="*/ 470367 w 913695"/>
                  <a:gd name="connsiteY1" fmla="*/ 1173802 h 2741139"/>
                  <a:gd name="connsiteX2" fmla="*/ 479892 w 913695"/>
                  <a:gd name="connsiteY2" fmla="*/ 1459552 h 2741139"/>
                  <a:gd name="connsiteX3" fmla="*/ 390992 w 913695"/>
                  <a:gd name="connsiteY3" fmla="*/ 1961202 h 2741139"/>
                  <a:gd name="connsiteX4" fmla="*/ 146517 w 913695"/>
                  <a:gd name="connsiteY4" fmla="*/ 2231077 h 2741139"/>
                  <a:gd name="connsiteX5" fmla="*/ 467 w 913695"/>
                  <a:gd name="connsiteY5" fmla="*/ 2580327 h 2741139"/>
                  <a:gd name="connsiteX6" fmla="*/ 98892 w 913695"/>
                  <a:gd name="connsiteY6" fmla="*/ 2675577 h 2741139"/>
                  <a:gd name="connsiteX7" fmla="*/ 365592 w 913695"/>
                  <a:gd name="connsiteY7" fmla="*/ 2732726 h 2741139"/>
                  <a:gd name="connsiteX8" fmla="*/ 187792 w 913695"/>
                  <a:gd name="connsiteY8" fmla="*/ 2535877 h 2741139"/>
                  <a:gd name="connsiteX9" fmla="*/ 610067 w 913695"/>
                  <a:gd name="connsiteY9" fmla="*/ 2091377 h 2741139"/>
                  <a:gd name="connsiteX10" fmla="*/ 794217 w 913695"/>
                  <a:gd name="connsiteY10" fmla="*/ 1561152 h 2741139"/>
                  <a:gd name="connsiteX11" fmla="*/ 876767 w 913695"/>
                  <a:gd name="connsiteY11" fmla="*/ 1262702 h 2741139"/>
                  <a:gd name="connsiteX12" fmla="*/ 860892 w 913695"/>
                  <a:gd name="connsiteY12" fmla="*/ 1180152 h 2741139"/>
                  <a:gd name="connsiteX13" fmla="*/ 724367 w 913695"/>
                  <a:gd name="connsiteY13" fmla="*/ 1065852 h 2741139"/>
                  <a:gd name="connsiteX14" fmla="*/ 644992 w 913695"/>
                  <a:gd name="connsiteY14" fmla="*/ 849952 h 2741139"/>
                  <a:gd name="connsiteX15" fmla="*/ 587842 w 913695"/>
                  <a:gd name="connsiteY15" fmla="*/ 735652 h 2741139"/>
                  <a:gd name="connsiteX16" fmla="*/ 898992 w 913695"/>
                  <a:gd name="connsiteY16" fmla="*/ 830902 h 2741139"/>
                  <a:gd name="connsiteX17" fmla="*/ 848195 w 913695"/>
                  <a:gd name="connsiteY17" fmla="*/ 488005 h 2741139"/>
                  <a:gd name="connsiteX18" fmla="*/ 714842 w 913695"/>
                  <a:gd name="connsiteY18" fmla="*/ 11752 h 2741139"/>
                  <a:gd name="connsiteX19" fmla="*/ 521169 w 913695"/>
                  <a:gd name="connsiteY19" fmla="*/ 135579 h 2741139"/>
                  <a:gd name="connsiteX20" fmla="*/ 613244 w 913695"/>
                  <a:gd name="connsiteY20" fmla="*/ 392754 h 2741139"/>
                  <a:gd name="connsiteX21" fmla="*/ 511642 w 913695"/>
                  <a:gd name="connsiteY21" fmla="*/ 529277 h 2741139"/>
                  <a:gd name="connsiteX22" fmla="*/ 467192 w 913695"/>
                  <a:gd name="connsiteY22" fmla="*/ 707077 h 2741139"/>
                  <a:gd name="connsiteX23" fmla="*/ 517992 w 913695"/>
                  <a:gd name="connsiteY23" fmla="*/ 1008702 h 2741139"/>
                  <a:gd name="connsiteX0" fmla="*/ 517992 w 911783"/>
                  <a:gd name="connsiteY0" fmla="*/ 1020165 h 2752602"/>
                  <a:gd name="connsiteX1" fmla="*/ 470367 w 911783"/>
                  <a:gd name="connsiteY1" fmla="*/ 1185265 h 2752602"/>
                  <a:gd name="connsiteX2" fmla="*/ 479892 w 911783"/>
                  <a:gd name="connsiteY2" fmla="*/ 1471015 h 2752602"/>
                  <a:gd name="connsiteX3" fmla="*/ 390992 w 911783"/>
                  <a:gd name="connsiteY3" fmla="*/ 1972665 h 2752602"/>
                  <a:gd name="connsiteX4" fmla="*/ 146517 w 911783"/>
                  <a:gd name="connsiteY4" fmla="*/ 2242540 h 2752602"/>
                  <a:gd name="connsiteX5" fmla="*/ 467 w 911783"/>
                  <a:gd name="connsiteY5" fmla="*/ 2591790 h 2752602"/>
                  <a:gd name="connsiteX6" fmla="*/ 98892 w 911783"/>
                  <a:gd name="connsiteY6" fmla="*/ 2687040 h 2752602"/>
                  <a:gd name="connsiteX7" fmla="*/ 365592 w 911783"/>
                  <a:gd name="connsiteY7" fmla="*/ 2744189 h 2752602"/>
                  <a:gd name="connsiteX8" fmla="*/ 187792 w 911783"/>
                  <a:gd name="connsiteY8" fmla="*/ 2547340 h 2752602"/>
                  <a:gd name="connsiteX9" fmla="*/ 610067 w 911783"/>
                  <a:gd name="connsiteY9" fmla="*/ 2102840 h 2752602"/>
                  <a:gd name="connsiteX10" fmla="*/ 794217 w 911783"/>
                  <a:gd name="connsiteY10" fmla="*/ 1572615 h 2752602"/>
                  <a:gd name="connsiteX11" fmla="*/ 876767 w 911783"/>
                  <a:gd name="connsiteY11" fmla="*/ 1274165 h 2752602"/>
                  <a:gd name="connsiteX12" fmla="*/ 860892 w 911783"/>
                  <a:gd name="connsiteY12" fmla="*/ 1191615 h 2752602"/>
                  <a:gd name="connsiteX13" fmla="*/ 724367 w 911783"/>
                  <a:gd name="connsiteY13" fmla="*/ 1077315 h 2752602"/>
                  <a:gd name="connsiteX14" fmla="*/ 644992 w 911783"/>
                  <a:gd name="connsiteY14" fmla="*/ 861415 h 2752602"/>
                  <a:gd name="connsiteX15" fmla="*/ 587842 w 911783"/>
                  <a:gd name="connsiteY15" fmla="*/ 747115 h 2752602"/>
                  <a:gd name="connsiteX16" fmla="*/ 898992 w 911783"/>
                  <a:gd name="connsiteY16" fmla="*/ 842365 h 2752602"/>
                  <a:gd name="connsiteX17" fmla="*/ 838670 w 911783"/>
                  <a:gd name="connsiteY17" fmla="*/ 86718 h 2752602"/>
                  <a:gd name="connsiteX18" fmla="*/ 714842 w 911783"/>
                  <a:gd name="connsiteY18" fmla="*/ 23215 h 2752602"/>
                  <a:gd name="connsiteX19" fmla="*/ 521169 w 911783"/>
                  <a:gd name="connsiteY19" fmla="*/ 147042 h 2752602"/>
                  <a:gd name="connsiteX20" fmla="*/ 613244 w 911783"/>
                  <a:gd name="connsiteY20" fmla="*/ 404217 h 2752602"/>
                  <a:gd name="connsiteX21" fmla="*/ 511642 w 911783"/>
                  <a:gd name="connsiteY21" fmla="*/ 540740 h 2752602"/>
                  <a:gd name="connsiteX22" fmla="*/ 467192 w 911783"/>
                  <a:gd name="connsiteY22" fmla="*/ 718540 h 2752602"/>
                  <a:gd name="connsiteX23" fmla="*/ 517992 w 911783"/>
                  <a:gd name="connsiteY23" fmla="*/ 1020165 h 2752602"/>
                  <a:gd name="connsiteX0" fmla="*/ 517992 w 912474"/>
                  <a:gd name="connsiteY0" fmla="*/ 998240 h 2730677"/>
                  <a:gd name="connsiteX1" fmla="*/ 470367 w 912474"/>
                  <a:gd name="connsiteY1" fmla="*/ 1163340 h 2730677"/>
                  <a:gd name="connsiteX2" fmla="*/ 479892 w 912474"/>
                  <a:gd name="connsiteY2" fmla="*/ 1449090 h 2730677"/>
                  <a:gd name="connsiteX3" fmla="*/ 390992 w 912474"/>
                  <a:gd name="connsiteY3" fmla="*/ 1950740 h 2730677"/>
                  <a:gd name="connsiteX4" fmla="*/ 146517 w 912474"/>
                  <a:gd name="connsiteY4" fmla="*/ 2220615 h 2730677"/>
                  <a:gd name="connsiteX5" fmla="*/ 467 w 912474"/>
                  <a:gd name="connsiteY5" fmla="*/ 2569865 h 2730677"/>
                  <a:gd name="connsiteX6" fmla="*/ 98892 w 912474"/>
                  <a:gd name="connsiteY6" fmla="*/ 2665115 h 2730677"/>
                  <a:gd name="connsiteX7" fmla="*/ 365592 w 912474"/>
                  <a:gd name="connsiteY7" fmla="*/ 2722264 h 2730677"/>
                  <a:gd name="connsiteX8" fmla="*/ 187792 w 912474"/>
                  <a:gd name="connsiteY8" fmla="*/ 2525415 h 2730677"/>
                  <a:gd name="connsiteX9" fmla="*/ 610067 w 912474"/>
                  <a:gd name="connsiteY9" fmla="*/ 2080915 h 2730677"/>
                  <a:gd name="connsiteX10" fmla="*/ 794217 w 912474"/>
                  <a:gd name="connsiteY10" fmla="*/ 1550690 h 2730677"/>
                  <a:gd name="connsiteX11" fmla="*/ 876767 w 912474"/>
                  <a:gd name="connsiteY11" fmla="*/ 1252240 h 2730677"/>
                  <a:gd name="connsiteX12" fmla="*/ 860892 w 912474"/>
                  <a:gd name="connsiteY12" fmla="*/ 1169690 h 2730677"/>
                  <a:gd name="connsiteX13" fmla="*/ 724367 w 912474"/>
                  <a:gd name="connsiteY13" fmla="*/ 1055390 h 2730677"/>
                  <a:gd name="connsiteX14" fmla="*/ 644992 w 912474"/>
                  <a:gd name="connsiteY14" fmla="*/ 839490 h 2730677"/>
                  <a:gd name="connsiteX15" fmla="*/ 587842 w 912474"/>
                  <a:gd name="connsiteY15" fmla="*/ 725190 h 2730677"/>
                  <a:gd name="connsiteX16" fmla="*/ 898992 w 912474"/>
                  <a:gd name="connsiteY16" fmla="*/ 820440 h 2730677"/>
                  <a:gd name="connsiteX17" fmla="*/ 854545 w 912474"/>
                  <a:gd name="connsiteY17" fmla="*/ 134643 h 2730677"/>
                  <a:gd name="connsiteX18" fmla="*/ 838670 w 912474"/>
                  <a:gd name="connsiteY18" fmla="*/ 64793 h 2730677"/>
                  <a:gd name="connsiteX19" fmla="*/ 714842 w 912474"/>
                  <a:gd name="connsiteY19" fmla="*/ 1290 h 2730677"/>
                  <a:gd name="connsiteX20" fmla="*/ 521169 w 912474"/>
                  <a:gd name="connsiteY20" fmla="*/ 125117 h 2730677"/>
                  <a:gd name="connsiteX21" fmla="*/ 613244 w 912474"/>
                  <a:gd name="connsiteY21" fmla="*/ 382292 h 2730677"/>
                  <a:gd name="connsiteX22" fmla="*/ 511642 w 912474"/>
                  <a:gd name="connsiteY22" fmla="*/ 518815 h 2730677"/>
                  <a:gd name="connsiteX23" fmla="*/ 467192 w 912474"/>
                  <a:gd name="connsiteY23" fmla="*/ 696615 h 2730677"/>
                  <a:gd name="connsiteX24" fmla="*/ 517992 w 912474"/>
                  <a:gd name="connsiteY24" fmla="*/ 998240 h 2730677"/>
                  <a:gd name="connsiteX0" fmla="*/ 517992 w 912187"/>
                  <a:gd name="connsiteY0" fmla="*/ 998240 h 2730677"/>
                  <a:gd name="connsiteX1" fmla="*/ 470367 w 912187"/>
                  <a:gd name="connsiteY1" fmla="*/ 1163340 h 2730677"/>
                  <a:gd name="connsiteX2" fmla="*/ 479892 w 912187"/>
                  <a:gd name="connsiteY2" fmla="*/ 1449090 h 2730677"/>
                  <a:gd name="connsiteX3" fmla="*/ 390992 w 912187"/>
                  <a:gd name="connsiteY3" fmla="*/ 1950740 h 2730677"/>
                  <a:gd name="connsiteX4" fmla="*/ 146517 w 912187"/>
                  <a:gd name="connsiteY4" fmla="*/ 2220615 h 2730677"/>
                  <a:gd name="connsiteX5" fmla="*/ 467 w 912187"/>
                  <a:gd name="connsiteY5" fmla="*/ 2569865 h 2730677"/>
                  <a:gd name="connsiteX6" fmla="*/ 98892 w 912187"/>
                  <a:gd name="connsiteY6" fmla="*/ 2665115 h 2730677"/>
                  <a:gd name="connsiteX7" fmla="*/ 365592 w 912187"/>
                  <a:gd name="connsiteY7" fmla="*/ 2722264 h 2730677"/>
                  <a:gd name="connsiteX8" fmla="*/ 187792 w 912187"/>
                  <a:gd name="connsiteY8" fmla="*/ 2525415 h 2730677"/>
                  <a:gd name="connsiteX9" fmla="*/ 610067 w 912187"/>
                  <a:gd name="connsiteY9" fmla="*/ 2080915 h 2730677"/>
                  <a:gd name="connsiteX10" fmla="*/ 794217 w 912187"/>
                  <a:gd name="connsiteY10" fmla="*/ 1550690 h 2730677"/>
                  <a:gd name="connsiteX11" fmla="*/ 876767 w 912187"/>
                  <a:gd name="connsiteY11" fmla="*/ 1252240 h 2730677"/>
                  <a:gd name="connsiteX12" fmla="*/ 860892 w 912187"/>
                  <a:gd name="connsiteY12" fmla="*/ 1169690 h 2730677"/>
                  <a:gd name="connsiteX13" fmla="*/ 724367 w 912187"/>
                  <a:gd name="connsiteY13" fmla="*/ 1055390 h 2730677"/>
                  <a:gd name="connsiteX14" fmla="*/ 644992 w 912187"/>
                  <a:gd name="connsiteY14" fmla="*/ 839490 h 2730677"/>
                  <a:gd name="connsiteX15" fmla="*/ 587842 w 912187"/>
                  <a:gd name="connsiteY15" fmla="*/ 725190 h 2730677"/>
                  <a:gd name="connsiteX16" fmla="*/ 898992 w 912187"/>
                  <a:gd name="connsiteY16" fmla="*/ 820440 h 2730677"/>
                  <a:gd name="connsiteX17" fmla="*/ 854545 w 912187"/>
                  <a:gd name="connsiteY17" fmla="*/ 134643 h 2730677"/>
                  <a:gd name="connsiteX18" fmla="*/ 854544 w 912187"/>
                  <a:gd name="connsiteY18" fmla="*/ 134643 h 2730677"/>
                  <a:gd name="connsiteX19" fmla="*/ 838670 w 912187"/>
                  <a:gd name="connsiteY19" fmla="*/ 64793 h 2730677"/>
                  <a:gd name="connsiteX20" fmla="*/ 714842 w 912187"/>
                  <a:gd name="connsiteY20" fmla="*/ 1290 h 2730677"/>
                  <a:gd name="connsiteX21" fmla="*/ 521169 w 912187"/>
                  <a:gd name="connsiteY21" fmla="*/ 125117 h 2730677"/>
                  <a:gd name="connsiteX22" fmla="*/ 613244 w 912187"/>
                  <a:gd name="connsiteY22" fmla="*/ 382292 h 2730677"/>
                  <a:gd name="connsiteX23" fmla="*/ 511642 w 912187"/>
                  <a:gd name="connsiteY23" fmla="*/ 518815 h 2730677"/>
                  <a:gd name="connsiteX24" fmla="*/ 467192 w 912187"/>
                  <a:gd name="connsiteY24" fmla="*/ 696615 h 2730677"/>
                  <a:gd name="connsiteX25" fmla="*/ 517992 w 912187"/>
                  <a:gd name="connsiteY25" fmla="*/ 998240 h 2730677"/>
                  <a:gd name="connsiteX0" fmla="*/ 517992 w 912187"/>
                  <a:gd name="connsiteY0" fmla="*/ 998240 h 2730677"/>
                  <a:gd name="connsiteX1" fmla="*/ 470367 w 912187"/>
                  <a:gd name="connsiteY1" fmla="*/ 1163340 h 2730677"/>
                  <a:gd name="connsiteX2" fmla="*/ 479892 w 912187"/>
                  <a:gd name="connsiteY2" fmla="*/ 1449090 h 2730677"/>
                  <a:gd name="connsiteX3" fmla="*/ 390992 w 912187"/>
                  <a:gd name="connsiteY3" fmla="*/ 1950740 h 2730677"/>
                  <a:gd name="connsiteX4" fmla="*/ 146517 w 912187"/>
                  <a:gd name="connsiteY4" fmla="*/ 2220615 h 2730677"/>
                  <a:gd name="connsiteX5" fmla="*/ 467 w 912187"/>
                  <a:gd name="connsiteY5" fmla="*/ 2569865 h 2730677"/>
                  <a:gd name="connsiteX6" fmla="*/ 98892 w 912187"/>
                  <a:gd name="connsiteY6" fmla="*/ 2665115 h 2730677"/>
                  <a:gd name="connsiteX7" fmla="*/ 365592 w 912187"/>
                  <a:gd name="connsiteY7" fmla="*/ 2722264 h 2730677"/>
                  <a:gd name="connsiteX8" fmla="*/ 187792 w 912187"/>
                  <a:gd name="connsiteY8" fmla="*/ 2525415 h 2730677"/>
                  <a:gd name="connsiteX9" fmla="*/ 610067 w 912187"/>
                  <a:gd name="connsiteY9" fmla="*/ 2080915 h 2730677"/>
                  <a:gd name="connsiteX10" fmla="*/ 794217 w 912187"/>
                  <a:gd name="connsiteY10" fmla="*/ 1550690 h 2730677"/>
                  <a:gd name="connsiteX11" fmla="*/ 876767 w 912187"/>
                  <a:gd name="connsiteY11" fmla="*/ 1252240 h 2730677"/>
                  <a:gd name="connsiteX12" fmla="*/ 860892 w 912187"/>
                  <a:gd name="connsiteY12" fmla="*/ 1169690 h 2730677"/>
                  <a:gd name="connsiteX13" fmla="*/ 724367 w 912187"/>
                  <a:gd name="connsiteY13" fmla="*/ 1055390 h 2730677"/>
                  <a:gd name="connsiteX14" fmla="*/ 644992 w 912187"/>
                  <a:gd name="connsiteY14" fmla="*/ 839490 h 2730677"/>
                  <a:gd name="connsiteX15" fmla="*/ 587842 w 912187"/>
                  <a:gd name="connsiteY15" fmla="*/ 725190 h 2730677"/>
                  <a:gd name="connsiteX16" fmla="*/ 898992 w 912187"/>
                  <a:gd name="connsiteY16" fmla="*/ 820440 h 2730677"/>
                  <a:gd name="connsiteX17" fmla="*/ 854545 w 912187"/>
                  <a:gd name="connsiteY17" fmla="*/ 134643 h 2730677"/>
                  <a:gd name="connsiteX18" fmla="*/ 883119 w 912187"/>
                  <a:gd name="connsiteY18" fmla="*/ 239418 h 2730677"/>
                  <a:gd name="connsiteX19" fmla="*/ 838670 w 912187"/>
                  <a:gd name="connsiteY19" fmla="*/ 64793 h 2730677"/>
                  <a:gd name="connsiteX20" fmla="*/ 714842 w 912187"/>
                  <a:gd name="connsiteY20" fmla="*/ 1290 h 2730677"/>
                  <a:gd name="connsiteX21" fmla="*/ 521169 w 912187"/>
                  <a:gd name="connsiteY21" fmla="*/ 125117 h 2730677"/>
                  <a:gd name="connsiteX22" fmla="*/ 613244 w 912187"/>
                  <a:gd name="connsiteY22" fmla="*/ 382292 h 2730677"/>
                  <a:gd name="connsiteX23" fmla="*/ 511642 w 912187"/>
                  <a:gd name="connsiteY23" fmla="*/ 518815 h 2730677"/>
                  <a:gd name="connsiteX24" fmla="*/ 467192 w 912187"/>
                  <a:gd name="connsiteY24" fmla="*/ 696615 h 2730677"/>
                  <a:gd name="connsiteX25" fmla="*/ 517992 w 912187"/>
                  <a:gd name="connsiteY25" fmla="*/ 998240 h 2730677"/>
                  <a:gd name="connsiteX0" fmla="*/ 517992 w 911083"/>
                  <a:gd name="connsiteY0" fmla="*/ 998240 h 2730677"/>
                  <a:gd name="connsiteX1" fmla="*/ 470367 w 911083"/>
                  <a:gd name="connsiteY1" fmla="*/ 1163340 h 2730677"/>
                  <a:gd name="connsiteX2" fmla="*/ 479892 w 911083"/>
                  <a:gd name="connsiteY2" fmla="*/ 1449090 h 2730677"/>
                  <a:gd name="connsiteX3" fmla="*/ 390992 w 911083"/>
                  <a:gd name="connsiteY3" fmla="*/ 1950740 h 2730677"/>
                  <a:gd name="connsiteX4" fmla="*/ 146517 w 911083"/>
                  <a:gd name="connsiteY4" fmla="*/ 2220615 h 2730677"/>
                  <a:gd name="connsiteX5" fmla="*/ 467 w 911083"/>
                  <a:gd name="connsiteY5" fmla="*/ 2569865 h 2730677"/>
                  <a:gd name="connsiteX6" fmla="*/ 98892 w 911083"/>
                  <a:gd name="connsiteY6" fmla="*/ 2665115 h 2730677"/>
                  <a:gd name="connsiteX7" fmla="*/ 365592 w 911083"/>
                  <a:gd name="connsiteY7" fmla="*/ 2722264 h 2730677"/>
                  <a:gd name="connsiteX8" fmla="*/ 187792 w 911083"/>
                  <a:gd name="connsiteY8" fmla="*/ 2525415 h 2730677"/>
                  <a:gd name="connsiteX9" fmla="*/ 610067 w 911083"/>
                  <a:gd name="connsiteY9" fmla="*/ 2080915 h 2730677"/>
                  <a:gd name="connsiteX10" fmla="*/ 794217 w 911083"/>
                  <a:gd name="connsiteY10" fmla="*/ 1550690 h 2730677"/>
                  <a:gd name="connsiteX11" fmla="*/ 876767 w 911083"/>
                  <a:gd name="connsiteY11" fmla="*/ 1252240 h 2730677"/>
                  <a:gd name="connsiteX12" fmla="*/ 860892 w 911083"/>
                  <a:gd name="connsiteY12" fmla="*/ 1169690 h 2730677"/>
                  <a:gd name="connsiteX13" fmla="*/ 724367 w 911083"/>
                  <a:gd name="connsiteY13" fmla="*/ 1055390 h 2730677"/>
                  <a:gd name="connsiteX14" fmla="*/ 644992 w 911083"/>
                  <a:gd name="connsiteY14" fmla="*/ 839490 h 2730677"/>
                  <a:gd name="connsiteX15" fmla="*/ 587842 w 911083"/>
                  <a:gd name="connsiteY15" fmla="*/ 725190 h 2730677"/>
                  <a:gd name="connsiteX16" fmla="*/ 898992 w 911083"/>
                  <a:gd name="connsiteY16" fmla="*/ 820440 h 2730677"/>
                  <a:gd name="connsiteX17" fmla="*/ 848195 w 911083"/>
                  <a:gd name="connsiteY17" fmla="*/ 356893 h 2730677"/>
                  <a:gd name="connsiteX18" fmla="*/ 883119 w 911083"/>
                  <a:gd name="connsiteY18" fmla="*/ 239418 h 2730677"/>
                  <a:gd name="connsiteX19" fmla="*/ 838670 w 911083"/>
                  <a:gd name="connsiteY19" fmla="*/ 64793 h 2730677"/>
                  <a:gd name="connsiteX20" fmla="*/ 714842 w 911083"/>
                  <a:gd name="connsiteY20" fmla="*/ 1290 h 2730677"/>
                  <a:gd name="connsiteX21" fmla="*/ 521169 w 911083"/>
                  <a:gd name="connsiteY21" fmla="*/ 125117 h 2730677"/>
                  <a:gd name="connsiteX22" fmla="*/ 613244 w 911083"/>
                  <a:gd name="connsiteY22" fmla="*/ 382292 h 2730677"/>
                  <a:gd name="connsiteX23" fmla="*/ 511642 w 911083"/>
                  <a:gd name="connsiteY23" fmla="*/ 518815 h 2730677"/>
                  <a:gd name="connsiteX24" fmla="*/ 467192 w 911083"/>
                  <a:gd name="connsiteY24" fmla="*/ 696615 h 2730677"/>
                  <a:gd name="connsiteX25" fmla="*/ 517992 w 911083"/>
                  <a:gd name="connsiteY25" fmla="*/ 998240 h 2730677"/>
                  <a:gd name="connsiteX0" fmla="*/ 517992 w 918868"/>
                  <a:gd name="connsiteY0" fmla="*/ 998240 h 2730677"/>
                  <a:gd name="connsiteX1" fmla="*/ 470367 w 918868"/>
                  <a:gd name="connsiteY1" fmla="*/ 1163340 h 2730677"/>
                  <a:gd name="connsiteX2" fmla="*/ 479892 w 918868"/>
                  <a:gd name="connsiteY2" fmla="*/ 1449090 h 2730677"/>
                  <a:gd name="connsiteX3" fmla="*/ 390992 w 918868"/>
                  <a:gd name="connsiteY3" fmla="*/ 1950740 h 2730677"/>
                  <a:gd name="connsiteX4" fmla="*/ 146517 w 918868"/>
                  <a:gd name="connsiteY4" fmla="*/ 2220615 h 2730677"/>
                  <a:gd name="connsiteX5" fmla="*/ 467 w 918868"/>
                  <a:gd name="connsiteY5" fmla="*/ 2569865 h 2730677"/>
                  <a:gd name="connsiteX6" fmla="*/ 98892 w 918868"/>
                  <a:gd name="connsiteY6" fmla="*/ 2665115 h 2730677"/>
                  <a:gd name="connsiteX7" fmla="*/ 365592 w 918868"/>
                  <a:gd name="connsiteY7" fmla="*/ 2722264 h 2730677"/>
                  <a:gd name="connsiteX8" fmla="*/ 187792 w 918868"/>
                  <a:gd name="connsiteY8" fmla="*/ 2525415 h 2730677"/>
                  <a:gd name="connsiteX9" fmla="*/ 610067 w 918868"/>
                  <a:gd name="connsiteY9" fmla="*/ 2080915 h 2730677"/>
                  <a:gd name="connsiteX10" fmla="*/ 794217 w 918868"/>
                  <a:gd name="connsiteY10" fmla="*/ 1550690 h 2730677"/>
                  <a:gd name="connsiteX11" fmla="*/ 876767 w 918868"/>
                  <a:gd name="connsiteY11" fmla="*/ 1252240 h 2730677"/>
                  <a:gd name="connsiteX12" fmla="*/ 860892 w 918868"/>
                  <a:gd name="connsiteY12" fmla="*/ 1169690 h 2730677"/>
                  <a:gd name="connsiteX13" fmla="*/ 724367 w 918868"/>
                  <a:gd name="connsiteY13" fmla="*/ 1055390 h 2730677"/>
                  <a:gd name="connsiteX14" fmla="*/ 644992 w 918868"/>
                  <a:gd name="connsiteY14" fmla="*/ 839490 h 2730677"/>
                  <a:gd name="connsiteX15" fmla="*/ 587842 w 918868"/>
                  <a:gd name="connsiteY15" fmla="*/ 725190 h 2730677"/>
                  <a:gd name="connsiteX16" fmla="*/ 898992 w 918868"/>
                  <a:gd name="connsiteY16" fmla="*/ 820440 h 2730677"/>
                  <a:gd name="connsiteX17" fmla="*/ 883120 w 918868"/>
                  <a:gd name="connsiteY17" fmla="*/ 541043 h 2730677"/>
                  <a:gd name="connsiteX18" fmla="*/ 848195 w 918868"/>
                  <a:gd name="connsiteY18" fmla="*/ 356893 h 2730677"/>
                  <a:gd name="connsiteX19" fmla="*/ 883119 w 918868"/>
                  <a:gd name="connsiteY19" fmla="*/ 239418 h 2730677"/>
                  <a:gd name="connsiteX20" fmla="*/ 838670 w 918868"/>
                  <a:gd name="connsiteY20" fmla="*/ 64793 h 2730677"/>
                  <a:gd name="connsiteX21" fmla="*/ 714842 w 918868"/>
                  <a:gd name="connsiteY21" fmla="*/ 1290 h 2730677"/>
                  <a:gd name="connsiteX22" fmla="*/ 521169 w 918868"/>
                  <a:gd name="connsiteY22" fmla="*/ 125117 h 2730677"/>
                  <a:gd name="connsiteX23" fmla="*/ 613244 w 918868"/>
                  <a:gd name="connsiteY23" fmla="*/ 382292 h 2730677"/>
                  <a:gd name="connsiteX24" fmla="*/ 511642 w 918868"/>
                  <a:gd name="connsiteY24" fmla="*/ 518815 h 2730677"/>
                  <a:gd name="connsiteX25" fmla="*/ 467192 w 918868"/>
                  <a:gd name="connsiteY25" fmla="*/ 696615 h 2730677"/>
                  <a:gd name="connsiteX26" fmla="*/ 517992 w 918868"/>
                  <a:gd name="connsiteY26" fmla="*/ 998240 h 2730677"/>
                  <a:gd name="connsiteX0" fmla="*/ 517992 w 902408"/>
                  <a:gd name="connsiteY0" fmla="*/ 998240 h 2730677"/>
                  <a:gd name="connsiteX1" fmla="*/ 470367 w 902408"/>
                  <a:gd name="connsiteY1" fmla="*/ 1163340 h 2730677"/>
                  <a:gd name="connsiteX2" fmla="*/ 479892 w 902408"/>
                  <a:gd name="connsiteY2" fmla="*/ 1449090 h 2730677"/>
                  <a:gd name="connsiteX3" fmla="*/ 390992 w 902408"/>
                  <a:gd name="connsiteY3" fmla="*/ 1950740 h 2730677"/>
                  <a:gd name="connsiteX4" fmla="*/ 146517 w 902408"/>
                  <a:gd name="connsiteY4" fmla="*/ 2220615 h 2730677"/>
                  <a:gd name="connsiteX5" fmla="*/ 467 w 902408"/>
                  <a:gd name="connsiteY5" fmla="*/ 2569865 h 2730677"/>
                  <a:gd name="connsiteX6" fmla="*/ 98892 w 902408"/>
                  <a:gd name="connsiteY6" fmla="*/ 2665115 h 2730677"/>
                  <a:gd name="connsiteX7" fmla="*/ 365592 w 902408"/>
                  <a:gd name="connsiteY7" fmla="*/ 2722264 h 2730677"/>
                  <a:gd name="connsiteX8" fmla="*/ 187792 w 902408"/>
                  <a:gd name="connsiteY8" fmla="*/ 2525415 h 2730677"/>
                  <a:gd name="connsiteX9" fmla="*/ 610067 w 902408"/>
                  <a:gd name="connsiteY9" fmla="*/ 2080915 h 2730677"/>
                  <a:gd name="connsiteX10" fmla="*/ 794217 w 902408"/>
                  <a:gd name="connsiteY10" fmla="*/ 1550690 h 2730677"/>
                  <a:gd name="connsiteX11" fmla="*/ 876767 w 902408"/>
                  <a:gd name="connsiteY11" fmla="*/ 1252240 h 2730677"/>
                  <a:gd name="connsiteX12" fmla="*/ 860892 w 902408"/>
                  <a:gd name="connsiteY12" fmla="*/ 1169690 h 2730677"/>
                  <a:gd name="connsiteX13" fmla="*/ 724367 w 902408"/>
                  <a:gd name="connsiteY13" fmla="*/ 1055390 h 2730677"/>
                  <a:gd name="connsiteX14" fmla="*/ 644992 w 902408"/>
                  <a:gd name="connsiteY14" fmla="*/ 839490 h 2730677"/>
                  <a:gd name="connsiteX15" fmla="*/ 587842 w 902408"/>
                  <a:gd name="connsiteY15" fmla="*/ 725190 h 2730677"/>
                  <a:gd name="connsiteX16" fmla="*/ 898992 w 902408"/>
                  <a:gd name="connsiteY16" fmla="*/ 820440 h 2730677"/>
                  <a:gd name="connsiteX17" fmla="*/ 759295 w 902408"/>
                  <a:gd name="connsiteY17" fmla="*/ 423568 h 2730677"/>
                  <a:gd name="connsiteX18" fmla="*/ 848195 w 902408"/>
                  <a:gd name="connsiteY18" fmla="*/ 356893 h 2730677"/>
                  <a:gd name="connsiteX19" fmla="*/ 883119 w 902408"/>
                  <a:gd name="connsiteY19" fmla="*/ 239418 h 2730677"/>
                  <a:gd name="connsiteX20" fmla="*/ 838670 w 902408"/>
                  <a:gd name="connsiteY20" fmla="*/ 64793 h 2730677"/>
                  <a:gd name="connsiteX21" fmla="*/ 714842 w 902408"/>
                  <a:gd name="connsiteY21" fmla="*/ 1290 h 2730677"/>
                  <a:gd name="connsiteX22" fmla="*/ 521169 w 902408"/>
                  <a:gd name="connsiteY22" fmla="*/ 125117 h 2730677"/>
                  <a:gd name="connsiteX23" fmla="*/ 613244 w 902408"/>
                  <a:gd name="connsiteY23" fmla="*/ 382292 h 2730677"/>
                  <a:gd name="connsiteX24" fmla="*/ 511642 w 902408"/>
                  <a:gd name="connsiteY24" fmla="*/ 518815 h 2730677"/>
                  <a:gd name="connsiteX25" fmla="*/ 467192 w 902408"/>
                  <a:gd name="connsiteY25" fmla="*/ 696615 h 2730677"/>
                  <a:gd name="connsiteX26" fmla="*/ 517992 w 902408"/>
                  <a:gd name="connsiteY26" fmla="*/ 998240 h 2730677"/>
                  <a:gd name="connsiteX0" fmla="*/ 517992 w 932676"/>
                  <a:gd name="connsiteY0" fmla="*/ 998240 h 2730677"/>
                  <a:gd name="connsiteX1" fmla="*/ 470367 w 932676"/>
                  <a:gd name="connsiteY1" fmla="*/ 1163340 h 2730677"/>
                  <a:gd name="connsiteX2" fmla="*/ 479892 w 932676"/>
                  <a:gd name="connsiteY2" fmla="*/ 1449090 h 2730677"/>
                  <a:gd name="connsiteX3" fmla="*/ 390992 w 932676"/>
                  <a:gd name="connsiteY3" fmla="*/ 1950740 h 2730677"/>
                  <a:gd name="connsiteX4" fmla="*/ 146517 w 932676"/>
                  <a:gd name="connsiteY4" fmla="*/ 2220615 h 2730677"/>
                  <a:gd name="connsiteX5" fmla="*/ 467 w 932676"/>
                  <a:gd name="connsiteY5" fmla="*/ 2569865 h 2730677"/>
                  <a:gd name="connsiteX6" fmla="*/ 98892 w 932676"/>
                  <a:gd name="connsiteY6" fmla="*/ 2665115 h 2730677"/>
                  <a:gd name="connsiteX7" fmla="*/ 365592 w 932676"/>
                  <a:gd name="connsiteY7" fmla="*/ 2722264 h 2730677"/>
                  <a:gd name="connsiteX8" fmla="*/ 187792 w 932676"/>
                  <a:gd name="connsiteY8" fmla="*/ 2525415 h 2730677"/>
                  <a:gd name="connsiteX9" fmla="*/ 610067 w 932676"/>
                  <a:gd name="connsiteY9" fmla="*/ 2080915 h 2730677"/>
                  <a:gd name="connsiteX10" fmla="*/ 794217 w 932676"/>
                  <a:gd name="connsiteY10" fmla="*/ 1550690 h 2730677"/>
                  <a:gd name="connsiteX11" fmla="*/ 876767 w 932676"/>
                  <a:gd name="connsiteY11" fmla="*/ 1252240 h 2730677"/>
                  <a:gd name="connsiteX12" fmla="*/ 860892 w 932676"/>
                  <a:gd name="connsiteY12" fmla="*/ 1169690 h 2730677"/>
                  <a:gd name="connsiteX13" fmla="*/ 724367 w 932676"/>
                  <a:gd name="connsiteY13" fmla="*/ 1055390 h 2730677"/>
                  <a:gd name="connsiteX14" fmla="*/ 644992 w 932676"/>
                  <a:gd name="connsiteY14" fmla="*/ 839490 h 2730677"/>
                  <a:gd name="connsiteX15" fmla="*/ 587842 w 932676"/>
                  <a:gd name="connsiteY15" fmla="*/ 725190 h 2730677"/>
                  <a:gd name="connsiteX16" fmla="*/ 898992 w 932676"/>
                  <a:gd name="connsiteY16" fmla="*/ 820440 h 2730677"/>
                  <a:gd name="connsiteX17" fmla="*/ 908519 w 932676"/>
                  <a:gd name="connsiteY17" fmla="*/ 814093 h 2730677"/>
                  <a:gd name="connsiteX18" fmla="*/ 759295 w 932676"/>
                  <a:gd name="connsiteY18" fmla="*/ 423568 h 2730677"/>
                  <a:gd name="connsiteX19" fmla="*/ 848195 w 932676"/>
                  <a:gd name="connsiteY19" fmla="*/ 356893 h 2730677"/>
                  <a:gd name="connsiteX20" fmla="*/ 883119 w 932676"/>
                  <a:gd name="connsiteY20" fmla="*/ 239418 h 2730677"/>
                  <a:gd name="connsiteX21" fmla="*/ 838670 w 932676"/>
                  <a:gd name="connsiteY21" fmla="*/ 64793 h 2730677"/>
                  <a:gd name="connsiteX22" fmla="*/ 714842 w 932676"/>
                  <a:gd name="connsiteY22" fmla="*/ 1290 h 2730677"/>
                  <a:gd name="connsiteX23" fmla="*/ 521169 w 932676"/>
                  <a:gd name="connsiteY23" fmla="*/ 125117 h 2730677"/>
                  <a:gd name="connsiteX24" fmla="*/ 613244 w 932676"/>
                  <a:gd name="connsiteY24" fmla="*/ 382292 h 2730677"/>
                  <a:gd name="connsiteX25" fmla="*/ 511642 w 932676"/>
                  <a:gd name="connsiteY25" fmla="*/ 518815 h 2730677"/>
                  <a:gd name="connsiteX26" fmla="*/ 467192 w 932676"/>
                  <a:gd name="connsiteY26" fmla="*/ 696615 h 2730677"/>
                  <a:gd name="connsiteX27" fmla="*/ 517992 w 932676"/>
                  <a:gd name="connsiteY27" fmla="*/ 998240 h 2730677"/>
                  <a:gd name="connsiteX0" fmla="*/ 517992 w 925354"/>
                  <a:gd name="connsiteY0" fmla="*/ 998240 h 2730677"/>
                  <a:gd name="connsiteX1" fmla="*/ 470367 w 925354"/>
                  <a:gd name="connsiteY1" fmla="*/ 1163340 h 2730677"/>
                  <a:gd name="connsiteX2" fmla="*/ 479892 w 925354"/>
                  <a:gd name="connsiteY2" fmla="*/ 1449090 h 2730677"/>
                  <a:gd name="connsiteX3" fmla="*/ 390992 w 925354"/>
                  <a:gd name="connsiteY3" fmla="*/ 1950740 h 2730677"/>
                  <a:gd name="connsiteX4" fmla="*/ 146517 w 925354"/>
                  <a:gd name="connsiteY4" fmla="*/ 2220615 h 2730677"/>
                  <a:gd name="connsiteX5" fmla="*/ 467 w 925354"/>
                  <a:gd name="connsiteY5" fmla="*/ 2569865 h 2730677"/>
                  <a:gd name="connsiteX6" fmla="*/ 98892 w 925354"/>
                  <a:gd name="connsiteY6" fmla="*/ 2665115 h 2730677"/>
                  <a:gd name="connsiteX7" fmla="*/ 365592 w 925354"/>
                  <a:gd name="connsiteY7" fmla="*/ 2722264 h 2730677"/>
                  <a:gd name="connsiteX8" fmla="*/ 187792 w 925354"/>
                  <a:gd name="connsiteY8" fmla="*/ 2525415 h 2730677"/>
                  <a:gd name="connsiteX9" fmla="*/ 610067 w 925354"/>
                  <a:gd name="connsiteY9" fmla="*/ 2080915 h 2730677"/>
                  <a:gd name="connsiteX10" fmla="*/ 794217 w 925354"/>
                  <a:gd name="connsiteY10" fmla="*/ 1550690 h 2730677"/>
                  <a:gd name="connsiteX11" fmla="*/ 876767 w 925354"/>
                  <a:gd name="connsiteY11" fmla="*/ 1252240 h 2730677"/>
                  <a:gd name="connsiteX12" fmla="*/ 860892 w 925354"/>
                  <a:gd name="connsiteY12" fmla="*/ 1169690 h 2730677"/>
                  <a:gd name="connsiteX13" fmla="*/ 724367 w 925354"/>
                  <a:gd name="connsiteY13" fmla="*/ 1055390 h 2730677"/>
                  <a:gd name="connsiteX14" fmla="*/ 644992 w 925354"/>
                  <a:gd name="connsiteY14" fmla="*/ 839490 h 2730677"/>
                  <a:gd name="connsiteX15" fmla="*/ 587842 w 925354"/>
                  <a:gd name="connsiteY15" fmla="*/ 725190 h 2730677"/>
                  <a:gd name="connsiteX16" fmla="*/ 898992 w 925354"/>
                  <a:gd name="connsiteY16" fmla="*/ 820440 h 2730677"/>
                  <a:gd name="connsiteX17" fmla="*/ 908519 w 925354"/>
                  <a:gd name="connsiteY17" fmla="*/ 814093 h 2730677"/>
                  <a:gd name="connsiteX18" fmla="*/ 902169 w 925354"/>
                  <a:gd name="connsiteY18" fmla="*/ 817268 h 2730677"/>
                  <a:gd name="connsiteX19" fmla="*/ 759295 w 925354"/>
                  <a:gd name="connsiteY19" fmla="*/ 423568 h 2730677"/>
                  <a:gd name="connsiteX20" fmla="*/ 848195 w 925354"/>
                  <a:gd name="connsiteY20" fmla="*/ 356893 h 2730677"/>
                  <a:gd name="connsiteX21" fmla="*/ 883119 w 925354"/>
                  <a:gd name="connsiteY21" fmla="*/ 239418 h 2730677"/>
                  <a:gd name="connsiteX22" fmla="*/ 838670 w 925354"/>
                  <a:gd name="connsiteY22" fmla="*/ 64793 h 2730677"/>
                  <a:gd name="connsiteX23" fmla="*/ 714842 w 925354"/>
                  <a:gd name="connsiteY23" fmla="*/ 1290 h 2730677"/>
                  <a:gd name="connsiteX24" fmla="*/ 521169 w 925354"/>
                  <a:gd name="connsiteY24" fmla="*/ 125117 h 2730677"/>
                  <a:gd name="connsiteX25" fmla="*/ 613244 w 925354"/>
                  <a:gd name="connsiteY25" fmla="*/ 382292 h 2730677"/>
                  <a:gd name="connsiteX26" fmla="*/ 511642 w 925354"/>
                  <a:gd name="connsiteY26" fmla="*/ 518815 h 2730677"/>
                  <a:gd name="connsiteX27" fmla="*/ 467192 w 925354"/>
                  <a:gd name="connsiteY27" fmla="*/ 696615 h 2730677"/>
                  <a:gd name="connsiteX28" fmla="*/ 517992 w 925354"/>
                  <a:gd name="connsiteY28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902169 w 930788"/>
                  <a:gd name="connsiteY19" fmla="*/ 817268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870419 w 930788"/>
                  <a:gd name="connsiteY19" fmla="*/ 877593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870419 w 930788"/>
                  <a:gd name="connsiteY19" fmla="*/ 877593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870419 w 930788"/>
                  <a:gd name="connsiteY19" fmla="*/ 877593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56"/>
                  <a:gd name="connsiteY0" fmla="*/ 998240 h 2730677"/>
                  <a:gd name="connsiteX1" fmla="*/ 470367 w 930756"/>
                  <a:gd name="connsiteY1" fmla="*/ 1163340 h 2730677"/>
                  <a:gd name="connsiteX2" fmla="*/ 479892 w 930756"/>
                  <a:gd name="connsiteY2" fmla="*/ 1449090 h 2730677"/>
                  <a:gd name="connsiteX3" fmla="*/ 390992 w 930756"/>
                  <a:gd name="connsiteY3" fmla="*/ 1950740 h 2730677"/>
                  <a:gd name="connsiteX4" fmla="*/ 146517 w 930756"/>
                  <a:gd name="connsiteY4" fmla="*/ 2220615 h 2730677"/>
                  <a:gd name="connsiteX5" fmla="*/ 467 w 930756"/>
                  <a:gd name="connsiteY5" fmla="*/ 2569865 h 2730677"/>
                  <a:gd name="connsiteX6" fmla="*/ 98892 w 930756"/>
                  <a:gd name="connsiteY6" fmla="*/ 2665115 h 2730677"/>
                  <a:gd name="connsiteX7" fmla="*/ 365592 w 930756"/>
                  <a:gd name="connsiteY7" fmla="*/ 2722264 h 2730677"/>
                  <a:gd name="connsiteX8" fmla="*/ 187792 w 930756"/>
                  <a:gd name="connsiteY8" fmla="*/ 2525415 h 2730677"/>
                  <a:gd name="connsiteX9" fmla="*/ 610067 w 930756"/>
                  <a:gd name="connsiteY9" fmla="*/ 2080915 h 2730677"/>
                  <a:gd name="connsiteX10" fmla="*/ 794217 w 930756"/>
                  <a:gd name="connsiteY10" fmla="*/ 1550690 h 2730677"/>
                  <a:gd name="connsiteX11" fmla="*/ 876767 w 930756"/>
                  <a:gd name="connsiteY11" fmla="*/ 1252240 h 2730677"/>
                  <a:gd name="connsiteX12" fmla="*/ 860892 w 930756"/>
                  <a:gd name="connsiteY12" fmla="*/ 1169690 h 2730677"/>
                  <a:gd name="connsiteX13" fmla="*/ 724367 w 930756"/>
                  <a:gd name="connsiteY13" fmla="*/ 1055390 h 2730677"/>
                  <a:gd name="connsiteX14" fmla="*/ 644992 w 930756"/>
                  <a:gd name="connsiteY14" fmla="*/ 839490 h 2730677"/>
                  <a:gd name="connsiteX15" fmla="*/ 587842 w 930756"/>
                  <a:gd name="connsiteY15" fmla="*/ 725190 h 2730677"/>
                  <a:gd name="connsiteX16" fmla="*/ 898992 w 930756"/>
                  <a:gd name="connsiteY16" fmla="*/ 820440 h 2730677"/>
                  <a:gd name="connsiteX17" fmla="*/ 857719 w 930756"/>
                  <a:gd name="connsiteY17" fmla="*/ 902993 h 2730677"/>
                  <a:gd name="connsiteX18" fmla="*/ 930744 w 930756"/>
                  <a:gd name="connsiteY18" fmla="*/ 826793 h 2730677"/>
                  <a:gd name="connsiteX19" fmla="*/ 870419 w 930756"/>
                  <a:gd name="connsiteY19" fmla="*/ 877593 h 2730677"/>
                  <a:gd name="connsiteX20" fmla="*/ 759295 w 930756"/>
                  <a:gd name="connsiteY20" fmla="*/ 423568 h 2730677"/>
                  <a:gd name="connsiteX21" fmla="*/ 848195 w 930756"/>
                  <a:gd name="connsiteY21" fmla="*/ 356893 h 2730677"/>
                  <a:gd name="connsiteX22" fmla="*/ 883119 w 930756"/>
                  <a:gd name="connsiteY22" fmla="*/ 239418 h 2730677"/>
                  <a:gd name="connsiteX23" fmla="*/ 838670 w 930756"/>
                  <a:gd name="connsiteY23" fmla="*/ 64793 h 2730677"/>
                  <a:gd name="connsiteX24" fmla="*/ 714842 w 930756"/>
                  <a:gd name="connsiteY24" fmla="*/ 1290 h 2730677"/>
                  <a:gd name="connsiteX25" fmla="*/ 521169 w 930756"/>
                  <a:gd name="connsiteY25" fmla="*/ 125117 h 2730677"/>
                  <a:gd name="connsiteX26" fmla="*/ 613244 w 930756"/>
                  <a:gd name="connsiteY26" fmla="*/ 382292 h 2730677"/>
                  <a:gd name="connsiteX27" fmla="*/ 511642 w 930756"/>
                  <a:gd name="connsiteY27" fmla="*/ 518815 h 2730677"/>
                  <a:gd name="connsiteX28" fmla="*/ 467192 w 930756"/>
                  <a:gd name="connsiteY28" fmla="*/ 696615 h 2730677"/>
                  <a:gd name="connsiteX29" fmla="*/ 517992 w 930756"/>
                  <a:gd name="connsiteY29" fmla="*/ 998240 h 2730677"/>
                  <a:gd name="connsiteX0" fmla="*/ 517992 w 930790"/>
                  <a:gd name="connsiteY0" fmla="*/ 998240 h 2730677"/>
                  <a:gd name="connsiteX1" fmla="*/ 470367 w 930790"/>
                  <a:gd name="connsiteY1" fmla="*/ 1163340 h 2730677"/>
                  <a:gd name="connsiteX2" fmla="*/ 479892 w 930790"/>
                  <a:gd name="connsiteY2" fmla="*/ 1449090 h 2730677"/>
                  <a:gd name="connsiteX3" fmla="*/ 390992 w 930790"/>
                  <a:gd name="connsiteY3" fmla="*/ 1950740 h 2730677"/>
                  <a:gd name="connsiteX4" fmla="*/ 146517 w 930790"/>
                  <a:gd name="connsiteY4" fmla="*/ 2220615 h 2730677"/>
                  <a:gd name="connsiteX5" fmla="*/ 467 w 930790"/>
                  <a:gd name="connsiteY5" fmla="*/ 2569865 h 2730677"/>
                  <a:gd name="connsiteX6" fmla="*/ 98892 w 930790"/>
                  <a:gd name="connsiteY6" fmla="*/ 2665115 h 2730677"/>
                  <a:gd name="connsiteX7" fmla="*/ 365592 w 930790"/>
                  <a:gd name="connsiteY7" fmla="*/ 2722264 h 2730677"/>
                  <a:gd name="connsiteX8" fmla="*/ 187792 w 930790"/>
                  <a:gd name="connsiteY8" fmla="*/ 2525415 h 2730677"/>
                  <a:gd name="connsiteX9" fmla="*/ 610067 w 930790"/>
                  <a:gd name="connsiteY9" fmla="*/ 2080915 h 2730677"/>
                  <a:gd name="connsiteX10" fmla="*/ 794217 w 930790"/>
                  <a:gd name="connsiteY10" fmla="*/ 1550690 h 2730677"/>
                  <a:gd name="connsiteX11" fmla="*/ 876767 w 930790"/>
                  <a:gd name="connsiteY11" fmla="*/ 1252240 h 2730677"/>
                  <a:gd name="connsiteX12" fmla="*/ 860892 w 930790"/>
                  <a:gd name="connsiteY12" fmla="*/ 1169690 h 2730677"/>
                  <a:gd name="connsiteX13" fmla="*/ 724367 w 930790"/>
                  <a:gd name="connsiteY13" fmla="*/ 1055390 h 2730677"/>
                  <a:gd name="connsiteX14" fmla="*/ 644992 w 930790"/>
                  <a:gd name="connsiteY14" fmla="*/ 839490 h 2730677"/>
                  <a:gd name="connsiteX15" fmla="*/ 587842 w 930790"/>
                  <a:gd name="connsiteY15" fmla="*/ 725190 h 2730677"/>
                  <a:gd name="connsiteX16" fmla="*/ 857719 w 930790"/>
                  <a:gd name="connsiteY16" fmla="*/ 902993 h 2730677"/>
                  <a:gd name="connsiteX17" fmla="*/ 930744 w 930790"/>
                  <a:gd name="connsiteY17" fmla="*/ 826793 h 2730677"/>
                  <a:gd name="connsiteX18" fmla="*/ 870419 w 930790"/>
                  <a:gd name="connsiteY18" fmla="*/ 877593 h 2730677"/>
                  <a:gd name="connsiteX19" fmla="*/ 759295 w 930790"/>
                  <a:gd name="connsiteY19" fmla="*/ 423568 h 2730677"/>
                  <a:gd name="connsiteX20" fmla="*/ 848195 w 930790"/>
                  <a:gd name="connsiteY20" fmla="*/ 356893 h 2730677"/>
                  <a:gd name="connsiteX21" fmla="*/ 883119 w 930790"/>
                  <a:gd name="connsiteY21" fmla="*/ 239418 h 2730677"/>
                  <a:gd name="connsiteX22" fmla="*/ 838670 w 930790"/>
                  <a:gd name="connsiteY22" fmla="*/ 64793 h 2730677"/>
                  <a:gd name="connsiteX23" fmla="*/ 714842 w 930790"/>
                  <a:gd name="connsiteY23" fmla="*/ 1290 h 2730677"/>
                  <a:gd name="connsiteX24" fmla="*/ 521169 w 930790"/>
                  <a:gd name="connsiteY24" fmla="*/ 125117 h 2730677"/>
                  <a:gd name="connsiteX25" fmla="*/ 613244 w 930790"/>
                  <a:gd name="connsiteY25" fmla="*/ 382292 h 2730677"/>
                  <a:gd name="connsiteX26" fmla="*/ 511642 w 930790"/>
                  <a:gd name="connsiteY26" fmla="*/ 518815 h 2730677"/>
                  <a:gd name="connsiteX27" fmla="*/ 467192 w 930790"/>
                  <a:gd name="connsiteY27" fmla="*/ 696615 h 2730677"/>
                  <a:gd name="connsiteX28" fmla="*/ 517992 w 930790"/>
                  <a:gd name="connsiteY28" fmla="*/ 998240 h 2730677"/>
                  <a:gd name="connsiteX0" fmla="*/ 517992 w 930790"/>
                  <a:gd name="connsiteY0" fmla="*/ 998240 h 2730677"/>
                  <a:gd name="connsiteX1" fmla="*/ 470367 w 930790"/>
                  <a:gd name="connsiteY1" fmla="*/ 1163340 h 2730677"/>
                  <a:gd name="connsiteX2" fmla="*/ 479892 w 930790"/>
                  <a:gd name="connsiteY2" fmla="*/ 1449090 h 2730677"/>
                  <a:gd name="connsiteX3" fmla="*/ 390992 w 930790"/>
                  <a:gd name="connsiteY3" fmla="*/ 1950740 h 2730677"/>
                  <a:gd name="connsiteX4" fmla="*/ 146517 w 930790"/>
                  <a:gd name="connsiteY4" fmla="*/ 2220615 h 2730677"/>
                  <a:gd name="connsiteX5" fmla="*/ 467 w 930790"/>
                  <a:gd name="connsiteY5" fmla="*/ 2569865 h 2730677"/>
                  <a:gd name="connsiteX6" fmla="*/ 98892 w 930790"/>
                  <a:gd name="connsiteY6" fmla="*/ 2665115 h 2730677"/>
                  <a:gd name="connsiteX7" fmla="*/ 365592 w 930790"/>
                  <a:gd name="connsiteY7" fmla="*/ 2722264 h 2730677"/>
                  <a:gd name="connsiteX8" fmla="*/ 187792 w 930790"/>
                  <a:gd name="connsiteY8" fmla="*/ 2525415 h 2730677"/>
                  <a:gd name="connsiteX9" fmla="*/ 610067 w 930790"/>
                  <a:gd name="connsiteY9" fmla="*/ 2080915 h 2730677"/>
                  <a:gd name="connsiteX10" fmla="*/ 794217 w 930790"/>
                  <a:gd name="connsiteY10" fmla="*/ 1550690 h 2730677"/>
                  <a:gd name="connsiteX11" fmla="*/ 876767 w 930790"/>
                  <a:gd name="connsiteY11" fmla="*/ 1252240 h 2730677"/>
                  <a:gd name="connsiteX12" fmla="*/ 860892 w 930790"/>
                  <a:gd name="connsiteY12" fmla="*/ 1169690 h 2730677"/>
                  <a:gd name="connsiteX13" fmla="*/ 724367 w 930790"/>
                  <a:gd name="connsiteY13" fmla="*/ 1055390 h 2730677"/>
                  <a:gd name="connsiteX14" fmla="*/ 644992 w 930790"/>
                  <a:gd name="connsiteY14" fmla="*/ 839490 h 2730677"/>
                  <a:gd name="connsiteX15" fmla="*/ 587842 w 930790"/>
                  <a:gd name="connsiteY15" fmla="*/ 725190 h 2730677"/>
                  <a:gd name="connsiteX16" fmla="*/ 857719 w 930790"/>
                  <a:gd name="connsiteY16" fmla="*/ 902993 h 2730677"/>
                  <a:gd name="connsiteX17" fmla="*/ 930744 w 930790"/>
                  <a:gd name="connsiteY17" fmla="*/ 826793 h 2730677"/>
                  <a:gd name="connsiteX18" fmla="*/ 870419 w 930790"/>
                  <a:gd name="connsiteY18" fmla="*/ 877593 h 2730677"/>
                  <a:gd name="connsiteX19" fmla="*/ 759295 w 930790"/>
                  <a:gd name="connsiteY19" fmla="*/ 423568 h 2730677"/>
                  <a:gd name="connsiteX20" fmla="*/ 848195 w 930790"/>
                  <a:gd name="connsiteY20" fmla="*/ 356893 h 2730677"/>
                  <a:gd name="connsiteX21" fmla="*/ 883119 w 930790"/>
                  <a:gd name="connsiteY21" fmla="*/ 239418 h 2730677"/>
                  <a:gd name="connsiteX22" fmla="*/ 838670 w 930790"/>
                  <a:gd name="connsiteY22" fmla="*/ 64793 h 2730677"/>
                  <a:gd name="connsiteX23" fmla="*/ 714842 w 930790"/>
                  <a:gd name="connsiteY23" fmla="*/ 1290 h 2730677"/>
                  <a:gd name="connsiteX24" fmla="*/ 521169 w 930790"/>
                  <a:gd name="connsiteY24" fmla="*/ 125117 h 2730677"/>
                  <a:gd name="connsiteX25" fmla="*/ 613244 w 930790"/>
                  <a:gd name="connsiteY25" fmla="*/ 382292 h 2730677"/>
                  <a:gd name="connsiteX26" fmla="*/ 511642 w 930790"/>
                  <a:gd name="connsiteY26" fmla="*/ 518815 h 2730677"/>
                  <a:gd name="connsiteX27" fmla="*/ 467192 w 930790"/>
                  <a:gd name="connsiteY27" fmla="*/ 696615 h 2730677"/>
                  <a:gd name="connsiteX28" fmla="*/ 517992 w 930790"/>
                  <a:gd name="connsiteY28" fmla="*/ 998240 h 2730677"/>
                  <a:gd name="connsiteX0" fmla="*/ 517992 w 887922"/>
                  <a:gd name="connsiteY0" fmla="*/ 998240 h 2730677"/>
                  <a:gd name="connsiteX1" fmla="*/ 470367 w 887922"/>
                  <a:gd name="connsiteY1" fmla="*/ 1163340 h 2730677"/>
                  <a:gd name="connsiteX2" fmla="*/ 479892 w 887922"/>
                  <a:gd name="connsiteY2" fmla="*/ 1449090 h 2730677"/>
                  <a:gd name="connsiteX3" fmla="*/ 390992 w 887922"/>
                  <a:gd name="connsiteY3" fmla="*/ 1950740 h 2730677"/>
                  <a:gd name="connsiteX4" fmla="*/ 146517 w 887922"/>
                  <a:gd name="connsiteY4" fmla="*/ 2220615 h 2730677"/>
                  <a:gd name="connsiteX5" fmla="*/ 467 w 887922"/>
                  <a:gd name="connsiteY5" fmla="*/ 2569865 h 2730677"/>
                  <a:gd name="connsiteX6" fmla="*/ 98892 w 887922"/>
                  <a:gd name="connsiteY6" fmla="*/ 2665115 h 2730677"/>
                  <a:gd name="connsiteX7" fmla="*/ 365592 w 887922"/>
                  <a:gd name="connsiteY7" fmla="*/ 2722264 h 2730677"/>
                  <a:gd name="connsiteX8" fmla="*/ 187792 w 887922"/>
                  <a:gd name="connsiteY8" fmla="*/ 2525415 h 2730677"/>
                  <a:gd name="connsiteX9" fmla="*/ 610067 w 887922"/>
                  <a:gd name="connsiteY9" fmla="*/ 2080915 h 2730677"/>
                  <a:gd name="connsiteX10" fmla="*/ 794217 w 887922"/>
                  <a:gd name="connsiteY10" fmla="*/ 1550690 h 2730677"/>
                  <a:gd name="connsiteX11" fmla="*/ 876767 w 887922"/>
                  <a:gd name="connsiteY11" fmla="*/ 1252240 h 2730677"/>
                  <a:gd name="connsiteX12" fmla="*/ 860892 w 887922"/>
                  <a:gd name="connsiteY12" fmla="*/ 1169690 h 2730677"/>
                  <a:gd name="connsiteX13" fmla="*/ 724367 w 887922"/>
                  <a:gd name="connsiteY13" fmla="*/ 1055390 h 2730677"/>
                  <a:gd name="connsiteX14" fmla="*/ 644992 w 887922"/>
                  <a:gd name="connsiteY14" fmla="*/ 839490 h 2730677"/>
                  <a:gd name="connsiteX15" fmla="*/ 587842 w 887922"/>
                  <a:gd name="connsiteY15" fmla="*/ 725190 h 2730677"/>
                  <a:gd name="connsiteX16" fmla="*/ 857719 w 887922"/>
                  <a:gd name="connsiteY16" fmla="*/ 902993 h 2730677"/>
                  <a:gd name="connsiteX17" fmla="*/ 870419 w 887922"/>
                  <a:gd name="connsiteY17" fmla="*/ 877593 h 2730677"/>
                  <a:gd name="connsiteX18" fmla="*/ 759295 w 887922"/>
                  <a:gd name="connsiteY18" fmla="*/ 423568 h 2730677"/>
                  <a:gd name="connsiteX19" fmla="*/ 848195 w 887922"/>
                  <a:gd name="connsiteY19" fmla="*/ 356893 h 2730677"/>
                  <a:gd name="connsiteX20" fmla="*/ 883119 w 887922"/>
                  <a:gd name="connsiteY20" fmla="*/ 239418 h 2730677"/>
                  <a:gd name="connsiteX21" fmla="*/ 838670 w 887922"/>
                  <a:gd name="connsiteY21" fmla="*/ 64793 h 2730677"/>
                  <a:gd name="connsiteX22" fmla="*/ 714842 w 887922"/>
                  <a:gd name="connsiteY22" fmla="*/ 1290 h 2730677"/>
                  <a:gd name="connsiteX23" fmla="*/ 521169 w 887922"/>
                  <a:gd name="connsiteY23" fmla="*/ 125117 h 2730677"/>
                  <a:gd name="connsiteX24" fmla="*/ 613244 w 887922"/>
                  <a:gd name="connsiteY24" fmla="*/ 382292 h 2730677"/>
                  <a:gd name="connsiteX25" fmla="*/ 511642 w 887922"/>
                  <a:gd name="connsiteY25" fmla="*/ 518815 h 2730677"/>
                  <a:gd name="connsiteX26" fmla="*/ 467192 w 887922"/>
                  <a:gd name="connsiteY26" fmla="*/ 696615 h 2730677"/>
                  <a:gd name="connsiteX27" fmla="*/ 517992 w 887922"/>
                  <a:gd name="connsiteY27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587842 w 883584"/>
                  <a:gd name="connsiteY15" fmla="*/ 725190 h 2730677"/>
                  <a:gd name="connsiteX16" fmla="*/ 857719 w 883584"/>
                  <a:gd name="connsiteY16" fmla="*/ 902993 h 2730677"/>
                  <a:gd name="connsiteX17" fmla="*/ 759295 w 883584"/>
                  <a:gd name="connsiteY17" fmla="*/ 423568 h 2730677"/>
                  <a:gd name="connsiteX18" fmla="*/ 848195 w 883584"/>
                  <a:gd name="connsiteY18" fmla="*/ 356893 h 2730677"/>
                  <a:gd name="connsiteX19" fmla="*/ 883119 w 883584"/>
                  <a:gd name="connsiteY19" fmla="*/ 239418 h 2730677"/>
                  <a:gd name="connsiteX20" fmla="*/ 838670 w 883584"/>
                  <a:gd name="connsiteY20" fmla="*/ 64793 h 2730677"/>
                  <a:gd name="connsiteX21" fmla="*/ 714842 w 883584"/>
                  <a:gd name="connsiteY21" fmla="*/ 1290 h 2730677"/>
                  <a:gd name="connsiteX22" fmla="*/ 521169 w 883584"/>
                  <a:gd name="connsiteY22" fmla="*/ 125117 h 2730677"/>
                  <a:gd name="connsiteX23" fmla="*/ 613244 w 883584"/>
                  <a:gd name="connsiteY23" fmla="*/ 382292 h 2730677"/>
                  <a:gd name="connsiteX24" fmla="*/ 511642 w 883584"/>
                  <a:gd name="connsiteY24" fmla="*/ 518815 h 2730677"/>
                  <a:gd name="connsiteX25" fmla="*/ 467192 w 883584"/>
                  <a:gd name="connsiteY25" fmla="*/ 696615 h 2730677"/>
                  <a:gd name="connsiteX26" fmla="*/ 517992 w 883584"/>
                  <a:gd name="connsiteY26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11642 w 883584"/>
                  <a:gd name="connsiteY23" fmla="*/ 518815 h 2730677"/>
                  <a:gd name="connsiteX24" fmla="*/ 467192 w 883584"/>
                  <a:gd name="connsiteY24" fmla="*/ 696615 h 2730677"/>
                  <a:gd name="connsiteX25" fmla="*/ 517992 w 883584"/>
                  <a:gd name="connsiteY25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517992 w 883584"/>
                  <a:gd name="connsiteY25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517992 w 883584"/>
                  <a:gd name="connsiteY25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17992 w 883584"/>
                  <a:gd name="connsiteY26" fmla="*/ 998240 h 2730677"/>
                  <a:gd name="connsiteX0" fmla="*/ 508467 w 883584"/>
                  <a:gd name="connsiteY0" fmla="*/ 10363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665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665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665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792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15430 w 890547"/>
                  <a:gd name="connsiteY0" fmla="*/ 1071265 h 2730677"/>
                  <a:gd name="connsiteX1" fmla="*/ 436055 w 890547"/>
                  <a:gd name="connsiteY1" fmla="*/ 1293515 h 2730677"/>
                  <a:gd name="connsiteX2" fmla="*/ 455105 w 890547"/>
                  <a:gd name="connsiteY2" fmla="*/ 1591965 h 2730677"/>
                  <a:gd name="connsiteX3" fmla="*/ 397955 w 890547"/>
                  <a:gd name="connsiteY3" fmla="*/ 1950740 h 2730677"/>
                  <a:gd name="connsiteX4" fmla="*/ 153480 w 890547"/>
                  <a:gd name="connsiteY4" fmla="*/ 2220615 h 2730677"/>
                  <a:gd name="connsiteX5" fmla="*/ 7430 w 890547"/>
                  <a:gd name="connsiteY5" fmla="*/ 2569865 h 2730677"/>
                  <a:gd name="connsiteX6" fmla="*/ 105855 w 890547"/>
                  <a:gd name="connsiteY6" fmla="*/ 2665115 h 2730677"/>
                  <a:gd name="connsiteX7" fmla="*/ 372555 w 890547"/>
                  <a:gd name="connsiteY7" fmla="*/ 2722264 h 2730677"/>
                  <a:gd name="connsiteX8" fmla="*/ 194755 w 890547"/>
                  <a:gd name="connsiteY8" fmla="*/ 2525415 h 2730677"/>
                  <a:gd name="connsiteX9" fmla="*/ 617030 w 890547"/>
                  <a:gd name="connsiteY9" fmla="*/ 2080915 h 2730677"/>
                  <a:gd name="connsiteX10" fmla="*/ 801180 w 890547"/>
                  <a:gd name="connsiteY10" fmla="*/ 1550690 h 2730677"/>
                  <a:gd name="connsiteX11" fmla="*/ 883730 w 890547"/>
                  <a:gd name="connsiteY11" fmla="*/ 1252240 h 2730677"/>
                  <a:gd name="connsiteX12" fmla="*/ 867855 w 890547"/>
                  <a:gd name="connsiteY12" fmla="*/ 1169690 h 2730677"/>
                  <a:gd name="connsiteX13" fmla="*/ 731330 w 890547"/>
                  <a:gd name="connsiteY13" fmla="*/ 1055390 h 2730677"/>
                  <a:gd name="connsiteX14" fmla="*/ 651955 w 890547"/>
                  <a:gd name="connsiteY14" fmla="*/ 839490 h 2730677"/>
                  <a:gd name="connsiteX15" fmla="*/ 864682 w 890547"/>
                  <a:gd name="connsiteY15" fmla="*/ 902993 h 2730677"/>
                  <a:gd name="connsiteX16" fmla="*/ 766258 w 890547"/>
                  <a:gd name="connsiteY16" fmla="*/ 423568 h 2730677"/>
                  <a:gd name="connsiteX17" fmla="*/ 855158 w 890547"/>
                  <a:gd name="connsiteY17" fmla="*/ 356893 h 2730677"/>
                  <a:gd name="connsiteX18" fmla="*/ 890082 w 890547"/>
                  <a:gd name="connsiteY18" fmla="*/ 239418 h 2730677"/>
                  <a:gd name="connsiteX19" fmla="*/ 845633 w 890547"/>
                  <a:gd name="connsiteY19" fmla="*/ 64793 h 2730677"/>
                  <a:gd name="connsiteX20" fmla="*/ 721805 w 890547"/>
                  <a:gd name="connsiteY20" fmla="*/ 1290 h 2730677"/>
                  <a:gd name="connsiteX21" fmla="*/ 528132 w 890547"/>
                  <a:gd name="connsiteY21" fmla="*/ 125117 h 2730677"/>
                  <a:gd name="connsiteX22" fmla="*/ 620207 w 890547"/>
                  <a:gd name="connsiteY22" fmla="*/ 382292 h 2730677"/>
                  <a:gd name="connsiteX23" fmla="*/ 537655 w 890547"/>
                  <a:gd name="connsiteY23" fmla="*/ 541040 h 2730677"/>
                  <a:gd name="connsiteX24" fmla="*/ 474155 w 890547"/>
                  <a:gd name="connsiteY24" fmla="*/ 696615 h 2730677"/>
                  <a:gd name="connsiteX25" fmla="*/ 483682 w 890547"/>
                  <a:gd name="connsiteY25" fmla="*/ 677568 h 2730677"/>
                  <a:gd name="connsiteX26" fmla="*/ 515430 w 890547"/>
                  <a:gd name="connsiteY26" fmla="*/ 1071265 h 2730677"/>
                  <a:gd name="connsiteX0" fmla="*/ 509256 w 884373"/>
                  <a:gd name="connsiteY0" fmla="*/ 1071265 h 2730677"/>
                  <a:gd name="connsiteX1" fmla="*/ 429881 w 884373"/>
                  <a:gd name="connsiteY1" fmla="*/ 1293515 h 2730677"/>
                  <a:gd name="connsiteX2" fmla="*/ 448931 w 884373"/>
                  <a:gd name="connsiteY2" fmla="*/ 1591965 h 2730677"/>
                  <a:gd name="connsiteX3" fmla="*/ 391781 w 884373"/>
                  <a:gd name="connsiteY3" fmla="*/ 1950740 h 2730677"/>
                  <a:gd name="connsiteX4" fmla="*/ 147306 w 884373"/>
                  <a:gd name="connsiteY4" fmla="*/ 2220615 h 2730677"/>
                  <a:gd name="connsiteX5" fmla="*/ 1256 w 884373"/>
                  <a:gd name="connsiteY5" fmla="*/ 2569865 h 2730677"/>
                  <a:gd name="connsiteX6" fmla="*/ 99681 w 884373"/>
                  <a:gd name="connsiteY6" fmla="*/ 2665115 h 2730677"/>
                  <a:gd name="connsiteX7" fmla="*/ 366381 w 884373"/>
                  <a:gd name="connsiteY7" fmla="*/ 2722264 h 2730677"/>
                  <a:gd name="connsiteX8" fmla="*/ 188581 w 884373"/>
                  <a:gd name="connsiteY8" fmla="*/ 2525415 h 2730677"/>
                  <a:gd name="connsiteX9" fmla="*/ 610856 w 884373"/>
                  <a:gd name="connsiteY9" fmla="*/ 2080915 h 2730677"/>
                  <a:gd name="connsiteX10" fmla="*/ 795006 w 884373"/>
                  <a:gd name="connsiteY10" fmla="*/ 1550690 h 2730677"/>
                  <a:gd name="connsiteX11" fmla="*/ 877556 w 884373"/>
                  <a:gd name="connsiteY11" fmla="*/ 1252240 h 2730677"/>
                  <a:gd name="connsiteX12" fmla="*/ 861681 w 884373"/>
                  <a:gd name="connsiteY12" fmla="*/ 1169690 h 2730677"/>
                  <a:gd name="connsiteX13" fmla="*/ 725156 w 884373"/>
                  <a:gd name="connsiteY13" fmla="*/ 1055390 h 2730677"/>
                  <a:gd name="connsiteX14" fmla="*/ 645781 w 884373"/>
                  <a:gd name="connsiteY14" fmla="*/ 839490 h 2730677"/>
                  <a:gd name="connsiteX15" fmla="*/ 858508 w 884373"/>
                  <a:gd name="connsiteY15" fmla="*/ 902993 h 2730677"/>
                  <a:gd name="connsiteX16" fmla="*/ 760084 w 884373"/>
                  <a:gd name="connsiteY16" fmla="*/ 423568 h 2730677"/>
                  <a:gd name="connsiteX17" fmla="*/ 848984 w 884373"/>
                  <a:gd name="connsiteY17" fmla="*/ 356893 h 2730677"/>
                  <a:gd name="connsiteX18" fmla="*/ 883908 w 884373"/>
                  <a:gd name="connsiteY18" fmla="*/ 239418 h 2730677"/>
                  <a:gd name="connsiteX19" fmla="*/ 839459 w 884373"/>
                  <a:gd name="connsiteY19" fmla="*/ 64793 h 2730677"/>
                  <a:gd name="connsiteX20" fmla="*/ 715631 w 884373"/>
                  <a:gd name="connsiteY20" fmla="*/ 1290 h 2730677"/>
                  <a:gd name="connsiteX21" fmla="*/ 521958 w 884373"/>
                  <a:gd name="connsiteY21" fmla="*/ 125117 h 2730677"/>
                  <a:gd name="connsiteX22" fmla="*/ 614033 w 884373"/>
                  <a:gd name="connsiteY22" fmla="*/ 382292 h 2730677"/>
                  <a:gd name="connsiteX23" fmla="*/ 531481 w 884373"/>
                  <a:gd name="connsiteY23" fmla="*/ 541040 h 2730677"/>
                  <a:gd name="connsiteX24" fmla="*/ 467981 w 884373"/>
                  <a:gd name="connsiteY24" fmla="*/ 696615 h 2730677"/>
                  <a:gd name="connsiteX25" fmla="*/ 477508 w 884373"/>
                  <a:gd name="connsiteY25" fmla="*/ 677568 h 2730677"/>
                  <a:gd name="connsiteX26" fmla="*/ 509256 w 884373"/>
                  <a:gd name="connsiteY26" fmla="*/ 1071265 h 2730677"/>
                  <a:gd name="connsiteX0" fmla="*/ 515259 w 890376"/>
                  <a:gd name="connsiteY0" fmla="*/ 1071265 h 2730677"/>
                  <a:gd name="connsiteX1" fmla="*/ 435884 w 890376"/>
                  <a:gd name="connsiteY1" fmla="*/ 1293515 h 2730677"/>
                  <a:gd name="connsiteX2" fmla="*/ 454934 w 890376"/>
                  <a:gd name="connsiteY2" fmla="*/ 1591965 h 2730677"/>
                  <a:gd name="connsiteX3" fmla="*/ 397784 w 890376"/>
                  <a:gd name="connsiteY3" fmla="*/ 1950740 h 2730677"/>
                  <a:gd name="connsiteX4" fmla="*/ 153309 w 890376"/>
                  <a:gd name="connsiteY4" fmla="*/ 2220615 h 2730677"/>
                  <a:gd name="connsiteX5" fmla="*/ 7259 w 890376"/>
                  <a:gd name="connsiteY5" fmla="*/ 2569865 h 2730677"/>
                  <a:gd name="connsiteX6" fmla="*/ 105684 w 890376"/>
                  <a:gd name="connsiteY6" fmla="*/ 2665115 h 2730677"/>
                  <a:gd name="connsiteX7" fmla="*/ 372384 w 890376"/>
                  <a:gd name="connsiteY7" fmla="*/ 2722264 h 2730677"/>
                  <a:gd name="connsiteX8" fmla="*/ 194584 w 890376"/>
                  <a:gd name="connsiteY8" fmla="*/ 2525415 h 2730677"/>
                  <a:gd name="connsiteX9" fmla="*/ 616859 w 890376"/>
                  <a:gd name="connsiteY9" fmla="*/ 2080915 h 2730677"/>
                  <a:gd name="connsiteX10" fmla="*/ 801009 w 890376"/>
                  <a:gd name="connsiteY10" fmla="*/ 1550690 h 2730677"/>
                  <a:gd name="connsiteX11" fmla="*/ 883559 w 890376"/>
                  <a:gd name="connsiteY11" fmla="*/ 1252240 h 2730677"/>
                  <a:gd name="connsiteX12" fmla="*/ 867684 w 890376"/>
                  <a:gd name="connsiteY12" fmla="*/ 1169690 h 2730677"/>
                  <a:gd name="connsiteX13" fmla="*/ 731159 w 890376"/>
                  <a:gd name="connsiteY13" fmla="*/ 1055390 h 2730677"/>
                  <a:gd name="connsiteX14" fmla="*/ 651784 w 890376"/>
                  <a:gd name="connsiteY14" fmla="*/ 839490 h 2730677"/>
                  <a:gd name="connsiteX15" fmla="*/ 864511 w 890376"/>
                  <a:gd name="connsiteY15" fmla="*/ 902993 h 2730677"/>
                  <a:gd name="connsiteX16" fmla="*/ 766087 w 890376"/>
                  <a:gd name="connsiteY16" fmla="*/ 423568 h 2730677"/>
                  <a:gd name="connsiteX17" fmla="*/ 854987 w 890376"/>
                  <a:gd name="connsiteY17" fmla="*/ 356893 h 2730677"/>
                  <a:gd name="connsiteX18" fmla="*/ 889911 w 890376"/>
                  <a:gd name="connsiteY18" fmla="*/ 239418 h 2730677"/>
                  <a:gd name="connsiteX19" fmla="*/ 845462 w 890376"/>
                  <a:gd name="connsiteY19" fmla="*/ 64793 h 2730677"/>
                  <a:gd name="connsiteX20" fmla="*/ 721634 w 890376"/>
                  <a:gd name="connsiteY20" fmla="*/ 1290 h 2730677"/>
                  <a:gd name="connsiteX21" fmla="*/ 527961 w 890376"/>
                  <a:gd name="connsiteY21" fmla="*/ 125117 h 2730677"/>
                  <a:gd name="connsiteX22" fmla="*/ 620036 w 890376"/>
                  <a:gd name="connsiteY22" fmla="*/ 382292 h 2730677"/>
                  <a:gd name="connsiteX23" fmla="*/ 537484 w 890376"/>
                  <a:gd name="connsiteY23" fmla="*/ 541040 h 2730677"/>
                  <a:gd name="connsiteX24" fmla="*/ 473984 w 890376"/>
                  <a:gd name="connsiteY24" fmla="*/ 696615 h 2730677"/>
                  <a:gd name="connsiteX25" fmla="*/ 483511 w 890376"/>
                  <a:gd name="connsiteY25" fmla="*/ 677568 h 2730677"/>
                  <a:gd name="connsiteX26" fmla="*/ 515259 w 890376"/>
                  <a:gd name="connsiteY26" fmla="*/ 1071265 h 2730677"/>
                  <a:gd name="connsiteX0" fmla="*/ 509862 w 884979"/>
                  <a:gd name="connsiteY0" fmla="*/ 1071265 h 2730677"/>
                  <a:gd name="connsiteX1" fmla="*/ 430487 w 884979"/>
                  <a:gd name="connsiteY1" fmla="*/ 1293515 h 2730677"/>
                  <a:gd name="connsiteX2" fmla="*/ 449537 w 884979"/>
                  <a:gd name="connsiteY2" fmla="*/ 1591965 h 2730677"/>
                  <a:gd name="connsiteX3" fmla="*/ 392387 w 884979"/>
                  <a:gd name="connsiteY3" fmla="*/ 1950740 h 2730677"/>
                  <a:gd name="connsiteX4" fmla="*/ 147912 w 884979"/>
                  <a:gd name="connsiteY4" fmla="*/ 2220615 h 2730677"/>
                  <a:gd name="connsiteX5" fmla="*/ 1862 w 884979"/>
                  <a:gd name="connsiteY5" fmla="*/ 2569865 h 2730677"/>
                  <a:gd name="connsiteX6" fmla="*/ 65362 w 884979"/>
                  <a:gd name="connsiteY6" fmla="*/ 2646065 h 2730677"/>
                  <a:gd name="connsiteX7" fmla="*/ 366987 w 884979"/>
                  <a:gd name="connsiteY7" fmla="*/ 2722264 h 2730677"/>
                  <a:gd name="connsiteX8" fmla="*/ 189187 w 884979"/>
                  <a:gd name="connsiteY8" fmla="*/ 2525415 h 2730677"/>
                  <a:gd name="connsiteX9" fmla="*/ 611462 w 884979"/>
                  <a:gd name="connsiteY9" fmla="*/ 2080915 h 2730677"/>
                  <a:gd name="connsiteX10" fmla="*/ 795612 w 884979"/>
                  <a:gd name="connsiteY10" fmla="*/ 1550690 h 2730677"/>
                  <a:gd name="connsiteX11" fmla="*/ 878162 w 884979"/>
                  <a:gd name="connsiteY11" fmla="*/ 1252240 h 2730677"/>
                  <a:gd name="connsiteX12" fmla="*/ 862287 w 884979"/>
                  <a:gd name="connsiteY12" fmla="*/ 1169690 h 2730677"/>
                  <a:gd name="connsiteX13" fmla="*/ 725762 w 884979"/>
                  <a:gd name="connsiteY13" fmla="*/ 1055390 h 2730677"/>
                  <a:gd name="connsiteX14" fmla="*/ 646387 w 884979"/>
                  <a:gd name="connsiteY14" fmla="*/ 839490 h 2730677"/>
                  <a:gd name="connsiteX15" fmla="*/ 859114 w 884979"/>
                  <a:gd name="connsiteY15" fmla="*/ 902993 h 2730677"/>
                  <a:gd name="connsiteX16" fmla="*/ 760690 w 884979"/>
                  <a:gd name="connsiteY16" fmla="*/ 423568 h 2730677"/>
                  <a:gd name="connsiteX17" fmla="*/ 849590 w 884979"/>
                  <a:gd name="connsiteY17" fmla="*/ 356893 h 2730677"/>
                  <a:gd name="connsiteX18" fmla="*/ 884514 w 884979"/>
                  <a:gd name="connsiteY18" fmla="*/ 239418 h 2730677"/>
                  <a:gd name="connsiteX19" fmla="*/ 840065 w 884979"/>
                  <a:gd name="connsiteY19" fmla="*/ 64793 h 2730677"/>
                  <a:gd name="connsiteX20" fmla="*/ 716237 w 884979"/>
                  <a:gd name="connsiteY20" fmla="*/ 1290 h 2730677"/>
                  <a:gd name="connsiteX21" fmla="*/ 522564 w 884979"/>
                  <a:gd name="connsiteY21" fmla="*/ 125117 h 2730677"/>
                  <a:gd name="connsiteX22" fmla="*/ 614639 w 884979"/>
                  <a:gd name="connsiteY22" fmla="*/ 382292 h 2730677"/>
                  <a:gd name="connsiteX23" fmla="*/ 532087 w 884979"/>
                  <a:gd name="connsiteY23" fmla="*/ 541040 h 2730677"/>
                  <a:gd name="connsiteX24" fmla="*/ 468587 w 884979"/>
                  <a:gd name="connsiteY24" fmla="*/ 696615 h 2730677"/>
                  <a:gd name="connsiteX25" fmla="*/ 478114 w 884979"/>
                  <a:gd name="connsiteY25" fmla="*/ 677568 h 2730677"/>
                  <a:gd name="connsiteX26" fmla="*/ 509862 w 884979"/>
                  <a:gd name="connsiteY26" fmla="*/ 1071265 h 2730677"/>
                  <a:gd name="connsiteX0" fmla="*/ 509862 w 884979"/>
                  <a:gd name="connsiteY0" fmla="*/ 1071265 h 2730677"/>
                  <a:gd name="connsiteX1" fmla="*/ 430487 w 884979"/>
                  <a:gd name="connsiteY1" fmla="*/ 1293515 h 2730677"/>
                  <a:gd name="connsiteX2" fmla="*/ 449537 w 884979"/>
                  <a:gd name="connsiteY2" fmla="*/ 1591965 h 2730677"/>
                  <a:gd name="connsiteX3" fmla="*/ 392387 w 884979"/>
                  <a:gd name="connsiteY3" fmla="*/ 1950740 h 2730677"/>
                  <a:gd name="connsiteX4" fmla="*/ 147912 w 884979"/>
                  <a:gd name="connsiteY4" fmla="*/ 2220615 h 2730677"/>
                  <a:gd name="connsiteX5" fmla="*/ 1862 w 884979"/>
                  <a:gd name="connsiteY5" fmla="*/ 2569865 h 2730677"/>
                  <a:gd name="connsiteX6" fmla="*/ 65362 w 884979"/>
                  <a:gd name="connsiteY6" fmla="*/ 2646065 h 2730677"/>
                  <a:gd name="connsiteX7" fmla="*/ 366987 w 884979"/>
                  <a:gd name="connsiteY7" fmla="*/ 2722264 h 2730677"/>
                  <a:gd name="connsiteX8" fmla="*/ 189187 w 884979"/>
                  <a:gd name="connsiteY8" fmla="*/ 2525415 h 2730677"/>
                  <a:gd name="connsiteX9" fmla="*/ 611462 w 884979"/>
                  <a:gd name="connsiteY9" fmla="*/ 2080915 h 2730677"/>
                  <a:gd name="connsiteX10" fmla="*/ 795612 w 884979"/>
                  <a:gd name="connsiteY10" fmla="*/ 1550690 h 2730677"/>
                  <a:gd name="connsiteX11" fmla="*/ 878162 w 884979"/>
                  <a:gd name="connsiteY11" fmla="*/ 1252240 h 2730677"/>
                  <a:gd name="connsiteX12" fmla="*/ 862287 w 884979"/>
                  <a:gd name="connsiteY12" fmla="*/ 1169690 h 2730677"/>
                  <a:gd name="connsiteX13" fmla="*/ 725762 w 884979"/>
                  <a:gd name="connsiteY13" fmla="*/ 1055390 h 2730677"/>
                  <a:gd name="connsiteX14" fmla="*/ 646387 w 884979"/>
                  <a:gd name="connsiteY14" fmla="*/ 839490 h 2730677"/>
                  <a:gd name="connsiteX15" fmla="*/ 859114 w 884979"/>
                  <a:gd name="connsiteY15" fmla="*/ 902993 h 2730677"/>
                  <a:gd name="connsiteX16" fmla="*/ 760690 w 884979"/>
                  <a:gd name="connsiteY16" fmla="*/ 423568 h 2730677"/>
                  <a:gd name="connsiteX17" fmla="*/ 849590 w 884979"/>
                  <a:gd name="connsiteY17" fmla="*/ 356893 h 2730677"/>
                  <a:gd name="connsiteX18" fmla="*/ 884514 w 884979"/>
                  <a:gd name="connsiteY18" fmla="*/ 239418 h 2730677"/>
                  <a:gd name="connsiteX19" fmla="*/ 840065 w 884979"/>
                  <a:gd name="connsiteY19" fmla="*/ 64793 h 2730677"/>
                  <a:gd name="connsiteX20" fmla="*/ 716237 w 884979"/>
                  <a:gd name="connsiteY20" fmla="*/ 1290 h 2730677"/>
                  <a:gd name="connsiteX21" fmla="*/ 522564 w 884979"/>
                  <a:gd name="connsiteY21" fmla="*/ 125117 h 2730677"/>
                  <a:gd name="connsiteX22" fmla="*/ 614639 w 884979"/>
                  <a:gd name="connsiteY22" fmla="*/ 382292 h 2730677"/>
                  <a:gd name="connsiteX23" fmla="*/ 532087 w 884979"/>
                  <a:gd name="connsiteY23" fmla="*/ 541040 h 2730677"/>
                  <a:gd name="connsiteX24" fmla="*/ 468587 w 884979"/>
                  <a:gd name="connsiteY24" fmla="*/ 696615 h 2730677"/>
                  <a:gd name="connsiteX25" fmla="*/ 478114 w 884979"/>
                  <a:gd name="connsiteY25" fmla="*/ 677568 h 2730677"/>
                  <a:gd name="connsiteX26" fmla="*/ 509862 w 884979"/>
                  <a:gd name="connsiteY26" fmla="*/ 1071265 h 2730677"/>
                  <a:gd name="connsiteX0" fmla="*/ 509192 w 884309"/>
                  <a:gd name="connsiteY0" fmla="*/ 1071265 h 2730677"/>
                  <a:gd name="connsiteX1" fmla="*/ 429817 w 884309"/>
                  <a:gd name="connsiteY1" fmla="*/ 1293515 h 2730677"/>
                  <a:gd name="connsiteX2" fmla="*/ 448867 w 884309"/>
                  <a:gd name="connsiteY2" fmla="*/ 1591965 h 2730677"/>
                  <a:gd name="connsiteX3" fmla="*/ 391717 w 884309"/>
                  <a:gd name="connsiteY3" fmla="*/ 1950740 h 2730677"/>
                  <a:gd name="connsiteX4" fmla="*/ 147242 w 884309"/>
                  <a:gd name="connsiteY4" fmla="*/ 2220615 h 2730677"/>
                  <a:gd name="connsiteX5" fmla="*/ 1192 w 884309"/>
                  <a:gd name="connsiteY5" fmla="*/ 2569865 h 2730677"/>
                  <a:gd name="connsiteX6" fmla="*/ 77392 w 884309"/>
                  <a:gd name="connsiteY6" fmla="*/ 2652415 h 2730677"/>
                  <a:gd name="connsiteX7" fmla="*/ 366317 w 884309"/>
                  <a:gd name="connsiteY7" fmla="*/ 2722264 h 2730677"/>
                  <a:gd name="connsiteX8" fmla="*/ 188517 w 884309"/>
                  <a:gd name="connsiteY8" fmla="*/ 2525415 h 2730677"/>
                  <a:gd name="connsiteX9" fmla="*/ 610792 w 884309"/>
                  <a:gd name="connsiteY9" fmla="*/ 2080915 h 2730677"/>
                  <a:gd name="connsiteX10" fmla="*/ 794942 w 884309"/>
                  <a:gd name="connsiteY10" fmla="*/ 1550690 h 2730677"/>
                  <a:gd name="connsiteX11" fmla="*/ 877492 w 884309"/>
                  <a:gd name="connsiteY11" fmla="*/ 1252240 h 2730677"/>
                  <a:gd name="connsiteX12" fmla="*/ 861617 w 884309"/>
                  <a:gd name="connsiteY12" fmla="*/ 1169690 h 2730677"/>
                  <a:gd name="connsiteX13" fmla="*/ 725092 w 884309"/>
                  <a:gd name="connsiteY13" fmla="*/ 1055390 h 2730677"/>
                  <a:gd name="connsiteX14" fmla="*/ 645717 w 884309"/>
                  <a:gd name="connsiteY14" fmla="*/ 839490 h 2730677"/>
                  <a:gd name="connsiteX15" fmla="*/ 858444 w 884309"/>
                  <a:gd name="connsiteY15" fmla="*/ 902993 h 2730677"/>
                  <a:gd name="connsiteX16" fmla="*/ 760020 w 884309"/>
                  <a:gd name="connsiteY16" fmla="*/ 423568 h 2730677"/>
                  <a:gd name="connsiteX17" fmla="*/ 848920 w 884309"/>
                  <a:gd name="connsiteY17" fmla="*/ 356893 h 2730677"/>
                  <a:gd name="connsiteX18" fmla="*/ 883844 w 884309"/>
                  <a:gd name="connsiteY18" fmla="*/ 239418 h 2730677"/>
                  <a:gd name="connsiteX19" fmla="*/ 839395 w 884309"/>
                  <a:gd name="connsiteY19" fmla="*/ 64793 h 2730677"/>
                  <a:gd name="connsiteX20" fmla="*/ 715567 w 884309"/>
                  <a:gd name="connsiteY20" fmla="*/ 1290 h 2730677"/>
                  <a:gd name="connsiteX21" fmla="*/ 521894 w 884309"/>
                  <a:gd name="connsiteY21" fmla="*/ 125117 h 2730677"/>
                  <a:gd name="connsiteX22" fmla="*/ 613969 w 884309"/>
                  <a:gd name="connsiteY22" fmla="*/ 382292 h 2730677"/>
                  <a:gd name="connsiteX23" fmla="*/ 531417 w 884309"/>
                  <a:gd name="connsiteY23" fmla="*/ 541040 h 2730677"/>
                  <a:gd name="connsiteX24" fmla="*/ 467917 w 884309"/>
                  <a:gd name="connsiteY24" fmla="*/ 696615 h 2730677"/>
                  <a:gd name="connsiteX25" fmla="*/ 477444 w 884309"/>
                  <a:gd name="connsiteY25" fmla="*/ 677568 h 2730677"/>
                  <a:gd name="connsiteX26" fmla="*/ 509192 w 884309"/>
                  <a:gd name="connsiteY26" fmla="*/ 1071265 h 2730677"/>
                  <a:gd name="connsiteX0" fmla="*/ 509192 w 884309"/>
                  <a:gd name="connsiteY0" fmla="*/ 1071265 h 2730677"/>
                  <a:gd name="connsiteX1" fmla="*/ 429817 w 884309"/>
                  <a:gd name="connsiteY1" fmla="*/ 1293515 h 2730677"/>
                  <a:gd name="connsiteX2" fmla="*/ 448867 w 884309"/>
                  <a:gd name="connsiteY2" fmla="*/ 1591965 h 2730677"/>
                  <a:gd name="connsiteX3" fmla="*/ 391717 w 884309"/>
                  <a:gd name="connsiteY3" fmla="*/ 1950740 h 2730677"/>
                  <a:gd name="connsiteX4" fmla="*/ 147242 w 884309"/>
                  <a:gd name="connsiteY4" fmla="*/ 2220615 h 2730677"/>
                  <a:gd name="connsiteX5" fmla="*/ 1192 w 884309"/>
                  <a:gd name="connsiteY5" fmla="*/ 2569865 h 2730677"/>
                  <a:gd name="connsiteX6" fmla="*/ 77392 w 884309"/>
                  <a:gd name="connsiteY6" fmla="*/ 2652415 h 2730677"/>
                  <a:gd name="connsiteX7" fmla="*/ 366317 w 884309"/>
                  <a:gd name="connsiteY7" fmla="*/ 2722264 h 2730677"/>
                  <a:gd name="connsiteX8" fmla="*/ 188517 w 884309"/>
                  <a:gd name="connsiteY8" fmla="*/ 2525415 h 2730677"/>
                  <a:gd name="connsiteX9" fmla="*/ 610792 w 884309"/>
                  <a:gd name="connsiteY9" fmla="*/ 2080915 h 2730677"/>
                  <a:gd name="connsiteX10" fmla="*/ 794942 w 884309"/>
                  <a:gd name="connsiteY10" fmla="*/ 1550690 h 2730677"/>
                  <a:gd name="connsiteX11" fmla="*/ 877492 w 884309"/>
                  <a:gd name="connsiteY11" fmla="*/ 1252240 h 2730677"/>
                  <a:gd name="connsiteX12" fmla="*/ 861617 w 884309"/>
                  <a:gd name="connsiteY12" fmla="*/ 1169690 h 2730677"/>
                  <a:gd name="connsiteX13" fmla="*/ 725092 w 884309"/>
                  <a:gd name="connsiteY13" fmla="*/ 1055390 h 2730677"/>
                  <a:gd name="connsiteX14" fmla="*/ 645717 w 884309"/>
                  <a:gd name="connsiteY14" fmla="*/ 839490 h 2730677"/>
                  <a:gd name="connsiteX15" fmla="*/ 858444 w 884309"/>
                  <a:gd name="connsiteY15" fmla="*/ 902993 h 2730677"/>
                  <a:gd name="connsiteX16" fmla="*/ 760020 w 884309"/>
                  <a:gd name="connsiteY16" fmla="*/ 423568 h 2730677"/>
                  <a:gd name="connsiteX17" fmla="*/ 848920 w 884309"/>
                  <a:gd name="connsiteY17" fmla="*/ 356893 h 2730677"/>
                  <a:gd name="connsiteX18" fmla="*/ 883844 w 884309"/>
                  <a:gd name="connsiteY18" fmla="*/ 239418 h 2730677"/>
                  <a:gd name="connsiteX19" fmla="*/ 839395 w 884309"/>
                  <a:gd name="connsiteY19" fmla="*/ 64793 h 2730677"/>
                  <a:gd name="connsiteX20" fmla="*/ 715567 w 884309"/>
                  <a:gd name="connsiteY20" fmla="*/ 1290 h 2730677"/>
                  <a:gd name="connsiteX21" fmla="*/ 521894 w 884309"/>
                  <a:gd name="connsiteY21" fmla="*/ 125117 h 2730677"/>
                  <a:gd name="connsiteX22" fmla="*/ 613969 w 884309"/>
                  <a:gd name="connsiteY22" fmla="*/ 382292 h 2730677"/>
                  <a:gd name="connsiteX23" fmla="*/ 531417 w 884309"/>
                  <a:gd name="connsiteY23" fmla="*/ 541040 h 2730677"/>
                  <a:gd name="connsiteX24" fmla="*/ 467917 w 884309"/>
                  <a:gd name="connsiteY24" fmla="*/ 696615 h 2730677"/>
                  <a:gd name="connsiteX25" fmla="*/ 477444 w 884309"/>
                  <a:gd name="connsiteY25" fmla="*/ 677568 h 2730677"/>
                  <a:gd name="connsiteX26" fmla="*/ 509192 w 884309"/>
                  <a:gd name="connsiteY26" fmla="*/ 1071265 h 2730677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12739"/>
                  <a:gd name="connsiteX1" fmla="*/ 429817 w 884309"/>
                  <a:gd name="connsiteY1" fmla="*/ 1293515 h 2712739"/>
                  <a:gd name="connsiteX2" fmla="*/ 448867 w 884309"/>
                  <a:gd name="connsiteY2" fmla="*/ 1591965 h 2712739"/>
                  <a:gd name="connsiteX3" fmla="*/ 391717 w 884309"/>
                  <a:gd name="connsiteY3" fmla="*/ 1950740 h 2712739"/>
                  <a:gd name="connsiteX4" fmla="*/ 147242 w 884309"/>
                  <a:gd name="connsiteY4" fmla="*/ 2220615 h 2712739"/>
                  <a:gd name="connsiteX5" fmla="*/ 1192 w 884309"/>
                  <a:gd name="connsiteY5" fmla="*/ 2569865 h 2712739"/>
                  <a:gd name="connsiteX6" fmla="*/ 77392 w 884309"/>
                  <a:gd name="connsiteY6" fmla="*/ 2652415 h 2712739"/>
                  <a:gd name="connsiteX7" fmla="*/ 366317 w 884309"/>
                  <a:gd name="connsiteY7" fmla="*/ 2712739 h 2712739"/>
                  <a:gd name="connsiteX8" fmla="*/ 188517 w 884309"/>
                  <a:gd name="connsiteY8" fmla="*/ 2525415 h 2712739"/>
                  <a:gd name="connsiteX9" fmla="*/ 610792 w 884309"/>
                  <a:gd name="connsiteY9" fmla="*/ 2080915 h 2712739"/>
                  <a:gd name="connsiteX10" fmla="*/ 794942 w 884309"/>
                  <a:gd name="connsiteY10" fmla="*/ 1550690 h 2712739"/>
                  <a:gd name="connsiteX11" fmla="*/ 877492 w 884309"/>
                  <a:gd name="connsiteY11" fmla="*/ 1252240 h 2712739"/>
                  <a:gd name="connsiteX12" fmla="*/ 861617 w 884309"/>
                  <a:gd name="connsiteY12" fmla="*/ 1169690 h 2712739"/>
                  <a:gd name="connsiteX13" fmla="*/ 725092 w 884309"/>
                  <a:gd name="connsiteY13" fmla="*/ 1055390 h 2712739"/>
                  <a:gd name="connsiteX14" fmla="*/ 645717 w 884309"/>
                  <a:gd name="connsiteY14" fmla="*/ 839490 h 2712739"/>
                  <a:gd name="connsiteX15" fmla="*/ 858444 w 884309"/>
                  <a:gd name="connsiteY15" fmla="*/ 902993 h 2712739"/>
                  <a:gd name="connsiteX16" fmla="*/ 760020 w 884309"/>
                  <a:gd name="connsiteY16" fmla="*/ 423568 h 2712739"/>
                  <a:gd name="connsiteX17" fmla="*/ 848920 w 884309"/>
                  <a:gd name="connsiteY17" fmla="*/ 356893 h 2712739"/>
                  <a:gd name="connsiteX18" fmla="*/ 883844 w 884309"/>
                  <a:gd name="connsiteY18" fmla="*/ 239418 h 2712739"/>
                  <a:gd name="connsiteX19" fmla="*/ 839395 w 884309"/>
                  <a:gd name="connsiteY19" fmla="*/ 64793 h 2712739"/>
                  <a:gd name="connsiteX20" fmla="*/ 715567 w 884309"/>
                  <a:gd name="connsiteY20" fmla="*/ 1290 h 2712739"/>
                  <a:gd name="connsiteX21" fmla="*/ 521894 w 884309"/>
                  <a:gd name="connsiteY21" fmla="*/ 125117 h 2712739"/>
                  <a:gd name="connsiteX22" fmla="*/ 613969 w 884309"/>
                  <a:gd name="connsiteY22" fmla="*/ 382292 h 2712739"/>
                  <a:gd name="connsiteX23" fmla="*/ 531417 w 884309"/>
                  <a:gd name="connsiteY23" fmla="*/ 541040 h 2712739"/>
                  <a:gd name="connsiteX24" fmla="*/ 467917 w 884309"/>
                  <a:gd name="connsiteY24" fmla="*/ 696615 h 2712739"/>
                  <a:gd name="connsiteX25" fmla="*/ 477444 w 884309"/>
                  <a:gd name="connsiteY25" fmla="*/ 677568 h 2712739"/>
                  <a:gd name="connsiteX26" fmla="*/ 509192 w 884309"/>
                  <a:gd name="connsiteY26" fmla="*/ 1071265 h 2712739"/>
                  <a:gd name="connsiteX0" fmla="*/ 509192 w 884309"/>
                  <a:gd name="connsiteY0" fmla="*/ 1071265 h 2712739"/>
                  <a:gd name="connsiteX1" fmla="*/ 429817 w 884309"/>
                  <a:gd name="connsiteY1" fmla="*/ 1293515 h 2712739"/>
                  <a:gd name="connsiteX2" fmla="*/ 448867 w 884309"/>
                  <a:gd name="connsiteY2" fmla="*/ 1591965 h 2712739"/>
                  <a:gd name="connsiteX3" fmla="*/ 391717 w 884309"/>
                  <a:gd name="connsiteY3" fmla="*/ 1950740 h 2712739"/>
                  <a:gd name="connsiteX4" fmla="*/ 147242 w 884309"/>
                  <a:gd name="connsiteY4" fmla="*/ 2220615 h 2712739"/>
                  <a:gd name="connsiteX5" fmla="*/ 1192 w 884309"/>
                  <a:gd name="connsiteY5" fmla="*/ 2569865 h 2712739"/>
                  <a:gd name="connsiteX6" fmla="*/ 77392 w 884309"/>
                  <a:gd name="connsiteY6" fmla="*/ 2652415 h 2712739"/>
                  <a:gd name="connsiteX7" fmla="*/ 366317 w 884309"/>
                  <a:gd name="connsiteY7" fmla="*/ 2712739 h 2712739"/>
                  <a:gd name="connsiteX8" fmla="*/ 188517 w 884309"/>
                  <a:gd name="connsiteY8" fmla="*/ 2525415 h 2712739"/>
                  <a:gd name="connsiteX9" fmla="*/ 610792 w 884309"/>
                  <a:gd name="connsiteY9" fmla="*/ 2080915 h 2712739"/>
                  <a:gd name="connsiteX10" fmla="*/ 794942 w 884309"/>
                  <a:gd name="connsiteY10" fmla="*/ 1550690 h 2712739"/>
                  <a:gd name="connsiteX11" fmla="*/ 877492 w 884309"/>
                  <a:gd name="connsiteY11" fmla="*/ 1252240 h 2712739"/>
                  <a:gd name="connsiteX12" fmla="*/ 861617 w 884309"/>
                  <a:gd name="connsiteY12" fmla="*/ 1169690 h 2712739"/>
                  <a:gd name="connsiteX13" fmla="*/ 725092 w 884309"/>
                  <a:gd name="connsiteY13" fmla="*/ 1055390 h 2712739"/>
                  <a:gd name="connsiteX14" fmla="*/ 645717 w 884309"/>
                  <a:gd name="connsiteY14" fmla="*/ 839490 h 2712739"/>
                  <a:gd name="connsiteX15" fmla="*/ 858444 w 884309"/>
                  <a:gd name="connsiteY15" fmla="*/ 902993 h 2712739"/>
                  <a:gd name="connsiteX16" fmla="*/ 760020 w 884309"/>
                  <a:gd name="connsiteY16" fmla="*/ 423568 h 2712739"/>
                  <a:gd name="connsiteX17" fmla="*/ 848920 w 884309"/>
                  <a:gd name="connsiteY17" fmla="*/ 356893 h 2712739"/>
                  <a:gd name="connsiteX18" fmla="*/ 883844 w 884309"/>
                  <a:gd name="connsiteY18" fmla="*/ 239418 h 2712739"/>
                  <a:gd name="connsiteX19" fmla="*/ 839395 w 884309"/>
                  <a:gd name="connsiteY19" fmla="*/ 64793 h 2712739"/>
                  <a:gd name="connsiteX20" fmla="*/ 715567 w 884309"/>
                  <a:gd name="connsiteY20" fmla="*/ 1290 h 2712739"/>
                  <a:gd name="connsiteX21" fmla="*/ 521894 w 884309"/>
                  <a:gd name="connsiteY21" fmla="*/ 125117 h 2712739"/>
                  <a:gd name="connsiteX22" fmla="*/ 613969 w 884309"/>
                  <a:gd name="connsiteY22" fmla="*/ 382292 h 2712739"/>
                  <a:gd name="connsiteX23" fmla="*/ 531417 w 884309"/>
                  <a:gd name="connsiteY23" fmla="*/ 541040 h 2712739"/>
                  <a:gd name="connsiteX24" fmla="*/ 467917 w 884309"/>
                  <a:gd name="connsiteY24" fmla="*/ 696615 h 2712739"/>
                  <a:gd name="connsiteX25" fmla="*/ 477444 w 884309"/>
                  <a:gd name="connsiteY25" fmla="*/ 677568 h 2712739"/>
                  <a:gd name="connsiteX26" fmla="*/ 509192 w 884309"/>
                  <a:gd name="connsiteY26" fmla="*/ 1071265 h 2712739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585392 w 884309"/>
                  <a:gd name="connsiteY9" fmla="*/ 20682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585392 w 884309"/>
                  <a:gd name="connsiteY9" fmla="*/ 20682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585392 w 884309"/>
                  <a:gd name="connsiteY9" fmla="*/ 20682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285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826692 w 884309"/>
                  <a:gd name="connsiteY14" fmla="*/ 1052215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826692 w 884309"/>
                  <a:gd name="connsiteY14" fmla="*/ 1052215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900803"/>
                  <a:gd name="connsiteY0" fmla="*/ 1071265 h 2730417"/>
                  <a:gd name="connsiteX1" fmla="*/ 429817 w 900803"/>
                  <a:gd name="connsiteY1" fmla="*/ 1293515 h 2730417"/>
                  <a:gd name="connsiteX2" fmla="*/ 448867 w 900803"/>
                  <a:gd name="connsiteY2" fmla="*/ 1591965 h 2730417"/>
                  <a:gd name="connsiteX3" fmla="*/ 391717 w 900803"/>
                  <a:gd name="connsiteY3" fmla="*/ 1950740 h 2730417"/>
                  <a:gd name="connsiteX4" fmla="*/ 147242 w 900803"/>
                  <a:gd name="connsiteY4" fmla="*/ 2220615 h 2730417"/>
                  <a:gd name="connsiteX5" fmla="*/ 1192 w 900803"/>
                  <a:gd name="connsiteY5" fmla="*/ 2569865 h 2730417"/>
                  <a:gd name="connsiteX6" fmla="*/ 77392 w 900803"/>
                  <a:gd name="connsiteY6" fmla="*/ 2652415 h 2730417"/>
                  <a:gd name="connsiteX7" fmla="*/ 366317 w 900803"/>
                  <a:gd name="connsiteY7" fmla="*/ 2712739 h 2730417"/>
                  <a:gd name="connsiteX8" fmla="*/ 188517 w 900803"/>
                  <a:gd name="connsiteY8" fmla="*/ 2525415 h 2730417"/>
                  <a:gd name="connsiteX9" fmla="*/ 347270 w 900803"/>
                  <a:gd name="connsiteY9" fmla="*/ 2303169 h 2730417"/>
                  <a:gd name="connsiteX10" fmla="*/ 588567 w 900803"/>
                  <a:gd name="connsiteY10" fmla="*/ 2061865 h 2730417"/>
                  <a:gd name="connsiteX11" fmla="*/ 794942 w 900803"/>
                  <a:gd name="connsiteY11" fmla="*/ 1550690 h 2730417"/>
                  <a:gd name="connsiteX12" fmla="*/ 877492 w 900803"/>
                  <a:gd name="connsiteY12" fmla="*/ 1252240 h 2730417"/>
                  <a:gd name="connsiteX13" fmla="*/ 861617 w 900803"/>
                  <a:gd name="connsiteY13" fmla="*/ 1169690 h 2730417"/>
                  <a:gd name="connsiteX14" fmla="*/ 826692 w 900803"/>
                  <a:gd name="connsiteY14" fmla="*/ 1052215 h 2730417"/>
                  <a:gd name="connsiteX15" fmla="*/ 899719 w 900803"/>
                  <a:gd name="connsiteY15" fmla="*/ 782343 h 2730417"/>
                  <a:gd name="connsiteX16" fmla="*/ 760020 w 900803"/>
                  <a:gd name="connsiteY16" fmla="*/ 423568 h 2730417"/>
                  <a:gd name="connsiteX17" fmla="*/ 848920 w 900803"/>
                  <a:gd name="connsiteY17" fmla="*/ 356893 h 2730417"/>
                  <a:gd name="connsiteX18" fmla="*/ 883844 w 900803"/>
                  <a:gd name="connsiteY18" fmla="*/ 239418 h 2730417"/>
                  <a:gd name="connsiteX19" fmla="*/ 839395 w 900803"/>
                  <a:gd name="connsiteY19" fmla="*/ 64793 h 2730417"/>
                  <a:gd name="connsiteX20" fmla="*/ 715567 w 900803"/>
                  <a:gd name="connsiteY20" fmla="*/ 1290 h 2730417"/>
                  <a:gd name="connsiteX21" fmla="*/ 521894 w 900803"/>
                  <a:gd name="connsiteY21" fmla="*/ 125117 h 2730417"/>
                  <a:gd name="connsiteX22" fmla="*/ 613969 w 900803"/>
                  <a:gd name="connsiteY22" fmla="*/ 382292 h 2730417"/>
                  <a:gd name="connsiteX23" fmla="*/ 531417 w 900803"/>
                  <a:gd name="connsiteY23" fmla="*/ 541040 h 2730417"/>
                  <a:gd name="connsiteX24" fmla="*/ 467917 w 900803"/>
                  <a:gd name="connsiteY24" fmla="*/ 696615 h 2730417"/>
                  <a:gd name="connsiteX25" fmla="*/ 477444 w 900803"/>
                  <a:gd name="connsiteY25" fmla="*/ 677568 h 2730417"/>
                  <a:gd name="connsiteX26" fmla="*/ 509192 w 900803"/>
                  <a:gd name="connsiteY26" fmla="*/ 1071265 h 2730417"/>
                  <a:gd name="connsiteX0" fmla="*/ 509192 w 899719"/>
                  <a:gd name="connsiteY0" fmla="*/ 1071265 h 2730417"/>
                  <a:gd name="connsiteX1" fmla="*/ 429817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29817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509192 w 899719"/>
                  <a:gd name="connsiteY25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509192 w 899719"/>
                  <a:gd name="connsiteY25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509192 w 899719"/>
                  <a:gd name="connsiteY25" fmla="*/ 1071265 h 2730417"/>
                  <a:gd name="connsiteX0" fmla="*/ 509192 w 899719"/>
                  <a:gd name="connsiteY0" fmla="*/ 1070018 h 2729170"/>
                  <a:gd name="connsiteX1" fmla="*/ 444105 w 899719"/>
                  <a:gd name="connsiteY1" fmla="*/ 1292268 h 2729170"/>
                  <a:gd name="connsiteX2" fmla="*/ 440929 w 899719"/>
                  <a:gd name="connsiteY2" fmla="*/ 1590718 h 2729170"/>
                  <a:gd name="connsiteX3" fmla="*/ 391717 w 899719"/>
                  <a:gd name="connsiteY3" fmla="*/ 1949493 h 2729170"/>
                  <a:gd name="connsiteX4" fmla="*/ 147242 w 899719"/>
                  <a:gd name="connsiteY4" fmla="*/ 2219368 h 2729170"/>
                  <a:gd name="connsiteX5" fmla="*/ 1192 w 899719"/>
                  <a:gd name="connsiteY5" fmla="*/ 2568618 h 2729170"/>
                  <a:gd name="connsiteX6" fmla="*/ 77392 w 899719"/>
                  <a:gd name="connsiteY6" fmla="*/ 2651168 h 2729170"/>
                  <a:gd name="connsiteX7" fmla="*/ 366317 w 899719"/>
                  <a:gd name="connsiteY7" fmla="*/ 2711492 h 2729170"/>
                  <a:gd name="connsiteX8" fmla="*/ 188517 w 899719"/>
                  <a:gd name="connsiteY8" fmla="*/ 2524168 h 2729170"/>
                  <a:gd name="connsiteX9" fmla="*/ 347270 w 899719"/>
                  <a:gd name="connsiteY9" fmla="*/ 2301922 h 2729170"/>
                  <a:gd name="connsiteX10" fmla="*/ 588567 w 899719"/>
                  <a:gd name="connsiteY10" fmla="*/ 2060618 h 2729170"/>
                  <a:gd name="connsiteX11" fmla="*/ 794942 w 899719"/>
                  <a:gd name="connsiteY11" fmla="*/ 1549443 h 2729170"/>
                  <a:gd name="connsiteX12" fmla="*/ 877492 w 899719"/>
                  <a:gd name="connsiteY12" fmla="*/ 1250993 h 2729170"/>
                  <a:gd name="connsiteX13" fmla="*/ 861617 w 899719"/>
                  <a:gd name="connsiteY13" fmla="*/ 1168443 h 2729170"/>
                  <a:gd name="connsiteX14" fmla="*/ 826692 w 899719"/>
                  <a:gd name="connsiteY14" fmla="*/ 1050968 h 2729170"/>
                  <a:gd name="connsiteX15" fmla="*/ 899719 w 899719"/>
                  <a:gd name="connsiteY15" fmla="*/ 781096 h 2729170"/>
                  <a:gd name="connsiteX16" fmla="*/ 760020 w 899719"/>
                  <a:gd name="connsiteY16" fmla="*/ 422321 h 2729170"/>
                  <a:gd name="connsiteX17" fmla="*/ 848920 w 899719"/>
                  <a:gd name="connsiteY17" fmla="*/ 355646 h 2729170"/>
                  <a:gd name="connsiteX18" fmla="*/ 883844 w 899719"/>
                  <a:gd name="connsiteY18" fmla="*/ 238171 h 2729170"/>
                  <a:gd name="connsiteX19" fmla="*/ 839395 w 899719"/>
                  <a:gd name="connsiteY19" fmla="*/ 63546 h 2729170"/>
                  <a:gd name="connsiteX20" fmla="*/ 715567 w 899719"/>
                  <a:gd name="connsiteY20" fmla="*/ 43 h 2729170"/>
                  <a:gd name="connsiteX21" fmla="*/ 525069 w 899719"/>
                  <a:gd name="connsiteY21" fmla="*/ 73070 h 2729170"/>
                  <a:gd name="connsiteX22" fmla="*/ 613969 w 899719"/>
                  <a:gd name="connsiteY22" fmla="*/ 381045 h 2729170"/>
                  <a:gd name="connsiteX23" fmla="*/ 531417 w 899719"/>
                  <a:gd name="connsiteY23" fmla="*/ 539793 h 2729170"/>
                  <a:gd name="connsiteX24" fmla="*/ 467917 w 899719"/>
                  <a:gd name="connsiteY24" fmla="*/ 695368 h 2729170"/>
                  <a:gd name="connsiteX25" fmla="*/ 509192 w 899719"/>
                  <a:gd name="connsiteY25" fmla="*/ 1070018 h 2729170"/>
                  <a:gd name="connsiteX0" fmla="*/ 509192 w 899719"/>
                  <a:gd name="connsiteY0" fmla="*/ 1070782 h 2729934"/>
                  <a:gd name="connsiteX1" fmla="*/ 444105 w 899719"/>
                  <a:gd name="connsiteY1" fmla="*/ 1293032 h 2729934"/>
                  <a:gd name="connsiteX2" fmla="*/ 440929 w 899719"/>
                  <a:gd name="connsiteY2" fmla="*/ 1591482 h 2729934"/>
                  <a:gd name="connsiteX3" fmla="*/ 391717 w 899719"/>
                  <a:gd name="connsiteY3" fmla="*/ 1950257 h 2729934"/>
                  <a:gd name="connsiteX4" fmla="*/ 147242 w 899719"/>
                  <a:gd name="connsiteY4" fmla="*/ 2220132 h 2729934"/>
                  <a:gd name="connsiteX5" fmla="*/ 1192 w 899719"/>
                  <a:gd name="connsiteY5" fmla="*/ 2569382 h 2729934"/>
                  <a:gd name="connsiteX6" fmla="*/ 77392 w 899719"/>
                  <a:gd name="connsiteY6" fmla="*/ 2651932 h 2729934"/>
                  <a:gd name="connsiteX7" fmla="*/ 366317 w 899719"/>
                  <a:gd name="connsiteY7" fmla="*/ 2712256 h 2729934"/>
                  <a:gd name="connsiteX8" fmla="*/ 188517 w 899719"/>
                  <a:gd name="connsiteY8" fmla="*/ 2524932 h 2729934"/>
                  <a:gd name="connsiteX9" fmla="*/ 347270 w 899719"/>
                  <a:gd name="connsiteY9" fmla="*/ 2302686 h 2729934"/>
                  <a:gd name="connsiteX10" fmla="*/ 588567 w 899719"/>
                  <a:gd name="connsiteY10" fmla="*/ 2061382 h 2729934"/>
                  <a:gd name="connsiteX11" fmla="*/ 794942 w 899719"/>
                  <a:gd name="connsiteY11" fmla="*/ 1550207 h 2729934"/>
                  <a:gd name="connsiteX12" fmla="*/ 877492 w 899719"/>
                  <a:gd name="connsiteY12" fmla="*/ 1251757 h 2729934"/>
                  <a:gd name="connsiteX13" fmla="*/ 861617 w 899719"/>
                  <a:gd name="connsiteY13" fmla="*/ 1169207 h 2729934"/>
                  <a:gd name="connsiteX14" fmla="*/ 826692 w 899719"/>
                  <a:gd name="connsiteY14" fmla="*/ 1051732 h 2729934"/>
                  <a:gd name="connsiteX15" fmla="*/ 899719 w 899719"/>
                  <a:gd name="connsiteY15" fmla="*/ 781860 h 2729934"/>
                  <a:gd name="connsiteX16" fmla="*/ 760020 w 899719"/>
                  <a:gd name="connsiteY16" fmla="*/ 423085 h 2729934"/>
                  <a:gd name="connsiteX17" fmla="*/ 848920 w 899719"/>
                  <a:gd name="connsiteY17" fmla="*/ 356410 h 2729934"/>
                  <a:gd name="connsiteX18" fmla="*/ 883844 w 899719"/>
                  <a:gd name="connsiteY18" fmla="*/ 238935 h 2729934"/>
                  <a:gd name="connsiteX19" fmla="*/ 839395 w 899719"/>
                  <a:gd name="connsiteY19" fmla="*/ 64310 h 2729934"/>
                  <a:gd name="connsiteX20" fmla="*/ 715567 w 899719"/>
                  <a:gd name="connsiteY20" fmla="*/ 807 h 2729934"/>
                  <a:gd name="connsiteX21" fmla="*/ 523481 w 899719"/>
                  <a:gd name="connsiteY21" fmla="*/ 110347 h 2729934"/>
                  <a:gd name="connsiteX22" fmla="*/ 613969 w 899719"/>
                  <a:gd name="connsiteY22" fmla="*/ 381809 h 2729934"/>
                  <a:gd name="connsiteX23" fmla="*/ 531417 w 899719"/>
                  <a:gd name="connsiteY23" fmla="*/ 540557 h 2729934"/>
                  <a:gd name="connsiteX24" fmla="*/ 467917 w 899719"/>
                  <a:gd name="connsiteY24" fmla="*/ 696132 h 2729934"/>
                  <a:gd name="connsiteX25" fmla="*/ 509192 w 899719"/>
                  <a:gd name="connsiteY25" fmla="*/ 1070782 h 2729934"/>
                  <a:gd name="connsiteX0" fmla="*/ 509192 w 899719"/>
                  <a:gd name="connsiteY0" fmla="*/ 1070782 h 2729934"/>
                  <a:gd name="connsiteX1" fmla="*/ 444105 w 899719"/>
                  <a:gd name="connsiteY1" fmla="*/ 1293032 h 2729934"/>
                  <a:gd name="connsiteX2" fmla="*/ 440929 w 899719"/>
                  <a:gd name="connsiteY2" fmla="*/ 1591482 h 2729934"/>
                  <a:gd name="connsiteX3" fmla="*/ 391717 w 899719"/>
                  <a:gd name="connsiteY3" fmla="*/ 1950257 h 2729934"/>
                  <a:gd name="connsiteX4" fmla="*/ 147242 w 899719"/>
                  <a:gd name="connsiteY4" fmla="*/ 2220132 h 2729934"/>
                  <a:gd name="connsiteX5" fmla="*/ 1192 w 899719"/>
                  <a:gd name="connsiteY5" fmla="*/ 2569382 h 2729934"/>
                  <a:gd name="connsiteX6" fmla="*/ 77392 w 899719"/>
                  <a:gd name="connsiteY6" fmla="*/ 2651932 h 2729934"/>
                  <a:gd name="connsiteX7" fmla="*/ 366317 w 899719"/>
                  <a:gd name="connsiteY7" fmla="*/ 2712256 h 2729934"/>
                  <a:gd name="connsiteX8" fmla="*/ 188517 w 899719"/>
                  <a:gd name="connsiteY8" fmla="*/ 2524932 h 2729934"/>
                  <a:gd name="connsiteX9" fmla="*/ 347270 w 899719"/>
                  <a:gd name="connsiteY9" fmla="*/ 2302686 h 2729934"/>
                  <a:gd name="connsiteX10" fmla="*/ 588567 w 899719"/>
                  <a:gd name="connsiteY10" fmla="*/ 2061382 h 2729934"/>
                  <a:gd name="connsiteX11" fmla="*/ 794942 w 899719"/>
                  <a:gd name="connsiteY11" fmla="*/ 1550207 h 2729934"/>
                  <a:gd name="connsiteX12" fmla="*/ 877492 w 899719"/>
                  <a:gd name="connsiteY12" fmla="*/ 1251757 h 2729934"/>
                  <a:gd name="connsiteX13" fmla="*/ 861617 w 899719"/>
                  <a:gd name="connsiteY13" fmla="*/ 1169207 h 2729934"/>
                  <a:gd name="connsiteX14" fmla="*/ 826692 w 899719"/>
                  <a:gd name="connsiteY14" fmla="*/ 1051732 h 2729934"/>
                  <a:gd name="connsiteX15" fmla="*/ 899719 w 899719"/>
                  <a:gd name="connsiteY15" fmla="*/ 781860 h 2729934"/>
                  <a:gd name="connsiteX16" fmla="*/ 760020 w 899719"/>
                  <a:gd name="connsiteY16" fmla="*/ 423085 h 2729934"/>
                  <a:gd name="connsiteX17" fmla="*/ 848920 w 899719"/>
                  <a:gd name="connsiteY17" fmla="*/ 356410 h 2729934"/>
                  <a:gd name="connsiteX18" fmla="*/ 883844 w 899719"/>
                  <a:gd name="connsiteY18" fmla="*/ 238935 h 2729934"/>
                  <a:gd name="connsiteX19" fmla="*/ 839395 w 899719"/>
                  <a:gd name="connsiteY19" fmla="*/ 64310 h 2729934"/>
                  <a:gd name="connsiteX20" fmla="*/ 715567 w 899719"/>
                  <a:gd name="connsiteY20" fmla="*/ 807 h 2729934"/>
                  <a:gd name="connsiteX21" fmla="*/ 523481 w 899719"/>
                  <a:gd name="connsiteY21" fmla="*/ 110347 h 2729934"/>
                  <a:gd name="connsiteX22" fmla="*/ 613969 w 899719"/>
                  <a:gd name="connsiteY22" fmla="*/ 381809 h 2729934"/>
                  <a:gd name="connsiteX23" fmla="*/ 531417 w 899719"/>
                  <a:gd name="connsiteY23" fmla="*/ 540557 h 2729934"/>
                  <a:gd name="connsiteX24" fmla="*/ 467917 w 899719"/>
                  <a:gd name="connsiteY24" fmla="*/ 696132 h 2729934"/>
                  <a:gd name="connsiteX25" fmla="*/ 509192 w 899719"/>
                  <a:gd name="connsiteY25" fmla="*/ 1070782 h 2729934"/>
                  <a:gd name="connsiteX0" fmla="*/ 509192 w 899719"/>
                  <a:gd name="connsiteY0" fmla="*/ 1088051 h 2747203"/>
                  <a:gd name="connsiteX1" fmla="*/ 444105 w 899719"/>
                  <a:gd name="connsiteY1" fmla="*/ 1310301 h 2747203"/>
                  <a:gd name="connsiteX2" fmla="*/ 440929 w 899719"/>
                  <a:gd name="connsiteY2" fmla="*/ 1608751 h 2747203"/>
                  <a:gd name="connsiteX3" fmla="*/ 391717 w 899719"/>
                  <a:gd name="connsiteY3" fmla="*/ 1967526 h 2747203"/>
                  <a:gd name="connsiteX4" fmla="*/ 147242 w 899719"/>
                  <a:gd name="connsiteY4" fmla="*/ 2237401 h 2747203"/>
                  <a:gd name="connsiteX5" fmla="*/ 1192 w 899719"/>
                  <a:gd name="connsiteY5" fmla="*/ 2586651 h 2747203"/>
                  <a:gd name="connsiteX6" fmla="*/ 77392 w 899719"/>
                  <a:gd name="connsiteY6" fmla="*/ 2669201 h 2747203"/>
                  <a:gd name="connsiteX7" fmla="*/ 366317 w 899719"/>
                  <a:gd name="connsiteY7" fmla="*/ 2729525 h 2747203"/>
                  <a:gd name="connsiteX8" fmla="*/ 188517 w 899719"/>
                  <a:gd name="connsiteY8" fmla="*/ 2542201 h 2747203"/>
                  <a:gd name="connsiteX9" fmla="*/ 347270 w 899719"/>
                  <a:gd name="connsiteY9" fmla="*/ 2319955 h 2747203"/>
                  <a:gd name="connsiteX10" fmla="*/ 588567 w 899719"/>
                  <a:gd name="connsiteY10" fmla="*/ 2078651 h 2747203"/>
                  <a:gd name="connsiteX11" fmla="*/ 794942 w 899719"/>
                  <a:gd name="connsiteY11" fmla="*/ 1567476 h 2747203"/>
                  <a:gd name="connsiteX12" fmla="*/ 877492 w 899719"/>
                  <a:gd name="connsiteY12" fmla="*/ 1269026 h 2747203"/>
                  <a:gd name="connsiteX13" fmla="*/ 861617 w 899719"/>
                  <a:gd name="connsiteY13" fmla="*/ 1186476 h 2747203"/>
                  <a:gd name="connsiteX14" fmla="*/ 826692 w 899719"/>
                  <a:gd name="connsiteY14" fmla="*/ 1069001 h 2747203"/>
                  <a:gd name="connsiteX15" fmla="*/ 899719 w 899719"/>
                  <a:gd name="connsiteY15" fmla="*/ 799129 h 2747203"/>
                  <a:gd name="connsiteX16" fmla="*/ 760020 w 899719"/>
                  <a:gd name="connsiteY16" fmla="*/ 440354 h 2747203"/>
                  <a:gd name="connsiteX17" fmla="*/ 848920 w 899719"/>
                  <a:gd name="connsiteY17" fmla="*/ 373679 h 2747203"/>
                  <a:gd name="connsiteX18" fmla="*/ 883844 w 899719"/>
                  <a:gd name="connsiteY18" fmla="*/ 256204 h 2747203"/>
                  <a:gd name="connsiteX19" fmla="*/ 839395 w 899719"/>
                  <a:gd name="connsiteY19" fmla="*/ 81579 h 2747203"/>
                  <a:gd name="connsiteX20" fmla="*/ 663179 w 899719"/>
                  <a:gd name="connsiteY20" fmla="*/ 613 h 2747203"/>
                  <a:gd name="connsiteX21" fmla="*/ 523481 w 899719"/>
                  <a:gd name="connsiteY21" fmla="*/ 127616 h 2747203"/>
                  <a:gd name="connsiteX22" fmla="*/ 613969 w 899719"/>
                  <a:gd name="connsiteY22" fmla="*/ 399078 h 2747203"/>
                  <a:gd name="connsiteX23" fmla="*/ 531417 w 899719"/>
                  <a:gd name="connsiteY23" fmla="*/ 557826 h 2747203"/>
                  <a:gd name="connsiteX24" fmla="*/ 467917 w 899719"/>
                  <a:gd name="connsiteY24" fmla="*/ 713401 h 2747203"/>
                  <a:gd name="connsiteX25" fmla="*/ 509192 w 899719"/>
                  <a:gd name="connsiteY25" fmla="*/ 1088051 h 2747203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731 h 2748883"/>
                  <a:gd name="connsiteX1" fmla="*/ 444105 w 899719"/>
                  <a:gd name="connsiteY1" fmla="*/ 1311981 h 2748883"/>
                  <a:gd name="connsiteX2" fmla="*/ 440929 w 899719"/>
                  <a:gd name="connsiteY2" fmla="*/ 1610431 h 2748883"/>
                  <a:gd name="connsiteX3" fmla="*/ 391717 w 899719"/>
                  <a:gd name="connsiteY3" fmla="*/ 1969206 h 2748883"/>
                  <a:gd name="connsiteX4" fmla="*/ 147242 w 899719"/>
                  <a:gd name="connsiteY4" fmla="*/ 2239081 h 2748883"/>
                  <a:gd name="connsiteX5" fmla="*/ 1192 w 899719"/>
                  <a:gd name="connsiteY5" fmla="*/ 2588331 h 2748883"/>
                  <a:gd name="connsiteX6" fmla="*/ 77392 w 899719"/>
                  <a:gd name="connsiteY6" fmla="*/ 2670881 h 2748883"/>
                  <a:gd name="connsiteX7" fmla="*/ 366317 w 899719"/>
                  <a:gd name="connsiteY7" fmla="*/ 2731205 h 2748883"/>
                  <a:gd name="connsiteX8" fmla="*/ 188517 w 899719"/>
                  <a:gd name="connsiteY8" fmla="*/ 2543881 h 2748883"/>
                  <a:gd name="connsiteX9" fmla="*/ 347270 w 899719"/>
                  <a:gd name="connsiteY9" fmla="*/ 2321635 h 2748883"/>
                  <a:gd name="connsiteX10" fmla="*/ 588567 w 899719"/>
                  <a:gd name="connsiteY10" fmla="*/ 2080331 h 2748883"/>
                  <a:gd name="connsiteX11" fmla="*/ 794942 w 899719"/>
                  <a:gd name="connsiteY11" fmla="*/ 1569156 h 2748883"/>
                  <a:gd name="connsiteX12" fmla="*/ 877492 w 899719"/>
                  <a:gd name="connsiteY12" fmla="*/ 1270706 h 2748883"/>
                  <a:gd name="connsiteX13" fmla="*/ 861617 w 899719"/>
                  <a:gd name="connsiteY13" fmla="*/ 1188156 h 2748883"/>
                  <a:gd name="connsiteX14" fmla="*/ 826692 w 899719"/>
                  <a:gd name="connsiteY14" fmla="*/ 1070681 h 2748883"/>
                  <a:gd name="connsiteX15" fmla="*/ 899719 w 899719"/>
                  <a:gd name="connsiteY15" fmla="*/ 800809 h 2748883"/>
                  <a:gd name="connsiteX16" fmla="*/ 760020 w 899719"/>
                  <a:gd name="connsiteY16" fmla="*/ 442034 h 2748883"/>
                  <a:gd name="connsiteX17" fmla="*/ 848920 w 899719"/>
                  <a:gd name="connsiteY17" fmla="*/ 375359 h 2748883"/>
                  <a:gd name="connsiteX18" fmla="*/ 883844 w 899719"/>
                  <a:gd name="connsiteY18" fmla="*/ 257884 h 2748883"/>
                  <a:gd name="connsiteX19" fmla="*/ 839395 w 899719"/>
                  <a:gd name="connsiteY19" fmla="*/ 83259 h 2748883"/>
                  <a:gd name="connsiteX20" fmla="*/ 663179 w 899719"/>
                  <a:gd name="connsiteY20" fmla="*/ 2293 h 2748883"/>
                  <a:gd name="connsiteX21" fmla="*/ 518719 w 899719"/>
                  <a:gd name="connsiteY21" fmla="*/ 168984 h 2748883"/>
                  <a:gd name="connsiteX22" fmla="*/ 613969 w 899719"/>
                  <a:gd name="connsiteY22" fmla="*/ 400758 h 2748883"/>
                  <a:gd name="connsiteX23" fmla="*/ 531417 w 899719"/>
                  <a:gd name="connsiteY23" fmla="*/ 559506 h 2748883"/>
                  <a:gd name="connsiteX24" fmla="*/ 467917 w 899719"/>
                  <a:gd name="connsiteY24" fmla="*/ 715081 h 2748883"/>
                  <a:gd name="connsiteX25" fmla="*/ 509192 w 899719"/>
                  <a:gd name="connsiteY25" fmla="*/ 1089731 h 2748883"/>
                  <a:gd name="connsiteX0" fmla="*/ 509192 w 899719"/>
                  <a:gd name="connsiteY0" fmla="*/ 1089731 h 2748883"/>
                  <a:gd name="connsiteX1" fmla="*/ 444105 w 899719"/>
                  <a:gd name="connsiteY1" fmla="*/ 1311981 h 2748883"/>
                  <a:gd name="connsiteX2" fmla="*/ 440929 w 899719"/>
                  <a:gd name="connsiteY2" fmla="*/ 1610431 h 2748883"/>
                  <a:gd name="connsiteX3" fmla="*/ 391717 w 899719"/>
                  <a:gd name="connsiteY3" fmla="*/ 1969206 h 2748883"/>
                  <a:gd name="connsiteX4" fmla="*/ 147242 w 899719"/>
                  <a:gd name="connsiteY4" fmla="*/ 2239081 h 2748883"/>
                  <a:gd name="connsiteX5" fmla="*/ 1192 w 899719"/>
                  <a:gd name="connsiteY5" fmla="*/ 2588331 h 2748883"/>
                  <a:gd name="connsiteX6" fmla="*/ 77392 w 899719"/>
                  <a:gd name="connsiteY6" fmla="*/ 2670881 h 2748883"/>
                  <a:gd name="connsiteX7" fmla="*/ 366317 w 899719"/>
                  <a:gd name="connsiteY7" fmla="*/ 2731205 h 2748883"/>
                  <a:gd name="connsiteX8" fmla="*/ 188517 w 899719"/>
                  <a:gd name="connsiteY8" fmla="*/ 2543881 h 2748883"/>
                  <a:gd name="connsiteX9" fmla="*/ 347270 w 899719"/>
                  <a:gd name="connsiteY9" fmla="*/ 2321635 h 2748883"/>
                  <a:gd name="connsiteX10" fmla="*/ 588567 w 899719"/>
                  <a:gd name="connsiteY10" fmla="*/ 2080331 h 2748883"/>
                  <a:gd name="connsiteX11" fmla="*/ 794942 w 899719"/>
                  <a:gd name="connsiteY11" fmla="*/ 1569156 h 2748883"/>
                  <a:gd name="connsiteX12" fmla="*/ 877492 w 899719"/>
                  <a:gd name="connsiteY12" fmla="*/ 1270706 h 2748883"/>
                  <a:gd name="connsiteX13" fmla="*/ 861617 w 899719"/>
                  <a:gd name="connsiteY13" fmla="*/ 1188156 h 2748883"/>
                  <a:gd name="connsiteX14" fmla="*/ 826692 w 899719"/>
                  <a:gd name="connsiteY14" fmla="*/ 1070681 h 2748883"/>
                  <a:gd name="connsiteX15" fmla="*/ 899719 w 899719"/>
                  <a:gd name="connsiteY15" fmla="*/ 800809 h 2748883"/>
                  <a:gd name="connsiteX16" fmla="*/ 760020 w 899719"/>
                  <a:gd name="connsiteY16" fmla="*/ 442034 h 2748883"/>
                  <a:gd name="connsiteX17" fmla="*/ 848920 w 899719"/>
                  <a:gd name="connsiteY17" fmla="*/ 375359 h 2748883"/>
                  <a:gd name="connsiteX18" fmla="*/ 883844 w 899719"/>
                  <a:gd name="connsiteY18" fmla="*/ 257884 h 2748883"/>
                  <a:gd name="connsiteX19" fmla="*/ 839395 w 899719"/>
                  <a:gd name="connsiteY19" fmla="*/ 83259 h 2748883"/>
                  <a:gd name="connsiteX20" fmla="*/ 663179 w 899719"/>
                  <a:gd name="connsiteY20" fmla="*/ 2293 h 2748883"/>
                  <a:gd name="connsiteX21" fmla="*/ 518719 w 899719"/>
                  <a:gd name="connsiteY21" fmla="*/ 168984 h 2748883"/>
                  <a:gd name="connsiteX22" fmla="*/ 613969 w 899719"/>
                  <a:gd name="connsiteY22" fmla="*/ 400758 h 2748883"/>
                  <a:gd name="connsiteX23" fmla="*/ 531417 w 899719"/>
                  <a:gd name="connsiteY23" fmla="*/ 559506 h 2748883"/>
                  <a:gd name="connsiteX24" fmla="*/ 467917 w 899719"/>
                  <a:gd name="connsiteY24" fmla="*/ 715081 h 2748883"/>
                  <a:gd name="connsiteX25" fmla="*/ 509192 w 899719"/>
                  <a:gd name="connsiteY25" fmla="*/ 1089731 h 2748883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61617 w 899719"/>
                  <a:gd name="connsiteY13" fmla="*/ 1187029 h 2747756"/>
                  <a:gd name="connsiteX14" fmla="*/ 826692 w 899719"/>
                  <a:gd name="connsiteY14" fmla="*/ 1069554 h 2747756"/>
                  <a:gd name="connsiteX15" fmla="*/ 899719 w 899719"/>
                  <a:gd name="connsiteY15" fmla="*/ 799682 h 2747756"/>
                  <a:gd name="connsiteX16" fmla="*/ 760020 w 899719"/>
                  <a:gd name="connsiteY16" fmla="*/ 440907 h 2747756"/>
                  <a:gd name="connsiteX17" fmla="*/ 848920 w 899719"/>
                  <a:gd name="connsiteY17" fmla="*/ 374232 h 2747756"/>
                  <a:gd name="connsiteX18" fmla="*/ 883844 w 899719"/>
                  <a:gd name="connsiteY18" fmla="*/ 256757 h 2747756"/>
                  <a:gd name="connsiteX19" fmla="*/ 839395 w 899719"/>
                  <a:gd name="connsiteY19" fmla="*/ 82132 h 2747756"/>
                  <a:gd name="connsiteX20" fmla="*/ 663179 w 899719"/>
                  <a:gd name="connsiteY20" fmla="*/ 1166 h 2747756"/>
                  <a:gd name="connsiteX21" fmla="*/ 518719 w 899719"/>
                  <a:gd name="connsiteY21" fmla="*/ 167857 h 2747756"/>
                  <a:gd name="connsiteX22" fmla="*/ 613969 w 899719"/>
                  <a:gd name="connsiteY22" fmla="*/ 399631 h 2747756"/>
                  <a:gd name="connsiteX23" fmla="*/ 531417 w 899719"/>
                  <a:gd name="connsiteY23" fmla="*/ 558379 h 2747756"/>
                  <a:gd name="connsiteX24" fmla="*/ 467917 w 899719"/>
                  <a:gd name="connsiteY24" fmla="*/ 713954 h 2747756"/>
                  <a:gd name="connsiteX25" fmla="*/ 509192 w 899719"/>
                  <a:gd name="connsiteY25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8284 w 898811"/>
                  <a:gd name="connsiteY0" fmla="*/ 1088604 h 2747756"/>
                  <a:gd name="connsiteX1" fmla="*/ 443197 w 898811"/>
                  <a:gd name="connsiteY1" fmla="*/ 1310854 h 2747756"/>
                  <a:gd name="connsiteX2" fmla="*/ 440021 w 898811"/>
                  <a:gd name="connsiteY2" fmla="*/ 1609304 h 2747756"/>
                  <a:gd name="connsiteX3" fmla="*/ 390809 w 898811"/>
                  <a:gd name="connsiteY3" fmla="*/ 1968079 h 2747756"/>
                  <a:gd name="connsiteX4" fmla="*/ 146334 w 898811"/>
                  <a:gd name="connsiteY4" fmla="*/ 2237954 h 2747756"/>
                  <a:gd name="connsiteX5" fmla="*/ 54262 w 898811"/>
                  <a:gd name="connsiteY5" fmla="*/ 2444332 h 2747756"/>
                  <a:gd name="connsiteX6" fmla="*/ 284 w 898811"/>
                  <a:gd name="connsiteY6" fmla="*/ 2587204 h 2747756"/>
                  <a:gd name="connsiteX7" fmla="*/ 76484 w 898811"/>
                  <a:gd name="connsiteY7" fmla="*/ 2669754 h 2747756"/>
                  <a:gd name="connsiteX8" fmla="*/ 365409 w 898811"/>
                  <a:gd name="connsiteY8" fmla="*/ 2730078 h 2747756"/>
                  <a:gd name="connsiteX9" fmla="*/ 187609 w 898811"/>
                  <a:gd name="connsiteY9" fmla="*/ 2542754 h 2747756"/>
                  <a:gd name="connsiteX10" fmla="*/ 346362 w 898811"/>
                  <a:gd name="connsiteY10" fmla="*/ 2320508 h 2747756"/>
                  <a:gd name="connsiteX11" fmla="*/ 587659 w 898811"/>
                  <a:gd name="connsiteY11" fmla="*/ 2079204 h 2747756"/>
                  <a:gd name="connsiteX12" fmla="*/ 794034 w 898811"/>
                  <a:gd name="connsiteY12" fmla="*/ 1568029 h 2747756"/>
                  <a:gd name="connsiteX13" fmla="*/ 876584 w 898811"/>
                  <a:gd name="connsiteY13" fmla="*/ 1269579 h 2747756"/>
                  <a:gd name="connsiteX14" fmla="*/ 825784 w 898811"/>
                  <a:gd name="connsiteY14" fmla="*/ 1069554 h 2747756"/>
                  <a:gd name="connsiteX15" fmla="*/ 898811 w 898811"/>
                  <a:gd name="connsiteY15" fmla="*/ 799682 h 2747756"/>
                  <a:gd name="connsiteX16" fmla="*/ 759112 w 898811"/>
                  <a:gd name="connsiteY16" fmla="*/ 440907 h 2747756"/>
                  <a:gd name="connsiteX17" fmla="*/ 848012 w 898811"/>
                  <a:gd name="connsiteY17" fmla="*/ 374232 h 2747756"/>
                  <a:gd name="connsiteX18" fmla="*/ 882936 w 898811"/>
                  <a:gd name="connsiteY18" fmla="*/ 256757 h 2747756"/>
                  <a:gd name="connsiteX19" fmla="*/ 838487 w 898811"/>
                  <a:gd name="connsiteY19" fmla="*/ 82132 h 2747756"/>
                  <a:gd name="connsiteX20" fmla="*/ 662271 w 898811"/>
                  <a:gd name="connsiteY20" fmla="*/ 1166 h 2747756"/>
                  <a:gd name="connsiteX21" fmla="*/ 517811 w 898811"/>
                  <a:gd name="connsiteY21" fmla="*/ 167857 h 2747756"/>
                  <a:gd name="connsiteX22" fmla="*/ 613061 w 898811"/>
                  <a:gd name="connsiteY22" fmla="*/ 399631 h 2747756"/>
                  <a:gd name="connsiteX23" fmla="*/ 530509 w 898811"/>
                  <a:gd name="connsiteY23" fmla="*/ 558379 h 2747756"/>
                  <a:gd name="connsiteX24" fmla="*/ 486059 w 898811"/>
                  <a:gd name="connsiteY24" fmla="*/ 672678 h 2747756"/>
                  <a:gd name="connsiteX25" fmla="*/ 508284 w 898811"/>
                  <a:gd name="connsiteY25" fmla="*/ 1088604 h 2747756"/>
                  <a:gd name="connsiteX0" fmla="*/ 508028 w 898555"/>
                  <a:gd name="connsiteY0" fmla="*/ 1088604 h 2747756"/>
                  <a:gd name="connsiteX1" fmla="*/ 442941 w 898555"/>
                  <a:gd name="connsiteY1" fmla="*/ 1310854 h 2747756"/>
                  <a:gd name="connsiteX2" fmla="*/ 439765 w 898555"/>
                  <a:gd name="connsiteY2" fmla="*/ 1609304 h 2747756"/>
                  <a:gd name="connsiteX3" fmla="*/ 390553 w 898555"/>
                  <a:gd name="connsiteY3" fmla="*/ 1968079 h 2747756"/>
                  <a:gd name="connsiteX4" fmla="*/ 146078 w 898555"/>
                  <a:gd name="connsiteY4" fmla="*/ 2237954 h 2747756"/>
                  <a:gd name="connsiteX5" fmla="*/ 85756 w 898555"/>
                  <a:gd name="connsiteY5" fmla="*/ 2466557 h 2747756"/>
                  <a:gd name="connsiteX6" fmla="*/ 28 w 898555"/>
                  <a:gd name="connsiteY6" fmla="*/ 2587204 h 2747756"/>
                  <a:gd name="connsiteX7" fmla="*/ 76228 w 898555"/>
                  <a:gd name="connsiteY7" fmla="*/ 2669754 h 2747756"/>
                  <a:gd name="connsiteX8" fmla="*/ 365153 w 898555"/>
                  <a:gd name="connsiteY8" fmla="*/ 2730078 h 2747756"/>
                  <a:gd name="connsiteX9" fmla="*/ 187353 w 898555"/>
                  <a:gd name="connsiteY9" fmla="*/ 2542754 h 2747756"/>
                  <a:gd name="connsiteX10" fmla="*/ 346106 w 898555"/>
                  <a:gd name="connsiteY10" fmla="*/ 2320508 h 2747756"/>
                  <a:gd name="connsiteX11" fmla="*/ 587403 w 898555"/>
                  <a:gd name="connsiteY11" fmla="*/ 2079204 h 2747756"/>
                  <a:gd name="connsiteX12" fmla="*/ 793778 w 898555"/>
                  <a:gd name="connsiteY12" fmla="*/ 1568029 h 2747756"/>
                  <a:gd name="connsiteX13" fmla="*/ 876328 w 898555"/>
                  <a:gd name="connsiteY13" fmla="*/ 1269579 h 2747756"/>
                  <a:gd name="connsiteX14" fmla="*/ 825528 w 898555"/>
                  <a:gd name="connsiteY14" fmla="*/ 1069554 h 2747756"/>
                  <a:gd name="connsiteX15" fmla="*/ 898555 w 898555"/>
                  <a:gd name="connsiteY15" fmla="*/ 799682 h 2747756"/>
                  <a:gd name="connsiteX16" fmla="*/ 758856 w 898555"/>
                  <a:gd name="connsiteY16" fmla="*/ 440907 h 2747756"/>
                  <a:gd name="connsiteX17" fmla="*/ 847756 w 898555"/>
                  <a:gd name="connsiteY17" fmla="*/ 374232 h 2747756"/>
                  <a:gd name="connsiteX18" fmla="*/ 882680 w 898555"/>
                  <a:gd name="connsiteY18" fmla="*/ 256757 h 2747756"/>
                  <a:gd name="connsiteX19" fmla="*/ 838231 w 898555"/>
                  <a:gd name="connsiteY19" fmla="*/ 82132 h 2747756"/>
                  <a:gd name="connsiteX20" fmla="*/ 662015 w 898555"/>
                  <a:gd name="connsiteY20" fmla="*/ 1166 h 2747756"/>
                  <a:gd name="connsiteX21" fmla="*/ 517555 w 898555"/>
                  <a:gd name="connsiteY21" fmla="*/ 167857 h 2747756"/>
                  <a:gd name="connsiteX22" fmla="*/ 612805 w 898555"/>
                  <a:gd name="connsiteY22" fmla="*/ 399631 h 2747756"/>
                  <a:gd name="connsiteX23" fmla="*/ 530253 w 898555"/>
                  <a:gd name="connsiteY23" fmla="*/ 558379 h 2747756"/>
                  <a:gd name="connsiteX24" fmla="*/ 485803 w 898555"/>
                  <a:gd name="connsiteY24" fmla="*/ 672678 h 2747756"/>
                  <a:gd name="connsiteX25" fmla="*/ 508028 w 898555"/>
                  <a:gd name="connsiteY25" fmla="*/ 1088604 h 2747756"/>
                  <a:gd name="connsiteX0" fmla="*/ 508028 w 898555"/>
                  <a:gd name="connsiteY0" fmla="*/ 1088604 h 2747756"/>
                  <a:gd name="connsiteX1" fmla="*/ 442941 w 898555"/>
                  <a:gd name="connsiteY1" fmla="*/ 1310854 h 2747756"/>
                  <a:gd name="connsiteX2" fmla="*/ 439765 w 898555"/>
                  <a:gd name="connsiteY2" fmla="*/ 1609304 h 2747756"/>
                  <a:gd name="connsiteX3" fmla="*/ 390553 w 898555"/>
                  <a:gd name="connsiteY3" fmla="*/ 1968079 h 2747756"/>
                  <a:gd name="connsiteX4" fmla="*/ 150840 w 898555"/>
                  <a:gd name="connsiteY4" fmla="*/ 2226841 h 2747756"/>
                  <a:gd name="connsiteX5" fmla="*/ 85756 w 898555"/>
                  <a:gd name="connsiteY5" fmla="*/ 2466557 h 2747756"/>
                  <a:gd name="connsiteX6" fmla="*/ 28 w 898555"/>
                  <a:gd name="connsiteY6" fmla="*/ 2587204 h 2747756"/>
                  <a:gd name="connsiteX7" fmla="*/ 76228 w 898555"/>
                  <a:gd name="connsiteY7" fmla="*/ 2669754 h 2747756"/>
                  <a:gd name="connsiteX8" fmla="*/ 365153 w 898555"/>
                  <a:gd name="connsiteY8" fmla="*/ 2730078 h 2747756"/>
                  <a:gd name="connsiteX9" fmla="*/ 187353 w 898555"/>
                  <a:gd name="connsiteY9" fmla="*/ 2542754 h 2747756"/>
                  <a:gd name="connsiteX10" fmla="*/ 346106 w 898555"/>
                  <a:gd name="connsiteY10" fmla="*/ 2320508 h 2747756"/>
                  <a:gd name="connsiteX11" fmla="*/ 587403 w 898555"/>
                  <a:gd name="connsiteY11" fmla="*/ 2079204 h 2747756"/>
                  <a:gd name="connsiteX12" fmla="*/ 793778 w 898555"/>
                  <a:gd name="connsiteY12" fmla="*/ 1568029 h 2747756"/>
                  <a:gd name="connsiteX13" fmla="*/ 876328 w 898555"/>
                  <a:gd name="connsiteY13" fmla="*/ 1269579 h 2747756"/>
                  <a:gd name="connsiteX14" fmla="*/ 825528 w 898555"/>
                  <a:gd name="connsiteY14" fmla="*/ 1069554 h 2747756"/>
                  <a:gd name="connsiteX15" fmla="*/ 898555 w 898555"/>
                  <a:gd name="connsiteY15" fmla="*/ 799682 h 2747756"/>
                  <a:gd name="connsiteX16" fmla="*/ 758856 w 898555"/>
                  <a:gd name="connsiteY16" fmla="*/ 440907 h 2747756"/>
                  <a:gd name="connsiteX17" fmla="*/ 847756 w 898555"/>
                  <a:gd name="connsiteY17" fmla="*/ 374232 h 2747756"/>
                  <a:gd name="connsiteX18" fmla="*/ 882680 w 898555"/>
                  <a:gd name="connsiteY18" fmla="*/ 256757 h 2747756"/>
                  <a:gd name="connsiteX19" fmla="*/ 838231 w 898555"/>
                  <a:gd name="connsiteY19" fmla="*/ 82132 h 2747756"/>
                  <a:gd name="connsiteX20" fmla="*/ 662015 w 898555"/>
                  <a:gd name="connsiteY20" fmla="*/ 1166 h 2747756"/>
                  <a:gd name="connsiteX21" fmla="*/ 517555 w 898555"/>
                  <a:gd name="connsiteY21" fmla="*/ 167857 h 2747756"/>
                  <a:gd name="connsiteX22" fmla="*/ 612805 w 898555"/>
                  <a:gd name="connsiteY22" fmla="*/ 399631 h 2747756"/>
                  <a:gd name="connsiteX23" fmla="*/ 530253 w 898555"/>
                  <a:gd name="connsiteY23" fmla="*/ 558379 h 2747756"/>
                  <a:gd name="connsiteX24" fmla="*/ 485803 w 898555"/>
                  <a:gd name="connsiteY24" fmla="*/ 672678 h 2747756"/>
                  <a:gd name="connsiteX25" fmla="*/ 508028 w 898555"/>
                  <a:gd name="connsiteY25" fmla="*/ 1088604 h 2747756"/>
                  <a:gd name="connsiteX0" fmla="*/ 508028 w 898555"/>
                  <a:gd name="connsiteY0" fmla="*/ 1088604 h 2747756"/>
                  <a:gd name="connsiteX1" fmla="*/ 442941 w 898555"/>
                  <a:gd name="connsiteY1" fmla="*/ 1310854 h 2747756"/>
                  <a:gd name="connsiteX2" fmla="*/ 439765 w 898555"/>
                  <a:gd name="connsiteY2" fmla="*/ 1609304 h 2747756"/>
                  <a:gd name="connsiteX3" fmla="*/ 390553 w 898555"/>
                  <a:gd name="connsiteY3" fmla="*/ 1968079 h 2747756"/>
                  <a:gd name="connsiteX4" fmla="*/ 150840 w 898555"/>
                  <a:gd name="connsiteY4" fmla="*/ 2226841 h 2747756"/>
                  <a:gd name="connsiteX5" fmla="*/ 85756 w 898555"/>
                  <a:gd name="connsiteY5" fmla="*/ 2466557 h 2747756"/>
                  <a:gd name="connsiteX6" fmla="*/ 28 w 898555"/>
                  <a:gd name="connsiteY6" fmla="*/ 2587204 h 2747756"/>
                  <a:gd name="connsiteX7" fmla="*/ 76228 w 898555"/>
                  <a:gd name="connsiteY7" fmla="*/ 2669754 h 2747756"/>
                  <a:gd name="connsiteX8" fmla="*/ 365153 w 898555"/>
                  <a:gd name="connsiteY8" fmla="*/ 2730078 h 2747756"/>
                  <a:gd name="connsiteX9" fmla="*/ 187353 w 898555"/>
                  <a:gd name="connsiteY9" fmla="*/ 2542754 h 2747756"/>
                  <a:gd name="connsiteX10" fmla="*/ 346106 w 898555"/>
                  <a:gd name="connsiteY10" fmla="*/ 2320508 h 2747756"/>
                  <a:gd name="connsiteX11" fmla="*/ 587403 w 898555"/>
                  <a:gd name="connsiteY11" fmla="*/ 2079204 h 2747756"/>
                  <a:gd name="connsiteX12" fmla="*/ 793778 w 898555"/>
                  <a:gd name="connsiteY12" fmla="*/ 1568029 h 2747756"/>
                  <a:gd name="connsiteX13" fmla="*/ 876328 w 898555"/>
                  <a:gd name="connsiteY13" fmla="*/ 1269579 h 2747756"/>
                  <a:gd name="connsiteX14" fmla="*/ 825528 w 898555"/>
                  <a:gd name="connsiteY14" fmla="*/ 1069554 h 2747756"/>
                  <a:gd name="connsiteX15" fmla="*/ 898555 w 898555"/>
                  <a:gd name="connsiteY15" fmla="*/ 799682 h 2747756"/>
                  <a:gd name="connsiteX16" fmla="*/ 758856 w 898555"/>
                  <a:gd name="connsiteY16" fmla="*/ 440907 h 2747756"/>
                  <a:gd name="connsiteX17" fmla="*/ 847756 w 898555"/>
                  <a:gd name="connsiteY17" fmla="*/ 374232 h 2747756"/>
                  <a:gd name="connsiteX18" fmla="*/ 882680 w 898555"/>
                  <a:gd name="connsiteY18" fmla="*/ 256757 h 2747756"/>
                  <a:gd name="connsiteX19" fmla="*/ 838231 w 898555"/>
                  <a:gd name="connsiteY19" fmla="*/ 82132 h 2747756"/>
                  <a:gd name="connsiteX20" fmla="*/ 662015 w 898555"/>
                  <a:gd name="connsiteY20" fmla="*/ 1166 h 2747756"/>
                  <a:gd name="connsiteX21" fmla="*/ 517555 w 898555"/>
                  <a:gd name="connsiteY21" fmla="*/ 167857 h 2747756"/>
                  <a:gd name="connsiteX22" fmla="*/ 612805 w 898555"/>
                  <a:gd name="connsiteY22" fmla="*/ 399631 h 2747756"/>
                  <a:gd name="connsiteX23" fmla="*/ 530253 w 898555"/>
                  <a:gd name="connsiteY23" fmla="*/ 558379 h 2747756"/>
                  <a:gd name="connsiteX24" fmla="*/ 485803 w 898555"/>
                  <a:gd name="connsiteY24" fmla="*/ 672678 h 2747756"/>
                  <a:gd name="connsiteX25" fmla="*/ 508028 w 898555"/>
                  <a:gd name="connsiteY25" fmla="*/ 1088604 h 2747756"/>
                  <a:gd name="connsiteX0" fmla="*/ 508326 w 898853"/>
                  <a:gd name="connsiteY0" fmla="*/ 1088604 h 2751668"/>
                  <a:gd name="connsiteX1" fmla="*/ 443239 w 898853"/>
                  <a:gd name="connsiteY1" fmla="*/ 1310854 h 2751668"/>
                  <a:gd name="connsiteX2" fmla="*/ 440063 w 898853"/>
                  <a:gd name="connsiteY2" fmla="*/ 1609304 h 2751668"/>
                  <a:gd name="connsiteX3" fmla="*/ 390851 w 898853"/>
                  <a:gd name="connsiteY3" fmla="*/ 1968079 h 2751668"/>
                  <a:gd name="connsiteX4" fmla="*/ 151138 w 898853"/>
                  <a:gd name="connsiteY4" fmla="*/ 2226841 h 2751668"/>
                  <a:gd name="connsiteX5" fmla="*/ 86054 w 898853"/>
                  <a:gd name="connsiteY5" fmla="*/ 2466557 h 2751668"/>
                  <a:gd name="connsiteX6" fmla="*/ 326 w 898853"/>
                  <a:gd name="connsiteY6" fmla="*/ 2587204 h 2751668"/>
                  <a:gd name="connsiteX7" fmla="*/ 119388 w 898853"/>
                  <a:gd name="connsiteY7" fmla="*/ 2685629 h 2751668"/>
                  <a:gd name="connsiteX8" fmla="*/ 365451 w 898853"/>
                  <a:gd name="connsiteY8" fmla="*/ 2730078 h 2751668"/>
                  <a:gd name="connsiteX9" fmla="*/ 187651 w 898853"/>
                  <a:gd name="connsiteY9" fmla="*/ 2542754 h 2751668"/>
                  <a:gd name="connsiteX10" fmla="*/ 346404 w 898853"/>
                  <a:gd name="connsiteY10" fmla="*/ 2320508 h 2751668"/>
                  <a:gd name="connsiteX11" fmla="*/ 587701 w 898853"/>
                  <a:gd name="connsiteY11" fmla="*/ 2079204 h 2751668"/>
                  <a:gd name="connsiteX12" fmla="*/ 794076 w 898853"/>
                  <a:gd name="connsiteY12" fmla="*/ 1568029 h 2751668"/>
                  <a:gd name="connsiteX13" fmla="*/ 876626 w 898853"/>
                  <a:gd name="connsiteY13" fmla="*/ 1269579 h 2751668"/>
                  <a:gd name="connsiteX14" fmla="*/ 825826 w 898853"/>
                  <a:gd name="connsiteY14" fmla="*/ 1069554 h 2751668"/>
                  <a:gd name="connsiteX15" fmla="*/ 898853 w 898853"/>
                  <a:gd name="connsiteY15" fmla="*/ 799682 h 2751668"/>
                  <a:gd name="connsiteX16" fmla="*/ 759154 w 898853"/>
                  <a:gd name="connsiteY16" fmla="*/ 440907 h 2751668"/>
                  <a:gd name="connsiteX17" fmla="*/ 848054 w 898853"/>
                  <a:gd name="connsiteY17" fmla="*/ 374232 h 2751668"/>
                  <a:gd name="connsiteX18" fmla="*/ 882978 w 898853"/>
                  <a:gd name="connsiteY18" fmla="*/ 256757 h 2751668"/>
                  <a:gd name="connsiteX19" fmla="*/ 838529 w 898853"/>
                  <a:gd name="connsiteY19" fmla="*/ 82132 h 2751668"/>
                  <a:gd name="connsiteX20" fmla="*/ 662313 w 898853"/>
                  <a:gd name="connsiteY20" fmla="*/ 1166 h 2751668"/>
                  <a:gd name="connsiteX21" fmla="*/ 517853 w 898853"/>
                  <a:gd name="connsiteY21" fmla="*/ 167857 h 2751668"/>
                  <a:gd name="connsiteX22" fmla="*/ 613103 w 898853"/>
                  <a:gd name="connsiteY22" fmla="*/ 399631 h 2751668"/>
                  <a:gd name="connsiteX23" fmla="*/ 530551 w 898853"/>
                  <a:gd name="connsiteY23" fmla="*/ 558379 h 2751668"/>
                  <a:gd name="connsiteX24" fmla="*/ 486101 w 898853"/>
                  <a:gd name="connsiteY24" fmla="*/ 672678 h 2751668"/>
                  <a:gd name="connsiteX25" fmla="*/ 508326 w 898853"/>
                  <a:gd name="connsiteY25" fmla="*/ 1088604 h 2751668"/>
                  <a:gd name="connsiteX0" fmla="*/ 508326 w 898853"/>
                  <a:gd name="connsiteY0" fmla="*/ 1088604 h 2746721"/>
                  <a:gd name="connsiteX1" fmla="*/ 443239 w 898853"/>
                  <a:gd name="connsiteY1" fmla="*/ 1310854 h 2746721"/>
                  <a:gd name="connsiteX2" fmla="*/ 440063 w 898853"/>
                  <a:gd name="connsiteY2" fmla="*/ 1609304 h 2746721"/>
                  <a:gd name="connsiteX3" fmla="*/ 390851 w 898853"/>
                  <a:gd name="connsiteY3" fmla="*/ 1968079 h 2746721"/>
                  <a:gd name="connsiteX4" fmla="*/ 151138 w 898853"/>
                  <a:gd name="connsiteY4" fmla="*/ 2226841 h 2746721"/>
                  <a:gd name="connsiteX5" fmla="*/ 86054 w 898853"/>
                  <a:gd name="connsiteY5" fmla="*/ 2466557 h 2746721"/>
                  <a:gd name="connsiteX6" fmla="*/ 326 w 898853"/>
                  <a:gd name="connsiteY6" fmla="*/ 2587204 h 2746721"/>
                  <a:gd name="connsiteX7" fmla="*/ 119388 w 898853"/>
                  <a:gd name="connsiteY7" fmla="*/ 2685629 h 2746721"/>
                  <a:gd name="connsiteX8" fmla="*/ 365451 w 898853"/>
                  <a:gd name="connsiteY8" fmla="*/ 2730078 h 2746721"/>
                  <a:gd name="connsiteX9" fmla="*/ 187651 w 898853"/>
                  <a:gd name="connsiteY9" fmla="*/ 2542754 h 2746721"/>
                  <a:gd name="connsiteX10" fmla="*/ 346404 w 898853"/>
                  <a:gd name="connsiteY10" fmla="*/ 2320508 h 2746721"/>
                  <a:gd name="connsiteX11" fmla="*/ 587701 w 898853"/>
                  <a:gd name="connsiteY11" fmla="*/ 2079204 h 2746721"/>
                  <a:gd name="connsiteX12" fmla="*/ 794076 w 898853"/>
                  <a:gd name="connsiteY12" fmla="*/ 1568029 h 2746721"/>
                  <a:gd name="connsiteX13" fmla="*/ 876626 w 898853"/>
                  <a:gd name="connsiteY13" fmla="*/ 1269579 h 2746721"/>
                  <a:gd name="connsiteX14" fmla="*/ 825826 w 898853"/>
                  <a:gd name="connsiteY14" fmla="*/ 1069554 h 2746721"/>
                  <a:gd name="connsiteX15" fmla="*/ 898853 w 898853"/>
                  <a:gd name="connsiteY15" fmla="*/ 799682 h 2746721"/>
                  <a:gd name="connsiteX16" fmla="*/ 759154 w 898853"/>
                  <a:gd name="connsiteY16" fmla="*/ 440907 h 2746721"/>
                  <a:gd name="connsiteX17" fmla="*/ 848054 w 898853"/>
                  <a:gd name="connsiteY17" fmla="*/ 374232 h 2746721"/>
                  <a:gd name="connsiteX18" fmla="*/ 882978 w 898853"/>
                  <a:gd name="connsiteY18" fmla="*/ 256757 h 2746721"/>
                  <a:gd name="connsiteX19" fmla="*/ 838529 w 898853"/>
                  <a:gd name="connsiteY19" fmla="*/ 82132 h 2746721"/>
                  <a:gd name="connsiteX20" fmla="*/ 662313 w 898853"/>
                  <a:gd name="connsiteY20" fmla="*/ 1166 h 2746721"/>
                  <a:gd name="connsiteX21" fmla="*/ 517853 w 898853"/>
                  <a:gd name="connsiteY21" fmla="*/ 167857 h 2746721"/>
                  <a:gd name="connsiteX22" fmla="*/ 613103 w 898853"/>
                  <a:gd name="connsiteY22" fmla="*/ 399631 h 2746721"/>
                  <a:gd name="connsiteX23" fmla="*/ 530551 w 898853"/>
                  <a:gd name="connsiteY23" fmla="*/ 558379 h 2746721"/>
                  <a:gd name="connsiteX24" fmla="*/ 486101 w 898853"/>
                  <a:gd name="connsiteY24" fmla="*/ 672678 h 2746721"/>
                  <a:gd name="connsiteX25" fmla="*/ 508326 w 898853"/>
                  <a:gd name="connsiteY25" fmla="*/ 1088604 h 2746721"/>
                  <a:gd name="connsiteX0" fmla="*/ 508326 w 898853"/>
                  <a:gd name="connsiteY0" fmla="*/ 1088604 h 2752057"/>
                  <a:gd name="connsiteX1" fmla="*/ 443239 w 898853"/>
                  <a:gd name="connsiteY1" fmla="*/ 1310854 h 2752057"/>
                  <a:gd name="connsiteX2" fmla="*/ 440063 w 898853"/>
                  <a:gd name="connsiteY2" fmla="*/ 1609304 h 2752057"/>
                  <a:gd name="connsiteX3" fmla="*/ 390851 w 898853"/>
                  <a:gd name="connsiteY3" fmla="*/ 1968079 h 2752057"/>
                  <a:gd name="connsiteX4" fmla="*/ 151138 w 898853"/>
                  <a:gd name="connsiteY4" fmla="*/ 2226841 h 2752057"/>
                  <a:gd name="connsiteX5" fmla="*/ 86054 w 898853"/>
                  <a:gd name="connsiteY5" fmla="*/ 2466557 h 2752057"/>
                  <a:gd name="connsiteX6" fmla="*/ 326 w 898853"/>
                  <a:gd name="connsiteY6" fmla="*/ 2587204 h 2752057"/>
                  <a:gd name="connsiteX7" fmla="*/ 119388 w 898853"/>
                  <a:gd name="connsiteY7" fmla="*/ 2685629 h 2752057"/>
                  <a:gd name="connsiteX8" fmla="*/ 365451 w 898853"/>
                  <a:gd name="connsiteY8" fmla="*/ 2730078 h 2752057"/>
                  <a:gd name="connsiteX9" fmla="*/ 187651 w 898853"/>
                  <a:gd name="connsiteY9" fmla="*/ 2542754 h 2752057"/>
                  <a:gd name="connsiteX10" fmla="*/ 346404 w 898853"/>
                  <a:gd name="connsiteY10" fmla="*/ 2320508 h 2752057"/>
                  <a:gd name="connsiteX11" fmla="*/ 587701 w 898853"/>
                  <a:gd name="connsiteY11" fmla="*/ 2079204 h 2752057"/>
                  <a:gd name="connsiteX12" fmla="*/ 794076 w 898853"/>
                  <a:gd name="connsiteY12" fmla="*/ 1568029 h 2752057"/>
                  <a:gd name="connsiteX13" fmla="*/ 876626 w 898853"/>
                  <a:gd name="connsiteY13" fmla="*/ 1269579 h 2752057"/>
                  <a:gd name="connsiteX14" fmla="*/ 825826 w 898853"/>
                  <a:gd name="connsiteY14" fmla="*/ 1069554 h 2752057"/>
                  <a:gd name="connsiteX15" fmla="*/ 898853 w 898853"/>
                  <a:gd name="connsiteY15" fmla="*/ 799682 h 2752057"/>
                  <a:gd name="connsiteX16" fmla="*/ 759154 w 898853"/>
                  <a:gd name="connsiteY16" fmla="*/ 440907 h 2752057"/>
                  <a:gd name="connsiteX17" fmla="*/ 848054 w 898853"/>
                  <a:gd name="connsiteY17" fmla="*/ 374232 h 2752057"/>
                  <a:gd name="connsiteX18" fmla="*/ 882978 w 898853"/>
                  <a:gd name="connsiteY18" fmla="*/ 256757 h 2752057"/>
                  <a:gd name="connsiteX19" fmla="*/ 838529 w 898853"/>
                  <a:gd name="connsiteY19" fmla="*/ 82132 h 2752057"/>
                  <a:gd name="connsiteX20" fmla="*/ 662313 w 898853"/>
                  <a:gd name="connsiteY20" fmla="*/ 1166 h 2752057"/>
                  <a:gd name="connsiteX21" fmla="*/ 517853 w 898853"/>
                  <a:gd name="connsiteY21" fmla="*/ 167857 h 2752057"/>
                  <a:gd name="connsiteX22" fmla="*/ 613103 w 898853"/>
                  <a:gd name="connsiteY22" fmla="*/ 399631 h 2752057"/>
                  <a:gd name="connsiteX23" fmla="*/ 530551 w 898853"/>
                  <a:gd name="connsiteY23" fmla="*/ 558379 h 2752057"/>
                  <a:gd name="connsiteX24" fmla="*/ 486101 w 898853"/>
                  <a:gd name="connsiteY24" fmla="*/ 672678 h 2752057"/>
                  <a:gd name="connsiteX25" fmla="*/ 508326 w 898853"/>
                  <a:gd name="connsiteY25" fmla="*/ 1088604 h 2752057"/>
                  <a:gd name="connsiteX0" fmla="*/ 508326 w 898853"/>
                  <a:gd name="connsiteY0" fmla="*/ 1088604 h 2752057"/>
                  <a:gd name="connsiteX1" fmla="*/ 443239 w 898853"/>
                  <a:gd name="connsiteY1" fmla="*/ 1310854 h 2752057"/>
                  <a:gd name="connsiteX2" fmla="*/ 440063 w 898853"/>
                  <a:gd name="connsiteY2" fmla="*/ 1609304 h 2752057"/>
                  <a:gd name="connsiteX3" fmla="*/ 390851 w 898853"/>
                  <a:gd name="connsiteY3" fmla="*/ 1968079 h 2752057"/>
                  <a:gd name="connsiteX4" fmla="*/ 162250 w 898853"/>
                  <a:gd name="connsiteY4" fmla="*/ 2223666 h 2752057"/>
                  <a:gd name="connsiteX5" fmla="*/ 86054 w 898853"/>
                  <a:gd name="connsiteY5" fmla="*/ 2466557 h 2752057"/>
                  <a:gd name="connsiteX6" fmla="*/ 326 w 898853"/>
                  <a:gd name="connsiteY6" fmla="*/ 2587204 h 2752057"/>
                  <a:gd name="connsiteX7" fmla="*/ 119388 w 898853"/>
                  <a:gd name="connsiteY7" fmla="*/ 2685629 h 2752057"/>
                  <a:gd name="connsiteX8" fmla="*/ 365451 w 898853"/>
                  <a:gd name="connsiteY8" fmla="*/ 2730078 h 2752057"/>
                  <a:gd name="connsiteX9" fmla="*/ 187651 w 898853"/>
                  <a:gd name="connsiteY9" fmla="*/ 2542754 h 2752057"/>
                  <a:gd name="connsiteX10" fmla="*/ 346404 w 898853"/>
                  <a:gd name="connsiteY10" fmla="*/ 2320508 h 2752057"/>
                  <a:gd name="connsiteX11" fmla="*/ 587701 w 898853"/>
                  <a:gd name="connsiteY11" fmla="*/ 2079204 h 2752057"/>
                  <a:gd name="connsiteX12" fmla="*/ 794076 w 898853"/>
                  <a:gd name="connsiteY12" fmla="*/ 1568029 h 2752057"/>
                  <a:gd name="connsiteX13" fmla="*/ 876626 w 898853"/>
                  <a:gd name="connsiteY13" fmla="*/ 1269579 h 2752057"/>
                  <a:gd name="connsiteX14" fmla="*/ 825826 w 898853"/>
                  <a:gd name="connsiteY14" fmla="*/ 1069554 h 2752057"/>
                  <a:gd name="connsiteX15" fmla="*/ 898853 w 898853"/>
                  <a:gd name="connsiteY15" fmla="*/ 799682 h 2752057"/>
                  <a:gd name="connsiteX16" fmla="*/ 759154 w 898853"/>
                  <a:gd name="connsiteY16" fmla="*/ 440907 h 2752057"/>
                  <a:gd name="connsiteX17" fmla="*/ 848054 w 898853"/>
                  <a:gd name="connsiteY17" fmla="*/ 374232 h 2752057"/>
                  <a:gd name="connsiteX18" fmla="*/ 882978 w 898853"/>
                  <a:gd name="connsiteY18" fmla="*/ 256757 h 2752057"/>
                  <a:gd name="connsiteX19" fmla="*/ 838529 w 898853"/>
                  <a:gd name="connsiteY19" fmla="*/ 82132 h 2752057"/>
                  <a:gd name="connsiteX20" fmla="*/ 662313 w 898853"/>
                  <a:gd name="connsiteY20" fmla="*/ 1166 h 2752057"/>
                  <a:gd name="connsiteX21" fmla="*/ 517853 w 898853"/>
                  <a:gd name="connsiteY21" fmla="*/ 167857 h 2752057"/>
                  <a:gd name="connsiteX22" fmla="*/ 613103 w 898853"/>
                  <a:gd name="connsiteY22" fmla="*/ 399631 h 2752057"/>
                  <a:gd name="connsiteX23" fmla="*/ 530551 w 898853"/>
                  <a:gd name="connsiteY23" fmla="*/ 558379 h 2752057"/>
                  <a:gd name="connsiteX24" fmla="*/ 486101 w 898853"/>
                  <a:gd name="connsiteY24" fmla="*/ 672678 h 2752057"/>
                  <a:gd name="connsiteX25" fmla="*/ 508326 w 898853"/>
                  <a:gd name="connsiteY25" fmla="*/ 1088604 h 2752057"/>
                  <a:gd name="connsiteX0" fmla="*/ 486101 w 898853"/>
                  <a:gd name="connsiteY0" fmla="*/ 672678 h 2752057"/>
                  <a:gd name="connsiteX1" fmla="*/ 443239 w 898853"/>
                  <a:gd name="connsiteY1" fmla="*/ 1310854 h 2752057"/>
                  <a:gd name="connsiteX2" fmla="*/ 440063 w 898853"/>
                  <a:gd name="connsiteY2" fmla="*/ 1609304 h 2752057"/>
                  <a:gd name="connsiteX3" fmla="*/ 390851 w 898853"/>
                  <a:gd name="connsiteY3" fmla="*/ 1968079 h 2752057"/>
                  <a:gd name="connsiteX4" fmla="*/ 162250 w 898853"/>
                  <a:gd name="connsiteY4" fmla="*/ 2223666 h 2752057"/>
                  <a:gd name="connsiteX5" fmla="*/ 86054 w 898853"/>
                  <a:gd name="connsiteY5" fmla="*/ 2466557 h 2752057"/>
                  <a:gd name="connsiteX6" fmla="*/ 326 w 898853"/>
                  <a:gd name="connsiteY6" fmla="*/ 2587204 h 2752057"/>
                  <a:gd name="connsiteX7" fmla="*/ 119388 w 898853"/>
                  <a:gd name="connsiteY7" fmla="*/ 2685629 h 2752057"/>
                  <a:gd name="connsiteX8" fmla="*/ 365451 w 898853"/>
                  <a:gd name="connsiteY8" fmla="*/ 2730078 h 2752057"/>
                  <a:gd name="connsiteX9" fmla="*/ 187651 w 898853"/>
                  <a:gd name="connsiteY9" fmla="*/ 2542754 h 2752057"/>
                  <a:gd name="connsiteX10" fmla="*/ 346404 w 898853"/>
                  <a:gd name="connsiteY10" fmla="*/ 2320508 h 2752057"/>
                  <a:gd name="connsiteX11" fmla="*/ 587701 w 898853"/>
                  <a:gd name="connsiteY11" fmla="*/ 2079204 h 2752057"/>
                  <a:gd name="connsiteX12" fmla="*/ 794076 w 898853"/>
                  <a:gd name="connsiteY12" fmla="*/ 1568029 h 2752057"/>
                  <a:gd name="connsiteX13" fmla="*/ 876626 w 898853"/>
                  <a:gd name="connsiteY13" fmla="*/ 1269579 h 2752057"/>
                  <a:gd name="connsiteX14" fmla="*/ 825826 w 898853"/>
                  <a:gd name="connsiteY14" fmla="*/ 1069554 h 2752057"/>
                  <a:gd name="connsiteX15" fmla="*/ 898853 w 898853"/>
                  <a:gd name="connsiteY15" fmla="*/ 799682 h 2752057"/>
                  <a:gd name="connsiteX16" fmla="*/ 759154 w 898853"/>
                  <a:gd name="connsiteY16" fmla="*/ 440907 h 2752057"/>
                  <a:gd name="connsiteX17" fmla="*/ 848054 w 898853"/>
                  <a:gd name="connsiteY17" fmla="*/ 374232 h 2752057"/>
                  <a:gd name="connsiteX18" fmla="*/ 882978 w 898853"/>
                  <a:gd name="connsiteY18" fmla="*/ 256757 h 2752057"/>
                  <a:gd name="connsiteX19" fmla="*/ 838529 w 898853"/>
                  <a:gd name="connsiteY19" fmla="*/ 82132 h 2752057"/>
                  <a:gd name="connsiteX20" fmla="*/ 662313 w 898853"/>
                  <a:gd name="connsiteY20" fmla="*/ 1166 h 2752057"/>
                  <a:gd name="connsiteX21" fmla="*/ 517853 w 898853"/>
                  <a:gd name="connsiteY21" fmla="*/ 167857 h 2752057"/>
                  <a:gd name="connsiteX22" fmla="*/ 613103 w 898853"/>
                  <a:gd name="connsiteY22" fmla="*/ 399631 h 2752057"/>
                  <a:gd name="connsiteX23" fmla="*/ 530551 w 898853"/>
                  <a:gd name="connsiteY23" fmla="*/ 558379 h 2752057"/>
                  <a:gd name="connsiteX24" fmla="*/ 486101 w 898853"/>
                  <a:gd name="connsiteY24" fmla="*/ 672678 h 2752057"/>
                  <a:gd name="connsiteX0" fmla="*/ 486101 w 898853"/>
                  <a:gd name="connsiteY0" fmla="*/ 672678 h 2752057"/>
                  <a:gd name="connsiteX1" fmla="*/ 443239 w 898853"/>
                  <a:gd name="connsiteY1" fmla="*/ 1310854 h 2752057"/>
                  <a:gd name="connsiteX2" fmla="*/ 440063 w 898853"/>
                  <a:gd name="connsiteY2" fmla="*/ 1609304 h 2752057"/>
                  <a:gd name="connsiteX3" fmla="*/ 390851 w 898853"/>
                  <a:gd name="connsiteY3" fmla="*/ 1968079 h 2752057"/>
                  <a:gd name="connsiteX4" fmla="*/ 162250 w 898853"/>
                  <a:gd name="connsiteY4" fmla="*/ 2223666 h 2752057"/>
                  <a:gd name="connsiteX5" fmla="*/ 86054 w 898853"/>
                  <a:gd name="connsiteY5" fmla="*/ 2466557 h 2752057"/>
                  <a:gd name="connsiteX6" fmla="*/ 326 w 898853"/>
                  <a:gd name="connsiteY6" fmla="*/ 2587204 h 2752057"/>
                  <a:gd name="connsiteX7" fmla="*/ 119388 w 898853"/>
                  <a:gd name="connsiteY7" fmla="*/ 2685629 h 2752057"/>
                  <a:gd name="connsiteX8" fmla="*/ 365451 w 898853"/>
                  <a:gd name="connsiteY8" fmla="*/ 2730078 h 2752057"/>
                  <a:gd name="connsiteX9" fmla="*/ 187651 w 898853"/>
                  <a:gd name="connsiteY9" fmla="*/ 2542754 h 2752057"/>
                  <a:gd name="connsiteX10" fmla="*/ 346404 w 898853"/>
                  <a:gd name="connsiteY10" fmla="*/ 2320508 h 2752057"/>
                  <a:gd name="connsiteX11" fmla="*/ 587701 w 898853"/>
                  <a:gd name="connsiteY11" fmla="*/ 2079204 h 2752057"/>
                  <a:gd name="connsiteX12" fmla="*/ 794076 w 898853"/>
                  <a:gd name="connsiteY12" fmla="*/ 1568029 h 2752057"/>
                  <a:gd name="connsiteX13" fmla="*/ 825826 w 898853"/>
                  <a:gd name="connsiteY13" fmla="*/ 1069554 h 2752057"/>
                  <a:gd name="connsiteX14" fmla="*/ 898853 w 898853"/>
                  <a:gd name="connsiteY14" fmla="*/ 799682 h 2752057"/>
                  <a:gd name="connsiteX15" fmla="*/ 759154 w 898853"/>
                  <a:gd name="connsiteY15" fmla="*/ 440907 h 2752057"/>
                  <a:gd name="connsiteX16" fmla="*/ 848054 w 898853"/>
                  <a:gd name="connsiteY16" fmla="*/ 374232 h 2752057"/>
                  <a:gd name="connsiteX17" fmla="*/ 882978 w 898853"/>
                  <a:gd name="connsiteY17" fmla="*/ 256757 h 2752057"/>
                  <a:gd name="connsiteX18" fmla="*/ 838529 w 898853"/>
                  <a:gd name="connsiteY18" fmla="*/ 82132 h 2752057"/>
                  <a:gd name="connsiteX19" fmla="*/ 662313 w 898853"/>
                  <a:gd name="connsiteY19" fmla="*/ 1166 h 2752057"/>
                  <a:gd name="connsiteX20" fmla="*/ 517853 w 898853"/>
                  <a:gd name="connsiteY20" fmla="*/ 167857 h 2752057"/>
                  <a:gd name="connsiteX21" fmla="*/ 613103 w 898853"/>
                  <a:gd name="connsiteY21" fmla="*/ 399631 h 2752057"/>
                  <a:gd name="connsiteX22" fmla="*/ 530551 w 898853"/>
                  <a:gd name="connsiteY22" fmla="*/ 558379 h 2752057"/>
                  <a:gd name="connsiteX23" fmla="*/ 486101 w 898853"/>
                  <a:gd name="connsiteY23" fmla="*/ 672678 h 2752057"/>
                  <a:gd name="connsiteX0" fmla="*/ 486101 w 882978"/>
                  <a:gd name="connsiteY0" fmla="*/ 672678 h 2752057"/>
                  <a:gd name="connsiteX1" fmla="*/ 443239 w 882978"/>
                  <a:gd name="connsiteY1" fmla="*/ 1310854 h 2752057"/>
                  <a:gd name="connsiteX2" fmla="*/ 440063 w 882978"/>
                  <a:gd name="connsiteY2" fmla="*/ 1609304 h 2752057"/>
                  <a:gd name="connsiteX3" fmla="*/ 390851 w 882978"/>
                  <a:gd name="connsiteY3" fmla="*/ 1968079 h 2752057"/>
                  <a:gd name="connsiteX4" fmla="*/ 162250 w 882978"/>
                  <a:gd name="connsiteY4" fmla="*/ 2223666 h 2752057"/>
                  <a:gd name="connsiteX5" fmla="*/ 86054 w 882978"/>
                  <a:gd name="connsiteY5" fmla="*/ 2466557 h 2752057"/>
                  <a:gd name="connsiteX6" fmla="*/ 326 w 882978"/>
                  <a:gd name="connsiteY6" fmla="*/ 2587204 h 2752057"/>
                  <a:gd name="connsiteX7" fmla="*/ 119388 w 882978"/>
                  <a:gd name="connsiteY7" fmla="*/ 2685629 h 2752057"/>
                  <a:gd name="connsiteX8" fmla="*/ 365451 w 882978"/>
                  <a:gd name="connsiteY8" fmla="*/ 2730078 h 2752057"/>
                  <a:gd name="connsiteX9" fmla="*/ 187651 w 882978"/>
                  <a:gd name="connsiteY9" fmla="*/ 2542754 h 2752057"/>
                  <a:gd name="connsiteX10" fmla="*/ 346404 w 882978"/>
                  <a:gd name="connsiteY10" fmla="*/ 2320508 h 2752057"/>
                  <a:gd name="connsiteX11" fmla="*/ 587701 w 882978"/>
                  <a:gd name="connsiteY11" fmla="*/ 2079204 h 2752057"/>
                  <a:gd name="connsiteX12" fmla="*/ 794076 w 882978"/>
                  <a:gd name="connsiteY12" fmla="*/ 1568029 h 2752057"/>
                  <a:gd name="connsiteX13" fmla="*/ 825826 w 882978"/>
                  <a:gd name="connsiteY13" fmla="*/ 1069554 h 2752057"/>
                  <a:gd name="connsiteX14" fmla="*/ 759154 w 882978"/>
                  <a:gd name="connsiteY14" fmla="*/ 440907 h 2752057"/>
                  <a:gd name="connsiteX15" fmla="*/ 848054 w 882978"/>
                  <a:gd name="connsiteY15" fmla="*/ 374232 h 2752057"/>
                  <a:gd name="connsiteX16" fmla="*/ 882978 w 882978"/>
                  <a:gd name="connsiteY16" fmla="*/ 256757 h 2752057"/>
                  <a:gd name="connsiteX17" fmla="*/ 838529 w 882978"/>
                  <a:gd name="connsiteY17" fmla="*/ 82132 h 2752057"/>
                  <a:gd name="connsiteX18" fmla="*/ 662313 w 882978"/>
                  <a:gd name="connsiteY18" fmla="*/ 1166 h 2752057"/>
                  <a:gd name="connsiteX19" fmla="*/ 517853 w 882978"/>
                  <a:gd name="connsiteY19" fmla="*/ 167857 h 2752057"/>
                  <a:gd name="connsiteX20" fmla="*/ 613103 w 882978"/>
                  <a:gd name="connsiteY20" fmla="*/ 399631 h 2752057"/>
                  <a:gd name="connsiteX21" fmla="*/ 530551 w 882978"/>
                  <a:gd name="connsiteY21" fmla="*/ 558379 h 2752057"/>
                  <a:gd name="connsiteX22" fmla="*/ 486101 w 882978"/>
                  <a:gd name="connsiteY22" fmla="*/ 672678 h 2752057"/>
                  <a:gd name="connsiteX0" fmla="*/ 486101 w 885823"/>
                  <a:gd name="connsiteY0" fmla="*/ 672678 h 2752057"/>
                  <a:gd name="connsiteX1" fmla="*/ 443239 w 885823"/>
                  <a:gd name="connsiteY1" fmla="*/ 1310854 h 2752057"/>
                  <a:gd name="connsiteX2" fmla="*/ 440063 w 885823"/>
                  <a:gd name="connsiteY2" fmla="*/ 1609304 h 2752057"/>
                  <a:gd name="connsiteX3" fmla="*/ 390851 w 885823"/>
                  <a:gd name="connsiteY3" fmla="*/ 1968079 h 2752057"/>
                  <a:gd name="connsiteX4" fmla="*/ 162250 w 885823"/>
                  <a:gd name="connsiteY4" fmla="*/ 2223666 h 2752057"/>
                  <a:gd name="connsiteX5" fmla="*/ 86054 w 885823"/>
                  <a:gd name="connsiteY5" fmla="*/ 2466557 h 2752057"/>
                  <a:gd name="connsiteX6" fmla="*/ 326 w 885823"/>
                  <a:gd name="connsiteY6" fmla="*/ 2587204 h 2752057"/>
                  <a:gd name="connsiteX7" fmla="*/ 119388 w 885823"/>
                  <a:gd name="connsiteY7" fmla="*/ 2685629 h 2752057"/>
                  <a:gd name="connsiteX8" fmla="*/ 365451 w 885823"/>
                  <a:gd name="connsiteY8" fmla="*/ 2730078 h 2752057"/>
                  <a:gd name="connsiteX9" fmla="*/ 187651 w 885823"/>
                  <a:gd name="connsiteY9" fmla="*/ 2542754 h 2752057"/>
                  <a:gd name="connsiteX10" fmla="*/ 346404 w 885823"/>
                  <a:gd name="connsiteY10" fmla="*/ 2320508 h 2752057"/>
                  <a:gd name="connsiteX11" fmla="*/ 587701 w 885823"/>
                  <a:gd name="connsiteY11" fmla="*/ 2079204 h 2752057"/>
                  <a:gd name="connsiteX12" fmla="*/ 794076 w 885823"/>
                  <a:gd name="connsiteY12" fmla="*/ 1568029 h 2752057"/>
                  <a:gd name="connsiteX13" fmla="*/ 825826 w 885823"/>
                  <a:gd name="connsiteY13" fmla="*/ 1069554 h 2752057"/>
                  <a:gd name="connsiteX14" fmla="*/ 759154 w 885823"/>
                  <a:gd name="connsiteY14" fmla="*/ 440907 h 2752057"/>
                  <a:gd name="connsiteX15" fmla="*/ 882978 w 885823"/>
                  <a:gd name="connsiteY15" fmla="*/ 256757 h 2752057"/>
                  <a:gd name="connsiteX16" fmla="*/ 838529 w 885823"/>
                  <a:gd name="connsiteY16" fmla="*/ 82132 h 2752057"/>
                  <a:gd name="connsiteX17" fmla="*/ 662313 w 885823"/>
                  <a:gd name="connsiteY17" fmla="*/ 1166 h 2752057"/>
                  <a:gd name="connsiteX18" fmla="*/ 517853 w 885823"/>
                  <a:gd name="connsiteY18" fmla="*/ 167857 h 2752057"/>
                  <a:gd name="connsiteX19" fmla="*/ 613103 w 885823"/>
                  <a:gd name="connsiteY19" fmla="*/ 399631 h 2752057"/>
                  <a:gd name="connsiteX20" fmla="*/ 530551 w 885823"/>
                  <a:gd name="connsiteY20" fmla="*/ 558379 h 2752057"/>
                  <a:gd name="connsiteX21" fmla="*/ 486101 w 885823"/>
                  <a:gd name="connsiteY21" fmla="*/ 672678 h 2752057"/>
                  <a:gd name="connsiteX0" fmla="*/ 486101 w 840402"/>
                  <a:gd name="connsiteY0" fmla="*/ 673911 h 2753290"/>
                  <a:gd name="connsiteX1" fmla="*/ 443239 w 840402"/>
                  <a:gd name="connsiteY1" fmla="*/ 1312087 h 2753290"/>
                  <a:gd name="connsiteX2" fmla="*/ 440063 w 840402"/>
                  <a:gd name="connsiteY2" fmla="*/ 1610537 h 2753290"/>
                  <a:gd name="connsiteX3" fmla="*/ 390851 w 840402"/>
                  <a:gd name="connsiteY3" fmla="*/ 1969312 h 2753290"/>
                  <a:gd name="connsiteX4" fmla="*/ 162250 w 840402"/>
                  <a:gd name="connsiteY4" fmla="*/ 2224899 h 2753290"/>
                  <a:gd name="connsiteX5" fmla="*/ 86054 w 840402"/>
                  <a:gd name="connsiteY5" fmla="*/ 2467790 h 2753290"/>
                  <a:gd name="connsiteX6" fmla="*/ 326 w 840402"/>
                  <a:gd name="connsiteY6" fmla="*/ 2588437 h 2753290"/>
                  <a:gd name="connsiteX7" fmla="*/ 119388 w 840402"/>
                  <a:gd name="connsiteY7" fmla="*/ 2686862 h 2753290"/>
                  <a:gd name="connsiteX8" fmla="*/ 365451 w 840402"/>
                  <a:gd name="connsiteY8" fmla="*/ 2731311 h 2753290"/>
                  <a:gd name="connsiteX9" fmla="*/ 187651 w 840402"/>
                  <a:gd name="connsiteY9" fmla="*/ 2543987 h 2753290"/>
                  <a:gd name="connsiteX10" fmla="*/ 346404 w 840402"/>
                  <a:gd name="connsiteY10" fmla="*/ 2321741 h 2753290"/>
                  <a:gd name="connsiteX11" fmla="*/ 587701 w 840402"/>
                  <a:gd name="connsiteY11" fmla="*/ 2080437 h 2753290"/>
                  <a:gd name="connsiteX12" fmla="*/ 794076 w 840402"/>
                  <a:gd name="connsiteY12" fmla="*/ 1569262 h 2753290"/>
                  <a:gd name="connsiteX13" fmla="*/ 825826 w 840402"/>
                  <a:gd name="connsiteY13" fmla="*/ 1070787 h 2753290"/>
                  <a:gd name="connsiteX14" fmla="*/ 759154 w 840402"/>
                  <a:gd name="connsiteY14" fmla="*/ 442140 h 2753290"/>
                  <a:gd name="connsiteX15" fmla="*/ 838529 w 840402"/>
                  <a:gd name="connsiteY15" fmla="*/ 83365 h 2753290"/>
                  <a:gd name="connsiteX16" fmla="*/ 662313 w 840402"/>
                  <a:gd name="connsiteY16" fmla="*/ 2399 h 2753290"/>
                  <a:gd name="connsiteX17" fmla="*/ 517853 w 840402"/>
                  <a:gd name="connsiteY17" fmla="*/ 169090 h 2753290"/>
                  <a:gd name="connsiteX18" fmla="*/ 613103 w 840402"/>
                  <a:gd name="connsiteY18" fmla="*/ 400864 h 2753290"/>
                  <a:gd name="connsiteX19" fmla="*/ 530551 w 840402"/>
                  <a:gd name="connsiteY19" fmla="*/ 559612 h 2753290"/>
                  <a:gd name="connsiteX20" fmla="*/ 486101 w 840402"/>
                  <a:gd name="connsiteY20" fmla="*/ 673911 h 2753290"/>
                  <a:gd name="connsiteX0" fmla="*/ 486101 w 825826"/>
                  <a:gd name="connsiteY0" fmla="*/ 681094 h 2760473"/>
                  <a:gd name="connsiteX1" fmla="*/ 443239 w 825826"/>
                  <a:gd name="connsiteY1" fmla="*/ 1319270 h 2760473"/>
                  <a:gd name="connsiteX2" fmla="*/ 440063 w 825826"/>
                  <a:gd name="connsiteY2" fmla="*/ 1617720 h 2760473"/>
                  <a:gd name="connsiteX3" fmla="*/ 390851 w 825826"/>
                  <a:gd name="connsiteY3" fmla="*/ 1976495 h 2760473"/>
                  <a:gd name="connsiteX4" fmla="*/ 162250 w 825826"/>
                  <a:gd name="connsiteY4" fmla="*/ 2232082 h 2760473"/>
                  <a:gd name="connsiteX5" fmla="*/ 86054 w 825826"/>
                  <a:gd name="connsiteY5" fmla="*/ 2474973 h 2760473"/>
                  <a:gd name="connsiteX6" fmla="*/ 326 w 825826"/>
                  <a:gd name="connsiteY6" fmla="*/ 2595620 h 2760473"/>
                  <a:gd name="connsiteX7" fmla="*/ 119388 w 825826"/>
                  <a:gd name="connsiteY7" fmla="*/ 2694045 h 2760473"/>
                  <a:gd name="connsiteX8" fmla="*/ 365451 w 825826"/>
                  <a:gd name="connsiteY8" fmla="*/ 2738494 h 2760473"/>
                  <a:gd name="connsiteX9" fmla="*/ 187651 w 825826"/>
                  <a:gd name="connsiteY9" fmla="*/ 2551170 h 2760473"/>
                  <a:gd name="connsiteX10" fmla="*/ 346404 w 825826"/>
                  <a:gd name="connsiteY10" fmla="*/ 2328924 h 2760473"/>
                  <a:gd name="connsiteX11" fmla="*/ 587701 w 825826"/>
                  <a:gd name="connsiteY11" fmla="*/ 2087620 h 2760473"/>
                  <a:gd name="connsiteX12" fmla="*/ 794076 w 825826"/>
                  <a:gd name="connsiteY12" fmla="*/ 1576445 h 2760473"/>
                  <a:gd name="connsiteX13" fmla="*/ 825826 w 825826"/>
                  <a:gd name="connsiteY13" fmla="*/ 1077970 h 2760473"/>
                  <a:gd name="connsiteX14" fmla="*/ 759154 w 825826"/>
                  <a:gd name="connsiteY14" fmla="*/ 449323 h 2760473"/>
                  <a:gd name="connsiteX15" fmla="*/ 662313 w 825826"/>
                  <a:gd name="connsiteY15" fmla="*/ 9582 h 2760473"/>
                  <a:gd name="connsiteX16" fmla="*/ 517853 w 825826"/>
                  <a:gd name="connsiteY16" fmla="*/ 176273 h 2760473"/>
                  <a:gd name="connsiteX17" fmla="*/ 613103 w 825826"/>
                  <a:gd name="connsiteY17" fmla="*/ 408047 h 2760473"/>
                  <a:gd name="connsiteX18" fmla="*/ 530551 w 825826"/>
                  <a:gd name="connsiteY18" fmla="*/ 566795 h 2760473"/>
                  <a:gd name="connsiteX19" fmla="*/ 486101 w 825826"/>
                  <a:gd name="connsiteY19" fmla="*/ 681094 h 2760473"/>
                  <a:gd name="connsiteX0" fmla="*/ 486101 w 825826"/>
                  <a:gd name="connsiteY0" fmla="*/ 504821 h 2584200"/>
                  <a:gd name="connsiteX1" fmla="*/ 443239 w 825826"/>
                  <a:gd name="connsiteY1" fmla="*/ 1142997 h 2584200"/>
                  <a:gd name="connsiteX2" fmla="*/ 440063 w 825826"/>
                  <a:gd name="connsiteY2" fmla="*/ 1441447 h 2584200"/>
                  <a:gd name="connsiteX3" fmla="*/ 390851 w 825826"/>
                  <a:gd name="connsiteY3" fmla="*/ 1800222 h 2584200"/>
                  <a:gd name="connsiteX4" fmla="*/ 162250 w 825826"/>
                  <a:gd name="connsiteY4" fmla="*/ 2055809 h 2584200"/>
                  <a:gd name="connsiteX5" fmla="*/ 86054 w 825826"/>
                  <a:gd name="connsiteY5" fmla="*/ 2298700 h 2584200"/>
                  <a:gd name="connsiteX6" fmla="*/ 326 w 825826"/>
                  <a:gd name="connsiteY6" fmla="*/ 2419347 h 2584200"/>
                  <a:gd name="connsiteX7" fmla="*/ 119388 w 825826"/>
                  <a:gd name="connsiteY7" fmla="*/ 2517772 h 2584200"/>
                  <a:gd name="connsiteX8" fmla="*/ 365451 w 825826"/>
                  <a:gd name="connsiteY8" fmla="*/ 2562221 h 2584200"/>
                  <a:gd name="connsiteX9" fmla="*/ 187651 w 825826"/>
                  <a:gd name="connsiteY9" fmla="*/ 2374897 h 2584200"/>
                  <a:gd name="connsiteX10" fmla="*/ 346404 w 825826"/>
                  <a:gd name="connsiteY10" fmla="*/ 2152651 h 2584200"/>
                  <a:gd name="connsiteX11" fmla="*/ 587701 w 825826"/>
                  <a:gd name="connsiteY11" fmla="*/ 1911347 h 2584200"/>
                  <a:gd name="connsiteX12" fmla="*/ 794076 w 825826"/>
                  <a:gd name="connsiteY12" fmla="*/ 1400172 h 2584200"/>
                  <a:gd name="connsiteX13" fmla="*/ 825826 w 825826"/>
                  <a:gd name="connsiteY13" fmla="*/ 901697 h 2584200"/>
                  <a:gd name="connsiteX14" fmla="*/ 759154 w 825826"/>
                  <a:gd name="connsiteY14" fmla="*/ 273050 h 2584200"/>
                  <a:gd name="connsiteX15" fmla="*/ 517853 w 825826"/>
                  <a:gd name="connsiteY15" fmla="*/ 0 h 2584200"/>
                  <a:gd name="connsiteX16" fmla="*/ 613103 w 825826"/>
                  <a:gd name="connsiteY16" fmla="*/ 231774 h 2584200"/>
                  <a:gd name="connsiteX17" fmla="*/ 530551 w 825826"/>
                  <a:gd name="connsiteY17" fmla="*/ 390522 h 2584200"/>
                  <a:gd name="connsiteX18" fmla="*/ 486101 w 825826"/>
                  <a:gd name="connsiteY18" fmla="*/ 504821 h 2584200"/>
                  <a:gd name="connsiteX0" fmla="*/ 486101 w 825826"/>
                  <a:gd name="connsiteY0" fmla="*/ 301686 h 2381065"/>
                  <a:gd name="connsiteX1" fmla="*/ 443239 w 825826"/>
                  <a:gd name="connsiteY1" fmla="*/ 939862 h 2381065"/>
                  <a:gd name="connsiteX2" fmla="*/ 440063 w 825826"/>
                  <a:gd name="connsiteY2" fmla="*/ 1238312 h 2381065"/>
                  <a:gd name="connsiteX3" fmla="*/ 390851 w 825826"/>
                  <a:gd name="connsiteY3" fmla="*/ 1597087 h 2381065"/>
                  <a:gd name="connsiteX4" fmla="*/ 162250 w 825826"/>
                  <a:gd name="connsiteY4" fmla="*/ 1852674 h 2381065"/>
                  <a:gd name="connsiteX5" fmla="*/ 86054 w 825826"/>
                  <a:gd name="connsiteY5" fmla="*/ 2095565 h 2381065"/>
                  <a:gd name="connsiteX6" fmla="*/ 326 w 825826"/>
                  <a:gd name="connsiteY6" fmla="*/ 2216212 h 2381065"/>
                  <a:gd name="connsiteX7" fmla="*/ 119388 w 825826"/>
                  <a:gd name="connsiteY7" fmla="*/ 2314637 h 2381065"/>
                  <a:gd name="connsiteX8" fmla="*/ 365451 w 825826"/>
                  <a:gd name="connsiteY8" fmla="*/ 2359086 h 2381065"/>
                  <a:gd name="connsiteX9" fmla="*/ 187651 w 825826"/>
                  <a:gd name="connsiteY9" fmla="*/ 2171762 h 2381065"/>
                  <a:gd name="connsiteX10" fmla="*/ 346404 w 825826"/>
                  <a:gd name="connsiteY10" fmla="*/ 1949516 h 2381065"/>
                  <a:gd name="connsiteX11" fmla="*/ 587701 w 825826"/>
                  <a:gd name="connsiteY11" fmla="*/ 1708212 h 2381065"/>
                  <a:gd name="connsiteX12" fmla="*/ 794076 w 825826"/>
                  <a:gd name="connsiteY12" fmla="*/ 1197037 h 2381065"/>
                  <a:gd name="connsiteX13" fmla="*/ 825826 w 825826"/>
                  <a:gd name="connsiteY13" fmla="*/ 698562 h 2381065"/>
                  <a:gd name="connsiteX14" fmla="*/ 759154 w 825826"/>
                  <a:gd name="connsiteY14" fmla="*/ 69915 h 2381065"/>
                  <a:gd name="connsiteX15" fmla="*/ 613103 w 825826"/>
                  <a:gd name="connsiteY15" fmla="*/ 28639 h 2381065"/>
                  <a:gd name="connsiteX16" fmla="*/ 530551 w 825826"/>
                  <a:gd name="connsiteY16" fmla="*/ 187387 h 2381065"/>
                  <a:gd name="connsiteX17" fmla="*/ 486101 w 825826"/>
                  <a:gd name="connsiteY17" fmla="*/ 301686 h 2381065"/>
                  <a:gd name="connsiteX0" fmla="*/ 486101 w 825826"/>
                  <a:gd name="connsiteY0" fmla="*/ 273047 h 2352426"/>
                  <a:gd name="connsiteX1" fmla="*/ 443239 w 825826"/>
                  <a:gd name="connsiteY1" fmla="*/ 911223 h 2352426"/>
                  <a:gd name="connsiteX2" fmla="*/ 440063 w 825826"/>
                  <a:gd name="connsiteY2" fmla="*/ 1209673 h 2352426"/>
                  <a:gd name="connsiteX3" fmla="*/ 390851 w 825826"/>
                  <a:gd name="connsiteY3" fmla="*/ 1568448 h 2352426"/>
                  <a:gd name="connsiteX4" fmla="*/ 162250 w 825826"/>
                  <a:gd name="connsiteY4" fmla="*/ 1824035 h 2352426"/>
                  <a:gd name="connsiteX5" fmla="*/ 86054 w 825826"/>
                  <a:gd name="connsiteY5" fmla="*/ 2066926 h 2352426"/>
                  <a:gd name="connsiteX6" fmla="*/ 326 w 825826"/>
                  <a:gd name="connsiteY6" fmla="*/ 2187573 h 2352426"/>
                  <a:gd name="connsiteX7" fmla="*/ 119388 w 825826"/>
                  <a:gd name="connsiteY7" fmla="*/ 2285998 h 2352426"/>
                  <a:gd name="connsiteX8" fmla="*/ 365451 w 825826"/>
                  <a:gd name="connsiteY8" fmla="*/ 2330447 h 2352426"/>
                  <a:gd name="connsiteX9" fmla="*/ 187651 w 825826"/>
                  <a:gd name="connsiteY9" fmla="*/ 2143123 h 2352426"/>
                  <a:gd name="connsiteX10" fmla="*/ 346404 w 825826"/>
                  <a:gd name="connsiteY10" fmla="*/ 1920877 h 2352426"/>
                  <a:gd name="connsiteX11" fmla="*/ 587701 w 825826"/>
                  <a:gd name="connsiteY11" fmla="*/ 1679573 h 2352426"/>
                  <a:gd name="connsiteX12" fmla="*/ 794076 w 825826"/>
                  <a:gd name="connsiteY12" fmla="*/ 1168398 h 2352426"/>
                  <a:gd name="connsiteX13" fmla="*/ 825826 w 825826"/>
                  <a:gd name="connsiteY13" fmla="*/ 669923 h 2352426"/>
                  <a:gd name="connsiteX14" fmla="*/ 613103 w 825826"/>
                  <a:gd name="connsiteY14" fmla="*/ 0 h 2352426"/>
                  <a:gd name="connsiteX15" fmla="*/ 530551 w 825826"/>
                  <a:gd name="connsiteY15" fmla="*/ 158748 h 2352426"/>
                  <a:gd name="connsiteX16" fmla="*/ 486101 w 825826"/>
                  <a:gd name="connsiteY16" fmla="*/ 273047 h 2352426"/>
                  <a:gd name="connsiteX0" fmla="*/ 486101 w 825826"/>
                  <a:gd name="connsiteY0" fmla="*/ 142512 h 2221891"/>
                  <a:gd name="connsiteX1" fmla="*/ 443239 w 825826"/>
                  <a:gd name="connsiteY1" fmla="*/ 780688 h 2221891"/>
                  <a:gd name="connsiteX2" fmla="*/ 440063 w 825826"/>
                  <a:gd name="connsiteY2" fmla="*/ 1079138 h 2221891"/>
                  <a:gd name="connsiteX3" fmla="*/ 390851 w 825826"/>
                  <a:gd name="connsiteY3" fmla="*/ 1437913 h 2221891"/>
                  <a:gd name="connsiteX4" fmla="*/ 162250 w 825826"/>
                  <a:gd name="connsiteY4" fmla="*/ 1693500 h 2221891"/>
                  <a:gd name="connsiteX5" fmla="*/ 86054 w 825826"/>
                  <a:gd name="connsiteY5" fmla="*/ 1936391 h 2221891"/>
                  <a:gd name="connsiteX6" fmla="*/ 326 w 825826"/>
                  <a:gd name="connsiteY6" fmla="*/ 2057038 h 2221891"/>
                  <a:gd name="connsiteX7" fmla="*/ 119388 w 825826"/>
                  <a:gd name="connsiteY7" fmla="*/ 2155463 h 2221891"/>
                  <a:gd name="connsiteX8" fmla="*/ 365451 w 825826"/>
                  <a:gd name="connsiteY8" fmla="*/ 2199912 h 2221891"/>
                  <a:gd name="connsiteX9" fmla="*/ 187651 w 825826"/>
                  <a:gd name="connsiteY9" fmla="*/ 2012588 h 2221891"/>
                  <a:gd name="connsiteX10" fmla="*/ 346404 w 825826"/>
                  <a:gd name="connsiteY10" fmla="*/ 1790342 h 2221891"/>
                  <a:gd name="connsiteX11" fmla="*/ 587701 w 825826"/>
                  <a:gd name="connsiteY11" fmla="*/ 1549038 h 2221891"/>
                  <a:gd name="connsiteX12" fmla="*/ 794076 w 825826"/>
                  <a:gd name="connsiteY12" fmla="*/ 1037863 h 2221891"/>
                  <a:gd name="connsiteX13" fmla="*/ 825826 w 825826"/>
                  <a:gd name="connsiteY13" fmla="*/ 539388 h 2221891"/>
                  <a:gd name="connsiteX14" fmla="*/ 530551 w 825826"/>
                  <a:gd name="connsiteY14" fmla="*/ 28213 h 2221891"/>
                  <a:gd name="connsiteX15" fmla="*/ 486101 w 825826"/>
                  <a:gd name="connsiteY15" fmla="*/ 142512 h 2221891"/>
                  <a:gd name="connsiteX0" fmla="*/ 486101 w 825826"/>
                  <a:gd name="connsiteY0" fmla="*/ 3813 h 2083192"/>
                  <a:gd name="connsiteX1" fmla="*/ 443239 w 825826"/>
                  <a:gd name="connsiteY1" fmla="*/ 641989 h 2083192"/>
                  <a:gd name="connsiteX2" fmla="*/ 440063 w 825826"/>
                  <a:gd name="connsiteY2" fmla="*/ 940439 h 2083192"/>
                  <a:gd name="connsiteX3" fmla="*/ 390851 w 825826"/>
                  <a:gd name="connsiteY3" fmla="*/ 1299214 h 2083192"/>
                  <a:gd name="connsiteX4" fmla="*/ 162250 w 825826"/>
                  <a:gd name="connsiteY4" fmla="*/ 1554801 h 2083192"/>
                  <a:gd name="connsiteX5" fmla="*/ 86054 w 825826"/>
                  <a:gd name="connsiteY5" fmla="*/ 1797692 h 2083192"/>
                  <a:gd name="connsiteX6" fmla="*/ 326 w 825826"/>
                  <a:gd name="connsiteY6" fmla="*/ 1918339 h 2083192"/>
                  <a:gd name="connsiteX7" fmla="*/ 119388 w 825826"/>
                  <a:gd name="connsiteY7" fmla="*/ 2016764 h 2083192"/>
                  <a:gd name="connsiteX8" fmla="*/ 365451 w 825826"/>
                  <a:gd name="connsiteY8" fmla="*/ 2061213 h 2083192"/>
                  <a:gd name="connsiteX9" fmla="*/ 187651 w 825826"/>
                  <a:gd name="connsiteY9" fmla="*/ 1873889 h 2083192"/>
                  <a:gd name="connsiteX10" fmla="*/ 346404 w 825826"/>
                  <a:gd name="connsiteY10" fmla="*/ 1651643 h 2083192"/>
                  <a:gd name="connsiteX11" fmla="*/ 587701 w 825826"/>
                  <a:gd name="connsiteY11" fmla="*/ 1410339 h 2083192"/>
                  <a:gd name="connsiteX12" fmla="*/ 794076 w 825826"/>
                  <a:gd name="connsiteY12" fmla="*/ 899164 h 2083192"/>
                  <a:gd name="connsiteX13" fmla="*/ 825826 w 825826"/>
                  <a:gd name="connsiteY13" fmla="*/ 400689 h 2083192"/>
                  <a:gd name="connsiteX14" fmla="*/ 486101 w 825826"/>
                  <a:gd name="connsiteY14" fmla="*/ 3813 h 2083192"/>
                  <a:gd name="connsiteX0" fmla="*/ 486101 w 883230"/>
                  <a:gd name="connsiteY0" fmla="*/ 0 h 2079379"/>
                  <a:gd name="connsiteX1" fmla="*/ 443239 w 883230"/>
                  <a:gd name="connsiteY1" fmla="*/ 638176 h 2079379"/>
                  <a:gd name="connsiteX2" fmla="*/ 440063 w 883230"/>
                  <a:gd name="connsiteY2" fmla="*/ 936626 h 2079379"/>
                  <a:gd name="connsiteX3" fmla="*/ 390851 w 883230"/>
                  <a:gd name="connsiteY3" fmla="*/ 1295401 h 2079379"/>
                  <a:gd name="connsiteX4" fmla="*/ 162250 w 883230"/>
                  <a:gd name="connsiteY4" fmla="*/ 1550988 h 2079379"/>
                  <a:gd name="connsiteX5" fmla="*/ 86054 w 883230"/>
                  <a:gd name="connsiteY5" fmla="*/ 1793879 h 2079379"/>
                  <a:gd name="connsiteX6" fmla="*/ 326 w 883230"/>
                  <a:gd name="connsiteY6" fmla="*/ 1914526 h 2079379"/>
                  <a:gd name="connsiteX7" fmla="*/ 119388 w 883230"/>
                  <a:gd name="connsiteY7" fmla="*/ 2012951 h 2079379"/>
                  <a:gd name="connsiteX8" fmla="*/ 365451 w 883230"/>
                  <a:gd name="connsiteY8" fmla="*/ 2057400 h 2079379"/>
                  <a:gd name="connsiteX9" fmla="*/ 187651 w 883230"/>
                  <a:gd name="connsiteY9" fmla="*/ 1870076 h 2079379"/>
                  <a:gd name="connsiteX10" fmla="*/ 346404 w 883230"/>
                  <a:gd name="connsiteY10" fmla="*/ 1647830 h 2079379"/>
                  <a:gd name="connsiteX11" fmla="*/ 587701 w 883230"/>
                  <a:gd name="connsiteY11" fmla="*/ 1406526 h 2079379"/>
                  <a:gd name="connsiteX12" fmla="*/ 794076 w 883230"/>
                  <a:gd name="connsiteY12" fmla="*/ 895351 h 2079379"/>
                  <a:gd name="connsiteX13" fmla="*/ 883230 w 883230"/>
                  <a:gd name="connsiteY13" fmla="*/ 456245 h 2079379"/>
                  <a:gd name="connsiteX0" fmla="*/ 486101 w 794076"/>
                  <a:gd name="connsiteY0" fmla="*/ 0 h 2079379"/>
                  <a:gd name="connsiteX1" fmla="*/ 443239 w 794076"/>
                  <a:gd name="connsiteY1" fmla="*/ 638176 h 2079379"/>
                  <a:gd name="connsiteX2" fmla="*/ 440063 w 794076"/>
                  <a:gd name="connsiteY2" fmla="*/ 936626 h 2079379"/>
                  <a:gd name="connsiteX3" fmla="*/ 390851 w 794076"/>
                  <a:gd name="connsiteY3" fmla="*/ 1295401 h 2079379"/>
                  <a:gd name="connsiteX4" fmla="*/ 162250 w 794076"/>
                  <a:gd name="connsiteY4" fmla="*/ 1550988 h 2079379"/>
                  <a:gd name="connsiteX5" fmla="*/ 86054 w 794076"/>
                  <a:gd name="connsiteY5" fmla="*/ 1793879 h 2079379"/>
                  <a:gd name="connsiteX6" fmla="*/ 326 w 794076"/>
                  <a:gd name="connsiteY6" fmla="*/ 1914526 h 2079379"/>
                  <a:gd name="connsiteX7" fmla="*/ 119388 w 794076"/>
                  <a:gd name="connsiteY7" fmla="*/ 2012951 h 2079379"/>
                  <a:gd name="connsiteX8" fmla="*/ 365451 w 794076"/>
                  <a:gd name="connsiteY8" fmla="*/ 2057400 h 2079379"/>
                  <a:gd name="connsiteX9" fmla="*/ 187651 w 794076"/>
                  <a:gd name="connsiteY9" fmla="*/ 1870076 h 2079379"/>
                  <a:gd name="connsiteX10" fmla="*/ 346404 w 794076"/>
                  <a:gd name="connsiteY10" fmla="*/ 1647830 h 2079379"/>
                  <a:gd name="connsiteX11" fmla="*/ 587701 w 794076"/>
                  <a:gd name="connsiteY11" fmla="*/ 1406526 h 2079379"/>
                  <a:gd name="connsiteX12" fmla="*/ 794076 w 794076"/>
                  <a:gd name="connsiteY12" fmla="*/ 895351 h 2079379"/>
                  <a:gd name="connsiteX0" fmla="*/ 443239 w 794076"/>
                  <a:gd name="connsiteY0" fmla="*/ 0 h 1441203"/>
                  <a:gd name="connsiteX1" fmla="*/ 440063 w 794076"/>
                  <a:gd name="connsiteY1" fmla="*/ 298450 h 1441203"/>
                  <a:gd name="connsiteX2" fmla="*/ 390851 w 794076"/>
                  <a:gd name="connsiteY2" fmla="*/ 657225 h 1441203"/>
                  <a:gd name="connsiteX3" fmla="*/ 162250 w 794076"/>
                  <a:gd name="connsiteY3" fmla="*/ 912812 h 1441203"/>
                  <a:gd name="connsiteX4" fmla="*/ 86054 w 794076"/>
                  <a:gd name="connsiteY4" fmla="*/ 1155703 h 1441203"/>
                  <a:gd name="connsiteX5" fmla="*/ 326 w 794076"/>
                  <a:gd name="connsiteY5" fmla="*/ 1276350 h 1441203"/>
                  <a:gd name="connsiteX6" fmla="*/ 119388 w 794076"/>
                  <a:gd name="connsiteY6" fmla="*/ 1374775 h 1441203"/>
                  <a:gd name="connsiteX7" fmla="*/ 365451 w 794076"/>
                  <a:gd name="connsiteY7" fmla="*/ 1419224 h 1441203"/>
                  <a:gd name="connsiteX8" fmla="*/ 187651 w 794076"/>
                  <a:gd name="connsiteY8" fmla="*/ 1231900 h 1441203"/>
                  <a:gd name="connsiteX9" fmla="*/ 346404 w 794076"/>
                  <a:gd name="connsiteY9" fmla="*/ 1009654 h 1441203"/>
                  <a:gd name="connsiteX10" fmla="*/ 587701 w 794076"/>
                  <a:gd name="connsiteY10" fmla="*/ 768350 h 1441203"/>
                  <a:gd name="connsiteX11" fmla="*/ 794076 w 794076"/>
                  <a:gd name="connsiteY11" fmla="*/ 257175 h 1441203"/>
                  <a:gd name="connsiteX0" fmla="*/ 440063 w 794076"/>
                  <a:gd name="connsiteY0" fmla="*/ 41275 h 1184028"/>
                  <a:gd name="connsiteX1" fmla="*/ 390851 w 794076"/>
                  <a:gd name="connsiteY1" fmla="*/ 400050 h 1184028"/>
                  <a:gd name="connsiteX2" fmla="*/ 162250 w 794076"/>
                  <a:gd name="connsiteY2" fmla="*/ 655637 h 1184028"/>
                  <a:gd name="connsiteX3" fmla="*/ 86054 w 794076"/>
                  <a:gd name="connsiteY3" fmla="*/ 898528 h 1184028"/>
                  <a:gd name="connsiteX4" fmla="*/ 326 w 794076"/>
                  <a:gd name="connsiteY4" fmla="*/ 1019175 h 1184028"/>
                  <a:gd name="connsiteX5" fmla="*/ 119388 w 794076"/>
                  <a:gd name="connsiteY5" fmla="*/ 1117600 h 1184028"/>
                  <a:gd name="connsiteX6" fmla="*/ 365451 w 794076"/>
                  <a:gd name="connsiteY6" fmla="*/ 1162049 h 1184028"/>
                  <a:gd name="connsiteX7" fmla="*/ 187651 w 794076"/>
                  <a:gd name="connsiteY7" fmla="*/ 974725 h 1184028"/>
                  <a:gd name="connsiteX8" fmla="*/ 346404 w 794076"/>
                  <a:gd name="connsiteY8" fmla="*/ 752479 h 1184028"/>
                  <a:gd name="connsiteX9" fmla="*/ 587701 w 794076"/>
                  <a:gd name="connsiteY9" fmla="*/ 511175 h 1184028"/>
                  <a:gd name="connsiteX10" fmla="*/ 794076 w 794076"/>
                  <a:gd name="connsiteY10" fmla="*/ 0 h 1184028"/>
                  <a:gd name="connsiteX0" fmla="*/ 440063 w 613360"/>
                  <a:gd name="connsiteY0" fmla="*/ 0 h 1142753"/>
                  <a:gd name="connsiteX1" fmla="*/ 390851 w 613360"/>
                  <a:gd name="connsiteY1" fmla="*/ 358775 h 1142753"/>
                  <a:gd name="connsiteX2" fmla="*/ 162250 w 613360"/>
                  <a:gd name="connsiteY2" fmla="*/ 614362 h 1142753"/>
                  <a:gd name="connsiteX3" fmla="*/ 86054 w 613360"/>
                  <a:gd name="connsiteY3" fmla="*/ 857253 h 1142753"/>
                  <a:gd name="connsiteX4" fmla="*/ 326 w 613360"/>
                  <a:gd name="connsiteY4" fmla="*/ 977900 h 1142753"/>
                  <a:gd name="connsiteX5" fmla="*/ 119388 w 613360"/>
                  <a:gd name="connsiteY5" fmla="*/ 1076325 h 1142753"/>
                  <a:gd name="connsiteX6" fmla="*/ 365451 w 613360"/>
                  <a:gd name="connsiteY6" fmla="*/ 1120774 h 1142753"/>
                  <a:gd name="connsiteX7" fmla="*/ 187651 w 613360"/>
                  <a:gd name="connsiteY7" fmla="*/ 933450 h 1142753"/>
                  <a:gd name="connsiteX8" fmla="*/ 346404 w 613360"/>
                  <a:gd name="connsiteY8" fmla="*/ 711204 h 1142753"/>
                  <a:gd name="connsiteX9" fmla="*/ 587701 w 613360"/>
                  <a:gd name="connsiteY9" fmla="*/ 469900 h 1142753"/>
                  <a:gd name="connsiteX10" fmla="*/ 613360 w 613360"/>
                  <a:gd name="connsiteY10" fmla="*/ 239076 h 1142753"/>
                  <a:gd name="connsiteX0" fmla="*/ 440063 w 613360"/>
                  <a:gd name="connsiteY0" fmla="*/ 0 h 1142753"/>
                  <a:gd name="connsiteX1" fmla="*/ 390851 w 613360"/>
                  <a:gd name="connsiteY1" fmla="*/ 358775 h 1142753"/>
                  <a:gd name="connsiteX2" fmla="*/ 162250 w 613360"/>
                  <a:gd name="connsiteY2" fmla="*/ 614362 h 1142753"/>
                  <a:gd name="connsiteX3" fmla="*/ 86054 w 613360"/>
                  <a:gd name="connsiteY3" fmla="*/ 857253 h 1142753"/>
                  <a:gd name="connsiteX4" fmla="*/ 326 w 613360"/>
                  <a:gd name="connsiteY4" fmla="*/ 977900 h 1142753"/>
                  <a:gd name="connsiteX5" fmla="*/ 119388 w 613360"/>
                  <a:gd name="connsiteY5" fmla="*/ 1076325 h 1142753"/>
                  <a:gd name="connsiteX6" fmla="*/ 365451 w 613360"/>
                  <a:gd name="connsiteY6" fmla="*/ 1120774 h 1142753"/>
                  <a:gd name="connsiteX7" fmla="*/ 187651 w 613360"/>
                  <a:gd name="connsiteY7" fmla="*/ 933450 h 1142753"/>
                  <a:gd name="connsiteX8" fmla="*/ 346404 w 613360"/>
                  <a:gd name="connsiteY8" fmla="*/ 711204 h 1142753"/>
                  <a:gd name="connsiteX9" fmla="*/ 563783 w 613360"/>
                  <a:gd name="connsiteY9" fmla="*/ 467151 h 1142753"/>
                  <a:gd name="connsiteX10" fmla="*/ 613360 w 613360"/>
                  <a:gd name="connsiteY10" fmla="*/ 239076 h 1142753"/>
                  <a:gd name="connsiteX0" fmla="*/ 440063 w 613360"/>
                  <a:gd name="connsiteY0" fmla="*/ 0 h 1142753"/>
                  <a:gd name="connsiteX1" fmla="*/ 390851 w 613360"/>
                  <a:gd name="connsiteY1" fmla="*/ 358775 h 1142753"/>
                  <a:gd name="connsiteX2" fmla="*/ 162250 w 613360"/>
                  <a:gd name="connsiteY2" fmla="*/ 614362 h 1142753"/>
                  <a:gd name="connsiteX3" fmla="*/ 86054 w 613360"/>
                  <a:gd name="connsiteY3" fmla="*/ 857253 h 1142753"/>
                  <a:gd name="connsiteX4" fmla="*/ 326 w 613360"/>
                  <a:gd name="connsiteY4" fmla="*/ 977900 h 1142753"/>
                  <a:gd name="connsiteX5" fmla="*/ 119388 w 613360"/>
                  <a:gd name="connsiteY5" fmla="*/ 1076325 h 1142753"/>
                  <a:gd name="connsiteX6" fmla="*/ 365451 w 613360"/>
                  <a:gd name="connsiteY6" fmla="*/ 1120774 h 1142753"/>
                  <a:gd name="connsiteX7" fmla="*/ 187651 w 613360"/>
                  <a:gd name="connsiteY7" fmla="*/ 933450 h 1142753"/>
                  <a:gd name="connsiteX8" fmla="*/ 346404 w 613360"/>
                  <a:gd name="connsiteY8" fmla="*/ 711204 h 1142753"/>
                  <a:gd name="connsiteX9" fmla="*/ 547838 w 613360"/>
                  <a:gd name="connsiteY9" fmla="*/ 458905 h 1142753"/>
                  <a:gd name="connsiteX10" fmla="*/ 613360 w 613360"/>
                  <a:gd name="connsiteY10" fmla="*/ 239076 h 1142753"/>
                  <a:gd name="connsiteX0" fmla="*/ 440063 w 613360"/>
                  <a:gd name="connsiteY0" fmla="*/ 0 h 1142753"/>
                  <a:gd name="connsiteX1" fmla="*/ 390851 w 613360"/>
                  <a:gd name="connsiteY1" fmla="*/ 358775 h 1142753"/>
                  <a:gd name="connsiteX2" fmla="*/ 162250 w 613360"/>
                  <a:gd name="connsiteY2" fmla="*/ 614362 h 1142753"/>
                  <a:gd name="connsiteX3" fmla="*/ 86054 w 613360"/>
                  <a:gd name="connsiteY3" fmla="*/ 857253 h 1142753"/>
                  <a:gd name="connsiteX4" fmla="*/ 326 w 613360"/>
                  <a:gd name="connsiteY4" fmla="*/ 977900 h 1142753"/>
                  <a:gd name="connsiteX5" fmla="*/ 119388 w 613360"/>
                  <a:gd name="connsiteY5" fmla="*/ 1076325 h 1142753"/>
                  <a:gd name="connsiteX6" fmla="*/ 365451 w 613360"/>
                  <a:gd name="connsiteY6" fmla="*/ 1120774 h 1142753"/>
                  <a:gd name="connsiteX7" fmla="*/ 187651 w 613360"/>
                  <a:gd name="connsiteY7" fmla="*/ 933450 h 1142753"/>
                  <a:gd name="connsiteX8" fmla="*/ 346404 w 613360"/>
                  <a:gd name="connsiteY8" fmla="*/ 711204 h 1142753"/>
                  <a:gd name="connsiteX9" fmla="*/ 547838 w 613360"/>
                  <a:gd name="connsiteY9" fmla="*/ 458905 h 1142753"/>
                  <a:gd name="connsiteX10" fmla="*/ 613360 w 613360"/>
                  <a:gd name="connsiteY10" fmla="*/ 239076 h 1142753"/>
                  <a:gd name="connsiteX0" fmla="*/ 440063 w 613360"/>
                  <a:gd name="connsiteY0" fmla="*/ 0 h 1142753"/>
                  <a:gd name="connsiteX1" fmla="*/ 390851 w 613360"/>
                  <a:gd name="connsiteY1" fmla="*/ 358775 h 1142753"/>
                  <a:gd name="connsiteX2" fmla="*/ 162250 w 613360"/>
                  <a:gd name="connsiteY2" fmla="*/ 614362 h 1142753"/>
                  <a:gd name="connsiteX3" fmla="*/ 86054 w 613360"/>
                  <a:gd name="connsiteY3" fmla="*/ 857253 h 1142753"/>
                  <a:gd name="connsiteX4" fmla="*/ 326 w 613360"/>
                  <a:gd name="connsiteY4" fmla="*/ 977900 h 1142753"/>
                  <a:gd name="connsiteX5" fmla="*/ 119388 w 613360"/>
                  <a:gd name="connsiteY5" fmla="*/ 1076325 h 1142753"/>
                  <a:gd name="connsiteX6" fmla="*/ 365451 w 613360"/>
                  <a:gd name="connsiteY6" fmla="*/ 1120774 h 1142753"/>
                  <a:gd name="connsiteX7" fmla="*/ 187651 w 613360"/>
                  <a:gd name="connsiteY7" fmla="*/ 933450 h 1142753"/>
                  <a:gd name="connsiteX8" fmla="*/ 346404 w 613360"/>
                  <a:gd name="connsiteY8" fmla="*/ 711204 h 1142753"/>
                  <a:gd name="connsiteX9" fmla="*/ 547838 w 613360"/>
                  <a:gd name="connsiteY9" fmla="*/ 458905 h 1142753"/>
                  <a:gd name="connsiteX10" fmla="*/ 613360 w 613360"/>
                  <a:gd name="connsiteY10" fmla="*/ 239076 h 1142753"/>
                  <a:gd name="connsiteX0" fmla="*/ 440063 w 613360"/>
                  <a:gd name="connsiteY0" fmla="*/ 0 h 1142753"/>
                  <a:gd name="connsiteX1" fmla="*/ 390851 w 613360"/>
                  <a:gd name="connsiteY1" fmla="*/ 358775 h 1142753"/>
                  <a:gd name="connsiteX2" fmla="*/ 162250 w 613360"/>
                  <a:gd name="connsiteY2" fmla="*/ 614362 h 1142753"/>
                  <a:gd name="connsiteX3" fmla="*/ 86054 w 613360"/>
                  <a:gd name="connsiteY3" fmla="*/ 857253 h 1142753"/>
                  <a:gd name="connsiteX4" fmla="*/ 326 w 613360"/>
                  <a:gd name="connsiteY4" fmla="*/ 977900 h 1142753"/>
                  <a:gd name="connsiteX5" fmla="*/ 119388 w 613360"/>
                  <a:gd name="connsiteY5" fmla="*/ 1076325 h 1142753"/>
                  <a:gd name="connsiteX6" fmla="*/ 365451 w 613360"/>
                  <a:gd name="connsiteY6" fmla="*/ 1120774 h 1142753"/>
                  <a:gd name="connsiteX7" fmla="*/ 187651 w 613360"/>
                  <a:gd name="connsiteY7" fmla="*/ 933450 h 1142753"/>
                  <a:gd name="connsiteX8" fmla="*/ 346404 w 613360"/>
                  <a:gd name="connsiteY8" fmla="*/ 711204 h 1142753"/>
                  <a:gd name="connsiteX9" fmla="*/ 547838 w 613360"/>
                  <a:gd name="connsiteY9" fmla="*/ 458905 h 1142753"/>
                  <a:gd name="connsiteX10" fmla="*/ 613360 w 613360"/>
                  <a:gd name="connsiteY10" fmla="*/ 239076 h 1142753"/>
                  <a:gd name="connsiteX0" fmla="*/ 440063 w 613360"/>
                  <a:gd name="connsiteY0" fmla="*/ 0 h 1142753"/>
                  <a:gd name="connsiteX1" fmla="*/ 390851 w 613360"/>
                  <a:gd name="connsiteY1" fmla="*/ 358775 h 1142753"/>
                  <a:gd name="connsiteX2" fmla="*/ 162250 w 613360"/>
                  <a:gd name="connsiteY2" fmla="*/ 614362 h 1142753"/>
                  <a:gd name="connsiteX3" fmla="*/ 86054 w 613360"/>
                  <a:gd name="connsiteY3" fmla="*/ 857253 h 1142753"/>
                  <a:gd name="connsiteX4" fmla="*/ 326 w 613360"/>
                  <a:gd name="connsiteY4" fmla="*/ 977900 h 1142753"/>
                  <a:gd name="connsiteX5" fmla="*/ 119388 w 613360"/>
                  <a:gd name="connsiteY5" fmla="*/ 1076325 h 1142753"/>
                  <a:gd name="connsiteX6" fmla="*/ 365451 w 613360"/>
                  <a:gd name="connsiteY6" fmla="*/ 1120774 h 1142753"/>
                  <a:gd name="connsiteX7" fmla="*/ 187651 w 613360"/>
                  <a:gd name="connsiteY7" fmla="*/ 933450 h 1142753"/>
                  <a:gd name="connsiteX8" fmla="*/ 346404 w 613360"/>
                  <a:gd name="connsiteY8" fmla="*/ 711204 h 1142753"/>
                  <a:gd name="connsiteX9" fmla="*/ 547838 w 613360"/>
                  <a:gd name="connsiteY9" fmla="*/ 458905 h 1142753"/>
                  <a:gd name="connsiteX10" fmla="*/ 613360 w 613360"/>
                  <a:gd name="connsiteY10" fmla="*/ 239076 h 1142753"/>
                  <a:gd name="connsiteX0" fmla="*/ 440086 w 613383"/>
                  <a:gd name="connsiteY0" fmla="*/ 0 h 1142753"/>
                  <a:gd name="connsiteX1" fmla="*/ 390874 w 613383"/>
                  <a:gd name="connsiteY1" fmla="*/ 358775 h 1142753"/>
                  <a:gd name="connsiteX2" fmla="*/ 175561 w 613383"/>
                  <a:gd name="connsiteY2" fmla="*/ 611614 h 1142753"/>
                  <a:gd name="connsiteX3" fmla="*/ 86077 w 613383"/>
                  <a:gd name="connsiteY3" fmla="*/ 857253 h 1142753"/>
                  <a:gd name="connsiteX4" fmla="*/ 349 w 613383"/>
                  <a:gd name="connsiteY4" fmla="*/ 977900 h 1142753"/>
                  <a:gd name="connsiteX5" fmla="*/ 119411 w 613383"/>
                  <a:gd name="connsiteY5" fmla="*/ 1076325 h 1142753"/>
                  <a:gd name="connsiteX6" fmla="*/ 365474 w 613383"/>
                  <a:gd name="connsiteY6" fmla="*/ 1120774 h 1142753"/>
                  <a:gd name="connsiteX7" fmla="*/ 187674 w 613383"/>
                  <a:gd name="connsiteY7" fmla="*/ 933450 h 1142753"/>
                  <a:gd name="connsiteX8" fmla="*/ 346427 w 613383"/>
                  <a:gd name="connsiteY8" fmla="*/ 711204 h 1142753"/>
                  <a:gd name="connsiteX9" fmla="*/ 547861 w 613383"/>
                  <a:gd name="connsiteY9" fmla="*/ 458905 h 1142753"/>
                  <a:gd name="connsiteX10" fmla="*/ 613383 w 613383"/>
                  <a:gd name="connsiteY10" fmla="*/ 239076 h 1142753"/>
                  <a:gd name="connsiteX0" fmla="*/ 440086 w 613383"/>
                  <a:gd name="connsiteY0" fmla="*/ 0 h 1142753"/>
                  <a:gd name="connsiteX1" fmla="*/ 366956 w 613383"/>
                  <a:gd name="connsiteY1" fmla="*/ 402752 h 1142753"/>
                  <a:gd name="connsiteX2" fmla="*/ 175561 w 613383"/>
                  <a:gd name="connsiteY2" fmla="*/ 611614 h 1142753"/>
                  <a:gd name="connsiteX3" fmla="*/ 86077 w 613383"/>
                  <a:gd name="connsiteY3" fmla="*/ 857253 h 1142753"/>
                  <a:gd name="connsiteX4" fmla="*/ 349 w 613383"/>
                  <a:gd name="connsiteY4" fmla="*/ 977900 h 1142753"/>
                  <a:gd name="connsiteX5" fmla="*/ 119411 w 613383"/>
                  <a:gd name="connsiteY5" fmla="*/ 1076325 h 1142753"/>
                  <a:gd name="connsiteX6" fmla="*/ 365474 w 613383"/>
                  <a:gd name="connsiteY6" fmla="*/ 1120774 h 1142753"/>
                  <a:gd name="connsiteX7" fmla="*/ 187674 w 613383"/>
                  <a:gd name="connsiteY7" fmla="*/ 933450 h 1142753"/>
                  <a:gd name="connsiteX8" fmla="*/ 346427 w 613383"/>
                  <a:gd name="connsiteY8" fmla="*/ 711204 h 1142753"/>
                  <a:gd name="connsiteX9" fmla="*/ 547861 w 613383"/>
                  <a:gd name="connsiteY9" fmla="*/ 458905 h 1142753"/>
                  <a:gd name="connsiteX10" fmla="*/ 613383 w 613383"/>
                  <a:gd name="connsiteY10" fmla="*/ 239076 h 1142753"/>
                  <a:gd name="connsiteX0" fmla="*/ 378962 w 613383"/>
                  <a:gd name="connsiteY0" fmla="*/ 0 h 1208718"/>
                  <a:gd name="connsiteX1" fmla="*/ 366956 w 613383"/>
                  <a:gd name="connsiteY1" fmla="*/ 468717 h 1208718"/>
                  <a:gd name="connsiteX2" fmla="*/ 175561 w 613383"/>
                  <a:gd name="connsiteY2" fmla="*/ 677579 h 1208718"/>
                  <a:gd name="connsiteX3" fmla="*/ 86077 w 613383"/>
                  <a:gd name="connsiteY3" fmla="*/ 923218 h 1208718"/>
                  <a:gd name="connsiteX4" fmla="*/ 349 w 613383"/>
                  <a:gd name="connsiteY4" fmla="*/ 1043865 h 1208718"/>
                  <a:gd name="connsiteX5" fmla="*/ 119411 w 613383"/>
                  <a:gd name="connsiteY5" fmla="*/ 1142290 h 1208718"/>
                  <a:gd name="connsiteX6" fmla="*/ 365474 w 613383"/>
                  <a:gd name="connsiteY6" fmla="*/ 1186739 h 1208718"/>
                  <a:gd name="connsiteX7" fmla="*/ 187674 w 613383"/>
                  <a:gd name="connsiteY7" fmla="*/ 999415 h 1208718"/>
                  <a:gd name="connsiteX8" fmla="*/ 346427 w 613383"/>
                  <a:gd name="connsiteY8" fmla="*/ 777169 h 1208718"/>
                  <a:gd name="connsiteX9" fmla="*/ 547861 w 613383"/>
                  <a:gd name="connsiteY9" fmla="*/ 524870 h 1208718"/>
                  <a:gd name="connsiteX10" fmla="*/ 613383 w 613383"/>
                  <a:gd name="connsiteY10" fmla="*/ 305041 h 1208718"/>
                  <a:gd name="connsiteX0" fmla="*/ 378962 w 597438"/>
                  <a:gd name="connsiteY0" fmla="*/ 0 h 1208718"/>
                  <a:gd name="connsiteX1" fmla="*/ 366956 w 597438"/>
                  <a:gd name="connsiteY1" fmla="*/ 468717 h 1208718"/>
                  <a:gd name="connsiteX2" fmla="*/ 175561 w 597438"/>
                  <a:gd name="connsiteY2" fmla="*/ 677579 h 1208718"/>
                  <a:gd name="connsiteX3" fmla="*/ 86077 w 597438"/>
                  <a:gd name="connsiteY3" fmla="*/ 923218 h 1208718"/>
                  <a:gd name="connsiteX4" fmla="*/ 349 w 597438"/>
                  <a:gd name="connsiteY4" fmla="*/ 1043865 h 1208718"/>
                  <a:gd name="connsiteX5" fmla="*/ 119411 w 597438"/>
                  <a:gd name="connsiteY5" fmla="*/ 1142290 h 1208718"/>
                  <a:gd name="connsiteX6" fmla="*/ 365474 w 597438"/>
                  <a:gd name="connsiteY6" fmla="*/ 1186739 h 1208718"/>
                  <a:gd name="connsiteX7" fmla="*/ 187674 w 597438"/>
                  <a:gd name="connsiteY7" fmla="*/ 999415 h 1208718"/>
                  <a:gd name="connsiteX8" fmla="*/ 346427 w 597438"/>
                  <a:gd name="connsiteY8" fmla="*/ 777169 h 1208718"/>
                  <a:gd name="connsiteX9" fmla="*/ 547861 w 597438"/>
                  <a:gd name="connsiteY9" fmla="*/ 524870 h 1208718"/>
                  <a:gd name="connsiteX10" fmla="*/ 597438 w 597438"/>
                  <a:gd name="connsiteY10" fmla="*/ 299544 h 1208718"/>
                  <a:gd name="connsiteX0" fmla="*/ 378962 w 597438"/>
                  <a:gd name="connsiteY0" fmla="*/ 0 h 1208718"/>
                  <a:gd name="connsiteX1" fmla="*/ 366956 w 597438"/>
                  <a:gd name="connsiteY1" fmla="*/ 468717 h 1208718"/>
                  <a:gd name="connsiteX2" fmla="*/ 175561 w 597438"/>
                  <a:gd name="connsiteY2" fmla="*/ 677579 h 1208718"/>
                  <a:gd name="connsiteX3" fmla="*/ 86077 w 597438"/>
                  <a:gd name="connsiteY3" fmla="*/ 923218 h 1208718"/>
                  <a:gd name="connsiteX4" fmla="*/ 349 w 597438"/>
                  <a:gd name="connsiteY4" fmla="*/ 1043865 h 1208718"/>
                  <a:gd name="connsiteX5" fmla="*/ 119411 w 597438"/>
                  <a:gd name="connsiteY5" fmla="*/ 1142290 h 1208718"/>
                  <a:gd name="connsiteX6" fmla="*/ 365474 w 597438"/>
                  <a:gd name="connsiteY6" fmla="*/ 1186739 h 1208718"/>
                  <a:gd name="connsiteX7" fmla="*/ 187674 w 597438"/>
                  <a:gd name="connsiteY7" fmla="*/ 999415 h 1208718"/>
                  <a:gd name="connsiteX8" fmla="*/ 346427 w 597438"/>
                  <a:gd name="connsiteY8" fmla="*/ 777169 h 1208718"/>
                  <a:gd name="connsiteX9" fmla="*/ 547861 w 597438"/>
                  <a:gd name="connsiteY9" fmla="*/ 524870 h 1208718"/>
                  <a:gd name="connsiteX10" fmla="*/ 597438 w 597438"/>
                  <a:gd name="connsiteY10" fmla="*/ 299544 h 1208718"/>
                  <a:gd name="connsiteX0" fmla="*/ 378962 w 597438"/>
                  <a:gd name="connsiteY0" fmla="*/ 0 h 1208718"/>
                  <a:gd name="connsiteX1" fmla="*/ 366956 w 597438"/>
                  <a:gd name="connsiteY1" fmla="*/ 468717 h 1208718"/>
                  <a:gd name="connsiteX2" fmla="*/ 175561 w 597438"/>
                  <a:gd name="connsiteY2" fmla="*/ 677579 h 1208718"/>
                  <a:gd name="connsiteX3" fmla="*/ 86077 w 597438"/>
                  <a:gd name="connsiteY3" fmla="*/ 923218 h 1208718"/>
                  <a:gd name="connsiteX4" fmla="*/ 349 w 597438"/>
                  <a:gd name="connsiteY4" fmla="*/ 1043865 h 1208718"/>
                  <a:gd name="connsiteX5" fmla="*/ 119411 w 597438"/>
                  <a:gd name="connsiteY5" fmla="*/ 1142290 h 1208718"/>
                  <a:gd name="connsiteX6" fmla="*/ 365474 w 597438"/>
                  <a:gd name="connsiteY6" fmla="*/ 1186739 h 1208718"/>
                  <a:gd name="connsiteX7" fmla="*/ 187674 w 597438"/>
                  <a:gd name="connsiteY7" fmla="*/ 999415 h 1208718"/>
                  <a:gd name="connsiteX8" fmla="*/ 346427 w 597438"/>
                  <a:gd name="connsiteY8" fmla="*/ 777169 h 1208718"/>
                  <a:gd name="connsiteX9" fmla="*/ 547861 w 597438"/>
                  <a:gd name="connsiteY9" fmla="*/ 524870 h 1208718"/>
                  <a:gd name="connsiteX10" fmla="*/ 597438 w 597438"/>
                  <a:gd name="connsiteY10" fmla="*/ 299544 h 1208718"/>
                  <a:gd name="connsiteX0" fmla="*/ 378962 w 597438"/>
                  <a:gd name="connsiteY0" fmla="*/ 0 h 1208718"/>
                  <a:gd name="connsiteX1" fmla="*/ 366956 w 597438"/>
                  <a:gd name="connsiteY1" fmla="*/ 468717 h 1208718"/>
                  <a:gd name="connsiteX2" fmla="*/ 175561 w 597438"/>
                  <a:gd name="connsiteY2" fmla="*/ 677579 h 1208718"/>
                  <a:gd name="connsiteX3" fmla="*/ 86077 w 597438"/>
                  <a:gd name="connsiteY3" fmla="*/ 923218 h 1208718"/>
                  <a:gd name="connsiteX4" fmla="*/ 349 w 597438"/>
                  <a:gd name="connsiteY4" fmla="*/ 1043865 h 1208718"/>
                  <a:gd name="connsiteX5" fmla="*/ 119411 w 597438"/>
                  <a:gd name="connsiteY5" fmla="*/ 1142290 h 1208718"/>
                  <a:gd name="connsiteX6" fmla="*/ 365474 w 597438"/>
                  <a:gd name="connsiteY6" fmla="*/ 1186739 h 1208718"/>
                  <a:gd name="connsiteX7" fmla="*/ 187674 w 597438"/>
                  <a:gd name="connsiteY7" fmla="*/ 999415 h 1208718"/>
                  <a:gd name="connsiteX8" fmla="*/ 346427 w 597438"/>
                  <a:gd name="connsiteY8" fmla="*/ 777169 h 1208718"/>
                  <a:gd name="connsiteX9" fmla="*/ 547861 w 597438"/>
                  <a:gd name="connsiteY9" fmla="*/ 524870 h 1208718"/>
                  <a:gd name="connsiteX10" fmla="*/ 597438 w 597438"/>
                  <a:gd name="connsiteY10" fmla="*/ 299544 h 1208718"/>
                  <a:gd name="connsiteX0" fmla="*/ 378800 w 597276"/>
                  <a:gd name="connsiteY0" fmla="*/ 0 h 1208718"/>
                  <a:gd name="connsiteX1" fmla="*/ 366794 w 597276"/>
                  <a:gd name="connsiteY1" fmla="*/ 468717 h 1208718"/>
                  <a:gd name="connsiteX2" fmla="*/ 175399 w 597276"/>
                  <a:gd name="connsiteY2" fmla="*/ 677579 h 1208718"/>
                  <a:gd name="connsiteX3" fmla="*/ 93888 w 597276"/>
                  <a:gd name="connsiteY3" fmla="*/ 928715 h 1208718"/>
                  <a:gd name="connsiteX4" fmla="*/ 187 w 597276"/>
                  <a:gd name="connsiteY4" fmla="*/ 1043865 h 1208718"/>
                  <a:gd name="connsiteX5" fmla="*/ 119249 w 597276"/>
                  <a:gd name="connsiteY5" fmla="*/ 1142290 h 1208718"/>
                  <a:gd name="connsiteX6" fmla="*/ 365312 w 597276"/>
                  <a:gd name="connsiteY6" fmla="*/ 1186739 h 1208718"/>
                  <a:gd name="connsiteX7" fmla="*/ 187512 w 597276"/>
                  <a:gd name="connsiteY7" fmla="*/ 999415 h 1208718"/>
                  <a:gd name="connsiteX8" fmla="*/ 346265 w 597276"/>
                  <a:gd name="connsiteY8" fmla="*/ 777169 h 1208718"/>
                  <a:gd name="connsiteX9" fmla="*/ 547699 w 597276"/>
                  <a:gd name="connsiteY9" fmla="*/ 524870 h 1208718"/>
                  <a:gd name="connsiteX10" fmla="*/ 597276 w 597276"/>
                  <a:gd name="connsiteY10" fmla="*/ 299544 h 1208718"/>
                  <a:gd name="connsiteX0" fmla="*/ 336458 w 554934"/>
                  <a:gd name="connsiteY0" fmla="*/ 0 h 1208718"/>
                  <a:gd name="connsiteX1" fmla="*/ 324452 w 554934"/>
                  <a:gd name="connsiteY1" fmla="*/ 468717 h 1208718"/>
                  <a:gd name="connsiteX2" fmla="*/ 133057 w 554934"/>
                  <a:gd name="connsiteY2" fmla="*/ 677579 h 1208718"/>
                  <a:gd name="connsiteX3" fmla="*/ 51546 w 554934"/>
                  <a:gd name="connsiteY3" fmla="*/ 928715 h 1208718"/>
                  <a:gd name="connsiteX4" fmla="*/ 367 w 554934"/>
                  <a:gd name="connsiteY4" fmla="*/ 1041117 h 1208718"/>
                  <a:gd name="connsiteX5" fmla="*/ 76907 w 554934"/>
                  <a:gd name="connsiteY5" fmla="*/ 1142290 h 1208718"/>
                  <a:gd name="connsiteX6" fmla="*/ 322970 w 554934"/>
                  <a:gd name="connsiteY6" fmla="*/ 1186739 h 1208718"/>
                  <a:gd name="connsiteX7" fmla="*/ 145170 w 554934"/>
                  <a:gd name="connsiteY7" fmla="*/ 999415 h 1208718"/>
                  <a:gd name="connsiteX8" fmla="*/ 303923 w 554934"/>
                  <a:gd name="connsiteY8" fmla="*/ 777169 h 1208718"/>
                  <a:gd name="connsiteX9" fmla="*/ 505357 w 554934"/>
                  <a:gd name="connsiteY9" fmla="*/ 524870 h 1208718"/>
                  <a:gd name="connsiteX10" fmla="*/ 554934 w 554934"/>
                  <a:gd name="connsiteY10" fmla="*/ 299544 h 1208718"/>
                  <a:gd name="connsiteX0" fmla="*/ 336952 w 555428"/>
                  <a:gd name="connsiteY0" fmla="*/ 0 h 1201578"/>
                  <a:gd name="connsiteX1" fmla="*/ 324946 w 555428"/>
                  <a:gd name="connsiteY1" fmla="*/ 468717 h 1201578"/>
                  <a:gd name="connsiteX2" fmla="*/ 133551 w 555428"/>
                  <a:gd name="connsiteY2" fmla="*/ 677579 h 1201578"/>
                  <a:gd name="connsiteX3" fmla="*/ 52040 w 555428"/>
                  <a:gd name="connsiteY3" fmla="*/ 928715 h 1201578"/>
                  <a:gd name="connsiteX4" fmla="*/ 861 w 555428"/>
                  <a:gd name="connsiteY4" fmla="*/ 1041117 h 1201578"/>
                  <a:gd name="connsiteX5" fmla="*/ 93346 w 555428"/>
                  <a:gd name="connsiteY5" fmla="*/ 1109308 h 1201578"/>
                  <a:gd name="connsiteX6" fmla="*/ 323464 w 555428"/>
                  <a:gd name="connsiteY6" fmla="*/ 1186739 h 1201578"/>
                  <a:gd name="connsiteX7" fmla="*/ 145664 w 555428"/>
                  <a:gd name="connsiteY7" fmla="*/ 999415 h 1201578"/>
                  <a:gd name="connsiteX8" fmla="*/ 304417 w 555428"/>
                  <a:gd name="connsiteY8" fmla="*/ 777169 h 1201578"/>
                  <a:gd name="connsiteX9" fmla="*/ 505851 w 555428"/>
                  <a:gd name="connsiteY9" fmla="*/ 524870 h 1201578"/>
                  <a:gd name="connsiteX10" fmla="*/ 555428 w 555428"/>
                  <a:gd name="connsiteY10" fmla="*/ 299544 h 1201578"/>
                  <a:gd name="connsiteX0" fmla="*/ 336686 w 555162"/>
                  <a:gd name="connsiteY0" fmla="*/ 0 h 1201578"/>
                  <a:gd name="connsiteX1" fmla="*/ 324680 w 555162"/>
                  <a:gd name="connsiteY1" fmla="*/ 468717 h 1201578"/>
                  <a:gd name="connsiteX2" fmla="*/ 133285 w 555162"/>
                  <a:gd name="connsiteY2" fmla="*/ 677579 h 1201578"/>
                  <a:gd name="connsiteX3" fmla="*/ 51774 w 555162"/>
                  <a:gd name="connsiteY3" fmla="*/ 928715 h 1201578"/>
                  <a:gd name="connsiteX4" fmla="*/ 595 w 555162"/>
                  <a:gd name="connsiteY4" fmla="*/ 1041117 h 1201578"/>
                  <a:gd name="connsiteX5" fmla="*/ 85107 w 555162"/>
                  <a:gd name="connsiteY5" fmla="*/ 1109308 h 1201578"/>
                  <a:gd name="connsiteX6" fmla="*/ 323198 w 555162"/>
                  <a:gd name="connsiteY6" fmla="*/ 1186739 h 1201578"/>
                  <a:gd name="connsiteX7" fmla="*/ 145398 w 555162"/>
                  <a:gd name="connsiteY7" fmla="*/ 999415 h 1201578"/>
                  <a:gd name="connsiteX8" fmla="*/ 304151 w 555162"/>
                  <a:gd name="connsiteY8" fmla="*/ 777169 h 1201578"/>
                  <a:gd name="connsiteX9" fmla="*/ 505585 w 555162"/>
                  <a:gd name="connsiteY9" fmla="*/ 524870 h 1201578"/>
                  <a:gd name="connsiteX10" fmla="*/ 555162 w 555162"/>
                  <a:gd name="connsiteY10" fmla="*/ 299544 h 1201578"/>
                  <a:gd name="connsiteX0" fmla="*/ 357761 w 576237"/>
                  <a:gd name="connsiteY0" fmla="*/ 0 h 1201578"/>
                  <a:gd name="connsiteX1" fmla="*/ 345755 w 576237"/>
                  <a:gd name="connsiteY1" fmla="*/ 468717 h 1201578"/>
                  <a:gd name="connsiteX2" fmla="*/ 154360 w 576237"/>
                  <a:gd name="connsiteY2" fmla="*/ 677579 h 1201578"/>
                  <a:gd name="connsiteX3" fmla="*/ 72849 w 576237"/>
                  <a:gd name="connsiteY3" fmla="*/ 928715 h 1201578"/>
                  <a:gd name="connsiteX4" fmla="*/ 409 w 576237"/>
                  <a:gd name="connsiteY4" fmla="*/ 1046614 h 1201578"/>
                  <a:gd name="connsiteX5" fmla="*/ 106182 w 576237"/>
                  <a:gd name="connsiteY5" fmla="*/ 1109308 h 1201578"/>
                  <a:gd name="connsiteX6" fmla="*/ 344273 w 576237"/>
                  <a:gd name="connsiteY6" fmla="*/ 1186739 h 1201578"/>
                  <a:gd name="connsiteX7" fmla="*/ 166473 w 576237"/>
                  <a:gd name="connsiteY7" fmla="*/ 999415 h 1201578"/>
                  <a:gd name="connsiteX8" fmla="*/ 325226 w 576237"/>
                  <a:gd name="connsiteY8" fmla="*/ 777169 h 1201578"/>
                  <a:gd name="connsiteX9" fmla="*/ 526660 w 576237"/>
                  <a:gd name="connsiteY9" fmla="*/ 524870 h 1201578"/>
                  <a:gd name="connsiteX10" fmla="*/ 576237 w 576237"/>
                  <a:gd name="connsiteY10" fmla="*/ 299544 h 1201578"/>
                  <a:gd name="connsiteX0" fmla="*/ 358700 w 577176"/>
                  <a:gd name="connsiteY0" fmla="*/ 0 h 1201578"/>
                  <a:gd name="connsiteX1" fmla="*/ 346694 w 577176"/>
                  <a:gd name="connsiteY1" fmla="*/ 468717 h 1201578"/>
                  <a:gd name="connsiteX2" fmla="*/ 155299 w 577176"/>
                  <a:gd name="connsiteY2" fmla="*/ 677579 h 1201578"/>
                  <a:gd name="connsiteX3" fmla="*/ 73788 w 577176"/>
                  <a:gd name="connsiteY3" fmla="*/ 928715 h 1201578"/>
                  <a:gd name="connsiteX4" fmla="*/ 1348 w 577176"/>
                  <a:gd name="connsiteY4" fmla="*/ 1046614 h 1201578"/>
                  <a:gd name="connsiteX5" fmla="*/ 107121 w 577176"/>
                  <a:gd name="connsiteY5" fmla="*/ 1109308 h 1201578"/>
                  <a:gd name="connsiteX6" fmla="*/ 345212 w 577176"/>
                  <a:gd name="connsiteY6" fmla="*/ 1186739 h 1201578"/>
                  <a:gd name="connsiteX7" fmla="*/ 167412 w 577176"/>
                  <a:gd name="connsiteY7" fmla="*/ 999415 h 1201578"/>
                  <a:gd name="connsiteX8" fmla="*/ 326165 w 577176"/>
                  <a:gd name="connsiteY8" fmla="*/ 777169 h 1201578"/>
                  <a:gd name="connsiteX9" fmla="*/ 527599 w 577176"/>
                  <a:gd name="connsiteY9" fmla="*/ 524870 h 1201578"/>
                  <a:gd name="connsiteX10" fmla="*/ 577176 w 577176"/>
                  <a:gd name="connsiteY10" fmla="*/ 299544 h 1201578"/>
                  <a:gd name="connsiteX0" fmla="*/ 358700 w 577176"/>
                  <a:gd name="connsiteY0" fmla="*/ 0 h 1208605"/>
                  <a:gd name="connsiteX1" fmla="*/ 346694 w 577176"/>
                  <a:gd name="connsiteY1" fmla="*/ 468717 h 1208605"/>
                  <a:gd name="connsiteX2" fmla="*/ 155299 w 577176"/>
                  <a:gd name="connsiteY2" fmla="*/ 677579 h 1208605"/>
                  <a:gd name="connsiteX3" fmla="*/ 73788 w 577176"/>
                  <a:gd name="connsiteY3" fmla="*/ 928715 h 1208605"/>
                  <a:gd name="connsiteX4" fmla="*/ 1348 w 577176"/>
                  <a:gd name="connsiteY4" fmla="*/ 1046614 h 1208605"/>
                  <a:gd name="connsiteX5" fmla="*/ 107121 w 577176"/>
                  <a:gd name="connsiteY5" fmla="*/ 1109308 h 1208605"/>
                  <a:gd name="connsiteX6" fmla="*/ 345212 w 577176"/>
                  <a:gd name="connsiteY6" fmla="*/ 1186739 h 1208605"/>
                  <a:gd name="connsiteX7" fmla="*/ 167412 w 577176"/>
                  <a:gd name="connsiteY7" fmla="*/ 999415 h 1208605"/>
                  <a:gd name="connsiteX8" fmla="*/ 326165 w 577176"/>
                  <a:gd name="connsiteY8" fmla="*/ 777169 h 1208605"/>
                  <a:gd name="connsiteX9" fmla="*/ 527599 w 577176"/>
                  <a:gd name="connsiteY9" fmla="*/ 524870 h 1208605"/>
                  <a:gd name="connsiteX10" fmla="*/ 577176 w 577176"/>
                  <a:gd name="connsiteY10" fmla="*/ 299544 h 1208605"/>
                  <a:gd name="connsiteX0" fmla="*/ 358700 w 585149"/>
                  <a:gd name="connsiteY0" fmla="*/ 0 h 1208605"/>
                  <a:gd name="connsiteX1" fmla="*/ 346694 w 585149"/>
                  <a:gd name="connsiteY1" fmla="*/ 468717 h 1208605"/>
                  <a:gd name="connsiteX2" fmla="*/ 155299 w 585149"/>
                  <a:gd name="connsiteY2" fmla="*/ 677579 h 1208605"/>
                  <a:gd name="connsiteX3" fmla="*/ 73788 w 585149"/>
                  <a:gd name="connsiteY3" fmla="*/ 928715 h 1208605"/>
                  <a:gd name="connsiteX4" fmla="*/ 1348 w 585149"/>
                  <a:gd name="connsiteY4" fmla="*/ 1046614 h 1208605"/>
                  <a:gd name="connsiteX5" fmla="*/ 107121 w 585149"/>
                  <a:gd name="connsiteY5" fmla="*/ 1109308 h 1208605"/>
                  <a:gd name="connsiteX6" fmla="*/ 345212 w 585149"/>
                  <a:gd name="connsiteY6" fmla="*/ 1186739 h 1208605"/>
                  <a:gd name="connsiteX7" fmla="*/ 167412 w 585149"/>
                  <a:gd name="connsiteY7" fmla="*/ 999415 h 1208605"/>
                  <a:gd name="connsiteX8" fmla="*/ 326165 w 585149"/>
                  <a:gd name="connsiteY8" fmla="*/ 777169 h 1208605"/>
                  <a:gd name="connsiteX9" fmla="*/ 527599 w 585149"/>
                  <a:gd name="connsiteY9" fmla="*/ 524870 h 1208605"/>
                  <a:gd name="connsiteX10" fmla="*/ 585149 w 585149"/>
                  <a:gd name="connsiteY10" fmla="*/ 278930 h 1208605"/>
                  <a:gd name="connsiteX0" fmla="*/ 370659 w 585149"/>
                  <a:gd name="connsiteY0" fmla="*/ 0 h 1220973"/>
                  <a:gd name="connsiteX1" fmla="*/ 346694 w 585149"/>
                  <a:gd name="connsiteY1" fmla="*/ 481085 h 1220973"/>
                  <a:gd name="connsiteX2" fmla="*/ 155299 w 585149"/>
                  <a:gd name="connsiteY2" fmla="*/ 689947 h 1220973"/>
                  <a:gd name="connsiteX3" fmla="*/ 73788 w 585149"/>
                  <a:gd name="connsiteY3" fmla="*/ 941083 h 1220973"/>
                  <a:gd name="connsiteX4" fmla="*/ 1348 w 585149"/>
                  <a:gd name="connsiteY4" fmla="*/ 1058982 h 1220973"/>
                  <a:gd name="connsiteX5" fmla="*/ 107121 w 585149"/>
                  <a:gd name="connsiteY5" fmla="*/ 1121676 h 1220973"/>
                  <a:gd name="connsiteX6" fmla="*/ 345212 w 585149"/>
                  <a:gd name="connsiteY6" fmla="*/ 1199107 h 1220973"/>
                  <a:gd name="connsiteX7" fmla="*/ 167412 w 585149"/>
                  <a:gd name="connsiteY7" fmla="*/ 1011783 h 1220973"/>
                  <a:gd name="connsiteX8" fmla="*/ 326165 w 585149"/>
                  <a:gd name="connsiteY8" fmla="*/ 789537 h 1220973"/>
                  <a:gd name="connsiteX9" fmla="*/ 527599 w 585149"/>
                  <a:gd name="connsiteY9" fmla="*/ 537238 h 1220973"/>
                  <a:gd name="connsiteX10" fmla="*/ 585149 w 585149"/>
                  <a:gd name="connsiteY10" fmla="*/ 291298 h 1220973"/>
                  <a:gd name="connsiteX0" fmla="*/ 370659 w 585149"/>
                  <a:gd name="connsiteY0" fmla="*/ 0 h 1220973"/>
                  <a:gd name="connsiteX1" fmla="*/ 346694 w 585149"/>
                  <a:gd name="connsiteY1" fmla="*/ 481085 h 1220973"/>
                  <a:gd name="connsiteX2" fmla="*/ 155299 w 585149"/>
                  <a:gd name="connsiteY2" fmla="*/ 689947 h 1220973"/>
                  <a:gd name="connsiteX3" fmla="*/ 73788 w 585149"/>
                  <a:gd name="connsiteY3" fmla="*/ 941083 h 1220973"/>
                  <a:gd name="connsiteX4" fmla="*/ 1348 w 585149"/>
                  <a:gd name="connsiteY4" fmla="*/ 1058982 h 1220973"/>
                  <a:gd name="connsiteX5" fmla="*/ 107121 w 585149"/>
                  <a:gd name="connsiteY5" fmla="*/ 1121676 h 1220973"/>
                  <a:gd name="connsiteX6" fmla="*/ 345212 w 585149"/>
                  <a:gd name="connsiteY6" fmla="*/ 1199107 h 1220973"/>
                  <a:gd name="connsiteX7" fmla="*/ 167412 w 585149"/>
                  <a:gd name="connsiteY7" fmla="*/ 1011783 h 1220973"/>
                  <a:gd name="connsiteX8" fmla="*/ 326165 w 585149"/>
                  <a:gd name="connsiteY8" fmla="*/ 789537 h 1220973"/>
                  <a:gd name="connsiteX9" fmla="*/ 527599 w 585149"/>
                  <a:gd name="connsiteY9" fmla="*/ 537238 h 1220973"/>
                  <a:gd name="connsiteX10" fmla="*/ 585149 w 585149"/>
                  <a:gd name="connsiteY10" fmla="*/ 291298 h 1220973"/>
                  <a:gd name="connsiteX0" fmla="*/ 370659 w 588395"/>
                  <a:gd name="connsiteY0" fmla="*/ 0 h 1220973"/>
                  <a:gd name="connsiteX1" fmla="*/ 346694 w 588395"/>
                  <a:gd name="connsiteY1" fmla="*/ 481085 h 1220973"/>
                  <a:gd name="connsiteX2" fmla="*/ 155299 w 588395"/>
                  <a:gd name="connsiteY2" fmla="*/ 689947 h 1220973"/>
                  <a:gd name="connsiteX3" fmla="*/ 73788 w 588395"/>
                  <a:gd name="connsiteY3" fmla="*/ 941083 h 1220973"/>
                  <a:gd name="connsiteX4" fmla="*/ 1348 w 588395"/>
                  <a:gd name="connsiteY4" fmla="*/ 1058982 h 1220973"/>
                  <a:gd name="connsiteX5" fmla="*/ 107121 w 588395"/>
                  <a:gd name="connsiteY5" fmla="*/ 1121676 h 1220973"/>
                  <a:gd name="connsiteX6" fmla="*/ 345212 w 588395"/>
                  <a:gd name="connsiteY6" fmla="*/ 1199107 h 1220973"/>
                  <a:gd name="connsiteX7" fmla="*/ 167412 w 588395"/>
                  <a:gd name="connsiteY7" fmla="*/ 1011783 h 1220973"/>
                  <a:gd name="connsiteX8" fmla="*/ 326165 w 588395"/>
                  <a:gd name="connsiteY8" fmla="*/ 789537 h 1220973"/>
                  <a:gd name="connsiteX9" fmla="*/ 527599 w 588395"/>
                  <a:gd name="connsiteY9" fmla="*/ 537238 h 1220973"/>
                  <a:gd name="connsiteX10" fmla="*/ 585149 w 588395"/>
                  <a:gd name="connsiteY10" fmla="*/ 291298 h 1220973"/>
                  <a:gd name="connsiteX11" fmla="*/ 581046 w 588395"/>
                  <a:gd name="connsiteY11" fmla="*/ 286449 h 1220973"/>
                  <a:gd name="connsiteX0" fmla="*/ 370659 w 587329"/>
                  <a:gd name="connsiteY0" fmla="*/ 0 h 1220973"/>
                  <a:gd name="connsiteX1" fmla="*/ 346694 w 587329"/>
                  <a:gd name="connsiteY1" fmla="*/ 481085 h 1220973"/>
                  <a:gd name="connsiteX2" fmla="*/ 155299 w 587329"/>
                  <a:gd name="connsiteY2" fmla="*/ 689947 h 1220973"/>
                  <a:gd name="connsiteX3" fmla="*/ 73788 w 587329"/>
                  <a:gd name="connsiteY3" fmla="*/ 941083 h 1220973"/>
                  <a:gd name="connsiteX4" fmla="*/ 1348 w 587329"/>
                  <a:gd name="connsiteY4" fmla="*/ 1058982 h 1220973"/>
                  <a:gd name="connsiteX5" fmla="*/ 107121 w 587329"/>
                  <a:gd name="connsiteY5" fmla="*/ 1121676 h 1220973"/>
                  <a:gd name="connsiteX6" fmla="*/ 345212 w 587329"/>
                  <a:gd name="connsiteY6" fmla="*/ 1199107 h 1220973"/>
                  <a:gd name="connsiteX7" fmla="*/ 167412 w 587329"/>
                  <a:gd name="connsiteY7" fmla="*/ 1011783 h 1220973"/>
                  <a:gd name="connsiteX8" fmla="*/ 326165 w 587329"/>
                  <a:gd name="connsiteY8" fmla="*/ 789537 h 1220973"/>
                  <a:gd name="connsiteX9" fmla="*/ 527599 w 587329"/>
                  <a:gd name="connsiteY9" fmla="*/ 537238 h 1220973"/>
                  <a:gd name="connsiteX10" fmla="*/ 585149 w 587329"/>
                  <a:gd name="connsiteY10" fmla="*/ 291298 h 1220973"/>
                  <a:gd name="connsiteX11" fmla="*/ 463448 w 587329"/>
                  <a:gd name="connsiteY11" fmla="*/ 43203 h 122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87329" h="1220973">
                    <a:moveTo>
                      <a:pt x="370659" y="0"/>
                    </a:moveTo>
                    <a:cubicBezTo>
                      <a:pt x="321135" y="193557"/>
                      <a:pt x="382587" y="366094"/>
                      <a:pt x="346694" y="481085"/>
                    </a:cubicBezTo>
                    <a:cubicBezTo>
                      <a:pt x="310801" y="596076"/>
                      <a:pt x="200783" y="613281"/>
                      <a:pt x="155299" y="689947"/>
                    </a:cubicBezTo>
                    <a:cubicBezTo>
                      <a:pt x="109815" y="766613"/>
                      <a:pt x="99446" y="879577"/>
                      <a:pt x="73788" y="941083"/>
                    </a:cubicBezTo>
                    <a:cubicBezTo>
                      <a:pt x="48130" y="1002589"/>
                      <a:pt x="-9522" y="1004146"/>
                      <a:pt x="1348" y="1058982"/>
                    </a:cubicBezTo>
                    <a:cubicBezTo>
                      <a:pt x="12218" y="1113818"/>
                      <a:pt x="96538" y="1118501"/>
                      <a:pt x="107121" y="1121676"/>
                    </a:cubicBezTo>
                    <a:cubicBezTo>
                      <a:pt x="216129" y="1189409"/>
                      <a:pt x="278410" y="1256873"/>
                      <a:pt x="345212" y="1199107"/>
                    </a:cubicBezTo>
                    <a:cubicBezTo>
                      <a:pt x="335687" y="1136665"/>
                      <a:pt x="231441" y="1117616"/>
                      <a:pt x="167412" y="1011783"/>
                    </a:cubicBezTo>
                    <a:cubicBezTo>
                      <a:pt x="164238" y="947755"/>
                      <a:pt x="222812" y="909713"/>
                      <a:pt x="326165" y="789537"/>
                    </a:cubicBezTo>
                    <a:cubicBezTo>
                      <a:pt x="450284" y="659742"/>
                      <a:pt x="424412" y="678496"/>
                      <a:pt x="527599" y="537238"/>
                    </a:cubicBezTo>
                    <a:cubicBezTo>
                      <a:pt x="565699" y="364730"/>
                      <a:pt x="595841" y="373637"/>
                      <a:pt x="585149" y="291298"/>
                    </a:cubicBezTo>
                    <a:cubicBezTo>
                      <a:pt x="574457" y="208959"/>
                      <a:pt x="464303" y="44213"/>
                      <a:pt x="463448" y="43203"/>
                    </a:cubicBezTo>
                  </a:path>
                </a:pathLst>
              </a:custGeom>
              <a:grpFill/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" name="任意多边形: 形状 29">
                <a:extLst>
                  <a:ext uri="{FF2B5EF4-FFF2-40B4-BE49-F238E27FC236}">
                    <a16:creationId xmlns:a16="http://schemas.microsoft.com/office/drawing/2014/main" id="{B70CB6FF-99B5-D556-F6AF-E1AD2D96C835}"/>
                  </a:ext>
                </a:extLst>
              </p:cNvPr>
              <p:cNvSpPr/>
              <p:nvPr/>
            </p:nvSpPr>
            <p:spPr>
              <a:xfrm>
                <a:off x="5510596" y="7342613"/>
                <a:ext cx="785455" cy="3154072"/>
              </a:xfrm>
              <a:custGeom>
                <a:avLst/>
                <a:gdLst>
                  <a:gd name="connsiteX0" fmla="*/ 69850 w 304815"/>
                  <a:gd name="connsiteY0" fmla="*/ 0 h 581025"/>
                  <a:gd name="connsiteX1" fmla="*/ 69850 w 304815"/>
                  <a:gd name="connsiteY1" fmla="*/ 0 h 581025"/>
                  <a:gd name="connsiteX2" fmla="*/ 50800 w 304815"/>
                  <a:gd name="connsiteY2" fmla="*/ 111125 h 581025"/>
                  <a:gd name="connsiteX3" fmla="*/ 15875 w 304815"/>
                  <a:gd name="connsiteY3" fmla="*/ 263525 h 581025"/>
                  <a:gd name="connsiteX4" fmla="*/ 0 w 304815"/>
                  <a:gd name="connsiteY4" fmla="*/ 396875 h 581025"/>
                  <a:gd name="connsiteX5" fmla="*/ 85725 w 304815"/>
                  <a:gd name="connsiteY5" fmla="*/ 571500 h 581025"/>
                  <a:gd name="connsiteX6" fmla="*/ 117475 w 304815"/>
                  <a:gd name="connsiteY6" fmla="*/ 581025 h 581025"/>
                  <a:gd name="connsiteX7" fmla="*/ 206375 w 304815"/>
                  <a:gd name="connsiteY7" fmla="*/ 523875 h 581025"/>
                  <a:gd name="connsiteX8" fmla="*/ 250825 w 304815"/>
                  <a:gd name="connsiteY8" fmla="*/ 479425 h 581025"/>
                  <a:gd name="connsiteX9" fmla="*/ 304800 w 304815"/>
                  <a:gd name="connsiteY9" fmla="*/ 330200 h 581025"/>
                  <a:gd name="connsiteX10" fmla="*/ 288925 w 304815"/>
                  <a:gd name="connsiteY10" fmla="*/ 187325 h 581025"/>
                  <a:gd name="connsiteX11" fmla="*/ 257175 w 304815"/>
                  <a:gd name="connsiteY11" fmla="*/ 123825 h 581025"/>
                  <a:gd name="connsiteX12" fmla="*/ 225425 w 304815"/>
                  <a:gd name="connsiteY12" fmla="*/ 76200 h 581025"/>
                  <a:gd name="connsiteX13" fmla="*/ 155575 w 304815"/>
                  <a:gd name="connsiteY13" fmla="*/ 15875 h 581025"/>
                  <a:gd name="connsiteX14" fmla="*/ 139700 w 304815"/>
                  <a:gd name="connsiteY14" fmla="*/ 9525 h 581025"/>
                  <a:gd name="connsiteX15" fmla="*/ 123825 w 304815"/>
                  <a:gd name="connsiteY15" fmla="*/ 0 h 581025"/>
                  <a:gd name="connsiteX16" fmla="*/ 111125 w 304815"/>
                  <a:gd name="connsiteY16" fmla="*/ 3175 h 581025"/>
                  <a:gd name="connsiteX17" fmla="*/ 69850 w 304815"/>
                  <a:gd name="connsiteY17" fmla="*/ 0 h 581025"/>
                  <a:gd name="connsiteX0" fmla="*/ 69850 w 908599"/>
                  <a:gd name="connsiteY0" fmla="*/ 0 h 2095622"/>
                  <a:gd name="connsiteX1" fmla="*/ 69850 w 908599"/>
                  <a:gd name="connsiteY1" fmla="*/ 0 h 2095622"/>
                  <a:gd name="connsiteX2" fmla="*/ 50800 w 908599"/>
                  <a:gd name="connsiteY2" fmla="*/ 111125 h 2095622"/>
                  <a:gd name="connsiteX3" fmla="*/ 15875 w 908599"/>
                  <a:gd name="connsiteY3" fmla="*/ 263525 h 2095622"/>
                  <a:gd name="connsiteX4" fmla="*/ 0 w 908599"/>
                  <a:gd name="connsiteY4" fmla="*/ 396875 h 2095622"/>
                  <a:gd name="connsiteX5" fmla="*/ 85725 w 908599"/>
                  <a:gd name="connsiteY5" fmla="*/ 571500 h 2095622"/>
                  <a:gd name="connsiteX6" fmla="*/ 117475 w 908599"/>
                  <a:gd name="connsiteY6" fmla="*/ 581025 h 2095622"/>
                  <a:gd name="connsiteX7" fmla="*/ 206375 w 908599"/>
                  <a:gd name="connsiteY7" fmla="*/ 523875 h 2095622"/>
                  <a:gd name="connsiteX8" fmla="*/ 908050 w 908599"/>
                  <a:gd name="connsiteY8" fmla="*/ 2095500 h 2095622"/>
                  <a:gd name="connsiteX9" fmla="*/ 304800 w 908599"/>
                  <a:gd name="connsiteY9" fmla="*/ 330200 h 2095622"/>
                  <a:gd name="connsiteX10" fmla="*/ 288925 w 908599"/>
                  <a:gd name="connsiteY10" fmla="*/ 187325 h 2095622"/>
                  <a:gd name="connsiteX11" fmla="*/ 257175 w 908599"/>
                  <a:gd name="connsiteY11" fmla="*/ 123825 h 2095622"/>
                  <a:gd name="connsiteX12" fmla="*/ 225425 w 908599"/>
                  <a:gd name="connsiteY12" fmla="*/ 76200 h 2095622"/>
                  <a:gd name="connsiteX13" fmla="*/ 155575 w 908599"/>
                  <a:gd name="connsiteY13" fmla="*/ 15875 h 2095622"/>
                  <a:gd name="connsiteX14" fmla="*/ 139700 w 908599"/>
                  <a:gd name="connsiteY14" fmla="*/ 9525 h 2095622"/>
                  <a:gd name="connsiteX15" fmla="*/ 123825 w 908599"/>
                  <a:gd name="connsiteY15" fmla="*/ 0 h 2095622"/>
                  <a:gd name="connsiteX16" fmla="*/ 111125 w 908599"/>
                  <a:gd name="connsiteY16" fmla="*/ 3175 h 2095622"/>
                  <a:gd name="connsiteX17" fmla="*/ 69850 w 908599"/>
                  <a:gd name="connsiteY17" fmla="*/ 0 h 2095622"/>
                  <a:gd name="connsiteX0" fmla="*/ 69850 w 908599"/>
                  <a:gd name="connsiteY0" fmla="*/ 0 h 2246968"/>
                  <a:gd name="connsiteX1" fmla="*/ 69850 w 908599"/>
                  <a:gd name="connsiteY1" fmla="*/ 0 h 2246968"/>
                  <a:gd name="connsiteX2" fmla="*/ 50800 w 908599"/>
                  <a:gd name="connsiteY2" fmla="*/ 111125 h 2246968"/>
                  <a:gd name="connsiteX3" fmla="*/ 15875 w 908599"/>
                  <a:gd name="connsiteY3" fmla="*/ 263525 h 2246968"/>
                  <a:gd name="connsiteX4" fmla="*/ 0 w 908599"/>
                  <a:gd name="connsiteY4" fmla="*/ 396875 h 2246968"/>
                  <a:gd name="connsiteX5" fmla="*/ 85725 w 908599"/>
                  <a:gd name="connsiteY5" fmla="*/ 571500 h 2246968"/>
                  <a:gd name="connsiteX6" fmla="*/ 117475 w 908599"/>
                  <a:gd name="connsiteY6" fmla="*/ 581025 h 2246968"/>
                  <a:gd name="connsiteX7" fmla="*/ 784225 w 908599"/>
                  <a:gd name="connsiteY7" fmla="*/ 2143125 h 2246968"/>
                  <a:gd name="connsiteX8" fmla="*/ 908050 w 908599"/>
                  <a:gd name="connsiteY8" fmla="*/ 2095500 h 2246968"/>
                  <a:gd name="connsiteX9" fmla="*/ 304800 w 908599"/>
                  <a:gd name="connsiteY9" fmla="*/ 330200 h 2246968"/>
                  <a:gd name="connsiteX10" fmla="*/ 288925 w 908599"/>
                  <a:gd name="connsiteY10" fmla="*/ 187325 h 2246968"/>
                  <a:gd name="connsiteX11" fmla="*/ 257175 w 908599"/>
                  <a:gd name="connsiteY11" fmla="*/ 123825 h 2246968"/>
                  <a:gd name="connsiteX12" fmla="*/ 225425 w 908599"/>
                  <a:gd name="connsiteY12" fmla="*/ 76200 h 2246968"/>
                  <a:gd name="connsiteX13" fmla="*/ 155575 w 908599"/>
                  <a:gd name="connsiteY13" fmla="*/ 15875 h 2246968"/>
                  <a:gd name="connsiteX14" fmla="*/ 139700 w 908599"/>
                  <a:gd name="connsiteY14" fmla="*/ 9525 h 2246968"/>
                  <a:gd name="connsiteX15" fmla="*/ 123825 w 908599"/>
                  <a:gd name="connsiteY15" fmla="*/ 0 h 2246968"/>
                  <a:gd name="connsiteX16" fmla="*/ 111125 w 908599"/>
                  <a:gd name="connsiteY16" fmla="*/ 3175 h 2246968"/>
                  <a:gd name="connsiteX17" fmla="*/ 69850 w 908599"/>
                  <a:gd name="connsiteY17" fmla="*/ 0 h 2246968"/>
                  <a:gd name="connsiteX0" fmla="*/ 69850 w 1114427"/>
                  <a:gd name="connsiteY0" fmla="*/ 0 h 2246968"/>
                  <a:gd name="connsiteX1" fmla="*/ 69850 w 1114427"/>
                  <a:gd name="connsiteY1" fmla="*/ 0 h 2246968"/>
                  <a:gd name="connsiteX2" fmla="*/ 50800 w 1114427"/>
                  <a:gd name="connsiteY2" fmla="*/ 111125 h 2246968"/>
                  <a:gd name="connsiteX3" fmla="*/ 15875 w 1114427"/>
                  <a:gd name="connsiteY3" fmla="*/ 263525 h 2246968"/>
                  <a:gd name="connsiteX4" fmla="*/ 0 w 1114427"/>
                  <a:gd name="connsiteY4" fmla="*/ 396875 h 2246968"/>
                  <a:gd name="connsiteX5" fmla="*/ 85725 w 1114427"/>
                  <a:gd name="connsiteY5" fmla="*/ 571500 h 2246968"/>
                  <a:gd name="connsiteX6" fmla="*/ 117475 w 1114427"/>
                  <a:gd name="connsiteY6" fmla="*/ 581025 h 2246968"/>
                  <a:gd name="connsiteX7" fmla="*/ 784225 w 1114427"/>
                  <a:gd name="connsiteY7" fmla="*/ 2143125 h 2246968"/>
                  <a:gd name="connsiteX8" fmla="*/ 908050 w 1114427"/>
                  <a:gd name="connsiteY8" fmla="*/ 2095500 h 2246968"/>
                  <a:gd name="connsiteX9" fmla="*/ 1114425 w 1114427"/>
                  <a:gd name="connsiteY9" fmla="*/ 2009775 h 2246968"/>
                  <a:gd name="connsiteX10" fmla="*/ 288925 w 1114427"/>
                  <a:gd name="connsiteY10" fmla="*/ 187325 h 2246968"/>
                  <a:gd name="connsiteX11" fmla="*/ 257175 w 1114427"/>
                  <a:gd name="connsiteY11" fmla="*/ 123825 h 2246968"/>
                  <a:gd name="connsiteX12" fmla="*/ 225425 w 1114427"/>
                  <a:gd name="connsiteY12" fmla="*/ 76200 h 2246968"/>
                  <a:gd name="connsiteX13" fmla="*/ 155575 w 1114427"/>
                  <a:gd name="connsiteY13" fmla="*/ 15875 h 2246968"/>
                  <a:gd name="connsiteX14" fmla="*/ 139700 w 1114427"/>
                  <a:gd name="connsiteY14" fmla="*/ 9525 h 2246968"/>
                  <a:gd name="connsiteX15" fmla="*/ 123825 w 1114427"/>
                  <a:gd name="connsiteY15" fmla="*/ 0 h 2246968"/>
                  <a:gd name="connsiteX16" fmla="*/ 111125 w 1114427"/>
                  <a:gd name="connsiteY16" fmla="*/ 3175 h 2246968"/>
                  <a:gd name="connsiteX17" fmla="*/ 69850 w 1114427"/>
                  <a:gd name="connsiteY17" fmla="*/ 0 h 2246968"/>
                  <a:gd name="connsiteX0" fmla="*/ 69850 w 1114427"/>
                  <a:gd name="connsiteY0" fmla="*/ 0 h 2225485"/>
                  <a:gd name="connsiteX1" fmla="*/ 69850 w 1114427"/>
                  <a:gd name="connsiteY1" fmla="*/ 0 h 2225485"/>
                  <a:gd name="connsiteX2" fmla="*/ 50800 w 1114427"/>
                  <a:gd name="connsiteY2" fmla="*/ 111125 h 2225485"/>
                  <a:gd name="connsiteX3" fmla="*/ 15875 w 1114427"/>
                  <a:gd name="connsiteY3" fmla="*/ 263525 h 2225485"/>
                  <a:gd name="connsiteX4" fmla="*/ 0 w 1114427"/>
                  <a:gd name="connsiteY4" fmla="*/ 396875 h 2225485"/>
                  <a:gd name="connsiteX5" fmla="*/ 85725 w 1114427"/>
                  <a:gd name="connsiteY5" fmla="*/ 571500 h 2225485"/>
                  <a:gd name="connsiteX6" fmla="*/ 117475 w 1114427"/>
                  <a:gd name="connsiteY6" fmla="*/ 581025 h 2225485"/>
                  <a:gd name="connsiteX7" fmla="*/ 254000 w 1114427"/>
                  <a:gd name="connsiteY7" fmla="*/ 873124 h 2225485"/>
                  <a:gd name="connsiteX8" fmla="*/ 784225 w 1114427"/>
                  <a:gd name="connsiteY8" fmla="*/ 2143125 h 2225485"/>
                  <a:gd name="connsiteX9" fmla="*/ 908050 w 1114427"/>
                  <a:gd name="connsiteY9" fmla="*/ 2095500 h 2225485"/>
                  <a:gd name="connsiteX10" fmla="*/ 1114425 w 1114427"/>
                  <a:gd name="connsiteY10" fmla="*/ 2009775 h 2225485"/>
                  <a:gd name="connsiteX11" fmla="*/ 288925 w 1114427"/>
                  <a:gd name="connsiteY11" fmla="*/ 187325 h 2225485"/>
                  <a:gd name="connsiteX12" fmla="*/ 257175 w 1114427"/>
                  <a:gd name="connsiteY12" fmla="*/ 123825 h 2225485"/>
                  <a:gd name="connsiteX13" fmla="*/ 225425 w 1114427"/>
                  <a:gd name="connsiteY13" fmla="*/ 76200 h 2225485"/>
                  <a:gd name="connsiteX14" fmla="*/ 155575 w 1114427"/>
                  <a:gd name="connsiteY14" fmla="*/ 15875 h 2225485"/>
                  <a:gd name="connsiteX15" fmla="*/ 139700 w 1114427"/>
                  <a:gd name="connsiteY15" fmla="*/ 9525 h 2225485"/>
                  <a:gd name="connsiteX16" fmla="*/ 123825 w 1114427"/>
                  <a:gd name="connsiteY16" fmla="*/ 0 h 2225485"/>
                  <a:gd name="connsiteX17" fmla="*/ 111125 w 1114427"/>
                  <a:gd name="connsiteY17" fmla="*/ 3175 h 2225485"/>
                  <a:gd name="connsiteX18" fmla="*/ 69850 w 1114427"/>
                  <a:gd name="connsiteY18" fmla="*/ 0 h 2225485"/>
                  <a:gd name="connsiteX0" fmla="*/ 69850 w 1114427"/>
                  <a:gd name="connsiteY0" fmla="*/ 0 h 2212910"/>
                  <a:gd name="connsiteX1" fmla="*/ 69850 w 1114427"/>
                  <a:gd name="connsiteY1" fmla="*/ 0 h 2212910"/>
                  <a:gd name="connsiteX2" fmla="*/ 50800 w 1114427"/>
                  <a:gd name="connsiteY2" fmla="*/ 111125 h 2212910"/>
                  <a:gd name="connsiteX3" fmla="*/ 15875 w 1114427"/>
                  <a:gd name="connsiteY3" fmla="*/ 263525 h 2212910"/>
                  <a:gd name="connsiteX4" fmla="*/ 0 w 1114427"/>
                  <a:gd name="connsiteY4" fmla="*/ 396875 h 2212910"/>
                  <a:gd name="connsiteX5" fmla="*/ 85725 w 1114427"/>
                  <a:gd name="connsiteY5" fmla="*/ 571500 h 2212910"/>
                  <a:gd name="connsiteX6" fmla="*/ 117475 w 1114427"/>
                  <a:gd name="connsiteY6" fmla="*/ 581025 h 2212910"/>
                  <a:gd name="connsiteX7" fmla="*/ 254000 w 1114427"/>
                  <a:gd name="connsiteY7" fmla="*/ 873124 h 2212910"/>
                  <a:gd name="connsiteX8" fmla="*/ 327025 w 1114427"/>
                  <a:gd name="connsiteY8" fmla="*/ 1044575 h 2212910"/>
                  <a:gd name="connsiteX9" fmla="*/ 784225 w 1114427"/>
                  <a:gd name="connsiteY9" fmla="*/ 2143125 h 2212910"/>
                  <a:gd name="connsiteX10" fmla="*/ 908050 w 1114427"/>
                  <a:gd name="connsiteY10" fmla="*/ 2095500 h 2212910"/>
                  <a:gd name="connsiteX11" fmla="*/ 1114425 w 1114427"/>
                  <a:gd name="connsiteY11" fmla="*/ 2009775 h 2212910"/>
                  <a:gd name="connsiteX12" fmla="*/ 288925 w 1114427"/>
                  <a:gd name="connsiteY12" fmla="*/ 187325 h 2212910"/>
                  <a:gd name="connsiteX13" fmla="*/ 257175 w 1114427"/>
                  <a:gd name="connsiteY13" fmla="*/ 123825 h 2212910"/>
                  <a:gd name="connsiteX14" fmla="*/ 225425 w 1114427"/>
                  <a:gd name="connsiteY14" fmla="*/ 76200 h 2212910"/>
                  <a:gd name="connsiteX15" fmla="*/ 155575 w 1114427"/>
                  <a:gd name="connsiteY15" fmla="*/ 15875 h 2212910"/>
                  <a:gd name="connsiteX16" fmla="*/ 139700 w 1114427"/>
                  <a:gd name="connsiteY16" fmla="*/ 9525 h 2212910"/>
                  <a:gd name="connsiteX17" fmla="*/ 123825 w 1114427"/>
                  <a:gd name="connsiteY17" fmla="*/ 0 h 2212910"/>
                  <a:gd name="connsiteX18" fmla="*/ 111125 w 1114427"/>
                  <a:gd name="connsiteY18" fmla="*/ 3175 h 2212910"/>
                  <a:gd name="connsiteX19" fmla="*/ 69850 w 1114427"/>
                  <a:gd name="connsiteY19" fmla="*/ 0 h 2212910"/>
                  <a:gd name="connsiteX0" fmla="*/ 69850 w 1114427"/>
                  <a:gd name="connsiteY0" fmla="*/ 0 h 2182177"/>
                  <a:gd name="connsiteX1" fmla="*/ 69850 w 1114427"/>
                  <a:gd name="connsiteY1" fmla="*/ 0 h 2182177"/>
                  <a:gd name="connsiteX2" fmla="*/ 50800 w 1114427"/>
                  <a:gd name="connsiteY2" fmla="*/ 111125 h 2182177"/>
                  <a:gd name="connsiteX3" fmla="*/ 15875 w 1114427"/>
                  <a:gd name="connsiteY3" fmla="*/ 263525 h 2182177"/>
                  <a:gd name="connsiteX4" fmla="*/ 0 w 1114427"/>
                  <a:gd name="connsiteY4" fmla="*/ 396875 h 2182177"/>
                  <a:gd name="connsiteX5" fmla="*/ 85725 w 1114427"/>
                  <a:gd name="connsiteY5" fmla="*/ 571500 h 2182177"/>
                  <a:gd name="connsiteX6" fmla="*/ 117475 w 1114427"/>
                  <a:gd name="connsiteY6" fmla="*/ 581025 h 2182177"/>
                  <a:gd name="connsiteX7" fmla="*/ 254000 w 1114427"/>
                  <a:gd name="connsiteY7" fmla="*/ 873124 h 2182177"/>
                  <a:gd name="connsiteX8" fmla="*/ 327025 w 1114427"/>
                  <a:gd name="connsiteY8" fmla="*/ 1044575 h 2182177"/>
                  <a:gd name="connsiteX9" fmla="*/ 488950 w 1114427"/>
                  <a:gd name="connsiteY9" fmla="*/ 1466850 h 2182177"/>
                  <a:gd name="connsiteX10" fmla="*/ 784225 w 1114427"/>
                  <a:gd name="connsiteY10" fmla="*/ 2143125 h 2182177"/>
                  <a:gd name="connsiteX11" fmla="*/ 908050 w 1114427"/>
                  <a:gd name="connsiteY11" fmla="*/ 2095500 h 2182177"/>
                  <a:gd name="connsiteX12" fmla="*/ 1114425 w 1114427"/>
                  <a:gd name="connsiteY12" fmla="*/ 2009775 h 2182177"/>
                  <a:gd name="connsiteX13" fmla="*/ 288925 w 1114427"/>
                  <a:gd name="connsiteY13" fmla="*/ 187325 h 2182177"/>
                  <a:gd name="connsiteX14" fmla="*/ 257175 w 1114427"/>
                  <a:gd name="connsiteY14" fmla="*/ 123825 h 2182177"/>
                  <a:gd name="connsiteX15" fmla="*/ 225425 w 1114427"/>
                  <a:gd name="connsiteY15" fmla="*/ 76200 h 2182177"/>
                  <a:gd name="connsiteX16" fmla="*/ 155575 w 1114427"/>
                  <a:gd name="connsiteY16" fmla="*/ 15875 h 2182177"/>
                  <a:gd name="connsiteX17" fmla="*/ 139700 w 1114427"/>
                  <a:gd name="connsiteY17" fmla="*/ 9525 h 2182177"/>
                  <a:gd name="connsiteX18" fmla="*/ 123825 w 1114427"/>
                  <a:gd name="connsiteY18" fmla="*/ 0 h 2182177"/>
                  <a:gd name="connsiteX19" fmla="*/ 111125 w 1114427"/>
                  <a:gd name="connsiteY19" fmla="*/ 3175 h 2182177"/>
                  <a:gd name="connsiteX20" fmla="*/ 69850 w 1114427"/>
                  <a:gd name="connsiteY20" fmla="*/ 0 h 2182177"/>
                  <a:gd name="connsiteX0" fmla="*/ 69850 w 1114427"/>
                  <a:gd name="connsiteY0" fmla="*/ 0 h 2181033"/>
                  <a:gd name="connsiteX1" fmla="*/ 69850 w 1114427"/>
                  <a:gd name="connsiteY1" fmla="*/ 0 h 2181033"/>
                  <a:gd name="connsiteX2" fmla="*/ 50800 w 1114427"/>
                  <a:gd name="connsiteY2" fmla="*/ 111125 h 2181033"/>
                  <a:gd name="connsiteX3" fmla="*/ 15875 w 1114427"/>
                  <a:gd name="connsiteY3" fmla="*/ 263525 h 2181033"/>
                  <a:gd name="connsiteX4" fmla="*/ 0 w 1114427"/>
                  <a:gd name="connsiteY4" fmla="*/ 396875 h 2181033"/>
                  <a:gd name="connsiteX5" fmla="*/ 85725 w 1114427"/>
                  <a:gd name="connsiteY5" fmla="*/ 571500 h 2181033"/>
                  <a:gd name="connsiteX6" fmla="*/ 117475 w 1114427"/>
                  <a:gd name="connsiteY6" fmla="*/ 581025 h 2181033"/>
                  <a:gd name="connsiteX7" fmla="*/ 254000 w 1114427"/>
                  <a:gd name="connsiteY7" fmla="*/ 873124 h 2181033"/>
                  <a:gd name="connsiteX8" fmla="*/ 327025 w 1114427"/>
                  <a:gd name="connsiteY8" fmla="*/ 1044575 h 2181033"/>
                  <a:gd name="connsiteX9" fmla="*/ 161925 w 1114427"/>
                  <a:gd name="connsiteY9" fmla="*/ 1482725 h 2181033"/>
                  <a:gd name="connsiteX10" fmla="*/ 784225 w 1114427"/>
                  <a:gd name="connsiteY10" fmla="*/ 2143125 h 2181033"/>
                  <a:gd name="connsiteX11" fmla="*/ 908050 w 1114427"/>
                  <a:gd name="connsiteY11" fmla="*/ 2095500 h 2181033"/>
                  <a:gd name="connsiteX12" fmla="*/ 1114425 w 1114427"/>
                  <a:gd name="connsiteY12" fmla="*/ 2009775 h 2181033"/>
                  <a:gd name="connsiteX13" fmla="*/ 288925 w 1114427"/>
                  <a:gd name="connsiteY13" fmla="*/ 187325 h 2181033"/>
                  <a:gd name="connsiteX14" fmla="*/ 257175 w 1114427"/>
                  <a:gd name="connsiteY14" fmla="*/ 123825 h 2181033"/>
                  <a:gd name="connsiteX15" fmla="*/ 225425 w 1114427"/>
                  <a:gd name="connsiteY15" fmla="*/ 76200 h 2181033"/>
                  <a:gd name="connsiteX16" fmla="*/ 155575 w 1114427"/>
                  <a:gd name="connsiteY16" fmla="*/ 15875 h 2181033"/>
                  <a:gd name="connsiteX17" fmla="*/ 139700 w 1114427"/>
                  <a:gd name="connsiteY17" fmla="*/ 9525 h 2181033"/>
                  <a:gd name="connsiteX18" fmla="*/ 123825 w 1114427"/>
                  <a:gd name="connsiteY18" fmla="*/ 0 h 2181033"/>
                  <a:gd name="connsiteX19" fmla="*/ 111125 w 1114427"/>
                  <a:gd name="connsiteY19" fmla="*/ 3175 h 2181033"/>
                  <a:gd name="connsiteX20" fmla="*/ 69850 w 1114427"/>
                  <a:gd name="connsiteY20" fmla="*/ 0 h 2181033"/>
                  <a:gd name="connsiteX0" fmla="*/ 69850 w 1114427"/>
                  <a:gd name="connsiteY0" fmla="*/ 0 h 2095636"/>
                  <a:gd name="connsiteX1" fmla="*/ 69850 w 1114427"/>
                  <a:gd name="connsiteY1" fmla="*/ 0 h 2095636"/>
                  <a:gd name="connsiteX2" fmla="*/ 50800 w 1114427"/>
                  <a:gd name="connsiteY2" fmla="*/ 111125 h 2095636"/>
                  <a:gd name="connsiteX3" fmla="*/ 15875 w 1114427"/>
                  <a:gd name="connsiteY3" fmla="*/ 263525 h 2095636"/>
                  <a:gd name="connsiteX4" fmla="*/ 0 w 1114427"/>
                  <a:gd name="connsiteY4" fmla="*/ 396875 h 2095636"/>
                  <a:gd name="connsiteX5" fmla="*/ 85725 w 1114427"/>
                  <a:gd name="connsiteY5" fmla="*/ 571500 h 2095636"/>
                  <a:gd name="connsiteX6" fmla="*/ 117475 w 1114427"/>
                  <a:gd name="connsiteY6" fmla="*/ 581025 h 2095636"/>
                  <a:gd name="connsiteX7" fmla="*/ 254000 w 1114427"/>
                  <a:gd name="connsiteY7" fmla="*/ 873124 h 2095636"/>
                  <a:gd name="connsiteX8" fmla="*/ 327025 w 1114427"/>
                  <a:gd name="connsiteY8" fmla="*/ 1044575 h 2095636"/>
                  <a:gd name="connsiteX9" fmla="*/ 161925 w 1114427"/>
                  <a:gd name="connsiteY9" fmla="*/ 1482725 h 2095636"/>
                  <a:gd name="connsiteX10" fmla="*/ 415925 w 1114427"/>
                  <a:gd name="connsiteY10" fmla="*/ 809625 h 2095636"/>
                  <a:gd name="connsiteX11" fmla="*/ 908050 w 1114427"/>
                  <a:gd name="connsiteY11" fmla="*/ 2095500 h 2095636"/>
                  <a:gd name="connsiteX12" fmla="*/ 1114425 w 1114427"/>
                  <a:gd name="connsiteY12" fmla="*/ 2009775 h 2095636"/>
                  <a:gd name="connsiteX13" fmla="*/ 288925 w 1114427"/>
                  <a:gd name="connsiteY13" fmla="*/ 187325 h 2095636"/>
                  <a:gd name="connsiteX14" fmla="*/ 257175 w 1114427"/>
                  <a:gd name="connsiteY14" fmla="*/ 123825 h 2095636"/>
                  <a:gd name="connsiteX15" fmla="*/ 225425 w 1114427"/>
                  <a:gd name="connsiteY15" fmla="*/ 76200 h 2095636"/>
                  <a:gd name="connsiteX16" fmla="*/ 155575 w 1114427"/>
                  <a:gd name="connsiteY16" fmla="*/ 15875 h 2095636"/>
                  <a:gd name="connsiteX17" fmla="*/ 139700 w 1114427"/>
                  <a:gd name="connsiteY17" fmla="*/ 9525 h 2095636"/>
                  <a:gd name="connsiteX18" fmla="*/ 123825 w 1114427"/>
                  <a:gd name="connsiteY18" fmla="*/ 0 h 2095636"/>
                  <a:gd name="connsiteX19" fmla="*/ 111125 w 1114427"/>
                  <a:gd name="connsiteY19" fmla="*/ 3175 h 2095636"/>
                  <a:gd name="connsiteX20" fmla="*/ 69850 w 1114427"/>
                  <a:gd name="connsiteY20" fmla="*/ 0 h 2095636"/>
                  <a:gd name="connsiteX0" fmla="*/ 338614 w 1383191"/>
                  <a:gd name="connsiteY0" fmla="*/ 0 h 2095636"/>
                  <a:gd name="connsiteX1" fmla="*/ 338614 w 1383191"/>
                  <a:gd name="connsiteY1" fmla="*/ 0 h 2095636"/>
                  <a:gd name="connsiteX2" fmla="*/ 319564 w 1383191"/>
                  <a:gd name="connsiteY2" fmla="*/ 111125 h 2095636"/>
                  <a:gd name="connsiteX3" fmla="*/ 284639 w 1383191"/>
                  <a:gd name="connsiteY3" fmla="*/ 263525 h 2095636"/>
                  <a:gd name="connsiteX4" fmla="*/ 268764 w 1383191"/>
                  <a:gd name="connsiteY4" fmla="*/ 396875 h 2095636"/>
                  <a:gd name="connsiteX5" fmla="*/ 354489 w 1383191"/>
                  <a:gd name="connsiteY5" fmla="*/ 571500 h 2095636"/>
                  <a:gd name="connsiteX6" fmla="*/ 386239 w 1383191"/>
                  <a:gd name="connsiteY6" fmla="*/ 581025 h 2095636"/>
                  <a:gd name="connsiteX7" fmla="*/ 522764 w 1383191"/>
                  <a:gd name="connsiteY7" fmla="*/ 873124 h 2095636"/>
                  <a:gd name="connsiteX8" fmla="*/ 8414 w 1383191"/>
                  <a:gd name="connsiteY8" fmla="*/ 1927225 h 2095636"/>
                  <a:gd name="connsiteX9" fmla="*/ 430689 w 1383191"/>
                  <a:gd name="connsiteY9" fmla="*/ 1482725 h 2095636"/>
                  <a:gd name="connsiteX10" fmla="*/ 684689 w 1383191"/>
                  <a:gd name="connsiteY10" fmla="*/ 809625 h 2095636"/>
                  <a:gd name="connsiteX11" fmla="*/ 1176814 w 1383191"/>
                  <a:gd name="connsiteY11" fmla="*/ 2095500 h 2095636"/>
                  <a:gd name="connsiteX12" fmla="*/ 1383189 w 1383191"/>
                  <a:gd name="connsiteY12" fmla="*/ 2009775 h 2095636"/>
                  <a:gd name="connsiteX13" fmla="*/ 557689 w 1383191"/>
                  <a:gd name="connsiteY13" fmla="*/ 187325 h 2095636"/>
                  <a:gd name="connsiteX14" fmla="*/ 525939 w 1383191"/>
                  <a:gd name="connsiteY14" fmla="*/ 123825 h 2095636"/>
                  <a:gd name="connsiteX15" fmla="*/ 494189 w 1383191"/>
                  <a:gd name="connsiteY15" fmla="*/ 76200 h 2095636"/>
                  <a:gd name="connsiteX16" fmla="*/ 424339 w 1383191"/>
                  <a:gd name="connsiteY16" fmla="*/ 15875 h 2095636"/>
                  <a:gd name="connsiteX17" fmla="*/ 408464 w 1383191"/>
                  <a:gd name="connsiteY17" fmla="*/ 9525 h 2095636"/>
                  <a:gd name="connsiteX18" fmla="*/ 392589 w 1383191"/>
                  <a:gd name="connsiteY18" fmla="*/ 0 h 2095636"/>
                  <a:gd name="connsiteX19" fmla="*/ 379889 w 1383191"/>
                  <a:gd name="connsiteY19" fmla="*/ 3175 h 2095636"/>
                  <a:gd name="connsiteX20" fmla="*/ 338614 w 1383191"/>
                  <a:gd name="connsiteY20" fmla="*/ 0 h 2095636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92588 w 1391090"/>
                  <a:gd name="connsiteY10" fmla="*/ 809625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90"/>
                  <a:gd name="connsiteY0" fmla="*/ 0 h 2132487"/>
                  <a:gd name="connsiteX1" fmla="*/ 346513 w 1391090"/>
                  <a:gd name="connsiteY1" fmla="*/ 0 h 2132487"/>
                  <a:gd name="connsiteX2" fmla="*/ 327463 w 1391090"/>
                  <a:gd name="connsiteY2" fmla="*/ 111125 h 2132487"/>
                  <a:gd name="connsiteX3" fmla="*/ 292538 w 1391090"/>
                  <a:gd name="connsiteY3" fmla="*/ 263525 h 2132487"/>
                  <a:gd name="connsiteX4" fmla="*/ 276663 w 1391090"/>
                  <a:gd name="connsiteY4" fmla="*/ 396875 h 2132487"/>
                  <a:gd name="connsiteX5" fmla="*/ 362388 w 1391090"/>
                  <a:gd name="connsiteY5" fmla="*/ 571500 h 2132487"/>
                  <a:gd name="connsiteX6" fmla="*/ 394138 w 1391090"/>
                  <a:gd name="connsiteY6" fmla="*/ 581025 h 2132487"/>
                  <a:gd name="connsiteX7" fmla="*/ 194113 w 1391090"/>
                  <a:gd name="connsiteY7" fmla="*/ 2124074 h 2132487"/>
                  <a:gd name="connsiteX8" fmla="*/ 16313 w 1391090"/>
                  <a:gd name="connsiteY8" fmla="*/ 1927225 h 2132487"/>
                  <a:gd name="connsiteX9" fmla="*/ 438588 w 1391090"/>
                  <a:gd name="connsiteY9" fmla="*/ 1482725 h 2132487"/>
                  <a:gd name="connsiteX10" fmla="*/ 622738 w 1391090"/>
                  <a:gd name="connsiteY10" fmla="*/ 952500 h 2132487"/>
                  <a:gd name="connsiteX11" fmla="*/ 1184713 w 1391090"/>
                  <a:gd name="connsiteY11" fmla="*/ 2095500 h 2132487"/>
                  <a:gd name="connsiteX12" fmla="*/ 1391088 w 1391090"/>
                  <a:gd name="connsiteY12" fmla="*/ 2009775 h 2132487"/>
                  <a:gd name="connsiteX13" fmla="*/ 565588 w 1391090"/>
                  <a:gd name="connsiteY13" fmla="*/ 187325 h 2132487"/>
                  <a:gd name="connsiteX14" fmla="*/ 533838 w 1391090"/>
                  <a:gd name="connsiteY14" fmla="*/ 123825 h 2132487"/>
                  <a:gd name="connsiteX15" fmla="*/ 502088 w 1391090"/>
                  <a:gd name="connsiteY15" fmla="*/ 76200 h 2132487"/>
                  <a:gd name="connsiteX16" fmla="*/ 432238 w 1391090"/>
                  <a:gd name="connsiteY16" fmla="*/ 15875 h 2132487"/>
                  <a:gd name="connsiteX17" fmla="*/ 416363 w 1391090"/>
                  <a:gd name="connsiteY17" fmla="*/ 9525 h 2132487"/>
                  <a:gd name="connsiteX18" fmla="*/ 400488 w 1391090"/>
                  <a:gd name="connsiteY18" fmla="*/ 0 h 2132487"/>
                  <a:gd name="connsiteX19" fmla="*/ 387788 w 1391090"/>
                  <a:gd name="connsiteY19" fmla="*/ 3175 h 2132487"/>
                  <a:gd name="connsiteX20" fmla="*/ 346513 w 1391090"/>
                  <a:gd name="connsiteY20" fmla="*/ 0 h 2132487"/>
                  <a:gd name="connsiteX0" fmla="*/ 346513 w 1391088"/>
                  <a:gd name="connsiteY0" fmla="*/ 0 h 2132487"/>
                  <a:gd name="connsiteX1" fmla="*/ 346513 w 1391088"/>
                  <a:gd name="connsiteY1" fmla="*/ 0 h 2132487"/>
                  <a:gd name="connsiteX2" fmla="*/ 327463 w 1391088"/>
                  <a:gd name="connsiteY2" fmla="*/ 111125 h 2132487"/>
                  <a:gd name="connsiteX3" fmla="*/ 292538 w 1391088"/>
                  <a:gd name="connsiteY3" fmla="*/ 263525 h 2132487"/>
                  <a:gd name="connsiteX4" fmla="*/ 276663 w 1391088"/>
                  <a:gd name="connsiteY4" fmla="*/ 396875 h 2132487"/>
                  <a:gd name="connsiteX5" fmla="*/ 362388 w 1391088"/>
                  <a:gd name="connsiteY5" fmla="*/ 571500 h 2132487"/>
                  <a:gd name="connsiteX6" fmla="*/ 394138 w 1391088"/>
                  <a:gd name="connsiteY6" fmla="*/ 581025 h 2132487"/>
                  <a:gd name="connsiteX7" fmla="*/ 194113 w 1391088"/>
                  <a:gd name="connsiteY7" fmla="*/ 2124074 h 2132487"/>
                  <a:gd name="connsiteX8" fmla="*/ 16313 w 1391088"/>
                  <a:gd name="connsiteY8" fmla="*/ 1927225 h 2132487"/>
                  <a:gd name="connsiteX9" fmla="*/ 438588 w 1391088"/>
                  <a:gd name="connsiteY9" fmla="*/ 1482725 h 2132487"/>
                  <a:gd name="connsiteX10" fmla="*/ 622738 w 1391088"/>
                  <a:gd name="connsiteY10" fmla="*/ 952500 h 2132487"/>
                  <a:gd name="connsiteX11" fmla="*/ 705288 w 1391088"/>
                  <a:gd name="connsiteY11" fmla="*/ 654050 h 2132487"/>
                  <a:gd name="connsiteX12" fmla="*/ 1391088 w 1391088"/>
                  <a:gd name="connsiteY12" fmla="*/ 2009775 h 2132487"/>
                  <a:gd name="connsiteX13" fmla="*/ 565588 w 1391088"/>
                  <a:gd name="connsiteY13" fmla="*/ 187325 h 2132487"/>
                  <a:gd name="connsiteX14" fmla="*/ 533838 w 1391088"/>
                  <a:gd name="connsiteY14" fmla="*/ 123825 h 2132487"/>
                  <a:gd name="connsiteX15" fmla="*/ 502088 w 1391088"/>
                  <a:gd name="connsiteY15" fmla="*/ 76200 h 2132487"/>
                  <a:gd name="connsiteX16" fmla="*/ 432238 w 1391088"/>
                  <a:gd name="connsiteY16" fmla="*/ 15875 h 2132487"/>
                  <a:gd name="connsiteX17" fmla="*/ 416363 w 1391088"/>
                  <a:gd name="connsiteY17" fmla="*/ 9525 h 2132487"/>
                  <a:gd name="connsiteX18" fmla="*/ 400488 w 1391088"/>
                  <a:gd name="connsiteY18" fmla="*/ 0 h 2132487"/>
                  <a:gd name="connsiteX19" fmla="*/ 387788 w 1391088"/>
                  <a:gd name="connsiteY19" fmla="*/ 3175 h 2132487"/>
                  <a:gd name="connsiteX20" fmla="*/ 346513 w 1391088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65588 w 712105"/>
                  <a:gd name="connsiteY13" fmla="*/ 187325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600513 w 712105"/>
                  <a:gd name="connsiteY13" fmla="*/ 520700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600513 w 712105"/>
                  <a:gd name="connsiteY13" fmla="*/ 520700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533838 w 712105"/>
                  <a:gd name="connsiteY14" fmla="*/ 123825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473513 w 712105"/>
                  <a:gd name="connsiteY14" fmla="*/ 241300 h 2132487"/>
                  <a:gd name="connsiteX15" fmla="*/ 502088 w 712105"/>
                  <a:gd name="connsiteY15" fmla="*/ 762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473513 w 712105"/>
                  <a:gd name="connsiteY14" fmla="*/ 241300 h 2132487"/>
                  <a:gd name="connsiteX15" fmla="*/ 416363 w 712105"/>
                  <a:gd name="connsiteY15" fmla="*/ 1270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95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346513 w 712105"/>
                  <a:gd name="connsiteY0" fmla="*/ 0 h 2132487"/>
                  <a:gd name="connsiteX1" fmla="*/ 346513 w 712105"/>
                  <a:gd name="connsiteY1" fmla="*/ 0 h 2132487"/>
                  <a:gd name="connsiteX2" fmla="*/ 327463 w 712105"/>
                  <a:gd name="connsiteY2" fmla="*/ 111125 h 2132487"/>
                  <a:gd name="connsiteX3" fmla="*/ 292538 w 712105"/>
                  <a:gd name="connsiteY3" fmla="*/ 263525 h 2132487"/>
                  <a:gd name="connsiteX4" fmla="*/ 276663 w 712105"/>
                  <a:gd name="connsiteY4" fmla="*/ 396875 h 2132487"/>
                  <a:gd name="connsiteX5" fmla="*/ 362388 w 712105"/>
                  <a:gd name="connsiteY5" fmla="*/ 571500 h 2132487"/>
                  <a:gd name="connsiteX6" fmla="*/ 394138 w 712105"/>
                  <a:gd name="connsiteY6" fmla="*/ 581025 h 2132487"/>
                  <a:gd name="connsiteX7" fmla="*/ 194113 w 712105"/>
                  <a:gd name="connsiteY7" fmla="*/ 2124074 h 2132487"/>
                  <a:gd name="connsiteX8" fmla="*/ 16313 w 712105"/>
                  <a:gd name="connsiteY8" fmla="*/ 1927225 h 2132487"/>
                  <a:gd name="connsiteX9" fmla="*/ 438588 w 712105"/>
                  <a:gd name="connsiteY9" fmla="*/ 1482725 h 2132487"/>
                  <a:gd name="connsiteX10" fmla="*/ 622738 w 712105"/>
                  <a:gd name="connsiteY10" fmla="*/ 952500 h 2132487"/>
                  <a:gd name="connsiteX11" fmla="*/ 705288 w 712105"/>
                  <a:gd name="connsiteY11" fmla="*/ 654050 h 2132487"/>
                  <a:gd name="connsiteX12" fmla="*/ 689413 w 712105"/>
                  <a:gd name="connsiteY12" fmla="*/ 571500 h 2132487"/>
                  <a:gd name="connsiteX13" fmla="*/ 552888 w 712105"/>
                  <a:gd name="connsiteY13" fmla="*/ 457200 h 2132487"/>
                  <a:gd name="connsiteX14" fmla="*/ 473513 w 712105"/>
                  <a:gd name="connsiteY14" fmla="*/ 241300 h 2132487"/>
                  <a:gd name="connsiteX15" fmla="*/ 416363 w 712105"/>
                  <a:gd name="connsiteY15" fmla="*/ 127000 h 2132487"/>
                  <a:gd name="connsiteX16" fmla="*/ 432238 w 712105"/>
                  <a:gd name="connsiteY16" fmla="*/ 15875 h 2132487"/>
                  <a:gd name="connsiteX17" fmla="*/ 416363 w 712105"/>
                  <a:gd name="connsiteY17" fmla="*/ 60325 h 2132487"/>
                  <a:gd name="connsiteX18" fmla="*/ 400488 w 712105"/>
                  <a:gd name="connsiteY18" fmla="*/ 0 h 2132487"/>
                  <a:gd name="connsiteX19" fmla="*/ 387788 w 712105"/>
                  <a:gd name="connsiteY19" fmla="*/ 3175 h 2132487"/>
                  <a:gd name="connsiteX20" fmla="*/ 346513 w 712105"/>
                  <a:gd name="connsiteY20" fmla="*/ 0 h 2132487"/>
                  <a:gd name="connsiteX0" fmla="*/ 419312 w 784904"/>
                  <a:gd name="connsiteY0" fmla="*/ 0 h 2132487"/>
                  <a:gd name="connsiteX1" fmla="*/ 419312 w 784904"/>
                  <a:gd name="connsiteY1" fmla="*/ 0 h 2132487"/>
                  <a:gd name="connsiteX2" fmla="*/ 400262 w 784904"/>
                  <a:gd name="connsiteY2" fmla="*/ 111125 h 2132487"/>
                  <a:gd name="connsiteX3" fmla="*/ 365337 w 784904"/>
                  <a:gd name="connsiteY3" fmla="*/ 263525 h 2132487"/>
                  <a:gd name="connsiteX4" fmla="*/ 349462 w 784904"/>
                  <a:gd name="connsiteY4" fmla="*/ 396875 h 2132487"/>
                  <a:gd name="connsiteX5" fmla="*/ 435187 w 784904"/>
                  <a:gd name="connsiteY5" fmla="*/ 571500 h 2132487"/>
                  <a:gd name="connsiteX6" fmla="*/ 212 w 784904"/>
                  <a:gd name="connsiteY6" fmla="*/ 2066925 h 2132487"/>
                  <a:gd name="connsiteX7" fmla="*/ 266912 w 784904"/>
                  <a:gd name="connsiteY7" fmla="*/ 2124074 h 2132487"/>
                  <a:gd name="connsiteX8" fmla="*/ 89112 w 784904"/>
                  <a:gd name="connsiteY8" fmla="*/ 1927225 h 2132487"/>
                  <a:gd name="connsiteX9" fmla="*/ 511387 w 784904"/>
                  <a:gd name="connsiteY9" fmla="*/ 1482725 h 2132487"/>
                  <a:gd name="connsiteX10" fmla="*/ 695537 w 784904"/>
                  <a:gd name="connsiteY10" fmla="*/ 952500 h 2132487"/>
                  <a:gd name="connsiteX11" fmla="*/ 778087 w 784904"/>
                  <a:gd name="connsiteY11" fmla="*/ 654050 h 2132487"/>
                  <a:gd name="connsiteX12" fmla="*/ 762212 w 784904"/>
                  <a:gd name="connsiteY12" fmla="*/ 571500 h 2132487"/>
                  <a:gd name="connsiteX13" fmla="*/ 625687 w 784904"/>
                  <a:gd name="connsiteY13" fmla="*/ 457200 h 2132487"/>
                  <a:gd name="connsiteX14" fmla="*/ 546312 w 784904"/>
                  <a:gd name="connsiteY14" fmla="*/ 241300 h 2132487"/>
                  <a:gd name="connsiteX15" fmla="*/ 489162 w 784904"/>
                  <a:gd name="connsiteY15" fmla="*/ 127000 h 2132487"/>
                  <a:gd name="connsiteX16" fmla="*/ 505037 w 784904"/>
                  <a:gd name="connsiteY16" fmla="*/ 15875 h 2132487"/>
                  <a:gd name="connsiteX17" fmla="*/ 489162 w 784904"/>
                  <a:gd name="connsiteY17" fmla="*/ 60325 h 2132487"/>
                  <a:gd name="connsiteX18" fmla="*/ 473287 w 784904"/>
                  <a:gd name="connsiteY18" fmla="*/ 0 h 2132487"/>
                  <a:gd name="connsiteX19" fmla="*/ 460587 w 784904"/>
                  <a:gd name="connsiteY19" fmla="*/ 3175 h 2132487"/>
                  <a:gd name="connsiteX20" fmla="*/ 419312 w 784904"/>
                  <a:gd name="connsiteY20" fmla="*/ 0 h 2132487"/>
                  <a:gd name="connsiteX0" fmla="*/ 531181 w 896773"/>
                  <a:gd name="connsiteY0" fmla="*/ 0 h 2132487"/>
                  <a:gd name="connsiteX1" fmla="*/ 531181 w 896773"/>
                  <a:gd name="connsiteY1" fmla="*/ 0 h 2132487"/>
                  <a:gd name="connsiteX2" fmla="*/ 512131 w 896773"/>
                  <a:gd name="connsiteY2" fmla="*/ 111125 h 2132487"/>
                  <a:gd name="connsiteX3" fmla="*/ 477206 w 896773"/>
                  <a:gd name="connsiteY3" fmla="*/ 263525 h 2132487"/>
                  <a:gd name="connsiteX4" fmla="*/ 461331 w 896773"/>
                  <a:gd name="connsiteY4" fmla="*/ 396875 h 2132487"/>
                  <a:gd name="connsiteX5" fmla="*/ 13656 w 896773"/>
                  <a:gd name="connsiteY5" fmla="*/ 1971675 h 2132487"/>
                  <a:gd name="connsiteX6" fmla="*/ 112081 w 896773"/>
                  <a:gd name="connsiteY6" fmla="*/ 2066925 h 2132487"/>
                  <a:gd name="connsiteX7" fmla="*/ 378781 w 896773"/>
                  <a:gd name="connsiteY7" fmla="*/ 2124074 h 2132487"/>
                  <a:gd name="connsiteX8" fmla="*/ 200981 w 896773"/>
                  <a:gd name="connsiteY8" fmla="*/ 1927225 h 2132487"/>
                  <a:gd name="connsiteX9" fmla="*/ 623256 w 896773"/>
                  <a:gd name="connsiteY9" fmla="*/ 1482725 h 2132487"/>
                  <a:gd name="connsiteX10" fmla="*/ 807406 w 896773"/>
                  <a:gd name="connsiteY10" fmla="*/ 952500 h 2132487"/>
                  <a:gd name="connsiteX11" fmla="*/ 889956 w 896773"/>
                  <a:gd name="connsiteY11" fmla="*/ 654050 h 2132487"/>
                  <a:gd name="connsiteX12" fmla="*/ 874081 w 896773"/>
                  <a:gd name="connsiteY12" fmla="*/ 571500 h 2132487"/>
                  <a:gd name="connsiteX13" fmla="*/ 737556 w 896773"/>
                  <a:gd name="connsiteY13" fmla="*/ 457200 h 2132487"/>
                  <a:gd name="connsiteX14" fmla="*/ 658181 w 896773"/>
                  <a:gd name="connsiteY14" fmla="*/ 241300 h 2132487"/>
                  <a:gd name="connsiteX15" fmla="*/ 601031 w 896773"/>
                  <a:gd name="connsiteY15" fmla="*/ 127000 h 2132487"/>
                  <a:gd name="connsiteX16" fmla="*/ 616906 w 896773"/>
                  <a:gd name="connsiteY16" fmla="*/ 15875 h 2132487"/>
                  <a:gd name="connsiteX17" fmla="*/ 601031 w 896773"/>
                  <a:gd name="connsiteY17" fmla="*/ 60325 h 2132487"/>
                  <a:gd name="connsiteX18" fmla="*/ 585156 w 896773"/>
                  <a:gd name="connsiteY18" fmla="*/ 0 h 2132487"/>
                  <a:gd name="connsiteX19" fmla="*/ 572456 w 896773"/>
                  <a:gd name="connsiteY19" fmla="*/ 3175 h 2132487"/>
                  <a:gd name="connsiteX20" fmla="*/ 531181 w 896773"/>
                  <a:gd name="connsiteY20" fmla="*/ 0 h 2132487"/>
                  <a:gd name="connsiteX0" fmla="*/ 517992 w 883584"/>
                  <a:gd name="connsiteY0" fmla="*/ 0 h 2132487"/>
                  <a:gd name="connsiteX1" fmla="*/ 517992 w 883584"/>
                  <a:gd name="connsiteY1" fmla="*/ 0 h 2132487"/>
                  <a:gd name="connsiteX2" fmla="*/ 498942 w 883584"/>
                  <a:gd name="connsiteY2" fmla="*/ 111125 h 2132487"/>
                  <a:gd name="connsiteX3" fmla="*/ 464017 w 883584"/>
                  <a:gd name="connsiteY3" fmla="*/ 263525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17992 w 883584"/>
                  <a:gd name="connsiteY20" fmla="*/ 0 h 2132487"/>
                  <a:gd name="connsiteX0" fmla="*/ 517992 w 883584"/>
                  <a:gd name="connsiteY0" fmla="*/ 15815 h 2148302"/>
                  <a:gd name="connsiteX1" fmla="*/ 517992 w 883584"/>
                  <a:gd name="connsiteY1" fmla="*/ 15815 h 2148302"/>
                  <a:gd name="connsiteX2" fmla="*/ 498942 w 883584"/>
                  <a:gd name="connsiteY2" fmla="*/ 126940 h 2148302"/>
                  <a:gd name="connsiteX3" fmla="*/ 390992 w 883584"/>
                  <a:gd name="connsiteY3" fmla="*/ 1368365 h 2148302"/>
                  <a:gd name="connsiteX4" fmla="*/ 146517 w 883584"/>
                  <a:gd name="connsiteY4" fmla="*/ 1638240 h 2148302"/>
                  <a:gd name="connsiteX5" fmla="*/ 467 w 883584"/>
                  <a:gd name="connsiteY5" fmla="*/ 1987490 h 2148302"/>
                  <a:gd name="connsiteX6" fmla="*/ 98892 w 883584"/>
                  <a:gd name="connsiteY6" fmla="*/ 2082740 h 2148302"/>
                  <a:gd name="connsiteX7" fmla="*/ 365592 w 883584"/>
                  <a:gd name="connsiteY7" fmla="*/ 2139889 h 2148302"/>
                  <a:gd name="connsiteX8" fmla="*/ 187792 w 883584"/>
                  <a:gd name="connsiteY8" fmla="*/ 1943040 h 2148302"/>
                  <a:gd name="connsiteX9" fmla="*/ 610067 w 883584"/>
                  <a:gd name="connsiteY9" fmla="*/ 1498540 h 2148302"/>
                  <a:gd name="connsiteX10" fmla="*/ 794217 w 883584"/>
                  <a:gd name="connsiteY10" fmla="*/ 968315 h 2148302"/>
                  <a:gd name="connsiteX11" fmla="*/ 876767 w 883584"/>
                  <a:gd name="connsiteY11" fmla="*/ 669865 h 2148302"/>
                  <a:gd name="connsiteX12" fmla="*/ 860892 w 883584"/>
                  <a:gd name="connsiteY12" fmla="*/ 587315 h 2148302"/>
                  <a:gd name="connsiteX13" fmla="*/ 724367 w 883584"/>
                  <a:gd name="connsiteY13" fmla="*/ 473015 h 2148302"/>
                  <a:gd name="connsiteX14" fmla="*/ 644992 w 883584"/>
                  <a:gd name="connsiteY14" fmla="*/ 257115 h 2148302"/>
                  <a:gd name="connsiteX15" fmla="*/ 587842 w 883584"/>
                  <a:gd name="connsiteY15" fmla="*/ 142815 h 2148302"/>
                  <a:gd name="connsiteX16" fmla="*/ 603717 w 883584"/>
                  <a:gd name="connsiteY16" fmla="*/ 31690 h 2148302"/>
                  <a:gd name="connsiteX17" fmla="*/ 587842 w 883584"/>
                  <a:gd name="connsiteY17" fmla="*/ 76140 h 2148302"/>
                  <a:gd name="connsiteX18" fmla="*/ 571967 w 883584"/>
                  <a:gd name="connsiteY18" fmla="*/ 15815 h 2148302"/>
                  <a:gd name="connsiteX19" fmla="*/ 559267 w 883584"/>
                  <a:gd name="connsiteY19" fmla="*/ 18990 h 2148302"/>
                  <a:gd name="connsiteX20" fmla="*/ 517992 w 883584"/>
                  <a:gd name="connsiteY20" fmla="*/ 15815 h 2148302"/>
                  <a:gd name="connsiteX0" fmla="*/ 517992 w 883584"/>
                  <a:gd name="connsiteY0" fmla="*/ 0 h 2132487"/>
                  <a:gd name="connsiteX1" fmla="*/ 517992 w 883584"/>
                  <a:gd name="connsiteY1" fmla="*/ 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17992 w 883584"/>
                  <a:gd name="connsiteY20" fmla="*/ 0 h 2132487"/>
                  <a:gd name="connsiteX0" fmla="*/ 521167 w 883584"/>
                  <a:gd name="connsiteY0" fmla="*/ 492125 h 2132487"/>
                  <a:gd name="connsiteX1" fmla="*/ 517992 w 883584"/>
                  <a:gd name="connsiteY1" fmla="*/ 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21167 w 883584"/>
                  <a:gd name="connsiteY20" fmla="*/ 492125 h 2132487"/>
                  <a:gd name="connsiteX0" fmla="*/ 521167 w 883584"/>
                  <a:gd name="connsiteY0" fmla="*/ 492125 h 2132487"/>
                  <a:gd name="connsiteX1" fmla="*/ 470367 w 883584"/>
                  <a:gd name="connsiteY1" fmla="*/ 56515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21167 w 883584"/>
                  <a:gd name="connsiteY20" fmla="*/ 492125 h 2132487"/>
                  <a:gd name="connsiteX0" fmla="*/ 517992 w 883584"/>
                  <a:gd name="connsiteY0" fmla="*/ 400050 h 2132487"/>
                  <a:gd name="connsiteX1" fmla="*/ 470367 w 883584"/>
                  <a:gd name="connsiteY1" fmla="*/ 56515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559267 w 883584"/>
                  <a:gd name="connsiteY19" fmla="*/ 3175 h 2132487"/>
                  <a:gd name="connsiteX20" fmla="*/ 517992 w 883584"/>
                  <a:gd name="connsiteY20" fmla="*/ 400050 h 2132487"/>
                  <a:gd name="connsiteX0" fmla="*/ 517992 w 883584"/>
                  <a:gd name="connsiteY0" fmla="*/ 400050 h 2132487"/>
                  <a:gd name="connsiteX1" fmla="*/ 470367 w 883584"/>
                  <a:gd name="connsiteY1" fmla="*/ 565150 h 2132487"/>
                  <a:gd name="connsiteX2" fmla="*/ 479892 w 883584"/>
                  <a:gd name="connsiteY2" fmla="*/ 850900 h 2132487"/>
                  <a:gd name="connsiteX3" fmla="*/ 390992 w 883584"/>
                  <a:gd name="connsiteY3" fmla="*/ 1352550 h 2132487"/>
                  <a:gd name="connsiteX4" fmla="*/ 146517 w 883584"/>
                  <a:gd name="connsiteY4" fmla="*/ 1622425 h 2132487"/>
                  <a:gd name="connsiteX5" fmla="*/ 467 w 883584"/>
                  <a:gd name="connsiteY5" fmla="*/ 1971675 h 2132487"/>
                  <a:gd name="connsiteX6" fmla="*/ 98892 w 883584"/>
                  <a:gd name="connsiteY6" fmla="*/ 2066925 h 2132487"/>
                  <a:gd name="connsiteX7" fmla="*/ 365592 w 883584"/>
                  <a:gd name="connsiteY7" fmla="*/ 2124074 h 2132487"/>
                  <a:gd name="connsiteX8" fmla="*/ 187792 w 883584"/>
                  <a:gd name="connsiteY8" fmla="*/ 1927225 h 2132487"/>
                  <a:gd name="connsiteX9" fmla="*/ 610067 w 883584"/>
                  <a:gd name="connsiteY9" fmla="*/ 1482725 h 2132487"/>
                  <a:gd name="connsiteX10" fmla="*/ 794217 w 883584"/>
                  <a:gd name="connsiteY10" fmla="*/ 952500 h 2132487"/>
                  <a:gd name="connsiteX11" fmla="*/ 876767 w 883584"/>
                  <a:gd name="connsiteY11" fmla="*/ 654050 h 2132487"/>
                  <a:gd name="connsiteX12" fmla="*/ 860892 w 883584"/>
                  <a:gd name="connsiteY12" fmla="*/ 571500 h 2132487"/>
                  <a:gd name="connsiteX13" fmla="*/ 724367 w 883584"/>
                  <a:gd name="connsiteY13" fmla="*/ 457200 h 2132487"/>
                  <a:gd name="connsiteX14" fmla="*/ 644992 w 883584"/>
                  <a:gd name="connsiteY14" fmla="*/ 241300 h 2132487"/>
                  <a:gd name="connsiteX15" fmla="*/ 587842 w 883584"/>
                  <a:gd name="connsiteY15" fmla="*/ 127000 h 2132487"/>
                  <a:gd name="connsiteX16" fmla="*/ 603717 w 883584"/>
                  <a:gd name="connsiteY16" fmla="*/ 15875 h 2132487"/>
                  <a:gd name="connsiteX17" fmla="*/ 587842 w 883584"/>
                  <a:gd name="connsiteY17" fmla="*/ 60325 h 2132487"/>
                  <a:gd name="connsiteX18" fmla="*/ 571967 w 883584"/>
                  <a:gd name="connsiteY18" fmla="*/ 0 h 2132487"/>
                  <a:gd name="connsiteX19" fmla="*/ 467192 w 883584"/>
                  <a:gd name="connsiteY19" fmla="*/ 98425 h 2132487"/>
                  <a:gd name="connsiteX20" fmla="*/ 517992 w 883584"/>
                  <a:gd name="connsiteY20" fmla="*/ 400050 h 2132487"/>
                  <a:gd name="connsiteX0" fmla="*/ 517992 w 883584"/>
                  <a:gd name="connsiteY0" fmla="*/ 479425 h 2211862"/>
                  <a:gd name="connsiteX1" fmla="*/ 470367 w 883584"/>
                  <a:gd name="connsiteY1" fmla="*/ 644525 h 2211862"/>
                  <a:gd name="connsiteX2" fmla="*/ 479892 w 883584"/>
                  <a:gd name="connsiteY2" fmla="*/ 930275 h 2211862"/>
                  <a:gd name="connsiteX3" fmla="*/ 390992 w 883584"/>
                  <a:gd name="connsiteY3" fmla="*/ 1431925 h 2211862"/>
                  <a:gd name="connsiteX4" fmla="*/ 146517 w 883584"/>
                  <a:gd name="connsiteY4" fmla="*/ 1701800 h 2211862"/>
                  <a:gd name="connsiteX5" fmla="*/ 467 w 883584"/>
                  <a:gd name="connsiteY5" fmla="*/ 2051050 h 2211862"/>
                  <a:gd name="connsiteX6" fmla="*/ 98892 w 883584"/>
                  <a:gd name="connsiteY6" fmla="*/ 2146300 h 2211862"/>
                  <a:gd name="connsiteX7" fmla="*/ 365592 w 883584"/>
                  <a:gd name="connsiteY7" fmla="*/ 2203449 h 2211862"/>
                  <a:gd name="connsiteX8" fmla="*/ 187792 w 883584"/>
                  <a:gd name="connsiteY8" fmla="*/ 2006600 h 2211862"/>
                  <a:gd name="connsiteX9" fmla="*/ 610067 w 883584"/>
                  <a:gd name="connsiteY9" fmla="*/ 1562100 h 2211862"/>
                  <a:gd name="connsiteX10" fmla="*/ 794217 w 883584"/>
                  <a:gd name="connsiteY10" fmla="*/ 1031875 h 2211862"/>
                  <a:gd name="connsiteX11" fmla="*/ 876767 w 883584"/>
                  <a:gd name="connsiteY11" fmla="*/ 733425 h 2211862"/>
                  <a:gd name="connsiteX12" fmla="*/ 860892 w 883584"/>
                  <a:gd name="connsiteY12" fmla="*/ 650875 h 2211862"/>
                  <a:gd name="connsiteX13" fmla="*/ 724367 w 883584"/>
                  <a:gd name="connsiteY13" fmla="*/ 536575 h 2211862"/>
                  <a:gd name="connsiteX14" fmla="*/ 644992 w 883584"/>
                  <a:gd name="connsiteY14" fmla="*/ 320675 h 2211862"/>
                  <a:gd name="connsiteX15" fmla="*/ 587842 w 883584"/>
                  <a:gd name="connsiteY15" fmla="*/ 206375 h 2211862"/>
                  <a:gd name="connsiteX16" fmla="*/ 603717 w 883584"/>
                  <a:gd name="connsiteY16" fmla="*/ 95250 h 2211862"/>
                  <a:gd name="connsiteX17" fmla="*/ 587842 w 883584"/>
                  <a:gd name="connsiteY17" fmla="*/ 139700 h 2211862"/>
                  <a:gd name="connsiteX18" fmla="*/ 511642 w 883584"/>
                  <a:gd name="connsiteY18" fmla="*/ 0 h 2211862"/>
                  <a:gd name="connsiteX19" fmla="*/ 467192 w 883584"/>
                  <a:gd name="connsiteY19" fmla="*/ 177800 h 2211862"/>
                  <a:gd name="connsiteX20" fmla="*/ 517992 w 883584"/>
                  <a:gd name="connsiteY20" fmla="*/ 479425 h 2211862"/>
                  <a:gd name="connsiteX0" fmla="*/ 517992 w 883584"/>
                  <a:gd name="connsiteY0" fmla="*/ 622633 h 2355070"/>
                  <a:gd name="connsiteX1" fmla="*/ 470367 w 883584"/>
                  <a:gd name="connsiteY1" fmla="*/ 787733 h 2355070"/>
                  <a:gd name="connsiteX2" fmla="*/ 479892 w 883584"/>
                  <a:gd name="connsiteY2" fmla="*/ 1073483 h 2355070"/>
                  <a:gd name="connsiteX3" fmla="*/ 390992 w 883584"/>
                  <a:gd name="connsiteY3" fmla="*/ 1575133 h 2355070"/>
                  <a:gd name="connsiteX4" fmla="*/ 146517 w 883584"/>
                  <a:gd name="connsiteY4" fmla="*/ 1845008 h 2355070"/>
                  <a:gd name="connsiteX5" fmla="*/ 467 w 883584"/>
                  <a:gd name="connsiteY5" fmla="*/ 2194258 h 2355070"/>
                  <a:gd name="connsiteX6" fmla="*/ 98892 w 883584"/>
                  <a:gd name="connsiteY6" fmla="*/ 2289508 h 2355070"/>
                  <a:gd name="connsiteX7" fmla="*/ 365592 w 883584"/>
                  <a:gd name="connsiteY7" fmla="*/ 2346657 h 2355070"/>
                  <a:gd name="connsiteX8" fmla="*/ 187792 w 883584"/>
                  <a:gd name="connsiteY8" fmla="*/ 2149808 h 2355070"/>
                  <a:gd name="connsiteX9" fmla="*/ 610067 w 883584"/>
                  <a:gd name="connsiteY9" fmla="*/ 1705308 h 2355070"/>
                  <a:gd name="connsiteX10" fmla="*/ 794217 w 883584"/>
                  <a:gd name="connsiteY10" fmla="*/ 1175083 h 2355070"/>
                  <a:gd name="connsiteX11" fmla="*/ 876767 w 883584"/>
                  <a:gd name="connsiteY11" fmla="*/ 876633 h 2355070"/>
                  <a:gd name="connsiteX12" fmla="*/ 860892 w 883584"/>
                  <a:gd name="connsiteY12" fmla="*/ 794083 h 2355070"/>
                  <a:gd name="connsiteX13" fmla="*/ 724367 w 883584"/>
                  <a:gd name="connsiteY13" fmla="*/ 679783 h 2355070"/>
                  <a:gd name="connsiteX14" fmla="*/ 644992 w 883584"/>
                  <a:gd name="connsiteY14" fmla="*/ 463883 h 2355070"/>
                  <a:gd name="connsiteX15" fmla="*/ 587842 w 883584"/>
                  <a:gd name="connsiteY15" fmla="*/ 349583 h 2355070"/>
                  <a:gd name="connsiteX16" fmla="*/ 613242 w 883584"/>
                  <a:gd name="connsiteY16" fmla="*/ 333 h 2355070"/>
                  <a:gd name="connsiteX17" fmla="*/ 587842 w 883584"/>
                  <a:gd name="connsiteY17" fmla="*/ 282908 h 2355070"/>
                  <a:gd name="connsiteX18" fmla="*/ 511642 w 883584"/>
                  <a:gd name="connsiteY18" fmla="*/ 143208 h 2355070"/>
                  <a:gd name="connsiteX19" fmla="*/ 467192 w 883584"/>
                  <a:gd name="connsiteY19" fmla="*/ 321008 h 2355070"/>
                  <a:gd name="connsiteX20" fmla="*/ 517992 w 883584"/>
                  <a:gd name="connsiteY20" fmla="*/ 622633 h 2355070"/>
                  <a:gd name="connsiteX0" fmla="*/ 517992 w 883584"/>
                  <a:gd name="connsiteY0" fmla="*/ 631650 h 2364087"/>
                  <a:gd name="connsiteX1" fmla="*/ 470367 w 883584"/>
                  <a:gd name="connsiteY1" fmla="*/ 796750 h 2364087"/>
                  <a:gd name="connsiteX2" fmla="*/ 479892 w 883584"/>
                  <a:gd name="connsiteY2" fmla="*/ 1082500 h 2364087"/>
                  <a:gd name="connsiteX3" fmla="*/ 390992 w 883584"/>
                  <a:gd name="connsiteY3" fmla="*/ 1584150 h 2364087"/>
                  <a:gd name="connsiteX4" fmla="*/ 146517 w 883584"/>
                  <a:gd name="connsiteY4" fmla="*/ 1854025 h 2364087"/>
                  <a:gd name="connsiteX5" fmla="*/ 467 w 883584"/>
                  <a:gd name="connsiteY5" fmla="*/ 2203275 h 2364087"/>
                  <a:gd name="connsiteX6" fmla="*/ 98892 w 883584"/>
                  <a:gd name="connsiteY6" fmla="*/ 2298525 h 2364087"/>
                  <a:gd name="connsiteX7" fmla="*/ 365592 w 883584"/>
                  <a:gd name="connsiteY7" fmla="*/ 2355674 h 2364087"/>
                  <a:gd name="connsiteX8" fmla="*/ 187792 w 883584"/>
                  <a:gd name="connsiteY8" fmla="*/ 2158825 h 2364087"/>
                  <a:gd name="connsiteX9" fmla="*/ 610067 w 883584"/>
                  <a:gd name="connsiteY9" fmla="*/ 1714325 h 2364087"/>
                  <a:gd name="connsiteX10" fmla="*/ 794217 w 883584"/>
                  <a:gd name="connsiteY10" fmla="*/ 1184100 h 2364087"/>
                  <a:gd name="connsiteX11" fmla="*/ 876767 w 883584"/>
                  <a:gd name="connsiteY11" fmla="*/ 885650 h 2364087"/>
                  <a:gd name="connsiteX12" fmla="*/ 860892 w 883584"/>
                  <a:gd name="connsiteY12" fmla="*/ 803100 h 2364087"/>
                  <a:gd name="connsiteX13" fmla="*/ 724367 w 883584"/>
                  <a:gd name="connsiteY13" fmla="*/ 688800 h 2364087"/>
                  <a:gd name="connsiteX14" fmla="*/ 644992 w 883584"/>
                  <a:gd name="connsiteY14" fmla="*/ 472900 h 2364087"/>
                  <a:gd name="connsiteX15" fmla="*/ 587842 w 883584"/>
                  <a:gd name="connsiteY15" fmla="*/ 358600 h 2364087"/>
                  <a:gd name="connsiteX16" fmla="*/ 613242 w 883584"/>
                  <a:gd name="connsiteY16" fmla="*/ 9350 h 2364087"/>
                  <a:gd name="connsiteX17" fmla="*/ 575142 w 883584"/>
                  <a:gd name="connsiteY17" fmla="*/ 104600 h 2364087"/>
                  <a:gd name="connsiteX18" fmla="*/ 511642 w 883584"/>
                  <a:gd name="connsiteY18" fmla="*/ 152225 h 2364087"/>
                  <a:gd name="connsiteX19" fmla="*/ 467192 w 883584"/>
                  <a:gd name="connsiteY19" fmla="*/ 330025 h 2364087"/>
                  <a:gd name="connsiteX20" fmla="*/ 517992 w 883584"/>
                  <a:gd name="connsiteY20" fmla="*/ 631650 h 2364087"/>
                  <a:gd name="connsiteX0" fmla="*/ 517992 w 883584"/>
                  <a:gd name="connsiteY0" fmla="*/ 842355 h 2574792"/>
                  <a:gd name="connsiteX1" fmla="*/ 470367 w 883584"/>
                  <a:gd name="connsiteY1" fmla="*/ 1007455 h 2574792"/>
                  <a:gd name="connsiteX2" fmla="*/ 479892 w 883584"/>
                  <a:gd name="connsiteY2" fmla="*/ 1293205 h 2574792"/>
                  <a:gd name="connsiteX3" fmla="*/ 390992 w 883584"/>
                  <a:gd name="connsiteY3" fmla="*/ 1794855 h 2574792"/>
                  <a:gd name="connsiteX4" fmla="*/ 146517 w 883584"/>
                  <a:gd name="connsiteY4" fmla="*/ 2064730 h 2574792"/>
                  <a:gd name="connsiteX5" fmla="*/ 467 w 883584"/>
                  <a:gd name="connsiteY5" fmla="*/ 2413980 h 2574792"/>
                  <a:gd name="connsiteX6" fmla="*/ 98892 w 883584"/>
                  <a:gd name="connsiteY6" fmla="*/ 2509230 h 2574792"/>
                  <a:gd name="connsiteX7" fmla="*/ 365592 w 883584"/>
                  <a:gd name="connsiteY7" fmla="*/ 2566379 h 2574792"/>
                  <a:gd name="connsiteX8" fmla="*/ 187792 w 883584"/>
                  <a:gd name="connsiteY8" fmla="*/ 2369530 h 2574792"/>
                  <a:gd name="connsiteX9" fmla="*/ 610067 w 883584"/>
                  <a:gd name="connsiteY9" fmla="*/ 1925030 h 2574792"/>
                  <a:gd name="connsiteX10" fmla="*/ 794217 w 883584"/>
                  <a:gd name="connsiteY10" fmla="*/ 1394805 h 2574792"/>
                  <a:gd name="connsiteX11" fmla="*/ 876767 w 883584"/>
                  <a:gd name="connsiteY11" fmla="*/ 1096355 h 2574792"/>
                  <a:gd name="connsiteX12" fmla="*/ 860892 w 883584"/>
                  <a:gd name="connsiteY12" fmla="*/ 1013805 h 2574792"/>
                  <a:gd name="connsiteX13" fmla="*/ 724367 w 883584"/>
                  <a:gd name="connsiteY13" fmla="*/ 899505 h 2574792"/>
                  <a:gd name="connsiteX14" fmla="*/ 644992 w 883584"/>
                  <a:gd name="connsiteY14" fmla="*/ 683605 h 2574792"/>
                  <a:gd name="connsiteX15" fmla="*/ 587842 w 883584"/>
                  <a:gd name="connsiteY15" fmla="*/ 569305 h 2574792"/>
                  <a:gd name="connsiteX16" fmla="*/ 530692 w 883584"/>
                  <a:gd name="connsiteY16" fmla="*/ 4155 h 2574792"/>
                  <a:gd name="connsiteX17" fmla="*/ 575142 w 883584"/>
                  <a:gd name="connsiteY17" fmla="*/ 315305 h 2574792"/>
                  <a:gd name="connsiteX18" fmla="*/ 511642 w 883584"/>
                  <a:gd name="connsiteY18" fmla="*/ 362930 h 2574792"/>
                  <a:gd name="connsiteX19" fmla="*/ 467192 w 883584"/>
                  <a:gd name="connsiteY19" fmla="*/ 540730 h 2574792"/>
                  <a:gd name="connsiteX20" fmla="*/ 517992 w 883584"/>
                  <a:gd name="connsiteY20" fmla="*/ 842355 h 2574792"/>
                  <a:gd name="connsiteX0" fmla="*/ 517992 w 883584"/>
                  <a:gd name="connsiteY0" fmla="*/ 872664 h 2605101"/>
                  <a:gd name="connsiteX1" fmla="*/ 470367 w 883584"/>
                  <a:gd name="connsiteY1" fmla="*/ 1037764 h 2605101"/>
                  <a:gd name="connsiteX2" fmla="*/ 479892 w 883584"/>
                  <a:gd name="connsiteY2" fmla="*/ 1323514 h 2605101"/>
                  <a:gd name="connsiteX3" fmla="*/ 390992 w 883584"/>
                  <a:gd name="connsiteY3" fmla="*/ 1825164 h 2605101"/>
                  <a:gd name="connsiteX4" fmla="*/ 146517 w 883584"/>
                  <a:gd name="connsiteY4" fmla="*/ 2095039 h 2605101"/>
                  <a:gd name="connsiteX5" fmla="*/ 467 w 883584"/>
                  <a:gd name="connsiteY5" fmla="*/ 2444289 h 2605101"/>
                  <a:gd name="connsiteX6" fmla="*/ 98892 w 883584"/>
                  <a:gd name="connsiteY6" fmla="*/ 2539539 h 2605101"/>
                  <a:gd name="connsiteX7" fmla="*/ 365592 w 883584"/>
                  <a:gd name="connsiteY7" fmla="*/ 2596688 h 2605101"/>
                  <a:gd name="connsiteX8" fmla="*/ 187792 w 883584"/>
                  <a:gd name="connsiteY8" fmla="*/ 2399839 h 2605101"/>
                  <a:gd name="connsiteX9" fmla="*/ 610067 w 883584"/>
                  <a:gd name="connsiteY9" fmla="*/ 1955339 h 2605101"/>
                  <a:gd name="connsiteX10" fmla="*/ 794217 w 883584"/>
                  <a:gd name="connsiteY10" fmla="*/ 1425114 h 2605101"/>
                  <a:gd name="connsiteX11" fmla="*/ 876767 w 883584"/>
                  <a:gd name="connsiteY11" fmla="*/ 1126664 h 2605101"/>
                  <a:gd name="connsiteX12" fmla="*/ 860892 w 883584"/>
                  <a:gd name="connsiteY12" fmla="*/ 1044114 h 2605101"/>
                  <a:gd name="connsiteX13" fmla="*/ 724367 w 883584"/>
                  <a:gd name="connsiteY13" fmla="*/ 929814 h 2605101"/>
                  <a:gd name="connsiteX14" fmla="*/ 644992 w 883584"/>
                  <a:gd name="connsiteY14" fmla="*/ 713914 h 2605101"/>
                  <a:gd name="connsiteX15" fmla="*/ 587842 w 883584"/>
                  <a:gd name="connsiteY15" fmla="*/ 599614 h 2605101"/>
                  <a:gd name="connsiteX16" fmla="*/ 530692 w 883584"/>
                  <a:gd name="connsiteY16" fmla="*/ 34464 h 2605101"/>
                  <a:gd name="connsiteX17" fmla="*/ 829142 w 883584"/>
                  <a:gd name="connsiteY17" fmla="*/ 97964 h 2605101"/>
                  <a:gd name="connsiteX18" fmla="*/ 511642 w 883584"/>
                  <a:gd name="connsiteY18" fmla="*/ 393239 h 2605101"/>
                  <a:gd name="connsiteX19" fmla="*/ 467192 w 883584"/>
                  <a:gd name="connsiteY19" fmla="*/ 571039 h 2605101"/>
                  <a:gd name="connsiteX20" fmla="*/ 517992 w 883584"/>
                  <a:gd name="connsiteY20" fmla="*/ 872664 h 2605101"/>
                  <a:gd name="connsiteX0" fmla="*/ 517992 w 986848"/>
                  <a:gd name="connsiteY0" fmla="*/ 778265 h 2510702"/>
                  <a:gd name="connsiteX1" fmla="*/ 470367 w 986848"/>
                  <a:gd name="connsiteY1" fmla="*/ 943365 h 2510702"/>
                  <a:gd name="connsiteX2" fmla="*/ 479892 w 986848"/>
                  <a:gd name="connsiteY2" fmla="*/ 1229115 h 2510702"/>
                  <a:gd name="connsiteX3" fmla="*/ 390992 w 986848"/>
                  <a:gd name="connsiteY3" fmla="*/ 1730765 h 2510702"/>
                  <a:gd name="connsiteX4" fmla="*/ 146517 w 986848"/>
                  <a:gd name="connsiteY4" fmla="*/ 2000640 h 2510702"/>
                  <a:gd name="connsiteX5" fmla="*/ 467 w 986848"/>
                  <a:gd name="connsiteY5" fmla="*/ 2349890 h 2510702"/>
                  <a:gd name="connsiteX6" fmla="*/ 98892 w 986848"/>
                  <a:gd name="connsiteY6" fmla="*/ 2445140 h 2510702"/>
                  <a:gd name="connsiteX7" fmla="*/ 365592 w 986848"/>
                  <a:gd name="connsiteY7" fmla="*/ 2502289 h 2510702"/>
                  <a:gd name="connsiteX8" fmla="*/ 187792 w 986848"/>
                  <a:gd name="connsiteY8" fmla="*/ 2305440 h 2510702"/>
                  <a:gd name="connsiteX9" fmla="*/ 610067 w 986848"/>
                  <a:gd name="connsiteY9" fmla="*/ 1860940 h 2510702"/>
                  <a:gd name="connsiteX10" fmla="*/ 794217 w 986848"/>
                  <a:gd name="connsiteY10" fmla="*/ 1330715 h 2510702"/>
                  <a:gd name="connsiteX11" fmla="*/ 876767 w 986848"/>
                  <a:gd name="connsiteY11" fmla="*/ 1032265 h 2510702"/>
                  <a:gd name="connsiteX12" fmla="*/ 860892 w 986848"/>
                  <a:gd name="connsiteY12" fmla="*/ 949715 h 2510702"/>
                  <a:gd name="connsiteX13" fmla="*/ 724367 w 986848"/>
                  <a:gd name="connsiteY13" fmla="*/ 835415 h 2510702"/>
                  <a:gd name="connsiteX14" fmla="*/ 644992 w 986848"/>
                  <a:gd name="connsiteY14" fmla="*/ 619515 h 2510702"/>
                  <a:gd name="connsiteX15" fmla="*/ 587842 w 986848"/>
                  <a:gd name="connsiteY15" fmla="*/ 505215 h 2510702"/>
                  <a:gd name="connsiteX16" fmla="*/ 978367 w 986848"/>
                  <a:gd name="connsiteY16" fmla="*/ 159140 h 2510702"/>
                  <a:gd name="connsiteX17" fmla="*/ 829142 w 986848"/>
                  <a:gd name="connsiteY17" fmla="*/ 3565 h 2510702"/>
                  <a:gd name="connsiteX18" fmla="*/ 511642 w 986848"/>
                  <a:gd name="connsiteY18" fmla="*/ 298840 h 2510702"/>
                  <a:gd name="connsiteX19" fmla="*/ 467192 w 986848"/>
                  <a:gd name="connsiteY19" fmla="*/ 476640 h 2510702"/>
                  <a:gd name="connsiteX20" fmla="*/ 517992 w 986848"/>
                  <a:gd name="connsiteY20" fmla="*/ 778265 h 2510702"/>
                  <a:gd name="connsiteX0" fmla="*/ 517992 w 978373"/>
                  <a:gd name="connsiteY0" fmla="*/ 652154 h 2384591"/>
                  <a:gd name="connsiteX1" fmla="*/ 470367 w 978373"/>
                  <a:gd name="connsiteY1" fmla="*/ 817254 h 2384591"/>
                  <a:gd name="connsiteX2" fmla="*/ 479892 w 978373"/>
                  <a:gd name="connsiteY2" fmla="*/ 1103004 h 2384591"/>
                  <a:gd name="connsiteX3" fmla="*/ 390992 w 978373"/>
                  <a:gd name="connsiteY3" fmla="*/ 1604654 h 2384591"/>
                  <a:gd name="connsiteX4" fmla="*/ 146517 w 978373"/>
                  <a:gd name="connsiteY4" fmla="*/ 1874529 h 2384591"/>
                  <a:gd name="connsiteX5" fmla="*/ 467 w 978373"/>
                  <a:gd name="connsiteY5" fmla="*/ 2223779 h 2384591"/>
                  <a:gd name="connsiteX6" fmla="*/ 98892 w 978373"/>
                  <a:gd name="connsiteY6" fmla="*/ 2319029 h 2384591"/>
                  <a:gd name="connsiteX7" fmla="*/ 365592 w 978373"/>
                  <a:gd name="connsiteY7" fmla="*/ 2376178 h 2384591"/>
                  <a:gd name="connsiteX8" fmla="*/ 187792 w 978373"/>
                  <a:gd name="connsiteY8" fmla="*/ 2179329 h 2384591"/>
                  <a:gd name="connsiteX9" fmla="*/ 610067 w 978373"/>
                  <a:gd name="connsiteY9" fmla="*/ 1734829 h 2384591"/>
                  <a:gd name="connsiteX10" fmla="*/ 794217 w 978373"/>
                  <a:gd name="connsiteY10" fmla="*/ 1204604 h 2384591"/>
                  <a:gd name="connsiteX11" fmla="*/ 876767 w 978373"/>
                  <a:gd name="connsiteY11" fmla="*/ 906154 h 2384591"/>
                  <a:gd name="connsiteX12" fmla="*/ 860892 w 978373"/>
                  <a:gd name="connsiteY12" fmla="*/ 823604 h 2384591"/>
                  <a:gd name="connsiteX13" fmla="*/ 724367 w 978373"/>
                  <a:gd name="connsiteY13" fmla="*/ 709304 h 2384591"/>
                  <a:gd name="connsiteX14" fmla="*/ 644992 w 978373"/>
                  <a:gd name="connsiteY14" fmla="*/ 493404 h 2384591"/>
                  <a:gd name="connsiteX15" fmla="*/ 587842 w 978373"/>
                  <a:gd name="connsiteY15" fmla="*/ 379104 h 2384591"/>
                  <a:gd name="connsiteX16" fmla="*/ 978367 w 978373"/>
                  <a:gd name="connsiteY16" fmla="*/ 33029 h 2384591"/>
                  <a:gd name="connsiteX17" fmla="*/ 597367 w 978373"/>
                  <a:gd name="connsiteY17" fmla="*/ 29854 h 2384591"/>
                  <a:gd name="connsiteX18" fmla="*/ 511642 w 978373"/>
                  <a:gd name="connsiteY18" fmla="*/ 172729 h 2384591"/>
                  <a:gd name="connsiteX19" fmla="*/ 467192 w 978373"/>
                  <a:gd name="connsiteY19" fmla="*/ 350529 h 2384591"/>
                  <a:gd name="connsiteX20" fmla="*/ 517992 w 978373"/>
                  <a:gd name="connsiteY20" fmla="*/ 652154 h 2384591"/>
                  <a:gd name="connsiteX0" fmla="*/ 517992 w 883584"/>
                  <a:gd name="connsiteY0" fmla="*/ 950381 h 2682818"/>
                  <a:gd name="connsiteX1" fmla="*/ 470367 w 883584"/>
                  <a:gd name="connsiteY1" fmla="*/ 1115481 h 2682818"/>
                  <a:gd name="connsiteX2" fmla="*/ 479892 w 883584"/>
                  <a:gd name="connsiteY2" fmla="*/ 1401231 h 2682818"/>
                  <a:gd name="connsiteX3" fmla="*/ 390992 w 883584"/>
                  <a:gd name="connsiteY3" fmla="*/ 1902881 h 2682818"/>
                  <a:gd name="connsiteX4" fmla="*/ 146517 w 883584"/>
                  <a:gd name="connsiteY4" fmla="*/ 2172756 h 2682818"/>
                  <a:gd name="connsiteX5" fmla="*/ 467 w 883584"/>
                  <a:gd name="connsiteY5" fmla="*/ 2522006 h 2682818"/>
                  <a:gd name="connsiteX6" fmla="*/ 98892 w 883584"/>
                  <a:gd name="connsiteY6" fmla="*/ 2617256 h 2682818"/>
                  <a:gd name="connsiteX7" fmla="*/ 365592 w 883584"/>
                  <a:gd name="connsiteY7" fmla="*/ 2674405 h 2682818"/>
                  <a:gd name="connsiteX8" fmla="*/ 187792 w 883584"/>
                  <a:gd name="connsiteY8" fmla="*/ 2477556 h 2682818"/>
                  <a:gd name="connsiteX9" fmla="*/ 610067 w 883584"/>
                  <a:gd name="connsiteY9" fmla="*/ 2033056 h 2682818"/>
                  <a:gd name="connsiteX10" fmla="*/ 794217 w 883584"/>
                  <a:gd name="connsiteY10" fmla="*/ 1502831 h 2682818"/>
                  <a:gd name="connsiteX11" fmla="*/ 876767 w 883584"/>
                  <a:gd name="connsiteY11" fmla="*/ 1204381 h 2682818"/>
                  <a:gd name="connsiteX12" fmla="*/ 860892 w 883584"/>
                  <a:gd name="connsiteY12" fmla="*/ 1121831 h 2682818"/>
                  <a:gd name="connsiteX13" fmla="*/ 724367 w 883584"/>
                  <a:gd name="connsiteY13" fmla="*/ 1007531 h 2682818"/>
                  <a:gd name="connsiteX14" fmla="*/ 644992 w 883584"/>
                  <a:gd name="connsiteY14" fmla="*/ 791631 h 2682818"/>
                  <a:gd name="connsiteX15" fmla="*/ 587842 w 883584"/>
                  <a:gd name="connsiteY15" fmla="*/ 677331 h 2682818"/>
                  <a:gd name="connsiteX16" fmla="*/ 587842 w 883584"/>
                  <a:gd name="connsiteY16" fmla="*/ 7406 h 2682818"/>
                  <a:gd name="connsiteX17" fmla="*/ 597367 w 883584"/>
                  <a:gd name="connsiteY17" fmla="*/ 328081 h 2682818"/>
                  <a:gd name="connsiteX18" fmla="*/ 511642 w 883584"/>
                  <a:gd name="connsiteY18" fmla="*/ 470956 h 2682818"/>
                  <a:gd name="connsiteX19" fmla="*/ 467192 w 883584"/>
                  <a:gd name="connsiteY19" fmla="*/ 648756 h 2682818"/>
                  <a:gd name="connsiteX20" fmla="*/ 517992 w 883584"/>
                  <a:gd name="connsiteY20" fmla="*/ 950381 h 2682818"/>
                  <a:gd name="connsiteX0" fmla="*/ 517992 w 883584"/>
                  <a:gd name="connsiteY0" fmla="*/ 949937 h 2682374"/>
                  <a:gd name="connsiteX1" fmla="*/ 470367 w 883584"/>
                  <a:gd name="connsiteY1" fmla="*/ 1115037 h 2682374"/>
                  <a:gd name="connsiteX2" fmla="*/ 479892 w 883584"/>
                  <a:gd name="connsiteY2" fmla="*/ 1400787 h 2682374"/>
                  <a:gd name="connsiteX3" fmla="*/ 390992 w 883584"/>
                  <a:gd name="connsiteY3" fmla="*/ 1902437 h 2682374"/>
                  <a:gd name="connsiteX4" fmla="*/ 146517 w 883584"/>
                  <a:gd name="connsiteY4" fmla="*/ 2172312 h 2682374"/>
                  <a:gd name="connsiteX5" fmla="*/ 467 w 883584"/>
                  <a:gd name="connsiteY5" fmla="*/ 2521562 h 2682374"/>
                  <a:gd name="connsiteX6" fmla="*/ 98892 w 883584"/>
                  <a:gd name="connsiteY6" fmla="*/ 2616812 h 2682374"/>
                  <a:gd name="connsiteX7" fmla="*/ 365592 w 883584"/>
                  <a:gd name="connsiteY7" fmla="*/ 2673961 h 2682374"/>
                  <a:gd name="connsiteX8" fmla="*/ 187792 w 883584"/>
                  <a:gd name="connsiteY8" fmla="*/ 2477112 h 2682374"/>
                  <a:gd name="connsiteX9" fmla="*/ 610067 w 883584"/>
                  <a:gd name="connsiteY9" fmla="*/ 2032612 h 2682374"/>
                  <a:gd name="connsiteX10" fmla="*/ 794217 w 883584"/>
                  <a:gd name="connsiteY10" fmla="*/ 1502387 h 2682374"/>
                  <a:gd name="connsiteX11" fmla="*/ 876767 w 883584"/>
                  <a:gd name="connsiteY11" fmla="*/ 1203937 h 2682374"/>
                  <a:gd name="connsiteX12" fmla="*/ 860892 w 883584"/>
                  <a:gd name="connsiteY12" fmla="*/ 1121387 h 2682374"/>
                  <a:gd name="connsiteX13" fmla="*/ 724367 w 883584"/>
                  <a:gd name="connsiteY13" fmla="*/ 1007087 h 2682374"/>
                  <a:gd name="connsiteX14" fmla="*/ 644992 w 883584"/>
                  <a:gd name="connsiteY14" fmla="*/ 791187 h 2682374"/>
                  <a:gd name="connsiteX15" fmla="*/ 587842 w 883584"/>
                  <a:gd name="connsiteY15" fmla="*/ 676887 h 2682374"/>
                  <a:gd name="connsiteX16" fmla="*/ 587842 w 883584"/>
                  <a:gd name="connsiteY16" fmla="*/ 6962 h 2682374"/>
                  <a:gd name="connsiteX17" fmla="*/ 597367 w 883584"/>
                  <a:gd name="connsiteY17" fmla="*/ 327637 h 2682374"/>
                  <a:gd name="connsiteX18" fmla="*/ 603719 w 883584"/>
                  <a:gd name="connsiteY18" fmla="*/ 333989 h 2682374"/>
                  <a:gd name="connsiteX19" fmla="*/ 511642 w 883584"/>
                  <a:gd name="connsiteY19" fmla="*/ 470512 h 2682374"/>
                  <a:gd name="connsiteX20" fmla="*/ 467192 w 883584"/>
                  <a:gd name="connsiteY20" fmla="*/ 648312 h 2682374"/>
                  <a:gd name="connsiteX21" fmla="*/ 517992 w 883584"/>
                  <a:gd name="connsiteY21" fmla="*/ 949937 h 2682374"/>
                  <a:gd name="connsiteX0" fmla="*/ 517992 w 883584"/>
                  <a:gd name="connsiteY0" fmla="*/ 949937 h 2682374"/>
                  <a:gd name="connsiteX1" fmla="*/ 470367 w 883584"/>
                  <a:gd name="connsiteY1" fmla="*/ 1115037 h 2682374"/>
                  <a:gd name="connsiteX2" fmla="*/ 479892 w 883584"/>
                  <a:gd name="connsiteY2" fmla="*/ 1400787 h 2682374"/>
                  <a:gd name="connsiteX3" fmla="*/ 390992 w 883584"/>
                  <a:gd name="connsiteY3" fmla="*/ 1902437 h 2682374"/>
                  <a:gd name="connsiteX4" fmla="*/ 146517 w 883584"/>
                  <a:gd name="connsiteY4" fmla="*/ 2172312 h 2682374"/>
                  <a:gd name="connsiteX5" fmla="*/ 467 w 883584"/>
                  <a:gd name="connsiteY5" fmla="*/ 2521562 h 2682374"/>
                  <a:gd name="connsiteX6" fmla="*/ 98892 w 883584"/>
                  <a:gd name="connsiteY6" fmla="*/ 2616812 h 2682374"/>
                  <a:gd name="connsiteX7" fmla="*/ 365592 w 883584"/>
                  <a:gd name="connsiteY7" fmla="*/ 2673961 h 2682374"/>
                  <a:gd name="connsiteX8" fmla="*/ 187792 w 883584"/>
                  <a:gd name="connsiteY8" fmla="*/ 2477112 h 2682374"/>
                  <a:gd name="connsiteX9" fmla="*/ 610067 w 883584"/>
                  <a:gd name="connsiteY9" fmla="*/ 2032612 h 2682374"/>
                  <a:gd name="connsiteX10" fmla="*/ 794217 w 883584"/>
                  <a:gd name="connsiteY10" fmla="*/ 1502387 h 2682374"/>
                  <a:gd name="connsiteX11" fmla="*/ 876767 w 883584"/>
                  <a:gd name="connsiteY11" fmla="*/ 1203937 h 2682374"/>
                  <a:gd name="connsiteX12" fmla="*/ 860892 w 883584"/>
                  <a:gd name="connsiteY12" fmla="*/ 1121387 h 2682374"/>
                  <a:gd name="connsiteX13" fmla="*/ 724367 w 883584"/>
                  <a:gd name="connsiteY13" fmla="*/ 1007087 h 2682374"/>
                  <a:gd name="connsiteX14" fmla="*/ 644992 w 883584"/>
                  <a:gd name="connsiteY14" fmla="*/ 791187 h 2682374"/>
                  <a:gd name="connsiteX15" fmla="*/ 587842 w 883584"/>
                  <a:gd name="connsiteY15" fmla="*/ 676887 h 2682374"/>
                  <a:gd name="connsiteX16" fmla="*/ 587842 w 883584"/>
                  <a:gd name="connsiteY16" fmla="*/ 6962 h 2682374"/>
                  <a:gd name="connsiteX17" fmla="*/ 597367 w 883584"/>
                  <a:gd name="connsiteY17" fmla="*/ 327637 h 2682374"/>
                  <a:gd name="connsiteX18" fmla="*/ 603719 w 883584"/>
                  <a:gd name="connsiteY18" fmla="*/ 333989 h 2682374"/>
                  <a:gd name="connsiteX19" fmla="*/ 600544 w 883584"/>
                  <a:gd name="connsiteY19" fmla="*/ 340339 h 2682374"/>
                  <a:gd name="connsiteX20" fmla="*/ 511642 w 883584"/>
                  <a:gd name="connsiteY20" fmla="*/ 470512 h 2682374"/>
                  <a:gd name="connsiteX21" fmla="*/ 467192 w 883584"/>
                  <a:gd name="connsiteY21" fmla="*/ 648312 h 2682374"/>
                  <a:gd name="connsiteX22" fmla="*/ 517992 w 883584"/>
                  <a:gd name="connsiteY22" fmla="*/ 949937 h 2682374"/>
                  <a:gd name="connsiteX0" fmla="*/ 517992 w 883584"/>
                  <a:gd name="connsiteY0" fmla="*/ 963028 h 2695465"/>
                  <a:gd name="connsiteX1" fmla="*/ 470367 w 883584"/>
                  <a:gd name="connsiteY1" fmla="*/ 1128128 h 2695465"/>
                  <a:gd name="connsiteX2" fmla="*/ 479892 w 883584"/>
                  <a:gd name="connsiteY2" fmla="*/ 1413878 h 2695465"/>
                  <a:gd name="connsiteX3" fmla="*/ 390992 w 883584"/>
                  <a:gd name="connsiteY3" fmla="*/ 1915528 h 2695465"/>
                  <a:gd name="connsiteX4" fmla="*/ 146517 w 883584"/>
                  <a:gd name="connsiteY4" fmla="*/ 2185403 h 2695465"/>
                  <a:gd name="connsiteX5" fmla="*/ 467 w 883584"/>
                  <a:gd name="connsiteY5" fmla="*/ 2534653 h 2695465"/>
                  <a:gd name="connsiteX6" fmla="*/ 98892 w 883584"/>
                  <a:gd name="connsiteY6" fmla="*/ 2629903 h 2695465"/>
                  <a:gd name="connsiteX7" fmla="*/ 365592 w 883584"/>
                  <a:gd name="connsiteY7" fmla="*/ 2687052 h 2695465"/>
                  <a:gd name="connsiteX8" fmla="*/ 187792 w 883584"/>
                  <a:gd name="connsiteY8" fmla="*/ 2490203 h 2695465"/>
                  <a:gd name="connsiteX9" fmla="*/ 610067 w 883584"/>
                  <a:gd name="connsiteY9" fmla="*/ 2045703 h 2695465"/>
                  <a:gd name="connsiteX10" fmla="*/ 794217 w 883584"/>
                  <a:gd name="connsiteY10" fmla="*/ 1515478 h 2695465"/>
                  <a:gd name="connsiteX11" fmla="*/ 876767 w 883584"/>
                  <a:gd name="connsiteY11" fmla="*/ 1217028 h 2695465"/>
                  <a:gd name="connsiteX12" fmla="*/ 860892 w 883584"/>
                  <a:gd name="connsiteY12" fmla="*/ 1134478 h 2695465"/>
                  <a:gd name="connsiteX13" fmla="*/ 724367 w 883584"/>
                  <a:gd name="connsiteY13" fmla="*/ 1020178 h 2695465"/>
                  <a:gd name="connsiteX14" fmla="*/ 644992 w 883584"/>
                  <a:gd name="connsiteY14" fmla="*/ 804278 h 2695465"/>
                  <a:gd name="connsiteX15" fmla="*/ 587842 w 883584"/>
                  <a:gd name="connsiteY15" fmla="*/ 689978 h 2695465"/>
                  <a:gd name="connsiteX16" fmla="*/ 587842 w 883584"/>
                  <a:gd name="connsiteY16" fmla="*/ 20053 h 2695465"/>
                  <a:gd name="connsiteX17" fmla="*/ 597367 w 883584"/>
                  <a:gd name="connsiteY17" fmla="*/ 340728 h 2695465"/>
                  <a:gd name="connsiteX18" fmla="*/ 603719 w 883584"/>
                  <a:gd name="connsiteY18" fmla="*/ 347080 h 2695465"/>
                  <a:gd name="connsiteX19" fmla="*/ 762469 w 883584"/>
                  <a:gd name="connsiteY19" fmla="*/ 1005 h 2695465"/>
                  <a:gd name="connsiteX20" fmla="*/ 511642 w 883584"/>
                  <a:gd name="connsiteY20" fmla="*/ 483603 h 2695465"/>
                  <a:gd name="connsiteX21" fmla="*/ 467192 w 883584"/>
                  <a:gd name="connsiteY21" fmla="*/ 661403 h 2695465"/>
                  <a:gd name="connsiteX22" fmla="*/ 517992 w 883584"/>
                  <a:gd name="connsiteY22" fmla="*/ 963028 h 2695465"/>
                  <a:gd name="connsiteX0" fmla="*/ 517992 w 927570"/>
                  <a:gd name="connsiteY0" fmla="*/ 962974 h 2695411"/>
                  <a:gd name="connsiteX1" fmla="*/ 470367 w 927570"/>
                  <a:gd name="connsiteY1" fmla="*/ 1128074 h 2695411"/>
                  <a:gd name="connsiteX2" fmla="*/ 479892 w 927570"/>
                  <a:gd name="connsiteY2" fmla="*/ 1413824 h 2695411"/>
                  <a:gd name="connsiteX3" fmla="*/ 390992 w 927570"/>
                  <a:gd name="connsiteY3" fmla="*/ 1915474 h 2695411"/>
                  <a:gd name="connsiteX4" fmla="*/ 146517 w 927570"/>
                  <a:gd name="connsiteY4" fmla="*/ 2185349 h 2695411"/>
                  <a:gd name="connsiteX5" fmla="*/ 467 w 927570"/>
                  <a:gd name="connsiteY5" fmla="*/ 2534599 h 2695411"/>
                  <a:gd name="connsiteX6" fmla="*/ 98892 w 927570"/>
                  <a:gd name="connsiteY6" fmla="*/ 2629849 h 2695411"/>
                  <a:gd name="connsiteX7" fmla="*/ 365592 w 927570"/>
                  <a:gd name="connsiteY7" fmla="*/ 2686998 h 2695411"/>
                  <a:gd name="connsiteX8" fmla="*/ 187792 w 927570"/>
                  <a:gd name="connsiteY8" fmla="*/ 2490149 h 2695411"/>
                  <a:gd name="connsiteX9" fmla="*/ 610067 w 927570"/>
                  <a:gd name="connsiteY9" fmla="*/ 2045649 h 2695411"/>
                  <a:gd name="connsiteX10" fmla="*/ 794217 w 927570"/>
                  <a:gd name="connsiteY10" fmla="*/ 1515424 h 2695411"/>
                  <a:gd name="connsiteX11" fmla="*/ 876767 w 927570"/>
                  <a:gd name="connsiteY11" fmla="*/ 1216974 h 2695411"/>
                  <a:gd name="connsiteX12" fmla="*/ 860892 w 927570"/>
                  <a:gd name="connsiteY12" fmla="*/ 1134424 h 2695411"/>
                  <a:gd name="connsiteX13" fmla="*/ 724367 w 927570"/>
                  <a:gd name="connsiteY13" fmla="*/ 1020124 h 2695411"/>
                  <a:gd name="connsiteX14" fmla="*/ 644992 w 927570"/>
                  <a:gd name="connsiteY14" fmla="*/ 804224 h 2695411"/>
                  <a:gd name="connsiteX15" fmla="*/ 587842 w 927570"/>
                  <a:gd name="connsiteY15" fmla="*/ 689924 h 2695411"/>
                  <a:gd name="connsiteX16" fmla="*/ 587842 w 927570"/>
                  <a:gd name="connsiteY16" fmla="*/ 19999 h 2695411"/>
                  <a:gd name="connsiteX17" fmla="*/ 597367 w 927570"/>
                  <a:gd name="connsiteY17" fmla="*/ 340674 h 2695411"/>
                  <a:gd name="connsiteX18" fmla="*/ 927569 w 927570"/>
                  <a:gd name="connsiteY18" fmla="*/ 369251 h 2695411"/>
                  <a:gd name="connsiteX19" fmla="*/ 762469 w 927570"/>
                  <a:gd name="connsiteY19" fmla="*/ 951 h 2695411"/>
                  <a:gd name="connsiteX20" fmla="*/ 511642 w 927570"/>
                  <a:gd name="connsiteY20" fmla="*/ 483549 h 2695411"/>
                  <a:gd name="connsiteX21" fmla="*/ 467192 w 927570"/>
                  <a:gd name="connsiteY21" fmla="*/ 661349 h 2695411"/>
                  <a:gd name="connsiteX22" fmla="*/ 517992 w 927570"/>
                  <a:gd name="connsiteY22" fmla="*/ 962974 h 2695411"/>
                  <a:gd name="connsiteX0" fmla="*/ 517992 w 927872"/>
                  <a:gd name="connsiteY0" fmla="*/ 962974 h 2695411"/>
                  <a:gd name="connsiteX1" fmla="*/ 470367 w 927872"/>
                  <a:gd name="connsiteY1" fmla="*/ 1128074 h 2695411"/>
                  <a:gd name="connsiteX2" fmla="*/ 479892 w 927872"/>
                  <a:gd name="connsiteY2" fmla="*/ 1413824 h 2695411"/>
                  <a:gd name="connsiteX3" fmla="*/ 390992 w 927872"/>
                  <a:gd name="connsiteY3" fmla="*/ 1915474 h 2695411"/>
                  <a:gd name="connsiteX4" fmla="*/ 146517 w 927872"/>
                  <a:gd name="connsiteY4" fmla="*/ 2185349 h 2695411"/>
                  <a:gd name="connsiteX5" fmla="*/ 467 w 927872"/>
                  <a:gd name="connsiteY5" fmla="*/ 2534599 h 2695411"/>
                  <a:gd name="connsiteX6" fmla="*/ 98892 w 927872"/>
                  <a:gd name="connsiteY6" fmla="*/ 2629849 h 2695411"/>
                  <a:gd name="connsiteX7" fmla="*/ 365592 w 927872"/>
                  <a:gd name="connsiteY7" fmla="*/ 2686998 h 2695411"/>
                  <a:gd name="connsiteX8" fmla="*/ 187792 w 927872"/>
                  <a:gd name="connsiteY8" fmla="*/ 2490149 h 2695411"/>
                  <a:gd name="connsiteX9" fmla="*/ 610067 w 927872"/>
                  <a:gd name="connsiteY9" fmla="*/ 2045649 h 2695411"/>
                  <a:gd name="connsiteX10" fmla="*/ 794217 w 927872"/>
                  <a:gd name="connsiteY10" fmla="*/ 1515424 h 2695411"/>
                  <a:gd name="connsiteX11" fmla="*/ 876767 w 927872"/>
                  <a:gd name="connsiteY11" fmla="*/ 1216974 h 2695411"/>
                  <a:gd name="connsiteX12" fmla="*/ 860892 w 927872"/>
                  <a:gd name="connsiteY12" fmla="*/ 1134424 h 2695411"/>
                  <a:gd name="connsiteX13" fmla="*/ 724367 w 927872"/>
                  <a:gd name="connsiteY13" fmla="*/ 1020124 h 2695411"/>
                  <a:gd name="connsiteX14" fmla="*/ 644992 w 927872"/>
                  <a:gd name="connsiteY14" fmla="*/ 804224 h 2695411"/>
                  <a:gd name="connsiteX15" fmla="*/ 587842 w 927872"/>
                  <a:gd name="connsiteY15" fmla="*/ 689924 h 2695411"/>
                  <a:gd name="connsiteX16" fmla="*/ 587842 w 927872"/>
                  <a:gd name="connsiteY16" fmla="*/ 19999 h 2695411"/>
                  <a:gd name="connsiteX17" fmla="*/ 879942 w 927872"/>
                  <a:gd name="connsiteY17" fmla="*/ 562924 h 2695411"/>
                  <a:gd name="connsiteX18" fmla="*/ 927569 w 927872"/>
                  <a:gd name="connsiteY18" fmla="*/ 369251 h 2695411"/>
                  <a:gd name="connsiteX19" fmla="*/ 762469 w 927872"/>
                  <a:gd name="connsiteY19" fmla="*/ 951 h 2695411"/>
                  <a:gd name="connsiteX20" fmla="*/ 511642 w 927872"/>
                  <a:gd name="connsiteY20" fmla="*/ 483549 h 2695411"/>
                  <a:gd name="connsiteX21" fmla="*/ 467192 w 927872"/>
                  <a:gd name="connsiteY21" fmla="*/ 661349 h 2695411"/>
                  <a:gd name="connsiteX22" fmla="*/ 517992 w 927872"/>
                  <a:gd name="connsiteY22" fmla="*/ 962974 h 2695411"/>
                  <a:gd name="connsiteX0" fmla="*/ 517992 w 927570"/>
                  <a:gd name="connsiteY0" fmla="*/ 962974 h 2695411"/>
                  <a:gd name="connsiteX1" fmla="*/ 470367 w 927570"/>
                  <a:gd name="connsiteY1" fmla="*/ 1128074 h 2695411"/>
                  <a:gd name="connsiteX2" fmla="*/ 479892 w 927570"/>
                  <a:gd name="connsiteY2" fmla="*/ 1413824 h 2695411"/>
                  <a:gd name="connsiteX3" fmla="*/ 390992 w 927570"/>
                  <a:gd name="connsiteY3" fmla="*/ 1915474 h 2695411"/>
                  <a:gd name="connsiteX4" fmla="*/ 146517 w 927570"/>
                  <a:gd name="connsiteY4" fmla="*/ 2185349 h 2695411"/>
                  <a:gd name="connsiteX5" fmla="*/ 467 w 927570"/>
                  <a:gd name="connsiteY5" fmla="*/ 2534599 h 2695411"/>
                  <a:gd name="connsiteX6" fmla="*/ 98892 w 927570"/>
                  <a:gd name="connsiteY6" fmla="*/ 2629849 h 2695411"/>
                  <a:gd name="connsiteX7" fmla="*/ 365592 w 927570"/>
                  <a:gd name="connsiteY7" fmla="*/ 2686998 h 2695411"/>
                  <a:gd name="connsiteX8" fmla="*/ 187792 w 927570"/>
                  <a:gd name="connsiteY8" fmla="*/ 2490149 h 2695411"/>
                  <a:gd name="connsiteX9" fmla="*/ 610067 w 927570"/>
                  <a:gd name="connsiteY9" fmla="*/ 2045649 h 2695411"/>
                  <a:gd name="connsiteX10" fmla="*/ 794217 w 927570"/>
                  <a:gd name="connsiteY10" fmla="*/ 1515424 h 2695411"/>
                  <a:gd name="connsiteX11" fmla="*/ 876767 w 927570"/>
                  <a:gd name="connsiteY11" fmla="*/ 1216974 h 2695411"/>
                  <a:gd name="connsiteX12" fmla="*/ 860892 w 927570"/>
                  <a:gd name="connsiteY12" fmla="*/ 1134424 h 2695411"/>
                  <a:gd name="connsiteX13" fmla="*/ 724367 w 927570"/>
                  <a:gd name="connsiteY13" fmla="*/ 1020124 h 2695411"/>
                  <a:gd name="connsiteX14" fmla="*/ 644992 w 927570"/>
                  <a:gd name="connsiteY14" fmla="*/ 804224 h 2695411"/>
                  <a:gd name="connsiteX15" fmla="*/ 587842 w 927570"/>
                  <a:gd name="connsiteY15" fmla="*/ 689924 h 2695411"/>
                  <a:gd name="connsiteX16" fmla="*/ 898992 w 927570"/>
                  <a:gd name="connsiteY16" fmla="*/ 785174 h 2695411"/>
                  <a:gd name="connsiteX17" fmla="*/ 879942 w 927570"/>
                  <a:gd name="connsiteY17" fmla="*/ 562924 h 2695411"/>
                  <a:gd name="connsiteX18" fmla="*/ 927569 w 927570"/>
                  <a:gd name="connsiteY18" fmla="*/ 369251 h 2695411"/>
                  <a:gd name="connsiteX19" fmla="*/ 762469 w 927570"/>
                  <a:gd name="connsiteY19" fmla="*/ 951 h 2695411"/>
                  <a:gd name="connsiteX20" fmla="*/ 511642 w 927570"/>
                  <a:gd name="connsiteY20" fmla="*/ 483549 h 2695411"/>
                  <a:gd name="connsiteX21" fmla="*/ 467192 w 927570"/>
                  <a:gd name="connsiteY21" fmla="*/ 661349 h 2695411"/>
                  <a:gd name="connsiteX22" fmla="*/ 517992 w 927570"/>
                  <a:gd name="connsiteY22" fmla="*/ 962974 h 2695411"/>
                  <a:gd name="connsiteX0" fmla="*/ 517992 w 927569"/>
                  <a:gd name="connsiteY0" fmla="*/ 622174 h 2354611"/>
                  <a:gd name="connsiteX1" fmla="*/ 470367 w 927569"/>
                  <a:gd name="connsiteY1" fmla="*/ 787274 h 2354611"/>
                  <a:gd name="connsiteX2" fmla="*/ 479892 w 927569"/>
                  <a:gd name="connsiteY2" fmla="*/ 1073024 h 2354611"/>
                  <a:gd name="connsiteX3" fmla="*/ 390992 w 927569"/>
                  <a:gd name="connsiteY3" fmla="*/ 1574674 h 2354611"/>
                  <a:gd name="connsiteX4" fmla="*/ 146517 w 927569"/>
                  <a:gd name="connsiteY4" fmla="*/ 1844549 h 2354611"/>
                  <a:gd name="connsiteX5" fmla="*/ 467 w 927569"/>
                  <a:gd name="connsiteY5" fmla="*/ 2193799 h 2354611"/>
                  <a:gd name="connsiteX6" fmla="*/ 98892 w 927569"/>
                  <a:gd name="connsiteY6" fmla="*/ 2289049 h 2354611"/>
                  <a:gd name="connsiteX7" fmla="*/ 365592 w 927569"/>
                  <a:gd name="connsiteY7" fmla="*/ 2346198 h 2354611"/>
                  <a:gd name="connsiteX8" fmla="*/ 187792 w 927569"/>
                  <a:gd name="connsiteY8" fmla="*/ 2149349 h 2354611"/>
                  <a:gd name="connsiteX9" fmla="*/ 610067 w 927569"/>
                  <a:gd name="connsiteY9" fmla="*/ 1704849 h 2354611"/>
                  <a:gd name="connsiteX10" fmla="*/ 794217 w 927569"/>
                  <a:gd name="connsiteY10" fmla="*/ 1174624 h 2354611"/>
                  <a:gd name="connsiteX11" fmla="*/ 876767 w 927569"/>
                  <a:gd name="connsiteY11" fmla="*/ 876174 h 2354611"/>
                  <a:gd name="connsiteX12" fmla="*/ 860892 w 927569"/>
                  <a:gd name="connsiteY12" fmla="*/ 793624 h 2354611"/>
                  <a:gd name="connsiteX13" fmla="*/ 724367 w 927569"/>
                  <a:gd name="connsiteY13" fmla="*/ 679324 h 2354611"/>
                  <a:gd name="connsiteX14" fmla="*/ 644992 w 927569"/>
                  <a:gd name="connsiteY14" fmla="*/ 463424 h 2354611"/>
                  <a:gd name="connsiteX15" fmla="*/ 587842 w 927569"/>
                  <a:gd name="connsiteY15" fmla="*/ 349124 h 2354611"/>
                  <a:gd name="connsiteX16" fmla="*/ 898992 w 927569"/>
                  <a:gd name="connsiteY16" fmla="*/ 444374 h 2354611"/>
                  <a:gd name="connsiteX17" fmla="*/ 879942 w 927569"/>
                  <a:gd name="connsiteY17" fmla="*/ 222124 h 2354611"/>
                  <a:gd name="connsiteX18" fmla="*/ 927569 w 927569"/>
                  <a:gd name="connsiteY18" fmla="*/ 28451 h 2354611"/>
                  <a:gd name="connsiteX19" fmla="*/ 613244 w 927569"/>
                  <a:gd name="connsiteY19" fmla="*/ 6226 h 2354611"/>
                  <a:gd name="connsiteX20" fmla="*/ 511642 w 927569"/>
                  <a:gd name="connsiteY20" fmla="*/ 142749 h 2354611"/>
                  <a:gd name="connsiteX21" fmla="*/ 467192 w 927569"/>
                  <a:gd name="connsiteY21" fmla="*/ 320549 h 2354611"/>
                  <a:gd name="connsiteX22" fmla="*/ 517992 w 927569"/>
                  <a:gd name="connsiteY22" fmla="*/ 622174 h 2354611"/>
                  <a:gd name="connsiteX0" fmla="*/ 517992 w 931813"/>
                  <a:gd name="connsiteY0" fmla="*/ 873132 h 2605569"/>
                  <a:gd name="connsiteX1" fmla="*/ 470367 w 931813"/>
                  <a:gd name="connsiteY1" fmla="*/ 1038232 h 2605569"/>
                  <a:gd name="connsiteX2" fmla="*/ 479892 w 931813"/>
                  <a:gd name="connsiteY2" fmla="*/ 1323982 h 2605569"/>
                  <a:gd name="connsiteX3" fmla="*/ 390992 w 931813"/>
                  <a:gd name="connsiteY3" fmla="*/ 1825632 h 2605569"/>
                  <a:gd name="connsiteX4" fmla="*/ 146517 w 931813"/>
                  <a:gd name="connsiteY4" fmla="*/ 2095507 h 2605569"/>
                  <a:gd name="connsiteX5" fmla="*/ 467 w 931813"/>
                  <a:gd name="connsiteY5" fmla="*/ 2444757 h 2605569"/>
                  <a:gd name="connsiteX6" fmla="*/ 98892 w 931813"/>
                  <a:gd name="connsiteY6" fmla="*/ 2540007 h 2605569"/>
                  <a:gd name="connsiteX7" fmla="*/ 365592 w 931813"/>
                  <a:gd name="connsiteY7" fmla="*/ 2597156 h 2605569"/>
                  <a:gd name="connsiteX8" fmla="*/ 187792 w 931813"/>
                  <a:gd name="connsiteY8" fmla="*/ 2400307 h 2605569"/>
                  <a:gd name="connsiteX9" fmla="*/ 610067 w 931813"/>
                  <a:gd name="connsiteY9" fmla="*/ 1955807 h 2605569"/>
                  <a:gd name="connsiteX10" fmla="*/ 794217 w 931813"/>
                  <a:gd name="connsiteY10" fmla="*/ 1425582 h 2605569"/>
                  <a:gd name="connsiteX11" fmla="*/ 876767 w 931813"/>
                  <a:gd name="connsiteY11" fmla="*/ 1127132 h 2605569"/>
                  <a:gd name="connsiteX12" fmla="*/ 860892 w 931813"/>
                  <a:gd name="connsiteY12" fmla="*/ 1044582 h 2605569"/>
                  <a:gd name="connsiteX13" fmla="*/ 724367 w 931813"/>
                  <a:gd name="connsiteY13" fmla="*/ 930282 h 2605569"/>
                  <a:gd name="connsiteX14" fmla="*/ 644992 w 931813"/>
                  <a:gd name="connsiteY14" fmla="*/ 714382 h 2605569"/>
                  <a:gd name="connsiteX15" fmla="*/ 587842 w 931813"/>
                  <a:gd name="connsiteY15" fmla="*/ 600082 h 2605569"/>
                  <a:gd name="connsiteX16" fmla="*/ 898992 w 931813"/>
                  <a:gd name="connsiteY16" fmla="*/ 695332 h 2605569"/>
                  <a:gd name="connsiteX17" fmla="*/ 879942 w 931813"/>
                  <a:gd name="connsiteY17" fmla="*/ 473082 h 2605569"/>
                  <a:gd name="connsiteX18" fmla="*/ 521169 w 931813"/>
                  <a:gd name="connsiteY18" fmla="*/ 9 h 2605569"/>
                  <a:gd name="connsiteX19" fmla="*/ 613244 w 931813"/>
                  <a:gd name="connsiteY19" fmla="*/ 257184 h 2605569"/>
                  <a:gd name="connsiteX20" fmla="*/ 511642 w 931813"/>
                  <a:gd name="connsiteY20" fmla="*/ 393707 h 2605569"/>
                  <a:gd name="connsiteX21" fmla="*/ 467192 w 931813"/>
                  <a:gd name="connsiteY21" fmla="*/ 571507 h 2605569"/>
                  <a:gd name="connsiteX22" fmla="*/ 517992 w 931813"/>
                  <a:gd name="connsiteY22" fmla="*/ 873132 h 2605569"/>
                  <a:gd name="connsiteX0" fmla="*/ 517992 w 901118"/>
                  <a:gd name="connsiteY0" fmla="*/ 1028787 h 2761224"/>
                  <a:gd name="connsiteX1" fmla="*/ 470367 w 901118"/>
                  <a:gd name="connsiteY1" fmla="*/ 1193887 h 2761224"/>
                  <a:gd name="connsiteX2" fmla="*/ 479892 w 901118"/>
                  <a:gd name="connsiteY2" fmla="*/ 1479637 h 2761224"/>
                  <a:gd name="connsiteX3" fmla="*/ 390992 w 901118"/>
                  <a:gd name="connsiteY3" fmla="*/ 1981287 h 2761224"/>
                  <a:gd name="connsiteX4" fmla="*/ 146517 w 901118"/>
                  <a:gd name="connsiteY4" fmla="*/ 2251162 h 2761224"/>
                  <a:gd name="connsiteX5" fmla="*/ 467 w 901118"/>
                  <a:gd name="connsiteY5" fmla="*/ 2600412 h 2761224"/>
                  <a:gd name="connsiteX6" fmla="*/ 98892 w 901118"/>
                  <a:gd name="connsiteY6" fmla="*/ 2695662 h 2761224"/>
                  <a:gd name="connsiteX7" fmla="*/ 365592 w 901118"/>
                  <a:gd name="connsiteY7" fmla="*/ 2752811 h 2761224"/>
                  <a:gd name="connsiteX8" fmla="*/ 187792 w 901118"/>
                  <a:gd name="connsiteY8" fmla="*/ 2555962 h 2761224"/>
                  <a:gd name="connsiteX9" fmla="*/ 610067 w 901118"/>
                  <a:gd name="connsiteY9" fmla="*/ 2111462 h 2761224"/>
                  <a:gd name="connsiteX10" fmla="*/ 794217 w 901118"/>
                  <a:gd name="connsiteY10" fmla="*/ 1581237 h 2761224"/>
                  <a:gd name="connsiteX11" fmla="*/ 876767 w 901118"/>
                  <a:gd name="connsiteY11" fmla="*/ 1282787 h 2761224"/>
                  <a:gd name="connsiteX12" fmla="*/ 860892 w 901118"/>
                  <a:gd name="connsiteY12" fmla="*/ 1200237 h 2761224"/>
                  <a:gd name="connsiteX13" fmla="*/ 724367 w 901118"/>
                  <a:gd name="connsiteY13" fmla="*/ 1085937 h 2761224"/>
                  <a:gd name="connsiteX14" fmla="*/ 644992 w 901118"/>
                  <a:gd name="connsiteY14" fmla="*/ 870037 h 2761224"/>
                  <a:gd name="connsiteX15" fmla="*/ 587842 w 901118"/>
                  <a:gd name="connsiteY15" fmla="*/ 755737 h 2761224"/>
                  <a:gd name="connsiteX16" fmla="*/ 898992 w 901118"/>
                  <a:gd name="connsiteY16" fmla="*/ 850987 h 2761224"/>
                  <a:gd name="connsiteX17" fmla="*/ 714842 w 901118"/>
                  <a:gd name="connsiteY17" fmla="*/ 31837 h 2761224"/>
                  <a:gd name="connsiteX18" fmla="*/ 521169 w 901118"/>
                  <a:gd name="connsiteY18" fmla="*/ 155664 h 2761224"/>
                  <a:gd name="connsiteX19" fmla="*/ 613244 w 901118"/>
                  <a:gd name="connsiteY19" fmla="*/ 412839 h 2761224"/>
                  <a:gd name="connsiteX20" fmla="*/ 511642 w 901118"/>
                  <a:gd name="connsiteY20" fmla="*/ 549362 h 2761224"/>
                  <a:gd name="connsiteX21" fmla="*/ 467192 w 901118"/>
                  <a:gd name="connsiteY21" fmla="*/ 727162 h 2761224"/>
                  <a:gd name="connsiteX22" fmla="*/ 517992 w 901118"/>
                  <a:gd name="connsiteY22" fmla="*/ 1028787 h 2761224"/>
                  <a:gd name="connsiteX0" fmla="*/ 517992 w 913695"/>
                  <a:gd name="connsiteY0" fmla="*/ 1008702 h 2741139"/>
                  <a:gd name="connsiteX1" fmla="*/ 470367 w 913695"/>
                  <a:gd name="connsiteY1" fmla="*/ 1173802 h 2741139"/>
                  <a:gd name="connsiteX2" fmla="*/ 479892 w 913695"/>
                  <a:gd name="connsiteY2" fmla="*/ 1459552 h 2741139"/>
                  <a:gd name="connsiteX3" fmla="*/ 390992 w 913695"/>
                  <a:gd name="connsiteY3" fmla="*/ 1961202 h 2741139"/>
                  <a:gd name="connsiteX4" fmla="*/ 146517 w 913695"/>
                  <a:gd name="connsiteY4" fmla="*/ 2231077 h 2741139"/>
                  <a:gd name="connsiteX5" fmla="*/ 467 w 913695"/>
                  <a:gd name="connsiteY5" fmla="*/ 2580327 h 2741139"/>
                  <a:gd name="connsiteX6" fmla="*/ 98892 w 913695"/>
                  <a:gd name="connsiteY6" fmla="*/ 2675577 h 2741139"/>
                  <a:gd name="connsiteX7" fmla="*/ 365592 w 913695"/>
                  <a:gd name="connsiteY7" fmla="*/ 2732726 h 2741139"/>
                  <a:gd name="connsiteX8" fmla="*/ 187792 w 913695"/>
                  <a:gd name="connsiteY8" fmla="*/ 2535877 h 2741139"/>
                  <a:gd name="connsiteX9" fmla="*/ 610067 w 913695"/>
                  <a:gd name="connsiteY9" fmla="*/ 2091377 h 2741139"/>
                  <a:gd name="connsiteX10" fmla="*/ 794217 w 913695"/>
                  <a:gd name="connsiteY10" fmla="*/ 1561152 h 2741139"/>
                  <a:gd name="connsiteX11" fmla="*/ 876767 w 913695"/>
                  <a:gd name="connsiteY11" fmla="*/ 1262702 h 2741139"/>
                  <a:gd name="connsiteX12" fmla="*/ 860892 w 913695"/>
                  <a:gd name="connsiteY12" fmla="*/ 1180152 h 2741139"/>
                  <a:gd name="connsiteX13" fmla="*/ 724367 w 913695"/>
                  <a:gd name="connsiteY13" fmla="*/ 1065852 h 2741139"/>
                  <a:gd name="connsiteX14" fmla="*/ 644992 w 913695"/>
                  <a:gd name="connsiteY14" fmla="*/ 849952 h 2741139"/>
                  <a:gd name="connsiteX15" fmla="*/ 587842 w 913695"/>
                  <a:gd name="connsiteY15" fmla="*/ 735652 h 2741139"/>
                  <a:gd name="connsiteX16" fmla="*/ 898992 w 913695"/>
                  <a:gd name="connsiteY16" fmla="*/ 830902 h 2741139"/>
                  <a:gd name="connsiteX17" fmla="*/ 848195 w 913695"/>
                  <a:gd name="connsiteY17" fmla="*/ 488005 h 2741139"/>
                  <a:gd name="connsiteX18" fmla="*/ 714842 w 913695"/>
                  <a:gd name="connsiteY18" fmla="*/ 11752 h 2741139"/>
                  <a:gd name="connsiteX19" fmla="*/ 521169 w 913695"/>
                  <a:gd name="connsiteY19" fmla="*/ 135579 h 2741139"/>
                  <a:gd name="connsiteX20" fmla="*/ 613244 w 913695"/>
                  <a:gd name="connsiteY20" fmla="*/ 392754 h 2741139"/>
                  <a:gd name="connsiteX21" fmla="*/ 511642 w 913695"/>
                  <a:gd name="connsiteY21" fmla="*/ 529277 h 2741139"/>
                  <a:gd name="connsiteX22" fmla="*/ 467192 w 913695"/>
                  <a:gd name="connsiteY22" fmla="*/ 707077 h 2741139"/>
                  <a:gd name="connsiteX23" fmla="*/ 517992 w 913695"/>
                  <a:gd name="connsiteY23" fmla="*/ 1008702 h 2741139"/>
                  <a:gd name="connsiteX0" fmla="*/ 517992 w 911783"/>
                  <a:gd name="connsiteY0" fmla="*/ 1020165 h 2752602"/>
                  <a:gd name="connsiteX1" fmla="*/ 470367 w 911783"/>
                  <a:gd name="connsiteY1" fmla="*/ 1185265 h 2752602"/>
                  <a:gd name="connsiteX2" fmla="*/ 479892 w 911783"/>
                  <a:gd name="connsiteY2" fmla="*/ 1471015 h 2752602"/>
                  <a:gd name="connsiteX3" fmla="*/ 390992 w 911783"/>
                  <a:gd name="connsiteY3" fmla="*/ 1972665 h 2752602"/>
                  <a:gd name="connsiteX4" fmla="*/ 146517 w 911783"/>
                  <a:gd name="connsiteY4" fmla="*/ 2242540 h 2752602"/>
                  <a:gd name="connsiteX5" fmla="*/ 467 w 911783"/>
                  <a:gd name="connsiteY5" fmla="*/ 2591790 h 2752602"/>
                  <a:gd name="connsiteX6" fmla="*/ 98892 w 911783"/>
                  <a:gd name="connsiteY6" fmla="*/ 2687040 h 2752602"/>
                  <a:gd name="connsiteX7" fmla="*/ 365592 w 911783"/>
                  <a:gd name="connsiteY7" fmla="*/ 2744189 h 2752602"/>
                  <a:gd name="connsiteX8" fmla="*/ 187792 w 911783"/>
                  <a:gd name="connsiteY8" fmla="*/ 2547340 h 2752602"/>
                  <a:gd name="connsiteX9" fmla="*/ 610067 w 911783"/>
                  <a:gd name="connsiteY9" fmla="*/ 2102840 h 2752602"/>
                  <a:gd name="connsiteX10" fmla="*/ 794217 w 911783"/>
                  <a:gd name="connsiteY10" fmla="*/ 1572615 h 2752602"/>
                  <a:gd name="connsiteX11" fmla="*/ 876767 w 911783"/>
                  <a:gd name="connsiteY11" fmla="*/ 1274165 h 2752602"/>
                  <a:gd name="connsiteX12" fmla="*/ 860892 w 911783"/>
                  <a:gd name="connsiteY12" fmla="*/ 1191615 h 2752602"/>
                  <a:gd name="connsiteX13" fmla="*/ 724367 w 911783"/>
                  <a:gd name="connsiteY13" fmla="*/ 1077315 h 2752602"/>
                  <a:gd name="connsiteX14" fmla="*/ 644992 w 911783"/>
                  <a:gd name="connsiteY14" fmla="*/ 861415 h 2752602"/>
                  <a:gd name="connsiteX15" fmla="*/ 587842 w 911783"/>
                  <a:gd name="connsiteY15" fmla="*/ 747115 h 2752602"/>
                  <a:gd name="connsiteX16" fmla="*/ 898992 w 911783"/>
                  <a:gd name="connsiteY16" fmla="*/ 842365 h 2752602"/>
                  <a:gd name="connsiteX17" fmla="*/ 838670 w 911783"/>
                  <a:gd name="connsiteY17" fmla="*/ 86718 h 2752602"/>
                  <a:gd name="connsiteX18" fmla="*/ 714842 w 911783"/>
                  <a:gd name="connsiteY18" fmla="*/ 23215 h 2752602"/>
                  <a:gd name="connsiteX19" fmla="*/ 521169 w 911783"/>
                  <a:gd name="connsiteY19" fmla="*/ 147042 h 2752602"/>
                  <a:gd name="connsiteX20" fmla="*/ 613244 w 911783"/>
                  <a:gd name="connsiteY20" fmla="*/ 404217 h 2752602"/>
                  <a:gd name="connsiteX21" fmla="*/ 511642 w 911783"/>
                  <a:gd name="connsiteY21" fmla="*/ 540740 h 2752602"/>
                  <a:gd name="connsiteX22" fmla="*/ 467192 w 911783"/>
                  <a:gd name="connsiteY22" fmla="*/ 718540 h 2752602"/>
                  <a:gd name="connsiteX23" fmla="*/ 517992 w 911783"/>
                  <a:gd name="connsiteY23" fmla="*/ 1020165 h 2752602"/>
                  <a:gd name="connsiteX0" fmla="*/ 517992 w 912474"/>
                  <a:gd name="connsiteY0" fmla="*/ 998240 h 2730677"/>
                  <a:gd name="connsiteX1" fmla="*/ 470367 w 912474"/>
                  <a:gd name="connsiteY1" fmla="*/ 1163340 h 2730677"/>
                  <a:gd name="connsiteX2" fmla="*/ 479892 w 912474"/>
                  <a:gd name="connsiteY2" fmla="*/ 1449090 h 2730677"/>
                  <a:gd name="connsiteX3" fmla="*/ 390992 w 912474"/>
                  <a:gd name="connsiteY3" fmla="*/ 1950740 h 2730677"/>
                  <a:gd name="connsiteX4" fmla="*/ 146517 w 912474"/>
                  <a:gd name="connsiteY4" fmla="*/ 2220615 h 2730677"/>
                  <a:gd name="connsiteX5" fmla="*/ 467 w 912474"/>
                  <a:gd name="connsiteY5" fmla="*/ 2569865 h 2730677"/>
                  <a:gd name="connsiteX6" fmla="*/ 98892 w 912474"/>
                  <a:gd name="connsiteY6" fmla="*/ 2665115 h 2730677"/>
                  <a:gd name="connsiteX7" fmla="*/ 365592 w 912474"/>
                  <a:gd name="connsiteY7" fmla="*/ 2722264 h 2730677"/>
                  <a:gd name="connsiteX8" fmla="*/ 187792 w 912474"/>
                  <a:gd name="connsiteY8" fmla="*/ 2525415 h 2730677"/>
                  <a:gd name="connsiteX9" fmla="*/ 610067 w 912474"/>
                  <a:gd name="connsiteY9" fmla="*/ 2080915 h 2730677"/>
                  <a:gd name="connsiteX10" fmla="*/ 794217 w 912474"/>
                  <a:gd name="connsiteY10" fmla="*/ 1550690 h 2730677"/>
                  <a:gd name="connsiteX11" fmla="*/ 876767 w 912474"/>
                  <a:gd name="connsiteY11" fmla="*/ 1252240 h 2730677"/>
                  <a:gd name="connsiteX12" fmla="*/ 860892 w 912474"/>
                  <a:gd name="connsiteY12" fmla="*/ 1169690 h 2730677"/>
                  <a:gd name="connsiteX13" fmla="*/ 724367 w 912474"/>
                  <a:gd name="connsiteY13" fmla="*/ 1055390 h 2730677"/>
                  <a:gd name="connsiteX14" fmla="*/ 644992 w 912474"/>
                  <a:gd name="connsiteY14" fmla="*/ 839490 h 2730677"/>
                  <a:gd name="connsiteX15" fmla="*/ 587842 w 912474"/>
                  <a:gd name="connsiteY15" fmla="*/ 725190 h 2730677"/>
                  <a:gd name="connsiteX16" fmla="*/ 898992 w 912474"/>
                  <a:gd name="connsiteY16" fmla="*/ 820440 h 2730677"/>
                  <a:gd name="connsiteX17" fmla="*/ 854545 w 912474"/>
                  <a:gd name="connsiteY17" fmla="*/ 134643 h 2730677"/>
                  <a:gd name="connsiteX18" fmla="*/ 838670 w 912474"/>
                  <a:gd name="connsiteY18" fmla="*/ 64793 h 2730677"/>
                  <a:gd name="connsiteX19" fmla="*/ 714842 w 912474"/>
                  <a:gd name="connsiteY19" fmla="*/ 1290 h 2730677"/>
                  <a:gd name="connsiteX20" fmla="*/ 521169 w 912474"/>
                  <a:gd name="connsiteY20" fmla="*/ 125117 h 2730677"/>
                  <a:gd name="connsiteX21" fmla="*/ 613244 w 912474"/>
                  <a:gd name="connsiteY21" fmla="*/ 382292 h 2730677"/>
                  <a:gd name="connsiteX22" fmla="*/ 511642 w 912474"/>
                  <a:gd name="connsiteY22" fmla="*/ 518815 h 2730677"/>
                  <a:gd name="connsiteX23" fmla="*/ 467192 w 912474"/>
                  <a:gd name="connsiteY23" fmla="*/ 696615 h 2730677"/>
                  <a:gd name="connsiteX24" fmla="*/ 517992 w 912474"/>
                  <a:gd name="connsiteY24" fmla="*/ 998240 h 2730677"/>
                  <a:gd name="connsiteX0" fmla="*/ 517992 w 912187"/>
                  <a:gd name="connsiteY0" fmla="*/ 998240 h 2730677"/>
                  <a:gd name="connsiteX1" fmla="*/ 470367 w 912187"/>
                  <a:gd name="connsiteY1" fmla="*/ 1163340 h 2730677"/>
                  <a:gd name="connsiteX2" fmla="*/ 479892 w 912187"/>
                  <a:gd name="connsiteY2" fmla="*/ 1449090 h 2730677"/>
                  <a:gd name="connsiteX3" fmla="*/ 390992 w 912187"/>
                  <a:gd name="connsiteY3" fmla="*/ 1950740 h 2730677"/>
                  <a:gd name="connsiteX4" fmla="*/ 146517 w 912187"/>
                  <a:gd name="connsiteY4" fmla="*/ 2220615 h 2730677"/>
                  <a:gd name="connsiteX5" fmla="*/ 467 w 912187"/>
                  <a:gd name="connsiteY5" fmla="*/ 2569865 h 2730677"/>
                  <a:gd name="connsiteX6" fmla="*/ 98892 w 912187"/>
                  <a:gd name="connsiteY6" fmla="*/ 2665115 h 2730677"/>
                  <a:gd name="connsiteX7" fmla="*/ 365592 w 912187"/>
                  <a:gd name="connsiteY7" fmla="*/ 2722264 h 2730677"/>
                  <a:gd name="connsiteX8" fmla="*/ 187792 w 912187"/>
                  <a:gd name="connsiteY8" fmla="*/ 2525415 h 2730677"/>
                  <a:gd name="connsiteX9" fmla="*/ 610067 w 912187"/>
                  <a:gd name="connsiteY9" fmla="*/ 2080915 h 2730677"/>
                  <a:gd name="connsiteX10" fmla="*/ 794217 w 912187"/>
                  <a:gd name="connsiteY10" fmla="*/ 1550690 h 2730677"/>
                  <a:gd name="connsiteX11" fmla="*/ 876767 w 912187"/>
                  <a:gd name="connsiteY11" fmla="*/ 1252240 h 2730677"/>
                  <a:gd name="connsiteX12" fmla="*/ 860892 w 912187"/>
                  <a:gd name="connsiteY12" fmla="*/ 1169690 h 2730677"/>
                  <a:gd name="connsiteX13" fmla="*/ 724367 w 912187"/>
                  <a:gd name="connsiteY13" fmla="*/ 1055390 h 2730677"/>
                  <a:gd name="connsiteX14" fmla="*/ 644992 w 912187"/>
                  <a:gd name="connsiteY14" fmla="*/ 839490 h 2730677"/>
                  <a:gd name="connsiteX15" fmla="*/ 587842 w 912187"/>
                  <a:gd name="connsiteY15" fmla="*/ 725190 h 2730677"/>
                  <a:gd name="connsiteX16" fmla="*/ 898992 w 912187"/>
                  <a:gd name="connsiteY16" fmla="*/ 820440 h 2730677"/>
                  <a:gd name="connsiteX17" fmla="*/ 854545 w 912187"/>
                  <a:gd name="connsiteY17" fmla="*/ 134643 h 2730677"/>
                  <a:gd name="connsiteX18" fmla="*/ 854544 w 912187"/>
                  <a:gd name="connsiteY18" fmla="*/ 134643 h 2730677"/>
                  <a:gd name="connsiteX19" fmla="*/ 838670 w 912187"/>
                  <a:gd name="connsiteY19" fmla="*/ 64793 h 2730677"/>
                  <a:gd name="connsiteX20" fmla="*/ 714842 w 912187"/>
                  <a:gd name="connsiteY20" fmla="*/ 1290 h 2730677"/>
                  <a:gd name="connsiteX21" fmla="*/ 521169 w 912187"/>
                  <a:gd name="connsiteY21" fmla="*/ 125117 h 2730677"/>
                  <a:gd name="connsiteX22" fmla="*/ 613244 w 912187"/>
                  <a:gd name="connsiteY22" fmla="*/ 382292 h 2730677"/>
                  <a:gd name="connsiteX23" fmla="*/ 511642 w 912187"/>
                  <a:gd name="connsiteY23" fmla="*/ 518815 h 2730677"/>
                  <a:gd name="connsiteX24" fmla="*/ 467192 w 912187"/>
                  <a:gd name="connsiteY24" fmla="*/ 696615 h 2730677"/>
                  <a:gd name="connsiteX25" fmla="*/ 517992 w 912187"/>
                  <a:gd name="connsiteY25" fmla="*/ 998240 h 2730677"/>
                  <a:gd name="connsiteX0" fmla="*/ 517992 w 912187"/>
                  <a:gd name="connsiteY0" fmla="*/ 998240 h 2730677"/>
                  <a:gd name="connsiteX1" fmla="*/ 470367 w 912187"/>
                  <a:gd name="connsiteY1" fmla="*/ 1163340 h 2730677"/>
                  <a:gd name="connsiteX2" fmla="*/ 479892 w 912187"/>
                  <a:gd name="connsiteY2" fmla="*/ 1449090 h 2730677"/>
                  <a:gd name="connsiteX3" fmla="*/ 390992 w 912187"/>
                  <a:gd name="connsiteY3" fmla="*/ 1950740 h 2730677"/>
                  <a:gd name="connsiteX4" fmla="*/ 146517 w 912187"/>
                  <a:gd name="connsiteY4" fmla="*/ 2220615 h 2730677"/>
                  <a:gd name="connsiteX5" fmla="*/ 467 w 912187"/>
                  <a:gd name="connsiteY5" fmla="*/ 2569865 h 2730677"/>
                  <a:gd name="connsiteX6" fmla="*/ 98892 w 912187"/>
                  <a:gd name="connsiteY6" fmla="*/ 2665115 h 2730677"/>
                  <a:gd name="connsiteX7" fmla="*/ 365592 w 912187"/>
                  <a:gd name="connsiteY7" fmla="*/ 2722264 h 2730677"/>
                  <a:gd name="connsiteX8" fmla="*/ 187792 w 912187"/>
                  <a:gd name="connsiteY8" fmla="*/ 2525415 h 2730677"/>
                  <a:gd name="connsiteX9" fmla="*/ 610067 w 912187"/>
                  <a:gd name="connsiteY9" fmla="*/ 2080915 h 2730677"/>
                  <a:gd name="connsiteX10" fmla="*/ 794217 w 912187"/>
                  <a:gd name="connsiteY10" fmla="*/ 1550690 h 2730677"/>
                  <a:gd name="connsiteX11" fmla="*/ 876767 w 912187"/>
                  <a:gd name="connsiteY11" fmla="*/ 1252240 h 2730677"/>
                  <a:gd name="connsiteX12" fmla="*/ 860892 w 912187"/>
                  <a:gd name="connsiteY12" fmla="*/ 1169690 h 2730677"/>
                  <a:gd name="connsiteX13" fmla="*/ 724367 w 912187"/>
                  <a:gd name="connsiteY13" fmla="*/ 1055390 h 2730677"/>
                  <a:gd name="connsiteX14" fmla="*/ 644992 w 912187"/>
                  <a:gd name="connsiteY14" fmla="*/ 839490 h 2730677"/>
                  <a:gd name="connsiteX15" fmla="*/ 587842 w 912187"/>
                  <a:gd name="connsiteY15" fmla="*/ 725190 h 2730677"/>
                  <a:gd name="connsiteX16" fmla="*/ 898992 w 912187"/>
                  <a:gd name="connsiteY16" fmla="*/ 820440 h 2730677"/>
                  <a:gd name="connsiteX17" fmla="*/ 854545 w 912187"/>
                  <a:gd name="connsiteY17" fmla="*/ 134643 h 2730677"/>
                  <a:gd name="connsiteX18" fmla="*/ 883119 w 912187"/>
                  <a:gd name="connsiteY18" fmla="*/ 239418 h 2730677"/>
                  <a:gd name="connsiteX19" fmla="*/ 838670 w 912187"/>
                  <a:gd name="connsiteY19" fmla="*/ 64793 h 2730677"/>
                  <a:gd name="connsiteX20" fmla="*/ 714842 w 912187"/>
                  <a:gd name="connsiteY20" fmla="*/ 1290 h 2730677"/>
                  <a:gd name="connsiteX21" fmla="*/ 521169 w 912187"/>
                  <a:gd name="connsiteY21" fmla="*/ 125117 h 2730677"/>
                  <a:gd name="connsiteX22" fmla="*/ 613244 w 912187"/>
                  <a:gd name="connsiteY22" fmla="*/ 382292 h 2730677"/>
                  <a:gd name="connsiteX23" fmla="*/ 511642 w 912187"/>
                  <a:gd name="connsiteY23" fmla="*/ 518815 h 2730677"/>
                  <a:gd name="connsiteX24" fmla="*/ 467192 w 912187"/>
                  <a:gd name="connsiteY24" fmla="*/ 696615 h 2730677"/>
                  <a:gd name="connsiteX25" fmla="*/ 517992 w 912187"/>
                  <a:gd name="connsiteY25" fmla="*/ 998240 h 2730677"/>
                  <a:gd name="connsiteX0" fmla="*/ 517992 w 911083"/>
                  <a:gd name="connsiteY0" fmla="*/ 998240 h 2730677"/>
                  <a:gd name="connsiteX1" fmla="*/ 470367 w 911083"/>
                  <a:gd name="connsiteY1" fmla="*/ 1163340 h 2730677"/>
                  <a:gd name="connsiteX2" fmla="*/ 479892 w 911083"/>
                  <a:gd name="connsiteY2" fmla="*/ 1449090 h 2730677"/>
                  <a:gd name="connsiteX3" fmla="*/ 390992 w 911083"/>
                  <a:gd name="connsiteY3" fmla="*/ 1950740 h 2730677"/>
                  <a:gd name="connsiteX4" fmla="*/ 146517 w 911083"/>
                  <a:gd name="connsiteY4" fmla="*/ 2220615 h 2730677"/>
                  <a:gd name="connsiteX5" fmla="*/ 467 w 911083"/>
                  <a:gd name="connsiteY5" fmla="*/ 2569865 h 2730677"/>
                  <a:gd name="connsiteX6" fmla="*/ 98892 w 911083"/>
                  <a:gd name="connsiteY6" fmla="*/ 2665115 h 2730677"/>
                  <a:gd name="connsiteX7" fmla="*/ 365592 w 911083"/>
                  <a:gd name="connsiteY7" fmla="*/ 2722264 h 2730677"/>
                  <a:gd name="connsiteX8" fmla="*/ 187792 w 911083"/>
                  <a:gd name="connsiteY8" fmla="*/ 2525415 h 2730677"/>
                  <a:gd name="connsiteX9" fmla="*/ 610067 w 911083"/>
                  <a:gd name="connsiteY9" fmla="*/ 2080915 h 2730677"/>
                  <a:gd name="connsiteX10" fmla="*/ 794217 w 911083"/>
                  <a:gd name="connsiteY10" fmla="*/ 1550690 h 2730677"/>
                  <a:gd name="connsiteX11" fmla="*/ 876767 w 911083"/>
                  <a:gd name="connsiteY11" fmla="*/ 1252240 h 2730677"/>
                  <a:gd name="connsiteX12" fmla="*/ 860892 w 911083"/>
                  <a:gd name="connsiteY12" fmla="*/ 1169690 h 2730677"/>
                  <a:gd name="connsiteX13" fmla="*/ 724367 w 911083"/>
                  <a:gd name="connsiteY13" fmla="*/ 1055390 h 2730677"/>
                  <a:gd name="connsiteX14" fmla="*/ 644992 w 911083"/>
                  <a:gd name="connsiteY14" fmla="*/ 839490 h 2730677"/>
                  <a:gd name="connsiteX15" fmla="*/ 587842 w 911083"/>
                  <a:gd name="connsiteY15" fmla="*/ 725190 h 2730677"/>
                  <a:gd name="connsiteX16" fmla="*/ 898992 w 911083"/>
                  <a:gd name="connsiteY16" fmla="*/ 820440 h 2730677"/>
                  <a:gd name="connsiteX17" fmla="*/ 848195 w 911083"/>
                  <a:gd name="connsiteY17" fmla="*/ 356893 h 2730677"/>
                  <a:gd name="connsiteX18" fmla="*/ 883119 w 911083"/>
                  <a:gd name="connsiteY18" fmla="*/ 239418 h 2730677"/>
                  <a:gd name="connsiteX19" fmla="*/ 838670 w 911083"/>
                  <a:gd name="connsiteY19" fmla="*/ 64793 h 2730677"/>
                  <a:gd name="connsiteX20" fmla="*/ 714842 w 911083"/>
                  <a:gd name="connsiteY20" fmla="*/ 1290 h 2730677"/>
                  <a:gd name="connsiteX21" fmla="*/ 521169 w 911083"/>
                  <a:gd name="connsiteY21" fmla="*/ 125117 h 2730677"/>
                  <a:gd name="connsiteX22" fmla="*/ 613244 w 911083"/>
                  <a:gd name="connsiteY22" fmla="*/ 382292 h 2730677"/>
                  <a:gd name="connsiteX23" fmla="*/ 511642 w 911083"/>
                  <a:gd name="connsiteY23" fmla="*/ 518815 h 2730677"/>
                  <a:gd name="connsiteX24" fmla="*/ 467192 w 911083"/>
                  <a:gd name="connsiteY24" fmla="*/ 696615 h 2730677"/>
                  <a:gd name="connsiteX25" fmla="*/ 517992 w 911083"/>
                  <a:gd name="connsiteY25" fmla="*/ 998240 h 2730677"/>
                  <a:gd name="connsiteX0" fmla="*/ 517992 w 918868"/>
                  <a:gd name="connsiteY0" fmla="*/ 998240 h 2730677"/>
                  <a:gd name="connsiteX1" fmla="*/ 470367 w 918868"/>
                  <a:gd name="connsiteY1" fmla="*/ 1163340 h 2730677"/>
                  <a:gd name="connsiteX2" fmla="*/ 479892 w 918868"/>
                  <a:gd name="connsiteY2" fmla="*/ 1449090 h 2730677"/>
                  <a:gd name="connsiteX3" fmla="*/ 390992 w 918868"/>
                  <a:gd name="connsiteY3" fmla="*/ 1950740 h 2730677"/>
                  <a:gd name="connsiteX4" fmla="*/ 146517 w 918868"/>
                  <a:gd name="connsiteY4" fmla="*/ 2220615 h 2730677"/>
                  <a:gd name="connsiteX5" fmla="*/ 467 w 918868"/>
                  <a:gd name="connsiteY5" fmla="*/ 2569865 h 2730677"/>
                  <a:gd name="connsiteX6" fmla="*/ 98892 w 918868"/>
                  <a:gd name="connsiteY6" fmla="*/ 2665115 h 2730677"/>
                  <a:gd name="connsiteX7" fmla="*/ 365592 w 918868"/>
                  <a:gd name="connsiteY7" fmla="*/ 2722264 h 2730677"/>
                  <a:gd name="connsiteX8" fmla="*/ 187792 w 918868"/>
                  <a:gd name="connsiteY8" fmla="*/ 2525415 h 2730677"/>
                  <a:gd name="connsiteX9" fmla="*/ 610067 w 918868"/>
                  <a:gd name="connsiteY9" fmla="*/ 2080915 h 2730677"/>
                  <a:gd name="connsiteX10" fmla="*/ 794217 w 918868"/>
                  <a:gd name="connsiteY10" fmla="*/ 1550690 h 2730677"/>
                  <a:gd name="connsiteX11" fmla="*/ 876767 w 918868"/>
                  <a:gd name="connsiteY11" fmla="*/ 1252240 h 2730677"/>
                  <a:gd name="connsiteX12" fmla="*/ 860892 w 918868"/>
                  <a:gd name="connsiteY12" fmla="*/ 1169690 h 2730677"/>
                  <a:gd name="connsiteX13" fmla="*/ 724367 w 918868"/>
                  <a:gd name="connsiteY13" fmla="*/ 1055390 h 2730677"/>
                  <a:gd name="connsiteX14" fmla="*/ 644992 w 918868"/>
                  <a:gd name="connsiteY14" fmla="*/ 839490 h 2730677"/>
                  <a:gd name="connsiteX15" fmla="*/ 587842 w 918868"/>
                  <a:gd name="connsiteY15" fmla="*/ 725190 h 2730677"/>
                  <a:gd name="connsiteX16" fmla="*/ 898992 w 918868"/>
                  <a:gd name="connsiteY16" fmla="*/ 820440 h 2730677"/>
                  <a:gd name="connsiteX17" fmla="*/ 883120 w 918868"/>
                  <a:gd name="connsiteY17" fmla="*/ 541043 h 2730677"/>
                  <a:gd name="connsiteX18" fmla="*/ 848195 w 918868"/>
                  <a:gd name="connsiteY18" fmla="*/ 356893 h 2730677"/>
                  <a:gd name="connsiteX19" fmla="*/ 883119 w 918868"/>
                  <a:gd name="connsiteY19" fmla="*/ 239418 h 2730677"/>
                  <a:gd name="connsiteX20" fmla="*/ 838670 w 918868"/>
                  <a:gd name="connsiteY20" fmla="*/ 64793 h 2730677"/>
                  <a:gd name="connsiteX21" fmla="*/ 714842 w 918868"/>
                  <a:gd name="connsiteY21" fmla="*/ 1290 h 2730677"/>
                  <a:gd name="connsiteX22" fmla="*/ 521169 w 918868"/>
                  <a:gd name="connsiteY22" fmla="*/ 125117 h 2730677"/>
                  <a:gd name="connsiteX23" fmla="*/ 613244 w 918868"/>
                  <a:gd name="connsiteY23" fmla="*/ 382292 h 2730677"/>
                  <a:gd name="connsiteX24" fmla="*/ 511642 w 918868"/>
                  <a:gd name="connsiteY24" fmla="*/ 518815 h 2730677"/>
                  <a:gd name="connsiteX25" fmla="*/ 467192 w 918868"/>
                  <a:gd name="connsiteY25" fmla="*/ 696615 h 2730677"/>
                  <a:gd name="connsiteX26" fmla="*/ 517992 w 918868"/>
                  <a:gd name="connsiteY26" fmla="*/ 998240 h 2730677"/>
                  <a:gd name="connsiteX0" fmla="*/ 517992 w 902408"/>
                  <a:gd name="connsiteY0" fmla="*/ 998240 h 2730677"/>
                  <a:gd name="connsiteX1" fmla="*/ 470367 w 902408"/>
                  <a:gd name="connsiteY1" fmla="*/ 1163340 h 2730677"/>
                  <a:gd name="connsiteX2" fmla="*/ 479892 w 902408"/>
                  <a:gd name="connsiteY2" fmla="*/ 1449090 h 2730677"/>
                  <a:gd name="connsiteX3" fmla="*/ 390992 w 902408"/>
                  <a:gd name="connsiteY3" fmla="*/ 1950740 h 2730677"/>
                  <a:gd name="connsiteX4" fmla="*/ 146517 w 902408"/>
                  <a:gd name="connsiteY4" fmla="*/ 2220615 h 2730677"/>
                  <a:gd name="connsiteX5" fmla="*/ 467 w 902408"/>
                  <a:gd name="connsiteY5" fmla="*/ 2569865 h 2730677"/>
                  <a:gd name="connsiteX6" fmla="*/ 98892 w 902408"/>
                  <a:gd name="connsiteY6" fmla="*/ 2665115 h 2730677"/>
                  <a:gd name="connsiteX7" fmla="*/ 365592 w 902408"/>
                  <a:gd name="connsiteY7" fmla="*/ 2722264 h 2730677"/>
                  <a:gd name="connsiteX8" fmla="*/ 187792 w 902408"/>
                  <a:gd name="connsiteY8" fmla="*/ 2525415 h 2730677"/>
                  <a:gd name="connsiteX9" fmla="*/ 610067 w 902408"/>
                  <a:gd name="connsiteY9" fmla="*/ 2080915 h 2730677"/>
                  <a:gd name="connsiteX10" fmla="*/ 794217 w 902408"/>
                  <a:gd name="connsiteY10" fmla="*/ 1550690 h 2730677"/>
                  <a:gd name="connsiteX11" fmla="*/ 876767 w 902408"/>
                  <a:gd name="connsiteY11" fmla="*/ 1252240 h 2730677"/>
                  <a:gd name="connsiteX12" fmla="*/ 860892 w 902408"/>
                  <a:gd name="connsiteY12" fmla="*/ 1169690 h 2730677"/>
                  <a:gd name="connsiteX13" fmla="*/ 724367 w 902408"/>
                  <a:gd name="connsiteY13" fmla="*/ 1055390 h 2730677"/>
                  <a:gd name="connsiteX14" fmla="*/ 644992 w 902408"/>
                  <a:gd name="connsiteY14" fmla="*/ 839490 h 2730677"/>
                  <a:gd name="connsiteX15" fmla="*/ 587842 w 902408"/>
                  <a:gd name="connsiteY15" fmla="*/ 725190 h 2730677"/>
                  <a:gd name="connsiteX16" fmla="*/ 898992 w 902408"/>
                  <a:gd name="connsiteY16" fmla="*/ 820440 h 2730677"/>
                  <a:gd name="connsiteX17" fmla="*/ 759295 w 902408"/>
                  <a:gd name="connsiteY17" fmla="*/ 423568 h 2730677"/>
                  <a:gd name="connsiteX18" fmla="*/ 848195 w 902408"/>
                  <a:gd name="connsiteY18" fmla="*/ 356893 h 2730677"/>
                  <a:gd name="connsiteX19" fmla="*/ 883119 w 902408"/>
                  <a:gd name="connsiteY19" fmla="*/ 239418 h 2730677"/>
                  <a:gd name="connsiteX20" fmla="*/ 838670 w 902408"/>
                  <a:gd name="connsiteY20" fmla="*/ 64793 h 2730677"/>
                  <a:gd name="connsiteX21" fmla="*/ 714842 w 902408"/>
                  <a:gd name="connsiteY21" fmla="*/ 1290 h 2730677"/>
                  <a:gd name="connsiteX22" fmla="*/ 521169 w 902408"/>
                  <a:gd name="connsiteY22" fmla="*/ 125117 h 2730677"/>
                  <a:gd name="connsiteX23" fmla="*/ 613244 w 902408"/>
                  <a:gd name="connsiteY23" fmla="*/ 382292 h 2730677"/>
                  <a:gd name="connsiteX24" fmla="*/ 511642 w 902408"/>
                  <a:gd name="connsiteY24" fmla="*/ 518815 h 2730677"/>
                  <a:gd name="connsiteX25" fmla="*/ 467192 w 902408"/>
                  <a:gd name="connsiteY25" fmla="*/ 696615 h 2730677"/>
                  <a:gd name="connsiteX26" fmla="*/ 517992 w 902408"/>
                  <a:gd name="connsiteY26" fmla="*/ 998240 h 2730677"/>
                  <a:gd name="connsiteX0" fmla="*/ 517992 w 932676"/>
                  <a:gd name="connsiteY0" fmla="*/ 998240 h 2730677"/>
                  <a:gd name="connsiteX1" fmla="*/ 470367 w 932676"/>
                  <a:gd name="connsiteY1" fmla="*/ 1163340 h 2730677"/>
                  <a:gd name="connsiteX2" fmla="*/ 479892 w 932676"/>
                  <a:gd name="connsiteY2" fmla="*/ 1449090 h 2730677"/>
                  <a:gd name="connsiteX3" fmla="*/ 390992 w 932676"/>
                  <a:gd name="connsiteY3" fmla="*/ 1950740 h 2730677"/>
                  <a:gd name="connsiteX4" fmla="*/ 146517 w 932676"/>
                  <a:gd name="connsiteY4" fmla="*/ 2220615 h 2730677"/>
                  <a:gd name="connsiteX5" fmla="*/ 467 w 932676"/>
                  <a:gd name="connsiteY5" fmla="*/ 2569865 h 2730677"/>
                  <a:gd name="connsiteX6" fmla="*/ 98892 w 932676"/>
                  <a:gd name="connsiteY6" fmla="*/ 2665115 h 2730677"/>
                  <a:gd name="connsiteX7" fmla="*/ 365592 w 932676"/>
                  <a:gd name="connsiteY7" fmla="*/ 2722264 h 2730677"/>
                  <a:gd name="connsiteX8" fmla="*/ 187792 w 932676"/>
                  <a:gd name="connsiteY8" fmla="*/ 2525415 h 2730677"/>
                  <a:gd name="connsiteX9" fmla="*/ 610067 w 932676"/>
                  <a:gd name="connsiteY9" fmla="*/ 2080915 h 2730677"/>
                  <a:gd name="connsiteX10" fmla="*/ 794217 w 932676"/>
                  <a:gd name="connsiteY10" fmla="*/ 1550690 h 2730677"/>
                  <a:gd name="connsiteX11" fmla="*/ 876767 w 932676"/>
                  <a:gd name="connsiteY11" fmla="*/ 1252240 h 2730677"/>
                  <a:gd name="connsiteX12" fmla="*/ 860892 w 932676"/>
                  <a:gd name="connsiteY12" fmla="*/ 1169690 h 2730677"/>
                  <a:gd name="connsiteX13" fmla="*/ 724367 w 932676"/>
                  <a:gd name="connsiteY13" fmla="*/ 1055390 h 2730677"/>
                  <a:gd name="connsiteX14" fmla="*/ 644992 w 932676"/>
                  <a:gd name="connsiteY14" fmla="*/ 839490 h 2730677"/>
                  <a:gd name="connsiteX15" fmla="*/ 587842 w 932676"/>
                  <a:gd name="connsiteY15" fmla="*/ 725190 h 2730677"/>
                  <a:gd name="connsiteX16" fmla="*/ 898992 w 932676"/>
                  <a:gd name="connsiteY16" fmla="*/ 820440 h 2730677"/>
                  <a:gd name="connsiteX17" fmla="*/ 908519 w 932676"/>
                  <a:gd name="connsiteY17" fmla="*/ 814093 h 2730677"/>
                  <a:gd name="connsiteX18" fmla="*/ 759295 w 932676"/>
                  <a:gd name="connsiteY18" fmla="*/ 423568 h 2730677"/>
                  <a:gd name="connsiteX19" fmla="*/ 848195 w 932676"/>
                  <a:gd name="connsiteY19" fmla="*/ 356893 h 2730677"/>
                  <a:gd name="connsiteX20" fmla="*/ 883119 w 932676"/>
                  <a:gd name="connsiteY20" fmla="*/ 239418 h 2730677"/>
                  <a:gd name="connsiteX21" fmla="*/ 838670 w 932676"/>
                  <a:gd name="connsiteY21" fmla="*/ 64793 h 2730677"/>
                  <a:gd name="connsiteX22" fmla="*/ 714842 w 932676"/>
                  <a:gd name="connsiteY22" fmla="*/ 1290 h 2730677"/>
                  <a:gd name="connsiteX23" fmla="*/ 521169 w 932676"/>
                  <a:gd name="connsiteY23" fmla="*/ 125117 h 2730677"/>
                  <a:gd name="connsiteX24" fmla="*/ 613244 w 932676"/>
                  <a:gd name="connsiteY24" fmla="*/ 382292 h 2730677"/>
                  <a:gd name="connsiteX25" fmla="*/ 511642 w 932676"/>
                  <a:gd name="connsiteY25" fmla="*/ 518815 h 2730677"/>
                  <a:gd name="connsiteX26" fmla="*/ 467192 w 932676"/>
                  <a:gd name="connsiteY26" fmla="*/ 696615 h 2730677"/>
                  <a:gd name="connsiteX27" fmla="*/ 517992 w 932676"/>
                  <a:gd name="connsiteY27" fmla="*/ 998240 h 2730677"/>
                  <a:gd name="connsiteX0" fmla="*/ 517992 w 925354"/>
                  <a:gd name="connsiteY0" fmla="*/ 998240 h 2730677"/>
                  <a:gd name="connsiteX1" fmla="*/ 470367 w 925354"/>
                  <a:gd name="connsiteY1" fmla="*/ 1163340 h 2730677"/>
                  <a:gd name="connsiteX2" fmla="*/ 479892 w 925354"/>
                  <a:gd name="connsiteY2" fmla="*/ 1449090 h 2730677"/>
                  <a:gd name="connsiteX3" fmla="*/ 390992 w 925354"/>
                  <a:gd name="connsiteY3" fmla="*/ 1950740 h 2730677"/>
                  <a:gd name="connsiteX4" fmla="*/ 146517 w 925354"/>
                  <a:gd name="connsiteY4" fmla="*/ 2220615 h 2730677"/>
                  <a:gd name="connsiteX5" fmla="*/ 467 w 925354"/>
                  <a:gd name="connsiteY5" fmla="*/ 2569865 h 2730677"/>
                  <a:gd name="connsiteX6" fmla="*/ 98892 w 925354"/>
                  <a:gd name="connsiteY6" fmla="*/ 2665115 h 2730677"/>
                  <a:gd name="connsiteX7" fmla="*/ 365592 w 925354"/>
                  <a:gd name="connsiteY7" fmla="*/ 2722264 h 2730677"/>
                  <a:gd name="connsiteX8" fmla="*/ 187792 w 925354"/>
                  <a:gd name="connsiteY8" fmla="*/ 2525415 h 2730677"/>
                  <a:gd name="connsiteX9" fmla="*/ 610067 w 925354"/>
                  <a:gd name="connsiteY9" fmla="*/ 2080915 h 2730677"/>
                  <a:gd name="connsiteX10" fmla="*/ 794217 w 925354"/>
                  <a:gd name="connsiteY10" fmla="*/ 1550690 h 2730677"/>
                  <a:gd name="connsiteX11" fmla="*/ 876767 w 925354"/>
                  <a:gd name="connsiteY11" fmla="*/ 1252240 h 2730677"/>
                  <a:gd name="connsiteX12" fmla="*/ 860892 w 925354"/>
                  <a:gd name="connsiteY12" fmla="*/ 1169690 h 2730677"/>
                  <a:gd name="connsiteX13" fmla="*/ 724367 w 925354"/>
                  <a:gd name="connsiteY13" fmla="*/ 1055390 h 2730677"/>
                  <a:gd name="connsiteX14" fmla="*/ 644992 w 925354"/>
                  <a:gd name="connsiteY14" fmla="*/ 839490 h 2730677"/>
                  <a:gd name="connsiteX15" fmla="*/ 587842 w 925354"/>
                  <a:gd name="connsiteY15" fmla="*/ 725190 h 2730677"/>
                  <a:gd name="connsiteX16" fmla="*/ 898992 w 925354"/>
                  <a:gd name="connsiteY16" fmla="*/ 820440 h 2730677"/>
                  <a:gd name="connsiteX17" fmla="*/ 908519 w 925354"/>
                  <a:gd name="connsiteY17" fmla="*/ 814093 h 2730677"/>
                  <a:gd name="connsiteX18" fmla="*/ 902169 w 925354"/>
                  <a:gd name="connsiteY18" fmla="*/ 817268 h 2730677"/>
                  <a:gd name="connsiteX19" fmla="*/ 759295 w 925354"/>
                  <a:gd name="connsiteY19" fmla="*/ 423568 h 2730677"/>
                  <a:gd name="connsiteX20" fmla="*/ 848195 w 925354"/>
                  <a:gd name="connsiteY20" fmla="*/ 356893 h 2730677"/>
                  <a:gd name="connsiteX21" fmla="*/ 883119 w 925354"/>
                  <a:gd name="connsiteY21" fmla="*/ 239418 h 2730677"/>
                  <a:gd name="connsiteX22" fmla="*/ 838670 w 925354"/>
                  <a:gd name="connsiteY22" fmla="*/ 64793 h 2730677"/>
                  <a:gd name="connsiteX23" fmla="*/ 714842 w 925354"/>
                  <a:gd name="connsiteY23" fmla="*/ 1290 h 2730677"/>
                  <a:gd name="connsiteX24" fmla="*/ 521169 w 925354"/>
                  <a:gd name="connsiteY24" fmla="*/ 125117 h 2730677"/>
                  <a:gd name="connsiteX25" fmla="*/ 613244 w 925354"/>
                  <a:gd name="connsiteY25" fmla="*/ 382292 h 2730677"/>
                  <a:gd name="connsiteX26" fmla="*/ 511642 w 925354"/>
                  <a:gd name="connsiteY26" fmla="*/ 518815 h 2730677"/>
                  <a:gd name="connsiteX27" fmla="*/ 467192 w 925354"/>
                  <a:gd name="connsiteY27" fmla="*/ 696615 h 2730677"/>
                  <a:gd name="connsiteX28" fmla="*/ 517992 w 925354"/>
                  <a:gd name="connsiteY28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902169 w 930788"/>
                  <a:gd name="connsiteY19" fmla="*/ 817268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870419 w 930788"/>
                  <a:gd name="connsiteY19" fmla="*/ 877593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870419 w 930788"/>
                  <a:gd name="connsiteY19" fmla="*/ 877593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88"/>
                  <a:gd name="connsiteY0" fmla="*/ 998240 h 2730677"/>
                  <a:gd name="connsiteX1" fmla="*/ 470367 w 930788"/>
                  <a:gd name="connsiteY1" fmla="*/ 1163340 h 2730677"/>
                  <a:gd name="connsiteX2" fmla="*/ 479892 w 930788"/>
                  <a:gd name="connsiteY2" fmla="*/ 1449090 h 2730677"/>
                  <a:gd name="connsiteX3" fmla="*/ 390992 w 930788"/>
                  <a:gd name="connsiteY3" fmla="*/ 1950740 h 2730677"/>
                  <a:gd name="connsiteX4" fmla="*/ 146517 w 930788"/>
                  <a:gd name="connsiteY4" fmla="*/ 2220615 h 2730677"/>
                  <a:gd name="connsiteX5" fmla="*/ 467 w 930788"/>
                  <a:gd name="connsiteY5" fmla="*/ 2569865 h 2730677"/>
                  <a:gd name="connsiteX6" fmla="*/ 98892 w 930788"/>
                  <a:gd name="connsiteY6" fmla="*/ 2665115 h 2730677"/>
                  <a:gd name="connsiteX7" fmla="*/ 365592 w 930788"/>
                  <a:gd name="connsiteY7" fmla="*/ 2722264 h 2730677"/>
                  <a:gd name="connsiteX8" fmla="*/ 187792 w 930788"/>
                  <a:gd name="connsiteY8" fmla="*/ 2525415 h 2730677"/>
                  <a:gd name="connsiteX9" fmla="*/ 610067 w 930788"/>
                  <a:gd name="connsiteY9" fmla="*/ 2080915 h 2730677"/>
                  <a:gd name="connsiteX10" fmla="*/ 794217 w 930788"/>
                  <a:gd name="connsiteY10" fmla="*/ 1550690 h 2730677"/>
                  <a:gd name="connsiteX11" fmla="*/ 876767 w 930788"/>
                  <a:gd name="connsiteY11" fmla="*/ 1252240 h 2730677"/>
                  <a:gd name="connsiteX12" fmla="*/ 860892 w 930788"/>
                  <a:gd name="connsiteY12" fmla="*/ 1169690 h 2730677"/>
                  <a:gd name="connsiteX13" fmla="*/ 724367 w 930788"/>
                  <a:gd name="connsiteY13" fmla="*/ 1055390 h 2730677"/>
                  <a:gd name="connsiteX14" fmla="*/ 644992 w 930788"/>
                  <a:gd name="connsiteY14" fmla="*/ 839490 h 2730677"/>
                  <a:gd name="connsiteX15" fmla="*/ 587842 w 930788"/>
                  <a:gd name="connsiteY15" fmla="*/ 725190 h 2730677"/>
                  <a:gd name="connsiteX16" fmla="*/ 898992 w 930788"/>
                  <a:gd name="connsiteY16" fmla="*/ 820440 h 2730677"/>
                  <a:gd name="connsiteX17" fmla="*/ 908519 w 930788"/>
                  <a:gd name="connsiteY17" fmla="*/ 814093 h 2730677"/>
                  <a:gd name="connsiteX18" fmla="*/ 930744 w 930788"/>
                  <a:gd name="connsiteY18" fmla="*/ 826793 h 2730677"/>
                  <a:gd name="connsiteX19" fmla="*/ 870419 w 930788"/>
                  <a:gd name="connsiteY19" fmla="*/ 877593 h 2730677"/>
                  <a:gd name="connsiteX20" fmla="*/ 759295 w 930788"/>
                  <a:gd name="connsiteY20" fmla="*/ 423568 h 2730677"/>
                  <a:gd name="connsiteX21" fmla="*/ 848195 w 930788"/>
                  <a:gd name="connsiteY21" fmla="*/ 356893 h 2730677"/>
                  <a:gd name="connsiteX22" fmla="*/ 883119 w 930788"/>
                  <a:gd name="connsiteY22" fmla="*/ 239418 h 2730677"/>
                  <a:gd name="connsiteX23" fmla="*/ 838670 w 930788"/>
                  <a:gd name="connsiteY23" fmla="*/ 64793 h 2730677"/>
                  <a:gd name="connsiteX24" fmla="*/ 714842 w 930788"/>
                  <a:gd name="connsiteY24" fmla="*/ 1290 h 2730677"/>
                  <a:gd name="connsiteX25" fmla="*/ 521169 w 930788"/>
                  <a:gd name="connsiteY25" fmla="*/ 125117 h 2730677"/>
                  <a:gd name="connsiteX26" fmla="*/ 613244 w 930788"/>
                  <a:gd name="connsiteY26" fmla="*/ 382292 h 2730677"/>
                  <a:gd name="connsiteX27" fmla="*/ 511642 w 930788"/>
                  <a:gd name="connsiteY27" fmla="*/ 518815 h 2730677"/>
                  <a:gd name="connsiteX28" fmla="*/ 467192 w 930788"/>
                  <a:gd name="connsiteY28" fmla="*/ 696615 h 2730677"/>
                  <a:gd name="connsiteX29" fmla="*/ 517992 w 930788"/>
                  <a:gd name="connsiteY29" fmla="*/ 998240 h 2730677"/>
                  <a:gd name="connsiteX0" fmla="*/ 517992 w 930756"/>
                  <a:gd name="connsiteY0" fmla="*/ 998240 h 2730677"/>
                  <a:gd name="connsiteX1" fmla="*/ 470367 w 930756"/>
                  <a:gd name="connsiteY1" fmla="*/ 1163340 h 2730677"/>
                  <a:gd name="connsiteX2" fmla="*/ 479892 w 930756"/>
                  <a:gd name="connsiteY2" fmla="*/ 1449090 h 2730677"/>
                  <a:gd name="connsiteX3" fmla="*/ 390992 w 930756"/>
                  <a:gd name="connsiteY3" fmla="*/ 1950740 h 2730677"/>
                  <a:gd name="connsiteX4" fmla="*/ 146517 w 930756"/>
                  <a:gd name="connsiteY4" fmla="*/ 2220615 h 2730677"/>
                  <a:gd name="connsiteX5" fmla="*/ 467 w 930756"/>
                  <a:gd name="connsiteY5" fmla="*/ 2569865 h 2730677"/>
                  <a:gd name="connsiteX6" fmla="*/ 98892 w 930756"/>
                  <a:gd name="connsiteY6" fmla="*/ 2665115 h 2730677"/>
                  <a:gd name="connsiteX7" fmla="*/ 365592 w 930756"/>
                  <a:gd name="connsiteY7" fmla="*/ 2722264 h 2730677"/>
                  <a:gd name="connsiteX8" fmla="*/ 187792 w 930756"/>
                  <a:gd name="connsiteY8" fmla="*/ 2525415 h 2730677"/>
                  <a:gd name="connsiteX9" fmla="*/ 610067 w 930756"/>
                  <a:gd name="connsiteY9" fmla="*/ 2080915 h 2730677"/>
                  <a:gd name="connsiteX10" fmla="*/ 794217 w 930756"/>
                  <a:gd name="connsiteY10" fmla="*/ 1550690 h 2730677"/>
                  <a:gd name="connsiteX11" fmla="*/ 876767 w 930756"/>
                  <a:gd name="connsiteY11" fmla="*/ 1252240 h 2730677"/>
                  <a:gd name="connsiteX12" fmla="*/ 860892 w 930756"/>
                  <a:gd name="connsiteY12" fmla="*/ 1169690 h 2730677"/>
                  <a:gd name="connsiteX13" fmla="*/ 724367 w 930756"/>
                  <a:gd name="connsiteY13" fmla="*/ 1055390 h 2730677"/>
                  <a:gd name="connsiteX14" fmla="*/ 644992 w 930756"/>
                  <a:gd name="connsiteY14" fmla="*/ 839490 h 2730677"/>
                  <a:gd name="connsiteX15" fmla="*/ 587842 w 930756"/>
                  <a:gd name="connsiteY15" fmla="*/ 725190 h 2730677"/>
                  <a:gd name="connsiteX16" fmla="*/ 898992 w 930756"/>
                  <a:gd name="connsiteY16" fmla="*/ 820440 h 2730677"/>
                  <a:gd name="connsiteX17" fmla="*/ 857719 w 930756"/>
                  <a:gd name="connsiteY17" fmla="*/ 902993 h 2730677"/>
                  <a:gd name="connsiteX18" fmla="*/ 930744 w 930756"/>
                  <a:gd name="connsiteY18" fmla="*/ 826793 h 2730677"/>
                  <a:gd name="connsiteX19" fmla="*/ 870419 w 930756"/>
                  <a:gd name="connsiteY19" fmla="*/ 877593 h 2730677"/>
                  <a:gd name="connsiteX20" fmla="*/ 759295 w 930756"/>
                  <a:gd name="connsiteY20" fmla="*/ 423568 h 2730677"/>
                  <a:gd name="connsiteX21" fmla="*/ 848195 w 930756"/>
                  <a:gd name="connsiteY21" fmla="*/ 356893 h 2730677"/>
                  <a:gd name="connsiteX22" fmla="*/ 883119 w 930756"/>
                  <a:gd name="connsiteY22" fmla="*/ 239418 h 2730677"/>
                  <a:gd name="connsiteX23" fmla="*/ 838670 w 930756"/>
                  <a:gd name="connsiteY23" fmla="*/ 64793 h 2730677"/>
                  <a:gd name="connsiteX24" fmla="*/ 714842 w 930756"/>
                  <a:gd name="connsiteY24" fmla="*/ 1290 h 2730677"/>
                  <a:gd name="connsiteX25" fmla="*/ 521169 w 930756"/>
                  <a:gd name="connsiteY25" fmla="*/ 125117 h 2730677"/>
                  <a:gd name="connsiteX26" fmla="*/ 613244 w 930756"/>
                  <a:gd name="connsiteY26" fmla="*/ 382292 h 2730677"/>
                  <a:gd name="connsiteX27" fmla="*/ 511642 w 930756"/>
                  <a:gd name="connsiteY27" fmla="*/ 518815 h 2730677"/>
                  <a:gd name="connsiteX28" fmla="*/ 467192 w 930756"/>
                  <a:gd name="connsiteY28" fmla="*/ 696615 h 2730677"/>
                  <a:gd name="connsiteX29" fmla="*/ 517992 w 930756"/>
                  <a:gd name="connsiteY29" fmla="*/ 998240 h 2730677"/>
                  <a:gd name="connsiteX0" fmla="*/ 517992 w 930790"/>
                  <a:gd name="connsiteY0" fmla="*/ 998240 h 2730677"/>
                  <a:gd name="connsiteX1" fmla="*/ 470367 w 930790"/>
                  <a:gd name="connsiteY1" fmla="*/ 1163340 h 2730677"/>
                  <a:gd name="connsiteX2" fmla="*/ 479892 w 930790"/>
                  <a:gd name="connsiteY2" fmla="*/ 1449090 h 2730677"/>
                  <a:gd name="connsiteX3" fmla="*/ 390992 w 930790"/>
                  <a:gd name="connsiteY3" fmla="*/ 1950740 h 2730677"/>
                  <a:gd name="connsiteX4" fmla="*/ 146517 w 930790"/>
                  <a:gd name="connsiteY4" fmla="*/ 2220615 h 2730677"/>
                  <a:gd name="connsiteX5" fmla="*/ 467 w 930790"/>
                  <a:gd name="connsiteY5" fmla="*/ 2569865 h 2730677"/>
                  <a:gd name="connsiteX6" fmla="*/ 98892 w 930790"/>
                  <a:gd name="connsiteY6" fmla="*/ 2665115 h 2730677"/>
                  <a:gd name="connsiteX7" fmla="*/ 365592 w 930790"/>
                  <a:gd name="connsiteY7" fmla="*/ 2722264 h 2730677"/>
                  <a:gd name="connsiteX8" fmla="*/ 187792 w 930790"/>
                  <a:gd name="connsiteY8" fmla="*/ 2525415 h 2730677"/>
                  <a:gd name="connsiteX9" fmla="*/ 610067 w 930790"/>
                  <a:gd name="connsiteY9" fmla="*/ 2080915 h 2730677"/>
                  <a:gd name="connsiteX10" fmla="*/ 794217 w 930790"/>
                  <a:gd name="connsiteY10" fmla="*/ 1550690 h 2730677"/>
                  <a:gd name="connsiteX11" fmla="*/ 876767 w 930790"/>
                  <a:gd name="connsiteY11" fmla="*/ 1252240 h 2730677"/>
                  <a:gd name="connsiteX12" fmla="*/ 860892 w 930790"/>
                  <a:gd name="connsiteY12" fmla="*/ 1169690 h 2730677"/>
                  <a:gd name="connsiteX13" fmla="*/ 724367 w 930790"/>
                  <a:gd name="connsiteY13" fmla="*/ 1055390 h 2730677"/>
                  <a:gd name="connsiteX14" fmla="*/ 644992 w 930790"/>
                  <a:gd name="connsiteY14" fmla="*/ 839490 h 2730677"/>
                  <a:gd name="connsiteX15" fmla="*/ 587842 w 930790"/>
                  <a:gd name="connsiteY15" fmla="*/ 725190 h 2730677"/>
                  <a:gd name="connsiteX16" fmla="*/ 857719 w 930790"/>
                  <a:gd name="connsiteY16" fmla="*/ 902993 h 2730677"/>
                  <a:gd name="connsiteX17" fmla="*/ 930744 w 930790"/>
                  <a:gd name="connsiteY17" fmla="*/ 826793 h 2730677"/>
                  <a:gd name="connsiteX18" fmla="*/ 870419 w 930790"/>
                  <a:gd name="connsiteY18" fmla="*/ 877593 h 2730677"/>
                  <a:gd name="connsiteX19" fmla="*/ 759295 w 930790"/>
                  <a:gd name="connsiteY19" fmla="*/ 423568 h 2730677"/>
                  <a:gd name="connsiteX20" fmla="*/ 848195 w 930790"/>
                  <a:gd name="connsiteY20" fmla="*/ 356893 h 2730677"/>
                  <a:gd name="connsiteX21" fmla="*/ 883119 w 930790"/>
                  <a:gd name="connsiteY21" fmla="*/ 239418 h 2730677"/>
                  <a:gd name="connsiteX22" fmla="*/ 838670 w 930790"/>
                  <a:gd name="connsiteY22" fmla="*/ 64793 h 2730677"/>
                  <a:gd name="connsiteX23" fmla="*/ 714842 w 930790"/>
                  <a:gd name="connsiteY23" fmla="*/ 1290 h 2730677"/>
                  <a:gd name="connsiteX24" fmla="*/ 521169 w 930790"/>
                  <a:gd name="connsiteY24" fmla="*/ 125117 h 2730677"/>
                  <a:gd name="connsiteX25" fmla="*/ 613244 w 930790"/>
                  <a:gd name="connsiteY25" fmla="*/ 382292 h 2730677"/>
                  <a:gd name="connsiteX26" fmla="*/ 511642 w 930790"/>
                  <a:gd name="connsiteY26" fmla="*/ 518815 h 2730677"/>
                  <a:gd name="connsiteX27" fmla="*/ 467192 w 930790"/>
                  <a:gd name="connsiteY27" fmla="*/ 696615 h 2730677"/>
                  <a:gd name="connsiteX28" fmla="*/ 517992 w 930790"/>
                  <a:gd name="connsiteY28" fmla="*/ 998240 h 2730677"/>
                  <a:gd name="connsiteX0" fmla="*/ 517992 w 930790"/>
                  <a:gd name="connsiteY0" fmla="*/ 998240 h 2730677"/>
                  <a:gd name="connsiteX1" fmla="*/ 470367 w 930790"/>
                  <a:gd name="connsiteY1" fmla="*/ 1163340 h 2730677"/>
                  <a:gd name="connsiteX2" fmla="*/ 479892 w 930790"/>
                  <a:gd name="connsiteY2" fmla="*/ 1449090 h 2730677"/>
                  <a:gd name="connsiteX3" fmla="*/ 390992 w 930790"/>
                  <a:gd name="connsiteY3" fmla="*/ 1950740 h 2730677"/>
                  <a:gd name="connsiteX4" fmla="*/ 146517 w 930790"/>
                  <a:gd name="connsiteY4" fmla="*/ 2220615 h 2730677"/>
                  <a:gd name="connsiteX5" fmla="*/ 467 w 930790"/>
                  <a:gd name="connsiteY5" fmla="*/ 2569865 h 2730677"/>
                  <a:gd name="connsiteX6" fmla="*/ 98892 w 930790"/>
                  <a:gd name="connsiteY6" fmla="*/ 2665115 h 2730677"/>
                  <a:gd name="connsiteX7" fmla="*/ 365592 w 930790"/>
                  <a:gd name="connsiteY7" fmla="*/ 2722264 h 2730677"/>
                  <a:gd name="connsiteX8" fmla="*/ 187792 w 930790"/>
                  <a:gd name="connsiteY8" fmla="*/ 2525415 h 2730677"/>
                  <a:gd name="connsiteX9" fmla="*/ 610067 w 930790"/>
                  <a:gd name="connsiteY9" fmla="*/ 2080915 h 2730677"/>
                  <a:gd name="connsiteX10" fmla="*/ 794217 w 930790"/>
                  <a:gd name="connsiteY10" fmla="*/ 1550690 h 2730677"/>
                  <a:gd name="connsiteX11" fmla="*/ 876767 w 930790"/>
                  <a:gd name="connsiteY11" fmla="*/ 1252240 h 2730677"/>
                  <a:gd name="connsiteX12" fmla="*/ 860892 w 930790"/>
                  <a:gd name="connsiteY12" fmla="*/ 1169690 h 2730677"/>
                  <a:gd name="connsiteX13" fmla="*/ 724367 w 930790"/>
                  <a:gd name="connsiteY13" fmla="*/ 1055390 h 2730677"/>
                  <a:gd name="connsiteX14" fmla="*/ 644992 w 930790"/>
                  <a:gd name="connsiteY14" fmla="*/ 839490 h 2730677"/>
                  <a:gd name="connsiteX15" fmla="*/ 587842 w 930790"/>
                  <a:gd name="connsiteY15" fmla="*/ 725190 h 2730677"/>
                  <a:gd name="connsiteX16" fmla="*/ 857719 w 930790"/>
                  <a:gd name="connsiteY16" fmla="*/ 902993 h 2730677"/>
                  <a:gd name="connsiteX17" fmla="*/ 930744 w 930790"/>
                  <a:gd name="connsiteY17" fmla="*/ 826793 h 2730677"/>
                  <a:gd name="connsiteX18" fmla="*/ 870419 w 930790"/>
                  <a:gd name="connsiteY18" fmla="*/ 877593 h 2730677"/>
                  <a:gd name="connsiteX19" fmla="*/ 759295 w 930790"/>
                  <a:gd name="connsiteY19" fmla="*/ 423568 h 2730677"/>
                  <a:gd name="connsiteX20" fmla="*/ 848195 w 930790"/>
                  <a:gd name="connsiteY20" fmla="*/ 356893 h 2730677"/>
                  <a:gd name="connsiteX21" fmla="*/ 883119 w 930790"/>
                  <a:gd name="connsiteY21" fmla="*/ 239418 h 2730677"/>
                  <a:gd name="connsiteX22" fmla="*/ 838670 w 930790"/>
                  <a:gd name="connsiteY22" fmla="*/ 64793 h 2730677"/>
                  <a:gd name="connsiteX23" fmla="*/ 714842 w 930790"/>
                  <a:gd name="connsiteY23" fmla="*/ 1290 h 2730677"/>
                  <a:gd name="connsiteX24" fmla="*/ 521169 w 930790"/>
                  <a:gd name="connsiteY24" fmla="*/ 125117 h 2730677"/>
                  <a:gd name="connsiteX25" fmla="*/ 613244 w 930790"/>
                  <a:gd name="connsiteY25" fmla="*/ 382292 h 2730677"/>
                  <a:gd name="connsiteX26" fmla="*/ 511642 w 930790"/>
                  <a:gd name="connsiteY26" fmla="*/ 518815 h 2730677"/>
                  <a:gd name="connsiteX27" fmla="*/ 467192 w 930790"/>
                  <a:gd name="connsiteY27" fmla="*/ 696615 h 2730677"/>
                  <a:gd name="connsiteX28" fmla="*/ 517992 w 930790"/>
                  <a:gd name="connsiteY28" fmla="*/ 998240 h 2730677"/>
                  <a:gd name="connsiteX0" fmla="*/ 517992 w 887922"/>
                  <a:gd name="connsiteY0" fmla="*/ 998240 h 2730677"/>
                  <a:gd name="connsiteX1" fmla="*/ 470367 w 887922"/>
                  <a:gd name="connsiteY1" fmla="*/ 1163340 h 2730677"/>
                  <a:gd name="connsiteX2" fmla="*/ 479892 w 887922"/>
                  <a:gd name="connsiteY2" fmla="*/ 1449090 h 2730677"/>
                  <a:gd name="connsiteX3" fmla="*/ 390992 w 887922"/>
                  <a:gd name="connsiteY3" fmla="*/ 1950740 h 2730677"/>
                  <a:gd name="connsiteX4" fmla="*/ 146517 w 887922"/>
                  <a:gd name="connsiteY4" fmla="*/ 2220615 h 2730677"/>
                  <a:gd name="connsiteX5" fmla="*/ 467 w 887922"/>
                  <a:gd name="connsiteY5" fmla="*/ 2569865 h 2730677"/>
                  <a:gd name="connsiteX6" fmla="*/ 98892 w 887922"/>
                  <a:gd name="connsiteY6" fmla="*/ 2665115 h 2730677"/>
                  <a:gd name="connsiteX7" fmla="*/ 365592 w 887922"/>
                  <a:gd name="connsiteY7" fmla="*/ 2722264 h 2730677"/>
                  <a:gd name="connsiteX8" fmla="*/ 187792 w 887922"/>
                  <a:gd name="connsiteY8" fmla="*/ 2525415 h 2730677"/>
                  <a:gd name="connsiteX9" fmla="*/ 610067 w 887922"/>
                  <a:gd name="connsiteY9" fmla="*/ 2080915 h 2730677"/>
                  <a:gd name="connsiteX10" fmla="*/ 794217 w 887922"/>
                  <a:gd name="connsiteY10" fmla="*/ 1550690 h 2730677"/>
                  <a:gd name="connsiteX11" fmla="*/ 876767 w 887922"/>
                  <a:gd name="connsiteY11" fmla="*/ 1252240 h 2730677"/>
                  <a:gd name="connsiteX12" fmla="*/ 860892 w 887922"/>
                  <a:gd name="connsiteY12" fmla="*/ 1169690 h 2730677"/>
                  <a:gd name="connsiteX13" fmla="*/ 724367 w 887922"/>
                  <a:gd name="connsiteY13" fmla="*/ 1055390 h 2730677"/>
                  <a:gd name="connsiteX14" fmla="*/ 644992 w 887922"/>
                  <a:gd name="connsiteY14" fmla="*/ 839490 h 2730677"/>
                  <a:gd name="connsiteX15" fmla="*/ 587842 w 887922"/>
                  <a:gd name="connsiteY15" fmla="*/ 725190 h 2730677"/>
                  <a:gd name="connsiteX16" fmla="*/ 857719 w 887922"/>
                  <a:gd name="connsiteY16" fmla="*/ 902993 h 2730677"/>
                  <a:gd name="connsiteX17" fmla="*/ 870419 w 887922"/>
                  <a:gd name="connsiteY17" fmla="*/ 877593 h 2730677"/>
                  <a:gd name="connsiteX18" fmla="*/ 759295 w 887922"/>
                  <a:gd name="connsiteY18" fmla="*/ 423568 h 2730677"/>
                  <a:gd name="connsiteX19" fmla="*/ 848195 w 887922"/>
                  <a:gd name="connsiteY19" fmla="*/ 356893 h 2730677"/>
                  <a:gd name="connsiteX20" fmla="*/ 883119 w 887922"/>
                  <a:gd name="connsiteY20" fmla="*/ 239418 h 2730677"/>
                  <a:gd name="connsiteX21" fmla="*/ 838670 w 887922"/>
                  <a:gd name="connsiteY21" fmla="*/ 64793 h 2730677"/>
                  <a:gd name="connsiteX22" fmla="*/ 714842 w 887922"/>
                  <a:gd name="connsiteY22" fmla="*/ 1290 h 2730677"/>
                  <a:gd name="connsiteX23" fmla="*/ 521169 w 887922"/>
                  <a:gd name="connsiteY23" fmla="*/ 125117 h 2730677"/>
                  <a:gd name="connsiteX24" fmla="*/ 613244 w 887922"/>
                  <a:gd name="connsiteY24" fmla="*/ 382292 h 2730677"/>
                  <a:gd name="connsiteX25" fmla="*/ 511642 w 887922"/>
                  <a:gd name="connsiteY25" fmla="*/ 518815 h 2730677"/>
                  <a:gd name="connsiteX26" fmla="*/ 467192 w 887922"/>
                  <a:gd name="connsiteY26" fmla="*/ 696615 h 2730677"/>
                  <a:gd name="connsiteX27" fmla="*/ 517992 w 887922"/>
                  <a:gd name="connsiteY27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587842 w 883584"/>
                  <a:gd name="connsiteY15" fmla="*/ 725190 h 2730677"/>
                  <a:gd name="connsiteX16" fmla="*/ 857719 w 883584"/>
                  <a:gd name="connsiteY16" fmla="*/ 902993 h 2730677"/>
                  <a:gd name="connsiteX17" fmla="*/ 759295 w 883584"/>
                  <a:gd name="connsiteY17" fmla="*/ 423568 h 2730677"/>
                  <a:gd name="connsiteX18" fmla="*/ 848195 w 883584"/>
                  <a:gd name="connsiteY18" fmla="*/ 356893 h 2730677"/>
                  <a:gd name="connsiteX19" fmla="*/ 883119 w 883584"/>
                  <a:gd name="connsiteY19" fmla="*/ 239418 h 2730677"/>
                  <a:gd name="connsiteX20" fmla="*/ 838670 w 883584"/>
                  <a:gd name="connsiteY20" fmla="*/ 64793 h 2730677"/>
                  <a:gd name="connsiteX21" fmla="*/ 714842 w 883584"/>
                  <a:gd name="connsiteY21" fmla="*/ 1290 h 2730677"/>
                  <a:gd name="connsiteX22" fmla="*/ 521169 w 883584"/>
                  <a:gd name="connsiteY22" fmla="*/ 125117 h 2730677"/>
                  <a:gd name="connsiteX23" fmla="*/ 613244 w 883584"/>
                  <a:gd name="connsiteY23" fmla="*/ 382292 h 2730677"/>
                  <a:gd name="connsiteX24" fmla="*/ 511642 w 883584"/>
                  <a:gd name="connsiteY24" fmla="*/ 518815 h 2730677"/>
                  <a:gd name="connsiteX25" fmla="*/ 467192 w 883584"/>
                  <a:gd name="connsiteY25" fmla="*/ 696615 h 2730677"/>
                  <a:gd name="connsiteX26" fmla="*/ 517992 w 883584"/>
                  <a:gd name="connsiteY26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11642 w 883584"/>
                  <a:gd name="connsiteY23" fmla="*/ 518815 h 2730677"/>
                  <a:gd name="connsiteX24" fmla="*/ 467192 w 883584"/>
                  <a:gd name="connsiteY24" fmla="*/ 696615 h 2730677"/>
                  <a:gd name="connsiteX25" fmla="*/ 517992 w 883584"/>
                  <a:gd name="connsiteY25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517992 w 883584"/>
                  <a:gd name="connsiteY25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517992 w 883584"/>
                  <a:gd name="connsiteY25" fmla="*/ 998240 h 2730677"/>
                  <a:gd name="connsiteX0" fmla="*/ 517992 w 883584"/>
                  <a:gd name="connsiteY0" fmla="*/ 9982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17992 w 883584"/>
                  <a:gd name="connsiteY26" fmla="*/ 998240 h 2730677"/>
                  <a:gd name="connsiteX0" fmla="*/ 508467 w 883584"/>
                  <a:gd name="connsiteY0" fmla="*/ 1036340 h 2730677"/>
                  <a:gd name="connsiteX1" fmla="*/ 470367 w 883584"/>
                  <a:gd name="connsiteY1" fmla="*/ 1163340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79892 w 883584"/>
                  <a:gd name="connsiteY2" fmla="*/ 1449090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665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665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665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67192 w 883584"/>
                  <a:gd name="connsiteY2" fmla="*/ 15792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36340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36340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08467 w 883584"/>
                  <a:gd name="connsiteY0" fmla="*/ 1071265 h 2730677"/>
                  <a:gd name="connsiteX1" fmla="*/ 429092 w 883584"/>
                  <a:gd name="connsiteY1" fmla="*/ 1293515 h 2730677"/>
                  <a:gd name="connsiteX2" fmla="*/ 448142 w 883584"/>
                  <a:gd name="connsiteY2" fmla="*/ 1591965 h 2730677"/>
                  <a:gd name="connsiteX3" fmla="*/ 390992 w 883584"/>
                  <a:gd name="connsiteY3" fmla="*/ 1950740 h 2730677"/>
                  <a:gd name="connsiteX4" fmla="*/ 146517 w 883584"/>
                  <a:gd name="connsiteY4" fmla="*/ 2220615 h 2730677"/>
                  <a:gd name="connsiteX5" fmla="*/ 467 w 883584"/>
                  <a:gd name="connsiteY5" fmla="*/ 2569865 h 2730677"/>
                  <a:gd name="connsiteX6" fmla="*/ 98892 w 883584"/>
                  <a:gd name="connsiteY6" fmla="*/ 2665115 h 2730677"/>
                  <a:gd name="connsiteX7" fmla="*/ 365592 w 883584"/>
                  <a:gd name="connsiteY7" fmla="*/ 2722264 h 2730677"/>
                  <a:gd name="connsiteX8" fmla="*/ 187792 w 883584"/>
                  <a:gd name="connsiteY8" fmla="*/ 2525415 h 2730677"/>
                  <a:gd name="connsiteX9" fmla="*/ 610067 w 883584"/>
                  <a:gd name="connsiteY9" fmla="*/ 2080915 h 2730677"/>
                  <a:gd name="connsiteX10" fmla="*/ 794217 w 883584"/>
                  <a:gd name="connsiteY10" fmla="*/ 1550690 h 2730677"/>
                  <a:gd name="connsiteX11" fmla="*/ 876767 w 883584"/>
                  <a:gd name="connsiteY11" fmla="*/ 1252240 h 2730677"/>
                  <a:gd name="connsiteX12" fmla="*/ 860892 w 883584"/>
                  <a:gd name="connsiteY12" fmla="*/ 1169690 h 2730677"/>
                  <a:gd name="connsiteX13" fmla="*/ 724367 w 883584"/>
                  <a:gd name="connsiteY13" fmla="*/ 1055390 h 2730677"/>
                  <a:gd name="connsiteX14" fmla="*/ 644992 w 883584"/>
                  <a:gd name="connsiteY14" fmla="*/ 839490 h 2730677"/>
                  <a:gd name="connsiteX15" fmla="*/ 857719 w 883584"/>
                  <a:gd name="connsiteY15" fmla="*/ 902993 h 2730677"/>
                  <a:gd name="connsiteX16" fmla="*/ 759295 w 883584"/>
                  <a:gd name="connsiteY16" fmla="*/ 423568 h 2730677"/>
                  <a:gd name="connsiteX17" fmla="*/ 848195 w 883584"/>
                  <a:gd name="connsiteY17" fmla="*/ 356893 h 2730677"/>
                  <a:gd name="connsiteX18" fmla="*/ 883119 w 883584"/>
                  <a:gd name="connsiteY18" fmla="*/ 239418 h 2730677"/>
                  <a:gd name="connsiteX19" fmla="*/ 838670 w 883584"/>
                  <a:gd name="connsiteY19" fmla="*/ 64793 h 2730677"/>
                  <a:gd name="connsiteX20" fmla="*/ 714842 w 883584"/>
                  <a:gd name="connsiteY20" fmla="*/ 1290 h 2730677"/>
                  <a:gd name="connsiteX21" fmla="*/ 521169 w 883584"/>
                  <a:gd name="connsiteY21" fmla="*/ 125117 h 2730677"/>
                  <a:gd name="connsiteX22" fmla="*/ 613244 w 883584"/>
                  <a:gd name="connsiteY22" fmla="*/ 382292 h 2730677"/>
                  <a:gd name="connsiteX23" fmla="*/ 530692 w 883584"/>
                  <a:gd name="connsiteY23" fmla="*/ 541040 h 2730677"/>
                  <a:gd name="connsiteX24" fmla="*/ 467192 w 883584"/>
                  <a:gd name="connsiteY24" fmla="*/ 696615 h 2730677"/>
                  <a:gd name="connsiteX25" fmla="*/ 476719 w 883584"/>
                  <a:gd name="connsiteY25" fmla="*/ 677568 h 2730677"/>
                  <a:gd name="connsiteX26" fmla="*/ 508467 w 883584"/>
                  <a:gd name="connsiteY26" fmla="*/ 1071265 h 2730677"/>
                  <a:gd name="connsiteX0" fmla="*/ 515430 w 890547"/>
                  <a:gd name="connsiteY0" fmla="*/ 1071265 h 2730677"/>
                  <a:gd name="connsiteX1" fmla="*/ 436055 w 890547"/>
                  <a:gd name="connsiteY1" fmla="*/ 1293515 h 2730677"/>
                  <a:gd name="connsiteX2" fmla="*/ 455105 w 890547"/>
                  <a:gd name="connsiteY2" fmla="*/ 1591965 h 2730677"/>
                  <a:gd name="connsiteX3" fmla="*/ 397955 w 890547"/>
                  <a:gd name="connsiteY3" fmla="*/ 1950740 h 2730677"/>
                  <a:gd name="connsiteX4" fmla="*/ 153480 w 890547"/>
                  <a:gd name="connsiteY4" fmla="*/ 2220615 h 2730677"/>
                  <a:gd name="connsiteX5" fmla="*/ 7430 w 890547"/>
                  <a:gd name="connsiteY5" fmla="*/ 2569865 h 2730677"/>
                  <a:gd name="connsiteX6" fmla="*/ 105855 w 890547"/>
                  <a:gd name="connsiteY6" fmla="*/ 2665115 h 2730677"/>
                  <a:gd name="connsiteX7" fmla="*/ 372555 w 890547"/>
                  <a:gd name="connsiteY7" fmla="*/ 2722264 h 2730677"/>
                  <a:gd name="connsiteX8" fmla="*/ 194755 w 890547"/>
                  <a:gd name="connsiteY8" fmla="*/ 2525415 h 2730677"/>
                  <a:gd name="connsiteX9" fmla="*/ 617030 w 890547"/>
                  <a:gd name="connsiteY9" fmla="*/ 2080915 h 2730677"/>
                  <a:gd name="connsiteX10" fmla="*/ 801180 w 890547"/>
                  <a:gd name="connsiteY10" fmla="*/ 1550690 h 2730677"/>
                  <a:gd name="connsiteX11" fmla="*/ 883730 w 890547"/>
                  <a:gd name="connsiteY11" fmla="*/ 1252240 h 2730677"/>
                  <a:gd name="connsiteX12" fmla="*/ 867855 w 890547"/>
                  <a:gd name="connsiteY12" fmla="*/ 1169690 h 2730677"/>
                  <a:gd name="connsiteX13" fmla="*/ 731330 w 890547"/>
                  <a:gd name="connsiteY13" fmla="*/ 1055390 h 2730677"/>
                  <a:gd name="connsiteX14" fmla="*/ 651955 w 890547"/>
                  <a:gd name="connsiteY14" fmla="*/ 839490 h 2730677"/>
                  <a:gd name="connsiteX15" fmla="*/ 864682 w 890547"/>
                  <a:gd name="connsiteY15" fmla="*/ 902993 h 2730677"/>
                  <a:gd name="connsiteX16" fmla="*/ 766258 w 890547"/>
                  <a:gd name="connsiteY16" fmla="*/ 423568 h 2730677"/>
                  <a:gd name="connsiteX17" fmla="*/ 855158 w 890547"/>
                  <a:gd name="connsiteY17" fmla="*/ 356893 h 2730677"/>
                  <a:gd name="connsiteX18" fmla="*/ 890082 w 890547"/>
                  <a:gd name="connsiteY18" fmla="*/ 239418 h 2730677"/>
                  <a:gd name="connsiteX19" fmla="*/ 845633 w 890547"/>
                  <a:gd name="connsiteY19" fmla="*/ 64793 h 2730677"/>
                  <a:gd name="connsiteX20" fmla="*/ 721805 w 890547"/>
                  <a:gd name="connsiteY20" fmla="*/ 1290 h 2730677"/>
                  <a:gd name="connsiteX21" fmla="*/ 528132 w 890547"/>
                  <a:gd name="connsiteY21" fmla="*/ 125117 h 2730677"/>
                  <a:gd name="connsiteX22" fmla="*/ 620207 w 890547"/>
                  <a:gd name="connsiteY22" fmla="*/ 382292 h 2730677"/>
                  <a:gd name="connsiteX23" fmla="*/ 537655 w 890547"/>
                  <a:gd name="connsiteY23" fmla="*/ 541040 h 2730677"/>
                  <a:gd name="connsiteX24" fmla="*/ 474155 w 890547"/>
                  <a:gd name="connsiteY24" fmla="*/ 696615 h 2730677"/>
                  <a:gd name="connsiteX25" fmla="*/ 483682 w 890547"/>
                  <a:gd name="connsiteY25" fmla="*/ 677568 h 2730677"/>
                  <a:gd name="connsiteX26" fmla="*/ 515430 w 890547"/>
                  <a:gd name="connsiteY26" fmla="*/ 1071265 h 2730677"/>
                  <a:gd name="connsiteX0" fmla="*/ 509256 w 884373"/>
                  <a:gd name="connsiteY0" fmla="*/ 1071265 h 2730677"/>
                  <a:gd name="connsiteX1" fmla="*/ 429881 w 884373"/>
                  <a:gd name="connsiteY1" fmla="*/ 1293515 h 2730677"/>
                  <a:gd name="connsiteX2" fmla="*/ 448931 w 884373"/>
                  <a:gd name="connsiteY2" fmla="*/ 1591965 h 2730677"/>
                  <a:gd name="connsiteX3" fmla="*/ 391781 w 884373"/>
                  <a:gd name="connsiteY3" fmla="*/ 1950740 h 2730677"/>
                  <a:gd name="connsiteX4" fmla="*/ 147306 w 884373"/>
                  <a:gd name="connsiteY4" fmla="*/ 2220615 h 2730677"/>
                  <a:gd name="connsiteX5" fmla="*/ 1256 w 884373"/>
                  <a:gd name="connsiteY5" fmla="*/ 2569865 h 2730677"/>
                  <a:gd name="connsiteX6" fmla="*/ 99681 w 884373"/>
                  <a:gd name="connsiteY6" fmla="*/ 2665115 h 2730677"/>
                  <a:gd name="connsiteX7" fmla="*/ 366381 w 884373"/>
                  <a:gd name="connsiteY7" fmla="*/ 2722264 h 2730677"/>
                  <a:gd name="connsiteX8" fmla="*/ 188581 w 884373"/>
                  <a:gd name="connsiteY8" fmla="*/ 2525415 h 2730677"/>
                  <a:gd name="connsiteX9" fmla="*/ 610856 w 884373"/>
                  <a:gd name="connsiteY9" fmla="*/ 2080915 h 2730677"/>
                  <a:gd name="connsiteX10" fmla="*/ 795006 w 884373"/>
                  <a:gd name="connsiteY10" fmla="*/ 1550690 h 2730677"/>
                  <a:gd name="connsiteX11" fmla="*/ 877556 w 884373"/>
                  <a:gd name="connsiteY11" fmla="*/ 1252240 h 2730677"/>
                  <a:gd name="connsiteX12" fmla="*/ 861681 w 884373"/>
                  <a:gd name="connsiteY12" fmla="*/ 1169690 h 2730677"/>
                  <a:gd name="connsiteX13" fmla="*/ 725156 w 884373"/>
                  <a:gd name="connsiteY13" fmla="*/ 1055390 h 2730677"/>
                  <a:gd name="connsiteX14" fmla="*/ 645781 w 884373"/>
                  <a:gd name="connsiteY14" fmla="*/ 839490 h 2730677"/>
                  <a:gd name="connsiteX15" fmla="*/ 858508 w 884373"/>
                  <a:gd name="connsiteY15" fmla="*/ 902993 h 2730677"/>
                  <a:gd name="connsiteX16" fmla="*/ 760084 w 884373"/>
                  <a:gd name="connsiteY16" fmla="*/ 423568 h 2730677"/>
                  <a:gd name="connsiteX17" fmla="*/ 848984 w 884373"/>
                  <a:gd name="connsiteY17" fmla="*/ 356893 h 2730677"/>
                  <a:gd name="connsiteX18" fmla="*/ 883908 w 884373"/>
                  <a:gd name="connsiteY18" fmla="*/ 239418 h 2730677"/>
                  <a:gd name="connsiteX19" fmla="*/ 839459 w 884373"/>
                  <a:gd name="connsiteY19" fmla="*/ 64793 h 2730677"/>
                  <a:gd name="connsiteX20" fmla="*/ 715631 w 884373"/>
                  <a:gd name="connsiteY20" fmla="*/ 1290 h 2730677"/>
                  <a:gd name="connsiteX21" fmla="*/ 521958 w 884373"/>
                  <a:gd name="connsiteY21" fmla="*/ 125117 h 2730677"/>
                  <a:gd name="connsiteX22" fmla="*/ 614033 w 884373"/>
                  <a:gd name="connsiteY22" fmla="*/ 382292 h 2730677"/>
                  <a:gd name="connsiteX23" fmla="*/ 531481 w 884373"/>
                  <a:gd name="connsiteY23" fmla="*/ 541040 h 2730677"/>
                  <a:gd name="connsiteX24" fmla="*/ 467981 w 884373"/>
                  <a:gd name="connsiteY24" fmla="*/ 696615 h 2730677"/>
                  <a:gd name="connsiteX25" fmla="*/ 477508 w 884373"/>
                  <a:gd name="connsiteY25" fmla="*/ 677568 h 2730677"/>
                  <a:gd name="connsiteX26" fmla="*/ 509256 w 884373"/>
                  <a:gd name="connsiteY26" fmla="*/ 1071265 h 2730677"/>
                  <a:gd name="connsiteX0" fmla="*/ 515259 w 890376"/>
                  <a:gd name="connsiteY0" fmla="*/ 1071265 h 2730677"/>
                  <a:gd name="connsiteX1" fmla="*/ 435884 w 890376"/>
                  <a:gd name="connsiteY1" fmla="*/ 1293515 h 2730677"/>
                  <a:gd name="connsiteX2" fmla="*/ 454934 w 890376"/>
                  <a:gd name="connsiteY2" fmla="*/ 1591965 h 2730677"/>
                  <a:gd name="connsiteX3" fmla="*/ 397784 w 890376"/>
                  <a:gd name="connsiteY3" fmla="*/ 1950740 h 2730677"/>
                  <a:gd name="connsiteX4" fmla="*/ 153309 w 890376"/>
                  <a:gd name="connsiteY4" fmla="*/ 2220615 h 2730677"/>
                  <a:gd name="connsiteX5" fmla="*/ 7259 w 890376"/>
                  <a:gd name="connsiteY5" fmla="*/ 2569865 h 2730677"/>
                  <a:gd name="connsiteX6" fmla="*/ 105684 w 890376"/>
                  <a:gd name="connsiteY6" fmla="*/ 2665115 h 2730677"/>
                  <a:gd name="connsiteX7" fmla="*/ 372384 w 890376"/>
                  <a:gd name="connsiteY7" fmla="*/ 2722264 h 2730677"/>
                  <a:gd name="connsiteX8" fmla="*/ 194584 w 890376"/>
                  <a:gd name="connsiteY8" fmla="*/ 2525415 h 2730677"/>
                  <a:gd name="connsiteX9" fmla="*/ 616859 w 890376"/>
                  <a:gd name="connsiteY9" fmla="*/ 2080915 h 2730677"/>
                  <a:gd name="connsiteX10" fmla="*/ 801009 w 890376"/>
                  <a:gd name="connsiteY10" fmla="*/ 1550690 h 2730677"/>
                  <a:gd name="connsiteX11" fmla="*/ 883559 w 890376"/>
                  <a:gd name="connsiteY11" fmla="*/ 1252240 h 2730677"/>
                  <a:gd name="connsiteX12" fmla="*/ 867684 w 890376"/>
                  <a:gd name="connsiteY12" fmla="*/ 1169690 h 2730677"/>
                  <a:gd name="connsiteX13" fmla="*/ 731159 w 890376"/>
                  <a:gd name="connsiteY13" fmla="*/ 1055390 h 2730677"/>
                  <a:gd name="connsiteX14" fmla="*/ 651784 w 890376"/>
                  <a:gd name="connsiteY14" fmla="*/ 839490 h 2730677"/>
                  <a:gd name="connsiteX15" fmla="*/ 864511 w 890376"/>
                  <a:gd name="connsiteY15" fmla="*/ 902993 h 2730677"/>
                  <a:gd name="connsiteX16" fmla="*/ 766087 w 890376"/>
                  <a:gd name="connsiteY16" fmla="*/ 423568 h 2730677"/>
                  <a:gd name="connsiteX17" fmla="*/ 854987 w 890376"/>
                  <a:gd name="connsiteY17" fmla="*/ 356893 h 2730677"/>
                  <a:gd name="connsiteX18" fmla="*/ 889911 w 890376"/>
                  <a:gd name="connsiteY18" fmla="*/ 239418 h 2730677"/>
                  <a:gd name="connsiteX19" fmla="*/ 845462 w 890376"/>
                  <a:gd name="connsiteY19" fmla="*/ 64793 h 2730677"/>
                  <a:gd name="connsiteX20" fmla="*/ 721634 w 890376"/>
                  <a:gd name="connsiteY20" fmla="*/ 1290 h 2730677"/>
                  <a:gd name="connsiteX21" fmla="*/ 527961 w 890376"/>
                  <a:gd name="connsiteY21" fmla="*/ 125117 h 2730677"/>
                  <a:gd name="connsiteX22" fmla="*/ 620036 w 890376"/>
                  <a:gd name="connsiteY22" fmla="*/ 382292 h 2730677"/>
                  <a:gd name="connsiteX23" fmla="*/ 537484 w 890376"/>
                  <a:gd name="connsiteY23" fmla="*/ 541040 h 2730677"/>
                  <a:gd name="connsiteX24" fmla="*/ 473984 w 890376"/>
                  <a:gd name="connsiteY24" fmla="*/ 696615 h 2730677"/>
                  <a:gd name="connsiteX25" fmla="*/ 483511 w 890376"/>
                  <a:gd name="connsiteY25" fmla="*/ 677568 h 2730677"/>
                  <a:gd name="connsiteX26" fmla="*/ 515259 w 890376"/>
                  <a:gd name="connsiteY26" fmla="*/ 1071265 h 2730677"/>
                  <a:gd name="connsiteX0" fmla="*/ 509862 w 884979"/>
                  <a:gd name="connsiteY0" fmla="*/ 1071265 h 2730677"/>
                  <a:gd name="connsiteX1" fmla="*/ 430487 w 884979"/>
                  <a:gd name="connsiteY1" fmla="*/ 1293515 h 2730677"/>
                  <a:gd name="connsiteX2" fmla="*/ 449537 w 884979"/>
                  <a:gd name="connsiteY2" fmla="*/ 1591965 h 2730677"/>
                  <a:gd name="connsiteX3" fmla="*/ 392387 w 884979"/>
                  <a:gd name="connsiteY3" fmla="*/ 1950740 h 2730677"/>
                  <a:gd name="connsiteX4" fmla="*/ 147912 w 884979"/>
                  <a:gd name="connsiteY4" fmla="*/ 2220615 h 2730677"/>
                  <a:gd name="connsiteX5" fmla="*/ 1862 w 884979"/>
                  <a:gd name="connsiteY5" fmla="*/ 2569865 h 2730677"/>
                  <a:gd name="connsiteX6" fmla="*/ 65362 w 884979"/>
                  <a:gd name="connsiteY6" fmla="*/ 2646065 h 2730677"/>
                  <a:gd name="connsiteX7" fmla="*/ 366987 w 884979"/>
                  <a:gd name="connsiteY7" fmla="*/ 2722264 h 2730677"/>
                  <a:gd name="connsiteX8" fmla="*/ 189187 w 884979"/>
                  <a:gd name="connsiteY8" fmla="*/ 2525415 h 2730677"/>
                  <a:gd name="connsiteX9" fmla="*/ 611462 w 884979"/>
                  <a:gd name="connsiteY9" fmla="*/ 2080915 h 2730677"/>
                  <a:gd name="connsiteX10" fmla="*/ 795612 w 884979"/>
                  <a:gd name="connsiteY10" fmla="*/ 1550690 h 2730677"/>
                  <a:gd name="connsiteX11" fmla="*/ 878162 w 884979"/>
                  <a:gd name="connsiteY11" fmla="*/ 1252240 h 2730677"/>
                  <a:gd name="connsiteX12" fmla="*/ 862287 w 884979"/>
                  <a:gd name="connsiteY12" fmla="*/ 1169690 h 2730677"/>
                  <a:gd name="connsiteX13" fmla="*/ 725762 w 884979"/>
                  <a:gd name="connsiteY13" fmla="*/ 1055390 h 2730677"/>
                  <a:gd name="connsiteX14" fmla="*/ 646387 w 884979"/>
                  <a:gd name="connsiteY14" fmla="*/ 839490 h 2730677"/>
                  <a:gd name="connsiteX15" fmla="*/ 859114 w 884979"/>
                  <a:gd name="connsiteY15" fmla="*/ 902993 h 2730677"/>
                  <a:gd name="connsiteX16" fmla="*/ 760690 w 884979"/>
                  <a:gd name="connsiteY16" fmla="*/ 423568 h 2730677"/>
                  <a:gd name="connsiteX17" fmla="*/ 849590 w 884979"/>
                  <a:gd name="connsiteY17" fmla="*/ 356893 h 2730677"/>
                  <a:gd name="connsiteX18" fmla="*/ 884514 w 884979"/>
                  <a:gd name="connsiteY18" fmla="*/ 239418 h 2730677"/>
                  <a:gd name="connsiteX19" fmla="*/ 840065 w 884979"/>
                  <a:gd name="connsiteY19" fmla="*/ 64793 h 2730677"/>
                  <a:gd name="connsiteX20" fmla="*/ 716237 w 884979"/>
                  <a:gd name="connsiteY20" fmla="*/ 1290 h 2730677"/>
                  <a:gd name="connsiteX21" fmla="*/ 522564 w 884979"/>
                  <a:gd name="connsiteY21" fmla="*/ 125117 h 2730677"/>
                  <a:gd name="connsiteX22" fmla="*/ 614639 w 884979"/>
                  <a:gd name="connsiteY22" fmla="*/ 382292 h 2730677"/>
                  <a:gd name="connsiteX23" fmla="*/ 532087 w 884979"/>
                  <a:gd name="connsiteY23" fmla="*/ 541040 h 2730677"/>
                  <a:gd name="connsiteX24" fmla="*/ 468587 w 884979"/>
                  <a:gd name="connsiteY24" fmla="*/ 696615 h 2730677"/>
                  <a:gd name="connsiteX25" fmla="*/ 478114 w 884979"/>
                  <a:gd name="connsiteY25" fmla="*/ 677568 h 2730677"/>
                  <a:gd name="connsiteX26" fmla="*/ 509862 w 884979"/>
                  <a:gd name="connsiteY26" fmla="*/ 1071265 h 2730677"/>
                  <a:gd name="connsiteX0" fmla="*/ 509862 w 884979"/>
                  <a:gd name="connsiteY0" fmla="*/ 1071265 h 2730677"/>
                  <a:gd name="connsiteX1" fmla="*/ 430487 w 884979"/>
                  <a:gd name="connsiteY1" fmla="*/ 1293515 h 2730677"/>
                  <a:gd name="connsiteX2" fmla="*/ 449537 w 884979"/>
                  <a:gd name="connsiteY2" fmla="*/ 1591965 h 2730677"/>
                  <a:gd name="connsiteX3" fmla="*/ 392387 w 884979"/>
                  <a:gd name="connsiteY3" fmla="*/ 1950740 h 2730677"/>
                  <a:gd name="connsiteX4" fmla="*/ 147912 w 884979"/>
                  <a:gd name="connsiteY4" fmla="*/ 2220615 h 2730677"/>
                  <a:gd name="connsiteX5" fmla="*/ 1862 w 884979"/>
                  <a:gd name="connsiteY5" fmla="*/ 2569865 h 2730677"/>
                  <a:gd name="connsiteX6" fmla="*/ 65362 w 884979"/>
                  <a:gd name="connsiteY6" fmla="*/ 2646065 h 2730677"/>
                  <a:gd name="connsiteX7" fmla="*/ 366987 w 884979"/>
                  <a:gd name="connsiteY7" fmla="*/ 2722264 h 2730677"/>
                  <a:gd name="connsiteX8" fmla="*/ 189187 w 884979"/>
                  <a:gd name="connsiteY8" fmla="*/ 2525415 h 2730677"/>
                  <a:gd name="connsiteX9" fmla="*/ 611462 w 884979"/>
                  <a:gd name="connsiteY9" fmla="*/ 2080915 h 2730677"/>
                  <a:gd name="connsiteX10" fmla="*/ 795612 w 884979"/>
                  <a:gd name="connsiteY10" fmla="*/ 1550690 h 2730677"/>
                  <a:gd name="connsiteX11" fmla="*/ 878162 w 884979"/>
                  <a:gd name="connsiteY11" fmla="*/ 1252240 h 2730677"/>
                  <a:gd name="connsiteX12" fmla="*/ 862287 w 884979"/>
                  <a:gd name="connsiteY12" fmla="*/ 1169690 h 2730677"/>
                  <a:gd name="connsiteX13" fmla="*/ 725762 w 884979"/>
                  <a:gd name="connsiteY13" fmla="*/ 1055390 h 2730677"/>
                  <a:gd name="connsiteX14" fmla="*/ 646387 w 884979"/>
                  <a:gd name="connsiteY14" fmla="*/ 839490 h 2730677"/>
                  <a:gd name="connsiteX15" fmla="*/ 859114 w 884979"/>
                  <a:gd name="connsiteY15" fmla="*/ 902993 h 2730677"/>
                  <a:gd name="connsiteX16" fmla="*/ 760690 w 884979"/>
                  <a:gd name="connsiteY16" fmla="*/ 423568 h 2730677"/>
                  <a:gd name="connsiteX17" fmla="*/ 849590 w 884979"/>
                  <a:gd name="connsiteY17" fmla="*/ 356893 h 2730677"/>
                  <a:gd name="connsiteX18" fmla="*/ 884514 w 884979"/>
                  <a:gd name="connsiteY18" fmla="*/ 239418 h 2730677"/>
                  <a:gd name="connsiteX19" fmla="*/ 840065 w 884979"/>
                  <a:gd name="connsiteY19" fmla="*/ 64793 h 2730677"/>
                  <a:gd name="connsiteX20" fmla="*/ 716237 w 884979"/>
                  <a:gd name="connsiteY20" fmla="*/ 1290 h 2730677"/>
                  <a:gd name="connsiteX21" fmla="*/ 522564 w 884979"/>
                  <a:gd name="connsiteY21" fmla="*/ 125117 h 2730677"/>
                  <a:gd name="connsiteX22" fmla="*/ 614639 w 884979"/>
                  <a:gd name="connsiteY22" fmla="*/ 382292 h 2730677"/>
                  <a:gd name="connsiteX23" fmla="*/ 532087 w 884979"/>
                  <a:gd name="connsiteY23" fmla="*/ 541040 h 2730677"/>
                  <a:gd name="connsiteX24" fmla="*/ 468587 w 884979"/>
                  <a:gd name="connsiteY24" fmla="*/ 696615 h 2730677"/>
                  <a:gd name="connsiteX25" fmla="*/ 478114 w 884979"/>
                  <a:gd name="connsiteY25" fmla="*/ 677568 h 2730677"/>
                  <a:gd name="connsiteX26" fmla="*/ 509862 w 884979"/>
                  <a:gd name="connsiteY26" fmla="*/ 1071265 h 2730677"/>
                  <a:gd name="connsiteX0" fmla="*/ 509192 w 884309"/>
                  <a:gd name="connsiteY0" fmla="*/ 1071265 h 2730677"/>
                  <a:gd name="connsiteX1" fmla="*/ 429817 w 884309"/>
                  <a:gd name="connsiteY1" fmla="*/ 1293515 h 2730677"/>
                  <a:gd name="connsiteX2" fmla="*/ 448867 w 884309"/>
                  <a:gd name="connsiteY2" fmla="*/ 1591965 h 2730677"/>
                  <a:gd name="connsiteX3" fmla="*/ 391717 w 884309"/>
                  <a:gd name="connsiteY3" fmla="*/ 1950740 h 2730677"/>
                  <a:gd name="connsiteX4" fmla="*/ 147242 w 884309"/>
                  <a:gd name="connsiteY4" fmla="*/ 2220615 h 2730677"/>
                  <a:gd name="connsiteX5" fmla="*/ 1192 w 884309"/>
                  <a:gd name="connsiteY5" fmla="*/ 2569865 h 2730677"/>
                  <a:gd name="connsiteX6" fmla="*/ 77392 w 884309"/>
                  <a:gd name="connsiteY6" fmla="*/ 2652415 h 2730677"/>
                  <a:gd name="connsiteX7" fmla="*/ 366317 w 884309"/>
                  <a:gd name="connsiteY7" fmla="*/ 2722264 h 2730677"/>
                  <a:gd name="connsiteX8" fmla="*/ 188517 w 884309"/>
                  <a:gd name="connsiteY8" fmla="*/ 2525415 h 2730677"/>
                  <a:gd name="connsiteX9" fmla="*/ 610792 w 884309"/>
                  <a:gd name="connsiteY9" fmla="*/ 2080915 h 2730677"/>
                  <a:gd name="connsiteX10" fmla="*/ 794942 w 884309"/>
                  <a:gd name="connsiteY10" fmla="*/ 1550690 h 2730677"/>
                  <a:gd name="connsiteX11" fmla="*/ 877492 w 884309"/>
                  <a:gd name="connsiteY11" fmla="*/ 1252240 h 2730677"/>
                  <a:gd name="connsiteX12" fmla="*/ 861617 w 884309"/>
                  <a:gd name="connsiteY12" fmla="*/ 1169690 h 2730677"/>
                  <a:gd name="connsiteX13" fmla="*/ 725092 w 884309"/>
                  <a:gd name="connsiteY13" fmla="*/ 1055390 h 2730677"/>
                  <a:gd name="connsiteX14" fmla="*/ 645717 w 884309"/>
                  <a:gd name="connsiteY14" fmla="*/ 839490 h 2730677"/>
                  <a:gd name="connsiteX15" fmla="*/ 858444 w 884309"/>
                  <a:gd name="connsiteY15" fmla="*/ 902993 h 2730677"/>
                  <a:gd name="connsiteX16" fmla="*/ 760020 w 884309"/>
                  <a:gd name="connsiteY16" fmla="*/ 423568 h 2730677"/>
                  <a:gd name="connsiteX17" fmla="*/ 848920 w 884309"/>
                  <a:gd name="connsiteY17" fmla="*/ 356893 h 2730677"/>
                  <a:gd name="connsiteX18" fmla="*/ 883844 w 884309"/>
                  <a:gd name="connsiteY18" fmla="*/ 239418 h 2730677"/>
                  <a:gd name="connsiteX19" fmla="*/ 839395 w 884309"/>
                  <a:gd name="connsiteY19" fmla="*/ 64793 h 2730677"/>
                  <a:gd name="connsiteX20" fmla="*/ 715567 w 884309"/>
                  <a:gd name="connsiteY20" fmla="*/ 1290 h 2730677"/>
                  <a:gd name="connsiteX21" fmla="*/ 521894 w 884309"/>
                  <a:gd name="connsiteY21" fmla="*/ 125117 h 2730677"/>
                  <a:gd name="connsiteX22" fmla="*/ 613969 w 884309"/>
                  <a:gd name="connsiteY22" fmla="*/ 382292 h 2730677"/>
                  <a:gd name="connsiteX23" fmla="*/ 531417 w 884309"/>
                  <a:gd name="connsiteY23" fmla="*/ 541040 h 2730677"/>
                  <a:gd name="connsiteX24" fmla="*/ 467917 w 884309"/>
                  <a:gd name="connsiteY24" fmla="*/ 696615 h 2730677"/>
                  <a:gd name="connsiteX25" fmla="*/ 477444 w 884309"/>
                  <a:gd name="connsiteY25" fmla="*/ 677568 h 2730677"/>
                  <a:gd name="connsiteX26" fmla="*/ 509192 w 884309"/>
                  <a:gd name="connsiteY26" fmla="*/ 1071265 h 2730677"/>
                  <a:gd name="connsiteX0" fmla="*/ 509192 w 884309"/>
                  <a:gd name="connsiteY0" fmla="*/ 1071265 h 2730677"/>
                  <a:gd name="connsiteX1" fmla="*/ 429817 w 884309"/>
                  <a:gd name="connsiteY1" fmla="*/ 1293515 h 2730677"/>
                  <a:gd name="connsiteX2" fmla="*/ 448867 w 884309"/>
                  <a:gd name="connsiteY2" fmla="*/ 1591965 h 2730677"/>
                  <a:gd name="connsiteX3" fmla="*/ 391717 w 884309"/>
                  <a:gd name="connsiteY3" fmla="*/ 1950740 h 2730677"/>
                  <a:gd name="connsiteX4" fmla="*/ 147242 w 884309"/>
                  <a:gd name="connsiteY4" fmla="*/ 2220615 h 2730677"/>
                  <a:gd name="connsiteX5" fmla="*/ 1192 w 884309"/>
                  <a:gd name="connsiteY5" fmla="*/ 2569865 h 2730677"/>
                  <a:gd name="connsiteX6" fmla="*/ 77392 w 884309"/>
                  <a:gd name="connsiteY6" fmla="*/ 2652415 h 2730677"/>
                  <a:gd name="connsiteX7" fmla="*/ 366317 w 884309"/>
                  <a:gd name="connsiteY7" fmla="*/ 2722264 h 2730677"/>
                  <a:gd name="connsiteX8" fmla="*/ 188517 w 884309"/>
                  <a:gd name="connsiteY8" fmla="*/ 2525415 h 2730677"/>
                  <a:gd name="connsiteX9" fmla="*/ 610792 w 884309"/>
                  <a:gd name="connsiteY9" fmla="*/ 2080915 h 2730677"/>
                  <a:gd name="connsiteX10" fmla="*/ 794942 w 884309"/>
                  <a:gd name="connsiteY10" fmla="*/ 1550690 h 2730677"/>
                  <a:gd name="connsiteX11" fmla="*/ 877492 w 884309"/>
                  <a:gd name="connsiteY11" fmla="*/ 1252240 h 2730677"/>
                  <a:gd name="connsiteX12" fmla="*/ 861617 w 884309"/>
                  <a:gd name="connsiteY12" fmla="*/ 1169690 h 2730677"/>
                  <a:gd name="connsiteX13" fmla="*/ 725092 w 884309"/>
                  <a:gd name="connsiteY13" fmla="*/ 1055390 h 2730677"/>
                  <a:gd name="connsiteX14" fmla="*/ 645717 w 884309"/>
                  <a:gd name="connsiteY14" fmla="*/ 839490 h 2730677"/>
                  <a:gd name="connsiteX15" fmla="*/ 858444 w 884309"/>
                  <a:gd name="connsiteY15" fmla="*/ 902993 h 2730677"/>
                  <a:gd name="connsiteX16" fmla="*/ 760020 w 884309"/>
                  <a:gd name="connsiteY16" fmla="*/ 423568 h 2730677"/>
                  <a:gd name="connsiteX17" fmla="*/ 848920 w 884309"/>
                  <a:gd name="connsiteY17" fmla="*/ 356893 h 2730677"/>
                  <a:gd name="connsiteX18" fmla="*/ 883844 w 884309"/>
                  <a:gd name="connsiteY18" fmla="*/ 239418 h 2730677"/>
                  <a:gd name="connsiteX19" fmla="*/ 839395 w 884309"/>
                  <a:gd name="connsiteY19" fmla="*/ 64793 h 2730677"/>
                  <a:gd name="connsiteX20" fmla="*/ 715567 w 884309"/>
                  <a:gd name="connsiteY20" fmla="*/ 1290 h 2730677"/>
                  <a:gd name="connsiteX21" fmla="*/ 521894 w 884309"/>
                  <a:gd name="connsiteY21" fmla="*/ 125117 h 2730677"/>
                  <a:gd name="connsiteX22" fmla="*/ 613969 w 884309"/>
                  <a:gd name="connsiteY22" fmla="*/ 382292 h 2730677"/>
                  <a:gd name="connsiteX23" fmla="*/ 531417 w 884309"/>
                  <a:gd name="connsiteY23" fmla="*/ 541040 h 2730677"/>
                  <a:gd name="connsiteX24" fmla="*/ 467917 w 884309"/>
                  <a:gd name="connsiteY24" fmla="*/ 696615 h 2730677"/>
                  <a:gd name="connsiteX25" fmla="*/ 477444 w 884309"/>
                  <a:gd name="connsiteY25" fmla="*/ 677568 h 2730677"/>
                  <a:gd name="connsiteX26" fmla="*/ 509192 w 884309"/>
                  <a:gd name="connsiteY26" fmla="*/ 1071265 h 2730677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22264"/>
                  <a:gd name="connsiteX1" fmla="*/ 429817 w 884309"/>
                  <a:gd name="connsiteY1" fmla="*/ 1293515 h 2722264"/>
                  <a:gd name="connsiteX2" fmla="*/ 448867 w 884309"/>
                  <a:gd name="connsiteY2" fmla="*/ 1591965 h 2722264"/>
                  <a:gd name="connsiteX3" fmla="*/ 391717 w 884309"/>
                  <a:gd name="connsiteY3" fmla="*/ 1950740 h 2722264"/>
                  <a:gd name="connsiteX4" fmla="*/ 147242 w 884309"/>
                  <a:gd name="connsiteY4" fmla="*/ 2220615 h 2722264"/>
                  <a:gd name="connsiteX5" fmla="*/ 1192 w 884309"/>
                  <a:gd name="connsiteY5" fmla="*/ 2569865 h 2722264"/>
                  <a:gd name="connsiteX6" fmla="*/ 77392 w 884309"/>
                  <a:gd name="connsiteY6" fmla="*/ 2652415 h 2722264"/>
                  <a:gd name="connsiteX7" fmla="*/ 366317 w 884309"/>
                  <a:gd name="connsiteY7" fmla="*/ 2722264 h 2722264"/>
                  <a:gd name="connsiteX8" fmla="*/ 188517 w 884309"/>
                  <a:gd name="connsiteY8" fmla="*/ 2525415 h 2722264"/>
                  <a:gd name="connsiteX9" fmla="*/ 610792 w 884309"/>
                  <a:gd name="connsiteY9" fmla="*/ 2080915 h 2722264"/>
                  <a:gd name="connsiteX10" fmla="*/ 794942 w 884309"/>
                  <a:gd name="connsiteY10" fmla="*/ 1550690 h 2722264"/>
                  <a:gd name="connsiteX11" fmla="*/ 877492 w 884309"/>
                  <a:gd name="connsiteY11" fmla="*/ 1252240 h 2722264"/>
                  <a:gd name="connsiteX12" fmla="*/ 861617 w 884309"/>
                  <a:gd name="connsiteY12" fmla="*/ 1169690 h 2722264"/>
                  <a:gd name="connsiteX13" fmla="*/ 725092 w 884309"/>
                  <a:gd name="connsiteY13" fmla="*/ 1055390 h 2722264"/>
                  <a:gd name="connsiteX14" fmla="*/ 645717 w 884309"/>
                  <a:gd name="connsiteY14" fmla="*/ 839490 h 2722264"/>
                  <a:gd name="connsiteX15" fmla="*/ 858444 w 884309"/>
                  <a:gd name="connsiteY15" fmla="*/ 902993 h 2722264"/>
                  <a:gd name="connsiteX16" fmla="*/ 760020 w 884309"/>
                  <a:gd name="connsiteY16" fmla="*/ 423568 h 2722264"/>
                  <a:gd name="connsiteX17" fmla="*/ 848920 w 884309"/>
                  <a:gd name="connsiteY17" fmla="*/ 356893 h 2722264"/>
                  <a:gd name="connsiteX18" fmla="*/ 883844 w 884309"/>
                  <a:gd name="connsiteY18" fmla="*/ 239418 h 2722264"/>
                  <a:gd name="connsiteX19" fmla="*/ 839395 w 884309"/>
                  <a:gd name="connsiteY19" fmla="*/ 64793 h 2722264"/>
                  <a:gd name="connsiteX20" fmla="*/ 715567 w 884309"/>
                  <a:gd name="connsiteY20" fmla="*/ 1290 h 2722264"/>
                  <a:gd name="connsiteX21" fmla="*/ 521894 w 884309"/>
                  <a:gd name="connsiteY21" fmla="*/ 125117 h 2722264"/>
                  <a:gd name="connsiteX22" fmla="*/ 613969 w 884309"/>
                  <a:gd name="connsiteY22" fmla="*/ 382292 h 2722264"/>
                  <a:gd name="connsiteX23" fmla="*/ 531417 w 884309"/>
                  <a:gd name="connsiteY23" fmla="*/ 541040 h 2722264"/>
                  <a:gd name="connsiteX24" fmla="*/ 467917 w 884309"/>
                  <a:gd name="connsiteY24" fmla="*/ 696615 h 2722264"/>
                  <a:gd name="connsiteX25" fmla="*/ 477444 w 884309"/>
                  <a:gd name="connsiteY25" fmla="*/ 677568 h 2722264"/>
                  <a:gd name="connsiteX26" fmla="*/ 509192 w 884309"/>
                  <a:gd name="connsiteY26" fmla="*/ 1071265 h 2722264"/>
                  <a:gd name="connsiteX0" fmla="*/ 509192 w 884309"/>
                  <a:gd name="connsiteY0" fmla="*/ 1071265 h 2712739"/>
                  <a:gd name="connsiteX1" fmla="*/ 429817 w 884309"/>
                  <a:gd name="connsiteY1" fmla="*/ 1293515 h 2712739"/>
                  <a:gd name="connsiteX2" fmla="*/ 448867 w 884309"/>
                  <a:gd name="connsiteY2" fmla="*/ 1591965 h 2712739"/>
                  <a:gd name="connsiteX3" fmla="*/ 391717 w 884309"/>
                  <a:gd name="connsiteY3" fmla="*/ 1950740 h 2712739"/>
                  <a:gd name="connsiteX4" fmla="*/ 147242 w 884309"/>
                  <a:gd name="connsiteY4" fmla="*/ 2220615 h 2712739"/>
                  <a:gd name="connsiteX5" fmla="*/ 1192 w 884309"/>
                  <a:gd name="connsiteY5" fmla="*/ 2569865 h 2712739"/>
                  <a:gd name="connsiteX6" fmla="*/ 77392 w 884309"/>
                  <a:gd name="connsiteY6" fmla="*/ 2652415 h 2712739"/>
                  <a:gd name="connsiteX7" fmla="*/ 366317 w 884309"/>
                  <a:gd name="connsiteY7" fmla="*/ 2712739 h 2712739"/>
                  <a:gd name="connsiteX8" fmla="*/ 188517 w 884309"/>
                  <a:gd name="connsiteY8" fmla="*/ 2525415 h 2712739"/>
                  <a:gd name="connsiteX9" fmla="*/ 610792 w 884309"/>
                  <a:gd name="connsiteY9" fmla="*/ 2080915 h 2712739"/>
                  <a:gd name="connsiteX10" fmla="*/ 794942 w 884309"/>
                  <a:gd name="connsiteY10" fmla="*/ 1550690 h 2712739"/>
                  <a:gd name="connsiteX11" fmla="*/ 877492 w 884309"/>
                  <a:gd name="connsiteY11" fmla="*/ 1252240 h 2712739"/>
                  <a:gd name="connsiteX12" fmla="*/ 861617 w 884309"/>
                  <a:gd name="connsiteY12" fmla="*/ 1169690 h 2712739"/>
                  <a:gd name="connsiteX13" fmla="*/ 725092 w 884309"/>
                  <a:gd name="connsiteY13" fmla="*/ 1055390 h 2712739"/>
                  <a:gd name="connsiteX14" fmla="*/ 645717 w 884309"/>
                  <a:gd name="connsiteY14" fmla="*/ 839490 h 2712739"/>
                  <a:gd name="connsiteX15" fmla="*/ 858444 w 884309"/>
                  <a:gd name="connsiteY15" fmla="*/ 902993 h 2712739"/>
                  <a:gd name="connsiteX16" fmla="*/ 760020 w 884309"/>
                  <a:gd name="connsiteY16" fmla="*/ 423568 h 2712739"/>
                  <a:gd name="connsiteX17" fmla="*/ 848920 w 884309"/>
                  <a:gd name="connsiteY17" fmla="*/ 356893 h 2712739"/>
                  <a:gd name="connsiteX18" fmla="*/ 883844 w 884309"/>
                  <a:gd name="connsiteY18" fmla="*/ 239418 h 2712739"/>
                  <a:gd name="connsiteX19" fmla="*/ 839395 w 884309"/>
                  <a:gd name="connsiteY19" fmla="*/ 64793 h 2712739"/>
                  <a:gd name="connsiteX20" fmla="*/ 715567 w 884309"/>
                  <a:gd name="connsiteY20" fmla="*/ 1290 h 2712739"/>
                  <a:gd name="connsiteX21" fmla="*/ 521894 w 884309"/>
                  <a:gd name="connsiteY21" fmla="*/ 125117 h 2712739"/>
                  <a:gd name="connsiteX22" fmla="*/ 613969 w 884309"/>
                  <a:gd name="connsiteY22" fmla="*/ 382292 h 2712739"/>
                  <a:gd name="connsiteX23" fmla="*/ 531417 w 884309"/>
                  <a:gd name="connsiteY23" fmla="*/ 541040 h 2712739"/>
                  <a:gd name="connsiteX24" fmla="*/ 467917 w 884309"/>
                  <a:gd name="connsiteY24" fmla="*/ 696615 h 2712739"/>
                  <a:gd name="connsiteX25" fmla="*/ 477444 w 884309"/>
                  <a:gd name="connsiteY25" fmla="*/ 677568 h 2712739"/>
                  <a:gd name="connsiteX26" fmla="*/ 509192 w 884309"/>
                  <a:gd name="connsiteY26" fmla="*/ 1071265 h 2712739"/>
                  <a:gd name="connsiteX0" fmla="*/ 509192 w 884309"/>
                  <a:gd name="connsiteY0" fmla="*/ 1071265 h 2712739"/>
                  <a:gd name="connsiteX1" fmla="*/ 429817 w 884309"/>
                  <a:gd name="connsiteY1" fmla="*/ 1293515 h 2712739"/>
                  <a:gd name="connsiteX2" fmla="*/ 448867 w 884309"/>
                  <a:gd name="connsiteY2" fmla="*/ 1591965 h 2712739"/>
                  <a:gd name="connsiteX3" fmla="*/ 391717 w 884309"/>
                  <a:gd name="connsiteY3" fmla="*/ 1950740 h 2712739"/>
                  <a:gd name="connsiteX4" fmla="*/ 147242 w 884309"/>
                  <a:gd name="connsiteY4" fmla="*/ 2220615 h 2712739"/>
                  <a:gd name="connsiteX5" fmla="*/ 1192 w 884309"/>
                  <a:gd name="connsiteY5" fmla="*/ 2569865 h 2712739"/>
                  <a:gd name="connsiteX6" fmla="*/ 77392 w 884309"/>
                  <a:gd name="connsiteY6" fmla="*/ 2652415 h 2712739"/>
                  <a:gd name="connsiteX7" fmla="*/ 366317 w 884309"/>
                  <a:gd name="connsiteY7" fmla="*/ 2712739 h 2712739"/>
                  <a:gd name="connsiteX8" fmla="*/ 188517 w 884309"/>
                  <a:gd name="connsiteY8" fmla="*/ 2525415 h 2712739"/>
                  <a:gd name="connsiteX9" fmla="*/ 610792 w 884309"/>
                  <a:gd name="connsiteY9" fmla="*/ 2080915 h 2712739"/>
                  <a:gd name="connsiteX10" fmla="*/ 794942 w 884309"/>
                  <a:gd name="connsiteY10" fmla="*/ 1550690 h 2712739"/>
                  <a:gd name="connsiteX11" fmla="*/ 877492 w 884309"/>
                  <a:gd name="connsiteY11" fmla="*/ 1252240 h 2712739"/>
                  <a:gd name="connsiteX12" fmla="*/ 861617 w 884309"/>
                  <a:gd name="connsiteY12" fmla="*/ 1169690 h 2712739"/>
                  <a:gd name="connsiteX13" fmla="*/ 725092 w 884309"/>
                  <a:gd name="connsiteY13" fmla="*/ 1055390 h 2712739"/>
                  <a:gd name="connsiteX14" fmla="*/ 645717 w 884309"/>
                  <a:gd name="connsiteY14" fmla="*/ 839490 h 2712739"/>
                  <a:gd name="connsiteX15" fmla="*/ 858444 w 884309"/>
                  <a:gd name="connsiteY15" fmla="*/ 902993 h 2712739"/>
                  <a:gd name="connsiteX16" fmla="*/ 760020 w 884309"/>
                  <a:gd name="connsiteY16" fmla="*/ 423568 h 2712739"/>
                  <a:gd name="connsiteX17" fmla="*/ 848920 w 884309"/>
                  <a:gd name="connsiteY17" fmla="*/ 356893 h 2712739"/>
                  <a:gd name="connsiteX18" fmla="*/ 883844 w 884309"/>
                  <a:gd name="connsiteY18" fmla="*/ 239418 h 2712739"/>
                  <a:gd name="connsiteX19" fmla="*/ 839395 w 884309"/>
                  <a:gd name="connsiteY19" fmla="*/ 64793 h 2712739"/>
                  <a:gd name="connsiteX20" fmla="*/ 715567 w 884309"/>
                  <a:gd name="connsiteY20" fmla="*/ 1290 h 2712739"/>
                  <a:gd name="connsiteX21" fmla="*/ 521894 w 884309"/>
                  <a:gd name="connsiteY21" fmla="*/ 125117 h 2712739"/>
                  <a:gd name="connsiteX22" fmla="*/ 613969 w 884309"/>
                  <a:gd name="connsiteY22" fmla="*/ 382292 h 2712739"/>
                  <a:gd name="connsiteX23" fmla="*/ 531417 w 884309"/>
                  <a:gd name="connsiteY23" fmla="*/ 541040 h 2712739"/>
                  <a:gd name="connsiteX24" fmla="*/ 467917 w 884309"/>
                  <a:gd name="connsiteY24" fmla="*/ 696615 h 2712739"/>
                  <a:gd name="connsiteX25" fmla="*/ 477444 w 884309"/>
                  <a:gd name="connsiteY25" fmla="*/ 677568 h 2712739"/>
                  <a:gd name="connsiteX26" fmla="*/ 509192 w 884309"/>
                  <a:gd name="connsiteY26" fmla="*/ 1071265 h 2712739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610792 w 884309"/>
                  <a:gd name="connsiteY9" fmla="*/ 20809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585392 w 884309"/>
                  <a:gd name="connsiteY9" fmla="*/ 20682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585392 w 884309"/>
                  <a:gd name="connsiteY9" fmla="*/ 20682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585392 w 884309"/>
                  <a:gd name="connsiteY9" fmla="*/ 2068215 h 2730417"/>
                  <a:gd name="connsiteX10" fmla="*/ 794942 w 884309"/>
                  <a:gd name="connsiteY10" fmla="*/ 1550690 h 2730417"/>
                  <a:gd name="connsiteX11" fmla="*/ 877492 w 884309"/>
                  <a:gd name="connsiteY11" fmla="*/ 1252240 h 2730417"/>
                  <a:gd name="connsiteX12" fmla="*/ 861617 w 884309"/>
                  <a:gd name="connsiteY12" fmla="*/ 1169690 h 2730417"/>
                  <a:gd name="connsiteX13" fmla="*/ 725092 w 884309"/>
                  <a:gd name="connsiteY13" fmla="*/ 1055390 h 2730417"/>
                  <a:gd name="connsiteX14" fmla="*/ 645717 w 884309"/>
                  <a:gd name="connsiteY14" fmla="*/ 839490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285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5392 w 884309"/>
                  <a:gd name="connsiteY10" fmla="*/ 206821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725092 w 884309"/>
                  <a:gd name="connsiteY14" fmla="*/ 1055390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826692 w 884309"/>
                  <a:gd name="connsiteY14" fmla="*/ 1052215 h 2730417"/>
                  <a:gd name="connsiteX15" fmla="*/ 645717 w 884309"/>
                  <a:gd name="connsiteY15" fmla="*/ 839490 h 2730417"/>
                  <a:gd name="connsiteX16" fmla="*/ 858444 w 884309"/>
                  <a:gd name="connsiteY16" fmla="*/ 902993 h 2730417"/>
                  <a:gd name="connsiteX17" fmla="*/ 760020 w 884309"/>
                  <a:gd name="connsiteY17" fmla="*/ 423568 h 2730417"/>
                  <a:gd name="connsiteX18" fmla="*/ 848920 w 884309"/>
                  <a:gd name="connsiteY18" fmla="*/ 356893 h 2730417"/>
                  <a:gd name="connsiteX19" fmla="*/ 883844 w 884309"/>
                  <a:gd name="connsiteY19" fmla="*/ 239418 h 2730417"/>
                  <a:gd name="connsiteX20" fmla="*/ 839395 w 884309"/>
                  <a:gd name="connsiteY20" fmla="*/ 64793 h 2730417"/>
                  <a:gd name="connsiteX21" fmla="*/ 715567 w 884309"/>
                  <a:gd name="connsiteY21" fmla="*/ 1290 h 2730417"/>
                  <a:gd name="connsiteX22" fmla="*/ 521894 w 884309"/>
                  <a:gd name="connsiteY22" fmla="*/ 125117 h 2730417"/>
                  <a:gd name="connsiteX23" fmla="*/ 613969 w 884309"/>
                  <a:gd name="connsiteY23" fmla="*/ 382292 h 2730417"/>
                  <a:gd name="connsiteX24" fmla="*/ 531417 w 884309"/>
                  <a:gd name="connsiteY24" fmla="*/ 541040 h 2730417"/>
                  <a:gd name="connsiteX25" fmla="*/ 467917 w 884309"/>
                  <a:gd name="connsiteY25" fmla="*/ 696615 h 2730417"/>
                  <a:gd name="connsiteX26" fmla="*/ 477444 w 884309"/>
                  <a:gd name="connsiteY26" fmla="*/ 677568 h 2730417"/>
                  <a:gd name="connsiteX27" fmla="*/ 509192 w 884309"/>
                  <a:gd name="connsiteY27" fmla="*/ 1071265 h 2730417"/>
                  <a:gd name="connsiteX0" fmla="*/ 509192 w 884309"/>
                  <a:gd name="connsiteY0" fmla="*/ 1071265 h 2730417"/>
                  <a:gd name="connsiteX1" fmla="*/ 429817 w 884309"/>
                  <a:gd name="connsiteY1" fmla="*/ 1293515 h 2730417"/>
                  <a:gd name="connsiteX2" fmla="*/ 448867 w 884309"/>
                  <a:gd name="connsiteY2" fmla="*/ 1591965 h 2730417"/>
                  <a:gd name="connsiteX3" fmla="*/ 391717 w 884309"/>
                  <a:gd name="connsiteY3" fmla="*/ 1950740 h 2730417"/>
                  <a:gd name="connsiteX4" fmla="*/ 147242 w 884309"/>
                  <a:gd name="connsiteY4" fmla="*/ 2220615 h 2730417"/>
                  <a:gd name="connsiteX5" fmla="*/ 1192 w 884309"/>
                  <a:gd name="connsiteY5" fmla="*/ 2569865 h 2730417"/>
                  <a:gd name="connsiteX6" fmla="*/ 77392 w 884309"/>
                  <a:gd name="connsiteY6" fmla="*/ 2652415 h 2730417"/>
                  <a:gd name="connsiteX7" fmla="*/ 366317 w 884309"/>
                  <a:gd name="connsiteY7" fmla="*/ 2712739 h 2730417"/>
                  <a:gd name="connsiteX8" fmla="*/ 188517 w 884309"/>
                  <a:gd name="connsiteY8" fmla="*/ 2525415 h 2730417"/>
                  <a:gd name="connsiteX9" fmla="*/ 347270 w 884309"/>
                  <a:gd name="connsiteY9" fmla="*/ 2303169 h 2730417"/>
                  <a:gd name="connsiteX10" fmla="*/ 588567 w 884309"/>
                  <a:gd name="connsiteY10" fmla="*/ 2061865 h 2730417"/>
                  <a:gd name="connsiteX11" fmla="*/ 794942 w 884309"/>
                  <a:gd name="connsiteY11" fmla="*/ 1550690 h 2730417"/>
                  <a:gd name="connsiteX12" fmla="*/ 877492 w 884309"/>
                  <a:gd name="connsiteY12" fmla="*/ 1252240 h 2730417"/>
                  <a:gd name="connsiteX13" fmla="*/ 861617 w 884309"/>
                  <a:gd name="connsiteY13" fmla="*/ 1169690 h 2730417"/>
                  <a:gd name="connsiteX14" fmla="*/ 826692 w 884309"/>
                  <a:gd name="connsiteY14" fmla="*/ 1052215 h 2730417"/>
                  <a:gd name="connsiteX15" fmla="*/ 858444 w 884309"/>
                  <a:gd name="connsiteY15" fmla="*/ 902993 h 2730417"/>
                  <a:gd name="connsiteX16" fmla="*/ 760020 w 884309"/>
                  <a:gd name="connsiteY16" fmla="*/ 423568 h 2730417"/>
                  <a:gd name="connsiteX17" fmla="*/ 848920 w 884309"/>
                  <a:gd name="connsiteY17" fmla="*/ 356893 h 2730417"/>
                  <a:gd name="connsiteX18" fmla="*/ 883844 w 884309"/>
                  <a:gd name="connsiteY18" fmla="*/ 239418 h 2730417"/>
                  <a:gd name="connsiteX19" fmla="*/ 839395 w 884309"/>
                  <a:gd name="connsiteY19" fmla="*/ 64793 h 2730417"/>
                  <a:gd name="connsiteX20" fmla="*/ 715567 w 884309"/>
                  <a:gd name="connsiteY20" fmla="*/ 1290 h 2730417"/>
                  <a:gd name="connsiteX21" fmla="*/ 521894 w 884309"/>
                  <a:gd name="connsiteY21" fmla="*/ 125117 h 2730417"/>
                  <a:gd name="connsiteX22" fmla="*/ 613969 w 884309"/>
                  <a:gd name="connsiteY22" fmla="*/ 382292 h 2730417"/>
                  <a:gd name="connsiteX23" fmla="*/ 531417 w 884309"/>
                  <a:gd name="connsiteY23" fmla="*/ 541040 h 2730417"/>
                  <a:gd name="connsiteX24" fmla="*/ 467917 w 884309"/>
                  <a:gd name="connsiteY24" fmla="*/ 696615 h 2730417"/>
                  <a:gd name="connsiteX25" fmla="*/ 477444 w 884309"/>
                  <a:gd name="connsiteY25" fmla="*/ 677568 h 2730417"/>
                  <a:gd name="connsiteX26" fmla="*/ 509192 w 884309"/>
                  <a:gd name="connsiteY26" fmla="*/ 1071265 h 2730417"/>
                  <a:gd name="connsiteX0" fmla="*/ 509192 w 900803"/>
                  <a:gd name="connsiteY0" fmla="*/ 1071265 h 2730417"/>
                  <a:gd name="connsiteX1" fmla="*/ 429817 w 900803"/>
                  <a:gd name="connsiteY1" fmla="*/ 1293515 h 2730417"/>
                  <a:gd name="connsiteX2" fmla="*/ 448867 w 900803"/>
                  <a:gd name="connsiteY2" fmla="*/ 1591965 h 2730417"/>
                  <a:gd name="connsiteX3" fmla="*/ 391717 w 900803"/>
                  <a:gd name="connsiteY3" fmla="*/ 1950740 h 2730417"/>
                  <a:gd name="connsiteX4" fmla="*/ 147242 w 900803"/>
                  <a:gd name="connsiteY4" fmla="*/ 2220615 h 2730417"/>
                  <a:gd name="connsiteX5" fmla="*/ 1192 w 900803"/>
                  <a:gd name="connsiteY5" fmla="*/ 2569865 h 2730417"/>
                  <a:gd name="connsiteX6" fmla="*/ 77392 w 900803"/>
                  <a:gd name="connsiteY6" fmla="*/ 2652415 h 2730417"/>
                  <a:gd name="connsiteX7" fmla="*/ 366317 w 900803"/>
                  <a:gd name="connsiteY7" fmla="*/ 2712739 h 2730417"/>
                  <a:gd name="connsiteX8" fmla="*/ 188517 w 900803"/>
                  <a:gd name="connsiteY8" fmla="*/ 2525415 h 2730417"/>
                  <a:gd name="connsiteX9" fmla="*/ 347270 w 900803"/>
                  <a:gd name="connsiteY9" fmla="*/ 2303169 h 2730417"/>
                  <a:gd name="connsiteX10" fmla="*/ 588567 w 900803"/>
                  <a:gd name="connsiteY10" fmla="*/ 2061865 h 2730417"/>
                  <a:gd name="connsiteX11" fmla="*/ 794942 w 900803"/>
                  <a:gd name="connsiteY11" fmla="*/ 1550690 h 2730417"/>
                  <a:gd name="connsiteX12" fmla="*/ 877492 w 900803"/>
                  <a:gd name="connsiteY12" fmla="*/ 1252240 h 2730417"/>
                  <a:gd name="connsiteX13" fmla="*/ 861617 w 900803"/>
                  <a:gd name="connsiteY13" fmla="*/ 1169690 h 2730417"/>
                  <a:gd name="connsiteX14" fmla="*/ 826692 w 900803"/>
                  <a:gd name="connsiteY14" fmla="*/ 1052215 h 2730417"/>
                  <a:gd name="connsiteX15" fmla="*/ 899719 w 900803"/>
                  <a:gd name="connsiteY15" fmla="*/ 782343 h 2730417"/>
                  <a:gd name="connsiteX16" fmla="*/ 760020 w 900803"/>
                  <a:gd name="connsiteY16" fmla="*/ 423568 h 2730417"/>
                  <a:gd name="connsiteX17" fmla="*/ 848920 w 900803"/>
                  <a:gd name="connsiteY17" fmla="*/ 356893 h 2730417"/>
                  <a:gd name="connsiteX18" fmla="*/ 883844 w 900803"/>
                  <a:gd name="connsiteY18" fmla="*/ 239418 h 2730417"/>
                  <a:gd name="connsiteX19" fmla="*/ 839395 w 900803"/>
                  <a:gd name="connsiteY19" fmla="*/ 64793 h 2730417"/>
                  <a:gd name="connsiteX20" fmla="*/ 715567 w 900803"/>
                  <a:gd name="connsiteY20" fmla="*/ 1290 h 2730417"/>
                  <a:gd name="connsiteX21" fmla="*/ 521894 w 900803"/>
                  <a:gd name="connsiteY21" fmla="*/ 125117 h 2730417"/>
                  <a:gd name="connsiteX22" fmla="*/ 613969 w 900803"/>
                  <a:gd name="connsiteY22" fmla="*/ 382292 h 2730417"/>
                  <a:gd name="connsiteX23" fmla="*/ 531417 w 900803"/>
                  <a:gd name="connsiteY23" fmla="*/ 541040 h 2730417"/>
                  <a:gd name="connsiteX24" fmla="*/ 467917 w 900803"/>
                  <a:gd name="connsiteY24" fmla="*/ 696615 h 2730417"/>
                  <a:gd name="connsiteX25" fmla="*/ 477444 w 900803"/>
                  <a:gd name="connsiteY25" fmla="*/ 677568 h 2730417"/>
                  <a:gd name="connsiteX26" fmla="*/ 509192 w 900803"/>
                  <a:gd name="connsiteY26" fmla="*/ 1071265 h 2730417"/>
                  <a:gd name="connsiteX0" fmla="*/ 509192 w 899719"/>
                  <a:gd name="connsiteY0" fmla="*/ 1071265 h 2730417"/>
                  <a:gd name="connsiteX1" fmla="*/ 429817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29817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8867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477444 w 899719"/>
                  <a:gd name="connsiteY25" fmla="*/ 677568 h 2730417"/>
                  <a:gd name="connsiteX26" fmla="*/ 509192 w 899719"/>
                  <a:gd name="connsiteY26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509192 w 899719"/>
                  <a:gd name="connsiteY25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509192 w 899719"/>
                  <a:gd name="connsiteY25" fmla="*/ 1071265 h 2730417"/>
                  <a:gd name="connsiteX0" fmla="*/ 509192 w 899719"/>
                  <a:gd name="connsiteY0" fmla="*/ 1071265 h 2730417"/>
                  <a:gd name="connsiteX1" fmla="*/ 444105 w 899719"/>
                  <a:gd name="connsiteY1" fmla="*/ 1293515 h 2730417"/>
                  <a:gd name="connsiteX2" fmla="*/ 440929 w 899719"/>
                  <a:gd name="connsiteY2" fmla="*/ 1591965 h 2730417"/>
                  <a:gd name="connsiteX3" fmla="*/ 391717 w 899719"/>
                  <a:gd name="connsiteY3" fmla="*/ 1950740 h 2730417"/>
                  <a:gd name="connsiteX4" fmla="*/ 147242 w 899719"/>
                  <a:gd name="connsiteY4" fmla="*/ 2220615 h 2730417"/>
                  <a:gd name="connsiteX5" fmla="*/ 1192 w 899719"/>
                  <a:gd name="connsiteY5" fmla="*/ 2569865 h 2730417"/>
                  <a:gd name="connsiteX6" fmla="*/ 77392 w 899719"/>
                  <a:gd name="connsiteY6" fmla="*/ 2652415 h 2730417"/>
                  <a:gd name="connsiteX7" fmla="*/ 366317 w 899719"/>
                  <a:gd name="connsiteY7" fmla="*/ 2712739 h 2730417"/>
                  <a:gd name="connsiteX8" fmla="*/ 188517 w 899719"/>
                  <a:gd name="connsiteY8" fmla="*/ 2525415 h 2730417"/>
                  <a:gd name="connsiteX9" fmla="*/ 347270 w 899719"/>
                  <a:gd name="connsiteY9" fmla="*/ 2303169 h 2730417"/>
                  <a:gd name="connsiteX10" fmla="*/ 588567 w 899719"/>
                  <a:gd name="connsiteY10" fmla="*/ 2061865 h 2730417"/>
                  <a:gd name="connsiteX11" fmla="*/ 794942 w 899719"/>
                  <a:gd name="connsiteY11" fmla="*/ 1550690 h 2730417"/>
                  <a:gd name="connsiteX12" fmla="*/ 877492 w 899719"/>
                  <a:gd name="connsiteY12" fmla="*/ 1252240 h 2730417"/>
                  <a:gd name="connsiteX13" fmla="*/ 861617 w 899719"/>
                  <a:gd name="connsiteY13" fmla="*/ 1169690 h 2730417"/>
                  <a:gd name="connsiteX14" fmla="*/ 826692 w 899719"/>
                  <a:gd name="connsiteY14" fmla="*/ 1052215 h 2730417"/>
                  <a:gd name="connsiteX15" fmla="*/ 899719 w 899719"/>
                  <a:gd name="connsiteY15" fmla="*/ 782343 h 2730417"/>
                  <a:gd name="connsiteX16" fmla="*/ 760020 w 899719"/>
                  <a:gd name="connsiteY16" fmla="*/ 423568 h 2730417"/>
                  <a:gd name="connsiteX17" fmla="*/ 848920 w 899719"/>
                  <a:gd name="connsiteY17" fmla="*/ 356893 h 2730417"/>
                  <a:gd name="connsiteX18" fmla="*/ 883844 w 899719"/>
                  <a:gd name="connsiteY18" fmla="*/ 239418 h 2730417"/>
                  <a:gd name="connsiteX19" fmla="*/ 839395 w 899719"/>
                  <a:gd name="connsiteY19" fmla="*/ 64793 h 2730417"/>
                  <a:gd name="connsiteX20" fmla="*/ 715567 w 899719"/>
                  <a:gd name="connsiteY20" fmla="*/ 1290 h 2730417"/>
                  <a:gd name="connsiteX21" fmla="*/ 521894 w 899719"/>
                  <a:gd name="connsiteY21" fmla="*/ 125117 h 2730417"/>
                  <a:gd name="connsiteX22" fmla="*/ 613969 w 899719"/>
                  <a:gd name="connsiteY22" fmla="*/ 382292 h 2730417"/>
                  <a:gd name="connsiteX23" fmla="*/ 531417 w 899719"/>
                  <a:gd name="connsiteY23" fmla="*/ 541040 h 2730417"/>
                  <a:gd name="connsiteX24" fmla="*/ 467917 w 899719"/>
                  <a:gd name="connsiteY24" fmla="*/ 696615 h 2730417"/>
                  <a:gd name="connsiteX25" fmla="*/ 509192 w 899719"/>
                  <a:gd name="connsiteY25" fmla="*/ 1071265 h 2730417"/>
                  <a:gd name="connsiteX0" fmla="*/ 509192 w 899719"/>
                  <a:gd name="connsiteY0" fmla="*/ 1070018 h 2729170"/>
                  <a:gd name="connsiteX1" fmla="*/ 444105 w 899719"/>
                  <a:gd name="connsiteY1" fmla="*/ 1292268 h 2729170"/>
                  <a:gd name="connsiteX2" fmla="*/ 440929 w 899719"/>
                  <a:gd name="connsiteY2" fmla="*/ 1590718 h 2729170"/>
                  <a:gd name="connsiteX3" fmla="*/ 391717 w 899719"/>
                  <a:gd name="connsiteY3" fmla="*/ 1949493 h 2729170"/>
                  <a:gd name="connsiteX4" fmla="*/ 147242 w 899719"/>
                  <a:gd name="connsiteY4" fmla="*/ 2219368 h 2729170"/>
                  <a:gd name="connsiteX5" fmla="*/ 1192 w 899719"/>
                  <a:gd name="connsiteY5" fmla="*/ 2568618 h 2729170"/>
                  <a:gd name="connsiteX6" fmla="*/ 77392 w 899719"/>
                  <a:gd name="connsiteY6" fmla="*/ 2651168 h 2729170"/>
                  <a:gd name="connsiteX7" fmla="*/ 366317 w 899719"/>
                  <a:gd name="connsiteY7" fmla="*/ 2711492 h 2729170"/>
                  <a:gd name="connsiteX8" fmla="*/ 188517 w 899719"/>
                  <a:gd name="connsiteY8" fmla="*/ 2524168 h 2729170"/>
                  <a:gd name="connsiteX9" fmla="*/ 347270 w 899719"/>
                  <a:gd name="connsiteY9" fmla="*/ 2301922 h 2729170"/>
                  <a:gd name="connsiteX10" fmla="*/ 588567 w 899719"/>
                  <a:gd name="connsiteY10" fmla="*/ 2060618 h 2729170"/>
                  <a:gd name="connsiteX11" fmla="*/ 794942 w 899719"/>
                  <a:gd name="connsiteY11" fmla="*/ 1549443 h 2729170"/>
                  <a:gd name="connsiteX12" fmla="*/ 877492 w 899719"/>
                  <a:gd name="connsiteY12" fmla="*/ 1250993 h 2729170"/>
                  <a:gd name="connsiteX13" fmla="*/ 861617 w 899719"/>
                  <a:gd name="connsiteY13" fmla="*/ 1168443 h 2729170"/>
                  <a:gd name="connsiteX14" fmla="*/ 826692 w 899719"/>
                  <a:gd name="connsiteY14" fmla="*/ 1050968 h 2729170"/>
                  <a:gd name="connsiteX15" fmla="*/ 899719 w 899719"/>
                  <a:gd name="connsiteY15" fmla="*/ 781096 h 2729170"/>
                  <a:gd name="connsiteX16" fmla="*/ 760020 w 899719"/>
                  <a:gd name="connsiteY16" fmla="*/ 422321 h 2729170"/>
                  <a:gd name="connsiteX17" fmla="*/ 848920 w 899719"/>
                  <a:gd name="connsiteY17" fmla="*/ 355646 h 2729170"/>
                  <a:gd name="connsiteX18" fmla="*/ 883844 w 899719"/>
                  <a:gd name="connsiteY18" fmla="*/ 238171 h 2729170"/>
                  <a:gd name="connsiteX19" fmla="*/ 839395 w 899719"/>
                  <a:gd name="connsiteY19" fmla="*/ 63546 h 2729170"/>
                  <a:gd name="connsiteX20" fmla="*/ 715567 w 899719"/>
                  <a:gd name="connsiteY20" fmla="*/ 43 h 2729170"/>
                  <a:gd name="connsiteX21" fmla="*/ 525069 w 899719"/>
                  <a:gd name="connsiteY21" fmla="*/ 73070 h 2729170"/>
                  <a:gd name="connsiteX22" fmla="*/ 613969 w 899719"/>
                  <a:gd name="connsiteY22" fmla="*/ 381045 h 2729170"/>
                  <a:gd name="connsiteX23" fmla="*/ 531417 w 899719"/>
                  <a:gd name="connsiteY23" fmla="*/ 539793 h 2729170"/>
                  <a:gd name="connsiteX24" fmla="*/ 467917 w 899719"/>
                  <a:gd name="connsiteY24" fmla="*/ 695368 h 2729170"/>
                  <a:gd name="connsiteX25" fmla="*/ 509192 w 899719"/>
                  <a:gd name="connsiteY25" fmla="*/ 1070018 h 2729170"/>
                  <a:gd name="connsiteX0" fmla="*/ 509192 w 899719"/>
                  <a:gd name="connsiteY0" fmla="*/ 1070782 h 2729934"/>
                  <a:gd name="connsiteX1" fmla="*/ 444105 w 899719"/>
                  <a:gd name="connsiteY1" fmla="*/ 1293032 h 2729934"/>
                  <a:gd name="connsiteX2" fmla="*/ 440929 w 899719"/>
                  <a:gd name="connsiteY2" fmla="*/ 1591482 h 2729934"/>
                  <a:gd name="connsiteX3" fmla="*/ 391717 w 899719"/>
                  <a:gd name="connsiteY3" fmla="*/ 1950257 h 2729934"/>
                  <a:gd name="connsiteX4" fmla="*/ 147242 w 899719"/>
                  <a:gd name="connsiteY4" fmla="*/ 2220132 h 2729934"/>
                  <a:gd name="connsiteX5" fmla="*/ 1192 w 899719"/>
                  <a:gd name="connsiteY5" fmla="*/ 2569382 h 2729934"/>
                  <a:gd name="connsiteX6" fmla="*/ 77392 w 899719"/>
                  <a:gd name="connsiteY6" fmla="*/ 2651932 h 2729934"/>
                  <a:gd name="connsiteX7" fmla="*/ 366317 w 899719"/>
                  <a:gd name="connsiteY7" fmla="*/ 2712256 h 2729934"/>
                  <a:gd name="connsiteX8" fmla="*/ 188517 w 899719"/>
                  <a:gd name="connsiteY8" fmla="*/ 2524932 h 2729934"/>
                  <a:gd name="connsiteX9" fmla="*/ 347270 w 899719"/>
                  <a:gd name="connsiteY9" fmla="*/ 2302686 h 2729934"/>
                  <a:gd name="connsiteX10" fmla="*/ 588567 w 899719"/>
                  <a:gd name="connsiteY10" fmla="*/ 2061382 h 2729934"/>
                  <a:gd name="connsiteX11" fmla="*/ 794942 w 899719"/>
                  <a:gd name="connsiteY11" fmla="*/ 1550207 h 2729934"/>
                  <a:gd name="connsiteX12" fmla="*/ 877492 w 899719"/>
                  <a:gd name="connsiteY12" fmla="*/ 1251757 h 2729934"/>
                  <a:gd name="connsiteX13" fmla="*/ 861617 w 899719"/>
                  <a:gd name="connsiteY13" fmla="*/ 1169207 h 2729934"/>
                  <a:gd name="connsiteX14" fmla="*/ 826692 w 899719"/>
                  <a:gd name="connsiteY14" fmla="*/ 1051732 h 2729934"/>
                  <a:gd name="connsiteX15" fmla="*/ 899719 w 899719"/>
                  <a:gd name="connsiteY15" fmla="*/ 781860 h 2729934"/>
                  <a:gd name="connsiteX16" fmla="*/ 760020 w 899719"/>
                  <a:gd name="connsiteY16" fmla="*/ 423085 h 2729934"/>
                  <a:gd name="connsiteX17" fmla="*/ 848920 w 899719"/>
                  <a:gd name="connsiteY17" fmla="*/ 356410 h 2729934"/>
                  <a:gd name="connsiteX18" fmla="*/ 883844 w 899719"/>
                  <a:gd name="connsiteY18" fmla="*/ 238935 h 2729934"/>
                  <a:gd name="connsiteX19" fmla="*/ 839395 w 899719"/>
                  <a:gd name="connsiteY19" fmla="*/ 64310 h 2729934"/>
                  <a:gd name="connsiteX20" fmla="*/ 715567 w 899719"/>
                  <a:gd name="connsiteY20" fmla="*/ 807 h 2729934"/>
                  <a:gd name="connsiteX21" fmla="*/ 523481 w 899719"/>
                  <a:gd name="connsiteY21" fmla="*/ 110347 h 2729934"/>
                  <a:gd name="connsiteX22" fmla="*/ 613969 w 899719"/>
                  <a:gd name="connsiteY22" fmla="*/ 381809 h 2729934"/>
                  <a:gd name="connsiteX23" fmla="*/ 531417 w 899719"/>
                  <a:gd name="connsiteY23" fmla="*/ 540557 h 2729934"/>
                  <a:gd name="connsiteX24" fmla="*/ 467917 w 899719"/>
                  <a:gd name="connsiteY24" fmla="*/ 696132 h 2729934"/>
                  <a:gd name="connsiteX25" fmla="*/ 509192 w 899719"/>
                  <a:gd name="connsiteY25" fmla="*/ 1070782 h 2729934"/>
                  <a:gd name="connsiteX0" fmla="*/ 509192 w 899719"/>
                  <a:gd name="connsiteY0" fmla="*/ 1070782 h 2729934"/>
                  <a:gd name="connsiteX1" fmla="*/ 444105 w 899719"/>
                  <a:gd name="connsiteY1" fmla="*/ 1293032 h 2729934"/>
                  <a:gd name="connsiteX2" fmla="*/ 440929 w 899719"/>
                  <a:gd name="connsiteY2" fmla="*/ 1591482 h 2729934"/>
                  <a:gd name="connsiteX3" fmla="*/ 391717 w 899719"/>
                  <a:gd name="connsiteY3" fmla="*/ 1950257 h 2729934"/>
                  <a:gd name="connsiteX4" fmla="*/ 147242 w 899719"/>
                  <a:gd name="connsiteY4" fmla="*/ 2220132 h 2729934"/>
                  <a:gd name="connsiteX5" fmla="*/ 1192 w 899719"/>
                  <a:gd name="connsiteY5" fmla="*/ 2569382 h 2729934"/>
                  <a:gd name="connsiteX6" fmla="*/ 77392 w 899719"/>
                  <a:gd name="connsiteY6" fmla="*/ 2651932 h 2729934"/>
                  <a:gd name="connsiteX7" fmla="*/ 366317 w 899719"/>
                  <a:gd name="connsiteY7" fmla="*/ 2712256 h 2729934"/>
                  <a:gd name="connsiteX8" fmla="*/ 188517 w 899719"/>
                  <a:gd name="connsiteY8" fmla="*/ 2524932 h 2729934"/>
                  <a:gd name="connsiteX9" fmla="*/ 347270 w 899719"/>
                  <a:gd name="connsiteY9" fmla="*/ 2302686 h 2729934"/>
                  <a:gd name="connsiteX10" fmla="*/ 588567 w 899719"/>
                  <a:gd name="connsiteY10" fmla="*/ 2061382 h 2729934"/>
                  <a:gd name="connsiteX11" fmla="*/ 794942 w 899719"/>
                  <a:gd name="connsiteY11" fmla="*/ 1550207 h 2729934"/>
                  <a:gd name="connsiteX12" fmla="*/ 877492 w 899719"/>
                  <a:gd name="connsiteY12" fmla="*/ 1251757 h 2729934"/>
                  <a:gd name="connsiteX13" fmla="*/ 861617 w 899719"/>
                  <a:gd name="connsiteY13" fmla="*/ 1169207 h 2729934"/>
                  <a:gd name="connsiteX14" fmla="*/ 826692 w 899719"/>
                  <a:gd name="connsiteY14" fmla="*/ 1051732 h 2729934"/>
                  <a:gd name="connsiteX15" fmla="*/ 899719 w 899719"/>
                  <a:gd name="connsiteY15" fmla="*/ 781860 h 2729934"/>
                  <a:gd name="connsiteX16" fmla="*/ 760020 w 899719"/>
                  <a:gd name="connsiteY16" fmla="*/ 423085 h 2729934"/>
                  <a:gd name="connsiteX17" fmla="*/ 848920 w 899719"/>
                  <a:gd name="connsiteY17" fmla="*/ 356410 h 2729934"/>
                  <a:gd name="connsiteX18" fmla="*/ 883844 w 899719"/>
                  <a:gd name="connsiteY18" fmla="*/ 238935 h 2729934"/>
                  <a:gd name="connsiteX19" fmla="*/ 839395 w 899719"/>
                  <a:gd name="connsiteY19" fmla="*/ 64310 h 2729934"/>
                  <a:gd name="connsiteX20" fmla="*/ 715567 w 899719"/>
                  <a:gd name="connsiteY20" fmla="*/ 807 h 2729934"/>
                  <a:gd name="connsiteX21" fmla="*/ 523481 w 899719"/>
                  <a:gd name="connsiteY21" fmla="*/ 110347 h 2729934"/>
                  <a:gd name="connsiteX22" fmla="*/ 613969 w 899719"/>
                  <a:gd name="connsiteY22" fmla="*/ 381809 h 2729934"/>
                  <a:gd name="connsiteX23" fmla="*/ 531417 w 899719"/>
                  <a:gd name="connsiteY23" fmla="*/ 540557 h 2729934"/>
                  <a:gd name="connsiteX24" fmla="*/ 467917 w 899719"/>
                  <a:gd name="connsiteY24" fmla="*/ 696132 h 2729934"/>
                  <a:gd name="connsiteX25" fmla="*/ 509192 w 899719"/>
                  <a:gd name="connsiteY25" fmla="*/ 1070782 h 2729934"/>
                  <a:gd name="connsiteX0" fmla="*/ 509192 w 899719"/>
                  <a:gd name="connsiteY0" fmla="*/ 1088051 h 2747203"/>
                  <a:gd name="connsiteX1" fmla="*/ 444105 w 899719"/>
                  <a:gd name="connsiteY1" fmla="*/ 1310301 h 2747203"/>
                  <a:gd name="connsiteX2" fmla="*/ 440929 w 899719"/>
                  <a:gd name="connsiteY2" fmla="*/ 1608751 h 2747203"/>
                  <a:gd name="connsiteX3" fmla="*/ 391717 w 899719"/>
                  <a:gd name="connsiteY3" fmla="*/ 1967526 h 2747203"/>
                  <a:gd name="connsiteX4" fmla="*/ 147242 w 899719"/>
                  <a:gd name="connsiteY4" fmla="*/ 2237401 h 2747203"/>
                  <a:gd name="connsiteX5" fmla="*/ 1192 w 899719"/>
                  <a:gd name="connsiteY5" fmla="*/ 2586651 h 2747203"/>
                  <a:gd name="connsiteX6" fmla="*/ 77392 w 899719"/>
                  <a:gd name="connsiteY6" fmla="*/ 2669201 h 2747203"/>
                  <a:gd name="connsiteX7" fmla="*/ 366317 w 899719"/>
                  <a:gd name="connsiteY7" fmla="*/ 2729525 h 2747203"/>
                  <a:gd name="connsiteX8" fmla="*/ 188517 w 899719"/>
                  <a:gd name="connsiteY8" fmla="*/ 2542201 h 2747203"/>
                  <a:gd name="connsiteX9" fmla="*/ 347270 w 899719"/>
                  <a:gd name="connsiteY9" fmla="*/ 2319955 h 2747203"/>
                  <a:gd name="connsiteX10" fmla="*/ 588567 w 899719"/>
                  <a:gd name="connsiteY10" fmla="*/ 2078651 h 2747203"/>
                  <a:gd name="connsiteX11" fmla="*/ 794942 w 899719"/>
                  <a:gd name="connsiteY11" fmla="*/ 1567476 h 2747203"/>
                  <a:gd name="connsiteX12" fmla="*/ 877492 w 899719"/>
                  <a:gd name="connsiteY12" fmla="*/ 1269026 h 2747203"/>
                  <a:gd name="connsiteX13" fmla="*/ 861617 w 899719"/>
                  <a:gd name="connsiteY13" fmla="*/ 1186476 h 2747203"/>
                  <a:gd name="connsiteX14" fmla="*/ 826692 w 899719"/>
                  <a:gd name="connsiteY14" fmla="*/ 1069001 h 2747203"/>
                  <a:gd name="connsiteX15" fmla="*/ 899719 w 899719"/>
                  <a:gd name="connsiteY15" fmla="*/ 799129 h 2747203"/>
                  <a:gd name="connsiteX16" fmla="*/ 760020 w 899719"/>
                  <a:gd name="connsiteY16" fmla="*/ 440354 h 2747203"/>
                  <a:gd name="connsiteX17" fmla="*/ 848920 w 899719"/>
                  <a:gd name="connsiteY17" fmla="*/ 373679 h 2747203"/>
                  <a:gd name="connsiteX18" fmla="*/ 883844 w 899719"/>
                  <a:gd name="connsiteY18" fmla="*/ 256204 h 2747203"/>
                  <a:gd name="connsiteX19" fmla="*/ 839395 w 899719"/>
                  <a:gd name="connsiteY19" fmla="*/ 81579 h 2747203"/>
                  <a:gd name="connsiteX20" fmla="*/ 663179 w 899719"/>
                  <a:gd name="connsiteY20" fmla="*/ 613 h 2747203"/>
                  <a:gd name="connsiteX21" fmla="*/ 523481 w 899719"/>
                  <a:gd name="connsiteY21" fmla="*/ 127616 h 2747203"/>
                  <a:gd name="connsiteX22" fmla="*/ 613969 w 899719"/>
                  <a:gd name="connsiteY22" fmla="*/ 399078 h 2747203"/>
                  <a:gd name="connsiteX23" fmla="*/ 531417 w 899719"/>
                  <a:gd name="connsiteY23" fmla="*/ 557826 h 2747203"/>
                  <a:gd name="connsiteX24" fmla="*/ 467917 w 899719"/>
                  <a:gd name="connsiteY24" fmla="*/ 713401 h 2747203"/>
                  <a:gd name="connsiteX25" fmla="*/ 509192 w 899719"/>
                  <a:gd name="connsiteY25" fmla="*/ 1088051 h 2747203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275 h 2748427"/>
                  <a:gd name="connsiteX1" fmla="*/ 444105 w 899719"/>
                  <a:gd name="connsiteY1" fmla="*/ 1311525 h 2748427"/>
                  <a:gd name="connsiteX2" fmla="*/ 440929 w 899719"/>
                  <a:gd name="connsiteY2" fmla="*/ 1609975 h 2748427"/>
                  <a:gd name="connsiteX3" fmla="*/ 391717 w 899719"/>
                  <a:gd name="connsiteY3" fmla="*/ 1968750 h 2748427"/>
                  <a:gd name="connsiteX4" fmla="*/ 147242 w 899719"/>
                  <a:gd name="connsiteY4" fmla="*/ 2238625 h 2748427"/>
                  <a:gd name="connsiteX5" fmla="*/ 1192 w 899719"/>
                  <a:gd name="connsiteY5" fmla="*/ 2587875 h 2748427"/>
                  <a:gd name="connsiteX6" fmla="*/ 77392 w 899719"/>
                  <a:gd name="connsiteY6" fmla="*/ 2670425 h 2748427"/>
                  <a:gd name="connsiteX7" fmla="*/ 366317 w 899719"/>
                  <a:gd name="connsiteY7" fmla="*/ 2730749 h 2748427"/>
                  <a:gd name="connsiteX8" fmla="*/ 188517 w 899719"/>
                  <a:gd name="connsiteY8" fmla="*/ 2543425 h 2748427"/>
                  <a:gd name="connsiteX9" fmla="*/ 347270 w 899719"/>
                  <a:gd name="connsiteY9" fmla="*/ 2321179 h 2748427"/>
                  <a:gd name="connsiteX10" fmla="*/ 588567 w 899719"/>
                  <a:gd name="connsiteY10" fmla="*/ 2079875 h 2748427"/>
                  <a:gd name="connsiteX11" fmla="*/ 794942 w 899719"/>
                  <a:gd name="connsiteY11" fmla="*/ 1568700 h 2748427"/>
                  <a:gd name="connsiteX12" fmla="*/ 877492 w 899719"/>
                  <a:gd name="connsiteY12" fmla="*/ 1270250 h 2748427"/>
                  <a:gd name="connsiteX13" fmla="*/ 861617 w 899719"/>
                  <a:gd name="connsiteY13" fmla="*/ 1187700 h 2748427"/>
                  <a:gd name="connsiteX14" fmla="*/ 826692 w 899719"/>
                  <a:gd name="connsiteY14" fmla="*/ 1070225 h 2748427"/>
                  <a:gd name="connsiteX15" fmla="*/ 899719 w 899719"/>
                  <a:gd name="connsiteY15" fmla="*/ 800353 h 2748427"/>
                  <a:gd name="connsiteX16" fmla="*/ 760020 w 899719"/>
                  <a:gd name="connsiteY16" fmla="*/ 441578 h 2748427"/>
                  <a:gd name="connsiteX17" fmla="*/ 848920 w 899719"/>
                  <a:gd name="connsiteY17" fmla="*/ 374903 h 2748427"/>
                  <a:gd name="connsiteX18" fmla="*/ 883844 w 899719"/>
                  <a:gd name="connsiteY18" fmla="*/ 257428 h 2748427"/>
                  <a:gd name="connsiteX19" fmla="*/ 839395 w 899719"/>
                  <a:gd name="connsiteY19" fmla="*/ 82803 h 2748427"/>
                  <a:gd name="connsiteX20" fmla="*/ 663179 w 899719"/>
                  <a:gd name="connsiteY20" fmla="*/ 1837 h 2748427"/>
                  <a:gd name="connsiteX21" fmla="*/ 518719 w 899719"/>
                  <a:gd name="connsiteY21" fmla="*/ 168528 h 2748427"/>
                  <a:gd name="connsiteX22" fmla="*/ 613969 w 899719"/>
                  <a:gd name="connsiteY22" fmla="*/ 400302 h 2748427"/>
                  <a:gd name="connsiteX23" fmla="*/ 531417 w 899719"/>
                  <a:gd name="connsiteY23" fmla="*/ 559050 h 2748427"/>
                  <a:gd name="connsiteX24" fmla="*/ 467917 w 899719"/>
                  <a:gd name="connsiteY24" fmla="*/ 714625 h 2748427"/>
                  <a:gd name="connsiteX25" fmla="*/ 509192 w 899719"/>
                  <a:gd name="connsiteY25" fmla="*/ 1089275 h 2748427"/>
                  <a:gd name="connsiteX0" fmla="*/ 509192 w 899719"/>
                  <a:gd name="connsiteY0" fmla="*/ 1089731 h 2748883"/>
                  <a:gd name="connsiteX1" fmla="*/ 444105 w 899719"/>
                  <a:gd name="connsiteY1" fmla="*/ 1311981 h 2748883"/>
                  <a:gd name="connsiteX2" fmla="*/ 440929 w 899719"/>
                  <a:gd name="connsiteY2" fmla="*/ 1610431 h 2748883"/>
                  <a:gd name="connsiteX3" fmla="*/ 391717 w 899719"/>
                  <a:gd name="connsiteY3" fmla="*/ 1969206 h 2748883"/>
                  <a:gd name="connsiteX4" fmla="*/ 147242 w 899719"/>
                  <a:gd name="connsiteY4" fmla="*/ 2239081 h 2748883"/>
                  <a:gd name="connsiteX5" fmla="*/ 1192 w 899719"/>
                  <a:gd name="connsiteY5" fmla="*/ 2588331 h 2748883"/>
                  <a:gd name="connsiteX6" fmla="*/ 77392 w 899719"/>
                  <a:gd name="connsiteY6" fmla="*/ 2670881 h 2748883"/>
                  <a:gd name="connsiteX7" fmla="*/ 366317 w 899719"/>
                  <a:gd name="connsiteY7" fmla="*/ 2731205 h 2748883"/>
                  <a:gd name="connsiteX8" fmla="*/ 188517 w 899719"/>
                  <a:gd name="connsiteY8" fmla="*/ 2543881 h 2748883"/>
                  <a:gd name="connsiteX9" fmla="*/ 347270 w 899719"/>
                  <a:gd name="connsiteY9" fmla="*/ 2321635 h 2748883"/>
                  <a:gd name="connsiteX10" fmla="*/ 588567 w 899719"/>
                  <a:gd name="connsiteY10" fmla="*/ 2080331 h 2748883"/>
                  <a:gd name="connsiteX11" fmla="*/ 794942 w 899719"/>
                  <a:gd name="connsiteY11" fmla="*/ 1569156 h 2748883"/>
                  <a:gd name="connsiteX12" fmla="*/ 877492 w 899719"/>
                  <a:gd name="connsiteY12" fmla="*/ 1270706 h 2748883"/>
                  <a:gd name="connsiteX13" fmla="*/ 861617 w 899719"/>
                  <a:gd name="connsiteY13" fmla="*/ 1188156 h 2748883"/>
                  <a:gd name="connsiteX14" fmla="*/ 826692 w 899719"/>
                  <a:gd name="connsiteY14" fmla="*/ 1070681 h 2748883"/>
                  <a:gd name="connsiteX15" fmla="*/ 899719 w 899719"/>
                  <a:gd name="connsiteY15" fmla="*/ 800809 h 2748883"/>
                  <a:gd name="connsiteX16" fmla="*/ 760020 w 899719"/>
                  <a:gd name="connsiteY16" fmla="*/ 442034 h 2748883"/>
                  <a:gd name="connsiteX17" fmla="*/ 848920 w 899719"/>
                  <a:gd name="connsiteY17" fmla="*/ 375359 h 2748883"/>
                  <a:gd name="connsiteX18" fmla="*/ 883844 w 899719"/>
                  <a:gd name="connsiteY18" fmla="*/ 257884 h 2748883"/>
                  <a:gd name="connsiteX19" fmla="*/ 839395 w 899719"/>
                  <a:gd name="connsiteY19" fmla="*/ 83259 h 2748883"/>
                  <a:gd name="connsiteX20" fmla="*/ 663179 w 899719"/>
                  <a:gd name="connsiteY20" fmla="*/ 2293 h 2748883"/>
                  <a:gd name="connsiteX21" fmla="*/ 518719 w 899719"/>
                  <a:gd name="connsiteY21" fmla="*/ 168984 h 2748883"/>
                  <a:gd name="connsiteX22" fmla="*/ 613969 w 899719"/>
                  <a:gd name="connsiteY22" fmla="*/ 400758 h 2748883"/>
                  <a:gd name="connsiteX23" fmla="*/ 531417 w 899719"/>
                  <a:gd name="connsiteY23" fmla="*/ 559506 h 2748883"/>
                  <a:gd name="connsiteX24" fmla="*/ 467917 w 899719"/>
                  <a:gd name="connsiteY24" fmla="*/ 715081 h 2748883"/>
                  <a:gd name="connsiteX25" fmla="*/ 509192 w 899719"/>
                  <a:gd name="connsiteY25" fmla="*/ 1089731 h 2748883"/>
                  <a:gd name="connsiteX0" fmla="*/ 509192 w 899719"/>
                  <a:gd name="connsiteY0" fmla="*/ 1089731 h 2748883"/>
                  <a:gd name="connsiteX1" fmla="*/ 444105 w 899719"/>
                  <a:gd name="connsiteY1" fmla="*/ 1311981 h 2748883"/>
                  <a:gd name="connsiteX2" fmla="*/ 440929 w 899719"/>
                  <a:gd name="connsiteY2" fmla="*/ 1610431 h 2748883"/>
                  <a:gd name="connsiteX3" fmla="*/ 391717 w 899719"/>
                  <a:gd name="connsiteY3" fmla="*/ 1969206 h 2748883"/>
                  <a:gd name="connsiteX4" fmla="*/ 147242 w 899719"/>
                  <a:gd name="connsiteY4" fmla="*/ 2239081 h 2748883"/>
                  <a:gd name="connsiteX5" fmla="*/ 1192 w 899719"/>
                  <a:gd name="connsiteY5" fmla="*/ 2588331 h 2748883"/>
                  <a:gd name="connsiteX6" fmla="*/ 77392 w 899719"/>
                  <a:gd name="connsiteY6" fmla="*/ 2670881 h 2748883"/>
                  <a:gd name="connsiteX7" fmla="*/ 366317 w 899719"/>
                  <a:gd name="connsiteY7" fmla="*/ 2731205 h 2748883"/>
                  <a:gd name="connsiteX8" fmla="*/ 188517 w 899719"/>
                  <a:gd name="connsiteY8" fmla="*/ 2543881 h 2748883"/>
                  <a:gd name="connsiteX9" fmla="*/ 347270 w 899719"/>
                  <a:gd name="connsiteY9" fmla="*/ 2321635 h 2748883"/>
                  <a:gd name="connsiteX10" fmla="*/ 588567 w 899719"/>
                  <a:gd name="connsiteY10" fmla="*/ 2080331 h 2748883"/>
                  <a:gd name="connsiteX11" fmla="*/ 794942 w 899719"/>
                  <a:gd name="connsiteY11" fmla="*/ 1569156 h 2748883"/>
                  <a:gd name="connsiteX12" fmla="*/ 877492 w 899719"/>
                  <a:gd name="connsiteY12" fmla="*/ 1270706 h 2748883"/>
                  <a:gd name="connsiteX13" fmla="*/ 861617 w 899719"/>
                  <a:gd name="connsiteY13" fmla="*/ 1188156 h 2748883"/>
                  <a:gd name="connsiteX14" fmla="*/ 826692 w 899719"/>
                  <a:gd name="connsiteY14" fmla="*/ 1070681 h 2748883"/>
                  <a:gd name="connsiteX15" fmla="*/ 899719 w 899719"/>
                  <a:gd name="connsiteY15" fmla="*/ 800809 h 2748883"/>
                  <a:gd name="connsiteX16" fmla="*/ 760020 w 899719"/>
                  <a:gd name="connsiteY16" fmla="*/ 442034 h 2748883"/>
                  <a:gd name="connsiteX17" fmla="*/ 848920 w 899719"/>
                  <a:gd name="connsiteY17" fmla="*/ 375359 h 2748883"/>
                  <a:gd name="connsiteX18" fmla="*/ 883844 w 899719"/>
                  <a:gd name="connsiteY18" fmla="*/ 257884 h 2748883"/>
                  <a:gd name="connsiteX19" fmla="*/ 839395 w 899719"/>
                  <a:gd name="connsiteY19" fmla="*/ 83259 h 2748883"/>
                  <a:gd name="connsiteX20" fmla="*/ 663179 w 899719"/>
                  <a:gd name="connsiteY20" fmla="*/ 2293 h 2748883"/>
                  <a:gd name="connsiteX21" fmla="*/ 518719 w 899719"/>
                  <a:gd name="connsiteY21" fmla="*/ 168984 h 2748883"/>
                  <a:gd name="connsiteX22" fmla="*/ 613969 w 899719"/>
                  <a:gd name="connsiteY22" fmla="*/ 400758 h 2748883"/>
                  <a:gd name="connsiteX23" fmla="*/ 531417 w 899719"/>
                  <a:gd name="connsiteY23" fmla="*/ 559506 h 2748883"/>
                  <a:gd name="connsiteX24" fmla="*/ 467917 w 899719"/>
                  <a:gd name="connsiteY24" fmla="*/ 715081 h 2748883"/>
                  <a:gd name="connsiteX25" fmla="*/ 509192 w 899719"/>
                  <a:gd name="connsiteY25" fmla="*/ 1089731 h 2748883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61617 w 899719"/>
                  <a:gd name="connsiteY13" fmla="*/ 1187029 h 2747756"/>
                  <a:gd name="connsiteX14" fmla="*/ 826692 w 899719"/>
                  <a:gd name="connsiteY14" fmla="*/ 1069554 h 2747756"/>
                  <a:gd name="connsiteX15" fmla="*/ 899719 w 899719"/>
                  <a:gd name="connsiteY15" fmla="*/ 799682 h 2747756"/>
                  <a:gd name="connsiteX16" fmla="*/ 760020 w 899719"/>
                  <a:gd name="connsiteY16" fmla="*/ 440907 h 2747756"/>
                  <a:gd name="connsiteX17" fmla="*/ 848920 w 899719"/>
                  <a:gd name="connsiteY17" fmla="*/ 374232 h 2747756"/>
                  <a:gd name="connsiteX18" fmla="*/ 883844 w 899719"/>
                  <a:gd name="connsiteY18" fmla="*/ 256757 h 2747756"/>
                  <a:gd name="connsiteX19" fmla="*/ 839395 w 899719"/>
                  <a:gd name="connsiteY19" fmla="*/ 82132 h 2747756"/>
                  <a:gd name="connsiteX20" fmla="*/ 663179 w 899719"/>
                  <a:gd name="connsiteY20" fmla="*/ 1166 h 2747756"/>
                  <a:gd name="connsiteX21" fmla="*/ 518719 w 899719"/>
                  <a:gd name="connsiteY21" fmla="*/ 167857 h 2747756"/>
                  <a:gd name="connsiteX22" fmla="*/ 613969 w 899719"/>
                  <a:gd name="connsiteY22" fmla="*/ 399631 h 2747756"/>
                  <a:gd name="connsiteX23" fmla="*/ 531417 w 899719"/>
                  <a:gd name="connsiteY23" fmla="*/ 558379 h 2747756"/>
                  <a:gd name="connsiteX24" fmla="*/ 467917 w 899719"/>
                  <a:gd name="connsiteY24" fmla="*/ 713954 h 2747756"/>
                  <a:gd name="connsiteX25" fmla="*/ 509192 w 899719"/>
                  <a:gd name="connsiteY25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67917 w 899719"/>
                  <a:gd name="connsiteY23" fmla="*/ 713954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0617 w 899719"/>
                  <a:gd name="connsiteY23" fmla="*/ 696491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9192 w 899719"/>
                  <a:gd name="connsiteY0" fmla="*/ 1088604 h 2747756"/>
                  <a:gd name="connsiteX1" fmla="*/ 444105 w 899719"/>
                  <a:gd name="connsiteY1" fmla="*/ 1310854 h 2747756"/>
                  <a:gd name="connsiteX2" fmla="*/ 440929 w 899719"/>
                  <a:gd name="connsiteY2" fmla="*/ 1609304 h 2747756"/>
                  <a:gd name="connsiteX3" fmla="*/ 391717 w 899719"/>
                  <a:gd name="connsiteY3" fmla="*/ 1968079 h 2747756"/>
                  <a:gd name="connsiteX4" fmla="*/ 147242 w 899719"/>
                  <a:gd name="connsiteY4" fmla="*/ 2237954 h 2747756"/>
                  <a:gd name="connsiteX5" fmla="*/ 1192 w 899719"/>
                  <a:gd name="connsiteY5" fmla="*/ 2587204 h 2747756"/>
                  <a:gd name="connsiteX6" fmla="*/ 77392 w 899719"/>
                  <a:gd name="connsiteY6" fmla="*/ 2669754 h 2747756"/>
                  <a:gd name="connsiteX7" fmla="*/ 366317 w 899719"/>
                  <a:gd name="connsiteY7" fmla="*/ 2730078 h 2747756"/>
                  <a:gd name="connsiteX8" fmla="*/ 188517 w 899719"/>
                  <a:gd name="connsiteY8" fmla="*/ 2542754 h 2747756"/>
                  <a:gd name="connsiteX9" fmla="*/ 347270 w 899719"/>
                  <a:gd name="connsiteY9" fmla="*/ 2320508 h 2747756"/>
                  <a:gd name="connsiteX10" fmla="*/ 588567 w 899719"/>
                  <a:gd name="connsiteY10" fmla="*/ 2079204 h 2747756"/>
                  <a:gd name="connsiteX11" fmla="*/ 794942 w 899719"/>
                  <a:gd name="connsiteY11" fmla="*/ 1568029 h 2747756"/>
                  <a:gd name="connsiteX12" fmla="*/ 877492 w 899719"/>
                  <a:gd name="connsiteY12" fmla="*/ 1269579 h 2747756"/>
                  <a:gd name="connsiteX13" fmla="*/ 826692 w 899719"/>
                  <a:gd name="connsiteY13" fmla="*/ 1069554 h 2747756"/>
                  <a:gd name="connsiteX14" fmla="*/ 899719 w 899719"/>
                  <a:gd name="connsiteY14" fmla="*/ 799682 h 2747756"/>
                  <a:gd name="connsiteX15" fmla="*/ 760020 w 899719"/>
                  <a:gd name="connsiteY15" fmla="*/ 440907 h 2747756"/>
                  <a:gd name="connsiteX16" fmla="*/ 848920 w 899719"/>
                  <a:gd name="connsiteY16" fmla="*/ 374232 h 2747756"/>
                  <a:gd name="connsiteX17" fmla="*/ 883844 w 899719"/>
                  <a:gd name="connsiteY17" fmla="*/ 256757 h 2747756"/>
                  <a:gd name="connsiteX18" fmla="*/ 839395 w 899719"/>
                  <a:gd name="connsiteY18" fmla="*/ 82132 h 2747756"/>
                  <a:gd name="connsiteX19" fmla="*/ 663179 w 899719"/>
                  <a:gd name="connsiteY19" fmla="*/ 1166 h 2747756"/>
                  <a:gd name="connsiteX20" fmla="*/ 518719 w 899719"/>
                  <a:gd name="connsiteY20" fmla="*/ 167857 h 2747756"/>
                  <a:gd name="connsiteX21" fmla="*/ 613969 w 899719"/>
                  <a:gd name="connsiteY21" fmla="*/ 399631 h 2747756"/>
                  <a:gd name="connsiteX22" fmla="*/ 531417 w 899719"/>
                  <a:gd name="connsiteY22" fmla="*/ 558379 h 2747756"/>
                  <a:gd name="connsiteX23" fmla="*/ 486967 w 899719"/>
                  <a:gd name="connsiteY23" fmla="*/ 672678 h 2747756"/>
                  <a:gd name="connsiteX24" fmla="*/ 509192 w 899719"/>
                  <a:gd name="connsiteY24" fmla="*/ 1088604 h 2747756"/>
                  <a:gd name="connsiteX0" fmla="*/ 508284 w 898811"/>
                  <a:gd name="connsiteY0" fmla="*/ 1088604 h 2747756"/>
                  <a:gd name="connsiteX1" fmla="*/ 443197 w 898811"/>
                  <a:gd name="connsiteY1" fmla="*/ 1310854 h 2747756"/>
                  <a:gd name="connsiteX2" fmla="*/ 440021 w 898811"/>
                  <a:gd name="connsiteY2" fmla="*/ 1609304 h 2747756"/>
                  <a:gd name="connsiteX3" fmla="*/ 390809 w 898811"/>
                  <a:gd name="connsiteY3" fmla="*/ 1968079 h 2747756"/>
                  <a:gd name="connsiteX4" fmla="*/ 146334 w 898811"/>
                  <a:gd name="connsiteY4" fmla="*/ 2237954 h 2747756"/>
                  <a:gd name="connsiteX5" fmla="*/ 54262 w 898811"/>
                  <a:gd name="connsiteY5" fmla="*/ 2444332 h 2747756"/>
                  <a:gd name="connsiteX6" fmla="*/ 284 w 898811"/>
                  <a:gd name="connsiteY6" fmla="*/ 2587204 h 2747756"/>
                  <a:gd name="connsiteX7" fmla="*/ 76484 w 898811"/>
                  <a:gd name="connsiteY7" fmla="*/ 2669754 h 2747756"/>
                  <a:gd name="connsiteX8" fmla="*/ 365409 w 898811"/>
                  <a:gd name="connsiteY8" fmla="*/ 2730078 h 2747756"/>
                  <a:gd name="connsiteX9" fmla="*/ 187609 w 898811"/>
                  <a:gd name="connsiteY9" fmla="*/ 2542754 h 2747756"/>
                  <a:gd name="connsiteX10" fmla="*/ 346362 w 898811"/>
                  <a:gd name="connsiteY10" fmla="*/ 2320508 h 2747756"/>
                  <a:gd name="connsiteX11" fmla="*/ 587659 w 898811"/>
                  <a:gd name="connsiteY11" fmla="*/ 2079204 h 2747756"/>
                  <a:gd name="connsiteX12" fmla="*/ 794034 w 898811"/>
                  <a:gd name="connsiteY12" fmla="*/ 1568029 h 2747756"/>
                  <a:gd name="connsiteX13" fmla="*/ 876584 w 898811"/>
                  <a:gd name="connsiteY13" fmla="*/ 1269579 h 2747756"/>
                  <a:gd name="connsiteX14" fmla="*/ 825784 w 898811"/>
                  <a:gd name="connsiteY14" fmla="*/ 1069554 h 2747756"/>
                  <a:gd name="connsiteX15" fmla="*/ 898811 w 898811"/>
                  <a:gd name="connsiteY15" fmla="*/ 799682 h 2747756"/>
                  <a:gd name="connsiteX16" fmla="*/ 759112 w 898811"/>
                  <a:gd name="connsiteY16" fmla="*/ 440907 h 2747756"/>
                  <a:gd name="connsiteX17" fmla="*/ 848012 w 898811"/>
                  <a:gd name="connsiteY17" fmla="*/ 374232 h 2747756"/>
                  <a:gd name="connsiteX18" fmla="*/ 882936 w 898811"/>
                  <a:gd name="connsiteY18" fmla="*/ 256757 h 2747756"/>
                  <a:gd name="connsiteX19" fmla="*/ 838487 w 898811"/>
                  <a:gd name="connsiteY19" fmla="*/ 82132 h 2747756"/>
                  <a:gd name="connsiteX20" fmla="*/ 662271 w 898811"/>
                  <a:gd name="connsiteY20" fmla="*/ 1166 h 2747756"/>
                  <a:gd name="connsiteX21" fmla="*/ 517811 w 898811"/>
                  <a:gd name="connsiteY21" fmla="*/ 167857 h 2747756"/>
                  <a:gd name="connsiteX22" fmla="*/ 613061 w 898811"/>
                  <a:gd name="connsiteY22" fmla="*/ 399631 h 2747756"/>
                  <a:gd name="connsiteX23" fmla="*/ 530509 w 898811"/>
                  <a:gd name="connsiteY23" fmla="*/ 558379 h 2747756"/>
                  <a:gd name="connsiteX24" fmla="*/ 486059 w 898811"/>
                  <a:gd name="connsiteY24" fmla="*/ 672678 h 2747756"/>
                  <a:gd name="connsiteX25" fmla="*/ 508284 w 898811"/>
                  <a:gd name="connsiteY25" fmla="*/ 1088604 h 2747756"/>
                  <a:gd name="connsiteX0" fmla="*/ 508028 w 898555"/>
                  <a:gd name="connsiteY0" fmla="*/ 1088604 h 2747756"/>
                  <a:gd name="connsiteX1" fmla="*/ 442941 w 898555"/>
                  <a:gd name="connsiteY1" fmla="*/ 1310854 h 2747756"/>
                  <a:gd name="connsiteX2" fmla="*/ 439765 w 898555"/>
                  <a:gd name="connsiteY2" fmla="*/ 1609304 h 2747756"/>
                  <a:gd name="connsiteX3" fmla="*/ 390553 w 898555"/>
                  <a:gd name="connsiteY3" fmla="*/ 1968079 h 2747756"/>
                  <a:gd name="connsiteX4" fmla="*/ 146078 w 898555"/>
                  <a:gd name="connsiteY4" fmla="*/ 2237954 h 2747756"/>
                  <a:gd name="connsiteX5" fmla="*/ 85756 w 898555"/>
                  <a:gd name="connsiteY5" fmla="*/ 2466557 h 2747756"/>
                  <a:gd name="connsiteX6" fmla="*/ 28 w 898555"/>
                  <a:gd name="connsiteY6" fmla="*/ 2587204 h 2747756"/>
                  <a:gd name="connsiteX7" fmla="*/ 76228 w 898555"/>
                  <a:gd name="connsiteY7" fmla="*/ 2669754 h 2747756"/>
                  <a:gd name="connsiteX8" fmla="*/ 365153 w 898555"/>
                  <a:gd name="connsiteY8" fmla="*/ 2730078 h 2747756"/>
                  <a:gd name="connsiteX9" fmla="*/ 187353 w 898555"/>
                  <a:gd name="connsiteY9" fmla="*/ 2542754 h 2747756"/>
                  <a:gd name="connsiteX10" fmla="*/ 346106 w 898555"/>
                  <a:gd name="connsiteY10" fmla="*/ 2320508 h 2747756"/>
                  <a:gd name="connsiteX11" fmla="*/ 587403 w 898555"/>
                  <a:gd name="connsiteY11" fmla="*/ 2079204 h 2747756"/>
                  <a:gd name="connsiteX12" fmla="*/ 793778 w 898555"/>
                  <a:gd name="connsiteY12" fmla="*/ 1568029 h 2747756"/>
                  <a:gd name="connsiteX13" fmla="*/ 876328 w 898555"/>
                  <a:gd name="connsiteY13" fmla="*/ 1269579 h 2747756"/>
                  <a:gd name="connsiteX14" fmla="*/ 825528 w 898555"/>
                  <a:gd name="connsiteY14" fmla="*/ 1069554 h 2747756"/>
                  <a:gd name="connsiteX15" fmla="*/ 898555 w 898555"/>
                  <a:gd name="connsiteY15" fmla="*/ 799682 h 2747756"/>
                  <a:gd name="connsiteX16" fmla="*/ 758856 w 898555"/>
                  <a:gd name="connsiteY16" fmla="*/ 440907 h 2747756"/>
                  <a:gd name="connsiteX17" fmla="*/ 847756 w 898555"/>
                  <a:gd name="connsiteY17" fmla="*/ 374232 h 2747756"/>
                  <a:gd name="connsiteX18" fmla="*/ 882680 w 898555"/>
                  <a:gd name="connsiteY18" fmla="*/ 256757 h 2747756"/>
                  <a:gd name="connsiteX19" fmla="*/ 838231 w 898555"/>
                  <a:gd name="connsiteY19" fmla="*/ 82132 h 2747756"/>
                  <a:gd name="connsiteX20" fmla="*/ 662015 w 898555"/>
                  <a:gd name="connsiteY20" fmla="*/ 1166 h 2747756"/>
                  <a:gd name="connsiteX21" fmla="*/ 517555 w 898555"/>
                  <a:gd name="connsiteY21" fmla="*/ 167857 h 2747756"/>
                  <a:gd name="connsiteX22" fmla="*/ 612805 w 898555"/>
                  <a:gd name="connsiteY22" fmla="*/ 399631 h 2747756"/>
                  <a:gd name="connsiteX23" fmla="*/ 530253 w 898555"/>
                  <a:gd name="connsiteY23" fmla="*/ 558379 h 2747756"/>
                  <a:gd name="connsiteX24" fmla="*/ 485803 w 898555"/>
                  <a:gd name="connsiteY24" fmla="*/ 672678 h 2747756"/>
                  <a:gd name="connsiteX25" fmla="*/ 508028 w 898555"/>
                  <a:gd name="connsiteY25" fmla="*/ 1088604 h 2747756"/>
                  <a:gd name="connsiteX0" fmla="*/ 508028 w 898555"/>
                  <a:gd name="connsiteY0" fmla="*/ 1088604 h 2747756"/>
                  <a:gd name="connsiteX1" fmla="*/ 442941 w 898555"/>
                  <a:gd name="connsiteY1" fmla="*/ 1310854 h 2747756"/>
                  <a:gd name="connsiteX2" fmla="*/ 439765 w 898555"/>
                  <a:gd name="connsiteY2" fmla="*/ 1609304 h 2747756"/>
                  <a:gd name="connsiteX3" fmla="*/ 390553 w 898555"/>
                  <a:gd name="connsiteY3" fmla="*/ 1968079 h 2747756"/>
                  <a:gd name="connsiteX4" fmla="*/ 150840 w 898555"/>
                  <a:gd name="connsiteY4" fmla="*/ 2226841 h 2747756"/>
                  <a:gd name="connsiteX5" fmla="*/ 85756 w 898555"/>
                  <a:gd name="connsiteY5" fmla="*/ 2466557 h 2747756"/>
                  <a:gd name="connsiteX6" fmla="*/ 28 w 898555"/>
                  <a:gd name="connsiteY6" fmla="*/ 2587204 h 2747756"/>
                  <a:gd name="connsiteX7" fmla="*/ 76228 w 898555"/>
                  <a:gd name="connsiteY7" fmla="*/ 2669754 h 2747756"/>
                  <a:gd name="connsiteX8" fmla="*/ 365153 w 898555"/>
                  <a:gd name="connsiteY8" fmla="*/ 2730078 h 2747756"/>
                  <a:gd name="connsiteX9" fmla="*/ 187353 w 898555"/>
                  <a:gd name="connsiteY9" fmla="*/ 2542754 h 2747756"/>
                  <a:gd name="connsiteX10" fmla="*/ 346106 w 898555"/>
                  <a:gd name="connsiteY10" fmla="*/ 2320508 h 2747756"/>
                  <a:gd name="connsiteX11" fmla="*/ 587403 w 898555"/>
                  <a:gd name="connsiteY11" fmla="*/ 2079204 h 2747756"/>
                  <a:gd name="connsiteX12" fmla="*/ 793778 w 898555"/>
                  <a:gd name="connsiteY12" fmla="*/ 1568029 h 2747756"/>
                  <a:gd name="connsiteX13" fmla="*/ 876328 w 898555"/>
                  <a:gd name="connsiteY13" fmla="*/ 1269579 h 2747756"/>
                  <a:gd name="connsiteX14" fmla="*/ 825528 w 898555"/>
                  <a:gd name="connsiteY14" fmla="*/ 1069554 h 2747756"/>
                  <a:gd name="connsiteX15" fmla="*/ 898555 w 898555"/>
                  <a:gd name="connsiteY15" fmla="*/ 799682 h 2747756"/>
                  <a:gd name="connsiteX16" fmla="*/ 758856 w 898555"/>
                  <a:gd name="connsiteY16" fmla="*/ 440907 h 2747756"/>
                  <a:gd name="connsiteX17" fmla="*/ 847756 w 898555"/>
                  <a:gd name="connsiteY17" fmla="*/ 374232 h 2747756"/>
                  <a:gd name="connsiteX18" fmla="*/ 882680 w 898555"/>
                  <a:gd name="connsiteY18" fmla="*/ 256757 h 2747756"/>
                  <a:gd name="connsiteX19" fmla="*/ 838231 w 898555"/>
                  <a:gd name="connsiteY19" fmla="*/ 82132 h 2747756"/>
                  <a:gd name="connsiteX20" fmla="*/ 662015 w 898555"/>
                  <a:gd name="connsiteY20" fmla="*/ 1166 h 2747756"/>
                  <a:gd name="connsiteX21" fmla="*/ 517555 w 898555"/>
                  <a:gd name="connsiteY21" fmla="*/ 167857 h 2747756"/>
                  <a:gd name="connsiteX22" fmla="*/ 612805 w 898555"/>
                  <a:gd name="connsiteY22" fmla="*/ 399631 h 2747756"/>
                  <a:gd name="connsiteX23" fmla="*/ 530253 w 898555"/>
                  <a:gd name="connsiteY23" fmla="*/ 558379 h 2747756"/>
                  <a:gd name="connsiteX24" fmla="*/ 485803 w 898555"/>
                  <a:gd name="connsiteY24" fmla="*/ 672678 h 2747756"/>
                  <a:gd name="connsiteX25" fmla="*/ 508028 w 898555"/>
                  <a:gd name="connsiteY25" fmla="*/ 1088604 h 2747756"/>
                  <a:gd name="connsiteX0" fmla="*/ 508028 w 898555"/>
                  <a:gd name="connsiteY0" fmla="*/ 1088604 h 2747756"/>
                  <a:gd name="connsiteX1" fmla="*/ 442941 w 898555"/>
                  <a:gd name="connsiteY1" fmla="*/ 1310854 h 2747756"/>
                  <a:gd name="connsiteX2" fmla="*/ 439765 w 898555"/>
                  <a:gd name="connsiteY2" fmla="*/ 1609304 h 2747756"/>
                  <a:gd name="connsiteX3" fmla="*/ 390553 w 898555"/>
                  <a:gd name="connsiteY3" fmla="*/ 1968079 h 2747756"/>
                  <a:gd name="connsiteX4" fmla="*/ 150840 w 898555"/>
                  <a:gd name="connsiteY4" fmla="*/ 2226841 h 2747756"/>
                  <a:gd name="connsiteX5" fmla="*/ 85756 w 898555"/>
                  <a:gd name="connsiteY5" fmla="*/ 2466557 h 2747756"/>
                  <a:gd name="connsiteX6" fmla="*/ 28 w 898555"/>
                  <a:gd name="connsiteY6" fmla="*/ 2587204 h 2747756"/>
                  <a:gd name="connsiteX7" fmla="*/ 76228 w 898555"/>
                  <a:gd name="connsiteY7" fmla="*/ 2669754 h 2747756"/>
                  <a:gd name="connsiteX8" fmla="*/ 365153 w 898555"/>
                  <a:gd name="connsiteY8" fmla="*/ 2730078 h 2747756"/>
                  <a:gd name="connsiteX9" fmla="*/ 187353 w 898555"/>
                  <a:gd name="connsiteY9" fmla="*/ 2542754 h 2747756"/>
                  <a:gd name="connsiteX10" fmla="*/ 346106 w 898555"/>
                  <a:gd name="connsiteY10" fmla="*/ 2320508 h 2747756"/>
                  <a:gd name="connsiteX11" fmla="*/ 587403 w 898555"/>
                  <a:gd name="connsiteY11" fmla="*/ 2079204 h 2747756"/>
                  <a:gd name="connsiteX12" fmla="*/ 793778 w 898555"/>
                  <a:gd name="connsiteY12" fmla="*/ 1568029 h 2747756"/>
                  <a:gd name="connsiteX13" fmla="*/ 876328 w 898555"/>
                  <a:gd name="connsiteY13" fmla="*/ 1269579 h 2747756"/>
                  <a:gd name="connsiteX14" fmla="*/ 825528 w 898555"/>
                  <a:gd name="connsiteY14" fmla="*/ 1069554 h 2747756"/>
                  <a:gd name="connsiteX15" fmla="*/ 898555 w 898555"/>
                  <a:gd name="connsiteY15" fmla="*/ 799682 h 2747756"/>
                  <a:gd name="connsiteX16" fmla="*/ 758856 w 898555"/>
                  <a:gd name="connsiteY16" fmla="*/ 440907 h 2747756"/>
                  <a:gd name="connsiteX17" fmla="*/ 847756 w 898555"/>
                  <a:gd name="connsiteY17" fmla="*/ 374232 h 2747756"/>
                  <a:gd name="connsiteX18" fmla="*/ 882680 w 898555"/>
                  <a:gd name="connsiteY18" fmla="*/ 256757 h 2747756"/>
                  <a:gd name="connsiteX19" fmla="*/ 838231 w 898555"/>
                  <a:gd name="connsiteY19" fmla="*/ 82132 h 2747756"/>
                  <a:gd name="connsiteX20" fmla="*/ 662015 w 898555"/>
                  <a:gd name="connsiteY20" fmla="*/ 1166 h 2747756"/>
                  <a:gd name="connsiteX21" fmla="*/ 517555 w 898555"/>
                  <a:gd name="connsiteY21" fmla="*/ 167857 h 2747756"/>
                  <a:gd name="connsiteX22" fmla="*/ 612805 w 898555"/>
                  <a:gd name="connsiteY22" fmla="*/ 399631 h 2747756"/>
                  <a:gd name="connsiteX23" fmla="*/ 530253 w 898555"/>
                  <a:gd name="connsiteY23" fmla="*/ 558379 h 2747756"/>
                  <a:gd name="connsiteX24" fmla="*/ 485803 w 898555"/>
                  <a:gd name="connsiteY24" fmla="*/ 672678 h 2747756"/>
                  <a:gd name="connsiteX25" fmla="*/ 508028 w 898555"/>
                  <a:gd name="connsiteY25" fmla="*/ 1088604 h 2747756"/>
                  <a:gd name="connsiteX0" fmla="*/ 508326 w 898853"/>
                  <a:gd name="connsiteY0" fmla="*/ 1088604 h 2751668"/>
                  <a:gd name="connsiteX1" fmla="*/ 443239 w 898853"/>
                  <a:gd name="connsiteY1" fmla="*/ 1310854 h 2751668"/>
                  <a:gd name="connsiteX2" fmla="*/ 440063 w 898853"/>
                  <a:gd name="connsiteY2" fmla="*/ 1609304 h 2751668"/>
                  <a:gd name="connsiteX3" fmla="*/ 390851 w 898853"/>
                  <a:gd name="connsiteY3" fmla="*/ 1968079 h 2751668"/>
                  <a:gd name="connsiteX4" fmla="*/ 151138 w 898853"/>
                  <a:gd name="connsiteY4" fmla="*/ 2226841 h 2751668"/>
                  <a:gd name="connsiteX5" fmla="*/ 86054 w 898853"/>
                  <a:gd name="connsiteY5" fmla="*/ 2466557 h 2751668"/>
                  <a:gd name="connsiteX6" fmla="*/ 326 w 898853"/>
                  <a:gd name="connsiteY6" fmla="*/ 2587204 h 2751668"/>
                  <a:gd name="connsiteX7" fmla="*/ 119388 w 898853"/>
                  <a:gd name="connsiteY7" fmla="*/ 2685629 h 2751668"/>
                  <a:gd name="connsiteX8" fmla="*/ 365451 w 898853"/>
                  <a:gd name="connsiteY8" fmla="*/ 2730078 h 2751668"/>
                  <a:gd name="connsiteX9" fmla="*/ 187651 w 898853"/>
                  <a:gd name="connsiteY9" fmla="*/ 2542754 h 2751668"/>
                  <a:gd name="connsiteX10" fmla="*/ 346404 w 898853"/>
                  <a:gd name="connsiteY10" fmla="*/ 2320508 h 2751668"/>
                  <a:gd name="connsiteX11" fmla="*/ 587701 w 898853"/>
                  <a:gd name="connsiteY11" fmla="*/ 2079204 h 2751668"/>
                  <a:gd name="connsiteX12" fmla="*/ 794076 w 898853"/>
                  <a:gd name="connsiteY12" fmla="*/ 1568029 h 2751668"/>
                  <a:gd name="connsiteX13" fmla="*/ 876626 w 898853"/>
                  <a:gd name="connsiteY13" fmla="*/ 1269579 h 2751668"/>
                  <a:gd name="connsiteX14" fmla="*/ 825826 w 898853"/>
                  <a:gd name="connsiteY14" fmla="*/ 1069554 h 2751668"/>
                  <a:gd name="connsiteX15" fmla="*/ 898853 w 898853"/>
                  <a:gd name="connsiteY15" fmla="*/ 799682 h 2751668"/>
                  <a:gd name="connsiteX16" fmla="*/ 759154 w 898853"/>
                  <a:gd name="connsiteY16" fmla="*/ 440907 h 2751668"/>
                  <a:gd name="connsiteX17" fmla="*/ 848054 w 898853"/>
                  <a:gd name="connsiteY17" fmla="*/ 374232 h 2751668"/>
                  <a:gd name="connsiteX18" fmla="*/ 882978 w 898853"/>
                  <a:gd name="connsiteY18" fmla="*/ 256757 h 2751668"/>
                  <a:gd name="connsiteX19" fmla="*/ 838529 w 898853"/>
                  <a:gd name="connsiteY19" fmla="*/ 82132 h 2751668"/>
                  <a:gd name="connsiteX20" fmla="*/ 662313 w 898853"/>
                  <a:gd name="connsiteY20" fmla="*/ 1166 h 2751668"/>
                  <a:gd name="connsiteX21" fmla="*/ 517853 w 898853"/>
                  <a:gd name="connsiteY21" fmla="*/ 167857 h 2751668"/>
                  <a:gd name="connsiteX22" fmla="*/ 613103 w 898853"/>
                  <a:gd name="connsiteY22" fmla="*/ 399631 h 2751668"/>
                  <a:gd name="connsiteX23" fmla="*/ 530551 w 898853"/>
                  <a:gd name="connsiteY23" fmla="*/ 558379 h 2751668"/>
                  <a:gd name="connsiteX24" fmla="*/ 486101 w 898853"/>
                  <a:gd name="connsiteY24" fmla="*/ 672678 h 2751668"/>
                  <a:gd name="connsiteX25" fmla="*/ 508326 w 898853"/>
                  <a:gd name="connsiteY25" fmla="*/ 1088604 h 2751668"/>
                  <a:gd name="connsiteX0" fmla="*/ 508326 w 898853"/>
                  <a:gd name="connsiteY0" fmla="*/ 1088604 h 2746721"/>
                  <a:gd name="connsiteX1" fmla="*/ 443239 w 898853"/>
                  <a:gd name="connsiteY1" fmla="*/ 1310854 h 2746721"/>
                  <a:gd name="connsiteX2" fmla="*/ 440063 w 898853"/>
                  <a:gd name="connsiteY2" fmla="*/ 1609304 h 2746721"/>
                  <a:gd name="connsiteX3" fmla="*/ 390851 w 898853"/>
                  <a:gd name="connsiteY3" fmla="*/ 1968079 h 2746721"/>
                  <a:gd name="connsiteX4" fmla="*/ 151138 w 898853"/>
                  <a:gd name="connsiteY4" fmla="*/ 2226841 h 2746721"/>
                  <a:gd name="connsiteX5" fmla="*/ 86054 w 898853"/>
                  <a:gd name="connsiteY5" fmla="*/ 2466557 h 2746721"/>
                  <a:gd name="connsiteX6" fmla="*/ 326 w 898853"/>
                  <a:gd name="connsiteY6" fmla="*/ 2587204 h 2746721"/>
                  <a:gd name="connsiteX7" fmla="*/ 119388 w 898853"/>
                  <a:gd name="connsiteY7" fmla="*/ 2685629 h 2746721"/>
                  <a:gd name="connsiteX8" fmla="*/ 365451 w 898853"/>
                  <a:gd name="connsiteY8" fmla="*/ 2730078 h 2746721"/>
                  <a:gd name="connsiteX9" fmla="*/ 187651 w 898853"/>
                  <a:gd name="connsiteY9" fmla="*/ 2542754 h 2746721"/>
                  <a:gd name="connsiteX10" fmla="*/ 346404 w 898853"/>
                  <a:gd name="connsiteY10" fmla="*/ 2320508 h 2746721"/>
                  <a:gd name="connsiteX11" fmla="*/ 587701 w 898853"/>
                  <a:gd name="connsiteY11" fmla="*/ 2079204 h 2746721"/>
                  <a:gd name="connsiteX12" fmla="*/ 794076 w 898853"/>
                  <a:gd name="connsiteY12" fmla="*/ 1568029 h 2746721"/>
                  <a:gd name="connsiteX13" fmla="*/ 876626 w 898853"/>
                  <a:gd name="connsiteY13" fmla="*/ 1269579 h 2746721"/>
                  <a:gd name="connsiteX14" fmla="*/ 825826 w 898853"/>
                  <a:gd name="connsiteY14" fmla="*/ 1069554 h 2746721"/>
                  <a:gd name="connsiteX15" fmla="*/ 898853 w 898853"/>
                  <a:gd name="connsiteY15" fmla="*/ 799682 h 2746721"/>
                  <a:gd name="connsiteX16" fmla="*/ 759154 w 898853"/>
                  <a:gd name="connsiteY16" fmla="*/ 440907 h 2746721"/>
                  <a:gd name="connsiteX17" fmla="*/ 848054 w 898853"/>
                  <a:gd name="connsiteY17" fmla="*/ 374232 h 2746721"/>
                  <a:gd name="connsiteX18" fmla="*/ 882978 w 898853"/>
                  <a:gd name="connsiteY18" fmla="*/ 256757 h 2746721"/>
                  <a:gd name="connsiteX19" fmla="*/ 838529 w 898853"/>
                  <a:gd name="connsiteY19" fmla="*/ 82132 h 2746721"/>
                  <a:gd name="connsiteX20" fmla="*/ 662313 w 898853"/>
                  <a:gd name="connsiteY20" fmla="*/ 1166 h 2746721"/>
                  <a:gd name="connsiteX21" fmla="*/ 517853 w 898853"/>
                  <a:gd name="connsiteY21" fmla="*/ 167857 h 2746721"/>
                  <a:gd name="connsiteX22" fmla="*/ 613103 w 898853"/>
                  <a:gd name="connsiteY22" fmla="*/ 399631 h 2746721"/>
                  <a:gd name="connsiteX23" fmla="*/ 530551 w 898853"/>
                  <a:gd name="connsiteY23" fmla="*/ 558379 h 2746721"/>
                  <a:gd name="connsiteX24" fmla="*/ 486101 w 898853"/>
                  <a:gd name="connsiteY24" fmla="*/ 672678 h 2746721"/>
                  <a:gd name="connsiteX25" fmla="*/ 508326 w 898853"/>
                  <a:gd name="connsiteY25" fmla="*/ 1088604 h 2746721"/>
                  <a:gd name="connsiteX0" fmla="*/ 508326 w 898853"/>
                  <a:gd name="connsiteY0" fmla="*/ 1088604 h 2752057"/>
                  <a:gd name="connsiteX1" fmla="*/ 443239 w 898853"/>
                  <a:gd name="connsiteY1" fmla="*/ 1310854 h 2752057"/>
                  <a:gd name="connsiteX2" fmla="*/ 440063 w 898853"/>
                  <a:gd name="connsiteY2" fmla="*/ 1609304 h 2752057"/>
                  <a:gd name="connsiteX3" fmla="*/ 390851 w 898853"/>
                  <a:gd name="connsiteY3" fmla="*/ 1968079 h 2752057"/>
                  <a:gd name="connsiteX4" fmla="*/ 151138 w 898853"/>
                  <a:gd name="connsiteY4" fmla="*/ 2226841 h 2752057"/>
                  <a:gd name="connsiteX5" fmla="*/ 86054 w 898853"/>
                  <a:gd name="connsiteY5" fmla="*/ 2466557 h 2752057"/>
                  <a:gd name="connsiteX6" fmla="*/ 326 w 898853"/>
                  <a:gd name="connsiteY6" fmla="*/ 2587204 h 2752057"/>
                  <a:gd name="connsiteX7" fmla="*/ 119388 w 898853"/>
                  <a:gd name="connsiteY7" fmla="*/ 2685629 h 2752057"/>
                  <a:gd name="connsiteX8" fmla="*/ 365451 w 898853"/>
                  <a:gd name="connsiteY8" fmla="*/ 2730078 h 2752057"/>
                  <a:gd name="connsiteX9" fmla="*/ 187651 w 898853"/>
                  <a:gd name="connsiteY9" fmla="*/ 2542754 h 2752057"/>
                  <a:gd name="connsiteX10" fmla="*/ 346404 w 898853"/>
                  <a:gd name="connsiteY10" fmla="*/ 2320508 h 2752057"/>
                  <a:gd name="connsiteX11" fmla="*/ 587701 w 898853"/>
                  <a:gd name="connsiteY11" fmla="*/ 2079204 h 2752057"/>
                  <a:gd name="connsiteX12" fmla="*/ 794076 w 898853"/>
                  <a:gd name="connsiteY12" fmla="*/ 1568029 h 2752057"/>
                  <a:gd name="connsiteX13" fmla="*/ 876626 w 898853"/>
                  <a:gd name="connsiteY13" fmla="*/ 1269579 h 2752057"/>
                  <a:gd name="connsiteX14" fmla="*/ 825826 w 898853"/>
                  <a:gd name="connsiteY14" fmla="*/ 1069554 h 2752057"/>
                  <a:gd name="connsiteX15" fmla="*/ 898853 w 898853"/>
                  <a:gd name="connsiteY15" fmla="*/ 799682 h 2752057"/>
                  <a:gd name="connsiteX16" fmla="*/ 759154 w 898853"/>
                  <a:gd name="connsiteY16" fmla="*/ 440907 h 2752057"/>
                  <a:gd name="connsiteX17" fmla="*/ 848054 w 898853"/>
                  <a:gd name="connsiteY17" fmla="*/ 374232 h 2752057"/>
                  <a:gd name="connsiteX18" fmla="*/ 882978 w 898853"/>
                  <a:gd name="connsiteY18" fmla="*/ 256757 h 2752057"/>
                  <a:gd name="connsiteX19" fmla="*/ 838529 w 898853"/>
                  <a:gd name="connsiteY19" fmla="*/ 82132 h 2752057"/>
                  <a:gd name="connsiteX20" fmla="*/ 662313 w 898853"/>
                  <a:gd name="connsiteY20" fmla="*/ 1166 h 2752057"/>
                  <a:gd name="connsiteX21" fmla="*/ 517853 w 898853"/>
                  <a:gd name="connsiteY21" fmla="*/ 167857 h 2752057"/>
                  <a:gd name="connsiteX22" fmla="*/ 613103 w 898853"/>
                  <a:gd name="connsiteY22" fmla="*/ 399631 h 2752057"/>
                  <a:gd name="connsiteX23" fmla="*/ 530551 w 898853"/>
                  <a:gd name="connsiteY23" fmla="*/ 558379 h 2752057"/>
                  <a:gd name="connsiteX24" fmla="*/ 486101 w 898853"/>
                  <a:gd name="connsiteY24" fmla="*/ 672678 h 2752057"/>
                  <a:gd name="connsiteX25" fmla="*/ 508326 w 898853"/>
                  <a:gd name="connsiteY25" fmla="*/ 1088604 h 2752057"/>
                  <a:gd name="connsiteX0" fmla="*/ 508326 w 898853"/>
                  <a:gd name="connsiteY0" fmla="*/ 1088604 h 2752057"/>
                  <a:gd name="connsiteX1" fmla="*/ 443239 w 898853"/>
                  <a:gd name="connsiteY1" fmla="*/ 1310854 h 2752057"/>
                  <a:gd name="connsiteX2" fmla="*/ 440063 w 898853"/>
                  <a:gd name="connsiteY2" fmla="*/ 1609304 h 2752057"/>
                  <a:gd name="connsiteX3" fmla="*/ 390851 w 898853"/>
                  <a:gd name="connsiteY3" fmla="*/ 1968079 h 2752057"/>
                  <a:gd name="connsiteX4" fmla="*/ 162250 w 898853"/>
                  <a:gd name="connsiteY4" fmla="*/ 2223666 h 2752057"/>
                  <a:gd name="connsiteX5" fmla="*/ 86054 w 898853"/>
                  <a:gd name="connsiteY5" fmla="*/ 2466557 h 2752057"/>
                  <a:gd name="connsiteX6" fmla="*/ 326 w 898853"/>
                  <a:gd name="connsiteY6" fmla="*/ 2587204 h 2752057"/>
                  <a:gd name="connsiteX7" fmla="*/ 119388 w 898853"/>
                  <a:gd name="connsiteY7" fmla="*/ 2685629 h 2752057"/>
                  <a:gd name="connsiteX8" fmla="*/ 365451 w 898853"/>
                  <a:gd name="connsiteY8" fmla="*/ 2730078 h 2752057"/>
                  <a:gd name="connsiteX9" fmla="*/ 187651 w 898853"/>
                  <a:gd name="connsiteY9" fmla="*/ 2542754 h 2752057"/>
                  <a:gd name="connsiteX10" fmla="*/ 346404 w 898853"/>
                  <a:gd name="connsiteY10" fmla="*/ 2320508 h 2752057"/>
                  <a:gd name="connsiteX11" fmla="*/ 587701 w 898853"/>
                  <a:gd name="connsiteY11" fmla="*/ 2079204 h 2752057"/>
                  <a:gd name="connsiteX12" fmla="*/ 794076 w 898853"/>
                  <a:gd name="connsiteY12" fmla="*/ 1568029 h 2752057"/>
                  <a:gd name="connsiteX13" fmla="*/ 876626 w 898853"/>
                  <a:gd name="connsiteY13" fmla="*/ 1269579 h 2752057"/>
                  <a:gd name="connsiteX14" fmla="*/ 825826 w 898853"/>
                  <a:gd name="connsiteY14" fmla="*/ 1069554 h 2752057"/>
                  <a:gd name="connsiteX15" fmla="*/ 898853 w 898853"/>
                  <a:gd name="connsiteY15" fmla="*/ 799682 h 2752057"/>
                  <a:gd name="connsiteX16" fmla="*/ 759154 w 898853"/>
                  <a:gd name="connsiteY16" fmla="*/ 440907 h 2752057"/>
                  <a:gd name="connsiteX17" fmla="*/ 848054 w 898853"/>
                  <a:gd name="connsiteY17" fmla="*/ 374232 h 2752057"/>
                  <a:gd name="connsiteX18" fmla="*/ 882978 w 898853"/>
                  <a:gd name="connsiteY18" fmla="*/ 256757 h 2752057"/>
                  <a:gd name="connsiteX19" fmla="*/ 838529 w 898853"/>
                  <a:gd name="connsiteY19" fmla="*/ 82132 h 2752057"/>
                  <a:gd name="connsiteX20" fmla="*/ 662313 w 898853"/>
                  <a:gd name="connsiteY20" fmla="*/ 1166 h 2752057"/>
                  <a:gd name="connsiteX21" fmla="*/ 517853 w 898853"/>
                  <a:gd name="connsiteY21" fmla="*/ 167857 h 2752057"/>
                  <a:gd name="connsiteX22" fmla="*/ 613103 w 898853"/>
                  <a:gd name="connsiteY22" fmla="*/ 399631 h 2752057"/>
                  <a:gd name="connsiteX23" fmla="*/ 530551 w 898853"/>
                  <a:gd name="connsiteY23" fmla="*/ 558379 h 2752057"/>
                  <a:gd name="connsiteX24" fmla="*/ 486101 w 898853"/>
                  <a:gd name="connsiteY24" fmla="*/ 672678 h 2752057"/>
                  <a:gd name="connsiteX25" fmla="*/ 508326 w 898853"/>
                  <a:gd name="connsiteY25" fmla="*/ 1088604 h 2752057"/>
                  <a:gd name="connsiteX0" fmla="*/ 508326 w 882978"/>
                  <a:gd name="connsiteY0" fmla="*/ 1088604 h 2752057"/>
                  <a:gd name="connsiteX1" fmla="*/ 443239 w 882978"/>
                  <a:gd name="connsiteY1" fmla="*/ 1310854 h 2752057"/>
                  <a:gd name="connsiteX2" fmla="*/ 440063 w 882978"/>
                  <a:gd name="connsiteY2" fmla="*/ 1609304 h 2752057"/>
                  <a:gd name="connsiteX3" fmla="*/ 390851 w 882978"/>
                  <a:gd name="connsiteY3" fmla="*/ 1968079 h 2752057"/>
                  <a:gd name="connsiteX4" fmla="*/ 162250 w 882978"/>
                  <a:gd name="connsiteY4" fmla="*/ 2223666 h 2752057"/>
                  <a:gd name="connsiteX5" fmla="*/ 86054 w 882978"/>
                  <a:gd name="connsiteY5" fmla="*/ 2466557 h 2752057"/>
                  <a:gd name="connsiteX6" fmla="*/ 326 w 882978"/>
                  <a:gd name="connsiteY6" fmla="*/ 2587204 h 2752057"/>
                  <a:gd name="connsiteX7" fmla="*/ 119388 w 882978"/>
                  <a:gd name="connsiteY7" fmla="*/ 2685629 h 2752057"/>
                  <a:gd name="connsiteX8" fmla="*/ 365451 w 882978"/>
                  <a:gd name="connsiteY8" fmla="*/ 2730078 h 2752057"/>
                  <a:gd name="connsiteX9" fmla="*/ 187651 w 882978"/>
                  <a:gd name="connsiteY9" fmla="*/ 2542754 h 2752057"/>
                  <a:gd name="connsiteX10" fmla="*/ 346404 w 882978"/>
                  <a:gd name="connsiteY10" fmla="*/ 2320508 h 2752057"/>
                  <a:gd name="connsiteX11" fmla="*/ 587701 w 882978"/>
                  <a:gd name="connsiteY11" fmla="*/ 2079204 h 2752057"/>
                  <a:gd name="connsiteX12" fmla="*/ 794076 w 882978"/>
                  <a:gd name="connsiteY12" fmla="*/ 1568029 h 2752057"/>
                  <a:gd name="connsiteX13" fmla="*/ 876626 w 882978"/>
                  <a:gd name="connsiteY13" fmla="*/ 1269579 h 2752057"/>
                  <a:gd name="connsiteX14" fmla="*/ 825826 w 882978"/>
                  <a:gd name="connsiteY14" fmla="*/ 1069554 h 2752057"/>
                  <a:gd name="connsiteX15" fmla="*/ 880250 w 882978"/>
                  <a:gd name="connsiteY15" fmla="*/ 794184 h 2752057"/>
                  <a:gd name="connsiteX16" fmla="*/ 759154 w 882978"/>
                  <a:gd name="connsiteY16" fmla="*/ 440907 h 2752057"/>
                  <a:gd name="connsiteX17" fmla="*/ 848054 w 882978"/>
                  <a:gd name="connsiteY17" fmla="*/ 374232 h 2752057"/>
                  <a:gd name="connsiteX18" fmla="*/ 882978 w 882978"/>
                  <a:gd name="connsiteY18" fmla="*/ 256757 h 2752057"/>
                  <a:gd name="connsiteX19" fmla="*/ 838529 w 882978"/>
                  <a:gd name="connsiteY19" fmla="*/ 82132 h 2752057"/>
                  <a:gd name="connsiteX20" fmla="*/ 662313 w 882978"/>
                  <a:gd name="connsiteY20" fmla="*/ 1166 h 2752057"/>
                  <a:gd name="connsiteX21" fmla="*/ 517853 w 882978"/>
                  <a:gd name="connsiteY21" fmla="*/ 167857 h 2752057"/>
                  <a:gd name="connsiteX22" fmla="*/ 613103 w 882978"/>
                  <a:gd name="connsiteY22" fmla="*/ 399631 h 2752057"/>
                  <a:gd name="connsiteX23" fmla="*/ 530551 w 882978"/>
                  <a:gd name="connsiteY23" fmla="*/ 558379 h 2752057"/>
                  <a:gd name="connsiteX24" fmla="*/ 486101 w 882978"/>
                  <a:gd name="connsiteY24" fmla="*/ 672678 h 2752057"/>
                  <a:gd name="connsiteX25" fmla="*/ 508326 w 882978"/>
                  <a:gd name="connsiteY25" fmla="*/ 1088604 h 2752057"/>
                  <a:gd name="connsiteX0" fmla="*/ 508326 w 882978"/>
                  <a:gd name="connsiteY0" fmla="*/ 1088604 h 2752057"/>
                  <a:gd name="connsiteX1" fmla="*/ 443239 w 882978"/>
                  <a:gd name="connsiteY1" fmla="*/ 1310854 h 2752057"/>
                  <a:gd name="connsiteX2" fmla="*/ 440063 w 882978"/>
                  <a:gd name="connsiteY2" fmla="*/ 1609304 h 2752057"/>
                  <a:gd name="connsiteX3" fmla="*/ 390851 w 882978"/>
                  <a:gd name="connsiteY3" fmla="*/ 1968079 h 2752057"/>
                  <a:gd name="connsiteX4" fmla="*/ 162250 w 882978"/>
                  <a:gd name="connsiteY4" fmla="*/ 2223666 h 2752057"/>
                  <a:gd name="connsiteX5" fmla="*/ 86054 w 882978"/>
                  <a:gd name="connsiteY5" fmla="*/ 2466557 h 2752057"/>
                  <a:gd name="connsiteX6" fmla="*/ 326 w 882978"/>
                  <a:gd name="connsiteY6" fmla="*/ 2587204 h 2752057"/>
                  <a:gd name="connsiteX7" fmla="*/ 119388 w 882978"/>
                  <a:gd name="connsiteY7" fmla="*/ 2685629 h 2752057"/>
                  <a:gd name="connsiteX8" fmla="*/ 365451 w 882978"/>
                  <a:gd name="connsiteY8" fmla="*/ 2730078 h 2752057"/>
                  <a:gd name="connsiteX9" fmla="*/ 187651 w 882978"/>
                  <a:gd name="connsiteY9" fmla="*/ 2542754 h 2752057"/>
                  <a:gd name="connsiteX10" fmla="*/ 346404 w 882978"/>
                  <a:gd name="connsiteY10" fmla="*/ 2320508 h 2752057"/>
                  <a:gd name="connsiteX11" fmla="*/ 587701 w 882978"/>
                  <a:gd name="connsiteY11" fmla="*/ 2079204 h 2752057"/>
                  <a:gd name="connsiteX12" fmla="*/ 794076 w 882978"/>
                  <a:gd name="connsiteY12" fmla="*/ 1568029 h 2752057"/>
                  <a:gd name="connsiteX13" fmla="*/ 876626 w 882978"/>
                  <a:gd name="connsiteY13" fmla="*/ 1269579 h 2752057"/>
                  <a:gd name="connsiteX14" fmla="*/ 825826 w 882978"/>
                  <a:gd name="connsiteY14" fmla="*/ 1069554 h 2752057"/>
                  <a:gd name="connsiteX15" fmla="*/ 880250 w 882978"/>
                  <a:gd name="connsiteY15" fmla="*/ 794184 h 2752057"/>
                  <a:gd name="connsiteX16" fmla="*/ 759154 w 882978"/>
                  <a:gd name="connsiteY16" fmla="*/ 440907 h 2752057"/>
                  <a:gd name="connsiteX17" fmla="*/ 848054 w 882978"/>
                  <a:gd name="connsiteY17" fmla="*/ 374232 h 2752057"/>
                  <a:gd name="connsiteX18" fmla="*/ 882978 w 882978"/>
                  <a:gd name="connsiteY18" fmla="*/ 256757 h 2752057"/>
                  <a:gd name="connsiteX19" fmla="*/ 838529 w 882978"/>
                  <a:gd name="connsiteY19" fmla="*/ 82132 h 2752057"/>
                  <a:gd name="connsiteX20" fmla="*/ 662313 w 882978"/>
                  <a:gd name="connsiteY20" fmla="*/ 1166 h 2752057"/>
                  <a:gd name="connsiteX21" fmla="*/ 517853 w 882978"/>
                  <a:gd name="connsiteY21" fmla="*/ 167857 h 2752057"/>
                  <a:gd name="connsiteX22" fmla="*/ 613103 w 882978"/>
                  <a:gd name="connsiteY22" fmla="*/ 399631 h 2752057"/>
                  <a:gd name="connsiteX23" fmla="*/ 530551 w 882978"/>
                  <a:gd name="connsiteY23" fmla="*/ 558379 h 2752057"/>
                  <a:gd name="connsiteX24" fmla="*/ 486101 w 882978"/>
                  <a:gd name="connsiteY24" fmla="*/ 672678 h 2752057"/>
                  <a:gd name="connsiteX25" fmla="*/ 508326 w 882978"/>
                  <a:gd name="connsiteY25" fmla="*/ 1088604 h 2752057"/>
                  <a:gd name="connsiteX0" fmla="*/ 508326 w 882978"/>
                  <a:gd name="connsiteY0" fmla="*/ 1088604 h 2752057"/>
                  <a:gd name="connsiteX1" fmla="*/ 443239 w 882978"/>
                  <a:gd name="connsiteY1" fmla="*/ 1310854 h 2752057"/>
                  <a:gd name="connsiteX2" fmla="*/ 440063 w 882978"/>
                  <a:gd name="connsiteY2" fmla="*/ 1609304 h 2752057"/>
                  <a:gd name="connsiteX3" fmla="*/ 390851 w 882978"/>
                  <a:gd name="connsiteY3" fmla="*/ 1968079 h 2752057"/>
                  <a:gd name="connsiteX4" fmla="*/ 162250 w 882978"/>
                  <a:gd name="connsiteY4" fmla="*/ 2223666 h 2752057"/>
                  <a:gd name="connsiteX5" fmla="*/ 86054 w 882978"/>
                  <a:gd name="connsiteY5" fmla="*/ 2466557 h 2752057"/>
                  <a:gd name="connsiteX6" fmla="*/ 326 w 882978"/>
                  <a:gd name="connsiteY6" fmla="*/ 2587204 h 2752057"/>
                  <a:gd name="connsiteX7" fmla="*/ 119388 w 882978"/>
                  <a:gd name="connsiteY7" fmla="*/ 2685629 h 2752057"/>
                  <a:gd name="connsiteX8" fmla="*/ 365451 w 882978"/>
                  <a:gd name="connsiteY8" fmla="*/ 2730078 h 2752057"/>
                  <a:gd name="connsiteX9" fmla="*/ 187651 w 882978"/>
                  <a:gd name="connsiteY9" fmla="*/ 2542754 h 2752057"/>
                  <a:gd name="connsiteX10" fmla="*/ 346404 w 882978"/>
                  <a:gd name="connsiteY10" fmla="*/ 2320508 h 2752057"/>
                  <a:gd name="connsiteX11" fmla="*/ 587701 w 882978"/>
                  <a:gd name="connsiteY11" fmla="*/ 2079204 h 2752057"/>
                  <a:gd name="connsiteX12" fmla="*/ 794076 w 882978"/>
                  <a:gd name="connsiteY12" fmla="*/ 1568029 h 2752057"/>
                  <a:gd name="connsiteX13" fmla="*/ 842078 w 882978"/>
                  <a:gd name="connsiteY13" fmla="*/ 1247590 h 2752057"/>
                  <a:gd name="connsiteX14" fmla="*/ 825826 w 882978"/>
                  <a:gd name="connsiteY14" fmla="*/ 1069554 h 2752057"/>
                  <a:gd name="connsiteX15" fmla="*/ 880250 w 882978"/>
                  <a:gd name="connsiteY15" fmla="*/ 794184 h 2752057"/>
                  <a:gd name="connsiteX16" fmla="*/ 759154 w 882978"/>
                  <a:gd name="connsiteY16" fmla="*/ 440907 h 2752057"/>
                  <a:gd name="connsiteX17" fmla="*/ 848054 w 882978"/>
                  <a:gd name="connsiteY17" fmla="*/ 374232 h 2752057"/>
                  <a:gd name="connsiteX18" fmla="*/ 882978 w 882978"/>
                  <a:gd name="connsiteY18" fmla="*/ 256757 h 2752057"/>
                  <a:gd name="connsiteX19" fmla="*/ 838529 w 882978"/>
                  <a:gd name="connsiteY19" fmla="*/ 82132 h 2752057"/>
                  <a:gd name="connsiteX20" fmla="*/ 662313 w 882978"/>
                  <a:gd name="connsiteY20" fmla="*/ 1166 h 2752057"/>
                  <a:gd name="connsiteX21" fmla="*/ 517853 w 882978"/>
                  <a:gd name="connsiteY21" fmla="*/ 167857 h 2752057"/>
                  <a:gd name="connsiteX22" fmla="*/ 613103 w 882978"/>
                  <a:gd name="connsiteY22" fmla="*/ 399631 h 2752057"/>
                  <a:gd name="connsiteX23" fmla="*/ 530551 w 882978"/>
                  <a:gd name="connsiteY23" fmla="*/ 558379 h 2752057"/>
                  <a:gd name="connsiteX24" fmla="*/ 486101 w 882978"/>
                  <a:gd name="connsiteY24" fmla="*/ 672678 h 2752057"/>
                  <a:gd name="connsiteX25" fmla="*/ 508326 w 882978"/>
                  <a:gd name="connsiteY25" fmla="*/ 1088604 h 2752057"/>
                  <a:gd name="connsiteX0" fmla="*/ 508326 w 895025"/>
                  <a:gd name="connsiteY0" fmla="*/ 1088604 h 2752057"/>
                  <a:gd name="connsiteX1" fmla="*/ 443239 w 895025"/>
                  <a:gd name="connsiteY1" fmla="*/ 1310854 h 2752057"/>
                  <a:gd name="connsiteX2" fmla="*/ 440063 w 895025"/>
                  <a:gd name="connsiteY2" fmla="*/ 1609304 h 2752057"/>
                  <a:gd name="connsiteX3" fmla="*/ 390851 w 895025"/>
                  <a:gd name="connsiteY3" fmla="*/ 1968079 h 2752057"/>
                  <a:gd name="connsiteX4" fmla="*/ 162250 w 895025"/>
                  <a:gd name="connsiteY4" fmla="*/ 2223666 h 2752057"/>
                  <a:gd name="connsiteX5" fmla="*/ 86054 w 895025"/>
                  <a:gd name="connsiteY5" fmla="*/ 2466557 h 2752057"/>
                  <a:gd name="connsiteX6" fmla="*/ 326 w 895025"/>
                  <a:gd name="connsiteY6" fmla="*/ 2587204 h 2752057"/>
                  <a:gd name="connsiteX7" fmla="*/ 119388 w 895025"/>
                  <a:gd name="connsiteY7" fmla="*/ 2685629 h 2752057"/>
                  <a:gd name="connsiteX8" fmla="*/ 365451 w 895025"/>
                  <a:gd name="connsiteY8" fmla="*/ 2730078 h 2752057"/>
                  <a:gd name="connsiteX9" fmla="*/ 187651 w 895025"/>
                  <a:gd name="connsiteY9" fmla="*/ 2542754 h 2752057"/>
                  <a:gd name="connsiteX10" fmla="*/ 346404 w 895025"/>
                  <a:gd name="connsiteY10" fmla="*/ 2320508 h 2752057"/>
                  <a:gd name="connsiteX11" fmla="*/ 587701 w 895025"/>
                  <a:gd name="connsiteY11" fmla="*/ 2079204 h 2752057"/>
                  <a:gd name="connsiteX12" fmla="*/ 884434 w 895025"/>
                  <a:gd name="connsiteY12" fmla="*/ 1463584 h 2752057"/>
                  <a:gd name="connsiteX13" fmla="*/ 842078 w 895025"/>
                  <a:gd name="connsiteY13" fmla="*/ 1247590 h 2752057"/>
                  <a:gd name="connsiteX14" fmla="*/ 825826 w 895025"/>
                  <a:gd name="connsiteY14" fmla="*/ 1069554 h 2752057"/>
                  <a:gd name="connsiteX15" fmla="*/ 880250 w 895025"/>
                  <a:gd name="connsiteY15" fmla="*/ 794184 h 2752057"/>
                  <a:gd name="connsiteX16" fmla="*/ 759154 w 895025"/>
                  <a:gd name="connsiteY16" fmla="*/ 440907 h 2752057"/>
                  <a:gd name="connsiteX17" fmla="*/ 848054 w 895025"/>
                  <a:gd name="connsiteY17" fmla="*/ 374232 h 2752057"/>
                  <a:gd name="connsiteX18" fmla="*/ 882978 w 895025"/>
                  <a:gd name="connsiteY18" fmla="*/ 256757 h 2752057"/>
                  <a:gd name="connsiteX19" fmla="*/ 838529 w 895025"/>
                  <a:gd name="connsiteY19" fmla="*/ 82132 h 2752057"/>
                  <a:gd name="connsiteX20" fmla="*/ 662313 w 895025"/>
                  <a:gd name="connsiteY20" fmla="*/ 1166 h 2752057"/>
                  <a:gd name="connsiteX21" fmla="*/ 517853 w 895025"/>
                  <a:gd name="connsiteY21" fmla="*/ 167857 h 2752057"/>
                  <a:gd name="connsiteX22" fmla="*/ 613103 w 895025"/>
                  <a:gd name="connsiteY22" fmla="*/ 399631 h 2752057"/>
                  <a:gd name="connsiteX23" fmla="*/ 530551 w 895025"/>
                  <a:gd name="connsiteY23" fmla="*/ 558379 h 2752057"/>
                  <a:gd name="connsiteX24" fmla="*/ 486101 w 895025"/>
                  <a:gd name="connsiteY24" fmla="*/ 672678 h 2752057"/>
                  <a:gd name="connsiteX25" fmla="*/ 508326 w 895025"/>
                  <a:gd name="connsiteY25" fmla="*/ 1088604 h 2752057"/>
                  <a:gd name="connsiteX0" fmla="*/ 508326 w 887685"/>
                  <a:gd name="connsiteY0" fmla="*/ 1088604 h 2752057"/>
                  <a:gd name="connsiteX1" fmla="*/ 443239 w 887685"/>
                  <a:gd name="connsiteY1" fmla="*/ 1310854 h 2752057"/>
                  <a:gd name="connsiteX2" fmla="*/ 440063 w 887685"/>
                  <a:gd name="connsiteY2" fmla="*/ 1609304 h 2752057"/>
                  <a:gd name="connsiteX3" fmla="*/ 390851 w 887685"/>
                  <a:gd name="connsiteY3" fmla="*/ 1968079 h 2752057"/>
                  <a:gd name="connsiteX4" fmla="*/ 162250 w 887685"/>
                  <a:gd name="connsiteY4" fmla="*/ 2223666 h 2752057"/>
                  <a:gd name="connsiteX5" fmla="*/ 86054 w 887685"/>
                  <a:gd name="connsiteY5" fmla="*/ 2466557 h 2752057"/>
                  <a:gd name="connsiteX6" fmla="*/ 326 w 887685"/>
                  <a:gd name="connsiteY6" fmla="*/ 2587204 h 2752057"/>
                  <a:gd name="connsiteX7" fmla="*/ 119388 w 887685"/>
                  <a:gd name="connsiteY7" fmla="*/ 2685629 h 2752057"/>
                  <a:gd name="connsiteX8" fmla="*/ 365451 w 887685"/>
                  <a:gd name="connsiteY8" fmla="*/ 2730078 h 2752057"/>
                  <a:gd name="connsiteX9" fmla="*/ 187651 w 887685"/>
                  <a:gd name="connsiteY9" fmla="*/ 2542754 h 2752057"/>
                  <a:gd name="connsiteX10" fmla="*/ 346404 w 887685"/>
                  <a:gd name="connsiteY10" fmla="*/ 2320508 h 2752057"/>
                  <a:gd name="connsiteX11" fmla="*/ 587701 w 887685"/>
                  <a:gd name="connsiteY11" fmla="*/ 2079204 h 2752057"/>
                  <a:gd name="connsiteX12" fmla="*/ 884434 w 887685"/>
                  <a:gd name="connsiteY12" fmla="*/ 1463584 h 2752057"/>
                  <a:gd name="connsiteX13" fmla="*/ 842078 w 887685"/>
                  <a:gd name="connsiteY13" fmla="*/ 1247590 h 2752057"/>
                  <a:gd name="connsiteX14" fmla="*/ 825826 w 887685"/>
                  <a:gd name="connsiteY14" fmla="*/ 1069554 h 2752057"/>
                  <a:gd name="connsiteX15" fmla="*/ 880250 w 887685"/>
                  <a:gd name="connsiteY15" fmla="*/ 794184 h 2752057"/>
                  <a:gd name="connsiteX16" fmla="*/ 759154 w 887685"/>
                  <a:gd name="connsiteY16" fmla="*/ 440907 h 2752057"/>
                  <a:gd name="connsiteX17" fmla="*/ 848054 w 887685"/>
                  <a:gd name="connsiteY17" fmla="*/ 374232 h 2752057"/>
                  <a:gd name="connsiteX18" fmla="*/ 882978 w 887685"/>
                  <a:gd name="connsiteY18" fmla="*/ 256757 h 2752057"/>
                  <a:gd name="connsiteX19" fmla="*/ 838529 w 887685"/>
                  <a:gd name="connsiteY19" fmla="*/ 82132 h 2752057"/>
                  <a:gd name="connsiteX20" fmla="*/ 662313 w 887685"/>
                  <a:gd name="connsiteY20" fmla="*/ 1166 h 2752057"/>
                  <a:gd name="connsiteX21" fmla="*/ 517853 w 887685"/>
                  <a:gd name="connsiteY21" fmla="*/ 167857 h 2752057"/>
                  <a:gd name="connsiteX22" fmla="*/ 613103 w 887685"/>
                  <a:gd name="connsiteY22" fmla="*/ 399631 h 2752057"/>
                  <a:gd name="connsiteX23" fmla="*/ 530551 w 887685"/>
                  <a:gd name="connsiteY23" fmla="*/ 558379 h 2752057"/>
                  <a:gd name="connsiteX24" fmla="*/ 486101 w 887685"/>
                  <a:gd name="connsiteY24" fmla="*/ 672678 h 2752057"/>
                  <a:gd name="connsiteX25" fmla="*/ 508326 w 887685"/>
                  <a:gd name="connsiteY25" fmla="*/ 1088604 h 2752057"/>
                  <a:gd name="connsiteX0" fmla="*/ 508326 w 1037548"/>
                  <a:gd name="connsiteY0" fmla="*/ 1088604 h 2752057"/>
                  <a:gd name="connsiteX1" fmla="*/ 443239 w 1037548"/>
                  <a:gd name="connsiteY1" fmla="*/ 1310854 h 2752057"/>
                  <a:gd name="connsiteX2" fmla="*/ 440063 w 1037548"/>
                  <a:gd name="connsiteY2" fmla="*/ 1609304 h 2752057"/>
                  <a:gd name="connsiteX3" fmla="*/ 390851 w 1037548"/>
                  <a:gd name="connsiteY3" fmla="*/ 1968079 h 2752057"/>
                  <a:gd name="connsiteX4" fmla="*/ 162250 w 1037548"/>
                  <a:gd name="connsiteY4" fmla="*/ 2223666 h 2752057"/>
                  <a:gd name="connsiteX5" fmla="*/ 86054 w 1037548"/>
                  <a:gd name="connsiteY5" fmla="*/ 2466557 h 2752057"/>
                  <a:gd name="connsiteX6" fmla="*/ 326 w 1037548"/>
                  <a:gd name="connsiteY6" fmla="*/ 2587204 h 2752057"/>
                  <a:gd name="connsiteX7" fmla="*/ 119388 w 1037548"/>
                  <a:gd name="connsiteY7" fmla="*/ 2685629 h 2752057"/>
                  <a:gd name="connsiteX8" fmla="*/ 365451 w 1037548"/>
                  <a:gd name="connsiteY8" fmla="*/ 2730078 h 2752057"/>
                  <a:gd name="connsiteX9" fmla="*/ 187651 w 1037548"/>
                  <a:gd name="connsiteY9" fmla="*/ 2542754 h 2752057"/>
                  <a:gd name="connsiteX10" fmla="*/ 346404 w 1037548"/>
                  <a:gd name="connsiteY10" fmla="*/ 2320508 h 2752057"/>
                  <a:gd name="connsiteX11" fmla="*/ 1031517 w 1037548"/>
                  <a:gd name="connsiteY11" fmla="*/ 1930783 h 2752057"/>
                  <a:gd name="connsiteX12" fmla="*/ 884434 w 1037548"/>
                  <a:gd name="connsiteY12" fmla="*/ 1463584 h 2752057"/>
                  <a:gd name="connsiteX13" fmla="*/ 842078 w 1037548"/>
                  <a:gd name="connsiteY13" fmla="*/ 1247590 h 2752057"/>
                  <a:gd name="connsiteX14" fmla="*/ 825826 w 1037548"/>
                  <a:gd name="connsiteY14" fmla="*/ 1069554 h 2752057"/>
                  <a:gd name="connsiteX15" fmla="*/ 880250 w 1037548"/>
                  <a:gd name="connsiteY15" fmla="*/ 794184 h 2752057"/>
                  <a:gd name="connsiteX16" fmla="*/ 759154 w 1037548"/>
                  <a:gd name="connsiteY16" fmla="*/ 440907 h 2752057"/>
                  <a:gd name="connsiteX17" fmla="*/ 848054 w 1037548"/>
                  <a:gd name="connsiteY17" fmla="*/ 374232 h 2752057"/>
                  <a:gd name="connsiteX18" fmla="*/ 882978 w 1037548"/>
                  <a:gd name="connsiteY18" fmla="*/ 256757 h 2752057"/>
                  <a:gd name="connsiteX19" fmla="*/ 838529 w 1037548"/>
                  <a:gd name="connsiteY19" fmla="*/ 82132 h 2752057"/>
                  <a:gd name="connsiteX20" fmla="*/ 662313 w 1037548"/>
                  <a:gd name="connsiteY20" fmla="*/ 1166 h 2752057"/>
                  <a:gd name="connsiteX21" fmla="*/ 517853 w 1037548"/>
                  <a:gd name="connsiteY21" fmla="*/ 167857 h 2752057"/>
                  <a:gd name="connsiteX22" fmla="*/ 613103 w 1037548"/>
                  <a:gd name="connsiteY22" fmla="*/ 399631 h 2752057"/>
                  <a:gd name="connsiteX23" fmla="*/ 530551 w 1037548"/>
                  <a:gd name="connsiteY23" fmla="*/ 558379 h 2752057"/>
                  <a:gd name="connsiteX24" fmla="*/ 486101 w 1037548"/>
                  <a:gd name="connsiteY24" fmla="*/ 672678 h 2752057"/>
                  <a:gd name="connsiteX25" fmla="*/ 508326 w 1037548"/>
                  <a:gd name="connsiteY25" fmla="*/ 1088604 h 2752057"/>
                  <a:gd name="connsiteX0" fmla="*/ 508326 w 1031517"/>
                  <a:gd name="connsiteY0" fmla="*/ 1088604 h 2752057"/>
                  <a:gd name="connsiteX1" fmla="*/ 443239 w 1031517"/>
                  <a:gd name="connsiteY1" fmla="*/ 1310854 h 2752057"/>
                  <a:gd name="connsiteX2" fmla="*/ 440063 w 1031517"/>
                  <a:gd name="connsiteY2" fmla="*/ 1609304 h 2752057"/>
                  <a:gd name="connsiteX3" fmla="*/ 390851 w 1031517"/>
                  <a:gd name="connsiteY3" fmla="*/ 1968079 h 2752057"/>
                  <a:gd name="connsiteX4" fmla="*/ 162250 w 1031517"/>
                  <a:gd name="connsiteY4" fmla="*/ 2223666 h 2752057"/>
                  <a:gd name="connsiteX5" fmla="*/ 86054 w 1031517"/>
                  <a:gd name="connsiteY5" fmla="*/ 2466557 h 2752057"/>
                  <a:gd name="connsiteX6" fmla="*/ 326 w 1031517"/>
                  <a:gd name="connsiteY6" fmla="*/ 2587204 h 2752057"/>
                  <a:gd name="connsiteX7" fmla="*/ 119388 w 1031517"/>
                  <a:gd name="connsiteY7" fmla="*/ 2685629 h 2752057"/>
                  <a:gd name="connsiteX8" fmla="*/ 365451 w 1031517"/>
                  <a:gd name="connsiteY8" fmla="*/ 2730078 h 2752057"/>
                  <a:gd name="connsiteX9" fmla="*/ 187651 w 1031517"/>
                  <a:gd name="connsiteY9" fmla="*/ 2542754 h 2752057"/>
                  <a:gd name="connsiteX10" fmla="*/ 346404 w 1031517"/>
                  <a:gd name="connsiteY10" fmla="*/ 2320508 h 2752057"/>
                  <a:gd name="connsiteX11" fmla="*/ 1031517 w 1031517"/>
                  <a:gd name="connsiteY11" fmla="*/ 1930783 h 2752057"/>
                  <a:gd name="connsiteX12" fmla="*/ 884434 w 1031517"/>
                  <a:gd name="connsiteY12" fmla="*/ 1463584 h 2752057"/>
                  <a:gd name="connsiteX13" fmla="*/ 842078 w 1031517"/>
                  <a:gd name="connsiteY13" fmla="*/ 1247590 h 2752057"/>
                  <a:gd name="connsiteX14" fmla="*/ 825826 w 1031517"/>
                  <a:gd name="connsiteY14" fmla="*/ 1069554 h 2752057"/>
                  <a:gd name="connsiteX15" fmla="*/ 880250 w 1031517"/>
                  <a:gd name="connsiteY15" fmla="*/ 794184 h 2752057"/>
                  <a:gd name="connsiteX16" fmla="*/ 759154 w 1031517"/>
                  <a:gd name="connsiteY16" fmla="*/ 440907 h 2752057"/>
                  <a:gd name="connsiteX17" fmla="*/ 848054 w 1031517"/>
                  <a:gd name="connsiteY17" fmla="*/ 374232 h 2752057"/>
                  <a:gd name="connsiteX18" fmla="*/ 882978 w 1031517"/>
                  <a:gd name="connsiteY18" fmla="*/ 256757 h 2752057"/>
                  <a:gd name="connsiteX19" fmla="*/ 838529 w 1031517"/>
                  <a:gd name="connsiteY19" fmla="*/ 82132 h 2752057"/>
                  <a:gd name="connsiteX20" fmla="*/ 662313 w 1031517"/>
                  <a:gd name="connsiteY20" fmla="*/ 1166 h 2752057"/>
                  <a:gd name="connsiteX21" fmla="*/ 517853 w 1031517"/>
                  <a:gd name="connsiteY21" fmla="*/ 167857 h 2752057"/>
                  <a:gd name="connsiteX22" fmla="*/ 613103 w 1031517"/>
                  <a:gd name="connsiteY22" fmla="*/ 399631 h 2752057"/>
                  <a:gd name="connsiteX23" fmla="*/ 530551 w 1031517"/>
                  <a:gd name="connsiteY23" fmla="*/ 558379 h 2752057"/>
                  <a:gd name="connsiteX24" fmla="*/ 486101 w 1031517"/>
                  <a:gd name="connsiteY24" fmla="*/ 672678 h 2752057"/>
                  <a:gd name="connsiteX25" fmla="*/ 508326 w 1031517"/>
                  <a:gd name="connsiteY25" fmla="*/ 1088604 h 2752057"/>
                  <a:gd name="connsiteX0" fmla="*/ 508326 w 1070207"/>
                  <a:gd name="connsiteY0" fmla="*/ 1088604 h 2752057"/>
                  <a:gd name="connsiteX1" fmla="*/ 443239 w 1070207"/>
                  <a:gd name="connsiteY1" fmla="*/ 1310854 h 2752057"/>
                  <a:gd name="connsiteX2" fmla="*/ 440063 w 1070207"/>
                  <a:gd name="connsiteY2" fmla="*/ 1609304 h 2752057"/>
                  <a:gd name="connsiteX3" fmla="*/ 390851 w 1070207"/>
                  <a:gd name="connsiteY3" fmla="*/ 1968079 h 2752057"/>
                  <a:gd name="connsiteX4" fmla="*/ 162250 w 1070207"/>
                  <a:gd name="connsiteY4" fmla="*/ 2223666 h 2752057"/>
                  <a:gd name="connsiteX5" fmla="*/ 86054 w 1070207"/>
                  <a:gd name="connsiteY5" fmla="*/ 2466557 h 2752057"/>
                  <a:gd name="connsiteX6" fmla="*/ 326 w 1070207"/>
                  <a:gd name="connsiteY6" fmla="*/ 2587204 h 2752057"/>
                  <a:gd name="connsiteX7" fmla="*/ 119388 w 1070207"/>
                  <a:gd name="connsiteY7" fmla="*/ 2685629 h 2752057"/>
                  <a:gd name="connsiteX8" fmla="*/ 365451 w 1070207"/>
                  <a:gd name="connsiteY8" fmla="*/ 2730078 h 2752057"/>
                  <a:gd name="connsiteX9" fmla="*/ 187651 w 1070207"/>
                  <a:gd name="connsiteY9" fmla="*/ 2542754 h 2752057"/>
                  <a:gd name="connsiteX10" fmla="*/ 1005484 w 1070207"/>
                  <a:gd name="connsiteY10" fmla="*/ 2235303 h 2752057"/>
                  <a:gd name="connsiteX11" fmla="*/ 1031517 w 1070207"/>
                  <a:gd name="connsiteY11" fmla="*/ 1930783 h 2752057"/>
                  <a:gd name="connsiteX12" fmla="*/ 884434 w 1070207"/>
                  <a:gd name="connsiteY12" fmla="*/ 1463584 h 2752057"/>
                  <a:gd name="connsiteX13" fmla="*/ 842078 w 1070207"/>
                  <a:gd name="connsiteY13" fmla="*/ 1247590 h 2752057"/>
                  <a:gd name="connsiteX14" fmla="*/ 825826 w 1070207"/>
                  <a:gd name="connsiteY14" fmla="*/ 1069554 h 2752057"/>
                  <a:gd name="connsiteX15" fmla="*/ 880250 w 1070207"/>
                  <a:gd name="connsiteY15" fmla="*/ 794184 h 2752057"/>
                  <a:gd name="connsiteX16" fmla="*/ 759154 w 1070207"/>
                  <a:gd name="connsiteY16" fmla="*/ 440907 h 2752057"/>
                  <a:gd name="connsiteX17" fmla="*/ 848054 w 1070207"/>
                  <a:gd name="connsiteY17" fmla="*/ 374232 h 2752057"/>
                  <a:gd name="connsiteX18" fmla="*/ 882978 w 1070207"/>
                  <a:gd name="connsiteY18" fmla="*/ 256757 h 2752057"/>
                  <a:gd name="connsiteX19" fmla="*/ 838529 w 1070207"/>
                  <a:gd name="connsiteY19" fmla="*/ 82132 h 2752057"/>
                  <a:gd name="connsiteX20" fmla="*/ 662313 w 1070207"/>
                  <a:gd name="connsiteY20" fmla="*/ 1166 h 2752057"/>
                  <a:gd name="connsiteX21" fmla="*/ 517853 w 1070207"/>
                  <a:gd name="connsiteY21" fmla="*/ 167857 h 2752057"/>
                  <a:gd name="connsiteX22" fmla="*/ 613103 w 1070207"/>
                  <a:gd name="connsiteY22" fmla="*/ 399631 h 2752057"/>
                  <a:gd name="connsiteX23" fmla="*/ 530551 w 1070207"/>
                  <a:gd name="connsiteY23" fmla="*/ 558379 h 2752057"/>
                  <a:gd name="connsiteX24" fmla="*/ 486101 w 1070207"/>
                  <a:gd name="connsiteY24" fmla="*/ 672678 h 2752057"/>
                  <a:gd name="connsiteX25" fmla="*/ 508326 w 1070207"/>
                  <a:gd name="connsiteY25" fmla="*/ 1088604 h 2752057"/>
                  <a:gd name="connsiteX0" fmla="*/ 508326 w 1031517"/>
                  <a:gd name="connsiteY0" fmla="*/ 1088604 h 2752057"/>
                  <a:gd name="connsiteX1" fmla="*/ 443239 w 1031517"/>
                  <a:gd name="connsiteY1" fmla="*/ 1310854 h 2752057"/>
                  <a:gd name="connsiteX2" fmla="*/ 440063 w 1031517"/>
                  <a:gd name="connsiteY2" fmla="*/ 1609304 h 2752057"/>
                  <a:gd name="connsiteX3" fmla="*/ 390851 w 1031517"/>
                  <a:gd name="connsiteY3" fmla="*/ 1968079 h 2752057"/>
                  <a:gd name="connsiteX4" fmla="*/ 162250 w 1031517"/>
                  <a:gd name="connsiteY4" fmla="*/ 2223666 h 2752057"/>
                  <a:gd name="connsiteX5" fmla="*/ 86054 w 1031517"/>
                  <a:gd name="connsiteY5" fmla="*/ 2466557 h 2752057"/>
                  <a:gd name="connsiteX6" fmla="*/ 326 w 1031517"/>
                  <a:gd name="connsiteY6" fmla="*/ 2587204 h 2752057"/>
                  <a:gd name="connsiteX7" fmla="*/ 119388 w 1031517"/>
                  <a:gd name="connsiteY7" fmla="*/ 2685629 h 2752057"/>
                  <a:gd name="connsiteX8" fmla="*/ 365451 w 1031517"/>
                  <a:gd name="connsiteY8" fmla="*/ 2730078 h 2752057"/>
                  <a:gd name="connsiteX9" fmla="*/ 187651 w 1031517"/>
                  <a:gd name="connsiteY9" fmla="*/ 2542754 h 2752057"/>
                  <a:gd name="connsiteX10" fmla="*/ 1005484 w 1031517"/>
                  <a:gd name="connsiteY10" fmla="*/ 2235303 h 2752057"/>
                  <a:gd name="connsiteX11" fmla="*/ 1031517 w 1031517"/>
                  <a:gd name="connsiteY11" fmla="*/ 1930783 h 2752057"/>
                  <a:gd name="connsiteX12" fmla="*/ 884434 w 1031517"/>
                  <a:gd name="connsiteY12" fmla="*/ 1463584 h 2752057"/>
                  <a:gd name="connsiteX13" fmla="*/ 842078 w 1031517"/>
                  <a:gd name="connsiteY13" fmla="*/ 1247590 h 2752057"/>
                  <a:gd name="connsiteX14" fmla="*/ 825826 w 1031517"/>
                  <a:gd name="connsiteY14" fmla="*/ 1069554 h 2752057"/>
                  <a:gd name="connsiteX15" fmla="*/ 880250 w 1031517"/>
                  <a:gd name="connsiteY15" fmla="*/ 794184 h 2752057"/>
                  <a:gd name="connsiteX16" fmla="*/ 759154 w 1031517"/>
                  <a:gd name="connsiteY16" fmla="*/ 440907 h 2752057"/>
                  <a:gd name="connsiteX17" fmla="*/ 848054 w 1031517"/>
                  <a:gd name="connsiteY17" fmla="*/ 374232 h 2752057"/>
                  <a:gd name="connsiteX18" fmla="*/ 882978 w 1031517"/>
                  <a:gd name="connsiteY18" fmla="*/ 256757 h 2752057"/>
                  <a:gd name="connsiteX19" fmla="*/ 838529 w 1031517"/>
                  <a:gd name="connsiteY19" fmla="*/ 82132 h 2752057"/>
                  <a:gd name="connsiteX20" fmla="*/ 662313 w 1031517"/>
                  <a:gd name="connsiteY20" fmla="*/ 1166 h 2752057"/>
                  <a:gd name="connsiteX21" fmla="*/ 517853 w 1031517"/>
                  <a:gd name="connsiteY21" fmla="*/ 167857 h 2752057"/>
                  <a:gd name="connsiteX22" fmla="*/ 613103 w 1031517"/>
                  <a:gd name="connsiteY22" fmla="*/ 399631 h 2752057"/>
                  <a:gd name="connsiteX23" fmla="*/ 530551 w 1031517"/>
                  <a:gd name="connsiteY23" fmla="*/ 558379 h 2752057"/>
                  <a:gd name="connsiteX24" fmla="*/ 486101 w 1031517"/>
                  <a:gd name="connsiteY24" fmla="*/ 672678 h 2752057"/>
                  <a:gd name="connsiteX25" fmla="*/ 508326 w 1031517"/>
                  <a:gd name="connsiteY25" fmla="*/ 1088604 h 2752057"/>
                  <a:gd name="connsiteX0" fmla="*/ 508326 w 1031517"/>
                  <a:gd name="connsiteY0" fmla="*/ 1088604 h 2752057"/>
                  <a:gd name="connsiteX1" fmla="*/ 443239 w 1031517"/>
                  <a:gd name="connsiteY1" fmla="*/ 1310854 h 2752057"/>
                  <a:gd name="connsiteX2" fmla="*/ 440063 w 1031517"/>
                  <a:gd name="connsiteY2" fmla="*/ 1609304 h 2752057"/>
                  <a:gd name="connsiteX3" fmla="*/ 390851 w 1031517"/>
                  <a:gd name="connsiteY3" fmla="*/ 1968079 h 2752057"/>
                  <a:gd name="connsiteX4" fmla="*/ 162250 w 1031517"/>
                  <a:gd name="connsiteY4" fmla="*/ 2223666 h 2752057"/>
                  <a:gd name="connsiteX5" fmla="*/ 86054 w 1031517"/>
                  <a:gd name="connsiteY5" fmla="*/ 2466557 h 2752057"/>
                  <a:gd name="connsiteX6" fmla="*/ 326 w 1031517"/>
                  <a:gd name="connsiteY6" fmla="*/ 2587204 h 2752057"/>
                  <a:gd name="connsiteX7" fmla="*/ 119388 w 1031517"/>
                  <a:gd name="connsiteY7" fmla="*/ 2685629 h 2752057"/>
                  <a:gd name="connsiteX8" fmla="*/ 365451 w 1031517"/>
                  <a:gd name="connsiteY8" fmla="*/ 2730078 h 2752057"/>
                  <a:gd name="connsiteX9" fmla="*/ 187651 w 1031517"/>
                  <a:gd name="connsiteY9" fmla="*/ 2542754 h 2752057"/>
                  <a:gd name="connsiteX10" fmla="*/ 1005484 w 1031517"/>
                  <a:gd name="connsiteY10" fmla="*/ 2235303 h 2752057"/>
                  <a:gd name="connsiteX11" fmla="*/ 1031517 w 1031517"/>
                  <a:gd name="connsiteY11" fmla="*/ 1930783 h 2752057"/>
                  <a:gd name="connsiteX12" fmla="*/ 884434 w 1031517"/>
                  <a:gd name="connsiteY12" fmla="*/ 1463584 h 2752057"/>
                  <a:gd name="connsiteX13" fmla="*/ 842078 w 1031517"/>
                  <a:gd name="connsiteY13" fmla="*/ 1247590 h 2752057"/>
                  <a:gd name="connsiteX14" fmla="*/ 825826 w 1031517"/>
                  <a:gd name="connsiteY14" fmla="*/ 1069554 h 2752057"/>
                  <a:gd name="connsiteX15" fmla="*/ 880250 w 1031517"/>
                  <a:gd name="connsiteY15" fmla="*/ 794184 h 2752057"/>
                  <a:gd name="connsiteX16" fmla="*/ 759154 w 1031517"/>
                  <a:gd name="connsiteY16" fmla="*/ 440907 h 2752057"/>
                  <a:gd name="connsiteX17" fmla="*/ 848054 w 1031517"/>
                  <a:gd name="connsiteY17" fmla="*/ 374232 h 2752057"/>
                  <a:gd name="connsiteX18" fmla="*/ 882978 w 1031517"/>
                  <a:gd name="connsiteY18" fmla="*/ 256757 h 2752057"/>
                  <a:gd name="connsiteX19" fmla="*/ 838529 w 1031517"/>
                  <a:gd name="connsiteY19" fmla="*/ 82132 h 2752057"/>
                  <a:gd name="connsiteX20" fmla="*/ 662313 w 1031517"/>
                  <a:gd name="connsiteY20" fmla="*/ 1166 h 2752057"/>
                  <a:gd name="connsiteX21" fmla="*/ 517853 w 1031517"/>
                  <a:gd name="connsiteY21" fmla="*/ 167857 h 2752057"/>
                  <a:gd name="connsiteX22" fmla="*/ 613103 w 1031517"/>
                  <a:gd name="connsiteY22" fmla="*/ 399631 h 2752057"/>
                  <a:gd name="connsiteX23" fmla="*/ 530551 w 1031517"/>
                  <a:gd name="connsiteY23" fmla="*/ 558379 h 2752057"/>
                  <a:gd name="connsiteX24" fmla="*/ 486101 w 1031517"/>
                  <a:gd name="connsiteY24" fmla="*/ 672678 h 2752057"/>
                  <a:gd name="connsiteX25" fmla="*/ 508326 w 1031517"/>
                  <a:gd name="connsiteY25" fmla="*/ 1088604 h 2752057"/>
                  <a:gd name="connsiteX0" fmla="*/ 508326 w 1031517"/>
                  <a:gd name="connsiteY0" fmla="*/ 1088604 h 2752057"/>
                  <a:gd name="connsiteX1" fmla="*/ 443239 w 1031517"/>
                  <a:gd name="connsiteY1" fmla="*/ 1310854 h 2752057"/>
                  <a:gd name="connsiteX2" fmla="*/ 440063 w 1031517"/>
                  <a:gd name="connsiteY2" fmla="*/ 1609304 h 2752057"/>
                  <a:gd name="connsiteX3" fmla="*/ 390851 w 1031517"/>
                  <a:gd name="connsiteY3" fmla="*/ 1968079 h 2752057"/>
                  <a:gd name="connsiteX4" fmla="*/ 162250 w 1031517"/>
                  <a:gd name="connsiteY4" fmla="*/ 2223666 h 2752057"/>
                  <a:gd name="connsiteX5" fmla="*/ 86054 w 1031517"/>
                  <a:gd name="connsiteY5" fmla="*/ 2466557 h 2752057"/>
                  <a:gd name="connsiteX6" fmla="*/ 326 w 1031517"/>
                  <a:gd name="connsiteY6" fmla="*/ 2587204 h 2752057"/>
                  <a:gd name="connsiteX7" fmla="*/ 119388 w 1031517"/>
                  <a:gd name="connsiteY7" fmla="*/ 2685629 h 2752057"/>
                  <a:gd name="connsiteX8" fmla="*/ 365451 w 1031517"/>
                  <a:gd name="connsiteY8" fmla="*/ 2730078 h 2752057"/>
                  <a:gd name="connsiteX9" fmla="*/ 1011502 w 1031517"/>
                  <a:gd name="connsiteY9" fmla="*/ 2553749 h 2752057"/>
                  <a:gd name="connsiteX10" fmla="*/ 1005484 w 1031517"/>
                  <a:gd name="connsiteY10" fmla="*/ 2235303 h 2752057"/>
                  <a:gd name="connsiteX11" fmla="*/ 1031517 w 1031517"/>
                  <a:gd name="connsiteY11" fmla="*/ 1930783 h 2752057"/>
                  <a:gd name="connsiteX12" fmla="*/ 884434 w 1031517"/>
                  <a:gd name="connsiteY12" fmla="*/ 1463584 h 2752057"/>
                  <a:gd name="connsiteX13" fmla="*/ 842078 w 1031517"/>
                  <a:gd name="connsiteY13" fmla="*/ 1247590 h 2752057"/>
                  <a:gd name="connsiteX14" fmla="*/ 825826 w 1031517"/>
                  <a:gd name="connsiteY14" fmla="*/ 1069554 h 2752057"/>
                  <a:gd name="connsiteX15" fmla="*/ 880250 w 1031517"/>
                  <a:gd name="connsiteY15" fmla="*/ 794184 h 2752057"/>
                  <a:gd name="connsiteX16" fmla="*/ 759154 w 1031517"/>
                  <a:gd name="connsiteY16" fmla="*/ 440907 h 2752057"/>
                  <a:gd name="connsiteX17" fmla="*/ 848054 w 1031517"/>
                  <a:gd name="connsiteY17" fmla="*/ 374232 h 2752057"/>
                  <a:gd name="connsiteX18" fmla="*/ 882978 w 1031517"/>
                  <a:gd name="connsiteY18" fmla="*/ 256757 h 2752057"/>
                  <a:gd name="connsiteX19" fmla="*/ 838529 w 1031517"/>
                  <a:gd name="connsiteY19" fmla="*/ 82132 h 2752057"/>
                  <a:gd name="connsiteX20" fmla="*/ 662313 w 1031517"/>
                  <a:gd name="connsiteY20" fmla="*/ 1166 h 2752057"/>
                  <a:gd name="connsiteX21" fmla="*/ 517853 w 1031517"/>
                  <a:gd name="connsiteY21" fmla="*/ 167857 h 2752057"/>
                  <a:gd name="connsiteX22" fmla="*/ 613103 w 1031517"/>
                  <a:gd name="connsiteY22" fmla="*/ 399631 h 2752057"/>
                  <a:gd name="connsiteX23" fmla="*/ 530551 w 1031517"/>
                  <a:gd name="connsiteY23" fmla="*/ 558379 h 2752057"/>
                  <a:gd name="connsiteX24" fmla="*/ 486101 w 1031517"/>
                  <a:gd name="connsiteY24" fmla="*/ 672678 h 2752057"/>
                  <a:gd name="connsiteX25" fmla="*/ 508326 w 1031517"/>
                  <a:gd name="connsiteY25" fmla="*/ 1088604 h 2752057"/>
                  <a:gd name="connsiteX0" fmla="*/ 508326 w 1031517"/>
                  <a:gd name="connsiteY0" fmla="*/ 1088604 h 2752057"/>
                  <a:gd name="connsiteX1" fmla="*/ 443239 w 1031517"/>
                  <a:gd name="connsiteY1" fmla="*/ 1310854 h 2752057"/>
                  <a:gd name="connsiteX2" fmla="*/ 440063 w 1031517"/>
                  <a:gd name="connsiteY2" fmla="*/ 1609304 h 2752057"/>
                  <a:gd name="connsiteX3" fmla="*/ 390851 w 1031517"/>
                  <a:gd name="connsiteY3" fmla="*/ 1968079 h 2752057"/>
                  <a:gd name="connsiteX4" fmla="*/ 162250 w 1031517"/>
                  <a:gd name="connsiteY4" fmla="*/ 2223666 h 2752057"/>
                  <a:gd name="connsiteX5" fmla="*/ 86054 w 1031517"/>
                  <a:gd name="connsiteY5" fmla="*/ 2466557 h 2752057"/>
                  <a:gd name="connsiteX6" fmla="*/ 326 w 1031517"/>
                  <a:gd name="connsiteY6" fmla="*/ 2587204 h 2752057"/>
                  <a:gd name="connsiteX7" fmla="*/ 119388 w 1031517"/>
                  <a:gd name="connsiteY7" fmla="*/ 2685629 h 2752057"/>
                  <a:gd name="connsiteX8" fmla="*/ 365451 w 1031517"/>
                  <a:gd name="connsiteY8" fmla="*/ 2730078 h 2752057"/>
                  <a:gd name="connsiteX9" fmla="*/ 1011502 w 1031517"/>
                  <a:gd name="connsiteY9" fmla="*/ 2553749 h 2752057"/>
                  <a:gd name="connsiteX10" fmla="*/ 1005484 w 1031517"/>
                  <a:gd name="connsiteY10" fmla="*/ 2235303 h 2752057"/>
                  <a:gd name="connsiteX11" fmla="*/ 1031517 w 1031517"/>
                  <a:gd name="connsiteY11" fmla="*/ 1930783 h 2752057"/>
                  <a:gd name="connsiteX12" fmla="*/ 884434 w 1031517"/>
                  <a:gd name="connsiteY12" fmla="*/ 1463584 h 2752057"/>
                  <a:gd name="connsiteX13" fmla="*/ 842078 w 1031517"/>
                  <a:gd name="connsiteY13" fmla="*/ 1247590 h 2752057"/>
                  <a:gd name="connsiteX14" fmla="*/ 825826 w 1031517"/>
                  <a:gd name="connsiteY14" fmla="*/ 1069554 h 2752057"/>
                  <a:gd name="connsiteX15" fmla="*/ 880250 w 1031517"/>
                  <a:gd name="connsiteY15" fmla="*/ 794184 h 2752057"/>
                  <a:gd name="connsiteX16" fmla="*/ 759154 w 1031517"/>
                  <a:gd name="connsiteY16" fmla="*/ 440907 h 2752057"/>
                  <a:gd name="connsiteX17" fmla="*/ 848054 w 1031517"/>
                  <a:gd name="connsiteY17" fmla="*/ 374232 h 2752057"/>
                  <a:gd name="connsiteX18" fmla="*/ 882978 w 1031517"/>
                  <a:gd name="connsiteY18" fmla="*/ 256757 h 2752057"/>
                  <a:gd name="connsiteX19" fmla="*/ 838529 w 1031517"/>
                  <a:gd name="connsiteY19" fmla="*/ 82132 h 2752057"/>
                  <a:gd name="connsiteX20" fmla="*/ 662313 w 1031517"/>
                  <a:gd name="connsiteY20" fmla="*/ 1166 h 2752057"/>
                  <a:gd name="connsiteX21" fmla="*/ 517853 w 1031517"/>
                  <a:gd name="connsiteY21" fmla="*/ 167857 h 2752057"/>
                  <a:gd name="connsiteX22" fmla="*/ 613103 w 1031517"/>
                  <a:gd name="connsiteY22" fmla="*/ 399631 h 2752057"/>
                  <a:gd name="connsiteX23" fmla="*/ 530551 w 1031517"/>
                  <a:gd name="connsiteY23" fmla="*/ 558379 h 2752057"/>
                  <a:gd name="connsiteX24" fmla="*/ 486101 w 1031517"/>
                  <a:gd name="connsiteY24" fmla="*/ 672678 h 2752057"/>
                  <a:gd name="connsiteX25" fmla="*/ 508326 w 1031517"/>
                  <a:gd name="connsiteY25" fmla="*/ 1088604 h 2752057"/>
                  <a:gd name="connsiteX0" fmla="*/ 508326 w 1213220"/>
                  <a:gd name="connsiteY0" fmla="*/ 1088604 h 2716480"/>
                  <a:gd name="connsiteX1" fmla="*/ 443239 w 1213220"/>
                  <a:gd name="connsiteY1" fmla="*/ 1310854 h 2716480"/>
                  <a:gd name="connsiteX2" fmla="*/ 440063 w 1213220"/>
                  <a:gd name="connsiteY2" fmla="*/ 1609304 h 2716480"/>
                  <a:gd name="connsiteX3" fmla="*/ 390851 w 1213220"/>
                  <a:gd name="connsiteY3" fmla="*/ 1968079 h 2716480"/>
                  <a:gd name="connsiteX4" fmla="*/ 162250 w 1213220"/>
                  <a:gd name="connsiteY4" fmla="*/ 2223666 h 2716480"/>
                  <a:gd name="connsiteX5" fmla="*/ 86054 w 1213220"/>
                  <a:gd name="connsiteY5" fmla="*/ 2466557 h 2716480"/>
                  <a:gd name="connsiteX6" fmla="*/ 326 w 1213220"/>
                  <a:gd name="connsiteY6" fmla="*/ 2587204 h 2716480"/>
                  <a:gd name="connsiteX7" fmla="*/ 119388 w 1213220"/>
                  <a:gd name="connsiteY7" fmla="*/ 2685629 h 2716480"/>
                  <a:gd name="connsiteX8" fmla="*/ 1213220 w 1213220"/>
                  <a:gd name="connsiteY8" fmla="*/ 2653118 h 2716480"/>
                  <a:gd name="connsiteX9" fmla="*/ 1011502 w 1213220"/>
                  <a:gd name="connsiteY9" fmla="*/ 2553749 h 2716480"/>
                  <a:gd name="connsiteX10" fmla="*/ 1005484 w 1213220"/>
                  <a:gd name="connsiteY10" fmla="*/ 2235303 h 2716480"/>
                  <a:gd name="connsiteX11" fmla="*/ 1031517 w 1213220"/>
                  <a:gd name="connsiteY11" fmla="*/ 1930783 h 2716480"/>
                  <a:gd name="connsiteX12" fmla="*/ 884434 w 1213220"/>
                  <a:gd name="connsiteY12" fmla="*/ 1463584 h 2716480"/>
                  <a:gd name="connsiteX13" fmla="*/ 842078 w 1213220"/>
                  <a:gd name="connsiteY13" fmla="*/ 1247590 h 2716480"/>
                  <a:gd name="connsiteX14" fmla="*/ 825826 w 1213220"/>
                  <a:gd name="connsiteY14" fmla="*/ 1069554 h 2716480"/>
                  <a:gd name="connsiteX15" fmla="*/ 880250 w 1213220"/>
                  <a:gd name="connsiteY15" fmla="*/ 794184 h 2716480"/>
                  <a:gd name="connsiteX16" fmla="*/ 759154 w 1213220"/>
                  <a:gd name="connsiteY16" fmla="*/ 440907 h 2716480"/>
                  <a:gd name="connsiteX17" fmla="*/ 848054 w 1213220"/>
                  <a:gd name="connsiteY17" fmla="*/ 374232 h 2716480"/>
                  <a:gd name="connsiteX18" fmla="*/ 882978 w 1213220"/>
                  <a:gd name="connsiteY18" fmla="*/ 256757 h 2716480"/>
                  <a:gd name="connsiteX19" fmla="*/ 838529 w 1213220"/>
                  <a:gd name="connsiteY19" fmla="*/ 82132 h 2716480"/>
                  <a:gd name="connsiteX20" fmla="*/ 662313 w 1213220"/>
                  <a:gd name="connsiteY20" fmla="*/ 1166 h 2716480"/>
                  <a:gd name="connsiteX21" fmla="*/ 517853 w 1213220"/>
                  <a:gd name="connsiteY21" fmla="*/ 167857 h 2716480"/>
                  <a:gd name="connsiteX22" fmla="*/ 613103 w 1213220"/>
                  <a:gd name="connsiteY22" fmla="*/ 399631 h 2716480"/>
                  <a:gd name="connsiteX23" fmla="*/ 530551 w 1213220"/>
                  <a:gd name="connsiteY23" fmla="*/ 558379 h 2716480"/>
                  <a:gd name="connsiteX24" fmla="*/ 486101 w 1213220"/>
                  <a:gd name="connsiteY24" fmla="*/ 672678 h 2716480"/>
                  <a:gd name="connsiteX25" fmla="*/ 508326 w 1213220"/>
                  <a:gd name="connsiteY25" fmla="*/ 1088604 h 2716480"/>
                  <a:gd name="connsiteX0" fmla="*/ 563788 w 1268682"/>
                  <a:gd name="connsiteY0" fmla="*/ 1088604 h 2701084"/>
                  <a:gd name="connsiteX1" fmla="*/ 498701 w 1268682"/>
                  <a:gd name="connsiteY1" fmla="*/ 1310854 h 2701084"/>
                  <a:gd name="connsiteX2" fmla="*/ 495525 w 1268682"/>
                  <a:gd name="connsiteY2" fmla="*/ 1609304 h 2701084"/>
                  <a:gd name="connsiteX3" fmla="*/ 446313 w 1268682"/>
                  <a:gd name="connsiteY3" fmla="*/ 1968079 h 2701084"/>
                  <a:gd name="connsiteX4" fmla="*/ 217712 w 1268682"/>
                  <a:gd name="connsiteY4" fmla="*/ 2223666 h 2701084"/>
                  <a:gd name="connsiteX5" fmla="*/ 141516 w 1268682"/>
                  <a:gd name="connsiteY5" fmla="*/ 2466557 h 2701084"/>
                  <a:gd name="connsiteX6" fmla="*/ 55788 w 1268682"/>
                  <a:gd name="connsiteY6" fmla="*/ 2587204 h 2701084"/>
                  <a:gd name="connsiteX7" fmla="*/ 1075770 w 1268682"/>
                  <a:gd name="connsiteY7" fmla="*/ 2663640 h 2701084"/>
                  <a:gd name="connsiteX8" fmla="*/ 1268682 w 1268682"/>
                  <a:gd name="connsiteY8" fmla="*/ 2653118 h 2701084"/>
                  <a:gd name="connsiteX9" fmla="*/ 1066964 w 1268682"/>
                  <a:gd name="connsiteY9" fmla="*/ 2553749 h 2701084"/>
                  <a:gd name="connsiteX10" fmla="*/ 1060946 w 1268682"/>
                  <a:gd name="connsiteY10" fmla="*/ 2235303 h 2701084"/>
                  <a:gd name="connsiteX11" fmla="*/ 1086979 w 1268682"/>
                  <a:gd name="connsiteY11" fmla="*/ 1930783 h 2701084"/>
                  <a:gd name="connsiteX12" fmla="*/ 939896 w 1268682"/>
                  <a:gd name="connsiteY12" fmla="*/ 1463584 h 2701084"/>
                  <a:gd name="connsiteX13" fmla="*/ 897540 w 1268682"/>
                  <a:gd name="connsiteY13" fmla="*/ 1247590 h 2701084"/>
                  <a:gd name="connsiteX14" fmla="*/ 881288 w 1268682"/>
                  <a:gd name="connsiteY14" fmla="*/ 1069554 h 2701084"/>
                  <a:gd name="connsiteX15" fmla="*/ 935712 w 1268682"/>
                  <a:gd name="connsiteY15" fmla="*/ 794184 h 2701084"/>
                  <a:gd name="connsiteX16" fmla="*/ 814616 w 1268682"/>
                  <a:gd name="connsiteY16" fmla="*/ 440907 h 2701084"/>
                  <a:gd name="connsiteX17" fmla="*/ 903516 w 1268682"/>
                  <a:gd name="connsiteY17" fmla="*/ 374232 h 2701084"/>
                  <a:gd name="connsiteX18" fmla="*/ 938440 w 1268682"/>
                  <a:gd name="connsiteY18" fmla="*/ 256757 h 2701084"/>
                  <a:gd name="connsiteX19" fmla="*/ 893991 w 1268682"/>
                  <a:gd name="connsiteY19" fmla="*/ 82132 h 2701084"/>
                  <a:gd name="connsiteX20" fmla="*/ 717775 w 1268682"/>
                  <a:gd name="connsiteY20" fmla="*/ 1166 h 2701084"/>
                  <a:gd name="connsiteX21" fmla="*/ 573315 w 1268682"/>
                  <a:gd name="connsiteY21" fmla="*/ 167857 h 2701084"/>
                  <a:gd name="connsiteX22" fmla="*/ 668565 w 1268682"/>
                  <a:gd name="connsiteY22" fmla="*/ 399631 h 2701084"/>
                  <a:gd name="connsiteX23" fmla="*/ 586013 w 1268682"/>
                  <a:gd name="connsiteY23" fmla="*/ 558379 h 2701084"/>
                  <a:gd name="connsiteX24" fmla="*/ 541563 w 1268682"/>
                  <a:gd name="connsiteY24" fmla="*/ 672678 h 2701084"/>
                  <a:gd name="connsiteX25" fmla="*/ 563788 w 1268682"/>
                  <a:gd name="connsiteY25" fmla="*/ 1088604 h 2701084"/>
                  <a:gd name="connsiteX0" fmla="*/ 464979 w 1169873"/>
                  <a:gd name="connsiteY0" fmla="*/ 1088604 h 2701084"/>
                  <a:gd name="connsiteX1" fmla="*/ 399892 w 1169873"/>
                  <a:gd name="connsiteY1" fmla="*/ 1310854 h 2701084"/>
                  <a:gd name="connsiteX2" fmla="*/ 396716 w 1169873"/>
                  <a:gd name="connsiteY2" fmla="*/ 1609304 h 2701084"/>
                  <a:gd name="connsiteX3" fmla="*/ 347504 w 1169873"/>
                  <a:gd name="connsiteY3" fmla="*/ 1968079 h 2701084"/>
                  <a:gd name="connsiteX4" fmla="*/ 118903 w 1169873"/>
                  <a:gd name="connsiteY4" fmla="*/ 2223666 h 2701084"/>
                  <a:gd name="connsiteX5" fmla="*/ 42707 w 1169873"/>
                  <a:gd name="connsiteY5" fmla="*/ 2466557 h 2701084"/>
                  <a:gd name="connsiteX6" fmla="*/ 831323 w 1169873"/>
                  <a:gd name="connsiteY6" fmla="*/ 2672409 h 2701084"/>
                  <a:gd name="connsiteX7" fmla="*/ 976961 w 1169873"/>
                  <a:gd name="connsiteY7" fmla="*/ 2663640 h 2701084"/>
                  <a:gd name="connsiteX8" fmla="*/ 1169873 w 1169873"/>
                  <a:gd name="connsiteY8" fmla="*/ 2653118 h 2701084"/>
                  <a:gd name="connsiteX9" fmla="*/ 968155 w 1169873"/>
                  <a:gd name="connsiteY9" fmla="*/ 2553749 h 2701084"/>
                  <a:gd name="connsiteX10" fmla="*/ 962137 w 1169873"/>
                  <a:gd name="connsiteY10" fmla="*/ 2235303 h 2701084"/>
                  <a:gd name="connsiteX11" fmla="*/ 988170 w 1169873"/>
                  <a:gd name="connsiteY11" fmla="*/ 1930783 h 2701084"/>
                  <a:gd name="connsiteX12" fmla="*/ 841087 w 1169873"/>
                  <a:gd name="connsiteY12" fmla="*/ 1463584 h 2701084"/>
                  <a:gd name="connsiteX13" fmla="*/ 798731 w 1169873"/>
                  <a:gd name="connsiteY13" fmla="*/ 1247590 h 2701084"/>
                  <a:gd name="connsiteX14" fmla="*/ 782479 w 1169873"/>
                  <a:gd name="connsiteY14" fmla="*/ 1069554 h 2701084"/>
                  <a:gd name="connsiteX15" fmla="*/ 836903 w 1169873"/>
                  <a:gd name="connsiteY15" fmla="*/ 794184 h 2701084"/>
                  <a:gd name="connsiteX16" fmla="*/ 715807 w 1169873"/>
                  <a:gd name="connsiteY16" fmla="*/ 440907 h 2701084"/>
                  <a:gd name="connsiteX17" fmla="*/ 804707 w 1169873"/>
                  <a:gd name="connsiteY17" fmla="*/ 374232 h 2701084"/>
                  <a:gd name="connsiteX18" fmla="*/ 839631 w 1169873"/>
                  <a:gd name="connsiteY18" fmla="*/ 256757 h 2701084"/>
                  <a:gd name="connsiteX19" fmla="*/ 795182 w 1169873"/>
                  <a:gd name="connsiteY19" fmla="*/ 82132 h 2701084"/>
                  <a:gd name="connsiteX20" fmla="*/ 618966 w 1169873"/>
                  <a:gd name="connsiteY20" fmla="*/ 1166 h 2701084"/>
                  <a:gd name="connsiteX21" fmla="*/ 474506 w 1169873"/>
                  <a:gd name="connsiteY21" fmla="*/ 167857 h 2701084"/>
                  <a:gd name="connsiteX22" fmla="*/ 569756 w 1169873"/>
                  <a:gd name="connsiteY22" fmla="*/ 399631 h 2701084"/>
                  <a:gd name="connsiteX23" fmla="*/ 487204 w 1169873"/>
                  <a:gd name="connsiteY23" fmla="*/ 558379 h 2701084"/>
                  <a:gd name="connsiteX24" fmla="*/ 442754 w 1169873"/>
                  <a:gd name="connsiteY24" fmla="*/ 672678 h 2701084"/>
                  <a:gd name="connsiteX25" fmla="*/ 464979 w 1169873"/>
                  <a:gd name="connsiteY25" fmla="*/ 1088604 h 2701084"/>
                  <a:gd name="connsiteX0" fmla="*/ 362436 w 1067330"/>
                  <a:gd name="connsiteY0" fmla="*/ 1088604 h 2701084"/>
                  <a:gd name="connsiteX1" fmla="*/ 297349 w 1067330"/>
                  <a:gd name="connsiteY1" fmla="*/ 1310854 h 2701084"/>
                  <a:gd name="connsiteX2" fmla="*/ 294173 w 1067330"/>
                  <a:gd name="connsiteY2" fmla="*/ 1609304 h 2701084"/>
                  <a:gd name="connsiteX3" fmla="*/ 244961 w 1067330"/>
                  <a:gd name="connsiteY3" fmla="*/ 1968079 h 2701084"/>
                  <a:gd name="connsiteX4" fmla="*/ 16360 w 1067330"/>
                  <a:gd name="connsiteY4" fmla="*/ 2223666 h 2701084"/>
                  <a:gd name="connsiteX5" fmla="*/ 750727 w 1067330"/>
                  <a:gd name="connsiteY5" fmla="*/ 2540768 h 2701084"/>
                  <a:gd name="connsiteX6" fmla="*/ 728780 w 1067330"/>
                  <a:gd name="connsiteY6" fmla="*/ 2672409 h 2701084"/>
                  <a:gd name="connsiteX7" fmla="*/ 874418 w 1067330"/>
                  <a:gd name="connsiteY7" fmla="*/ 2663640 h 2701084"/>
                  <a:gd name="connsiteX8" fmla="*/ 1067330 w 1067330"/>
                  <a:gd name="connsiteY8" fmla="*/ 2653118 h 2701084"/>
                  <a:gd name="connsiteX9" fmla="*/ 865612 w 1067330"/>
                  <a:gd name="connsiteY9" fmla="*/ 2553749 h 2701084"/>
                  <a:gd name="connsiteX10" fmla="*/ 859594 w 1067330"/>
                  <a:gd name="connsiteY10" fmla="*/ 2235303 h 2701084"/>
                  <a:gd name="connsiteX11" fmla="*/ 885627 w 1067330"/>
                  <a:gd name="connsiteY11" fmla="*/ 1930783 h 2701084"/>
                  <a:gd name="connsiteX12" fmla="*/ 738544 w 1067330"/>
                  <a:gd name="connsiteY12" fmla="*/ 1463584 h 2701084"/>
                  <a:gd name="connsiteX13" fmla="*/ 696188 w 1067330"/>
                  <a:gd name="connsiteY13" fmla="*/ 1247590 h 2701084"/>
                  <a:gd name="connsiteX14" fmla="*/ 679936 w 1067330"/>
                  <a:gd name="connsiteY14" fmla="*/ 1069554 h 2701084"/>
                  <a:gd name="connsiteX15" fmla="*/ 734360 w 1067330"/>
                  <a:gd name="connsiteY15" fmla="*/ 794184 h 2701084"/>
                  <a:gd name="connsiteX16" fmla="*/ 613264 w 1067330"/>
                  <a:gd name="connsiteY16" fmla="*/ 440907 h 2701084"/>
                  <a:gd name="connsiteX17" fmla="*/ 702164 w 1067330"/>
                  <a:gd name="connsiteY17" fmla="*/ 374232 h 2701084"/>
                  <a:gd name="connsiteX18" fmla="*/ 737088 w 1067330"/>
                  <a:gd name="connsiteY18" fmla="*/ 256757 h 2701084"/>
                  <a:gd name="connsiteX19" fmla="*/ 692639 w 1067330"/>
                  <a:gd name="connsiteY19" fmla="*/ 82132 h 2701084"/>
                  <a:gd name="connsiteX20" fmla="*/ 516423 w 1067330"/>
                  <a:gd name="connsiteY20" fmla="*/ 1166 h 2701084"/>
                  <a:gd name="connsiteX21" fmla="*/ 371963 w 1067330"/>
                  <a:gd name="connsiteY21" fmla="*/ 167857 h 2701084"/>
                  <a:gd name="connsiteX22" fmla="*/ 467213 w 1067330"/>
                  <a:gd name="connsiteY22" fmla="*/ 399631 h 2701084"/>
                  <a:gd name="connsiteX23" fmla="*/ 384661 w 1067330"/>
                  <a:gd name="connsiteY23" fmla="*/ 558379 h 2701084"/>
                  <a:gd name="connsiteX24" fmla="*/ 340211 w 1067330"/>
                  <a:gd name="connsiteY24" fmla="*/ 672678 h 2701084"/>
                  <a:gd name="connsiteX25" fmla="*/ 362436 w 1067330"/>
                  <a:gd name="connsiteY25" fmla="*/ 1088604 h 2701084"/>
                  <a:gd name="connsiteX0" fmla="*/ 142705 w 847599"/>
                  <a:gd name="connsiteY0" fmla="*/ 1088604 h 2701084"/>
                  <a:gd name="connsiteX1" fmla="*/ 77618 w 847599"/>
                  <a:gd name="connsiteY1" fmla="*/ 1310854 h 2701084"/>
                  <a:gd name="connsiteX2" fmla="*/ 74442 w 847599"/>
                  <a:gd name="connsiteY2" fmla="*/ 1609304 h 2701084"/>
                  <a:gd name="connsiteX3" fmla="*/ 25230 w 847599"/>
                  <a:gd name="connsiteY3" fmla="*/ 1968079 h 2701084"/>
                  <a:gd name="connsiteX4" fmla="*/ 461024 w 847599"/>
                  <a:gd name="connsiteY4" fmla="*/ 2322614 h 2701084"/>
                  <a:gd name="connsiteX5" fmla="*/ 530996 w 847599"/>
                  <a:gd name="connsiteY5" fmla="*/ 2540768 h 2701084"/>
                  <a:gd name="connsiteX6" fmla="*/ 509049 w 847599"/>
                  <a:gd name="connsiteY6" fmla="*/ 2672409 h 2701084"/>
                  <a:gd name="connsiteX7" fmla="*/ 654687 w 847599"/>
                  <a:gd name="connsiteY7" fmla="*/ 2663640 h 2701084"/>
                  <a:gd name="connsiteX8" fmla="*/ 847599 w 847599"/>
                  <a:gd name="connsiteY8" fmla="*/ 2653118 h 2701084"/>
                  <a:gd name="connsiteX9" fmla="*/ 645881 w 847599"/>
                  <a:gd name="connsiteY9" fmla="*/ 2553749 h 2701084"/>
                  <a:gd name="connsiteX10" fmla="*/ 639863 w 847599"/>
                  <a:gd name="connsiteY10" fmla="*/ 2235303 h 2701084"/>
                  <a:gd name="connsiteX11" fmla="*/ 665896 w 847599"/>
                  <a:gd name="connsiteY11" fmla="*/ 1930783 h 2701084"/>
                  <a:gd name="connsiteX12" fmla="*/ 518813 w 847599"/>
                  <a:gd name="connsiteY12" fmla="*/ 1463584 h 2701084"/>
                  <a:gd name="connsiteX13" fmla="*/ 476457 w 847599"/>
                  <a:gd name="connsiteY13" fmla="*/ 1247590 h 2701084"/>
                  <a:gd name="connsiteX14" fmla="*/ 460205 w 847599"/>
                  <a:gd name="connsiteY14" fmla="*/ 1069554 h 2701084"/>
                  <a:gd name="connsiteX15" fmla="*/ 514629 w 847599"/>
                  <a:gd name="connsiteY15" fmla="*/ 794184 h 2701084"/>
                  <a:gd name="connsiteX16" fmla="*/ 393533 w 847599"/>
                  <a:gd name="connsiteY16" fmla="*/ 440907 h 2701084"/>
                  <a:gd name="connsiteX17" fmla="*/ 482433 w 847599"/>
                  <a:gd name="connsiteY17" fmla="*/ 374232 h 2701084"/>
                  <a:gd name="connsiteX18" fmla="*/ 517357 w 847599"/>
                  <a:gd name="connsiteY18" fmla="*/ 256757 h 2701084"/>
                  <a:gd name="connsiteX19" fmla="*/ 472908 w 847599"/>
                  <a:gd name="connsiteY19" fmla="*/ 82132 h 2701084"/>
                  <a:gd name="connsiteX20" fmla="*/ 296692 w 847599"/>
                  <a:gd name="connsiteY20" fmla="*/ 1166 h 2701084"/>
                  <a:gd name="connsiteX21" fmla="*/ 152232 w 847599"/>
                  <a:gd name="connsiteY21" fmla="*/ 167857 h 2701084"/>
                  <a:gd name="connsiteX22" fmla="*/ 247482 w 847599"/>
                  <a:gd name="connsiteY22" fmla="*/ 399631 h 2701084"/>
                  <a:gd name="connsiteX23" fmla="*/ 164930 w 847599"/>
                  <a:gd name="connsiteY23" fmla="*/ 558379 h 2701084"/>
                  <a:gd name="connsiteX24" fmla="*/ 120480 w 847599"/>
                  <a:gd name="connsiteY24" fmla="*/ 672678 h 2701084"/>
                  <a:gd name="connsiteX25" fmla="*/ 142705 w 847599"/>
                  <a:gd name="connsiteY25" fmla="*/ 1088604 h 2701084"/>
                  <a:gd name="connsiteX0" fmla="*/ 93780 w 798674"/>
                  <a:gd name="connsiteY0" fmla="*/ 1088604 h 2701084"/>
                  <a:gd name="connsiteX1" fmla="*/ 28693 w 798674"/>
                  <a:gd name="connsiteY1" fmla="*/ 1310854 h 2701084"/>
                  <a:gd name="connsiteX2" fmla="*/ 25517 w 798674"/>
                  <a:gd name="connsiteY2" fmla="*/ 1609304 h 2701084"/>
                  <a:gd name="connsiteX3" fmla="*/ 454670 w 798674"/>
                  <a:gd name="connsiteY3" fmla="*/ 1987319 h 2701084"/>
                  <a:gd name="connsiteX4" fmla="*/ 412099 w 798674"/>
                  <a:gd name="connsiteY4" fmla="*/ 2322614 h 2701084"/>
                  <a:gd name="connsiteX5" fmla="*/ 482071 w 798674"/>
                  <a:gd name="connsiteY5" fmla="*/ 2540768 h 2701084"/>
                  <a:gd name="connsiteX6" fmla="*/ 460124 w 798674"/>
                  <a:gd name="connsiteY6" fmla="*/ 2672409 h 2701084"/>
                  <a:gd name="connsiteX7" fmla="*/ 605762 w 798674"/>
                  <a:gd name="connsiteY7" fmla="*/ 2663640 h 2701084"/>
                  <a:gd name="connsiteX8" fmla="*/ 798674 w 798674"/>
                  <a:gd name="connsiteY8" fmla="*/ 2653118 h 2701084"/>
                  <a:gd name="connsiteX9" fmla="*/ 596956 w 798674"/>
                  <a:gd name="connsiteY9" fmla="*/ 2553749 h 2701084"/>
                  <a:gd name="connsiteX10" fmla="*/ 590938 w 798674"/>
                  <a:gd name="connsiteY10" fmla="*/ 2235303 h 2701084"/>
                  <a:gd name="connsiteX11" fmla="*/ 616971 w 798674"/>
                  <a:gd name="connsiteY11" fmla="*/ 1930783 h 2701084"/>
                  <a:gd name="connsiteX12" fmla="*/ 469888 w 798674"/>
                  <a:gd name="connsiteY12" fmla="*/ 1463584 h 2701084"/>
                  <a:gd name="connsiteX13" fmla="*/ 427532 w 798674"/>
                  <a:gd name="connsiteY13" fmla="*/ 1247590 h 2701084"/>
                  <a:gd name="connsiteX14" fmla="*/ 411280 w 798674"/>
                  <a:gd name="connsiteY14" fmla="*/ 1069554 h 2701084"/>
                  <a:gd name="connsiteX15" fmla="*/ 465704 w 798674"/>
                  <a:gd name="connsiteY15" fmla="*/ 794184 h 2701084"/>
                  <a:gd name="connsiteX16" fmla="*/ 344608 w 798674"/>
                  <a:gd name="connsiteY16" fmla="*/ 440907 h 2701084"/>
                  <a:gd name="connsiteX17" fmla="*/ 433508 w 798674"/>
                  <a:gd name="connsiteY17" fmla="*/ 374232 h 2701084"/>
                  <a:gd name="connsiteX18" fmla="*/ 468432 w 798674"/>
                  <a:gd name="connsiteY18" fmla="*/ 256757 h 2701084"/>
                  <a:gd name="connsiteX19" fmla="*/ 423983 w 798674"/>
                  <a:gd name="connsiteY19" fmla="*/ 82132 h 2701084"/>
                  <a:gd name="connsiteX20" fmla="*/ 247767 w 798674"/>
                  <a:gd name="connsiteY20" fmla="*/ 1166 h 2701084"/>
                  <a:gd name="connsiteX21" fmla="*/ 103307 w 798674"/>
                  <a:gd name="connsiteY21" fmla="*/ 167857 h 2701084"/>
                  <a:gd name="connsiteX22" fmla="*/ 198557 w 798674"/>
                  <a:gd name="connsiteY22" fmla="*/ 399631 h 2701084"/>
                  <a:gd name="connsiteX23" fmla="*/ 116005 w 798674"/>
                  <a:gd name="connsiteY23" fmla="*/ 558379 h 2701084"/>
                  <a:gd name="connsiteX24" fmla="*/ 71555 w 798674"/>
                  <a:gd name="connsiteY24" fmla="*/ 672678 h 2701084"/>
                  <a:gd name="connsiteX25" fmla="*/ 93780 w 798674"/>
                  <a:gd name="connsiteY25" fmla="*/ 1088604 h 2701084"/>
                  <a:gd name="connsiteX0" fmla="*/ 65087 w 769981"/>
                  <a:gd name="connsiteY0" fmla="*/ 1088604 h 2701084"/>
                  <a:gd name="connsiteX1" fmla="*/ 0 w 769981"/>
                  <a:gd name="connsiteY1" fmla="*/ 1310854 h 2701084"/>
                  <a:gd name="connsiteX2" fmla="*/ 201457 w 769981"/>
                  <a:gd name="connsiteY2" fmla="*/ 1634041 h 2701084"/>
                  <a:gd name="connsiteX3" fmla="*/ 425977 w 769981"/>
                  <a:gd name="connsiteY3" fmla="*/ 1987319 h 2701084"/>
                  <a:gd name="connsiteX4" fmla="*/ 383406 w 769981"/>
                  <a:gd name="connsiteY4" fmla="*/ 2322614 h 2701084"/>
                  <a:gd name="connsiteX5" fmla="*/ 453378 w 769981"/>
                  <a:gd name="connsiteY5" fmla="*/ 2540768 h 2701084"/>
                  <a:gd name="connsiteX6" fmla="*/ 431431 w 769981"/>
                  <a:gd name="connsiteY6" fmla="*/ 2672409 h 2701084"/>
                  <a:gd name="connsiteX7" fmla="*/ 577069 w 769981"/>
                  <a:gd name="connsiteY7" fmla="*/ 2663640 h 2701084"/>
                  <a:gd name="connsiteX8" fmla="*/ 769981 w 769981"/>
                  <a:gd name="connsiteY8" fmla="*/ 2653118 h 2701084"/>
                  <a:gd name="connsiteX9" fmla="*/ 568263 w 769981"/>
                  <a:gd name="connsiteY9" fmla="*/ 2553749 h 2701084"/>
                  <a:gd name="connsiteX10" fmla="*/ 562245 w 769981"/>
                  <a:gd name="connsiteY10" fmla="*/ 2235303 h 2701084"/>
                  <a:gd name="connsiteX11" fmla="*/ 588278 w 769981"/>
                  <a:gd name="connsiteY11" fmla="*/ 1930783 h 2701084"/>
                  <a:gd name="connsiteX12" fmla="*/ 441195 w 769981"/>
                  <a:gd name="connsiteY12" fmla="*/ 1463584 h 2701084"/>
                  <a:gd name="connsiteX13" fmla="*/ 398839 w 769981"/>
                  <a:gd name="connsiteY13" fmla="*/ 1247590 h 2701084"/>
                  <a:gd name="connsiteX14" fmla="*/ 382587 w 769981"/>
                  <a:gd name="connsiteY14" fmla="*/ 1069554 h 2701084"/>
                  <a:gd name="connsiteX15" fmla="*/ 437011 w 769981"/>
                  <a:gd name="connsiteY15" fmla="*/ 794184 h 2701084"/>
                  <a:gd name="connsiteX16" fmla="*/ 315915 w 769981"/>
                  <a:gd name="connsiteY16" fmla="*/ 440907 h 2701084"/>
                  <a:gd name="connsiteX17" fmla="*/ 404815 w 769981"/>
                  <a:gd name="connsiteY17" fmla="*/ 374232 h 2701084"/>
                  <a:gd name="connsiteX18" fmla="*/ 439739 w 769981"/>
                  <a:gd name="connsiteY18" fmla="*/ 256757 h 2701084"/>
                  <a:gd name="connsiteX19" fmla="*/ 395290 w 769981"/>
                  <a:gd name="connsiteY19" fmla="*/ 82132 h 2701084"/>
                  <a:gd name="connsiteX20" fmla="*/ 219074 w 769981"/>
                  <a:gd name="connsiteY20" fmla="*/ 1166 h 2701084"/>
                  <a:gd name="connsiteX21" fmla="*/ 74614 w 769981"/>
                  <a:gd name="connsiteY21" fmla="*/ 167857 h 2701084"/>
                  <a:gd name="connsiteX22" fmla="*/ 169864 w 769981"/>
                  <a:gd name="connsiteY22" fmla="*/ 399631 h 2701084"/>
                  <a:gd name="connsiteX23" fmla="*/ 87312 w 769981"/>
                  <a:gd name="connsiteY23" fmla="*/ 558379 h 2701084"/>
                  <a:gd name="connsiteX24" fmla="*/ 42862 w 769981"/>
                  <a:gd name="connsiteY24" fmla="*/ 672678 h 2701084"/>
                  <a:gd name="connsiteX25" fmla="*/ 65087 w 769981"/>
                  <a:gd name="connsiteY25" fmla="*/ 1088604 h 2701084"/>
                  <a:gd name="connsiteX0" fmla="*/ 23563 w 728457"/>
                  <a:gd name="connsiteY0" fmla="*/ 1088604 h 2701084"/>
                  <a:gd name="connsiteX1" fmla="*/ 78067 w 728457"/>
                  <a:gd name="connsiteY1" fmla="*/ 1330093 h 2701084"/>
                  <a:gd name="connsiteX2" fmla="*/ 159933 w 728457"/>
                  <a:gd name="connsiteY2" fmla="*/ 1634041 h 2701084"/>
                  <a:gd name="connsiteX3" fmla="*/ 384453 w 728457"/>
                  <a:gd name="connsiteY3" fmla="*/ 1987319 h 2701084"/>
                  <a:gd name="connsiteX4" fmla="*/ 341882 w 728457"/>
                  <a:gd name="connsiteY4" fmla="*/ 2322614 h 2701084"/>
                  <a:gd name="connsiteX5" fmla="*/ 411854 w 728457"/>
                  <a:gd name="connsiteY5" fmla="*/ 2540768 h 2701084"/>
                  <a:gd name="connsiteX6" fmla="*/ 389907 w 728457"/>
                  <a:gd name="connsiteY6" fmla="*/ 2672409 h 2701084"/>
                  <a:gd name="connsiteX7" fmla="*/ 535545 w 728457"/>
                  <a:gd name="connsiteY7" fmla="*/ 2663640 h 2701084"/>
                  <a:gd name="connsiteX8" fmla="*/ 728457 w 728457"/>
                  <a:gd name="connsiteY8" fmla="*/ 2653118 h 2701084"/>
                  <a:gd name="connsiteX9" fmla="*/ 526739 w 728457"/>
                  <a:gd name="connsiteY9" fmla="*/ 2553749 h 2701084"/>
                  <a:gd name="connsiteX10" fmla="*/ 520721 w 728457"/>
                  <a:gd name="connsiteY10" fmla="*/ 2235303 h 2701084"/>
                  <a:gd name="connsiteX11" fmla="*/ 546754 w 728457"/>
                  <a:gd name="connsiteY11" fmla="*/ 1930783 h 2701084"/>
                  <a:gd name="connsiteX12" fmla="*/ 399671 w 728457"/>
                  <a:gd name="connsiteY12" fmla="*/ 1463584 h 2701084"/>
                  <a:gd name="connsiteX13" fmla="*/ 357315 w 728457"/>
                  <a:gd name="connsiteY13" fmla="*/ 1247590 h 2701084"/>
                  <a:gd name="connsiteX14" fmla="*/ 341063 w 728457"/>
                  <a:gd name="connsiteY14" fmla="*/ 1069554 h 2701084"/>
                  <a:gd name="connsiteX15" fmla="*/ 395487 w 728457"/>
                  <a:gd name="connsiteY15" fmla="*/ 794184 h 2701084"/>
                  <a:gd name="connsiteX16" fmla="*/ 274391 w 728457"/>
                  <a:gd name="connsiteY16" fmla="*/ 440907 h 2701084"/>
                  <a:gd name="connsiteX17" fmla="*/ 363291 w 728457"/>
                  <a:gd name="connsiteY17" fmla="*/ 374232 h 2701084"/>
                  <a:gd name="connsiteX18" fmla="*/ 398215 w 728457"/>
                  <a:gd name="connsiteY18" fmla="*/ 256757 h 2701084"/>
                  <a:gd name="connsiteX19" fmla="*/ 353766 w 728457"/>
                  <a:gd name="connsiteY19" fmla="*/ 82132 h 2701084"/>
                  <a:gd name="connsiteX20" fmla="*/ 177550 w 728457"/>
                  <a:gd name="connsiteY20" fmla="*/ 1166 h 2701084"/>
                  <a:gd name="connsiteX21" fmla="*/ 33090 w 728457"/>
                  <a:gd name="connsiteY21" fmla="*/ 167857 h 2701084"/>
                  <a:gd name="connsiteX22" fmla="*/ 128340 w 728457"/>
                  <a:gd name="connsiteY22" fmla="*/ 399631 h 2701084"/>
                  <a:gd name="connsiteX23" fmla="*/ 45788 w 728457"/>
                  <a:gd name="connsiteY23" fmla="*/ 558379 h 2701084"/>
                  <a:gd name="connsiteX24" fmla="*/ 1338 w 728457"/>
                  <a:gd name="connsiteY24" fmla="*/ 672678 h 2701084"/>
                  <a:gd name="connsiteX25" fmla="*/ 23563 w 728457"/>
                  <a:gd name="connsiteY25" fmla="*/ 1088604 h 2701084"/>
                  <a:gd name="connsiteX0" fmla="*/ 23563 w 728457"/>
                  <a:gd name="connsiteY0" fmla="*/ 1088604 h 2701084"/>
                  <a:gd name="connsiteX1" fmla="*/ 91354 w 728457"/>
                  <a:gd name="connsiteY1" fmla="*/ 1327344 h 2701084"/>
                  <a:gd name="connsiteX2" fmla="*/ 159933 w 728457"/>
                  <a:gd name="connsiteY2" fmla="*/ 1634041 h 2701084"/>
                  <a:gd name="connsiteX3" fmla="*/ 384453 w 728457"/>
                  <a:gd name="connsiteY3" fmla="*/ 1987319 h 2701084"/>
                  <a:gd name="connsiteX4" fmla="*/ 341882 w 728457"/>
                  <a:gd name="connsiteY4" fmla="*/ 2322614 h 2701084"/>
                  <a:gd name="connsiteX5" fmla="*/ 411854 w 728457"/>
                  <a:gd name="connsiteY5" fmla="*/ 2540768 h 2701084"/>
                  <a:gd name="connsiteX6" fmla="*/ 389907 w 728457"/>
                  <a:gd name="connsiteY6" fmla="*/ 2672409 h 2701084"/>
                  <a:gd name="connsiteX7" fmla="*/ 535545 w 728457"/>
                  <a:gd name="connsiteY7" fmla="*/ 2663640 h 2701084"/>
                  <a:gd name="connsiteX8" fmla="*/ 728457 w 728457"/>
                  <a:gd name="connsiteY8" fmla="*/ 2653118 h 2701084"/>
                  <a:gd name="connsiteX9" fmla="*/ 526739 w 728457"/>
                  <a:gd name="connsiteY9" fmla="*/ 2553749 h 2701084"/>
                  <a:gd name="connsiteX10" fmla="*/ 520721 w 728457"/>
                  <a:gd name="connsiteY10" fmla="*/ 2235303 h 2701084"/>
                  <a:gd name="connsiteX11" fmla="*/ 546754 w 728457"/>
                  <a:gd name="connsiteY11" fmla="*/ 1930783 h 2701084"/>
                  <a:gd name="connsiteX12" fmla="*/ 399671 w 728457"/>
                  <a:gd name="connsiteY12" fmla="*/ 1463584 h 2701084"/>
                  <a:gd name="connsiteX13" fmla="*/ 357315 w 728457"/>
                  <a:gd name="connsiteY13" fmla="*/ 1247590 h 2701084"/>
                  <a:gd name="connsiteX14" fmla="*/ 341063 w 728457"/>
                  <a:gd name="connsiteY14" fmla="*/ 1069554 h 2701084"/>
                  <a:gd name="connsiteX15" fmla="*/ 395487 w 728457"/>
                  <a:gd name="connsiteY15" fmla="*/ 794184 h 2701084"/>
                  <a:gd name="connsiteX16" fmla="*/ 274391 w 728457"/>
                  <a:gd name="connsiteY16" fmla="*/ 440907 h 2701084"/>
                  <a:gd name="connsiteX17" fmla="*/ 363291 w 728457"/>
                  <a:gd name="connsiteY17" fmla="*/ 374232 h 2701084"/>
                  <a:gd name="connsiteX18" fmla="*/ 398215 w 728457"/>
                  <a:gd name="connsiteY18" fmla="*/ 256757 h 2701084"/>
                  <a:gd name="connsiteX19" fmla="*/ 353766 w 728457"/>
                  <a:gd name="connsiteY19" fmla="*/ 82132 h 2701084"/>
                  <a:gd name="connsiteX20" fmla="*/ 177550 w 728457"/>
                  <a:gd name="connsiteY20" fmla="*/ 1166 h 2701084"/>
                  <a:gd name="connsiteX21" fmla="*/ 33090 w 728457"/>
                  <a:gd name="connsiteY21" fmla="*/ 167857 h 2701084"/>
                  <a:gd name="connsiteX22" fmla="*/ 128340 w 728457"/>
                  <a:gd name="connsiteY22" fmla="*/ 399631 h 2701084"/>
                  <a:gd name="connsiteX23" fmla="*/ 45788 w 728457"/>
                  <a:gd name="connsiteY23" fmla="*/ 558379 h 2701084"/>
                  <a:gd name="connsiteX24" fmla="*/ 1338 w 728457"/>
                  <a:gd name="connsiteY24" fmla="*/ 672678 h 2701084"/>
                  <a:gd name="connsiteX25" fmla="*/ 23563 w 728457"/>
                  <a:gd name="connsiteY25" fmla="*/ 1088604 h 2701084"/>
                  <a:gd name="connsiteX0" fmla="*/ 32925 w 727189"/>
                  <a:gd name="connsiteY0" fmla="*/ 1083108 h 2701084"/>
                  <a:gd name="connsiteX1" fmla="*/ 90086 w 727189"/>
                  <a:gd name="connsiteY1" fmla="*/ 1327344 h 2701084"/>
                  <a:gd name="connsiteX2" fmla="*/ 158665 w 727189"/>
                  <a:gd name="connsiteY2" fmla="*/ 1634041 h 2701084"/>
                  <a:gd name="connsiteX3" fmla="*/ 383185 w 727189"/>
                  <a:gd name="connsiteY3" fmla="*/ 1987319 h 2701084"/>
                  <a:gd name="connsiteX4" fmla="*/ 340614 w 727189"/>
                  <a:gd name="connsiteY4" fmla="*/ 2322614 h 2701084"/>
                  <a:gd name="connsiteX5" fmla="*/ 410586 w 727189"/>
                  <a:gd name="connsiteY5" fmla="*/ 2540768 h 2701084"/>
                  <a:gd name="connsiteX6" fmla="*/ 388639 w 727189"/>
                  <a:gd name="connsiteY6" fmla="*/ 2672409 h 2701084"/>
                  <a:gd name="connsiteX7" fmla="*/ 534277 w 727189"/>
                  <a:gd name="connsiteY7" fmla="*/ 2663640 h 2701084"/>
                  <a:gd name="connsiteX8" fmla="*/ 727189 w 727189"/>
                  <a:gd name="connsiteY8" fmla="*/ 2653118 h 2701084"/>
                  <a:gd name="connsiteX9" fmla="*/ 525471 w 727189"/>
                  <a:gd name="connsiteY9" fmla="*/ 2553749 h 2701084"/>
                  <a:gd name="connsiteX10" fmla="*/ 519453 w 727189"/>
                  <a:gd name="connsiteY10" fmla="*/ 2235303 h 2701084"/>
                  <a:gd name="connsiteX11" fmla="*/ 545486 w 727189"/>
                  <a:gd name="connsiteY11" fmla="*/ 1930783 h 2701084"/>
                  <a:gd name="connsiteX12" fmla="*/ 398403 w 727189"/>
                  <a:gd name="connsiteY12" fmla="*/ 1463584 h 2701084"/>
                  <a:gd name="connsiteX13" fmla="*/ 356047 w 727189"/>
                  <a:gd name="connsiteY13" fmla="*/ 1247590 h 2701084"/>
                  <a:gd name="connsiteX14" fmla="*/ 339795 w 727189"/>
                  <a:gd name="connsiteY14" fmla="*/ 1069554 h 2701084"/>
                  <a:gd name="connsiteX15" fmla="*/ 394219 w 727189"/>
                  <a:gd name="connsiteY15" fmla="*/ 794184 h 2701084"/>
                  <a:gd name="connsiteX16" fmla="*/ 273123 w 727189"/>
                  <a:gd name="connsiteY16" fmla="*/ 440907 h 2701084"/>
                  <a:gd name="connsiteX17" fmla="*/ 362023 w 727189"/>
                  <a:gd name="connsiteY17" fmla="*/ 374232 h 2701084"/>
                  <a:gd name="connsiteX18" fmla="*/ 396947 w 727189"/>
                  <a:gd name="connsiteY18" fmla="*/ 256757 h 2701084"/>
                  <a:gd name="connsiteX19" fmla="*/ 352498 w 727189"/>
                  <a:gd name="connsiteY19" fmla="*/ 82132 h 2701084"/>
                  <a:gd name="connsiteX20" fmla="*/ 176282 w 727189"/>
                  <a:gd name="connsiteY20" fmla="*/ 1166 h 2701084"/>
                  <a:gd name="connsiteX21" fmla="*/ 31822 w 727189"/>
                  <a:gd name="connsiteY21" fmla="*/ 167857 h 2701084"/>
                  <a:gd name="connsiteX22" fmla="*/ 127072 w 727189"/>
                  <a:gd name="connsiteY22" fmla="*/ 399631 h 2701084"/>
                  <a:gd name="connsiteX23" fmla="*/ 44520 w 727189"/>
                  <a:gd name="connsiteY23" fmla="*/ 558379 h 2701084"/>
                  <a:gd name="connsiteX24" fmla="*/ 70 w 727189"/>
                  <a:gd name="connsiteY24" fmla="*/ 672678 h 2701084"/>
                  <a:gd name="connsiteX25" fmla="*/ 32925 w 727189"/>
                  <a:gd name="connsiteY25" fmla="*/ 1083108 h 2701084"/>
                  <a:gd name="connsiteX0" fmla="*/ 7793 w 702057"/>
                  <a:gd name="connsiteY0" fmla="*/ 1083108 h 2701084"/>
                  <a:gd name="connsiteX1" fmla="*/ 64954 w 702057"/>
                  <a:gd name="connsiteY1" fmla="*/ 1327344 h 2701084"/>
                  <a:gd name="connsiteX2" fmla="*/ 133533 w 702057"/>
                  <a:gd name="connsiteY2" fmla="*/ 1634041 h 2701084"/>
                  <a:gd name="connsiteX3" fmla="*/ 358053 w 702057"/>
                  <a:gd name="connsiteY3" fmla="*/ 1987319 h 2701084"/>
                  <a:gd name="connsiteX4" fmla="*/ 315482 w 702057"/>
                  <a:gd name="connsiteY4" fmla="*/ 2322614 h 2701084"/>
                  <a:gd name="connsiteX5" fmla="*/ 385454 w 702057"/>
                  <a:gd name="connsiteY5" fmla="*/ 2540768 h 2701084"/>
                  <a:gd name="connsiteX6" fmla="*/ 363507 w 702057"/>
                  <a:gd name="connsiteY6" fmla="*/ 2672409 h 2701084"/>
                  <a:gd name="connsiteX7" fmla="*/ 509145 w 702057"/>
                  <a:gd name="connsiteY7" fmla="*/ 2663640 h 2701084"/>
                  <a:gd name="connsiteX8" fmla="*/ 702057 w 702057"/>
                  <a:gd name="connsiteY8" fmla="*/ 2653118 h 2701084"/>
                  <a:gd name="connsiteX9" fmla="*/ 500339 w 702057"/>
                  <a:gd name="connsiteY9" fmla="*/ 2553749 h 2701084"/>
                  <a:gd name="connsiteX10" fmla="*/ 494321 w 702057"/>
                  <a:gd name="connsiteY10" fmla="*/ 2235303 h 2701084"/>
                  <a:gd name="connsiteX11" fmla="*/ 520354 w 702057"/>
                  <a:gd name="connsiteY11" fmla="*/ 1930783 h 2701084"/>
                  <a:gd name="connsiteX12" fmla="*/ 373271 w 702057"/>
                  <a:gd name="connsiteY12" fmla="*/ 1463584 h 2701084"/>
                  <a:gd name="connsiteX13" fmla="*/ 330915 w 702057"/>
                  <a:gd name="connsiteY13" fmla="*/ 1247590 h 2701084"/>
                  <a:gd name="connsiteX14" fmla="*/ 314663 w 702057"/>
                  <a:gd name="connsiteY14" fmla="*/ 1069554 h 2701084"/>
                  <a:gd name="connsiteX15" fmla="*/ 369087 w 702057"/>
                  <a:gd name="connsiteY15" fmla="*/ 794184 h 2701084"/>
                  <a:gd name="connsiteX16" fmla="*/ 247991 w 702057"/>
                  <a:gd name="connsiteY16" fmla="*/ 440907 h 2701084"/>
                  <a:gd name="connsiteX17" fmla="*/ 336891 w 702057"/>
                  <a:gd name="connsiteY17" fmla="*/ 374232 h 2701084"/>
                  <a:gd name="connsiteX18" fmla="*/ 371815 w 702057"/>
                  <a:gd name="connsiteY18" fmla="*/ 256757 h 2701084"/>
                  <a:gd name="connsiteX19" fmla="*/ 327366 w 702057"/>
                  <a:gd name="connsiteY19" fmla="*/ 82132 h 2701084"/>
                  <a:gd name="connsiteX20" fmla="*/ 151150 w 702057"/>
                  <a:gd name="connsiteY20" fmla="*/ 1166 h 2701084"/>
                  <a:gd name="connsiteX21" fmla="*/ 6690 w 702057"/>
                  <a:gd name="connsiteY21" fmla="*/ 167857 h 2701084"/>
                  <a:gd name="connsiteX22" fmla="*/ 101940 w 702057"/>
                  <a:gd name="connsiteY22" fmla="*/ 399631 h 2701084"/>
                  <a:gd name="connsiteX23" fmla="*/ 19388 w 702057"/>
                  <a:gd name="connsiteY23" fmla="*/ 558379 h 2701084"/>
                  <a:gd name="connsiteX24" fmla="*/ 1514 w 702057"/>
                  <a:gd name="connsiteY24" fmla="*/ 708409 h 2701084"/>
                  <a:gd name="connsiteX25" fmla="*/ 7793 w 702057"/>
                  <a:gd name="connsiteY25" fmla="*/ 1083108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9490 w 706065"/>
                  <a:gd name="connsiteY4" fmla="*/ 232261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9490 w 706065"/>
                  <a:gd name="connsiteY4" fmla="*/ 232261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9490 w 706065"/>
                  <a:gd name="connsiteY4" fmla="*/ 232261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9490 w 706065"/>
                  <a:gd name="connsiteY4" fmla="*/ 232261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9490 w 706065"/>
                  <a:gd name="connsiteY4" fmla="*/ 232261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9490 w 706065"/>
                  <a:gd name="connsiteY4" fmla="*/ 232261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9490 w 706065"/>
                  <a:gd name="connsiteY4" fmla="*/ 232261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6832 w 706065"/>
                  <a:gd name="connsiteY4" fmla="*/ 2275888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4174 w 706065"/>
                  <a:gd name="connsiteY4" fmla="*/ 220717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701084"/>
                  <a:gd name="connsiteX1" fmla="*/ 68962 w 706065"/>
                  <a:gd name="connsiteY1" fmla="*/ 1327344 h 2701084"/>
                  <a:gd name="connsiteX2" fmla="*/ 137541 w 706065"/>
                  <a:gd name="connsiteY2" fmla="*/ 1634041 h 2701084"/>
                  <a:gd name="connsiteX3" fmla="*/ 362061 w 706065"/>
                  <a:gd name="connsiteY3" fmla="*/ 1987319 h 2701084"/>
                  <a:gd name="connsiteX4" fmla="*/ 314174 w 706065"/>
                  <a:gd name="connsiteY4" fmla="*/ 2207174 h 2701084"/>
                  <a:gd name="connsiteX5" fmla="*/ 389462 w 706065"/>
                  <a:gd name="connsiteY5" fmla="*/ 2540768 h 2701084"/>
                  <a:gd name="connsiteX6" fmla="*/ 367515 w 706065"/>
                  <a:gd name="connsiteY6" fmla="*/ 2672409 h 2701084"/>
                  <a:gd name="connsiteX7" fmla="*/ 513153 w 706065"/>
                  <a:gd name="connsiteY7" fmla="*/ 2663640 h 2701084"/>
                  <a:gd name="connsiteX8" fmla="*/ 706065 w 706065"/>
                  <a:gd name="connsiteY8" fmla="*/ 2653118 h 2701084"/>
                  <a:gd name="connsiteX9" fmla="*/ 504347 w 706065"/>
                  <a:gd name="connsiteY9" fmla="*/ 2553749 h 2701084"/>
                  <a:gd name="connsiteX10" fmla="*/ 498329 w 706065"/>
                  <a:gd name="connsiteY10" fmla="*/ 2235303 h 2701084"/>
                  <a:gd name="connsiteX11" fmla="*/ 524362 w 706065"/>
                  <a:gd name="connsiteY11" fmla="*/ 1930783 h 2701084"/>
                  <a:gd name="connsiteX12" fmla="*/ 377279 w 706065"/>
                  <a:gd name="connsiteY12" fmla="*/ 1463584 h 2701084"/>
                  <a:gd name="connsiteX13" fmla="*/ 334923 w 706065"/>
                  <a:gd name="connsiteY13" fmla="*/ 1247590 h 2701084"/>
                  <a:gd name="connsiteX14" fmla="*/ 318671 w 706065"/>
                  <a:gd name="connsiteY14" fmla="*/ 1069554 h 2701084"/>
                  <a:gd name="connsiteX15" fmla="*/ 373095 w 706065"/>
                  <a:gd name="connsiteY15" fmla="*/ 794184 h 2701084"/>
                  <a:gd name="connsiteX16" fmla="*/ 251999 w 706065"/>
                  <a:gd name="connsiteY16" fmla="*/ 440907 h 2701084"/>
                  <a:gd name="connsiteX17" fmla="*/ 340899 w 706065"/>
                  <a:gd name="connsiteY17" fmla="*/ 374232 h 2701084"/>
                  <a:gd name="connsiteX18" fmla="*/ 375823 w 706065"/>
                  <a:gd name="connsiteY18" fmla="*/ 256757 h 2701084"/>
                  <a:gd name="connsiteX19" fmla="*/ 331374 w 706065"/>
                  <a:gd name="connsiteY19" fmla="*/ 82132 h 2701084"/>
                  <a:gd name="connsiteX20" fmla="*/ 155158 w 706065"/>
                  <a:gd name="connsiteY20" fmla="*/ 1166 h 2701084"/>
                  <a:gd name="connsiteX21" fmla="*/ 10698 w 706065"/>
                  <a:gd name="connsiteY21" fmla="*/ 167857 h 2701084"/>
                  <a:gd name="connsiteX22" fmla="*/ 105948 w 706065"/>
                  <a:gd name="connsiteY22" fmla="*/ 399631 h 2701084"/>
                  <a:gd name="connsiteX23" fmla="*/ 23396 w 706065"/>
                  <a:gd name="connsiteY23" fmla="*/ 558379 h 2701084"/>
                  <a:gd name="connsiteX24" fmla="*/ 5522 w 706065"/>
                  <a:gd name="connsiteY24" fmla="*/ 708409 h 2701084"/>
                  <a:gd name="connsiteX0" fmla="*/ 5522 w 706065"/>
                  <a:gd name="connsiteY0" fmla="*/ 708409 h 2680239"/>
                  <a:gd name="connsiteX1" fmla="*/ 68962 w 706065"/>
                  <a:gd name="connsiteY1" fmla="*/ 1327344 h 2680239"/>
                  <a:gd name="connsiteX2" fmla="*/ 137541 w 706065"/>
                  <a:gd name="connsiteY2" fmla="*/ 1634041 h 2680239"/>
                  <a:gd name="connsiteX3" fmla="*/ 362061 w 706065"/>
                  <a:gd name="connsiteY3" fmla="*/ 1987319 h 2680239"/>
                  <a:gd name="connsiteX4" fmla="*/ 314174 w 706065"/>
                  <a:gd name="connsiteY4" fmla="*/ 2207174 h 2680239"/>
                  <a:gd name="connsiteX5" fmla="*/ 389462 w 706065"/>
                  <a:gd name="connsiteY5" fmla="*/ 2540768 h 2680239"/>
                  <a:gd name="connsiteX6" fmla="*/ 367515 w 706065"/>
                  <a:gd name="connsiteY6" fmla="*/ 2672409 h 2680239"/>
                  <a:gd name="connsiteX7" fmla="*/ 706065 w 706065"/>
                  <a:gd name="connsiteY7" fmla="*/ 2653118 h 2680239"/>
                  <a:gd name="connsiteX8" fmla="*/ 504347 w 706065"/>
                  <a:gd name="connsiteY8" fmla="*/ 2553749 h 2680239"/>
                  <a:gd name="connsiteX9" fmla="*/ 498329 w 706065"/>
                  <a:gd name="connsiteY9" fmla="*/ 2235303 h 2680239"/>
                  <a:gd name="connsiteX10" fmla="*/ 524362 w 706065"/>
                  <a:gd name="connsiteY10" fmla="*/ 1930783 h 2680239"/>
                  <a:gd name="connsiteX11" fmla="*/ 377279 w 706065"/>
                  <a:gd name="connsiteY11" fmla="*/ 1463584 h 2680239"/>
                  <a:gd name="connsiteX12" fmla="*/ 334923 w 706065"/>
                  <a:gd name="connsiteY12" fmla="*/ 1247590 h 2680239"/>
                  <a:gd name="connsiteX13" fmla="*/ 318671 w 706065"/>
                  <a:gd name="connsiteY13" fmla="*/ 1069554 h 2680239"/>
                  <a:gd name="connsiteX14" fmla="*/ 373095 w 706065"/>
                  <a:gd name="connsiteY14" fmla="*/ 794184 h 2680239"/>
                  <a:gd name="connsiteX15" fmla="*/ 251999 w 706065"/>
                  <a:gd name="connsiteY15" fmla="*/ 440907 h 2680239"/>
                  <a:gd name="connsiteX16" fmla="*/ 340899 w 706065"/>
                  <a:gd name="connsiteY16" fmla="*/ 374232 h 2680239"/>
                  <a:gd name="connsiteX17" fmla="*/ 375823 w 706065"/>
                  <a:gd name="connsiteY17" fmla="*/ 256757 h 2680239"/>
                  <a:gd name="connsiteX18" fmla="*/ 331374 w 706065"/>
                  <a:gd name="connsiteY18" fmla="*/ 82132 h 2680239"/>
                  <a:gd name="connsiteX19" fmla="*/ 155158 w 706065"/>
                  <a:gd name="connsiteY19" fmla="*/ 1166 h 2680239"/>
                  <a:gd name="connsiteX20" fmla="*/ 10698 w 706065"/>
                  <a:gd name="connsiteY20" fmla="*/ 167857 h 2680239"/>
                  <a:gd name="connsiteX21" fmla="*/ 105948 w 706065"/>
                  <a:gd name="connsiteY21" fmla="*/ 399631 h 2680239"/>
                  <a:gd name="connsiteX22" fmla="*/ 23396 w 706065"/>
                  <a:gd name="connsiteY22" fmla="*/ 558379 h 2680239"/>
                  <a:gd name="connsiteX23" fmla="*/ 5522 w 706065"/>
                  <a:gd name="connsiteY23" fmla="*/ 708409 h 2680239"/>
                  <a:gd name="connsiteX0" fmla="*/ 5522 w 706290"/>
                  <a:gd name="connsiteY0" fmla="*/ 708409 h 2693231"/>
                  <a:gd name="connsiteX1" fmla="*/ 68962 w 706290"/>
                  <a:gd name="connsiteY1" fmla="*/ 1327344 h 2693231"/>
                  <a:gd name="connsiteX2" fmla="*/ 137541 w 706290"/>
                  <a:gd name="connsiteY2" fmla="*/ 1634041 h 2693231"/>
                  <a:gd name="connsiteX3" fmla="*/ 362061 w 706290"/>
                  <a:gd name="connsiteY3" fmla="*/ 1987319 h 2693231"/>
                  <a:gd name="connsiteX4" fmla="*/ 314174 w 706290"/>
                  <a:gd name="connsiteY4" fmla="*/ 2207174 h 2693231"/>
                  <a:gd name="connsiteX5" fmla="*/ 389462 w 706290"/>
                  <a:gd name="connsiteY5" fmla="*/ 2540768 h 2693231"/>
                  <a:gd name="connsiteX6" fmla="*/ 367515 w 706290"/>
                  <a:gd name="connsiteY6" fmla="*/ 2672409 h 2693231"/>
                  <a:gd name="connsiteX7" fmla="*/ 706065 w 706290"/>
                  <a:gd name="connsiteY7" fmla="*/ 2653118 h 2693231"/>
                  <a:gd name="connsiteX8" fmla="*/ 504347 w 706290"/>
                  <a:gd name="connsiteY8" fmla="*/ 2553749 h 2693231"/>
                  <a:gd name="connsiteX9" fmla="*/ 498329 w 706290"/>
                  <a:gd name="connsiteY9" fmla="*/ 2235303 h 2693231"/>
                  <a:gd name="connsiteX10" fmla="*/ 524362 w 706290"/>
                  <a:gd name="connsiteY10" fmla="*/ 1930783 h 2693231"/>
                  <a:gd name="connsiteX11" fmla="*/ 377279 w 706290"/>
                  <a:gd name="connsiteY11" fmla="*/ 1463584 h 2693231"/>
                  <a:gd name="connsiteX12" fmla="*/ 334923 w 706290"/>
                  <a:gd name="connsiteY12" fmla="*/ 1247590 h 2693231"/>
                  <a:gd name="connsiteX13" fmla="*/ 318671 w 706290"/>
                  <a:gd name="connsiteY13" fmla="*/ 1069554 h 2693231"/>
                  <a:gd name="connsiteX14" fmla="*/ 373095 w 706290"/>
                  <a:gd name="connsiteY14" fmla="*/ 794184 h 2693231"/>
                  <a:gd name="connsiteX15" fmla="*/ 251999 w 706290"/>
                  <a:gd name="connsiteY15" fmla="*/ 440907 h 2693231"/>
                  <a:gd name="connsiteX16" fmla="*/ 340899 w 706290"/>
                  <a:gd name="connsiteY16" fmla="*/ 374232 h 2693231"/>
                  <a:gd name="connsiteX17" fmla="*/ 375823 w 706290"/>
                  <a:gd name="connsiteY17" fmla="*/ 256757 h 2693231"/>
                  <a:gd name="connsiteX18" fmla="*/ 331374 w 706290"/>
                  <a:gd name="connsiteY18" fmla="*/ 82132 h 2693231"/>
                  <a:gd name="connsiteX19" fmla="*/ 155158 w 706290"/>
                  <a:gd name="connsiteY19" fmla="*/ 1166 h 2693231"/>
                  <a:gd name="connsiteX20" fmla="*/ 10698 w 706290"/>
                  <a:gd name="connsiteY20" fmla="*/ 167857 h 2693231"/>
                  <a:gd name="connsiteX21" fmla="*/ 105948 w 706290"/>
                  <a:gd name="connsiteY21" fmla="*/ 399631 h 2693231"/>
                  <a:gd name="connsiteX22" fmla="*/ 23396 w 706290"/>
                  <a:gd name="connsiteY22" fmla="*/ 558379 h 2693231"/>
                  <a:gd name="connsiteX23" fmla="*/ 5522 w 706290"/>
                  <a:gd name="connsiteY23" fmla="*/ 708409 h 2693231"/>
                  <a:gd name="connsiteX0" fmla="*/ 5522 w 706290"/>
                  <a:gd name="connsiteY0" fmla="*/ 708409 h 2693231"/>
                  <a:gd name="connsiteX1" fmla="*/ 68962 w 706290"/>
                  <a:gd name="connsiteY1" fmla="*/ 1327344 h 2693231"/>
                  <a:gd name="connsiteX2" fmla="*/ 137541 w 706290"/>
                  <a:gd name="connsiteY2" fmla="*/ 1634041 h 2693231"/>
                  <a:gd name="connsiteX3" fmla="*/ 362061 w 706290"/>
                  <a:gd name="connsiteY3" fmla="*/ 1987319 h 2693231"/>
                  <a:gd name="connsiteX4" fmla="*/ 314174 w 706290"/>
                  <a:gd name="connsiteY4" fmla="*/ 2207174 h 2693231"/>
                  <a:gd name="connsiteX5" fmla="*/ 389462 w 706290"/>
                  <a:gd name="connsiteY5" fmla="*/ 2540768 h 2693231"/>
                  <a:gd name="connsiteX6" fmla="*/ 367515 w 706290"/>
                  <a:gd name="connsiteY6" fmla="*/ 2672409 h 2693231"/>
                  <a:gd name="connsiteX7" fmla="*/ 706065 w 706290"/>
                  <a:gd name="connsiteY7" fmla="*/ 2653118 h 2693231"/>
                  <a:gd name="connsiteX8" fmla="*/ 504347 w 706290"/>
                  <a:gd name="connsiteY8" fmla="*/ 2553749 h 2693231"/>
                  <a:gd name="connsiteX9" fmla="*/ 498329 w 706290"/>
                  <a:gd name="connsiteY9" fmla="*/ 2235303 h 2693231"/>
                  <a:gd name="connsiteX10" fmla="*/ 524362 w 706290"/>
                  <a:gd name="connsiteY10" fmla="*/ 1930783 h 2693231"/>
                  <a:gd name="connsiteX11" fmla="*/ 377279 w 706290"/>
                  <a:gd name="connsiteY11" fmla="*/ 1463584 h 2693231"/>
                  <a:gd name="connsiteX12" fmla="*/ 334923 w 706290"/>
                  <a:gd name="connsiteY12" fmla="*/ 1247590 h 2693231"/>
                  <a:gd name="connsiteX13" fmla="*/ 318671 w 706290"/>
                  <a:gd name="connsiteY13" fmla="*/ 1069554 h 2693231"/>
                  <a:gd name="connsiteX14" fmla="*/ 373095 w 706290"/>
                  <a:gd name="connsiteY14" fmla="*/ 794184 h 2693231"/>
                  <a:gd name="connsiteX15" fmla="*/ 251999 w 706290"/>
                  <a:gd name="connsiteY15" fmla="*/ 440907 h 2693231"/>
                  <a:gd name="connsiteX16" fmla="*/ 340899 w 706290"/>
                  <a:gd name="connsiteY16" fmla="*/ 374232 h 2693231"/>
                  <a:gd name="connsiteX17" fmla="*/ 375823 w 706290"/>
                  <a:gd name="connsiteY17" fmla="*/ 256757 h 2693231"/>
                  <a:gd name="connsiteX18" fmla="*/ 331374 w 706290"/>
                  <a:gd name="connsiteY18" fmla="*/ 82132 h 2693231"/>
                  <a:gd name="connsiteX19" fmla="*/ 155158 w 706290"/>
                  <a:gd name="connsiteY19" fmla="*/ 1166 h 2693231"/>
                  <a:gd name="connsiteX20" fmla="*/ 10698 w 706290"/>
                  <a:gd name="connsiteY20" fmla="*/ 167857 h 2693231"/>
                  <a:gd name="connsiteX21" fmla="*/ 105948 w 706290"/>
                  <a:gd name="connsiteY21" fmla="*/ 399631 h 2693231"/>
                  <a:gd name="connsiteX22" fmla="*/ 23396 w 706290"/>
                  <a:gd name="connsiteY22" fmla="*/ 558379 h 2693231"/>
                  <a:gd name="connsiteX23" fmla="*/ 5522 w 706290"/>
                  <a:gd name="connsiteY23" fmla="*/ 708409 h 2693231"/>
                  <a:gd name="connsiteX0" fmla="*/ 5522 w 707596"/>
                  <a:gd name="connsiteY0" fmla="*/ 708409 h 2680768"/>
                  <a:gd name="connsiteX1" fmla="*/ 68962 w 707596"/>
                  <a:gd name="connsiteY1" fmla="*/ 1327344 h 2680768"/>
                  <a:gd name="connsiteX2" fmla="*/ 137541 w 707596"/>
                  <a:gd name="connsiteY2" fmla="*/ 1634041 h 2680768"/>
                  <a:gd name="connsiteX3" fmla="*/ 362061 w 707596"/>
                  <a:gd name="connsiteY3" fmla="*/ 1987319 h 2680768"/>
                  <a:gd name="connsiteX4" fmla="*/ 314174 w 707596"/>
                  <a:gd name="connsiteY4" fmla="*/ 2207174 h 2680768"/>
                  <a:gd name="connsiteX5" fmla="*/ 389462 w 707596"/>
                  <a:gd name="connsiteY5" fmla="*/ 2540768 h 2680768"/>
                  <a:gd name="connsiteX6" fmla="*/ 367515 w 707596"/>
                  <a:gd name="connsiteY6" fmla="*/ 2672409 h 2680768"/>
                  <a:gd name="connsiteX7" fmla="*/ 706065 w 707596"/>
                  <a:gd name="connsiteY7" fmla="*/ 2653118 h 2680768"/>
                  <a:gd name="connsiteX8" fmla="*/ 480429 w 707596"/>
                  <a:gd name="connsiteY8" fmla="*/ 2537258 h 2680768"/>
                  <a:gd name="connsiteX9" fmla="*/ 498329 w 707596"/>
                  <a:gd name="connsiteY9" fmla="*/ 2235303 h 2680768"/>
                  <a:gd name="connsiteX10" fmla="*/ 524362 w 707596"/>
                  <a:gd name="connsiteY10" fmla="*/ 1930783 h 2680768"/>
                  <a:gd name="connsiteX11" fmla="*/ 377279 w 707596"/>
                  <a:gd name="connsiteY11" fmla="*/ 1463584 h 2680768"/>
                  <a:gd name="connsiteX12" fmla="*/ 334923 w 707596"/>
                  <a:gd name="connsiteY12" fmla="*/ 1247590 h 2680768"/>
                  <a:gd name="connsiteX13" fmla="*/ 318671 w 707596"/>
                  <a:gd name="connsiteY13" fmla="*/ 1069554 h 2680768"/>
                  <a:gd name="connsiteX14" fmla="*/ 373095 w 707596"/>
                  <a:gd name="connsiteY14" fmla="*/ 794184 h 2680768"/>
                  <a:gd name="connsiteX15" fmla="*/ 251999 w 707596"/>
                  <a:gd name="connsiteY15" fmla="*/ 440907 h 2680768"/>
                  <a:gd name="connsiteX16" fmla="*/ 340899 w 707596"/>
                  <a:gd name="connsiteY16" fmla="*/ 374232 h 2680768"/>
                  <a:gd name="connsiteX17" fmla="*/ 375823 w 707596"/>
                  <a:gd name="connsiteY17" fmla="*/ 256757 h 2680768"/>
                  <a:gd name="connsiteX18" fmla="*/ 331374 w 707596"/>
                  <a:gd name="connsiteY18" fmla="*/ 82132 h 2680768"/>
                  <a:gd name="connsiteX19" fmla="*/ 155158 w 707596"/>
                  <a:gd name="connsiteY19" fmla="*/ 1166 h 2680768"/>
                  <a:gd name="connsiteX20" fmla="*/ 10698 w 707596"/>
                  <a:gd name="connsiteY20" fmla="*/ 167857 h 2680768"/>
                  <a:gd name="connsiteX21" fmla="*/ 105948 w 707596"/>
                  <a:gd name="connsiteY21" fmla="*/ 399631 h 2680768"/>
                  <a:gd name="connsiteX22" fmla="*/ 23396 w 707596"/>
                  <a:gd name="connsiteY22" fmla="*/ 558379 h 2680768"/>
                  <a:gd name="connsiteX23" fmla="*/ 5522 w 707596"/>
                  <a:gd name="connsiteY23" fmla="*/ 708409 h 2680768"/>
                  <a:gd name="connsiteX0" fmla="*/ 5522 w 707980"/>
                  <a:gd name="connsiteY0" fmla="*/ 708409 h 2681051"/>
                  <a:gd name="connsiteX1" fmla="*/ 68962 w 707980"/>
                  <a:gd name="connsiteY1" fmla="*/ 1327344 h 2681051"/>
                  <a:gd name="connsiteX2" fmla="*/ 137541 w 707980"/>
                  <a:gd name="connsiteY2" fmla="*/ 1634041 h 2681051"/>
                  <a:gd name="connsiteX3" fmla="*/ 362061 w 707980"/>
                  <a:gd name="connsiteY3" fmla="*/ 1987319 h 2681051"/>
                  <a:gd name="connsiteX4" fmla="*/ 314174 w 707980"/>
                  <a:gd name="connsiteY4" fmla="*/ 2207174 h 2681051"/>
                  <a:gd name="connsiteX5" fmla="*/ 389462 w 707980"/>
                  <a:gd name="connsiteY5" fmla="*/ 2540768 h 2681051"/>
                  <a:gd name="connsiteX6" fmla="*/ 367515 w 707980"/>
                  <a:gd name="connsiteY6" fmla="*/ 2672409 h 2681051"/>
                  <a:gd name="connsiteX7" fmla="*/ 706065 w 707980"/>
                  <a:gd name="connsiteY7" fmla="*/ 2653118 h 2681051"/>
                  <a:gd name="connsiteX8" fmla="*/ 491059 w 707980"/>
                  <a:gd name="connsiteY8" fmla="*/ 2529013 h 2681051"/>
                  <a:gd name="connsiteX9" fmla="*/ 498329 w 707980"/>
                  <a:gd name="connsiteY9" fmla="*/ 2235303 h 2681051"/>
                  <a:gd name="connsiteX10" fmla="*/ 524362 w 707980"/>
                  <a:gd name="connsiteY10" fmla="*/ 1930783 h 2681051"/>
                  <a:gd name="connsiteX11" fmla="*/ 377279 w 707980"/>
                  <a:gd name="connsiteY11" fmla="*/ 1463584 h 2681051"/>
                  <a:gd name="connsiteX12" fmla="*/ 334923 w 707980"/>
                  <a:gd name="connsiteY12" fmla="*/ 1247590 h 2681051"/>
                  <a:gd name="connsiteX13" fmla="*/ 318671 w 707980"/>
                  <a:gd name="connsiteY13" fmla="*/ 1069554 h 2681051"/>
                  <a:gd name="connsiteX14" fmla="*/ 373095 w 707980"/>
                  <a:gd name="connsiteY14" fmla="*/ 794184 h 2681051"/>
                  <a:gd name="connsiteX15" fmla="*/ 251999 w 707980"/>
                  <a:gd name="connsiteY15" fmla="*/ 440907 h 2681051"/>
                  <a:gd name="connsiteX16" fmla="*/ 340899 w 707980"/>
                  <a:gd name="connsiteY16" fmla="*/ 374232 h 2681051"/>
                  <a:gd name="connsiteX17" fmla="*/ 375823 w 707980"/>
                  <a:gd name="connsiteY17" fmla="*/ 256757 h 2681051"/>
                  <a:gd name="connsiteX18" fmla="*/ 331374 w 707980"/>
                  <a:gd name="connsiteY18" fmla="*/ 82132 h 2681051"/>
                  <a:gd name="connsiteX19" fmla="*/ 155158 w 707980"/>
                  <a:gd name="connsiteY19" fmla="*/ 1166 h 2681051"/>
                  <a:gd name="connsiteX20" fmla="*/ 10698 w 707980"/>
                  <a:gd name="connsiteY20" fmla="*/ 167857 h 2681051"/>
                  <a:gd name="connsiteX21" fmla="*/ 105948 w 707980"/>
                  <a:gd name="connsiteY21" fmla="*/ 399631 h 2681051"/>
                  <a:gd name="connsiteX22" fmla="*/ 23396 w 707980"/>
                  <a:gd name="connsiteY22" fmla="*/ 558379 h 2681051"/>
                  <a:gd name="connsiteX23" fmla="*/ 5522 w 707980"/>
                  <a:gd name="connsiteY23" fmla="*/ 708409 h 2681051"/>
                  <a:gd name="connsiteX0" fmla="*/ 5522 w 707980"/>
                  <a:gd name="connsiteY0" fmla="*/ 708409 h 2681051"/>
                  <a:gd name="connsiteX1" fmla="*/ 68962 w 707980"/>
                  <a:gd name="connsiteY1" fmla="*/ 1327344 h 2681051"/>
                  <a:gd name="connsiteX2" fmla="*/ 137541 w 707980"/>
                  <a:gd name="connsiteY2" fmla="*/ 1634041 h 2681051"/>
                  <a:gd name="connsiteX3" fmla="*/ 362061 w 707980"/>
                  <a:gd name="connsiteY3" fmla="*/ 1987319 h 2681051"/>
                  <a:gd name="connsiteX4" fmla="*/ 314174 w 707980"/>
                  <a:gd name="connsiteY4" fmla="*/ 2207174 h 2681051"/>
                  <a:gd name="connsiteX5" fmla="*/ 389462 w 707980"/>
                  <a:gd name="connsiteY5" fmla="*/ 2540768 h 2681051"/>
                  <a:gd name="connsiteX6" fmla="*/ 367515 w 707980"/>
                  <a:gd name="connsiteY6" fmla="*/ 2672409 h 2681051"/>
                  <a:gd name="connsiteX7" fmla="*/ 706065 w 707980"/>
                  <a:gd name="connsiteY7" fmla="*/ 2653118 h 2681051"/>
                  <a:gd name="connsiteX8" fmla="*/ 491059 w 707980"/>
                  <a:gd name="connsiteY8" fmla="*/ 2529013 h 2681051"/>
                  <a:gd name="connsiteX9" fmla="*/ 498329 w 707980"/>
                  <a:gd name="connsiteY9" fmla="*/ 2235303 h 2681051"/>
                  <a:gd name="connsiteX10" fmla="*/ 529677 w 707980"/>
                  <a:gd name="connsiteY10" fmla="*/ 1944526 h 2681051"/>
                  <a:gd name="connsiteX11" fmla="*/ 377279 w 707980"/>
                  <a:gd name="connsiteY11" fmla="*/ 1463584 h 2681051"/>
                  <a:gd name="connsiteX12" fmla="*/ 334923 w 707980"/>
                  <a:gd name="connsiteY12" fmla="*/ 1247590 h 2681051"/>
                  <a:gd name="connsiteX13" fmla="*/ 318671 w 707980"/>
                  <a:gd name="connsiteY13" fmla="*/ 1069554 h 2681051"/>
                  <a:gd name="connsiteX14" fmla="*/ 373095 w 707980"/>
                  <a:gd name="connsiteY14" fmla="*/ 794184 h 2681051"/>
                  <a:gd name="connsiteX15" fmla="*/ 251999 w 707980"/>
                  <a:gd name="connsiteY15" fmla="*/ 440907 h 2681051"/>
                  <a:gd name="connsiteX16" fmla="*/ 340899 w 707980"/>
                  <a:gd name="connsiteY16" fmla="*/ 374232 h 2681051"/>
                  <a:gd name="connsiteX17" fmla="*/ 375823 w 707980"/>
                  <a:gd name="connsiteY17" fmla="*/ 256757 h 2681051"/>
                  <a:gd name="connsiteX18" fmla="*/ 331374 w 707980"/>
                  <a:gd name="connsiteY18" fmla="*/ 82132 h 2681051"/>
                  <a:gd name="connsiteX19" fmla="*/ 155158 w 707980"/>
                  <a:gd name="connsiteY19" fmla="*/ 1166 h 2681051"/>
                  <a:gd name="connsiteX20" fmla="*/ 10698 w 707980"/>
                  <a:gd name="connsiteY20" fmla="*/ 167857 h 2681051"/>
                  <a:gd name="connsiteX21" fmla="*/ 105948 w 707980"/>
                  <a:gd name="connsiteY21" fmla="*/ 399631 h 2681051"/>
                  <a:gd name="connsiteX22" fmla="*/ 23396 w 707980"/>
                  <a:gd name="connsiteY22" fmla="*/ 558379 h 2681051"/>
                  <a:gd name="connsiteX23" fmla="*/ 5522 w 707980"/>
                  <a:gd name="connsiteY23" fmla="*/ 708409 h 2681051"/>
                  <a:gd name="connsiteX0" fmla="*/ 5522 w 707980"/>
                  <a:gd name="connsiteY0" fmla="*/ 709536 h 2682178"/>
                  <a:gd name="connsiteX1" fmla="*/ 68962 w 707980"/>
                  <a:gd name="connsiteY1" fmla="*/ 1328471 h 2682178"/>
                  <a:gd name="connsiteX2" fmla="*/ 137541 w 707980"/>
                  <a:gd name="connsiteY2" fmla="*/ 1635168 h 2682178"/>
                  <a:gd name="connsiteX3" fmla="*/ 362061 w 707980"/>
                  <a:gd name="connsiteY3" fmla="*/ 1988446 h 2682178"/>
                  <a:gd name="connsiteX4" fmla="*/ 314174 w 707980"/>
                  <a:gd name="connsiteY4" fmla="*/ 2208301 h 2682178"/>
                  <a:gd name="connsiteX5" fmla="*/ 389462 w 707980"/>
                  <a:gd name="connsiteY5" fmla="*/ 2541895 h 2682178"/>
                  <a:gd name="connsiteX6" fmla="*/ 367515 w 707980"/>
                  <a:gd name="connsiteY6" fmla="*/ 2673536 h 2682178"/>
                  <a:gd name="connsiteX7" fmla="*/ 706065 w 707980"/>
                  <a:gd name="connsiteY7" fmla="*/ 2654245 h 2682178"/>
                  <a:gd name="connsiteX8" fmla="*/ 491059 w 707980"/>
                  <a:gd name="connsiteY8" fmla="*/ 2530140 h 2682178"/>
                  <a:gd name="connsiteX9" fmla="*/ 498329 w 707980"/>
                  <a:gd name="connsiteY9" fmla="*/ 2236430 h 2682178"/>
                  <a:gd name="connsiteX10" fmla="*/ 529677 w 707980"/>
                  <a:gd name="connsiteY10" fmla="*/ 1945653 h 2682178"/>
                  <a:gd name="connsiteX11" fmla="*/ 377279 w 707980"/>
                  <a:gd name="connsiteY11" fmla="*/ 1464711 h 2682178"/>
                  <a:gd name="connsiteX12" fmla="*/ 334923 w 707980"/>
                  <a:gd name="connsiteY12" fmla="*/ 1248717 h 2682178"/>
                  <a:gd name="connsiteX13" fmla="*/ 318671 w 707980"/>
                  <a:gd name="connsiteY13" fmla="*/ 1070681 h 2682178"/>
                  <a:gd name="connsiteX14" fmla="*/ 373095 w 707980"/>
                  <a:gd name="connsiteY14" fmla="*/ 795311 h 2682178"/>
                  <a:gd name="connsiteX15" fmla="*/ 251999 w 707980"/>
                  <a:gd name="connsiteY15" fmla="*/ 442034 h 2682178"/>
                  <a:gd name="connsiteX16" fmla="*/ 340899 w 707980"/>
                  <a:gd name="connsiteY16" fmla="*/ 375359 h 2682178"/>
                  <a:gd name="connsiteX17" fmla="*/ 375823 w 707980"/>
                  <a:gd name="connsiteY17" fmla="*/ 257884 h 2682178"/>
                  <a:gd name="connsiteX18" fmla="*/ 331374 w 707980"/>
                  <a:gd name="connsiteY18" fmla="*/ 83259 h 2682178"/>
                  <a:gd name="connsiteX19" fmla="*/ 155158 w 707980"/>
                  <a:gd name="connsiteY19" fmla="*/ 2293 h 2682178"/>
                  <a:gd name="connsiteX20" fmla="*/ 32623 w 707980"/>
                  <a:gd name="connsiteY20" fmla="*/ 168984 h 2682178"/>
                  <a:gd name="connsiteX21" fmla="*/ 105948 w 707980"/>
                  <a:gd name="connsiteY21" fmla="*/ 400758 h 2682178"/>
                  <a:gd name="connsiteX22" fmla="*/ 23396 w 707980"/>
                  <a:gd name="connsiteY22" fmla="*/ 559506 h 2682178"/>
                  <a:gd name="connsiteX23" fmla="*/ 5522 w 707980"/>
                  <a:gd name="connsiteY23" fmla="*/ 709536 h 2682178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34923 w 707980"/>
                  <a:gd name="connsiteY12" fmla="*/ 1229039 h 2662500"/>
                  <a:gd name="connsiteX13" fmla="*/ 318671 w 707980"/>
                  <a:gd name="connsiteY13" fmla="*/ 1051003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34923 w 707980"/>
                  <a:gd name="connsiteY12" fmla="*/ 1229039 h 2662500"/>
                  <a:gd name="connsiteX13" fmla="*/ 318671 w 707980"/>
                  <a:gd name="connsiteY13" fmla="*/ 1051003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34923 w 707980"/>
                  <a:gd name="connsiteY12" fmla="*/ 1229039 h 2662500"/>
                  <a:gd name="connsiteX13" fmla="*/ 318671 w 707980"/>
                  <a:gd name="connsiteY13" fmla="*/ 1051003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34923 w 707980"/>
                  <a:gd name="connsiteY12" fmla="*/ 1229039 h 2662500"/>
                  <a:gd name="connsiteX13" fmla="*/ 316678 w 707980"/>
                  <a:gd name="connsiteY13" fmla="*/ 886090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34923 w 707980"/>
                  <a:gd name="connsiteY12" fmla="*/ 1229039 h 2662500"/>
                  <a:gd name="connsiteX13" fmla="*/ 314685 w 707980"/>
                  <a:gd name="connsiteY13" fmla="*/ 910827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34923 w 707980"/>
                  <a:gd name="connsiteY12" fmla="*/ 1229039 h 2662500"/>
                  <a:gd name="connsiteX13" fmla="*/ 310699 w 707980"/>
                  <a:gd name="connsiteY13" fmla="*/ 939687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28944 w 707980"/>
                  <a:gd name="connsiteY12" fmla="*/ 1206364 h 2662500"/>
                  <a:gd name="connsiteX13" fmla="*/ 310699 w 707980"/>
                  <a:gd name="connsiteY13" fmla="*/ 939687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137541 w 707980"/>
                  <a:gd name="connsiteY2" fmla="*/ 1615490 h 2662500"/>
                  <a:gd name="connsiteX3" fmla="*/ 362061 w 707980"/>
                  <a:gd name="connsiteY3" fmla="*/ 1968768 h 2662500"/>
                  <a:gd name="connsiteX4" fmla="*/ 314174 w 707980"/>
                  <a:gd name="connsiteY4" fmla="*/ 2188623 h 2662500"/>
                  <a:gd name="connsiteX5" fmla="*/ 389462 w 707980"/>
                  <a:gd name="connsiteY5" fmla="*/ 2522217 h 2662500"/>
                  <a:gd name="connsiteX6" fmla="*/ 367515 w 707980"/>
                  <a:gd name="connsiteY6" fmla="*/ 2653858 h 2662500"/>
                  <a:gd name="connsiteX7" fmla="*/ 706065 w 707980"/>
                  <a:gd name="connsiteY7" fmla="*/ 2634567 h 2662500"/>
                  <a:gd name="connsiteX8" fmla="*/ 491059 w 707980"/>
                  <a:gd name="connsiteY8" fmla="*/ 2510462 h 2662500"/>
                  <a:gd name="connsiteX9" fmla="*/ 498329 w 707980"/>
                  <a:gd name="connsiteY9" fmla="*/ 2216752 h 2662500"/>
                  <a:gd name="connsiteX10" fmla="*/ 529677 w 707980"/>
                  <a:gd name="connsiteY10" fmla="*/ 1925975 h 2662500"/>
                  <a:gd name="connsiteX11" fmla="*/ 377279 w 707980"/>
                  <a:gd name="connsiteY11" fmla="*/ 1445033 h 2662500"/>
                  <a:gd name="connsiteX12" fmla="*/ 328944 w 707980"/>
                  <a:gd name="connsiteY12" fmla="*/ 1206364 h 2662500"/>
                  <a:gd name="connsiteX13" fmla="*/ 310699 w 707980"/>
                  <a:gd name="connsiteY13" fmla="*/ 939687 h 2662500"/>
                  <a:gd name="connsiteX14" fmla="*/ 373095 w 707980"/>
                  <a:gd name="connsiteY14" fmla="*/ 775633 h 2662500"/>
                  <a:gd name="connsiteX15" fmla="*/ 251999 w 707980"/>
                  <a:gd name="connsiteY15" fmla="*/ 422356 h 2662500"/>
                  <a:gd name="connsiteX16" fmla="*/ 340899 w 707980"/>
                  <a:gd name="connsiteY16" fmla="*/ 355681 h 2662500"/>
                  <a:gd name="connsiteX17" fmla="*/ 375823 w 707980"/>
                  <a:gd name="connsiteY17" fmla="*/ 238206 h 2662500"/>
                  <a:gd name="connsiteX18" fmla="*/ 331374 w 707980"/>
                  <a:gd name="connsiteY18" fmla="*/ 63581 h 2662500"/>
                  <a:gd name="connsiteX19" fmla="*/ 151171 w 707980"/>
                  <a:gd name="connsiteY19" fmla="*/ 3229 h 2662500"/>
                  <a:gd name="connsiteX20" fmla="*/ 32623 w 707980"/>
                  <a:gd name="connsiteY20" fmla="*/ 149306 h 2662500"/>
                  <a:gd name="connsiteX21" fmla="*/ 105948 w 707980"/>
                  <a:gd name="connsiteY21" fmla="*/ 381080 h 2662500"/>
                  <a:gd name="connsiteX22" fmla="*/ 23396 w 707980"/>
                  <a:gd name="connsiteY22" fmla="*/ 539828 h 2662500"/>
                  <a:gd name="connsiteX23" fmla="*/ 5522 w 707980"/>
                  <a:gd name="connsiteY23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5729 w 707980"/>
                  <a:gd name="connsiteY2" fmla="*/ 1488357 h 2662500"/>
                  <a:gd name="connsiteX3" fmla="*/ 137541 w 707980"/>
                  <a:gd name="connsiteY3" fmla="*/ 1615490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89749 w 707980"/>
                  <a:gd name="connsiteY2" fmla="*/ 1459498 h 2662500"/>
                  <a:gd name="connsiteX3" fmla="*/ 137541 w 707980"/>
                  <a:gd name="connsiteY3" fmla="*/ 1615490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89749 w 707980"/>
                  <a:gd name="connsiteY2" fmla="*/ 1459498 h 2662500"/>
                  <a:gd name="connsiteX3" fmla="*/ 137541 w 707980"/>
                  <a:gd name="connsiteY3" fmla="*/ 1615490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89749 w 707980"/>
                  <a:gd name="connsiteY2" fmla="*/ 1459498 h 2662500"/>
                  <a:gd name="connsiteX3" fmla="*/ 137541 w 707980"/>
                  <a:gd name="connsiteY3" fmla="*/ 1615490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89749 w 707980"/>
                  <a:gd name="connsiteY2" fmla="*/ 1473928 h 2662500"/>
                  <a:gd name="connsiteX3" fmla="*/ 137541 w 707980"/>
                  <a:gd name="connsiteY3" fmla="*/ 1615490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89749 w 707980"/>
                  <a:gd name="connsiteY2" fmla="*/ 1473928 h 2662500"/>
                  <a:gd name="connsiteX3" fmla="*/ 137541 w 707980"/>
                  <a:gd name="connsiteY3" fmla="*/ 1615490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89749 w 707980"/>
                  <a:gd name="connsiteY2" fmla="*/ 1473928 h 2662500"/>
                  <a:gd name="connsiteX3" fmla="*/ 205310 w 707980"/>
                  <a:gd name="connsiteY3" fmla="*/ 1712376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89749 w 707980"/>
                  <a:gd name="connsiteY2" fmla="*/ 1473928 h 2662500"/>
                  <a:gd name="connsiteX3" fmla="*/ 193351 w 707980"/>
                  <a:gd name="connsiteY3" fmla="*/ 1714438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1742 w 707980"/>
                  <a:gd name="connsiteY2" fmla="*/ 1488358 h 2662500"/>
                  <a:gd name="connsiteX3" fmla="*/ 193351 w 707980"/>
                  <a:gd name="connsiteY3" fmla="*/ 1714438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1742 w 707980"/>
                  <a:gd name="connsiteY2" fmla="*/ 1488358 h 2662500"/>
                  <a:gd name="connsiteX3" fmla="*/ 193351 w 707980"/>
                  <a:gd name="connsiteY3" fmla="*/ 1714438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1742 w 707980"/>
                  <a:gd name="connsiteY2" fmla="*/ 1488358 h 2662500"/>
                  <a:gd name="connsiteX3" fmla="*/ 207303 w 707980"/>
                  <a:gd name="connsiteY3" fmla="*/ 1710315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373095 w 707980"/>
                  <a:gd name="connsiteY15" fmla="*/ 77563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1742 w 707980"/>
                  <a:gd name="connsiteY2" fmla="*/ 1488358 h 2662500"/>
                  <a:gd name="connsiteX3" fmla="*/ 207303 w 707980"/>
                  <a:gd name="connsiteY3" fmla="*/ 1710315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10699 w 707980"/>
                  <a:gd name="connsiteY14" fmla="*/ 939687 h 2662500"/>
                  <a:gd name="connsiteX15" fmla="*/ 407437 w 707980"/>
                  <a:gd name="connsiteY15" fmla="*/ 76491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1742 w 707980"/>
                  <a:gd name="connsiteY2" fmla="*/ 1488358 h 2662500"/>
                  <a:gd name="connsiteX3" fmla="*/ 207303 w 707980"/>
                  <a:gd name="connsiteY3" fmla="*/ 1710315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28944 w 707980"/>
                  <a:gd name="connsiteY13" fmla="*/ 1206364 h 2662500"/>
                  <a:gd name="connsiteX14" fmla="*/ 327870 w 707980"/>
                  <a:gd name="connsiteY14" fmla="*/ 945048 h 2662500"/>
                  <a:gd name="connsiteX15" fmla="*/ 407437 w 707980"/>
                  <a:gd name="connsiteY15" fmla="*/ 76491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1742 w 707980"/>
                  <a:gd name="connsiteY2" fmla="*/ 1488358 h 2662500"/>
                  <a:gd name="connsiteX3" fmla="*/ 207303 w 707980"/>
                  <a:gd name="connsiteY3" fmla="*/ 1710315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377279 w 707980"/>
                  <a:gd name="connsiteY12" fmla="*/ 1445033 h 2662500"/>
                  <a:gd name="connsiteX13" fmla="*/ 351838 w 707980"/>
                  <a:gd name="connsiteY13" fmla="*/ 1206364 h 2662500"/>
                  <a:gd name="connsiteX14" fmla="*/ 327870 w 707980"/>
                  <a:gd name="connsiteY14" fmla="*/ 945048 h 2662500"/>
                  <a:gd name="connsiteX15" fmla="*/ 407437 w 707980"/>
                  <a:gd name="connsiteY15" fmla="*/ 76491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  <a:gd name="connsiteX0" fmla="*/ 5522 w 707980"/>
                  <a:gd name="connsiteY0" fmla="*/ 689858 h 2662500"/>
                  <a:gd name="connsiteX1" fmla="*/ 68962 w 707980"/>
                  <a:gd name="connsiteY1" fmla="*/ 1308793 h 2662500"/>
                  <a:gd name="connsiteX2" fmla="*/ 91742 w 707980"/>
                  <a:gd name="connsiteY2" fmla="*/ 1488358 h 2662500"/>
                  <a:gd name="connsiteX3" fmla="*/ 207303 w 707980"/>
                  <a:gd name="connsiteY3" fmla="*/ 1710315 h 2662500"/>
                  <a:gd name="connsiteX4" fmla="*/ 362061 w 707980"/>
                  <a:gd name="connsiteY4" fmla="*/ 1968768 h 2662500"/>
                  <a:gd name="connsiteX5" fmla="*/ 314174 w 707980"/>
                  <a:gd name="connsiteY5" fmla="*/ 2188623 h 2662500"/>
                  <a:gd name="connsiteX6" fmla="*/ 389462 w 707980"/>
                  <a:gd name="connsiteY6" fmla="*/ 2522217 h 2662500"/>
                  <a:gd name="connsiteX7" fmla="*/ 367515 w 707980"/>
                  <a:gd name="connsiteY7" fmla="*/ 2653858 h 2662500"/>
                  <a:gd name="connsiteX8" fmla="*/ 706065 w 707980"/>
                  <a:gd name="connsiteY8" fmla="*/ 2634567 h 2662500"/>
                  <a:gd name="connsiteX9" fmla="*/ 491059 w 707980"/>
                  <a:gd name="connsiteY9" fmla="*/ 2510462 h 2662500"/>
                  <a:gd name="connsiteX10" fmla="*/ 498329 w 707980"/>
                  <a:gd name="connsiteY10" fmla="*/ 2216752 h 2662500"/>
                  <a:gd name="connsiteX11" fmla="*/ 529677 w 707980"/>
                  <a:gd name="connsiteY11" fmla="*/ 1925975 h 2662500"/>
                  <a:gd name="connsiteX12" fmla="*/ 400174 w 707980"/>
                  <a:gd name="connsiteY12" fmla="*/ 1439673 h 2662500"/>
                  <a:gd name="connsiteX13" fmla="*/ 351838 w 707980"/>
                  <a:gd name="connsiteY13" fmla="*/ 1206364 h 2662500"/>
                  <a:gd name="connsiteX14" fmla="*/ 327870 w 707980"/>
                  <a:gd name="connsiteY14" fmla="*/ 945048 h 2662500"/>
                  <a:gd name="connsiteX15" fmla="*/ 407437 w 707980"/>
                  <a:gd name="connsiteY15" fmla="*/ 764913 h 2662500"/>
                  <a:gd name="connsiteX16" fmla="*/ 251999 w 707980"/>
                  <a:gd name="connsiteY16" fmla="*/ 422356 h 2662500"/>
                  <a:gd name="connsiteX17" fmla="*/ 340899 w 707980"/>
                  <a:gd name="connsiteY17" fmla="*/ 355681 h 2662500"/>
                  <a:gd name="connsiteX18" fmla="*/ 375823 w 707980"/>
                  <a:gd name="connsiteY18" fmla="*/ 238206 h 2662500"/>
                  <a:gd name="connsiteX19" fmla="*/ 331374 w 707980"/>
                  <a:gd name="connsiteY19" fmla="*/ 63581 h 2662500"/>
                  <a:gd name="connsiteX20" fmla="*/ 151171 w 707980"/>
                  <a:gd name="connsiteY20" fmla="*/ 3229 h 2662500"/>
                  <a:gd name="connsiteX21" fmla="*/ 32623 w 707980"/>
                  <a:gd name="connsiteY21" fmla="*/ 149306 h 2662500"/>
                  <a:gd name="connsiteX22" fmla="*/ 105948 w 707980"/>
                  <a:gd name="connsiteY22" fmla="*/ 381080 h 2662500"/>
                  <a:gd name="connsiteX23" fmla="*/ 23396 w 707980"/>
                  <a:gd name="connsiteY23" fmla="*/ 539828 h 2662500"/>
                  <a:gd name="connsiteX24" fmla="*/ 5522 w 707980"/>
                  <a:gd name="connsiteY24" fmla="*/ 689858 h 266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07980" h="2662500">
                    <a:moveTo>
                      <a:pt x="5522" y="689858"/>
                    </a:moveTo>
                    <a:cubicBezTo>
                      <a:pt x="13116" y="818019"/>
                      <a:pt x="46959" y="1154521"/>
                      <a:pt x="68962" y="1308793"/>
                    </a:cubicBezTo>
                    <a:cubicBezTo>
                      <a:pt x="83996" y="1441876"/>
                      <a:pt x="92271" y="1433120"/>
                      <a:pt x="91742" y="1488358"/>
                    </a:cubicBezTo>
                    <a:cubicBezTo>
                      <a:pt x="129083" y="1555966"/>
                      <a:pt x="162250" y="1630247"/>
                      <a:pt x="207303" y="1710315"/>
                    </a:cubicBezTo>
                    <a:cubicBezTo>
                      <a:pt x="252356" y="1790383"/>
                      <a:pt x="267955" y="1818274"/>
                      <a:pt x="362061" y="1968768"/>
                    </a:cubicBezTo>
                    <a:cubicBezTo>
                      <a:pt x="331262" y="2124759"/>
                      <a:pt x="309607" y="2096382"/>
                      <a:pt x="314174" y="2188623"/>
                    </a:cubicBezTo>
                    <a:cubicBezTo>
                      <a:pt x="318741" y="2280864"/>
                      <a:pt x="380572" y="2444678"/>
                      <a:pt x="389462" y="2522217"/>
                    </a:cubicBezTo>
                    <a:cubicBezTo>
                      <a:pt x="398352" y="2599756"/>
                      <a:pt x="314748" y="2635133"/>
                      <a:pt x="367515" y="2653858"/>
                    </a:cubicBezTo>
                    <a:cubicBezTo>
                      <a:pt x="420282" y="2672583"/>
                      <a:pt x="685474" y="2658466"/>
                      <a:pt x="706065" y="2634567"/>
                    </a:cubicBezTo>
                    <a:cubicBezTo>
                      <a:pt x="726656" y="2610668"/>
                      <a:pt x="576349" y="2558575"/>
                      <a:pt x="491059" y="2510462"/>
                    </a:cubicBezTo>
                    <a:cubicBezTo>
                      <a:pt x="487885" y="2446434"/>
                      <a:pt x="472047" y="2378157"/>
                      <a:pt x="498329" y="2216752"/>
                    </a:cubicBezTo>
                    <a:cubicBezTo>
                      <a:pt x="526776" y="1977015"/>
                      <a:pt x="519505" y="2105712"/>
                      <a:pt x="529677" y="1925975"/>
                    </a:cubicBezTo>
                    <a:cubicBezTo>
                      <a:pt x="490707" y="1745221"/>
                      <a:pt x="429814" y="1559608"/>
                      <a:pt x="400174" y="1439673"/>
                    </a:cubicBezTo>
                    <a:cubicBezTo>
                      <a:pt x="370534" y="1319738"/>
                      <a:pt x="337021" y="1221181"/>
                      <a:pt x="351838" y="1206364"/>
                    </a:cubicBezTo>
                    <a:cubicBezTo>
                      <a:pt x="337198" y="1108855"/>
                      <a:pt x="318604" y="1018623"/>
                      <a:pt x="327870" y="945048"/>
                    </a:cubicBezTo>
                    <a:cubicBezTo>
                      <a:pt x="337136" y="871473"/>
                      <a:pt x="350698" y="875420"/>
                      <a:pt x="407437" y="764913"/>
                    </a:cubicBezTo>
                    <a:cubicBezTo>
                      <a:pt x="367750" y="641089"/>
                      <a:pt x="263089" y="490561"/>
                      <a:pt x="251999" y="422356"/>
                    </a:cubicBezTo>
                    <a:cubicBezTo>
                      <a:pt x="240909" y="354151"/>
                      <a:pt x="320262" y="386373"/>
                      <a:pt x="340899" y="355681"/>
                    </a:cubicBezTo>
                    <a:cubicBezTo>
                      <a:pt x="361536" y="324989"/>
                      <a:pt x="356244" y="283186"/>
                      <a:pt x="375823" y="238206"/>
                    </a:cubicBezTo>
                    <a:cubicBezTo>
                      <a:pt x="347777" y="193227"/>
                      <a:pt x="368816" y="102744"/>
                      <a:pt x="331374" y="63581"/>
                    </a:cubicBezTo>
                    <a:cubicBezTo>
                      <a:pt x="293932" y="24418"/>
                      <a:pt x="200963" y="-11058"/>
                      <a:pt x="151171" y="3229"/>
                    </a:cubicBezTo>
                    <a:cubicBezTo>
                      <a:pt x="101379" y="17516"/>
                      <a:pt x="40160" y="86331"/>
                      <a:pt x="32623" y="149306"/>
                    </a:cubicBezTo>
                    <a:cubicBezTo>
                      <a:pt x="25086" y="212281"/>
                      <a:pt x="107486" y="315993"/>
                      <a:pt x="105948" y="381080"/>
                    </a:cubicBezTo>
                    <a:cubicBezTo>
                      <a:pt x="104410" y="446167"/>
                      <a:pt x="61496" y="459924"/>
                      <a:pt x="23396" y="539828"/>
                    </a:cubicBezTo>
                    <a:cubicBezTo>
                      <a:pt x="-6236" y="601210"/>
                      <a:pt x="-2072" y="561697"/>
                      <a:pt x="5522" y="689858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" name="任意多边形: 形状 34">
                <a:extLst>
                  <a:ext uri="{FF2B5EF4-FFF2-40B4-BE49-F238E27FC236}">
                    <a16:creationId xmlns:a16="http://schemas.microsoft.com/office/drawing/2014/main" id="{198C5179-F3E2-91F5-CDC9-F6A37CB311C5}"/>
                  </a:ext>
                </a:extLst>
              </p:cNvPr>
              <p:cNvSpPr/>
              <p:nvPr/>
            </p:nvSpPr>
            <p:spPr>
              <a:xfrm rot="881869">
                <a:off x="5384455" y="7939672"/>
                <a:ext cx="353855" cy="1171402"/>
              </a:xfrm>
              <a:custGeom>
                <a:avLst/>
                <a:gdLst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60350 w 748958"/>
                  <a:gd name="connsiteY14" fmla="*/ 250825 h 869950"/>
                  <a:gd name="connsiteX15" fmla="*/ 244475 w 748958"/>
                  <a:gd name="connsiteY15" fmla="*/ 228600 h 869950"/>
                  <a:gd name="connsiteX16" fmla="*/ 231775 w 748958"/>
                  <a:gd name="connsiteY16" fmla="*/ 196850 h 869950"/>
                  <a:gd name="connsiteX17" fmla="*/ 209550 w 748958"/>
                  <a:gd name="connsiteY17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31775 w 748958"/>
                  <a:gd name="connsiteY15" fmla="*/ 196850 h 869950"/>
                  <a:gd name="connsiteX16" fmla="*/ 209550 w 748958"/>
                  <a:gd name="connsiteY16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09550 w 748958"/>
                  <a:gd name="connsiteY15" fmla="*/ 1270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44475 w 748958"/>
                  <a:gd name="connsiteY14" fmla="*/ 22860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276225 w 748958"/>
                  <a:gd name="connsiteY13" fmla="*/ 276225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349250 w 748958"/>
                  <a:gd name="connsiteY12" fmla="*/ 346075 h 869950"/>
                  <a:gd name="connsiteX13" fmla="*/ 325438 w 748958"/>
                  <a:gd name="connsiteY13" fmla="*/ 398462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48958"/>
                  <a:gd name="connsiteY0" fmla="*/ 0 h 869950"/>
                  <a:gd name="connsiteX1" fmla="*/ 69850 w 748958"/>
                  <a:gd name="connsiteY1" fmla="*/ 168275 h 869950"/>
                  <a:gd name="connsiteX2" fmla="*/ 136525 w 748958"/>
                  <a:gd name="connsiteY2" fmla="*/ 320675 h 869950"/>
                  <a:gd name="connsiteX3" fmla="*/ 450850 w 748958"/>
                  <a:gd name="connsiteY3" fmla="*/ 704850 h 869950"/>
                  <a:gd name="connsiteX4" fmla="*/ 552450 w 748958"/>
                  <a:gd name="connsiteY4" fmla="*/ 787400 h 869950"/>
                  <a:gd name="connsiteX5" fmla="*/ 625475 w 748958"/>
                  <a:gd name="connsiteY5" fmla="*/ 812800 h 869950"/>
                  <a:gd name="connsiteX6" fmla="*/ 720725 w 748958"/>
                  <a:gd name="connsiteY6" fmla="*/ 866775 h 869950"/>
                  <a:gd name="connsiteX7" fmla="*/ 742950 w 748958"/>
                  <a:gd name="connsiteY7" fmla="*/ 869950 h 869950"/>
                  <a:gd name="connsiteX8" fmla="*/ 746125 w 748958"/>
                  <a:gd name="connsiteY8" fmla="*/ 771525 h 869950"/>
                  <a:gd name="connsiteX9" fmla="*/ 641350 w 748958"/>
                  <a:gd name="connsiteY9" fmla="*/ 600075 h 869950"/>
                  <a:gd name="connsiteX10" fmla="*/ 622300 w 748958"/>
                  <a:gd name="connsiteY10" fmla="*/ 581025 h 869950"/>
                  <a:gd name="connsiteX11" fmla="*/ 574675 w 748958"/>
                  <a:gd name="connsiteY11" fmla="*/ 546100 h 869950"/>
                  <a:gd name="connsiteX12" fmla="*/ 484187 w 748958"/>
                  <a:gd name="connsiteY12" fmla="*/ 534988 h 869950"/>
                  <a:gd name="connsiteX13" fmla="*/ 325438 w 748958"/>
                  <a:gd name="connsiteY13" fmla="*/ 398462 h 869950"/>
                  <a:gd name="connsiteX14" fmla="*/ 260350 w 748958"/>
                  <a:gd name="connsiteY14" fmla="*/ 184150 h 869950"/>
                  <a:gd name="connsiteX15" fmla="*/ 228600 w 748958"/>
                  <a:gd name="connsiteY15" fmla="*/ 50800 h 869950"/>
                  <a:gd name="connsiteX0" fmla="*/ 0 w 754512"/>
                  <a:gd name="connsiteY0" fmla="*/ 0 h 869950"/>
                  <a:gd name="connsiteX1" fmla="*/ 69850 w 754512"/>
                  <a:gd name="connsiteY1" fmla="*/ 168275 h 869950"/>
                  <a:gd name="connsiteX2" fmla="*/ 136525 w 754512"/>
                  <a:gd name="connsiteY2" fmla="*/ 320675 h 869950"/>
                  <a:gd name="connsiteX3" fmla="*/ 450850 w 754512"/>
                  <a:gd name="connsiteY3" fmla="*/ 704850 h 869950"/>
                  <a:gd name="connsiteX4" fmla="*/ 552450 w 754512"/>
                  <a:gd name="connsiteY4" fmla="*/ 787400 h 869950"/>
                  <a:gd name="connsiteX5" fmla="*/ 625475 w 754512"/>
                  <a:gd name="connsiteY5" fmla="*/ 812800 h 869950"/>
                  <a:gd name="connsiteX6" fmla="*/ 720725 w 754512"/>
                  <a:gd name="connsiteY6" fmla="*/ 866775 h 869950"/>
                  <a:gd name="connsiteX7" fmla="*/ 742950 w 754512"/>
                  <a:gd name="connsiteY7" fmla="*/ 869950 h 869950"/>
                  <a:gd name="connsiteX8" fmla="*/ 746125 w 754512"/>
                  <a:gd name="connsiteY8" fmla="*/ 771525 h 869950"/>
                  <a:gd name="connsiteX9" fmla="*/ 622300 w 754512"/>
                  <a:gd name="connsiteY9" fmla="*/ 581025 h 869950"/>
                  <a:gd name="connsiteX10" fmla="*/ 574675 w 754512"/>
                  <a:gd name="connsiteY10" fmla="*/ 546100 h 869950"/>
                  <a:gd name="connsiteX11" fmla="*/ 484187 w 754512"/>
                  <a:gd name="connsiteY11" fmla="*/ 534988 h 869950"/>
                  <a:gd name="connsiteX12" fmla="*/ 325438 w 754512"/>
                  <a:gd name="connsiteY12" fmla="*/ 398462 h 869950"/>
                  <a:gd name="connsiteX13" fmla="*/ 260350 w 754512"/>
                  <a:gd name="connsiteY13" fmla="*/ 184150 h 869950"/>
                  <a:gd name="connsiteX14" fmla="*/ 228600 w 754512"/>
                  <a:gd name="connsiteY14" fmla="*/ 50800 h 869950"/>
                  <a:gd name="connsiteX0" fmla="*/ 0 w 751905"/>
                  <a:gd name="connsiteY0" fmla="*/ 0 h 867380"/>
                  <a:gd name="connsiteX1" fmla="*/ 69850 w 751905"/>
                  <a:gd name="connsiteY1" fmla="*/ 168275 h 867380"/>
                  <a:gd name="connsiteX2" fmla="*/ 136525 w 751905"/>
                  <a:gd name="connsiteY2" fmla="*/ 320675 h 867380"/>
                  <a:gd name="connsiteX3" fmla="*/ 450850 w 751905"/>
                  <a:gd name="connsiteY3" fmla="*/ 704850 h 867380"/>
                  <a:gd name="connsiteX4" fmla="*/ 552450 w 751905"/>
                  <a:gd name="connsiteY4" fmla="*/ 787400 h 867380"/>
                  <a:gd name="connsiteX5" fmla="*/ 625475 w 751905"/>
                  <a:gd name="connsiteY5" fmla="*/ 812800 h 867380"/>
                  <a:gd name="connsiteX6" fmla="*/ 720725 w 751905"/>
                  <a:gd name="connsiteY6" fmla="*/ 866775 h 867380"/>
                  <a:gd name="connsiteX7" fmla="*/ 746125 w 751905"/>
                  <a:gd name="connsiteY7" fmla="*/ 771525 h 867380"/>
                  <a:gd name="connsiteX8" fmla="*/ 622300 w 751905"/>
                  <a:gd name="connsiteY8" fmla="*/ 581025 h 867380"/>
                  <a:gd name="connsiteX9" fmla="*/ 574675 w 751905"/>
                  <a:gd name="connsiteY9" fmla="*/ 546100 h 867380"/>
                  <a:gd name="connsiteX10" fmla="*/ 484187 w 751905"/>
                  <a:gd name="connsiteY10" fmla="*/ 534988 h 867380"/>
                  <a:gd name="connsiteX11" fmla="*/ 325438 w 751905"/>
                  <a:gd name="connsiteY11" fmla="*/ 398462 h 867380"/>
                  <a:gd name="connsiteX12" fmla="*/ 260350 w 751905"/>
                  <a:gd name="connsiteY12" fmla="*/ 184150 h 867380"/>
                  <a:gd name="connsiteX13" fmla="*/ 228600 w 751905"/>
                  <a:gd name="connsiteY13" fmla="*/ 50800 h 867380"/>
                  <a:gd name="connsiteX0" fmla="*/ 0 w 751905"/>
                  <a:gd name="connsiteY0" fmla="*/ 0 h 867380"/>
                  <a:gd name="connsiteX1" fmla="*/ 69850 w 751905"/>
                  <a:gd name="connsiteY1" fmla="*/ 168275 h 867380"/>
                  <a:gd name="connsiteX2" fmla="*/ 136525 w 751905"/>
                  <a:gd name="connsiteY2" fmla="*/ 320675 h 867380"/>
                  <a:gd name="connsiteX3" fmla="*/ 450850 w 751905"/>
                  <a:gd name="connsiteY3" fmla="*/ 704850 h 867380"/>
                  <a:gd name="connsiteX4" fmla="*/ 552450 w 751905"/>
                  <a:gd name="connsiteY4" fmla="*/ 787400 h 867380"/>
                  <a:gd name="connsiteX5" fmla="*/ 625475 w 751905"/>
                  <a:gd name="connsiteY5" fmla="*/ 812800 h 867380"/>
                  <a:gd name="connsiteX6" fmla="*/ 720725 w 751905"/>
                  <a:gd name="connsiteY6" fmla="*/ 866775 h 867380"/>
                  <a:gd name="connsiteX7" fmla="*/ 746125 w 751905"/>
                  <a:gd name="connsiteY7" fmla="*/ 771525 h 867380"/>
                  <a:gd name="connsiteX8" fmla="*/ 622300 w 751905"/>
                  <a:gd name="connsiteY8" fmla="*/ 581025 h 867380"/>
                  <a:gd name="connsiteX9" fmla="*/ 574675 w 751905"/>
                  <a:gd name="connsiteY9" fmla="*/ 612775 h 867380"/>
                  <a:gd name="connsiteX10" fmla="*/ 484187 w 751905"/>
                  <a:gd name="connsiteY10" fmla="*/ 534988 h 867380"/>
                  <a:gd name="connsiteX11" fmla="*/ 325438 w 751905"/>
                  <a:gd name="connsiteY11" fmla="*/ 398462 h 867380"/>
                  <a:gd name="connsiteX12" fmla="*/ 260350 w 751905"/>
                  <a:gd name="connsiteY12" fmla="*/ 184150 h 867380"/>
                  <a:gd name="connsiteX13" fmla="*/ 228600 w 751905"/>
                  <a:gd name="connsiteY13" fmla="*/ 50800 h 867380"/>
                  <a:gd name="connsiteX0" fmla="*/ 0 w 755288"/>
                  <a:gd name="connsiteY0" fmla="*/ 0 h 867380"/>
                  <a:gd name="connsiteX1" fmla="*/ 69850 w 755288"/>
                  <a:gd name="connsiteY1" fmla="*/ 168275 h 867380"/>
                  <a:gd name="connsiteX2" fmla="*/ 136525 w 755288"/>
                  <a:gd name="connsiteY2" fmla="*/ 320675 h 867380"/>
                  <a:gd name="connsiteX3" fmla="*/ 450850 w 755288"/>
                  <a:gd name="connsiteY3" fmla="*/ 704850 h 867380"/>
                  <a:gd name="connsiteX4" fmla="*/ 552450 w 755288"/>
                  <a:gd name="connsiteY4" fmla="*/ 787400 h 867380"/>
                  <a:gd name="connsiteX5" fmla="*/ 625475 w 755288"/>
                  <a:gd name="connsiteY5" fmla="*/ 812800 h 867380"/>
                  <a:gd name="connsiteX6" fmla="*/ 720725 w 755288"/>
                  <a:gd name="connsiteY6" fmla="*/ 866775 h 867380"/>
                  <a:gd name="connsiteX7" fmla="*/ 746125 w 755288"/>
                  <a:gd name="connsiteY7" fmla="*/ 771525 h 867380"/>
                  <a:gd name="connsiteX8" fmla="*/ 574675 w 755288"/>
                  <a:gd name="connsiteY8" fmla="*/ 612775 h 867380"/>
                  <a:gd name="connsiteX9" fmla="*/ 484187 w 755288"/>
                  <a:gd name="connsiteY9" fmla="*/ 534988 h 867380"/>
                  <a:gd name="connsiteX10" fmla="*/ 325438 w 755288"/>
                  <a:gd name="connsiteY10" fmla="*/ 398462 h 867380"/>
                  <a:gd name="connsiteX11" fmla="*/ 260350 w 755288"/>
                  <a:gd name="connsiteY11" fmla="*/ 184150 h 867380"/>
                  <a:gd name="connsiteX12" fmla="*/ 228600 w 755288"/>
                  <a:gd name="connsiteY12" fmla="*/ 50800 h 867380"/>
                  <a:gd name="connsiteX0" fmla="*/ 0 w 723110"/>
                  <a:gd name="connsiteY0" fmla="*/ 0 h 871984"/>
                  <a:gd name="connsiteX1" fmla="*/ 69850 w 723110"/>
                  <a:gd name="connsiteY1" fmla="*/ 168275 h 871984"/>
                  <a:gd name="connsiteX2" fmla="*/ 136525 w 723110"/>
                  <a:gd name="connsiteY2" fmla="*/ 320675 h 871984"/>
                  <a:gd name="connsiteX3" fmla="*/ 450850 w 723110"/>
                  <a:gd name="connsiteY3" fmla="*/ 704850 h 871984"/>
                  <a:gd name="connsiteX4" fmla="*/ 552450 w 723110"/>
                  <a:gd name="connsiteY4" fmla="*/ 787400 h 871984"/>
                  <a:gd name="connsiteX5" fmla="*/ 625475 w 723110"/>
                  <a:gd name="connsiteY5" fmla="*/ 812800 h 871984"/>
                  <a:gd name="connsiteX6" fmla="*/ 720725 w 723110"/>
                  <a:gd name="connsiteY6" fmla="*/ 866775 h 871984"/>
                  <a:gd name="connsiteX7" fmla="*/ 684213 w 723110"/>
                  <a:gd name="connsiteY7" fmla="*/ 663575 h 871984"/>
                  <a:gd name="connsiteX8" fmla="*/ 574675 w 723110"/>
                  <a:gd name="connsiteY8" fmla="*/ 612775 h 871984"/>
                  <a:gd name="connsiteX9" fmla="*/ 484187 w 723110"/>
                  <a:gd name="connsiteY9" fmla="*/ 534988 h 871984"/>
                  <a:gd name="connsiteX10" fmla="*/ 325438 w 723110"/>
                  <a:gd name="connsiteY10" fmla="*/ 398462 h 871984"/>
                  <a:gd name="connsiteX11" fmla="*/ 260350 w 723110"/>
                  <a:gd name="connsiteY11" fmla="*/ 184150 h 871984"/>
                  <a:gd name="connsiteX12" fmla="*/ 228600 w 723110"/>
                  <a:gd name="connsiteY12" fmla="*/ 50800 h 871984"/>
                  <a:gd name="connsiteX0" fmla="*/ 0 w 744443"/>
                  <a:gd name="connsiteY0" fmla="*/ 0 h 813354"/>
                  <a:gd name="connsiteX1" fmla="*/ 69850 w 744443"/>
                  <a:gd name="connsiteY1" fmla="*/ 168275 h 813354"/>
                  <a:gd name="connsiteX2" fmla="*/ 136525 w 744443"/>
                  <a:gd name="connsiteY2" fmla="*/ 320675 h 813354"/>
                  <a:gd name="connsiteX3" fmla="*/ 450850 w 744443"/>
                  <a:gd name="connsiteY3" fmla="*/ 704850 h 813354"/>
                  <a:gd name="connsiteX4" fmla="*/ 552450 w 744443"/>
                  <a:gd name="connsiteY4" fmla="*/ 787400 h 813354"/>
                  <a:gd name="connsiteX5" fmla="*/ 625475 w 744443"/>
                  <a:gd name="connsiteY5" fmla="*/ 812800 h 813354"/>
                  <a:gd name="connsiteX6" fmla="*/ 742950 w 744443"/>
                  <a:gd name="connsiteY6" fmla="*/ 765175 h 813354"/>
                  <a:gd name="connsiteX7" fmla="*/ 684213 w 744443"/>
                  <a:gd name="connsiteY7" fmla="*/ 663575 h 813354"/>
                  <a:gd name="connsiteX8" fmla="*/ 574675 w 744443"/>
                  <a:gd name="connsiteY8" fmla="*/ 612775 h 813354"/>
                  <a:gd name="connsiteX9" fmla="*/ 484187 w 744443"/>
                  <a:gd name="connsiteY9" fmla="*/ 534988 h 813354"/>
                  <a:gd name="connsiteX10" fmla="*/ 325438 w 744443"/>
                  <a:gd name="connsiteY10" fmla="*/ 398462 h 813354"/>
                  <a:gd name="connsiteX11" fmla="*/ 260350 w 744443"/>
                  <a:gd name="connsiteY11" fmla="*/ 184150 h 813354"/>
                  <a:gd name="connsiteX12" fmla="*/ 228600 w 744443"/>
                  <a:gd name="connsiteY12" fmla="*/ 50800 h 813354"/>
                  <a:gd name="connsiteX0" fmla="*/ 0 w 743946"/>
                  <a:gd name="connsiteY0" fmla="*/ 0 h 807518"/>
                  <a:gd name="connsiteX1" fmla="*/ 69850 w 743946"/>
                  <a:gd name="connsiteY1" fmla="*/ 168275 h 807518"/>
                  <a:gd name="connsiteX2" fmla="*/ 136525 w 743946"/>
                  <a:gd name="connsiteY2" fmla="*/ 320675 h 807518"/>
                  <a:gd name="connsiteX3" fmla="*/ 450850 w 743946"/>
                  <a:gd name="connsiteY3" fmla="*/ 704850 h 807518"/>
                  <a:gd name="connsiteX4" fmla="*/ 552450 w 743946"/>
                  <a:gd name="connsiteY4" fmla="*/ 787400 h 807518"/>
                  <a:gd name="connsiteX5" fmla="*/ 708025 w 743946"/>
                  <a:gd name="connsiteY5" fmla="*/ 806450 h 807518"/>
                  <a:gd name="connsiteX6" fmla="*/ 742950 w 743946"/>
                  <a:gd name="connsiteY6" fmla="*/ 765175 h 807518"/>
                  <a:gd name="connsiteX7" fmla="*/ 684213 w 743946"/>
                  <a:gd name="connsiteY7" fmla="*/ 663575 h 807518"/>
                  <a:gd name="connsiteX8" fmla="*/ 574675 w 743946"/>
                  <a:gd name="connsiteY8" fmla="*/ 612775 h 807518"/>
                  <a:gd name="connsiteX9" fmla="*/ 484187 w 743946"/>
                  <a:gd name="connsiteY9" fmla="*/ 534988 h 807518"/>
                  <a:gd name="connsiteX10" fmla="*/ 325438 w 743946"/>
                  <a:gd name="connsiteY10" fmla="*/ 398462 h 807518"/>
                  <a:gd name="connsiteX11" fmla="*/ 260350 w 743946"/>
                  <a:gd name="connsiteY11" fmla="*/ 184150 h 807518"/>
                  <a:gd name="connsiteX12" fmla="*/ 228600 w 743946"/>
                  <a:gd name="connsiteY12" fmla="*/ 50800 h 807518"/>
                  <a:gd name="connsiteX0" fmla="*/ 0 w 743478"/>
                  <a:gd name="connsiteY0" fmla="*/ 0 h 809036"/>
                  <a:gd name="connsiteX1" fmla="*/ 69850 w 743478"/>
                  <a:gd name="connsiteY1" fmla="*/ 168275 h 809036"/>
                  <a:gd name="connsiteX2" fmla="*/ 136525 w 743478"/>
                  <a:gd name="connsiteY2" fmla="*/ 320675 h 809036"/>
                  <a:gd name="connsiteX3" fmla="*/ 450850 w 743478"/>
                  <a:gd name="connsiteY3" fmla="*/ 704850 h 809036"/>
                  <a:gd name="connsiteX4" fmla="*/ 623887 w 743478"/>
                  <a:gd name="connsiteY4" fmla="*/ 793750 h 809036"/>
                  <a:gd name="connsiteX5" fmla="*/ 708025 w 743478"/>
                  <a:gd name="connsiteY5" fmla="*/ 806450 h 809036"/>
                  <a:gd name="connsiteX6" fmla="*/ 742950 w 743478"/>
                  <a:gd name="connsiteY6" fmla="*/ 765175 h 809036"/>
                  <a:gd name="connsiteX7" fmla="*/ 684213 w 743478"/>
                  <a:gd name="connsiteY7" fmla="*/ 663575 h 809036"/>
                  <a:gd name="connsiteX8" fmla="*/ 574675 w 743478"/>
                  <a:gd name="connsiteY8" fmla="*/ 612775 h 809036"/>
                  <a:gd name="connsiteX9" fmla="*/ 484187 w 743478"/>
                  <a:gd name="connsiteY9" fmla="*/ 534988 h 809036"/>
                  <a:gd name="connsiteX10" fmla="*/ 325438 w 743478"/>
                  <a:gd name="connsiteY10" fmla="*/ 398462 h 809036"/>
                  <a:gd name="connsiteX11" fmla="*/ 260350 w 743478"/>
                  <a:gd name="connsiteY11" fmla="*/ 184150 h 809036"/>
                  <a:gd name="connsiteX12" fmla="*/ 228600 w 743478"/>
                  <a:gd name="connsiteY12" fmla="*/ 50800 h 80903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542925 w 743478"/>
                  <a:gd name="connsiteY3" fmla="*/ 709613 h 808866"/>
                  <a:gd name="connsiteX4" fmla="*/ 623887 w 743478"/>
                  <a:gd name="connsiteY4" fmla="*/ 793750 h 808866"/>
                  <a:gd name="connsiteX5" fmla="*/ 708025 w 743478"/>
                  <a:gd name="connsiteY5" fmla="*/ 806450 h 808866"/>
                  <a:gd name="connsiteX6" fmla="*/ 742950 w 743478"/>
                  <a:gd name="connsiteY6" fmla="*/ 765175 h 808866"/>
                  <a:gd name="connsiteX7" fmla="*/ 684213 w 743478"/>
                  <a:gd name="connsiteY7" fmla="*/ 663575 h 808866"/>
                  <a:gd name="connsiteX8" fmla="*/ 574675 w 743478"/>
                  <a:gd name="connsiteY8" fmla="*/ 612775 h 808866"/>
                  <a:gd name="connsiteX9" fmla="*/ 484187 w 743478"/>
                  <a:gd name="connsiteY9" fmla="*/ 534988 h 808866"/>
                  <a:gd name="connsiteX10" fmla="*/ 325438 w 743478"/>
                  <a:gd name="connsiteY10" fmla="*/ 398462 h 808866"/>
                  <a:gd name="connsiteX11" fmla="*/ 260350 w 743478"/>
                  <a:gd name="connsiteY11" fmla="*/ 184150 h 808866"/>
                  <a:gd name="connsiteX12" fmla="*/ 228600 w 743478"/>
                  <a:gd name="connsiteY12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350838 w 743478"/>
                  <a:gd name="connsiteY3" fmla="*/ 5286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36525 w 743478"/>
                  <a:gd name="connsiteY2" fmla="*/ 320675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69850 w 743478"/>
                  <a:gd name="connsiteY1" fmla="*/ 168275 h 808866"/>
                  <a:gd name="connsiteX2" fmla="*/ 195263 w 743478"/>
                  <a:gd name="connsiteY2" fmla="*/ 438150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743478"/>
                  <a:gd name="connsiteY0" fmla="*/ 0 h 808866"/>
                  <a:gd name="connsiteX1" fmla="*/ 146050 w 743478"/>
                  <a:gd name="connsiteY1" fmla="*/ 306387 h 808866"/>
                  <a:gd name="connsiteX2" fmla="*/ 195263 w 743478"/>
                  <a:gd name="connsiteY2" fmla="*/ 438150 h 808866"/>
                  <a:gd name="connsiteX3" fmla="*/ 258763 w 743478"/>
                  <a:gd name="connsiteY3" fmla="*/ 503238 h 808866"/>
                  <a:gd name="connsiteX4" fmla="*/ 542925 w 743478"/>
                  <a:gd name="connsiteY4" fmla="*/ 709613 h 808866"/>
                  <a:gd name="connsiteX5" fmla="*/ 623887 w 743478"/>
                  <a:gd name="connsiteY5" fmla="*/ 793750 h 808866"/>
                  <a:gd name="connsiteX6" fmla="*/ 708025 w 743478"/>
                  <a:gd name="connsiteY6" fmla="*/ 806450 h 808866"/>
                  <a:gd name="connsiteX7" fmla="*/ 742950 w 743478"/>
                  <a:gd name="connsiteY7" fmla="*/ 765175 h 808866"/>
                  <a:gd name="connsiteX8" fmla="*/ 684213 w 743478"/>
                  <a:gd name="connsiteY8" fmla="*/ 663575 h 808866"/>
                  <a:gd name="connsiteX9" fmla="*/ 574675 w 743478"/>
                  <a:gd name="connsiteY9" fmla="*/ 612775 h 808866"/>
                  <a:gd name="connsiteX10" fmla="*/ 484187 w 743478"/>
                  <a:gd name="connsiteY10" fmla="*/ 534988 h 808866"/>
                  <a:gd name="connsiteX11" fmla="*/ 325438 w 743478"/>
                  <a:gd name="connsiteY11" fmla="*/ 398462 h 808866"/>
                  <a:gd name="connsiteX12" fmla="*/ 260350 w 743478"/>
                  <a:gd name="connsiteY12" fmla="*/ 184150 h 808866"/>
                  <a:gd name="connsiteX13" fmla="*/ 228600 w 743478"/>
                  <a:gd name="connsiteY13" fmla="*/ 50800 h 808866"/>
                  <a:gd name="connsiteX0" fmla="*/ 0 w 675215"/>
                  <a:gd name="connsiteY0" fmla="*/ 79375 h 758066"/>
                  <a:gd name="connsiteX1" fmla="*/ 77787 w 675215"/>
                  <a:gd name="connsiteY1" fmla="*/ 255587 h 758066"/>
                  <a:gd name="connsiteX2" fmla="*/ 127000 w 675215"/>
                  <a:gd name="connsiteY2" fmla="*/ 387350 h 758066"/>
                  <a:gd name="connsiteX3" fmla="*/ 190500 w 675215"/>
                  <a:gd name="connsiteY3" fmla="*/ 452438 h 758066"/>
                  <a:gd name="connsiteX4" fmla="*/ 474662 w 675215"/>
                  <a:gd name="connsiteY4" fmla="*/ 658813 h 758066"/>
                  <a:gd name="connsiteX5" fmla="*/ 555624 w 675215"/>
                  <a:gd name="connsiteY5" fmla="*/ 742950 h 758066"/>
                  <a:gd name="connsiteX6" fmla="*/ 639762 w 675215"/>
                  <a:gd name="connsiteY6" fmla="*/ 755650 h 758066"/>
                  <a:gd name="connsiteX7" fmla="*/ 674687 w 675215"/>
                  <a:gd name="connsiteY7" fmla="*/ 714375 h 758066"/>
                  <a:gd name="connsiteX8" fmla="*/ 615950 w 675215"/>
                  <a:gd name="connsiteY8" fmla="*/ 612775 h 758066"/>
                  <a:gd name="connsiteX9" fmla="*/ 506412 w 675215"/>
                  <a:gd name="connsiteY9" fmla="*/ 561975 h 758066"/>
                  <a:gd name="connsiteX10" fmla="*/ 415924 w 675215"/>
                  <a:gd name="connsiteY10" fmla="*/ 484188 h 758066"/>
                  <a:gd name="connsiteX11" fmla="*/ 257175 w 675215"/>
                  <a:gd name="connsiteY11" fmla="*/ 347662 h 758066"/>
                  <a:gd name="connsiteX12" fmla="*/ 192087 w 675215"/>
                  <a:gd name="connsiteY12" fmla="*/ 133350 h 758066"/>
                  <a:gd name="connsiteX13" fmla="*/ 160337 w 675215"/>
                  <a:gd name="connsiteY13" fmla="*/ 0 h 758066"/>
                  <a:gd name="connsiteX0" fmla="*/ 4551 w 679766"/>
                  <a:gd name="connsiteY0" fmla="*/ 79375 h 758066"/>
                  <a:gd name="connsiteX1" fmla="*/ 6138 w 679766"/>
                  <a:gd name="connsiteY1" fmla="*/ 80963 h 758066"/>
                  <a:gd name="connsiteX2" fmla="*/ 82338 w 679766"/>
                  <a:gd name="connsiteY2" fmla="*/ 255587 h 758066"/>
                  <a:gd name="connsiteX3" fmla="*/ 131551 w 679766"/>
                  <a:gd name="connsiteY3" fmla="*/ 387350 h 758066"/>
                  <a:gd name="connsiteX4" fmla="*/ 195051 w 679766"/>
                  <a:gd name="connsiteY4" fmla="*/ 452438 h 758066"/>
                  <a:gd name="connsiteX5" fmla="*/ 479213 w 679766"/>
                  <a:gd name="connsiteY5" fmla="*/ 658813 h 758066"/>
                  <a:gd name="connsiteX6" fmla="*/ 560175 w 679766"/>
                  <a:gd name="connsiteY6" fmla="*/ 742950 h 758066"/>
                  <a:gd name="connsiteX7" fmla="*/ 644313 w 679766"/>
                  <a:gd name="connsiteY7" fmla="*/ 755650 h 758066"/>
                  <a:gd name="connsiteX8" fmla="*/ 679238 w 679766"/>
                  <a:gd name="connsiteY8" fmla="*/ 714375 h 758066"/>
                  <a:gd name="connsiteX9" fmla="*/ 620501 w 679766"/>
                  <a:gd name="connsiteY9" fmla="*/ 612775 h 758066"/>
                  <a:gd name="connsiteX10" fmla="*/ 510963 w 679766"/>
                  <a:gd name="connsiteY10" fmla="*/ 561975 h 758066"/>
                  <a:gd name="connsiteX11" fmla="*/ 420475 w 679766"/>
                  <a:gd name="connsiteY11" fmla="*/ 484188 h 758066"/>
                  <a:gd name="connsiteX12" fmla="*/ 261726 w 679766"/>
                  <a:gd name="connsiteY12" fmla="*/ 347662 h 758066"/>
                  <a:gd name="connsiteX13" fmla="*/ 196638 w 679766"/>
                  <a:gd name="connsiteY13" fmla="*/ 133350 h 758066"/>
                  <a:gd name="connsiteX14" fmla="*/ 164888 w 679766"/>
                  <a:gd name="connsiteY14" fmla="*/ 0 h 758066"/>
                  <a:gd name="connsiteX0" fmla="*/ 35617 w 710832"/>
                  <a:gd name="connsiteY0" fmla="*/ 150921 h 829612"/>
                  <a:gd name="connsiteX1" fmla="*/ 2279 w 710832"/>
                  <a:gd name="connsiteY1" fmla="*/ 3284 h 829612"/>
                  <a:gd name="connsiteX2" fmla="*/ 113404 w 710832"/>
                  <a:gd name="connsiteY2" fmla="*/ 327133 h 829612"/>
                  <a:gd name="connsiteX3" fmla="*/ 162617 w 710832"/>
                  <a:gd name="connsiteY3" fmla="*/ 458896 h 829612"/>
                  <a:gd name="connsiteX4" fmla="*/ 226117 w 710832"/>
                  <a:gd name="connsiteY4" fmla="*/ 523984 h 829612"/>
                  <a:gd name="connsiteX5" fmla="*/ 510279 w 710832"/>
                  <a:gd name="connsiteY5" fmla="*/ 730359 h 829612"/>
                  <a:gd name="connsiteX6" fmla="*/ 591241 w 710832"/>
                  <a:gd name="connsiteY6" fmla="*/ 814496 h 829612"/>
                  <a:gd name="connsiteX7" fmla="*/ 675379 w 710832"/>
                  <a:gd name="connsiteY7" fmla="*/ 827196 h 829612"/>
                  <a:gd name="connsiteX8" fmla="*/ 710304 w 710832"/>
                  <a:gd name="connsiteY8" fmla="*/ 785921 h 829612"/>
                  <a:gd name="connsiteX9" fmla="*/ 651567 w 710832"/>
                  <a:gd name="connsiteY9" fmla="*/ 684321 h 829612"/>
                  <a:gd name="connsiteX10" fmla="*/ 542029 w 710832"/>
                  <a:gd name="connsiteY10" fmla="*/ 633521 h 829612"/>
                  <a:gd name="connsiteX11" fmla="*/ 451541 w 710832"/>
                  <a:gd name="connsiteY11" fmla="*/ 555734 h 829612"/>
                  <a:gd name="connsiteX12" fmla="*/ 292792 w 710832"/>
                  <a:gd name="connsiteY12" fmla="*/ 419208 h 829612"/>
                  <a:gd name="connsiteX13" fmla="*/ 227704 w 710832"/>
                  <a:gd name="connsiteY13" fmla="*/ 204896 h 829612"/>
                  <a:gd name="connsiteX14" fmla="*/ 195954 w 710832"/>
                  <a:gd name="connsiteY14" fmla="*/ 71546 h 829612"/>
                  <a:gd name="connsiteX0" fmla="*/ 0 w 738715"/>
                  <a:gd name="connsiteY0" fmla="*/ 61722 h 832488"/>
                  <a:gd name="connsiteX1" fmla="*/ 30162 w 738715"/>
                  <a:gd name="connsiteY1" fmla="*/ 6160 h 832488"/>
                  <a:gd name="connsiteX2" fmla="*/ 141287 w 738715"/>
                  <a:gd name="connsiteY2" fmla="*/ 330009 h 832488"/>
                  <a:gd name="connsiteX3" fmla="*/ 190500 w 738715"/>
                  <a:gd name="connsiteY3" fmla="*/ 461772 h 832488"/>
                  <a:gd name="connsiteX4" fmla="*/ 254000 w 738715"/>
                  <a:gd name="connsiteY4" fmla="*/ 526860 h 832488"/>
                  <a:gd name="connsiteX5" fmla="*/ 538162 w 738715"/>
                  <a:gd name="connsiteY5" fmla="*/ 733235 h 832488"/>
                  <a:gd name="connsiteX6" fmla="*/ 619124 w 738715"/>
                  <a:gd name="connsiteY6" fmla="*/ 817372 h 832488"/>
                  <a:gd name="connsiteX7" fmla="*/ 703262 w 738715"/>
                  <a:gd name="connsiteY7" fmla="*/ 830072 h 832488"/>
                  <a:gd name="connsiteX8" fmla="*/ 738187 w 738715"/>
                  <a:gd name="connsiteY8" fmla="*/ 788797 h 832488"/>
                  <a:gd name="connsiteX9" fmla="*/ 679450 w 738715"/>
                  <a:gd name="connsiteY9" fmla="*/ 687197 h 832488"/>
                  <a:gd name="connsiteX10" fmla="*/ 569912 w 738715"/>
                  <a:gd name="connsiteY10" fmla="*/ 636397 h 832488"/>
                  <a:gd name="connsiteX11" fmla="*/ 479424 w 738715"/>
                  <a:gd name="connsiteY11" fmla="*/ 558610 h 832488"/>
                  <a:gd name="connsiteX12" fmla="*/ 320675 w 738715"/>
                  <a:gd name="connsiteY12" fmla="*/ 422084 h 832488"/>
                  <a:gd name="connsiteX13" fmla="*/ 255587 w 738715"/>
                  <a:gd name="connsiteY13" fmla="*/ 207772 h 832488"/>
                  <a:gd name="connsiteX14" fmla="*/ 223837 w 738715"/>
                  <a:gd name="connsiteY14" fmla="*/ 74422 h 832488"/>
                  <a:gd name="connsiteX0" fmla="*/ 0 w 738715"/>
                  <a:gd name="connsiteY0" fmla="*/ 0 h 770766"/>
                  <a:gd name="connsiteX1" fmla="*/ 65087 w 738715"/>
                  <a:gd name="connsiteY1" fmla="*/ 107951 h 770766"/>
                  <a:gd name="connsiteX2" fmla="*/ 141287 w 738715"/>
                  <a:gd name="connsiteY2" fmla="*/ 268287 h 770766"/>
                  <a:gd name="connsiteX3" fmla="*/ 190500 w 738715"/>
                  <a:gd name="connsiteY3" fmla="*/ 400050 h 770766"/>
                  <a:gd name="connsiteX4" fmla="*/ 254000 w 738715"/>
                  <a:gd name="connsiteY4" fmla="*/ 465138 h 770766"/>
                  <a:gd name="connsiteX5" fmla="*/ 538162 w 738715"/>
                  <a:gd name="connsiteY5" fmla="*/ 671513 h 770766"/>
                  <a:gd name="connsiteX6" fmla="*/ 619124 w 738715"/>
                  <a:gd name="connsiteY6" fmla="*/ 755650 h 770766"/>
                  <a:gd name="connsiteX7" fmla="*/ 703262 w 738715"/>
                  <a:gd name="connsiteY7" fmla="*/ 768350 h 770766"/>
                  <a:gd name="connsiteX8" fmla="*/ 738187 w 738715"/>
                  <a:gd name="connsiteY8" fmla="*/ 727075 h 770766"/>
                  <a:gd name="connsiteX9" fmla="*/ 679450 w 738715"/>
                  <a:gd name="connsiteY9" fmla="*/ 625475 h 770766"/>
                  <a:gd name="connsiteX10" fmla="*/ 569912 w 738715"/>
                  <a:gd name="connsiteY10" fmla="*/ 574675 h 770766"/>
                  <a:gd name="connsiteX11" fmla="*/ 479424 w 738715"/>
                  <a:gd name="connsiteY11" fmla="*/ 496888 h 770766"/>
                  <a:gd name="connsiteX12" fmla="*/ 320675 w 738715"/>
                  <a:gd name="connsiteY12" fmla="*/ 360362 h 770766"/>
                  <a:gd name="connsiteX13" fmla="*/ 255587 w 738715"/>
                  <a:gd name="connsiteY13" fmla="*/ 146050 h 770766"/>
                  <a:gd name="connsiteX14" fmla="*/ 223837 w 738715"/>
                  <a:gd name="connsiteY14" fmla="*/ 12700 h 770766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34949 w 718077"/>
                  <a:gd name="connsiteY13" fmla="*/ 206375 h 831091"/>
                  <a:gd name="connsiteX14" fmla="*/ 203199 w 718077"/>
                  <a:gd name="connsiteY14" fmla="*/ 73025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34949 w 718077"/>
                  <a:gd name="connsiteY13" fmla="*/ 206375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00037 w 718077"/>
                  <a:gd name="connsiteY12" fmla="*/ 420687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58786 w 718077"/>
                  <a:gd name="connsiteY11" fmla="*/ 557213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49274 w 718077"/>
                  <a:gd name="connsiteY10" fmla="*/ 635000 h 831091"/>
                  <a:gd name="connsiteX11" fmla="*/ 432742 w 718077"/>
                  <a:gd name="connsiteY11" fmla="*/ 513568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8077"/>
                  <a:gd name="connsiteY0" fmla="*/ 0 h 831091"/>
                  <a:gd name="connsiteX1" fmla="*/ 44449 w 718077"/>
                  <a:gd name="connsiteY1" fmla="*/ 168276 h 831091"/>
                  <a:gd name="connsiteX2" fmla="*/ 120649 w 718077"/>
                  <a:gd name="connsiteY2" fmla="*/ 328612 h 831091"/>
                  <a:gd name="connsiteX3" fmla="*/ 169862 w 718077"/>
                  <a:gd name="connsiteY3" fmla="*/ 460375 h 831091"/>
                  <a:gd name="connsiteX4" fmla="*/ 233362 w 718077"/>
                  <a:gd name="connsiteY4" fmla="*/ 525463 h 831091"/>
                  <a:gd name="connsiteX5" fmla="*/ 517524 w 718077"/>
                  <a:gd name="connsiteY5" fmla="*/ 731838 h 831091"/>
                  <a:gd name="connsiteX6" fmla="*/ 598486 w 718077"/>
                  <a:gd name="connsiteY6" fmla="*/ 815975 h 831091"/>
                  <a:gd name="connsiteX7" fmla="*/ 682624 w 718077"/>
                  <a:gd name="connsiteY7" fmla="*/ 828675 h 831091"/>
                  <a:gd name="connsiteX8" fmla="*/ 717549 w 718077"/>
                  <a:gd name="connsiteY8" fmla="*/ 787400 h 831091"/>
                  <a:gd name="connsiteX9" fmla="*/ 658812 w 718077"/>
                  <a:gd name="connsiteY9" fmla="*/ 685800 h 831091"/>
                  <a:gd name="connsiteX10" fmla="*/ 551519 w 718077"/>
                  <a:gd name="connsiteY10" fmla="*/ 656180 h 831091"/>
                  <a:gd name="connsiteX11" fmla="*/ 432742 w 718077"/>
                  <a:gd name="connsiteY11" fmla="*/ 513568 h 831091"/>
                  <a:gd name="connsiteX12" fmla="*/ 399891 w 718077"/>
                  <a:gd name="connsiteY12" fmla="*/ 426523 h 831091"/>
                  <a:gd name="connsiteX13" fmla="*/ 278591 w 718077"/>
                  <a:gd name="connsiteY13" fmla="*/ 227451 h 831091"/>
                  <a:gd name="connsiteX14" fmla="*/ 282938 w 718077"/>
                  <a:gd name="connsiteY14" fmla="*/ 165237 h 831091"/>
                  <a:gd name="connsiteX0" fmla="*/ 0 w 719098"/>
                  <a:gd name="connsiteY0" fmla="*/ 0 h 818642"/>
                  <a:gd name="connsiteX1" fmla="*/ 44449 w 719098"/>
                  <a:gd name="connsiteY1" fmla="*/ 168276 h 818642"/>
                  <a:gd name="connsiteX2" fmla="*/ 120649 w 719098"/>
                  <a:gd name="connsiteY2" fmla="*/ 328612 h 818642"/>
                  <a:gd name="connsiteX3" fmla="*/ 169862 w 719098"/>
                  <a:gd name="connsiteY3" fmla="*/ 460375 h 818642"/>
                  <a:gd name="connsiteX4" fmla="*/ 233362 w 719098"/>
                  <a:gd name="connsiteY4" fmla="*/ 525463 h 818642"/>
                  <a:gd name="connsiteX5" fmla="*/ 517524 w 719098"/>
                  <a:gd name="connsiteY5" fmla="*/ 731838 h 818642"/>
                  <a:gd name="connsiteX6" fmla="*/ 598486 w 719098"/>
                  <a:gd name="connsiteY6" fmla="*/ 815975 h 818642"/>
                  <a:gd name="connsiteX7" fmla="*/ 717549 w 719098"/>
                  <a:gd name="connsiteY7" fmla="*/ 787400 h 818642"/>
                  <a:gd name="connsiteX8" fmla="*/ 658812 w 719098"/>
                  <a:gd name="connsiteY8" fmla="*/ 685800 h 818642"/>
                  <a:gd name="connsiteX9" fmla="*/ 551519 w 719098"/>
                  <a:gd name="connsiteY9" fmla="*/ 656180 h 818642"/>
                  <a:gd name="connsiteX10" fmla="*/ 432742 w 719098"/>
                  <a:gd name="connsiteY10" fmla="*/ 513568 h 818642"/>
                  <a:gd name="connsiteX11" fmla="*/ 399891 w 719098"/>
                  <a:gd name="connsiteY11" fmla="*/ 426523 h 818642"/>
                  <a:gd name="connsiteX12" fmla="*/ 278591 w 719098"/>
                  <a:gd name="connsiteY12" fmla="*/ 227451 h 818642"/>
                  <a:gd name="connsiteX13" fmla="*/ 282938 w 719098"/>
                  <a:gd name="connsiteY13" fmla="*/ 165237 h 818642"/>
                  <a:gd name="connsiteX0" fmla="*/ 0 w 659721"/>
                  <a:gd name="connsiteY0" fmla="*/ 0 h 816860"/>
                  <a:gd name="connsiteX1" fmla="*/ 44449 w 659721"/>
                  <a:gd name="connsiteY1" fmla="*/ 168276 h 816860"/>
                  <a:gd name="connsiteX2" fmla="*/ 120649 w 659721"/>
                  <a:gd name="connsiteY2" fmla="*/ 328612 h 816860"/>
                  <a:gd name="connsiteX3" fmla="*/ 169862 w 659721"/>
                  <a:gd name="connsiteY3" fmla="*/ 460375 h 816860"/>
                  <a:gd name="connsiteX4" fmla="*/ 233362 w 659721"/>
                  <a:gd name="connsiteY4" fmla="*/ 525463 h 816860"/>
                  <a:gd name="connsiteX5" fmla="*/ 517524 w 659721"/>
                  <a:gd name="connsiteY5" fmla="*/ 731838 h 816860"/>
                  <a:gd name="connsiteX6" fmla="*/ 598486 w 659721"/>
                  <a:gd name="connsiteY6" fmla="*/ 815975 h 816860"/>
                  <a:gd name="connsiteX7" fmla="*/ 658812 w 659721"/>
                  <a:gd name="connsiteY7" fmla="*/ 685800 h 816860"/>
                  <a:gd name="connsiteX8" fmla="*/ 551519 w 659721"/>
                  <a:gd name="connsiteY8" fmla="*/ 656180 h 816860"/>
                  <a:gd name="connsiteX9" fmla="*/ 432742 w 659721"/>
                  <a:gd name="connsiteY9" fmla="*/ 513568 h 816860"/>
                  <a:gd name="connsiteX10" fmla="*/ 399891 w 659721"/>
                  <a:gd name="connsiteY10" fmla="*/ 426523 h 816860"/>
                  <a:gd name="connsiteX11" fmla="*/ 278591 w 659721"/>
                  <a:gd name="connsiteY11" fmla="*/ 227451 h 816860"/>
                  <a:gd name="connsiteX12" fmla="*/ 282938 w 659721"/>
                  <a:gd name="connsiteY12" fmla="*/ 165237 h 816860"/>
                  <a:gd name="connsiteX0" fmla="*/ 0 w 599294"/>
                  <a:gd name="connsiteY0" fmla="*/ 0 h 818005"/>
                  <a:gd name="connsiteX1" fmla="*/ 44449 w 599294"/>
                  <a:gd name="connsiteY1" fmla="*/ 168276 h 818005"/>
                  <a:gd name="connsiteX2" fmla="*/ 120649 w 599294"/>
                  <a:gd name="connsiteY2" fmla="*/ 328612 h 818005"/>
                  <a:gd name="connsiteX3" fmla="*/ 169862 w 599294"/>
                  <a:gd name="connsiteY3" fmla="*/ 460375 h 818005"/>
                  <a:gd name="connsiteX4" fmla="*/ 233362 w 599294"/>
                  <a:gd name="connsiteY4" fmla="*/ 525463 h 818005"/>
                  <a:gd name="connsiteX5" fmla="*/ 517524 w 599294"/>
                  <a:gd name="connsiteY5" fmla="*/ 731838 h 818005"/>
                  <a:gd name="connsiteX6" fmla="*/ 598486 w 599294"/>
                  <a:gd name="connsiteY6" fmla="*/ 815975 h 818005"/>
                  <a:gd name="connsiteX7" fmla="*/ 551519 w 599294"/>
                  <a:gd name="connsiteY7" fmla="*/ 656180 h 818005"/>
                  <a:gd name="connsiteX8" fmla="*/ 432742 w 599294"/>
                  <a:gd name="connsiteY8" fmla="*/ 513568 h 818005"/>
                  <a:gd name="connsiteX9" fmla="*/ 399891 w 599294"/>
                  <a:gd name="connsiteY9" fmla="*/ 426523 h 818005"/>
                  <a:gd name="connsiteX10" fmla="*/ 278591 w 599294"/>
                  <a:gd name="connsiteY10" fmla="*/ 227451 h 818005"/>
                  <a:gd name="connsiteX11" fmla="*/ 282938 w 599294"/>
                  <a:gd name="connsiteY11" fmla="*/ 165237 h 818005"/>
                  <a:gd name="connsiteX0" fmla="*/ 0 w 560957"/>
                  <a:gd name="connsiteY0" fmla="*/ 0 h 736416"/>
                  <a:gd name="connsiteX1" fmla="*/ 44449 w 560957"/>
                  <a:gd name="connsiteY1" fmla="*/ 168276 h 736416"/>
                  <a:gd name="connsiteX2" fmla="*/ 120649 w 560957"/>
                  <a:gd name="connsiteY2" fmla="*/ 328612 h 736416"/>
                  <a:gd name="connsiteX3" fmla="*/ 169862 w 560957"/>
                  <a:gd name="connsiteY3" fmla="*/ 460375 h 736416"/>
                  <a:gd name="connsiteX4" fmla="*/ 233362 w 560957"/>
                  <a:gd name="connsiteY4" fmla="*/ 525463 h 736416"/>
                  <a:gd name="connsiteX5" fmla="*/ 517524 w 560957"/>
                  <a:gd name="connsiteY5" fmla="*/ 731838 h 736416"/>
                  <a:gd name="connsiteX6" fmla="*/ 551519 w 560957"/>
                  <a:gd name="connsiteY6" fmla="*/ 656180 h 736416"/>
                  <a:gd name="connsiteX7" fmla="*/ 432742 w 560957"/>
                  <a:gd name="connsiteY7" fmla="*/ 513568 h 736416"/>
                  <a:gd name="connsiteX8" fmla="*/ 399891 w 560957"/>
                  <a:gd name="connsiteY8" fmla="*/ 426523 h 736416"/>
                  <a:gd name="connsiteX9" fmla="*/ 278591 w 560957"/>
                  <a:gd name="connsiteY9" fmla="*/ 227451 h 736416"/>
                  <a:gd name="connsiteX10" fmla="*/ 282938 w 560957"/>
                  <a:gd name="connsiteY10" fmla="*/ 165237 h 736416"/>
                  <a:gd name="connsiteX0" fmla="*/ 0 w 553781"/>
                  <a:gd name="connsiteY0" fmla="*/ 0 h 727150"/>
                  <a:gd name="connsiteX1" fmla="*/ 44449 w 553781"/>
                  <a:gd name="connsiteY1" fmla="*/ 168276 h 727150"/>
                  <a:gd name="connsiteX2" fmla="*/ 120649 w 553781"/>
                  <a:gd name="connsiteY2" fmla="*/ 328612 h 727150"/>
                  <a:gd name="connsiteX3" fmla="*/ 169862 w 553781"/>
                  <a:gd name="connsiteY3" fmla="*/ 460375 h 727150"/>
                  <a:gd name="connsiteX4" fmla="*/ 233362 w 553781"/>
                  <a:gd name="connsiteY4" fmla="*/ 525463 h 727150"/>
                  <a:gd name="connsiteX5" fmla="*/ 488643 w 553781"/>
                  <a:gd name="connsiteY5" fmla="*/ 722048 h 727150"/>
                  <a:gd name="connsiteX6" fmla="*/ 551519 w 553781"/>
                  <a:gd name="connsiteY6" fmla="*/ 656180 h 727150"/>
                  <a:gd name="connsiteX7" fmla="*/ 432742 w 553781"/>
                  <a:gd name="connsiteY7" fmla="*/ 513568 h 727150"/>
                  <a:gd name="connsiteX8" fmla="*/ 399891 w 553781"/>
                  <a:gd name="connsiteY8" fmla="*/ 426523 h 727150"/>
                  <a:gd name="connsiteX9" fmla="*/ 278591 w 553781"/>
                  <a:gd name="connsiteY9" fmla="*/ 227451 h 727150"/>
                  <a:gd name="connsiteX10" fmla="*/ 282938 w 553781"/>
                  <a:gd name="connsiteY10" fmla="*/ 165237 h 727150"/>
                  <a:gd name="connsiteX0" fmla="*/ 0 w 561611"/>
                  <a:gd name="connsiteY0" fmla="*/ 0 h 732877"/>
                  <a:gd name="connsiteX1" fmla="*/ 44449 w 561611"/>
                  <a:gd name="connsiteY1" fmla="*/ 168276 h 732877"/>
                  <a:gd name="connsiteX2" fmla="*/ 120649 w 561611"/>
                  <a:gd name="connsiteY2" fmla="*/ 328612 h 732877"/>
                  <a:gd name="connsiteX3" fmla="*/ 169862 w 561611"/>
                  <a:gd name="connsiteY3" fmla="*/ 460375 h 732877"/>
                  <a:gd name="connsiteX4" fmla="*/ 233362 w 561611"/>
                  <a:gd name="connsiteY4" fmla="*/ 525463 h 732877"/>
                  <a:gd name="connsiteX5" fmla="*/ 488643 w 561611"/>
                  <a:gd name="connsiteY5" fmla="*/ 722048 h 732877"/>
                  <a:gd name="connsiteX6" fmla="*/ 559753 w 561611"/>
                  <a:gd name="connsiteY6" fmla="*/ 686720 h 732877"/>
                  <a:gd name="connsiteX7" fmla="*/ 432742 w 561611"/>
                  <a:gd name="connsiteY7" fmla="*/ 513568 h 732877"/>
                  <a:gd name="connsiteX8" fmla="*/ 399891 w 561611"/>
                  <a:gd name="connsiteY8" fmla="*/ 426523 h 732877"/>
                  <a:gd name="connsiteX9" fmla="*/ 278591 w 561611"/>
                  <a:gd name="connsiteY9" fmla="*/ 227451 h 732877"/>
                  <a:gd name="connsiteX10" fmla="*/ 282938 w 561611"/>
                  <a:gd name="connsiteY10" fmla="*/ 165237 h 732877"/>
                  <a:gd name="connsiteX0" fmla="*/ 0 w 562157"/>
                  <a:gd name="connsiteY0" fmla="*/ 0 h 733869"/>
                  <a:gd name="connsiteX1" fmla="*/ 44449 w 562157"/>
                  <a:gd name="connsiteY1" fmla="*/ 168276 h 733869"/>
                  <a:gd name="connsiteX2" fmla="*/ 120649 w 562157"/>
                  <a:gd name="connsiteY2" fmla="*/ 328612 h 733869"/>
                  <a:gd name="connsiteX3" fmla="*/ 169862 w 562157"/>
                  <a:gd name="connsiteY3" fmla="*/ 460375 h 733869"/>
                  <a:gd name="connsiteX4" fmla="*/ 233362 w 562157"/>
                  <a:gd name="connsiteY4" fmla="*/ 525463 h 733869"/>
                  <a:gd name="connsiteX5" fmla="*/ 488643 w 562157"/>
                  <a:gd name="connsiteY5" fmla="*/ 722048 h 733869"/>
                  <a:gd name="connsiteX6" fmla="*/ 559753 w 562157"/>
                  <a:gd name="connsiteY6" fmla="*/ 686720 h 733869"/>
                  <a:gd name="connsiteX7" fmla="*/ 432742 w 562157"/>
                  <a:gd name="connsiteY7" fmla="*/ 513568 h 733869"/>
                  <a:gd name="connsiteX8" fmla="*/ 399891 w 562157"/>
                  <a:gd name="connsiteY8" fmla="*/ 426523 h 733869"/>
                  <a:gd name="connsiteX9" fmla="*/ 278591 w 562157"/>
                  <a:gd name="connsiteY9" fmla="*/ 227451 h 733869"/>
                  <a:gd name="connsiteX10" fmla="*/ 282938 w 562157"/>
                  <a:gd name="connsiteY10" fmla="*/ 165237 h 733869"/>
                  <a:gd name="connsiteX0" fmla="*/ 0 w 562157"/>
                  <a:gd name="connsiteY0" fmla="*/ 0 h 733869"/>
                  <a:gd name="connsiteX1" fmla="*/ 44449 w 562157"/>
                  <a:gd name="connsiteY1" fmla="*/ 168276 h 733869"/>
                  <a:gd name="connsiteX2" fmla="*/ 120649 w 562157"/>
                  <a:gd name="connsiteY2" fmla="*/ 328612 h 733869"/>
                  <a:gd name="connsiteX3" fmla="*/ 169862 w 562157"/>
                  <a:gd name="connsiteY3" fmla="*/ 460375 h 733869"/>
                  <a:gd name="connsiteX4" fmla="*/ 233362 w 562157"/>
                  <a:gd name="connsiteY4" fmla="*/ 525463 h 733869"/>
                  <a:gd name="connsiteX5" fmla="*/ 488643 w 562157"/>
                  <a:gd name="connsiteY5" fmla="*/ 722048 h 733869"/>
                  <a:gd name="connsiteX6" fmla="*/ 559753 w 562157"/>
                  <a:gd name="connsiteY6" fmla="*/ 686720 h 733869"/>
                  <a:gd name="connsiteX7" fmla="*/ 432742 w 562157"/>
                  <a:gd name="connsiteY7" fmla="*/ 513568 h 733869"/>
                  <a:gd name="connsiteX8" fmla="*/ 399891 w 562157"/>
                  <a:gd name="connsiteY8" fmla="*/ 426523 h 733869"/>
                  <a:gd name="connsiteX9" fmla="*/ 278591 w 562157"/>
                  <a:gd name="connsiteY9" fmla="*/ 227451 h 733869"/>
                  <a:gd name="connsiteX10" fmla="*/ 282938 w 562157"/>
                  <a:gd name="connsiteY10" fmla="*/ 165237 h 733869"/>
                  <a:gd name="connsiteX0" fmla="*/ 0 w 562157"/>
                  <a:gd name="connsiteY0" fmla="*/ 0 h 722083"/>
                  <a:gd name="connsiteX1" fmla="*/ 44449 w 562157"/>
                  <a:gd name="connsiteY1" fmla="*/ 168276 h 722083"/>
                  <a:gd name="connsiteX2" fmla="*/ 120649 w 562157"/>
                  <a:gd name="connsiteY2" fmla="*/ 328612 h 722083"/>
                  <a:gd name="connsiteX3" fmla="*/ 169862 w 562157"/>
                  <a:gd name="connsiteY3" fmla="*/ 460375 h 722083"/>
                  <a:gd name="connsiteX4" fmla="*/ 233362 w 562157"/>
                  <a:gd name="connsiteY4" fmla="*/ 525463 h 722083"/>
                  <a:gd name="connsiteX5" fmla="*/ 488643 w 562157"/>
                  <a:gd name="connsiteY5" fmla="*/ 722048 h 722083"/>
                  <a:gd name="connsiteX6" fmla="*/ 559753 w 562157"/>
                  <a:gd name="connsiteY6" fmla="*/ 686720 h 722083"/>
                  <a:gd name="connsiteX7" fmla="*/ 432742 w 562157"/>
                  <a:gd name="connsiteY7" fmla="*/ 513568 h 722083"/>
                  <a:gd name="connsiteX8" fmla="*/ 399891 w 562157"/>
                  <a:gd name="connsiteY8" fmla="*/ 426523 h 722083"/>
                  <a:gd name="connsiteX9" fmla="*/ 278591 w 562157"/>
                  <a:gd name="connsiteY9" fmla="*/ 227451 h 722083"/>
                  <a:gd name="connsiteX10" fmla="*/ 282938 w 562157"/>
                  <a:gd name="connsiteY10" fmla="*/ 165237 h 722083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169862 w 562157"/>
                  <a:gd name="connsiteY3" fmla="*/ 460375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169862 w 562157"/>
                  <a:gd name="connsiteY3" fmla="*/ 460375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20649 w 562157"/>
                  <a:gd name="connsiteY2" fmla="*/ 328612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44449 w 562157"/>
                  <a:gd name="connsiteY1" fmla="*/ 16827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562157"/>
                  <a:gd name="connsiteY0" fmla="*/ 0 h 723888"/>
                  <a:gd name="connsiteX1" fmla="*/ 144439 w 562157"/>
                  <a:gd name="connsiteY1" fmla="*/ 127256 h 723888"/>
                  <a:gd name="connsiteX2" fmla="*/ 44449 w 562157"/>
                  <a:gd name="connsiteY2" fmla="*/ 168276 h 723888"/>
                  <a:gd name="connsiteX3" fmla="*/ 152851 w 562157"/>
                  <a:gd name="connsiteY3" fmla="*/ 255234 h 723888"/>
                  <a:gd name="connsiteX4" fmla="*/ 380209 w 562157"/>
                  <a:gd name="connsiteY4" fmla="*/ 538744 h 723888"/>
                  <a:gd name="connsiteX5" fmla="*/ 422793 w 562157"/>
                  <a:gd name="connsiteY5" fmla="*/ 662449 h 723888"/>
                  <a:gd name="connsiteX6" fmla="*/ 488643 w 562157"/>
                  <a:gd name="connsiteY6" fmla="*/ 722048 h 723888"/>
                  <a:gd name="connsiteX7" fmla="*/ 559753 w 562157"/>
                  <a:gd name="connsiteY7" fmla="*/ 686720 h 723888"/>
                  <a:gd name="connsiteX8" fmla="*/ 432742 w 562157"/>
                  <a:gd name="connsiteY8" fmla="*/ 513568 h 723888"/>
                  <a:gd name="connsiteX9" fmla="*/ 399891 w 562157"/>
                  <a:gd name="connsiteY9" fmla="*/ 426523 h 723888"/>
                  <a:gd name="connsiteX10" fmla="*/ 278591 w 562157"/>
                  <a:gd name="connsiteY10" fmla="*/ 227451 h 723888"/>
                  <a:gd name="connsiteX11" fmla="*/ 282938 w 562157"/>
                  <a:gd name="connsiteY11" fmla="*/ 165237 h 723888"/>
                  <a:gd name="connsiteX0" fmla="*/ 0 w 562157"/>
                  <a:gd name="connsiteY0" fmla="*/ 0 h 723888"/>
                  <a:gd name="connsiteX1" fmla="*/ 144439 w 562157"/>
                  <a:gd name="connsiteY1" fmla="*/ 127256 h 723888"/>
                  <a:gd name="connsiteX2" fmla="*/ 152851 w 562157"/>
                  <a:gd name="connsiteY2" fmla="*/ 255234 h 723888"/>
                  <a:gd name="connsiteX3" fmla="*/ 380209 w 562157"/>
                  <a:gd name="connsiteY3" fmla="*/ 538744 h 723888"/>
                  <a:gd name="connsiteX4" fmla="*/ 422793 w 562157"/>
                  <a:gd name="connsiteY4" fmla="*/ 662449 h 723888"/>
                  <a:gd name="connsiteX5" fmla="*/ 488643 w 562157"/>
                  <a:gd name="connsiteY5" fmla="*/ 722048 h 723888"/>
                  <a:gd name="connsiteX6" fmla="*/ 559753 w 562157"/>
                  <a:gd name="connsiteY6" fmla="*/ 686720 h 723888"/>
                  <a:gd name="connsiteX7" fmla="*/ 432742 w 562157"/>
                  <a:gd name="connsiteY7" fmla="*/ 513568 h 723888"/>
                  <a:gd name="connsiteX8" fmla="*/ 399891 w 562157"/>
                  <a:gd name="connsiteY8" fmla="*/ 426523 h 723888"/>
                  <a:gd name="connsiteX9" fmla="*/ 278591 w 562157"/>
                  <a:gd name="connsiteY9" fmla="*/ 227451 h 723888"/>
                  <a:gd name="connsiteX10" fmla="*/ 282938 w 562157"/>
                  <a:gd name="connsiteY10" fmla="*/ 165237 h 723888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20834 w 438552"/>
                  <a:gd name="connsiteY1" fmla="*/ 166772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29246 w 438552"/>
                  <a:gd name="connsiteY2" fmla="*/ 294750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56604 w 438552"/>
                  <a:gd name="connsiteY3" fmla="*/ 578260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260242 w 438552"/>
                  <a:gd name="connsiteY3" fmla="*/ 572163 h 763404"/>
                  <a:gd name="connsiteX4" fmla="*/ 299188 w 438552"/>
                  <a:gd name="connsiteY4" fmla="*/ 701965 h 763404"/>
                  <a:gd name="connsiteX5" fmla="*/ 365038 w 438552"/>
                  <a:gd name="connsiteY5" fmla="*/ 761564 h 763404"/>
                  <a:gd name="connsiteX6" fmla="*/ 436148 w 438552"/>
                  <a:gd name="connsiteY6" fmla="*/ 726236 h 763404"/>
                  <a:gd name="connsiteX7" fmla="*/ 309137 w 438552"/>
                  <a:gd name="connsiteY7" fmla="*/ 553084 h 763404"/>
                  <a:gd name="connsiteX8" fmla="*/ 276286 w 438552"/>
                  <a:gd name="connsiteY8" fmla="*/ 466039 h 763404"/>
                  <a:gd name="connsiteX9" fmla="*/ 154986 w 438552"/>
                  <a:gd name="connsiteY9" fmla="*/ 266967 h 763404"/>
                  <a:gd name="connsiteX10" fmla="*/ 159333 w 438552"/>
                  <a:gd name="connsiteY10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57786 w 438552"/>
                  <a:gd name="connsiteY3" fmla="*/ 448537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17785 w 438552"/>
                  <a:gd name="connsiteY1" fmla="*/ 164953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0 w 438552"/>
                  <a:gd name="connsiteY0" fmla="*/ 0 h 763404"/>
                  <a:gd name="connsiteX1" fmla="*/ 7517 w 438552"/>
                  <a:gd name="connsiteY1" fmla="*/ 148907 h 763404"/>
                  <a:gd name="connsiteX2" fmla="*/ 12989 w 438552"/>
                  <a:gd name="connsiteY2" fmla="*/ 269343 h 763404"/>
                  <a:gd name="connsiteX3" fmla="*/ 125483 w 438552"/>
                  <a:gd name="connsiteY3" fmla="*/ 433398 h 763404"/>
                  <a:gd name="connsiteX4" fmla="*/ 260242 w 438552"/>
                  <a:gd name="connsiteY4" fmla="*/ 572163 h 763404"/>
                  <a:gd name="connsiteX5" fmla="*/ 299188 w 438552"/>
                  <a:gd name="connsiteY5" fmla="*/ 701965 h 763404"/>
                  <a:gd name="connsiteX6" fmla="*/ 365038 w 438552"/>
                  <a:gd name="connsiteY6" fmla="*/ 761564 h 763404"/>
                  <a:gd name="connsiteX7" fmla="*/ 436148 w 438552"/>
                  <a:gd name="connsiteY7" fmla="*/ 726236 h 763404"/>
                  <a:gd name="connsiteX8" fmla="*/ 309137 w 438552"/>
                  <a:gd name="connsiteY8" fmla="*/ 553084 h 763404"/>
                  <a:gd name="connsiteX9" fmla="*/ 276286 w 438552"/>
                  <a:gd name="connsiteY9" fmla="*/ 466039 h 763404"/>
                  <a:gd name="connsiteX10" fmla="*/ 154986 w 438552"/>
                  <a:gd name="connsiteY10" fmla="*/ 266967 h 763404"/>
                  <a:gd name="connsiteX11" fmla="*/ 159333 w 438552"/>
                  <a:gd name="connsiteY11" fmla="*/ 204753 h 763404"/>
                  <a:gd name="connsiteX0" fmla="*/ 137057 w 443413"/>
                  <a:gd name="connsiteY0" fmla="*/ 0 h 989649"/>
                  <a:gd name="connsiteX1" fmla="*/ 12378 w 443413"/>
                  <a:gd name="connsiteY1" fmla="*/ 375152 h 989649"/>
                  <a:gd name="connsiteX2" fmla="*/ 17850 w 443413"/>
                  <a:gd name="connsiteY2" fmla="*/ 495588 h 989649"/>
                  <a:gd name="connsiteX3" fmla="*/ 130344 w 443413"/>
                  <a:gd name="connsiteY3" fmla="*/ 659643 h 989649"/>
                  <a:gd name="connsiteX4" fmla="*/ 265103 w 443413"/>
                  <a:gd name="connsiteY4" fmla="*/ 798408 h 989649"/>
                  <a:gd name="connsiteX5" fmla="*/ 304049 w 443413"/>
                  <a:gd name="connsiteY5" fmla="*/ 928210 h 989649"/>
                  <a:gd name="connsiteX6" fmla="*/ 369899 w 443413"/>
                  <a:gd name="connsiteY6" fmla="*/ 987809 h 989649"/>
                  <a:gd name="connsiteX7" fmla="*/ 441009 w 443413"/>
                  <a:gd name="connsiteY7" fmla="*/ 952481 h 989649"/>
                  <a:gd name="connsiteX8" fmla="*/ 313998 w 443413"/>
                  <a:gd name="connsiteY8" fmla="*/ 779329 h 989649"/>
                  <a:gd name="connsiteX9" fmla="*/ 281147 w 443413"/>
                  <a:gd name="connsiteY9" fmla="*/ 692284 h 989649"/>
                  <a:gd name="connsiteX10" fmla="*/ 159847 w 443413"/>
                  <a:gd name="connsiteY10" fmla="*/ 493212 h 989649"/>
                  <a:gd name="connsiteX11" fmla="*/ 164194 w 443413"/>
                  <a:gd name="connsiteY11" fmla="*/ 430998 h 989649"/>
                  <a:gd name="connsiteX0" fmla="*/ 119412 w 425768"/>
                  <a:gd name="connsiteY0" fmla="*/ 0 h 989649"/>
                  <a:gd name="connsiteX1" fmla="*/ 85842 w 425768"/>
                  <a:gd name="connsiteY1" fmla="*/ 279398 h 989649"/>
                  <a:gd name="connsiteX2" fmla="*/ 205 w 425768"/>
                  <a:gd name="connsiteY2" fmla="*/ 495588 h 989649"/>
                  <a:gd name="connsiteX3" fmla="*/ 112699 w 425768"/>
                  <a:gd name="connsiteY3" fmla="*/ 659643 h 989649"/>
                  <a:gd name="connsiteX4" fmla="*/ 247458 w 425768"/>
                  <a:gd name="connsiteY4" fmla="*/ 798408 h 989649"/>
                  <a:gd name="connsiteX5" fmla="*/ 286404 w 425768"/>
                  <a:gd name="connsiteY5" fmla="*/ 928210 h 989649"/>
                  <a:gd name="connsiteX6" fmla="*/ 352254 w 425768"/>
                  <a:gd name="connsiteY6" fmla="*/ 987809 h 989649"/>
                  <a:gd name="connsiteX7" fmla="*/ 423364 w 425768"/>
                  <a:gd name="connsiteY7" fmla="*/ 952481 h 989649"/>
                  <a:gd name="connsiteX8" fmla="*/ 296353 w 425768"/>
                  <a:gd name="connsiteY8" fmla="*/ 779329 h 989649"/>
                  <a:gd name="connsiteX9" fmla="*/ 263502 w 425768"/>
                  <a:gd name="connsiteY9" fmla="*/ 692284 h 989649"/>
                  <a:gd name="connsiteX10" fmla="*/ 142202 w 425768"/>
                  <a:gd name="connsiteY10" fmla="*/ 493212 h 989649"/>
                  <a:gd name="connsiteX11" fmla="*/ 146549 w 425768"/>
                  <a:gd name="connsiteY11" fmla="*/ 430998 h 989649"/>
                  <a:gd name="connsiteX0" fmla="*/ 119374 w 425730"/>
                  <a:gd name="connsiteY0" fmla="*/ 0 h 989649"/>
                  <a:gd name="connsiteX1" fmla="*/ 85804 w 425730"/>
                  <a:gd name="connsiteY1" fmla="*/ 279398 h 989649"/>
                  <a:gd name="connsiteX2" fmla="*/ 167 w 425730"/>
                  <a:gd name="connsiteY2" fmla="*/ 495588 h 989649"/>
                  <a:gd name="connsiteX3" fmla="*/ 112661 w 425730"/>
                  <a:gd name="connsiteY3" fmla="*/ 659643 h 989649"/>
                  <a:gd name="connsiteX4" fmla="*/ 247420 w 425730"/>
                  <a:gd name="connsiteY4" fmla="*/ 798408 h 989649"/>
                  <a:gd name="connsiteX5" fmla="*/ 286366 w 425730"/>
                  <a:gd name="connsiteY5" fmla="*/ 928210 h 989649"/>
                  <a:gd name="connsiteX6" fmla="*/ 352216 w 425730"/>
                  <a:gd name="connsiteY6" fmla="*/ 987809 h 989649"/>
                  <a:gd name="connsiteX7" fmla="*/ 423326 w 425730"/>
                  <a:gd name="connsiteY7" fmla="*/ 952481 h 989649"/>
                  <a:gd name="connsiteX8" fmla="*/ 296315 w 425730"/>
                  <a:gd name="connsiteY8" fmla="*/ 779329 h 989649"/>
                  <a:gd name="connsiteX9" fmla="*/ 263464 w 425730"/>
                  <a:gd name="connsiteY9" fmla="*/ 692284 h 989649"/>
                  <a:gd name="connsiteX10" fmla="*/ 142164 w 425730"/>
                  <a:gd name="connsiteY10" fmla="*/ 493212 h 989649"/>
                  <a:gd name="connsiteX11" fmla="*/ 146511 w 425730"/>
                  <a:gd name="connsiteY11" fmla="*/ 430998 h 989649"/>
                  <a:gd name="connsiteX0" fmla="*/ 40060 w 346416"/>
                  <a:gd name="connsiteY0" fmla="*/ 0 h 989649"/>
                  <a:gd name="connsiteX1" fmla="*/ 6490 w 346416"/>
                  <a:gd name="connsiteY1" fmla="*/ 279398 h 989649"/>
                  <a:gd name="connsiteX2" fmla="*/ 2312 w 346416"/>
                  <a:gd name="connsiteY2" fmla="*/ 459282 h 989649"/>
                  <a:gd name="connsiteX3" fmla="*/ 33347 w 346416"/>
                  <a:gd name="connsiteY3" fmla="*/ 659643 h 989649"/>
                  <a:gd name="connsiteX4" fmla="*/ 168106 w 346416"/>
                  <a:gd name="connsiteY4" fmla="*/ 798408 h 989649"/>
                  <a:gd name="connsiteX5" fmla="*/ 207052 w 346416"/>
                  <a:gd name="connsiteY5" fmla="*/ 928210 h 989649"/>
                  <a:gd name="connsiteX6" fmla="*/ 272902 w 346416"/>
                  <a:gd name="connsiteY6" fmla="*/ 987809 h 989649"/>
                  <a:gd name="connsiteX7" fmla="*/ 344012 w 346416"/>
                  <a:gd name="connsiteY7" fmla="*/ 952481 h 989649"/>
                  <a:gd name="connsiteX8" fmla="*/ 217001 w 346416"/>
                  <a:gd name="connsiteY8" fmla="*/ 779329 h 989649"/>
                  <a:gd name="connsiteX9" fmla="*/ 184150 w 346416"/>
                  <a:gd name="connsiteY9" fmla="*/ 692284 h 989649"/>
                  <a:gd name="connsiteX10" fmla="*/ 62850 w 346416"/>
                  <a:gd name="connsiteY10" fmla="*/ 493212 h 989649"/>
                  <a:gd name="connsiteX11" fmla="*/ 67197 w 346416"/>
                  <a:gd name="connsiteY11" fmla="*/ 430998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66413 w 349979"/>
                  <a:gd name="connsiteY10" fmla="*/ 493212 h 989649"/>
                  <a:gd name="connsiteX11" fmla="*/ 70760 w 349979"/>
                  <a:gd name="connsiteY11" fmla="*/ 430998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66413 w 349979"/>
                  <a:gd name="connsiteY10" fmla="*/ 493212 h 989649"/>
                  <a:gd name="connsiteX11" fmla="*/ 182474 w 349979"/>
                  <a:gd name="connsiteY11" fmla="*/ 102331 h 989649"/>
                  <a:gd name="connsiteX0" fmla="*/ 43623 w 349979"/>
                  <a:gd name="connsiteY0" fmla="*/ 0 h 989649"/>
                  <a:gd name="connsiteX1" fmla="*/ 10053 w 349979"/>
                  <a:gd name="connsiteY1" fmla="*/ 279398 h 989649"/>
                  <a:gd name="connsiteX2" fmla="*/ 5875 w 349979"/>
                  <a:gd name="connsiteY2" fmla="*/ 459282 h 989649"/>
                  <a:gd name="connsiteX3" fmla="*/ 85077 w 349979"/>
                  <a:gd name="connsiteY3" fmla="*/ 643735 h 989649"/>
                  <a:gd name="connsiteX4" fmla="*/ 171669 w 349979"/>
                  <a:gd name="connsiteY4" fmla="*/ 798408 h 989649"/>
                  <a:gd name="connsiteX5" fmla="*/ 210615 w 349979"/>
                  <a:gd name="connsiteY5" fmla="*/ 928210 h 989649"/>
                  <a:gd name="connsiteX6" fmla="*/ 276465 w 349979"/>
                  <a:gd name="connsiteY6" fmla="*/ 987809 h 989649"/>
                  <a:gd name="connsiteX7" fmla="*/ 347575 w 349979"/>
                  <a:gd name="connsiteY7" fmla="*/ 952481 h 989649"/>
                  <a:gd name="connsiteX8" fmla="*/ 220564 w 349979"/>
                  <a:gd name="connsiteY8" fmla="*/ 779329 h 989649"/>
                  <a:gd name="connsiteX9" fmla="*/ 187713 w 349979"/>
                  <a:gd name="connsiteY9" fmla="*/ 692284 h 989649"/>
                  <a:gd name="connsiteX10" fmla="*/ 111083 w 349979"/>
                  <a:gd name="connsiteY10" fmla="*/ 452679 h 989649"/>
                  <a:gd name="connsiteX11" fmla="*/ 182474 w 349979"/>
                  <a:gd name="connsiteY11" fmla="*/ 102331 h 989649"/>
                  <a:gd name="connsiteX0" fmla="*/ 43623 w 349943"/>
                  <a:gd name="connsiteY0" fmla="*/ 0 h 989649"/>
                  <a:gd name="connsiteX1" fmla="*/ 10053 w 349943"/>
                  <a:gd name="connsiteY1" fmla="*/ 279398 h 989649"/>
                  <a:gd name="connsiteX2" fmla="*/ 5875 w 349943"/>
                  <a:gd name="connsiteY2" fmla="*/ 459282 h 989649"/>
                  <a:gd name="connsiteX3" fmla="*/ 85077 w 349943"/>
                  <a:gd name="connsiteY3" fmla="*/ 643735 h 989649"/>
                  <a:gd name="connsiteX4" fmla="*/ 171669 w 349943"/>
                  <a:gd name="connsiteY4" fmla="*/ 798408 h 989649"/>
                  <a:gd name="connsiteX5" fmla="*/ 210615 w 349943"/>
                  <a:gd name="connsiteY5" fmla="*/ 928210 h 989649"/>
                  <a:gd name="connsiteX6" fmla="*/ 276465 w 349943"/>
                  <a:gd name="connsiteY6" fmla="*/ 987809 h 989649"/>
                  <a:gd name="connsiteX7" fmla="*/ 347575 w 349943"/>
                  <a:gd name="connsiteY7" fmla="*/ 952481 h 989649"/>
                  <a:gd name="connsiteX8" fmla="*/ 220564 w 349943"/>
                  <a:gd name="connsiteY8" fmla="*/ 779329 h 989649"/>
                  <a:gd name="connsiteX9" fmla="*/ 200566 w 349943"/>
                  <a:gd name="connsiteY9" fmla="*/ 688797 h 989649"/>
                  <a:gd name="connsiteX10" fmla="*/ 111083 w 349943"/>
                  <a:gd name="connsiteY10" fmla="*/ 452679 h 989649"/>
                  <a:gd name="connsiteX11" fmla="*/ 182474 w 349943"/>
                  <a:gd name="connsiteY11" fmla="*/ 102331 h 989649"/>
                  <a:gd name="connsiteX0" fmla="*/ 43623 w 347581"/>
                  <a:gd name="connsiteY0" fmla="*/ 0 h 988803"/>
                  <a:gd name="connsiteX1" fmla="*/ 10053 w 347581"/>
                  <a:gd name="connsiteY1" fmla="*/ 279398 h 988803"/>
                  <a:gd name="connsiteX2" fmla="*/ 5875 w 347581"/>
                  <a:gd name="connsiteY2" fmla="*/ 459282 h 988803"/>
                  <a:gd name="connsiteX3" fmla="*/ 85077 w 347581"/>
                  <a:gd name="connsiteY3" fmla="*/ 643735 h 988803"/>
                  <a:gd name="connsiteX4" fmla="*/ 171669 w 347581"/>
                  <a:gd name="connsiteY4" fmla="*/ 798408 h 988803"/>
                  <a:gd name="connsiteX5" fmla="*/ 210615 w 347581"/>
                  <a:gd name="connsiteY5" fmla="*/ 928210 h 988803"/>
                  <a:gd name="connsiteX6" fmla="*/ 276465 w 347581"/>
                  <a:gd name="connsiteY6" fmla="*/ 987809 h 988803"/>
                  <a:gd name="connsiteX7" fmla="*/ 347575 w 347581"/>
                  <a:gd name="connsiteY7" fmla="*/ 952481 h 988803"/>
                  <a:gd name="connsiteX8" fmla="*/ 280068 w 347581"/>
                  <a:gd name="connsiteY8" fmla="*/ 797285 h 988803"/>
                  <a:gd name="connsiteX9" fmla="*/ 200566 w 347581"/>
                  <a:gd name="connsiteY9" fmla="*/ 688797 h 988803"/>
                  <a:gd name="connsiteX10" fmla="*/ 111083 w 347581"/>
                  <a:gd name="connsiteY10" fmla="*/ 452679 h 988803"/>
                  <a:gd name="connsiteX11" fmla="*/ 182474 w 347581"/>
                  <a:gd name="connsiteY11" fmla="*/ 102331 h 988803"/>
                  <a:gd name="connsiteX0" fmla="*/ 43623 w 341639"/>
                  <a:gd name="connsiteY0" fmla="*/ 0 h 987951"/>
                  <a:gd name="connsiteX1" fmla="*/ 10053 w 341639"/>
                  <a:gd name="connsiteY1" fmla="*/ 279398 h 987951"/>
                  <a:gd name="connsiteX2" fmla="*/ 5875 w 341639"/>
                  <a:gd name="connsiteY2" fmla="*/ 459282 h 987951"/>
                  <a:gd name="connsiteX3" fmla="*/ 85077 w 341639"/>
                  <a:gd name="connsiteY3" fmla="*/ 643735 h 987951"/>
                  <a:gd name="connsiteX4" fmla="*/ 171669 w 341639"/>
                  <a:gd name="connsiteY4" fmla="*/ 798408 h 987951"/>
                  <a:gd name="connsiteX5" fmla="*/ 210615 w 341639"/>
                  <a:gd name="connsiteY5" fmla="*/ 928210 h 987951"/>
                  <a:gd name="connsiteX6" fmla="*/ 276465 w 341639"/>
                  <a:gd name="connsiteY6" fmla="*/ 987809 h 987951"/>
                  <a:gd name="connsiteX7" fmla="*/ 341633 w 341639"/>
                  <a:gd name="connsiteY7" fmla="*/ 939886 h 987951"/>
                  <a:gd name="connsiteX8" fmla="*/ 280068 w 341639"/>
                  <a:gd name="connsiteY8" fmla="*/ 797285 h 987951"/>
                  <a:gd name="connsiteX9" fmla="*/ 200566 w 341639"/>
                  <a:gd name="connsiteY9" fmla="*/ 688797 h 987951"/>
                  <a:gd name="connsiteX10" fmla="*/ 111083 w 341639"/>
                  <a:gd name="connsiteY10" fmla="*/ 452679 h 987951"/>
                  <a:gd name="connsiteX11" fmla="*/ 182474 w 341639"/>
                  <a:gd name="connsiteY11" fmla="*/ 102331 h 987951"/>
                  <a:gd name="connsiteX0" fmla="*/ 43623 w 341639"/>
                  <a:gd name="connsiteY0" fmla="*/ 0 h 987951"/>
                  <a:gd name="connsiteX1" fmla="*/ 10053 w 341639"/>
                  <a:gd name="connsiteY1" fmla="*/ 279398 h 987951"/>
                  <a:gd name="connsiteX2" fmla="*/ 5875 w 341639"/>
                  <a:gd name="connsiteY2" fmla="*/ 459282 h 987951"/>
                  <a:gd name="connsiteX3" fmla="*/ 85077 w 341639"/>
                  <a:gd name="connsiteY3" fmla="*/ 643735 h 987951"/>
                  <a:gd name="connsiteX4" fmla="*/ 171669 w 341639"/>
                  <a:gd name="connsiteY4" fmla="*/ 798408 h 987951"/>
                  <a:gd name="connsiteX5" fmla="*/ 210615 w 341639"/>
                  <a:gd name="connsiteY5" fmla="*/ 928210 h 987951"/>
                  <a:gd name="connsiteX6" fmla="*/ 276465 w 341639"/>
                  <a:gd name="connsiteY6" fmla="*/ 987809 h 987951"/>
                  <a:gd name="connsiteX7" fmla="*/ 341633 w 341639"/>
                  <a:gd name="connsiteY7" fmla="*/ 939886 h 987951"/>
                  <a:gd name="connsiteX8" fmla="*/ 280068 w 341639"/>
                  <a:gd name="connsiteY8" fmla="*/ 797285 h 987951"/>
                  <a:gd name="connsiteX9" fmla="*/ 203685 w 341639"/>
                  <a:gd name="connsiteY9" fmla="*/ 679426 h 987951"/>
                  <a:gd name="connsiteX10" fmla="*/ 111083 w 341639"/>
                  <a:gd name="connsiteY10" fmla="*/ 452679 h 987951"/>
                  <a:gd name="connsiteX11" fmla="*/ 182474 w 341639"/>
                  <a:gd name="connsiteY11" fmla="*/ 102331 h 987951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41656"/>
                  <a:gd name="connsiteY0" fmla="*/ 0 h 987939"/>
                  <a:gd name="connsiteX1" fmla="*/ 10053 w 341656"/>
                  <a:gd name="connsiteY1" fmla="*/ 279398 h 987939"/>
                  <a:gd name="connsiteX2" fmla="*/ 5875 w 341656"/>
                  <a:gd name="connsiteY2" fmla="*/ 459282 h 987939"/>
                  <a:gd name="connsiteX3" fmla="*/ 85077 w 341656"/>
                  <a:gd name="connsiteY3" fmla="*/ 643735 h 987939"/>
                  <a:gd name="connsiteX4" fmla="*/ 171669 w 341656"/>
                  <a:gd name="connsiteY4" fmla="*/ 798408 h 987939"/>
                  <a:gd name="connsiteX5" fmla="*/ 210615 w 341656"/>
                  <a:gd name="connsiteY5" fmla="*/ 928210 h 987939"/>
                  <a:gd name="connsiteX6" fmla="*/ 276465 w 341656"/>
                  <a:gd name="connsiteY6" fmla="*/ 987809 h 987939"/>
                  <a:gd name="connsiteX7" fmla="*/ 341633 w 341656"/>
                  <a:gd name="connsiteY7" fmla="*/ 939886 h 987939"/>
                  <a:gd name="connsiteX8" fmla="*/ 269238 w 341656"/>
                  <a:gd name="connsiteY8" fmla="*/ 808747 h 987939"/>
                  <a:gd name="connsiteX9" fmla="*/ 203685 w 341656"/>
                  <a:gd name="connsiteY9" fmla="*/ 679426 h 987939"/>
                  <a:gd name="connsiteX10" fmla="*/ 111083 w 341656"/>
                  <a:gd name="connsiteY10" fmla="*/ 452679 h 987939"/>
                  <a:gd name="connsiteX11" fmla="*/ 182474 w 341656"/>
                  <a:gd name="connsiteY11" fmla="*/ 102331 h 987939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11083 w 318285"/>
                  <a:gd name="connsiteY10" fmla="*/ 452679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82474 w 318285"/>
                  <a:gd name="connsiteY11" fmla="*/ 102331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285"/>
                  <a:gd name="connsiteY0" fmla="*/ 0 h 988168"/>
                  <a:gd name="connsiteX1" fmla="*/ 10053 w 318285"/>
                  <a:gd name="connsiteY1" fmla="*/ 279398 h 988168"/>
                  <a:gd name="connsiteX2" fmla="*/ 5875 w 318285"/>
                  <a:gd name="connsiteY2" fmla="*/ 459282 h 988168"/>
                  <a:gd name="connsiteX3" fmla="*/ 85077 w 318285"/>
                  <a:gd name="connsiteY3" fmla="*/ 643735 h 988168"/>
                  <a:gd name="connsiteX4" fmla="*/ 171669 w 318285"/>
                  <a:gd name="connsiteY4" fmla="*/ 798408 h 988168"/>
                  <a:gd name="connsiteX5" fmla="*/ 210615 w 318285"/>
                  <a:gd name="connsiteY5" fmla="*/ 928210 h 988168"/>
                  <a:gd name="connsiteX6" fmla="*/ 276465 w 318285"/>
                  <a:gd name="connsiteY6" fmla="*/ 987809 h 988168"/>
                  <a:gd name="connsiteX7" fmla="*/ 318244 w 318285"/>
                  <a:gd name="connsiteY7" fmla="*/ 923499 h 988168"/>
                  <a:gd name="connsiteX8" fmla="*/ 269238 w 318285"/>
                  <a:gd name="connsiteY8" fmla="*/ 808747 h 988168"/>
                  <a:gd name="connsiteX9" fmla="*/ 203685 w 318285"/>
                  <a:gd name="connsiteY9" fmla="*/ 679426 h 988168"/>
                  <a:gd name="connsiteX10" fmla="*/ 129457 w 318285"/>
                  <a:gd name="connsiteY10" fmla="*/ 481793 h 988168"/>
                  <a:gd name="connsiteX11" fmla="*/ 175268 w 318285"/>
                  <a:gd name="connsiteY11" fmla="*/ 149750 h 988168"/>
                  <a:gd name="connsiteX0" fmla="*/ 43623 w 318407"/>
                  <a:gd name="connsiteY0" fmla="*/ 0 h 989081"/>
                  <a:gd name="connsiteX1" fmla="*/ 10053 w 318407"/>
                  <a:gd name="connsiteY1" fmla="*/ 279398 h 989081"/>
                  <a:gd name="connsiteX2" fmla="*/ 5875 w 318407"/>
                  <a:gd name="connsiteY2" fmla="*/ 459282 h 989081"/>
                  <a:gd name="connsiteX3" fmla="*/ 85077 w 318407"/>
                  <a:gd name="connsiteY3" fmla="*/ 643735 h 989081"/>
                  <a:gd name="connsiteX4" fmla="*/ 171669 w 318407"/>
                  <a:gd name="connsiteY4" fmla="*/ 798408 h 989081"/>
                  <a:gd name="connsiteX5" fmla="*/ 210615 w 318407"/>
                  <a:gd name="connsiteY5" fmla="*/ 928210 h 989081"/>
                  <a:gd name="connsiteX6" fmla="*/ 276465 w 318407"/>
                  <a:gd name="connsiteY6" fmla="*/ 987809 h 989081"/>
                  <a:gd name="connsiteX7" fmla="*/ 318244 w 318407"/>
                  <a:gd name="connsiteY7" fmla="*/ 923499 h 989081"/>
                  <a:gd name="connsiteX8" fmla="*/ 269238 w 318407"/>
                  <a:gd name="connsiteY8" fmla="*/ 808747 h 989081"/>
                  <a:gd name="connsiteX9" fmla="*/ 203685 w 318407"/>
                  <a:gd name="connsiteY9" fmla="*/ 679426 h 989081"/>
                  <a:gd name="connsiteX10" fmla="*/ 129457 w 318407"/>
                  <a:gd name="connsiteY10" fmla="*/ 481793 h 989081"/>
                  <a:gd name="connsiteX11" fmla="*/ 175268 w 318407"/>
                  <a:gd name="connsiteY11" fmla="*/ 149750 h 989081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3685 w 318952"/>
                  <a:gd name="connsiteY9" fmla="*/ 679426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  <a:gd name="connsiteX0" fmla="*/ 43623 w 318952"/>
                  <a:gd name="connsiteY0" fmla="*/ 0 h 988835"/>
                  <a:gd name="connsiteX1" fmla="*/ 10053 w 318952"/>
                  <a:gd name="connsiteY1" fmla="*/ 279398 h 988835"/>
                  <a:gd name="connsiteX2" fmla="*/ 5875 w 318952"/>
                  <a:gd name="connsiteY2" fmla="*/ 459282 h 988835"/>
                  <a:gd name="connsiteX3" fmla="*/ 85077 w 318952"/>
                  <a:gd name="connsiteY3" fmla="*/ 643735 h 988835"/>
                  <a:gd name="connsiteX4" fmla="*/ 171669 w 318952"/>
                  <a:gd name="connsiteY4" fmla="*/ 798408 h 988835"/>
                  <a:gd name="connsiteX5" fmla="*/ 210615 w 318952"/>
                  <a:gd name="connsiteY5" fmla="*/ 928210 h 988835"/>
                  <a:gd name="connsiteX6" fmla="*/ 276465 w 318952"/>
                  <a:gd name="connsiteY6" fmla="*/ 987809 h 988835"/>
                  <a:gd name="connsiteX7" fmla="*/ 318244 w 318952"/>
                  <a:gd name="connsiteY7" fmla="*/ 923499 h 988835"/>
                  <a:gd name="connsiteX8" fmla="*/ 269238 w 318952"/>
                  <a:gd name="connsiteY8" fmla="*/ 808747 h 988835"/>
                  <a:gd name="connsiteX9" fmla="*/ 200398 w 318952"/>
                  <a:gd name="connsiteY9" fmla="*/ 644798 h 988835"/>
                  <a:gd name="connsiteX10" fmla="*/ 129457 w 318952"/>
                  <a:gd name="connsiteY10" fmla="*/ 481793 h 988835"/>
                  <a:gd name="connsiteX11" fmla="*/ 175268 w 318952"/>
                  <a:gd name="connsiteY11" fmla="*/ 149750 h 988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8952" h="988835">
                    <a:moveTo>
                      <a:pt x="43623" y="0"/>
                    </a:moveTo>
                    <a:cubicBezTo>
                      <a:pt x="14915" y="72136"/>
                      <a:pt x="16344" y="202851"/>
                      <a:pt x="10053" y="279398"/>
                    </a:cubicBezTo>
                    <a:cubicBezTo>
                      <a:pt x="3762" y="355945"/>
                      <a:pt x="-6629" y="398559"/>
                      <a:pt x="5875" y="459282"/>
                    </a:cubicBezTo>
                    <a:cubicBezTo>
                      <a:pt x="18379" y="520005"/>
                      <a:pt x="57445" y="587214"/>
                      <a:pt x="85077" y="643735"/>
                    </a:cubicBezTo>
                    <a:cubicBezTo>
                      <a:pt x="112709" y="700256"/>
                      <a:pt x="150746" y="750995"/>
                      <a:pt x="171669" y="798408"/>
                    </a:cubicBezTo>
                    <a:cubicBezTo>
                      <a:pt x="192592" y="845821"/>
                      <a:pt x="192835" y="876655"/>
                      <a:pt x="210615" y="928210"/>
                    </a:cubicBezTo>
                    <a:cubicBezTo>
                      <a:pt x="227377" y="959975"/>
                      <a:pt x="228775" y="979616"/>
                      <a:pt x="276465" y="987809"/>
                    </a:cubicBezTo>
                    <a:cubicBezTo>
                      <a:pt x="324155" y="996002"/>
                      <a:pt x="319449" y="953343"/>
                      <a:pt x="318244" y="923499"/>
                    </a:cubicBezTo>
                    <a:cubicBezTo>
                      <a:pt x="317040" y="893655"/>
                      <a:pt x="288879" y="855197"/>
                      <a:pt x="269238" y="808747"/>
                    </a:cubicBezTo>
                    <a:cubicBezTo>
                      <a:pt x="249597" y="762297"/>
                      <a:pt x="229170" y="708939"/>
                      <a:pt x="200398" y="644798"/>
                    </a:cubicBezTo>
                    <a:cubicBezTo>
                      <a:pt x="176004" y="581635"/>
                      <a:pt x="148949" y="525341"/>
                      <a:pt x="129457" y="481793"/>
                    </a:cubicBezTo>
                    <a:cubicBezTo>
                      <a:pt x="109965" y="438245"/>
                      <a:pt x="182544" y="170917"/>
                      <a:pt x="175268" y="149750"/>
                    </a:cubicBezTo>
                  </a:path>
                </a:pathLst>
              </a:custGeom>
              <a:grpFill/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pic>
        <p:nvPicPr>
          <p:cNvPr id="13" name="Picture 2" descr="木質 椅子 座椅 木質椅子卡通插畫, 椅子, 座椅, 木質椅子卡通插畫素材圖案，PSD和PNG圖片免費下載">
            <a:extLst>
              <a:ext uri="{FF2B5EF4-FFF2-40B4-BE49-F238E27FC236}">
                <a16:creationId xmlns:a16="http://schemas.microsoft.com/office/drawing/2014/main" id="{C4847232-4917-4A90-28E0-EEDBF3C6D8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5F5F5"/>
              </a:clrFrom>
              <a:clrTo>
                <a:srgbClr val="F5F5F5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750" y="1662714"/>
            <a:ext cx="616050" cy="7503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6" descr="【塑料锥形桶】_塑料锥形桶品牌/图片/价格_塑料锥形桶批发_阿里巴巴">
            <a:extLst>
              <a:ext uri="{FF2B5EF4-FFF2-40B4-BE49-F238E27FC236}">
                <a16:creationId xmlns:a16="http://schemas.microsoft.com/office/drawing/2014/main" id="{128A481A-5C5A-3B87-18C3-890382ED58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AFFFF"/>
              </a:clrFrom>
              <a:clrTo>
                <a:srgbClr val="FAFFFF">
                  <a:alpha val="0"/>
                </a:srgbClr>
              </a:clrTo>
            </a:clrChange>
            <a:alphaModFix amt="70000"/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59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7697" y="1947349"/>
            <a:ext cx="373061" cy="4543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矩形 37">
            <a:extLst>
              <a:ext uri="{FF2B5EF4-FFF2-40B4-BE49-F238E27FC236}">
                <a16:creationId xmlns:a16="http://schemas.microsoft.com/office/drawing/2014/main" id="{F6369C3E-1FC2-3964-DA13-90936BE8E7C8}"/>
              </a:ext>
            </a:extLst>
          </p:cNvPr>
          <p:cNvSpPr/>
          <p:nvPr/>
        </p:nvSpPr>
        <p:spPr>
          <a:xfrm>
            <a:off x="8642256" y="1237399"/>
            <a:ext cx="1247962" cy="670731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5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pic>
        <p:nvPicPr>
          <p:cNvPr id="43" name="图片 42">
            <a:extLst>
              <a:ext uri="{FF2B5EF4-FFF2-40B4-BE49-F238E27FC236}">
                <a16:creationId xmlns:a16="http://schemas.microsoft.com/office/drawing/2014/main" id="{BE2B3FE0-A913-3FEC-4FC4-40192BBCA97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76439" y="3084409"/>
            <a:ext cx="1809734" cy="1572538"/>
          </a:xfrm>
          <a:prstGeom prst="rect">
            <a:avLst/>
          </a:prstGeom>
        </p:spPr>
      </p:pic>
      <p:sp>
        <p:nvSpPr>
          <p:cNvPr id="44" name="矩形 43">
            <a:extLst>
              <a:ext uri="{FF2B5EF4-FFF2-40B4-BE49-F238E27FC236}">
                <a16:creationId xmlns:a16="http://schemas.microsoft.com/office/drawing/2014/main" id="{5E384275-CBD0-7F2D-A71D-4E41436AE69A}"/>
              </a:ext>
            </a:extLst>
          </p:cNvPr>
          <p:cNvSpPr/>
          <p:nvPr/>
        </p:nvSpPr>
        <p:spPr>
          <a:xfrm>
            <a:off x="9728026" y="2821573"/>
            <a:ext cx="1706561" cy="276646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5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pic>
        <p:nvPicPr>
          <p:cNvPr id="46" name="图片 45">
            <a:extLst>
              <a:ext uri="{FF2B5EF4-FFF2-40B4-BE49-F238E27FC236}">
                <a16:creationId xmlns:a16="http://schemas.microsoft.com/office/drawing/2014/main" id="{3A74156B-BC9F-DDCB-1126-FCE38BF80E7B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l="6363" t="2270" b="1"/>
          <a:stretch/>
        </p:blipFill>
        <p:spPr>
          <a:xfrm>
            <a:off x="7422420" y="3134939"/>
            <a:ext cx="1948642" cy="1485371"/>
          </a:xfrm>
          <a:prstGeom prst="rect">
            <a:avLst/>
          </a:prstGeom>
        </p:spPr>
      </p:pic>
      <p:sp>
        <p:nvSpPr>
          <p:cNvPr id="47" name="矩形 46">
            <a:extLst>
              <a:ext uri="{FF2B5EF4-FFF2-40B4-BE49-F238E27FC236}">
                <a16:creationId xmlns:a16="http://schemas.microsoft.com/office/drawing/2014/main" id="{AB6FB938-91A4-FF32-90F9-11761FF456B7}"/>
              </a:ext>
            </a:extLst>
          </p:cNvPr>
          <p:cNvSpPr/>
          <p:nvPr/>
        </p:nvSpPr>
        <p:spPr>
          <a:xfrm>
            <a:off x="7365847" y="2822758"/>
            <a:ext cx="2061789" cy="276646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5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sp>
        <p:nvSpPr>
          <p:cNvPr id="53" name="矩形: 圆角 52">
            <a:extLst>
              <a:ext uri="{FF2B5EF4-FFF2-40B4-BE49-F238E27FC236}">
                <a16:creationId xmlns:a16="http://schemas.microsoft.com/office/drawing/2014/main" id="{3C0D2029-D662-C891-2E65-E271196FA825}"/>
              </a:ext>
            </a:extLst>
          </p:cNvPr>
          <p:cNvSpPr/>
          <p:nvPr/>
        </p:nvSpPr>
        <p:spPr>
          <a:xfrm>
            <a:off x="7365847" y="4744366"/>
            <a:ext cx="4246355" cy="1752469"/>
          </a:xfrm>
          <a:prstGeom prst="roundRect">
            <a:avLst>
              <a:gd name="adj" fmla="val 6719"/>
            </a:avLst>
          </a:prstGeom>
          <a:noFill/>
          <a:ln>
            <a:prstDash val="solid"/>
            <a:extLst>
              <a:ext uri="{C807C97D-BFC1-408E-A445-0C87EB9F89A2}">
                <ask:lineSketchStyleProps xmlns:ask="http://schemas.microsoft.com/office/drawing/2018/sketchyshapes"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9" name="组合 208">
            <a:extLst>
              <a:ext uri="{FF2B5EF4-FFF2-40B4-BE49-F238E27FC236}">
                <a16:creationId xmlns:a16="http://schemas.microsoft.com/office/drawing/2014/main" id="{B3EB2F37-D5B0-7738-4CA2-BD3F20ABB58E}"/>
              </a:ext>
            </a:extLst>
          </p:cNvPr>
          <p:cNvGrpSpPr/>
          <p:nvPr/>
        </p:nvGrpSpPr>
        <p:grpSpPr>
          <a:xfrm>
            <a:off x="8844488" y="5026967"/>
            <a:ext cx="1289072" cy="1397278"/>
            <a:chOff x="11741528" y="5103763"/>
            <a:chExt cx="1289072" cy="1397278"/>
          </a:xfrm>
        </p:grpSpPr>
        <p:sp>
          <p:nvSpPr>
            <p:cNvPr id="55" name="矩形 54">
              <a:extLst>
                <a:ext uri="{FF2B5EF4-FFF2-40B4-BE49-F238E27FC236}">
                  <a16:creationId xmlns:a16="http://schemas.microsoft.com/office/drawing/2014/main" id="{56790237-090E-6617-B9F6-D9262C3053C9}"/>
                </a:ext>
              </a:extLst>
            </p:cNvPr>
            <p:cNvSpPr/>
            <p:nvPr/>
          </p:nvSpPr>
          <p:spPr>
            <a:xfrm>
              <a:off x="11894683" y="5643533"/>
              <a:ext cx="969466" cy="784042"/>
            </a:xfrm>
            <a:prstGeom prst="rect">
              <a:avLst/>
            </a:prstGeom>
            <a:noFill/>
            <a:ln w="28575">
              <a:solidFill>
                <a:srgbClr val="40404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1FA4217C-DCC0-A9D8-DB20-01A4CC8212F3}"/>
                </a:ext>
              </a:extLst>
            </p:cNvPr>
            <p:cNvGrpSpPr/>
            <p:nvPr/>
          </p:nvGrpSpPr>
          <p:grpSpPr>
            <a:xfrm>
              <a:off x="11741528" y="5103763"/>
              <a:ext cx="1289072" cy="1397278"/>
              <a:chOff x="4921931" y="1234806"/>
              <a:chExt cx="2146807" cy="2327011"/>
            </a:xfrm>
          </p:grpSpPr>
          <p:grpSp>
            <p:nvGrpSpPr>
              <p:cNvPr id="122" name="组合 121">
                <a:extLst>
                  <a:ext uri="{FF2B5EF4-FFF2-40B4-BE49-F238E27FC236}">
                    <a16:creationId xmlns:a16="http://schemas.microsoft.com/office/drawing/2014/main" id="{CB864188-9408-EA4D-E757-464194B54082}"/>
                  </a:ext>
                </a:extLst>
              </p:cNvPr>
              <p:cNvGrpSpPr/>
              <p:nvPr/>
            </p:nvGrpSpPr>
            <p:grpSpPr>
              <a:xfrm>
                <a:off x="4921931" y="3132853"/>
                <a:ext cx="2146807" cy="428964"/>
                <a:chOff x="4389235" y="5094329"/>
                <a:chExt cx="2716057" cy="615793"/>
              </a:xfrm>
            </p:grpSpPr>
            <p:grpSp>
              <p:nvGrpSpPr>
                <p:cNvPr id="147" name="组合 146">
                  <a:extLst>
                    <a:ext uri="{FF2B5EF4-FFF2-40B4-BE49-F238E27FC236}">
                      <a16:creationId xmlns:a16="http://schemas.microsoft.com/office/drawing/2014/main" id="{4622551C-EC1D-A03F-17FD-3FDD9DCFA43A}"/>
                    </a:ext>
                  </a:extLst>
                </p:cNvPr>
                <p:cNvGrpSpPr/>
                <p:nvPr/>
              </p:nvGrpSpPr>
              <p:grpSpPr>
                <a:xfrm>
                  <a:off x="4389235" y="5094329"/>
                  <a:ext cx="2716057" cy="615793"/>
                  <a:chOff x="4451507" y="4199800"/>
                  <a:chExt cx="2716057" cy="615793"/>
                </a:xfrm>
              </p:grpSpPr>
              <p:sp>
                <p:nvSpPr>
                  <p:cNvPr id="149" name="矩形: 剪去左右顶角 169">
                    <a:extLst>
                      <a:ext uri="{FF2B5EF4-FFF2-40B4-BE49-F238E27FC236}">
                        <a16:creationId xmlns:a16="http://schemas.microsoft.com/office/drawing/2014/main" id="{74FB460D-79BF-75AB-94FD-44B56295C5B2}"/>
                      </a:ext>
                    </a:extLst>
                  </p:cNvPr>
                  <p:cNvSpPr/>
                  <p:nvPr/>
                </p:nvSpPr>
                <p:spPr>
                  <a:xfrm>
                    <a:off x="4451507" y="4199800"/>
                    <a:ext cx="2716057" cy="615793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16057" h="615793">
                        <a:moveTo>
                          <a:pt x="379658" y="2380"/>
                        </a:moveTo>
                        <a:lnTo>
                          <a:pt x="2341161" y="0"/>
                        </a:lnTo>
                        <a:lnTo>
                          <a:pt x="2711294" y="463001"/>
                        </a:lnTo>
                        <a:lnTo>
                          <a:pt x="2716057" y="615793"/>
                        </a:lnTo>
                        <a:lnTo>
                          <a:pt x="0" y="613414"/>
                        </a:lnTo>
                        <a:cubicBezTo>
                          <a:pt x="794" y="564070"/>
                          <a:pt x="1587" y="512345"/>
                          <a:pt x="2381" y="463001"/>
                        </a:cubicBezTo>
                        <a:lnTo>
                          <a:pt x="379658" y="2380"/>
                        </a:lnTo>
                        <a:close/>
                      </a:path>
                    </a:pathLst>
                  </a:custGeom>
                  <a:solidFill>
                    <a:srgbClr val="A5A5A5"/>
                  </a:solidFill>
                  <a:ln>
                    <a:solidFill>
                      <a:srgbClr val="A5A5A5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50" name="矩形: 剪去左右顶角 169">
                    <a:extLst>
                      <a:ext uri="{FF2B5EF4-FFF2-40B4-BE49-F238E27FC236}">
                        <a16:creationId xmlns:a16="http://schemas.microsoft.com/office/drawing/2014/main" id="{7E43BC89-4F9D-F34C-8EC8-BC9752177EB9}"/>
                      </a:ext>
                    </a:extLst>
                  </p:cNvPr>
                  <p:cNvSpPr/>
                  <p:nvPr/>
                </p:nvSpPr>
                <p:spPr>
                  <a:xfrm>
                    <a:off x="4590889" y="4279369"/>
                    <a:ext cx="2431417" cy="330802"/>
                  </a:xfrm>
                  <a:custGeom>
                    <a:avLst/>
                    <a:gdLst>
                      <a:gd name="connsiteX0" fmla="*/ 315364 w 1892144"/>
                      <a:gd name="connsiteY0" fmla="*/ 0 h 1892144"/>
                      <a:gd name="connsiteX1" fmla="*/ 1576780 w 1892144"/>
                      <a:gd name="connsiteY1" fmla="*/ 0 h 1892144"/>
                      <a:gd name="connsiteX2" fmla="*/ 1892144 w 1892144"/>
                      <a:gd name="connsiteY2" fmla="*/ 315364 h 1892144"/>
                      <a:gd name="connsiteX3" fmla="*/ 1892144 w 1892144"/>
                      <a:gd name="connsiteY3" fmla="*/ 1892144 h 1892144"/>
                      <a:gd name="connsiteX4" fmla="*/ 1892144 w 1892144"/>
                      <a:gd name="connsiteY4" fmla="*/ 1892144 h 1892144"/>
                      <a:gd name="connsiteX5" fmla="*/ 0 w 1892144"/>
                      <a:gd name="connsiteY5" fmla="*/ 1892144 h 1892144"/>
                      <a:gd name="connsiteX6" fmla="*/ 0 w 1892144"/>
                      <a:gd name="connsiteY6" fmla="*/ 1892144 h 1892144"/>
                      <a:gd name="connsiteX7" fmla="*/ 0 w 1892144"/>
                      <a:gd name="connsiteY7" fmla="*/ 315364 h 1892144"/>
                      <a:gd name="connsiteX8" fmla="*/ 315364 w 1892144"/>
                      <a:gd name="connsiteY8" fmla="*/ 0 h 1892144"/>
                      <a:gd name="connsiteX0" fmla="*/ 315364 w 2007786"/>
                      <a:gd name="connsiteY0" fmla="*/ 0 h 1892144"/>
                      <a:gd name="connsiteX1" fmla="*/ 2007786 w 2007786"/>
                      <a:gd name="connsiteY1" fmla="*/ 4763 h 1892144"/>
                      <a:gd name="connsiteX2" fmla="*/ 1892144 w 2007786"/>
                      <a:gd name="connsiteY2" fmla="*/ 315364 h 1892144"/>
                      <a:gd name="connsiteX3" fmla="*/ 1892144 w 2007786"/>
                      <a:gd name="connsiteY3" fmla="*/ 1892144 h 1892144"/>
                      <a:gd name="connsiteX4" fmla="*/ 1892144 w 2007786"/>
                      <a:gd name="connsiteY4" fmla="*/ 1892144 h 1892144"/>
                      <a:gd name="connsiteX5" fmla="*/ 0 w 2007786"/>
                      <a:gd name="connsiteY5" fmla="*/ 1892144 h 1892144"/>
                      <a:gd name="connsiteX6" fmla="*/ 0 w 2007786"/>
                      <a:gd name="connsiteY6" fmla="*/ 1892144 h 1892144"/>
                      <a:gd name="connsiteX7" fmla="*/ 0 w 2007786"/>
                      <a:gd name="connsiteY7" fmla="*/ 315364 h 1892144"/>
                      <a:gd name="connsiteX8" fmla="*/ 315364 w 2007786"/>
                      <a:gd name="connsiteY8" fmla="*/ 0 h 1892144"/>
                      <a:gd name="connsiteX0" fmla="*/ 46283 w 2007786"/>
                      <a:gd name="connsiteY0" fmla="*/ 2380 h 1887381"/>
                      <a:gd name="connsiteX1" fmla="*/ 2007786 w 2007786"/>
                      <a:gd name="connsiteY1" fmla="*/ 0 h 1887381"/>
                      <a:gd name="connsiteX2" fmla="*/ 1892144 w 2007786"/>
                      <a:gd name="connsiteY2" fmla="*/ 310601 h 1887381"/>
                      <a:gd name="connsiteX3" fmla="*/ 1892144 w 2007786"/>
                      <a:gd name="connsiteY3" fmla="*/ 1887381 h 1887381"/>
                      <a:gd name="connsiteX4" fmla="*/ 1892144 w 2007786"/>
                      <a:gd name="connsiteY4" fmla="*/ 1887381 h 1887381"/>
                      <a:gd name="connsiteX5" fmla="*/ 0 w 2007786"/>
                      <a:gd name="connsiteY5" fmla="*/ 1887381 h 1887381"/>
                      <a:gd name="connsiteX6" fmla="*/ 0 w 2007786"/>
                      <a:gd name="connsiteY6" fmla="*/ 1887381 h 1887381"/>
                      <a:gd name="connsiteX7" fmla="*/ 0 w 2007786"/>
                      <a:gd name="connsiteY7" fmla="*/ 310601 h 1887381"/>
                      <a:gd name="connsiteX8" fmla="*/ 46283 w 2007786"/>
                      <a:gd name="connsiteY8" fmla="*/ 2380 h 1887381"/>
                      <a:gd name="connsiteX0" fmla="*/ 377277 w 2338780"/>
                      <a:gd name="connsiteY0" fmla="*/ 2380 h 1887381"/>
                      <a:gd name="connsiteX1" fmla="*/ 2338780 w 2338780"/>
                      <a:gd name="connsiteY1" fmla="*/ 0 h 1887381"/>
                      <a:gd name="connsiteX2" fmla="*/ 2223138 w 2338780"/>
                      <a:gd name="connsiteY2" fmla="*/ 310601 h 1887381"/>
                      <a:gd name="connsiteX3" fmla="*/ 2223138 w 2338780"/>
                      <a:gd name="connsiteY3" fmla="*/ 1887381 h 1887381"/>
                      <a:gd name="connsiteX4" fmla="*/ 2223138 w 2338780"/>
                      <a:gd name="connsiteY4" fmla="*/ 1887381 h 1887381"/>
                      <a:gd name="connsiteX5" fmla="*/ 330994 w 2338780"/>
                      <a:gd name="connsiteY5" fmla="*/ 1887381 h 1887381"/>
                      <a:gd name="connsiteX6" fmla="*/ 330994 w 2338780"/>
                      <a:gd name="connsiteY6" fmla="*/ 1887381 h 1887381"/>
                      <a:gd name="connsiteX7" fmla="*/ 0 w 2338780"/>
                      <a:gd name="connsiteY7" fmla="*/ 463001 h 1887381"/>
                      <a:gd name="connsiteX8" fmla="*/ 377277 w 2338780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223138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2499363 w 2708913"/>
                      <a:gd name="connsiteY4" fmla="*/ 1834994 h 1887381"/>
                      <a:gd name="connsiteX5" fmla="*/ 330994 w 2708913"/>
                      <a:gd name="connsiteY5" fmla="*/ 1887381 h 1887381"/>
                      <a:gd name="connsiteX6" fmla="*/ 330994 w 2708913"/>
                      <a:gd name="connsiteY6" fmla="*/ 1887381 h 1887381"/>
                      <a:gd name="connsiteX7" fmla="*/ 0 w 2708913"/>
                      <a:gd name="connsiteY7" fmla="*/ 463001 h 1887381"/>
                      <a:gd name="connsiteX8" fmla="*/ 377277 w 2708913"/>
                      <a:gd name="connsiteY8" fmla="*/ 2380 h 1887381"/>
                      <a:gd name="connsiteX0" fmla="*/ 377277 w 2708913"/>
                      <a:gd name="connsiteY0" fmla="*/ 2380 h 1887381"/>
                      <a:gd name="connsiteX1" fmla="*/ 2338780 w 2708913"/>
                      <a:gd name="connsiteY1" fmla="*/ 0 h 1887381"/>
                      <a:gd name="connsiteX2" fmla="*/ 2708913 w 2708913"/>
                      <a:gd name="connsiteY2" fmla="*/ 463001 h 1887381"/>
                      <a:gd name="connsiteX3" fmla="*/ 2223138 w 2708913"/>
                      <a:gd name="connsiteY3" fmla="*/ 1887381 h 1887381"/>
                      <a:gd name="connsiteX4" fmla="*/ 330994 w 2708913"/>
                      <a:gd name="connsiteY4" fmla="*/ 1887381 h 1887381"/>
                      <a:gd name="connsiteX5" fmla="*/ 330994 w 2708913"/>
                      <a:gd name="connsiteY5" fmla="*/ 1887381 h 1887381"/>
                      <a:gd name="connsiteX6" fmla="*/ 0 w 2708913"/>
                      <a:gd name="connsiteY6" fmla="*/ 463001 h 1887381"/>
                      <a:gd name="connsiteX7" fmla="*/ 377277 w 2708913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330994 w 2713676"/>
                      <a:gd name="connsiteY5" fmla="*/ 1887381 h 1887381"/>
                      <a:gd name="connsiteX6" fmla="*/ 0 w 2713676"/>
                      <a:gd name="connsiteY6" fmla="*/ 463001 h 1887381"/>
                      <a:gd name="connsiteX7" fmla="*/ 377277 w 2713676"/>
                      <a:gd name="connsiteY7" fmla="*/ 2380 h 1887381"/>
                      <a:gd name="connsiteX0" fmla="*/ 384421 w 2720820"/>
                      <a:gd name="connsiteY0" fmla="*/ 2380 h 1887381"/>
                      <a:gd name="connsiteX1" fmla="*/ 2345924 w 2720820"/>
                      <a:gd name="connsiteY1" fmla="*/ 0 h 1887381"/>
                      <a:gd name="connsiteX2" fmla="*/ 2716057 w 2720820"/>
                      <a:gd name="connsiteY2" fmla="*/ 463001 h 1887381"/>
                      <a:gd name="connsiteX3" fmla="*/ 2720820 w 2720820"/>
                      <a:gd name="connsiteY3" fmla="*/ 615793 h 1887381"/>
                      <a:gd name="connsiteX4" fmla="*/ 338138 w 2720820"/>
                      <a:gd name="connsiteY4" fmla="*/ 1887381 h 1887381"/>
                      <a:gd name="connsiteX5" fmla="*/ 0 w 2720820"/>
                      <a:gd name="connsiteY5" fmla="*/ 1134906 h 1887381"/>
                      <a:gd name="connsiteX6" fmla="*/ 7144 w 2720820"/>
                      <a:gd name="connsiteY6" fmla="*/ 463001 h 1887381"/>
                      <a:gd name="connsiteX7" fmla="*/ 384421 w 2720820"/>
                      <a:gd name="connsiteY7" fmla="*/ 2380 h 1887381"/>
                      <a:gd name="connsiteX0" fmla="*/ 377277 w 2713676"/>
                      <a:gd name="connsiteY0" fmla="*/ 2380 h 1887381"/>
                      <a:gd name="connsiteX1" fmla="*/ 2338780 w 2713676"/>
                      <a:gd name="connsiteY1" fmla="*/ 0 h 1887381"/>
                      <a:gd name="connsiteX2" fmla="*/ 2708913 w 2713676"/>
                      <a:gd name="connsiteY2" fmla="*/ 463001 h 1887381"/>
                      <a:gd name="connsiteX3" fmla="*/ 2713676 w 2713676"/>
                      <a:gd name="connsiteY3" fmla="*/ 615793 h 1887381"/>
                      <a:gd name="connsiteX4" fmla="*/ 330994 w 2713676"/>
                      <a:gd name="connsiteY4" fmla="*/ 1887381 h 1887381"/>
                      <a:gd name="connsiteX5" fmla="*/ 0 w 2713676"/>
                      <a:gd name="connsiteY5" fmla="*/ 463001 h 1887381"/>
                      <a:gd name="connsiteX6" fmla="*/ 377277 w 2713676"/>
                      <a:gd name="connsiteY6" fmla="*/ 2380 h 1887381"/>
                      <a:gd name="connsiteX0" fmla="*/ 389183 w 2725582"/>
                      <a:gd name="connsiteY0" fmla="*/ 2380 h 615793"/>
                      <a:gd name="connsiteX1" fmla="*/ 2350686 w 2725582"/>
                      <a:gd name="connsiteY1" fmla="*/ 0 h 615793"/>
                      <a:gd name="connsiteX2" fmla="*/ 2720819 w 2725582"/>
                      <a:gd name="connsiteY2" fmla="*/ 463001 h 615793"/>
                      <a:gd name="connsiteX3" fmla="*/ 2725582 w 2725582"/>
                      <a:gd name="connsiteY3" fmla="*/ 615793 h 615793"/>
                      <a:gd name="connsiteX4" fmla="*/ 0 w 2725582"/>
                      <a:gd name="connsiteY4" fmla="*/ 606269 h 615793"/>
                      <a:gd name="connsiteX5" fmla="*/ 11906 w 2725582"/>
                      <a:gd name="connsiteY5" fmla="*/ 463001 h 615793"/>
                      <a:gd name="connsiteX6" fmla="*/ 389183 w 2725582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1032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9658 w 2716057"/>
                      <a:gd name="connsiteY0" fmla="*/ 2380 h 615793"/>
                      <a:gd name="connsiteX1" fmla="*/ 2341161 w 2716057"/>
                      <a:gd name="connsiteY1" fmla="*/ 0 h 615793"/>
                      <a:gd name="connsiteX2" fmla="*/ 2711294 w 2716057"/>
                      <a:gd name="connsiteY2" fmla="*/ 463001 h 615793"/>
                      <a:gd name="connsiteX3" fmla="*/ 2716057 w 2716057"/>
                      <a:gd name="connsiteY3" fmla="*/ 615793 h 615793"/>
                      <a:gd name="connsiteX4" fmla="*/ 0 w 2716057"/>
                      <a:gd name="connsiteY4" fmla="*/ 613414 h 615793"/>
                      <a:gd name="connsiteX5" fmla="*/ 2381 w 2716057"/>
                      <a:gd name="connsiteY5" fmla="*/ 463001 h 615793"/>
                      <a:gd name="connsiteX6" fmla="*/ 379658 w 2716057"/>
                      <a:gd name="connsiteY6" fmla="*/ 2380 h 615793"/>
                      <a:gd name="connsiteX0" fmla="*/ 377277 w 2713676"/>
                      <a:gd name="connsiteY0" fmla="*/ 2380 h 615793"/>
                      <a:gd name="connsiteX1" fmla="*/ 2338780 w 2713676"/>
                      <a:gd name="connsiteY1" fmla="*/ 0 h 615793"/>
                      <a:gd name="connsiteX2" fmla="*/ 2708913 w 2713676"/>
                      <a:gd name="connsiteY2" fmla="*/ 463001 h 615793"/>
                      <a:gd name="connsiteX3" fmla="*/ 2713676 w 2713676"/>
                      <a:gd name="connsiteY3" fmla="*/ 615793 h 615793"/>
                      <a:gd name="connsiteX4" fmla="*/ 0 w 2713676"/>
                      <a:gd name="connsiteY4" fmla="*/ 463001 h 615793"/>
                      <a:gd name="connsiteX5" fmla="*/ 377277 w 2713676"/>
                      <a:gd name="connsiteY5" fmla="*/ 2380 h 615793"/>
                      <a:gd name="connsiteX0" fmla="*/ 377277 w 2708913"/>
                      <a:gd name="connsiteY0" fmla="*/ 2380 h 463001"/>
                      <a:gd name="connsiteX1" fmla="*/ 2338780 w 2708913"/>
                      <a:gd name="connsiteY1" fmla="*/ 0 h 463001"/>
                      <a:gd name="connsiteX2" fmla="*/ 2708913 w 2708913"/>
                      <a:gd name="connsiteY2" fmla="*/ 463001 h 463001"/>
                      <a:gd name="connsiteX3" fmla="*/ 0 w 2708913"/>
                      <a:gd name="connsiteY3" fmla="*/ 463001 h 463001"/>
                      <a:gd name="connsiteX4" fmla="*/ 377277 w 2708913"/>
                      <a:gd name="connsiteY4" fmla="*/ 2380 h 463001"/>
                      <a:gd name="connsiteX0" fmla="*/ 377277 w 3546583"/>
                      <a:gd name="connsiteY0" fmla="*/ 2380 h 463001"/>
                      <a:gd name="connsiteX1" fmla="*/ 3546583 w 3546583"/>
                      <a:gd name="connsiteY1" fmla="*/ 0 h 463001"/>
                      <a:gd name="connsiteX2" fmla="*/ 2708913 w 3546583"/>
                      <a:gd name="connsiteY2" fmla="*/ 463001 h 463001"/>
                      <a:gd name="connsiteX3" fmla="*/ 0 w 3546583"/>
                      <a:gd name="connsiteY3" fmla="*/ 463001 h 463001"/>
                      <a:gd name="connsiteX4" fmla="*/ 377277 w 3546583"/>
                      <a:gd name="connsiteY4" fmla="*/ 2380 h 463001"/>
                      <a:gd name="connsiteX0" fmla="*/ 377277 w 3972155"/>
                      <a:gd name="connsiteY0" fmla="*/ 2380 h 550122"/>
                      <a:gd name="connsiteX1" fmla="*/ 3546583 w 3972155"/>
                      <a:gd name="connsiteY1" fmla="*/ 0 h 550122"/>
                      <a:gd name="connsiteX2" fmla="*/ 3972155 w 3972155"/>
                      <a:gd name="connsiteY2" fmla="*/ 550122 h 550122"/>
                      <a:gd name="connsiteX3" fmla="*/ 0 w 3972155"/>
                      <a:gd name="connsiteY3" fmla="*/ 463001 h 550122"/>
                      <a:gd name="connsiteX4" fmla="*/ 377277 w 3972155"/>
                      <a:gd name="connsiteY4" fmla="*/ 2380 h 550122"/>
                      <a:gd name="connsiteX0" fmla="*/ 460438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8 w 4055316"/>
                      <a:gd name="connsiteY4" fmla="*/ 2380 h 550122"/>
                      <a:gd name="connsiteX0" fmla="*/ 460439 w 4055316"/>
                      <a:gd name="connsiteY0" fmla="*/ 2380 h 550122"/>
                      <a:gd name="connsiteX1" fmla="*/ 3629744 w 4055316"/>
                      <a:gd name="connsiteY1" fmla="*/ 0 h 550122"/>
                      <a:gd name="connsiteX2" fmla="*/ 4055316 w 4055316"/>
                      <a:gd name="connsiteY2" fmla="*/ 550122 h 550122"/>
                      <a:gd name="connsiteX3" fmla="*/ 0 w 4055316"/>
                      <a:gd name="connsiteY3" fmla="*/ 546161 h 550122"/>
                      <a:gd name="connsiteX4" fmla="*/ 460439 w 4055316"/>
                      <a:gd name="connsiteY4" fmla="*/ 2380 h 550122"/>
                      <a:gd name="connsiteX0" fmla="*/ 448560 w 4043437"/>
                      <a:gd name="connsiteY0" fmla="*/ 2380 h 550122"/>
                      <a:gd name="connsiteX1" fmla="*/ 3617865 w 4043437"/>
                      <a:gd name="connsiteY1" fmla="*/ 0 h 550122"/>
                      <a:gd name="connsiteX2" fmla="*/ 4043437 w 4043437"/>
                      <a:gd name="connsiteY2" fmla="*/ 550122 h 550122"/>
                      <a:gd name="connsiteX3" fmla="*/ 0 w 4043437"/>
                      <a:gd name="connsiteY3" fmla="*/ 546161 h 550122"/>
                      <a:gd name="connsiteX4" fmla="*/ 448560 w 4043437"/>
                      <a:gd name="connsiteY4" fmla="*/ 2380 h 550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3437" h="550122">
                        <a:moveTo>
                          <a:pt x="448560" y="2380"/>
                        </a:moveTo>
                        <a:lnTo>
                          <a:pt x="3617865" y="0"/>
                        </a:lnTo>
                        <a:lnTo>
                          <a:pt x="4043437" y="550122"/>
                        </a:lnTo>
                        <a:lnTo>
                          <a:pt x="0" y="546161"/>
                        </a:lnTo>
                        <a:lnTo>
                          <a:pt x="448560" y="2380"/>
                        </a:lnTo>
                        <a:close/>
                      </a:path>
                    </a:pathLst>
                  </a:custGeom>
                  <a:solidFill>
                    <a:srgbClr val="404040"/>
                  </a:solidFill>
                  <a:ln>
                    <a:solidFill>
                      <a:srgbClr val="404040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>
                      <a:solidFill>
                        <a:srgbClr val="42526F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cxnSp>
              <p:nvCxnSpPr>
                <p:cNvPr id="148" name="直接连接符 147">
                  <a:extLst>
                    <a:ext uri="{FF2B5EF4-FFF2-40B4-BE49-F238E27FC236}">
                      <a16:creationId xmlns:a16="http://schemas.microsoft.com/office/drawing/2014/main" id="{811F1E3F-49E7-6FF5-1A71-74748257C95C}"/>
                    </a:ext>
                  </a:extLst>
                </p:cNvPr>
                <p:cNvCxnSpPr/>
                <p:nvPr/>
              </p:nvCxnSpPr>
              <p:spPr>
                <a:xfrm>
                  <a:off x="4661435" y="5310740"/>
                  <a:ext cx="2184659" cy="0"/>
                </a:xfrm>
                <a:prstGeom prst="line">
                  <a:avLst/>
                </a:prstGeom>
                <a:ln w="19050">
                  <a:solidFill>
                    <a:srgbClr val="A5A5A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组合 122">
                <a:extLst>
                  <a:ext uri="{FF2B5EF4-FFF2-40B4-BE49-F238E27FC236}">
                    <a16:creationId xmlns:a16="http://schemas.microsoft.com/office/drawing/2014/main" id="{F2DDB908-E14D-8C3B-F002-77DA1762335A}"/>
                  </a:ext>
                </a:extLst>
              </p:cNvPr>
              <p:cNvGrpSpPr/>
              <p:nvPr/>
            </p:nvGrpSpPr>
            <p:grpSpPr>
              <a:xfrm>
                <a:off x="5367761" y="1234806"/>
                <a:ext cx="1312097" cy="2088607"/>
                <a:chOff x="470873" y="2973002"/>
                <a:chExt cx="1775393" cy="3140416"/>
              </a:xfrm>
              <a:solidFill>
                <a:srgbClr val="E0E0E0"/>
              </a:solidFill>
            </p:grpSpPr>
            <p:grpSp>
              <p:nvGrpSpPr>
                <p:cNvPr id="138" name="组合 137">
                  <a:extLst>
                    <a:ext uri="{FF2B5EF4-FFF2-40B4-BE49-F238E27FC236}">
                      <a16:creationId xmlns:a16="http://schemas.microsoft.com/office/drawing/2014/main" id="{EA354A38-8507-437D-50BB-EAD7851D15C2}"/>
                    </a:ext>
                  </a:extLst>
                </p:cNvPr>
                <p:cNvGrpSpPr/>
                <p:nvPr/>
              </p:nvGrpSpPr>
              <p:grpSpPr>
                <a:xfrm>
                  <a:off x="1381837" y="3989216"/>
                  <a:ext cx="673386" cy="2045725"/>
                  <a:chOff x="2404466" y="3740154"/>
                  <a:chExt cx="673386" cy="2045725"/>
                </a:xfrm>
                <a:grpFill/>
              </p:grpSpPr>
              <p:grpSp>
                <p:nvGrpSpPr>
                  <p:cNvPr id="143" name="组合 142">
                    <a:extLst>
                      <a:ext uri="{FF2B5EF4-FFF2-40B4-BE49-F238E27FC236}">
                        <a16:creationId xmlns:a16="http://schemas.microsoft.com/office/drawing/2014/main" id="{E07246A8-CDA3-06D7-188C-C55D033A35BE}"/>
                      </a:ext>
                    </a:extLst>
                  </p:cNvPr>
                  <p:cNvGrpSpPr/>
                  <p:nvPr/>
                </p:nvGrpSpPr>
                <p:grpSpPr>
                  <a:xfrm>
                    <a:off x="2849080" y="5561145"/>
                    <a:ext cx="228772" cy="224734"/>
                    <a:chOff x="3404010" y="8801965"/>
                    <a:chExt cx="132494" cy="130155"/>
                  </a:xfrm>
                  <a:grpFill/>
                </p:grpSpPr>
                <p:sp>
                  <p:nvSpPr>
                    <p:cNvPr id="145" name="流程图: 接点 144">
                      <a:extLst>
                        <a:ext uri="{FF2B5EF4-FFF2-40B4-BE49-F238E27FC236}">
                          <a16:creationId xmlns:a16="http://schemas.microsoft.com/office/drawing/2014/main" id="{B5E67A4F-717F-8597-812A-DCBFDFA87B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95" y="8831117"/>
                      <a:ext cx="116309" cy="101003"/>
                    </a:xfrm>
                    <a:prstGeom prst="flowChartConnector">
                      <a:avLst/>
                    </a:prstGeom>
                    <a:grpFill/>
                    <a:ln w="1270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46" name="矩形: 圆角 145">
                      <a:extLst>
                        <a:ext uri="{FF2B5EF4-FFF2-40B4-BE49-F238E27FC236}">
                          <a16:creationId xmlns:a16="http://schemas.microsoft.com/office/drawing/2014/main" id="{92DBCF0D-334A-C21F-688B-936C1CF8E9C5}"/>
                        </a:ext>
                      </a:extLst>
                    </p:cNvPr>
                    <p:cNvSpPr/>
                    <p:nvPr/>
                  </p:nvSpPr>
                  <p:spPr>
                    <a:xfrm rot="18675530">
                      <a:off x="3428163" y="8777812"/>
                      <a:ext cx="33230" cy="81536"/>
                    </a:xfrm>
                    <a:prstGeom prst="roundRect">
                      <a:avLst/>
                    </a:prstGeom>
                    <a:grpFill/>
                    <a:ln w="1270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zh-CN" altLang="en-US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p:txBody>
                </p:sp>
              </p:grpSp>
              <p:sp>
                <p:nvSpPr>
                  <p:cNvPr id="144" name="任意多边形: 形状 143">
                    <a:extLst>
                      <a:ext uri="{FF2B5EF4-FFF2-40B4-BE49-F238E27FC236}">
                        <a16:creationId xmlns:a16="http://schemas.microsoft.com/office/drawing/2014/main" id="{A12B8DB9-6E14-CAF7-0571-B72D7E8E5721}"/>
                      </a:ext>
                    </a:extLst>
                  </p:cNvPr>
                  <p:cNvSpPr/>
                  <p:nvPr/>
                </p:nvSpPr>
                <p:spPr>
                  <a:xfrm rot="20796923">
                    <a:off x="2404466" y="3740154"/>
                    <a:ext cx="317646" cy="489038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  <a:gd name="connsiteX0" fmla="*/ 50266 w 292832"/>
                      <a:gd name="connsiteY0" fmla="*/ 0 h 987837"/>
                      <a:gd name="connsiteX1" fmla="*/ 97 w 292832"/>
                      <a:gd name="connsiteY1" fmla="*/ 265387 h 987837"/>
                      <a:gd name="connsiteX2" fmla="*/ 54704 w 292832"/>
                      <a:gd name="connsiteY2" fmla="*/ 643732 h 987837"/>
                      <a:gd name="connsiteX3" fmla="*/ 141296 w 292832"/>
                      <a:gd name="connsiteY3" fmla="*/ 798405 h 987837"/>
                      <a:gd name="connsiteX4" fmla="*/ 180242 w 292832"/>
                      <a:gd name="connsiteY4" fmla="*/ 928207 h 987837"/>
                      <a:gd name="connsiteX5" fmla="*/ 246092 w 292832"/>
                      <a:gd name="connsiteY5" fmla="*/ 987806 h 987837"/>
                      <a:gd name="connsiteX6" fmla="*/ 292832 w 292832"/>
                      <a:gd name="connsiteY6" fmla="*/ 921523 h 987837"/>
                      <a:gd name="connsiteX7" fmla="*/ 246306 w 292832"/>
                      <a:gd name="connsiteY7" fmla="*/ 805785 h 987837"/>
                      <a:gd name="connsiteX8" fmla="*/ 170025 w 292832"/>
                      <a:gd name="connsiteY8" fmla="*/ 644795 h 987837"/>
                      <a:gd name="connsiteX9" fmla="*/ 101949 w 292832"/>
                      <a:gd name="connsiteY9" fmla="*/ 451204 h 987837"/>
                      <a:gd name="connsiteX10" fmla="*/ 187448 w 292832"/>
                      <a:gd name="connsiteY10" fmla="*/ 103378 h 987837"/>
                      <a:gd name="connsiteX0" fmla="*/ 3413 w 245979"/>
                      <a:gd name="connsiteY0" fmla="*/ 0 h 987837"/>
                      <a:gd name="connsiteX1" fmla="*/ 7851 w 245979"/>
                      <a:gd name="connsiteY1" fmla="*/ 643732 h 987837"/>
                      <a:gd name="connsiteX2" fmla="*/ 94443 w 245979"/>
                      <a:gd name="connsiteY2" fmla="*/ 798405 h 987837"/>
                      <a:gd name="connsiteX3" fmla="*/ 133389 w 245979"/>
                      <a:gd name="connsiteY3" fmla="*/ 928207 h 987837"/>
                      <a:gd name="connsiteX4" fmla="*/ 199239 w 245979"/>
                      <a:gd name="connsiteY4" fmla="*/ 987806 h 987837"/>
                      <a:gd name="connsiteX5" fmla="*/ 245979 w 245979"/>
                      <a:gd name="connsiteY5" fmla="*/ 921523 h 987837"/>
                      <a:gd name="connsiteX6" fmla="*/ 199453 w 245979"/>
                      <a:gd name="connsiteY6" fmla="*/ 805785 h 987837"/>
                      <a:gd name="connsiteX7" fmla="*/ 123172 w 245979"/>
                      <a:gd name="connsiteY7" fmla="*/ 644795 h 987837"/>
                      <a:gd name="connsiteX8" fmla="*/ 55096 w 245979"/>
                      <a:gd name="connsiteY8" fmla="*/ 451204 h 987837"/>
                      <a:gd name="connsiteX9" fmla="*/ 140595 w 245979"/>
                      <a:gd name="connsiteY9" fmla="*/ 103378 h 987837"/>
                      <a:gd name="connsiteX0" fmla="*/ 0 w 238128"/>
                      <a:gd name="connsiteY0" fmla="*/ 540354 h 884459"/>
                      <a:gd name="connsiteX1" fmla="*/ 86592 w 238128"/>
                      <a:gd name="connsiteY1" fmla="*/ 695027 h 884459"/>
                      <a:gd name="connsiteX2" fmla="*/ 125538 w 238128"/>
                      <a:gd name="connsiteY2" fmla="*/ 824829 h 884459"/>
                      <a:gd name="connsiteX3" fmla="*/ 191388 w 238128"/>
                      <a:gd name="connsiteY3" fmla="*/ 884428 h 884459"/>
                      <a:gd name="connsiteX4" fmla="*/ 238128 w 238128"/>
                      <a:gd name="connsiteY4" fmla="*/ 818145 h 884459"/>
                      <a:gd name="connsiteX5" fmla="*/ 191602 w 238128"/>
                      <a:gd name="connsiteY5" fmla="*/ 702407 h 884459"/>
                      <a:gd name="connsiteX6" fmla="*/ 115321 w 238128"/>
                      <a:gd name="connsiteY6" fmla="*/ 541417 h 884459"/>
                      <a:gd name="connsiteX7" fmla="*/ 47245 w 238128"/>
                      <a:gd name="connsiteY7" fmla="*/ 347826 h 884459"/>
                      <a:gd name="connsiteX8" fmla="*/ 132744 w 238128"/>
                      <a:gd name="connsiteY8" fmla="*/ 0 h 884459"/>
                      <a:gd name="connsiteX0" fmla="*/ 0 w 238128"/>
                      <a:gd name="connsiteY0" fmla="*/ 192528 h 536633"/>
                      <a:gd name="connsiteX1" fmla="*/ 86592 w 238128"/>
                      <a:gd name="connsiteY1" fmla="*/ 347201 h 536633"/>
                      <a:gd name="connsiteX2" fmla="*/ 125538 w 238128"/>
                      <a:gd name="connsiteY2" fmla="*/ 477003 h 536633"/>
                      <a:gd name="connsiteX3" fmla="*/ 191388 w 238128"/>
                      <a:gd name="connsiteY3" fmla="*/ 536602 h 536633"/>
                      <a:gd name="connsiteX4" fmla="*/ 238128 w 238128"/>
                      <a:gd name="connsiteY4" fmla="*/ 470319 h 536633"/>
                      <a:gd name="connsiteX5" fmla="*/ 191602 w 238128"/>
                      <a:gd name="connsiteY5" fmla="*/ 354581 h 536633"/>
                      <a:gd name="connsiteX6" fmla="*/ 115321 w 238128"/>
                      <a:gd name="connsiteY6" fmla="*/ 193591 h 536633"/>
                      <a:gd name="connsiteX7" fmla="*/ 47245 w 238128"/>
                      <a:gd name="connsiteY7" fmla="*/ 0 h 536633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15321 w 238128"/>
                      <a:gd name="connsiteY6" fmla="*/ 77084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86592 w 238128"/>
                      <a:gd name="connsiteY1" fmla="*/ 230694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8128"/>
                      <a:gd name="connsiteY0" fmla="*/ 76021 h 420126"/>
                      <a:gd name="connsiteX1" fmla="*/ 74529 w 238128"/>
                      <a:gd name="connsiteY1" fmla="*/ 247502 h 420126"/>
                      <a:gd name="connsiteX2" fmla="*/ 125538 w 238128"/>
                      <a:gd name="connsiteY2" fmla="*/ 360496 h 420126"/>
                      <a:gd name="connsiteX3" fmla="*/ 191388 w 238128"/>
                      <a:gd name="connsiteY3" fmla="*/ 420095 h 420126"/>
                      <a:gd name="connsiteX4" fmla="*/ 238128 w 238128"/>
                      <a:gd name="connsiteY4" fmla="*/ 353812 h 420126"/>
                      <a:gd name="connsiteX5" fmla="*/ 191602 w 238128"/>
                      <a:gd name="connsiteY5" fmla="*/ 238074 h 420126"/>
                      <a:gd name="connsiteX6" fmla="*/ 102278 w 238128"/>
                      <a:gd name="connsiteY6" fmla="*/ 121903 h 420126"/>
                      <a:gd name="connsiteX7" fmla="*/ 4049 w 238128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35293"/>
                      <a:gd name="connsiteY0" fmla="*/ 99321 h 420126"/>
                      <a:gd name="connsiteX1" fmla="*/ 71694 w 235293"/>
                      <a:gd name="connsiteY1" fmla="*/ 247502 h 420126"/>
                      <a:gd name="connsiteX2" fmla="*/ 122703 w 235293"/>
                      <a:gd name="connsiteY2" fmla="*/ 360496 h 420126"/>
                      <a:gd name="connsiteX3" fmla="*/ 188553 w 235293"/>
                      <a:gd name="connsiteY3" fmla="*/ 420095 h 420126"/>
                      <a:gd name="connsiteX4" fmla="*/ 235293 w 235293"/>
                      <a:gd name="connsiteY4" fmla="*/ 353812 h 420126"/>
                      <a:gd name="connsiteX5" fmla="*/ 188767 w 235293"/>
                      <a:gd name="connsiteY5" fmla="*/ 238074 h 420126"/>
                      <a:gd name="connsiteX6" fmla="*/ 99443 w 235293"/>
                      <a:gd name="connsiteY6" fmla="*/ 121903 h 420126"/>
                      <a:gd name="connsiteX7" fmla="*/ 1214 w 235293"/>
                      <a:gd name="connsiteY7" fmla="*/ 0 h 420126"/>
                      <a:gd name="connsiteX0" fmla="*/ 0 w 251046"/>
                      <a:gd name="connsiteY0" fmla="*/ 132173 h 420126"/>
                      <a:gd name="connsiteX1" fmla="*/ 87447 w 251046"/>
                      <a:gd name="connsiteY1" fmla="*/ 247502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83141 w 251046"/>
                      <a:gd name="connsiteY1" fmla="*/ 266220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  <a:gd name="connsiteX0" fmla="*/ 0 w 251046"/>
                      <a:gd name="connsiteY0" fmla="*/ 132173 h 420126"/>
                      <a:gd name="connsiteX1" fmla="*/ 98529 w 251046"/>
                      <a:gd name="connsiteY1" fmla="*/ 258705 h 420126"/>
                      <a:gd name="connsiteX2" fmla="*/ 138456 w 251046"/>
                      <a:gd name="connsiteY2" fmla="*/ 360496 h 420126"/>
                      <a:gd name="connsiteX3" fmla="*/ 204306 w 251046"/>
                      <a:gd name="connsiteY3" fmla="*/ 420095 h 420126"/>
                      <a:gd name="connsiteX4" fmla="*/ 251046 w 251046"/>
                      <a:gd name="connsiteY4" fmla="*/ 353812 h 420126"/>
                      <a:gd name="connsiteX5" fmla="*/ 204520 w 251046"/>
                      <a:gd name="connsiteY5" fmla="*/ 238074 h 420126"/>
                      <a:gd name="connsiteX6" fmla="*/ 115196 w 251046"/>
                      <a:gd name="connsiteY6" fmla="*/ 121903 h 420126"/>
                      <a:gd name="connsiteX7" fmla="*/ 16967 w 251046"/>
                      <a:gd name="connsiteY7" fmla="*/ 0 h 420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1046" h="420126">
                        <a:moveTo>
                          <a:pt x="0" y="132173"/>
                        </a:moveTo>
                        <a:cubicBezTo>
                          <a:pt x="25997" y="194447"/>
                          <a:pt x="75453" y="220651"/>
                          <a:pt x="98529" y="258705"/>
                        </a:cubicBezTo>
                        <a:cubicBezTo>
                          <a:pt x="121605" y="296759"/>
                          <a:pt x="120676" y="308941"/>
                          <a:pt x="138456" y="360496"/>
                        </a:cubicBezTo>
                        <a:cubicBezTo>
                          <a:pt x="155218" y="392261"/>
                          <a:pt x="185541" y="421209"/>
                          <a:pt x="204306" y="420095"/>
                        </a:cubicBezTo>
                        <a:cubicBezTo>
                          <a:pt x="223071" y="418981"/>
                          <a:pt x="251010" y="384149"/>
                          <a:pt x="251046" y="353812"/>
                        </a:cubicBezTo>
                        <a:cubicBezTo>
                          <a:pt x="251082" y="323475"/>
                          <a:pt x="227162" y="276726"/>
                          <a:pt x="204520" y="238074"/>
                        </a:cubicBezTo>
                        <a:cubicBezTo>
                          <a:pt x="181878" y="199422"/>
                          <a:pt x="143968" y="186044"/>
                          <a:pt x="115196" y="121903"/>
                        </a:cubicBezTo>
                        <a:cubicBezTo>
                          <a:pt x="71474" y="59634"/>
                          <a:pt x="36459" y="43548"/>
                          <a:pt x="16967" y="0"/>
                        </a:cubicBezTo>
                      </a:path>
                    </a:pathLst>
                  </a:custGeom>
                  <a:solidFill>
                    <a:srgbClr val="FFFBF1"/>
                  </a:solidFill>
                  <a:ln w="1270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9" name="组合 138">
                  <a:extLst>
                    <a:ext uri="{FF2B5EF4-FFF2-40B4-BE49-F238E27FC236}">
                      <a16:creationId xmlns:a16="http://schemas.microsoft.com/office/drawing/2014/main" id="{72DF2323-ED32-1959-2A3F-25FBE579E015}"/>
                    </a:ext>
                  </a:extLst>
                </p:cNvPr>
                <p:cNvGrpSpPr/>
                <p:nvPr/>
              </p:nvGrpSpPr>
              <p:grpSpPr>
                <a:xfrm>
                  <a:off x="470873" y="2973002"/>
                  <a:ext cx="1775393" cy="3140416"/>
                  <a:chOff x="547538" y="7119093"/>
                  <a:chExt cx="1775393" cy="3140416"/>
                </a:xfrm>
                <a:grpFill/>
              </p:grpSpPr>
              <p:sp>
                <p:nvSpPr>
                  <p:cNvPr id="140" name="任意多边形: 形状 139">
                    <a:extLst>
                      <a:ext uri="{FF2B5EF4-FFF2-40B4-BE49-F238E27FC236}">
                        <a16:creationId xmlns:a16="http://schemas.microsoft.com/office/drawing/2014/main" id="{5E7EC975-3099-C716-914B-FCF28DE4EBD8}"/>
                      </a:ext>
                    </a:extLst>
                  </p:cNvPr>
                  <p:cNvSpPr/>
                  <p:nvPr/>
                </p:nvSpPr>
                <p:spPr>
                  <a:xfrm>
                    <a:off x="547538" y="8838242"/>
                    <a:ext cx="789084" cy="142126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0" fmla="*/ 486101 w 898853"/>
                      <a:gd name="connsiteY0" fmla="*/ 672678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25826 w 898853"/>
                      <a:gd name="connsiteY13" fmla="*/ 1069554 h 2752057"/>
                      <a:gd name="connsiteX14" fmla="*/ 898853 w 898853"/>
                      <a:gd name="connsiteY14" fmla="*/ 799682 h 2752057"/>
                      <a:gd name="connsiteX15" fmla="*/ 759154 w 898853"/>
                      <a:gd name="connsiteY15" fmla="*/ 440907 h 2752057"/>
                      <a:gd name="connsiteX16" fmla="*/ 848054 w 898853"/>
                      <a:gd name="connsiteY16" fmla="*/ 374232 h 2752057"/>
                      <a:gd name="connsiteX17" fmla="*/ 882978 w 898853"/>
                      <a:gd name="connsiteY17" fmla="*/ 256757 h 2752057"/>
                      <a:gd name="connsiteX18" fmla="*/ 838529 w 898853"/>
                      <a:gd name="connsiteY18" fmla="*/ 82132 h 2752057"/>
                      <a:gd name="connsiteX19" fmla="*/ 662313 w 898853"/>
                      <a:gd name="connsiteY19" fmla="*/ 1166 h 2752057"/>
                      <a:gd name="connsiteX20" fmla="*/ 517853 w 898853"/>
                      <a:gd name="connsiteY20" fmla="*/ 167857 h 2752057"/>
                      <a:gd name="connsiteX21" fmla="*/ 613103 w 898853"/>
                      <a:gd name="connsiteY21" fmla="*/ 399631 h 2752057"/>
                      <a:gd name="connsiteX22" fmla="*/ 530551 w 898853"/>
                      <a:gd name="connsiteY22" fmla="*/ 558379 h 2752057"/>
                      <a:gd name="connsiteX23" fmla="*/ 486101 w 898853"/>
                      <a:gd name="connsiteY23" fmla="*/ 672678 h 2752057"/>
                      <a:gd name="connsiteX0" fmla="*/ 486101 w 882978"/>
                      <a:gd name="connsiteY0" fmla="*/ 672678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25826 w 882978"/>
                      <a:gd name="connsiteY13" fmla="*/ 1069554 h 2752057"/>
                      <a:gd name="connsiteX14" fmla="*/ 759154 w 882978"/>
                      <a:gd name="connsiteY14" fmla="*/ 440907 h 2752057"/>
                      <a:gd name="connsiteX15" fmla="*/ 848054 w 882978"/>
                      <a:gd name="connsiteY15" fmla="*/ 374232 h 2752057"/>
                      <a:gd name="connsiteX16" fmla="*/ 882978 w 882978"/>
                      <a:gd name="connsiteY16" fmla="*/ 256757 h 2752057"/>
                      <a:gd name="connsiteX17" fmla="*/ 838529 w 882978"/>
                      <a:gd name="connsiteY17" fmla="*/ 82132 h 2752057"/>
                      <a:gd name="connsiteX18" fmla="*/ 662313 w 882978"/>
                      <a:gd name="connsiteY18" fmla="*/ 1166 h 2752057"/>
                      <a:gd name="connsiteX19" fmla="*/ 517853 w 882978"/>
                      <a:gd name="connsiteY19" fmla="*/ 167857 h 2752057"/>
                      <a:gd name="connsiteX20" fmla="*/ 613103 w 882978"/>
                      <a:gd name="connsiteY20" fmla="*/ 399631 h 2752057"/>
                      <a:gd name="connsiteX21" fmla="*/ 530551 w 882978"/>
                      <a:gd name="connsiteY21" fmla="*/ 558379 h 2752057"/>
                      <a:gd name="connsiteX22" fmla="*/ 486101 w 882978"/>
                      <a:gd name="connsiteY22" fmla="*/ 672678 h 2752057"/>
                      <a:gd name="connsiteX0" fmla="*/ 486101 w 885823"/>
                      <a:gd name="connsiteY0" fmla="*/ 672678 h 2752057"/>
                      <a:gd name="connsiteX1" fmla="*/ 443239 w 885823"/>
                      <a:gd name="connsiteY1" fmla="*/ 1310854 h 2752057"/>
                      <a:gd name="connsiteX2" fmla="*/ 440063 w 885823"/>
                      <a:gd name="connsiteY2" fmla="*/ 1609304 h 2752057"/>
                      <a:gd name="connsiteX3" fmla="*/ 390851 w 885823"/>
                      <a:gd name="connsiteY3" fmla="*/ 1968079 h 2752057"/>
                      <a:gd name="connsiteX4" fmla="*/ 162250 w 885823"/>
                      <a:gd name="connsiteY4" fmla="*/ 2223666 h 2752057"/>
                      <a:gd name="connsiteX5" fmla="*/ 86054 w 885823"/>
                      <a:gd name="connsiteY5" fmla="*/ 2466557 h 2752057"/>
                      <a:gd name="connsiteX6" fmla="*/ 326 w 885823"/>
                      <a:gd name="connsiteY6" fmla="*/ 2587204 h 2752057"/>
                      <a:gd name="connsiteX7" fmla="*/ 119388 w 885823"/>
                      <a:gd name="connsiteY7" fmla="*/ 2685629 h 2752057"/>
                      <a:gd name="connsiteX8" fmla="*/ 365451 w 885823"/>
                      <a:gd name="connsiteY8" fmla="*/ 2730078 h 2752057"/>
                      <a:gd name="connsiteX9" fmla="*/ 187651 w 885823"/>
                      <a:gd name="connsiteY9" fmla="*/ 2542754 h 2752057"/>
                      <a:gd name="connsiteX10" fmla="*/ 346404 w 885823"/>
                      <a:gd name="connsiteY10" fmla="*/ 2320508 h 2752057"/>
                      <a:gd name="connsiteX11" fmla="*/ 587701 w 885823"/>
                      <a:gd name="connsiteY11" fmla="*/ 2079204 h 2752057"/>
                      <a:gd name="connsiteX12" fmla="*/ 794076 w 885823"/>
                      <a:gd name="connsiteY12" fmla="*/ 1568029 h 2752057"/>
                      <a:gd name="connsiteX13" fmla="*/ 825826 w 885823"/>
                      <a:gd name="connsiteY13" fmla="*/ 1069554 h 2752057"/>
                      <a:gd name="connsiteX14" fmla="*/ 759154 w 885823"/>
                      <a:gd name="connsiteY14" fmla="*/ 440907 h 2752057"/>
                      <a:gd name="connsiteX15" fmla="*/ 882978 w 885823"/>
                      <a:gd name="connsiteY15" fmla="*/ 256757 h 2752057"/>
                      <a:gd name="connsiteX16" fmla="*/ 838529 w 885823"/>
                      <a:gd name="connsiteY16" fmla="*/ 82132 h 2752057"/>
                      <a:gd name="connsiteX17" fmla="*/ 662313 w 885823"/>
                      <a:gd name="connsiteY17" fmla="*/ 1166 h 2752057"/>
                      <a:gd name="connsiteX18" fmla="*/ 517853 w 885823"/>
                      <a:gd name="connsiteY18" fmla="*/ 167857 h 2752057"/>
                      <a:gd name="connsiteX19" fmla="*/ 613103 w 885823"/>
                      <a:gd name="connsiteY19" fmla="*/ 399631 h 2752057"/>
                      <a:gd name="connsiteX20" fmla="*/ 530551 w 885823"/>
                      <a:gd name="connsiteY20" fmla="*/ 558379 h 2752057"/>
                      <a:gd name="connsiteX21" fmla="*/ 486101 w 885823"/>
                      <a:gd name="connsiteY21" fmla="*/ 672678 h 2752057"/>
                      <a:gd name="connsiteX0" fmla="*/ 486101 w 840402"/>
                      <a:gd name="connsiteY0" fmla="*/ 673911 h 2753290"/>
                      <a:gd name="connsiteX1" fmla="*/ 443239 w 840402"/>
                      <a:gd name="connsiteY1" fmla="*/ 1312087 h 2753290"/>
                      <a:gd name="connsiteX2" fmla="*/ 440063 w 840402"/>
                      <a:gd name="connsiteY2" fmla="*/ 1610537 h 2753290"/>
                      <a:gd name="connsiteX3" fmla="*/ 390851 w 840402"/>
                      <a:gd name="connsiteY3" fmla="*/ 1969312 h 2753290"/>
                      <a:gd name="connsiteX4" fmla="*/ 162250 w 840402"/>
                      <a:gd name="connsiteY4" fmla="*/ 2224899 h 2753290"/>
                      <a:gd name="connsiteX5" fmla="*/ 86054 w 840402"/>
                      <a:gd name="connsiteY5" fmla="*/ 2467790 h 2753290"/>
                      <a:gd name="connsiteX6" fmla="*/ 326 w 840402"/>
                      <a:gd name="connsiteY6" fmla="*/ 2588437 h 2753290"/>
                      <a:gd name="connsiteX7" fmla="*/ 119388 w 840402"/>
                      <a:gd name="connsiteY7" fmla="*/ 2686862 h 2753290"/>
                      <a:gd name="connsiteX8" fmla="*/ 365451 w 840402"/>
                      <a:gd name="connsiteY8" fmla="*/ 2731311 h 2753290"/>
                      <a:gd name="connsiteX9" fmla="*/ 187651 w 840402"/>
                      <a:gd name="connsiteY9" fmla="*/ 2543987 h 2753290"/>
                      <a:gd name="connsiteX10" fmla="*/ 346404 w 840402"/>
                      <a:gd name="connsiteY10" fmla="*/ 2321741 h 2753290"/>
                      <a:gd name="connsiteX11" fmla="*/ 587701 w 840402"/>
                      <a:gd name="connsiteY11" fmla="*/ 2080437 h 2753290"/>
                      <a:gd name="connsiteX12" fmla="*/ 794076 w 840402"/>
                      <a:gd name="connsiteY12" fmla="*/ 1569262 h 2753290"/>
                      <a:gd name="connsiteX13" fmla="*/ 825826 w 840402"/>
                      <a:gd name="connsiteY13" fmla="*/ 1070787 h 2753290"/>
                      <a:gd name="connsiteX14" fmla="*/ 759154 w 840402"/>
                      <a:gd name="connsiteY14" fmla="*/ 442140 h 2753290"/>
                      <a:gd name="connsiteX15" fmla="*/ 838529 w 840402"/>
                      <a:gd name="connsiteY15" fmla="*/ 83365 h 2753290"/>
                      <a:gd name="connsiteX16" fmla="*/ 662313 w 840402"/>
                      <a:gd name="connsiteY16" fmla="*/ 2399 h 2753290"/>
                      <a:gd name="connsiteX17" fmla="*/ 517853 w 840402"/>
                      <a:gd name="connsiteY17" fmla="*/ 169090 h 2753290"/>
                      <a:gd name="connsiteX18" fmla="*/ 613103 w 840402"/>
                      <a:gd name="connsiteY18" fmla="*/ 400864 h 2753290"/>
                      <a:gd name="connsiteX19" fmla="*/ 530551 w 840402"/>
                      <a:gd name="connsiteY19" fmla="*/ 559612 h 2753290"/>
                      <a:gd name="connsiteX20" fmla="*/ 486101 w 840402"/>
                      <a:gd name="connsiteY20" fmla="*/ 673911 h 2753290"/>
                      <a:gd name="connsiteX0" fmla="*/ 486101 w 825826"/>
                      <a:gd name="connsiteY0" fmla="*/ 681094 h 2760473"/>
                      <a:gd name="connsiteX1" fmla="*/ 443239 w 825826"/>
                      <a:gd name="connsiteY1" fmla="*/ 1319270 h 2760473"/>
                      <a:gd name="connsiteX2" fmla="*/ 440063 w 825826"/>
                      <a:gd name="connsiteY2" fmla="*/ 1617720 h 2760473"/>
                      <a:gd name="connsiteX3" fmla="*/ 390851 w 825826"/>
                      <a:gd name="connsiteY3" fmla="*/ 1976495 h 2760473"/>
                      <a:gd name="connsiteX4" fmla="*/ 162250 w 825826"/>
                      <a:gd name="connsiteY4" fmla="*/ 2232082 h 2760473"/>
                      <a:gd name="connsiteX5" fmla="*/ 86054 w 825826"/>
                      <a:gd name="connsiteY5" fmla="*/ 2474973 h 2760473"/>
                      <a:gd name="connsiteX6" fmla="*/ 326 w 825826"/>
                      <a:gd name="connsiteY6" fmla="*/ 2595620 h 2760473"/>
                      <a:gd name="connsiteX7" fmla="*/ 119388 w 825826"/>
                      <a:gd name="connsiteY7" fmla="*/ 2694045 h 2760473"/>
                      <a:gd name="connsiteX8" fmla="*/ 365451 w 825826"/>
                      <a:gd name="connsiteY8" fmla="*/ 2738494 h 2760473"/>
                      <a:gd name="connsiteX9" fmla="*/ 187651 w 825826"/>
                      <a:gd name="connsiteY9" fmla="*/ 2551170 h 2760473"/>
                      <a:gd name="connsiteX10" fmla="*/ 346404 w 825826"/>
                      <a:gd name="connsiteY10" fmla="*/ 2328924 h 2760473"/>
                      <a:gd name="connsiteX11" fmla="*/ 587701 w 825826"/>
                      <a:gd name="connsiteY11" fmla="*/ 2087620 h 2760473"/>
                      <a:gd name="connsiteX12" fmla="*/ 794076 w 825826"/>
                      <a:gd name="connsiteY12" fmla="*/ 1576445 h 2760473"/>
                      <a:gd name="connsiteX13" fmla="*/ 825826 w 825826"/>
                      <a:gd name="connsiteY13" fmla="*/ 1077970 h 2760473"/>
                      <a:gd name="connsiteX14" fmla="*/ 759154 w 825826"/>
                      <a:gd name="connsiteY14" fmla="*/ 449323 h 2760473"/>
                      <a:gd name="connsiteX15" fmla="*/ 662313 w 825826"/>
                      <a:gd name="connsiteY15" fmla="*/ 9582 h 2760473"/>
                      <a:gd name="connsiteX16" fmla="*/ 517853 w 825826"/>
                      <a:gd name="connsiteY16" fmla="*/ 176273 h 2760473"/>
                      <a:gd name="connsiteX17" fmla="*/ 613103 w 825826"/>
                      <a:gd name="connsiteY17" fmla="*/ 408047 h 2760473"/>
                      <a:gd name="connsiteX18" fmla="*/ 530551 w 825826"/>
                      <a:gd name="connsiteY18" fmla="*/ 566795 h 2760473"/>
                      <a:gd name="connsiteX19" fmla="*/ 486101 w 825826"/>
                      <a:gd name="connsiteY19" fmla="*/ 681094 h 2760473"/>
                      <a:gd name="connsiteX0" fmla="*/ 486101 w 825826"/>
                      <a:gd name="connsiteY0" fmla="*/ 504821 h 2584200"/>
                      <a:gd name="connsiteX1" fmla="*/ 443239 w 825826"/>
                      <a:gd name="connsiteY1" fmla="*/ 1142997 h 2584200"/>
                      <a:gd name="connsiteX2" fmla="*/ 440063 w 825826"/>
                      <a:gd name="connsiteY2" fmla="*/ 1441447 h 2584200"/>
                      <a:gd name="connsiteX3" fmla="*/ 390851 w 825826"/>
                      <a:gd name="connsiteY3" fmla="*/ 1800222 h 2584200"/>
                      <a:gd name="connsiteX4" fmla="*/ 162250 w 825826"/>
                      <a:gd name="connsiteY4" fmla="*/ 2055809 h 2584200"/>
                      <a:gd name="connsiteX5" fmla="*/ 86054 w 825826"/>
                      <a:gd name="connsiteY5" fmla="*/ 2298700 h 2584200"/>
                      <a:gd name="connsiteX6" fmla="*/ 326 w 825826"/>
                      <a:gd name="connsiteY6" fmla="*/ 2419347 h 2584200"/>
                      <a:gd name="connsiteX7" fmla="*/ 119388 w 825826"/>
                      <a:gd name="connsiteY7" fmla="*/ 2517772 h 2584200"/>
                      <a:gd name="connsiteX8" fmla="*/ 365451 w 825826"/>
                      <a:gd name="connsiteY8" fmla="*/ 2562221 h 2584200"/>
                      <a:gd name="connsiteX9" fmla="*/ 187651 w 825826"/>
                      <a:gd name="connsiteY9" fmla="*/ 2374897 h 2584200"/>
                      <a:gd name="connsiteX10" fmla="*/ 346404 w 825826"/>
                      <a:gd name="connsiteY10" fmla="*/ 2152651 h 2584200"/>
                      <a:gd name="connsiteX11" fmla="*/ 587701 w 825826"/>
                      <a:gd name="connsiteY11" fmla="*/ 1911347 h 2584200"/>
                      <a:gd name="connsiteX12" fmla="*/ 794076 w 825826"/>
                      <a:gd name="connsiteY12" fmla="*/ 1400172 h 2584200"/>
                      <a:gd name="connsiteX13" fmla="*/ 825826 w 825826"/>
                      <a:gd name="connsiteY13" fmla="*/ 901697 h 2584200"/>
                      <a:gd name="connsiteX14" fmla="*/ 759154 w 825826"/>
                      <a:gd name="connsiteY14" fmla="*/ 273050 h 2584200"/>
                      <a:gd name="connsiteX15" fmla="*/ 517853 w 825826"/>
                      <a:gd name="connsiteY15" fmla="*/ 0 h 2584200"/>
                      <a:gd name="connsiteX16" fmla="*/ 613103 w 825826"/>
                      <a:gd name="connsiteY16" fmla="*/ 231774 h 2584200"/>
                      <a:gd name="connsiteX17" fmla="*/ 530551 w 825826"/>
                      <a:gd name="connsiteY17" fmla="*/ 390522 h 2584200"/>
                      <a:gd name="connsiteX18" fmla="*/ 486101 w 825826"/>
                      <a:gd name="connsiteY18" fmla="*/ 504821 h 2584200"/>
                      <a:gd name="connsiteX0" fmla="*/ 486101 w 825826"/>
                      <a:gd name="connsiteY0" fmla="*/ 301686 h 2381065"/>
                      <a:gd name="connsiteX1" fmla="*/ 443239 w 825826"/>
                      <a:gd name="connsiteY1" fmla="*/ 939862 h 2381065"/>
                      <a:gd name="connsiteX2" fmla="*/ 440063 w 825826"/>
                      <a:gd name="connsiteY2" fmla="*/ 1238312 h 2381065"/>
                      <a:gd name="connsiteX3" fmla="*/ 390851 w 825826"/>
                      <a:gd name="connsiteY3" fmla="*/ 1597087 h 2381065"/>
                      <a:gd name="connsiteX4" fmla="*/ 162250 w 825826"/>
                      <a:gd name="connsiteY4" fmla="*/ 1852674 h 2381065"/>
                      <a:gd name="connsiteX5" fmla="*/ 86054 w 825826"/>
                      <a:gd name="connsiteY5" fmla="*/ 2095565 h 2381065"/>
                      <a:gd name="connsiteX6" fmla="*/ 326 w 825826"/>
                      <a:gd name="connsiteY6" fmla="*/ 2216212 h 2381065"/>
                      <a:gd name="connsiteX7" fmla="*/ 119388 w 825826"/>
                      <a:gd name="connsiteY7" fmla="*/ 2314637 h 2381065"/>
                      <a:gd name="connsiteX8" fmla="*/ 365451 w 825826"/>
                      <a:gd name="connsiteY8" fmla="*/ 2359086 h 2381065"/>
                      <a:gd name="connsiteX9" fmla="*/ 187651 w 825826"/>
                      <a:gd name="connsiteY9" fmla="*/ 2171762 h 2381065"/>
                      <a:gd name="connsiteX10" fmla="*/ 346404 w 825826"/>
                      <a:gd name="connsiteY10" fmla="*/ 1949516 h 2381065"/>
                      <a:gd name="connsiteX11" fmla="*/ 587701 w 825826"/>
                      <a:gd name="connsiteY11" fmla="*/ 1708212 h 2381065"/>
                      <a:gd name="connsiteX12" fmla="*/ 794076 w 825826"/>
                      <a:gd name="connsiteY12" fmla="*/ 1197037 h 2381065"/>
                      <a:gd name="connsiteX13" fmla="*/ 825826 w 825826"/>
                      <a:gd name="connsiteY13" fmla="*/ 698562 h 2381065"/>
                      <a:gd name="connsiteX14" fmla="*/ 759154 w 825826"/>
                      <a:gd name="connsiteY14" fmla="*/ 69915 h 2381065"/>
                      <a:gd name="connsiteX15" fmla="*/ 613103 w 825826"/>
                      <a:gd name="connsiteY15" fmla="*/ 28639 h 2381065"/>
                      <a:gd name="connsiteX16" fmla="*/ 530551 w 825826"/>
                      <a:gd name="connsiteY16" fmla="*/ 187387 h 2381065"/>
                      <a:gd name="connsiteX17" fmla="*/ 486101 w 825826"/>
                      <a:gd name="connsiteY17" fmla="*/ 301686 h 2381065"/>
                      <a:gd name="connsiteX0" fmla="*/ 486101 w 825826"/>
                      <a:gd name="connsiteY0" fmla="*/ 273047 h 2352426"/>
                      <a:gd name="connsiteX1" fmla="*/ 443239 w 825826"/>
                      <a:gd name="connsiteY1" fmla="*/ 911223 h 2352426"/>
                      <a:gd name="connsiteX2" fmla="*/ 440063 w 825826"/>
                      <a:gd name="connsiteY2" fmla="*/ 1209673 h 2352426"/>
                      <a:gd name="connsiteX3" fmla="*/ 390851 w 825826"/>
                      <a:gd name="connsiteY3" fmla="*/ 1568448 h 2352426"/>
                      <a:gd name="connsiteX4" fmla="*/ 162250 w 825826"/>
                      <a:gd name="connsiteY4" fmla="*/ 1824035 h 2352426"/>
                      <a:gd name="connsiteX5" fmla="*/ 86054 w 825826"/>
                      <a:gd name="connsiteY5" fmla="*/ 2066926 h 2352426"/>
                      <a:gd name="connsiteX6" fmla="*/ 326 w 825826"/>
                      <a:gd name="connsiteY6" fmla="*/ 2187573 h 2352426"/>
                      <a:gd name="connsiteX7" fmla="*/ 119388 w 825826"/>
                      <a:gd name="connsiteY7" fmla="*/ 2285998 h 2352426"/>
                      <a:gd name="connsiteX8" fmla="*/ 365451 w 825826"/>
                      <a:gd name="connsiteY8" fmla="*/ 2330447 h 2352426"/>
                      <a:gd name="connsiteX9" fmla="*/ 187651 w 825826"/>
                      <a:gd name="connsiteY9" fmla="*/ 2143123 h 2352426"/>
                      <a:gd name="connsiteX10" fmla="*/ 346404 w 825826"/>
                      <a:gd name="connsiteY10" fmla="*/ 1920877 h 2352426"/>
                      <a:gd name="connsiteX11" fmla="*/ 587701 w 825826"/>
                      <a:gd name="connsiteY11" fmla="*/ 1679573 h 2352426"/>
                      <a:gd name="connsiteX12" fmla="*/ 794076 w 825826"/>
                      <a:gd name="connsiteY12" fmla="*/ 1168398 h 2352426"/>
                      <a:gd name="connsiteX13" fmla="*/ 825826 w 825826"/>
                      <a:gd name="connsiteY13" fmla="*/ 669923 h 2352426"/>
                      <a:gd name="connsiteX14" fmla="*/ 613103 w 825826"/>
                      <a:gd name="connsiteY14" fmla="*/ 0 h 2352426"/>
                      <a:gd name="connsiteX15" fmla="*/ 530551 w 825826"/>
                      <a:gd name="connsiteY15" fmla="*/ 158748 h 2352426"/>
                      <a:gd name="connsiteX16" fmla="*/ 486101 w 825826"/>
                      <a:gd name="connsiteY16" fmla="*/ 273047 h 2352426"/>
                      <a:gd name="connsiteX0" fmla="*/ 486101 w 825826"/>
                      <a:gd name="connsiteY0" fmla="*/ 142512 h 2221891"/>
                      <a:gd name="connsiteX1" fmla="*/ 443239 w 825826"/>
                      <a:gd name="connsiteY1" fmla="*/ 780688 h 2221891"/>
                      <a:gd name="connsiteX2" fmla="*/ 440063 w 825826"/>
                      <a:gd name="connsiteY2" fmla="*/ 1079138 h 2221891"/>
                      <a:gd name="connsiteX3" fmla="*/ 390851 w 825826"/>
                      <a:gd name="connsiteY3" fmla="*/ 1437913 h 2221891"/>
                      <a:gd name="connsiteX4" fmla="*/ 162250 w 825826"/>
                      <a:gd name="connsiteY4" fmla="*/ 1693500 h 2221891"/>
                      <a:gd name="connsiteX5" fmla="*/ 86054 w 825826"/>
                      <a:gd name="connsiteY5" fmla="*/ 1936391 h 2221891"/>
                      <a:gd name="connsiteX6" fmla="*/ 326 w 825826"/>
                      <a:gd name="connsiteY6" fmla="*/ 2057038 h 2221891"/>
                      <a:gd name="connsiteX7" fmla="*/ 119388 w 825826"/>
                      <a:gd name="connsiteY7" fmla="*/ 2155463 h 2221891"/>
                      <a:gd name="connsiteX8" fmla="*/ 365451 w 825826"/>
                      <a:gd name="connsiteY8" fmla="*/ 2199912 h 2221891"/>
                      <a:gd name="connsiteX9" fmla="*/ 187651 w 825826"/>
                      <a:gd name="connsiteY9" fmla="*/ 2012588 h 2221891"/>
                      <a:gd name="connsiteX10" fmla="*/ 346404 w 825826"/>
                      <a:gd name="connsiteY10" fmla="*/ 1790342 h 2221891"/>
                      <a:gd name="connsiteX11" fmla="*/ 587701 w 825826"/>
                      <a:gd name="connsiteY11" fmla="*/ 1549038 h 2221891"/>
                      <a:gd name="connsiteX12" fmla="*/ 794076 w 825826"/>
                      <a:gd name="connsiteY12" fmla="*/ 1037863 h 2221891"/>
                      <a:gd name="connsiteX13" fmla="*/ 825826 w 825826"/>
                      <a:gd name="connsiteY13" fmla="*/ 539388 h 2221891"/>
                      <a:gd name="connsiteX14" fmla="*/ 530551 w 825826"/>
                      <a:gd name="connsiteY14" fmla="*/ 28213 h 2221891"/>
                      <a:gd name="connsiteX15" fmla="*/ 486101 w 825826"/>
                      <a:gd name="connsiteY15" fmla="*/ 142512 h 2221891"/>
                      <a:gd name="connsiteX0" fmla="*/ 486101 w 825826"/>
                      <a:gd name="connsiteY0" fmla="*/ 3813 h 2083192"/>
                      <a:gd name="connsiteX1" fmla="*/ 443239 w 825826"/>
                      <a:gd name="connsiteY1" fmla="*/ 641989 h 2083192"/>
                      <a:gd name="connsiteX2" fmla="*/ 440063 w 825826"/>
                      <a:gd name="connsiteY2" fmla="*/ 940439 h 2083192"/>
                      <a:gd name="connsiteX3" fmla="*/ 390851 w 825826"/>
                      <a:gd name="connsiteY3" fmla="*/ 1299214 h 2083192"/>
                      <a:gd name="connsiteX4" fmla="*/ 162250 w 825826"/>
                      <a:gd name="connsiteY4" fmla="*/ 1554801 h 2083192"/>
                      <a:gd name="connsiteX5" fmla="*/ 86054 w 825826"/>
                      <a:gd name="connsiteY5" fmla="*/ 1797692 h 2083192"/>
                      <a:gd name="connsiteX6" fmla="*/ 326 w 825826"/>
                      <a:gd name="connsiteY6" fmla="*/ 1918339 h 2083192"/>
                      <a:gd name="connsiteX7" fmla="*/ 119388 w 825826"/>
                      <a:gd name="connsiteY7" fmla="*/ 2016764 h 2083192"/>
                      <a:gd name="connsiteX8" fmla="*/ 365451 w 825826"/>
                      <a:gd name="connsiteY8" fmla="*/ 2061213 h 2083192"/>
                      <a:gd name="connsiteX9" fmla="*/ 187651 w 825826"/>
                      <a:gd name="connsiteY9" fmla="*/ 1873889 h 2083192"/>
                      <a:gd name="connsiteX10" fmla="*/ 346404 w 825826"/>
                      <a:gd name="connsiteY10" fmla="*/ 1651643 h 2083192"/>
                      <a:gd name="connsiteX11" fmla="*/ 587701 w 825826"/>
                      <a:gd name="connsiteY11" fmla="*/ 1410339 h 2083192"/>
                      <a:gd name="connsiteX12" fmla="*/ 794076 w 825826"/>
                      <a:gd name="connsiteY12" fmla="*/ 899164 h 2083192"/>
                      <a:gd name="connsiteX13" fmla="*/ 825826 w 825826"/>
                      <a:gd name="connsiteY13" fmla="*/ 400689 h 2083192"/>
                      <a:gd name="connsiteX14" fmla="*/ 486101 w 825826"/>
                      <a:gd name="connsiteY14" fmla="*/ 3813 h 2083192"/>
                      <a:gd name="connsiteX0" fmla="*/ 486101 w 883230"/>
                      <a:gd name="connsiteY0" fmla="*/ 0 h 2079379"/>
                      <a:gd name="connsiteX1" fmla="*/ 443239 w 883230"/>
                      <a:gd name="connsiteY1" fmla="*/ 638176 h 2079379"/>
                      <a:gd name="connsiteX2" fmla="*/ 440063 w 883230"/>
                      <a:gd name="connsiteY2" fmla="*/ 936626 h 2079379"/>
                      <a:gd name="connsiteX3" fmla="*/ 390851 w 883230"/>
                      <a:gd name="connsiteY3" fmla="*/ 1295401 h 2079379"/>
                      <a:gd name="connsiteX4" fmla="*/ 162250 w 883230"/>
                      <a:gd name="connsiteY4" fmla="*/ 1550988 h 2079379"/>
                      <a:gd name="connsiteX5" fmla="*/ 86054 w 883230"/>
                      <a:gd name="connsiteY5" fmla="*/ 1793879 h 2079379"/>
                      <a:gd name="connsiteX6" fmla="*/ 326 w 883230"/>
                      <a:gd name="connsiteY6" fmla="*/ 1914526 h 2079379"/>
                      <a:gd name="connsiteX7" fmla="*/ 119388 w 883230"/>
                      <a:gd name="connsiteY7" fmla="*/ 2012951 h 2079379"/>
                      <a:gd name="connsiteX8" fmla="*/ 365451 w 883230"/>
                      <a:gd name="connsiteY8" fmla="*/ 2057400 h 2079379"/>
                      <a:gd name="connsiteX9" fmla="*/ 187651 w 883230"/>
                      <a:gd name="connsiteY9" fmla="*/ 1870076 h 2079379"/>
                      <a:gd name="connsiteX10" fmla="*/ 346404 w 883230"/>
                      <a:gd name="connsiteY10" fmla="*/ 1647830 h 2079379"/>
                      <a:gd name="connsiteX11" fmla="*/ 587701 w 883230"/>
                      <a:gd name="connsiteY11" fmla="*/ 1406526 h 2079379"/>
                      <a:gd name="connsiteX12" fmla="*/ 794076 w 883230"/>
                      <a:gd name="connsiteY12" fmla="*/ 895351 h 2079379"/>
                      <a:gd name="connsiteX13" fmla="*/ 883230 w 883230"/>
                      <a:gd name="connsiteY13" fmla="*/ 456245 h 2079379"/>
                      <a:gd name="connsiteX0" fmla="*/ 486101 w 794076"/>
                      <a:gd name="connsiteY0" fmla="*/ 0 h 2079379"/>
                      <a:gd name="connsiteX1" fmla="*/ 443239 w 794076"/>
                      <a:gd name="connsiteY1" fmla="*/ 638176 h 2079379"/>
                      <a:gd name="connsiteX2" fmla="*/ 440063 w 794076"/>
                      <a:gd name="connsiteY2" fmla="*/ 936626 h 2079379"/>
                      <a:gd name="connsiteX3" fmla="*/ 390851 w 794076"/>
                      <a:gd name="connsiteY3" fmla="*/ 1295401 h 2079379"/>
                      <a:gd name="connsiteX4" fmla="*/ 162250 w 794076"/>
                      <a:gd name="connsiteY4" fmla="*/ 1550988 h 2079379"/>
                      <a:gd name="connsiteX5" fmla="*/ 86054 w 794076"/>
                      <a:gd name="connsiteY5" fmla="*/ 1793879 h 2079379"/>
                      <a:gd name="connsiteX6" fmla="*/ 326 w 794076"/>
                      <a:gd name="connsiteY6" fmla="*/ 1914526 h 2079379"/>
                      <a:gd name="connsiteX7" fmla="*/ 119388 w 794076"/>
                      <a:gd name="connsiteY7" fmla="*/ 2012951 h 2079379"/>
                      <a:gd name="connsiteX8" fmla="*/ 365451 w 794076"/>
                      <a:gd name="connsiteY8" fmla="*/ 2057400 h 2079379"/>
                      <a:gd name="connsiteX9" fmla="*/ 187651 w 794076"/>
                      <a:gd name="connsiteY9" fmla="*/ 1870076 h 2079379"/>
                      <a:gd name="connsiteX10" fmla="*/ 346404 w 794076"/>
                      <a:gd name="connsiteY10" fmla="*/ 1647830 h 2079379"/>
                      <a:gd name="connsiteX11" fmla="*/ 587701 w 794076"/>
                      <a:gd name="connsiteY11" fmla="*/ 1406526 h 2079379"/>
                      <a:gd name="connsiteX12" fmla="*/ 794076 w 794076"/>
                      <a:gd name="connsiteY12" fmla="*/ 895351 h 2079379"/>
                      <a:gd name="connsiteX0" fmla="*/ 443239 w 794076"/>
                      <a:gd name="connsiteY0" fmla="*/ 0 h 1441203"/>
                      <a:gd name="connsiteX1" fmla="*/ 440063 w 794076"/>
                      <a:gd name="connsiteY1" fmla="*/ 298450 h 1441203"/>
                      <a:gd name="connsiteX2" fmla="*/ 390851 w 794076"/>
                      <a:gd name="connsiteY2" fmla="*/ 657225 h 1441203"/>
                      <a:gd name="connsiteX3" fmla="*/ 162250 w 794076"/>
                      <a:gd name="connsiteY3" fmla="*/ 912812 h 1441203"/>
                      <a:gd name="connsiteX4" fmla="*/ 86054 w 794076"/>
                      <a:gd name="connsiteY4" fmla="*/ 1155703 h 1441203"/>
                      <a:gd name="connsiteX5" fmla="*/ 326 w 794076"/>
                      <a:gd name="connsiteY5" fmla="*/ 1276350 h 1441203"/>
                      <a:gd name="connsiteX6" fmla="*/ 119388 w 794076"/>
                      <a:gd name="connsiteY6" fmla="*/ 1374775 h 1441203"/>
                      <a:gd name="connsiteX7" fmla="*/ 365451 w 794076"/>
                      <a:gd name="connsiteY7" fmla="*/ 1419224 h 1441203"/>
                      <a:gd name="connsiteX8" fmla="*/ 187651 w 794076"/>
                      <a:gd name="connsiteY8" fmla="*/ 1231900 h 1441203"/>
                      <a:gd name="connsiteX9" fmla="*/ 346404 w 794076"/>
                      <a:gd name="connsiteY9" fmla="*/ 1009654 h 1441203"/>
                      <a:gd name="connsiteX10" fmla="*/ 587701 w 794076"/>
                      <a:gd name="connsiteY10" fmla="*/ 768350 h 1441203"/>
                      <a:gd name="connsiteX11" fmla="*/ 794076 w 794076"/>
                      <a:gd name="connsiteY11" fmla="*/ 257175 h 1441203"/>
                      <a:gd name="connsiteX0" fmla="*/ 440063 w 794076"/>
                      <a:gd name="connsiteY0" fmla="*/ 41275 h 1184028"/>
                      <a:gd name="connsiteX1" fmla="*/ 390851 w 794076"/>
                      <a:gd name="connsiteY1" fmla="*/ 400050 h 1184028"/>
                      <a:gd name="connsiteX2" fmla="*/ 162250 w 794076"/>
                      <a:gd name="connsiteY2" fmla="*/ 655637 h 1184028"/>
                      <a:gd name="connsiteX3" fmla="*/ 86054 w 794076"/>
                      <a:gd name="connsiteY3" fmla="*/ 898528 h 1184028"/>
                      <a:gd name="connsiteX4" fmla="*/ 326 w 794076"/>
                      <a:gd name="connsiteY4" fmla="*/ 1019175 h 1184028"/>
                      <a:gd name="connsiteX5" fmla="*/ 119388 w 794076"/>
                      <a:gd name="connsiteY5" fmla="*/ 1117600 h 1184028"/>
                      <a:gd name="connsiteX6" fmla="*/ 365451 w 794076"/>
                      <a:gd name="connsiteY6" fmla="*/ 1162049 h 1184028"/>
                      <a:gd name="connsiteX7" fmla="*/ 187651 w 794076"/>
                      <a:gd name="connsiteY7" fmla="*/ 974725 h 1184028"/>
                      <a:gd name="connsiteX8" fmla="*/ 346404 w 794076"/>
                      <a:gd name="connsiteY8" fmla="*/ 752479 h 1184028"/>
                      <a:gd name="connsiteX9" fmla="*/ 587701 w 794076"/>
                      <a:gd name="connsiteY9" fmla="*/ 511175 h 1184028"/>
                      <a:gd name="connsiteX10" fmla="*/ 794076 w 794076"/>
                      <a:gd name="connsiteY10" fmla="*/ 0 h 1184028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87701 w 613360"/>
                      <a:gd name="connsiteY9" fmla="*/ 469900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63783 w 613360"/>
                      <a:gd name="connsiteY9" fmla="*/ 467151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63 w 613360"/>
                      <a:gd name="connsiteY0" fmla="*/ 0 h 1142753"/>
                      <a:gd name="connsiteX1" fmla="*/ 390851 w 613360"/>
                      <a:gd name="connsiteY1" fmla="*/ 358775 h 1142753"/>
                      <a:gd name="connsiteX2" fmla="*/ 162250 w 613360"/>
                      <a:gd name="connsiteY2" fmla="*/ 614362 h 1142753"/>
                      <a:gd name="connsiteX3" fmla="*/ 86054 w 613360"/>
                      <a:gd name="connsiteY3" fmla="*/ 857253 h 1142753"/>
                      <a:gd name="connsiteX4" fmla="*/ 326 w 613360"/>
                      <a:gd name="connsiteY4" fmla="*/ 977900 h 1142753"/>
                      <a:gd name="connsiteX5" fmla="*/ 119388 w 613360"/>
                      <a:gd name="connsiteY5" fmla="*/ 1076325 h 1142753"/>
                      <a:gd name="connsiteX6" fmla="*/ 365451 w 613360"/>
                      <a:gd name="connsiteY6" fmla="*/ 1120774 h 1142753"/>
                      <a:gd name="connsiteX7" fmla="*/ 187651 w 613360"/>
                      <a:gd name="connsiteY7" fmla="*/ 933450 h 1142753"/>
                      <a:gd name="connsiteX8" fmla="*/ 346404 w 613360"/>
                      <a:gd name="connsiteY8" fmla="*/ 711204 h 1142753"/>
                      <a:gd name="connsiteX9" fmla="*/ 547838 w 613360"/>
                      <a:gd name="connsiteY9" fmla="*/ 458905 h 1142753"/>
                      <a:gd name="connsiteX10" fmla="*/ 613360 w 613360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90874 w 613383"/>
                      <a:gd name="connsiteY1" fmla="*/ 358775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440086 w 613383"/>
                      <a:gd name="connsiteY0" fmla="*/ 0 h 1142753"/>
                      <a:gd name="connsiteX1" fmla="*/ 366956 w 613383"/>
                      <a:gd name="connsiteY1" fmla="*/ 402752 h 1142753"/>
                      <a:gd name="connsiteX2" fmla="*/ 175561 w 613383"/>
                      <a:gd name="connsiteY2" fmla="*/ 611614 h 1142753"/>
                      <a:gd name="connsiteX3" fmla="*/ 86077 w 613383"/>
                      <a:gd name="connsiteY3" fmla="*/ 857253 h 1142753"/>
                      <a:gd name="connsiteX4" fmla="*/ 349 w 613383"/>
                      <a:gd name="connsiteY4" fmla="*/ 977900 h 1142753"/>
                      <a:gd name="connsiteX5" fmla="*/ 119411 w 613383"/>
                      <a:gd name="connsiteY5" fmla="*/ 1076325 h 1142753"/>
                      <a:gd name="connsiteX6" fmla="*/ 365474 w 613383"/>
                      <a:gd name="connsiteY6" fmla="*/ 1120774 h 1142753"/>
                      <a:gd name="connsiteX7" fmla="*/ 187674 w 613383"/>
                      <a:gd name="connsiteY7" fmla="*/ 933450 h 1142753"/>
                      <a:gd name="connsiteX8" fmla="*/ 346427 w 613383"/>
                      <a:gd name="connsiteY8" fmla="*/ 711204 h 1142753"/>
                      <a:gd name="connsiteX9" fmla="*/ 547861 w 613383"/>
                      <a:gd name="connsiteY9" fmla="*/ 458905 h 1142753"/>
                      <a:gd name="connsiteX10" fmla="*/ 613383 w 613383"/>
                      <a:gd name="connsiteY10" fmla="*/ 239076 h 1142753"/>
                      <a:gd name="connsiteX0" fmla="*/ 378962 w 613383"/>
                      <a:gd name="connsiteY0" fmla="*/ 0 h 1208718"/>
                      <a:gd name="connsiteX1" fmla="*/ 366956 w 613383"/>
                      <a:gd name="connsiteY1" fmla="*/ 468717 h 1208718"/>
                      <a:gd name="connsiteX2" fmla="*/ 175561 w 613383"/>
                      <a:gd name="connsiteY2" fmla="*/ 677579 h 1208718"/>
                      <a:gd name="connsiteX3" fmla="*/ 86077 w 613383"/>
                      <a:gd name="connsiteY3" fmla="*/ 923218 h 1208718"/>
                      <a:gd name="connsiteX4" fmla="*/ 349 w 613383"/>
                      <a:gd name="connsiteY4" fmla="*/ 1043865 h 1208718"/>
                      <a:gd name="connsiteX5" fmla="*/ 119411 w 613383"/>
                      <a:gd name="connsiteY5" fmla="*/ 1142290 h 1208718"/>
                      <a:gd name="connsiteX6" fmla="*/ 365474 w 613383"/>
                      <a:gd name="connsiteY6" fmla="*/ 1186739 h 1208718"/>
                      <a:gd name="connsiteX7" fmla="*/ 187674 w 613383"/>
                      <a:gd name="connsiteY7" fmla="*/ 999415 h 1208718"/>
                      <a:gd name="connsiteX8" fmla="*/ 346427 w 613383"/>
                      <a:gd name="connsiteY8" fmla="*/ 777169 h 1208718"/>
                      <a:gd name="connsiteX9" fmla="*/ 547861 w 613383"/>
                      <a:gd name="connsiteY9" fmla="*/ 524870 h 1208718"/>
                      <a:gd name="connsiteX10" fmla="*/ 613383 w 613383"/>
                      <a:gd name="connsiteY10" fmla="*/ 305041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962 w 597438"/>
                      <a:gd name="connsiteY0" fmla="*/ 0 h 1208718"/>
                      <a:gd name="connsiteX1" fmla="*/ 366956 w 597438"/>
                      <a:gd name="connsiteY1" fmla="*/ 468717 h 1208718"/>
                      <a:gd name="connsiteX2" fmla="*/ 175561 w 597438"/>
                      <a:gd name="connsiteY2" fmla="*/ 677579 h 1208718"/>
                      <a:gd name="connsiteX3" fmla="*/ 86077 w 597438"/>
                      <a:gd name="connsiteY3" fmla="*/ 923218 h 1208718"/>
                      <a:gd name="connsiteX4" fmla="*/ 349 w 597438"/>
                      <a:gd name="connsiteY4" fmla="*/ 1043865 h 1208718"/>
                      <a:gd name="connsiteX5" fmla="*/ 119411 w 597438"/>
                      <a:gd name="connsiteY5" fmla="*/ 1142290 h 1208718"/>
                      <a:gd name="connsiteX6" fmla="*/ 365474 w 597438"/>
                      <a:gd name="connsiteY6" fmla="*/ 1186739 h 1208718"/>
                      <a:gd name="connsiteX7" fmla="*/ 187674 w 597438"/>
                      <a:gd name="connsiteY7" fmla="*/ 999415 h 1208718"/>
                      <a:gd name="connsiteX8" fmla="*/ 346427 w 597438"/>
                      <a:gd name="connsiteY8" fmla="*/ 777169 h 1208718"/>
                      <a:gd name="connsiteX9" fmla="*/ 547861 w 597438"/>
                      <a:gd name="connsiteY9" fmla="*/ 524870 h 1208718"/>
                      <a:gd name="connsiteX10" fmla="*/ 597438 w 597438"/>
                      <a:gd name="connsiteY10" fmla="*/ 299544 h 1208718"/>
                      <a:gd name="connsiteX0" fmla="*/ 378800 w 597276"/>
                      <a:gd name="connsiteY0" fmla="*/ 0 h 1208718"/>
                      <a:gd name="connsiteX1" fmla="*/ 366794 w 597276"/>
                      <a:gd name="connsiteY1" fmla="*/ 468717 h 1208718"/>
                      <a:gd name="connsiteX2" fmla="*/ 175399 w 597276"/>
                      <a:gd name="connsiteY2" fmla="*/ 677579 h 1208718"/>
                      <a:gd name="connsiteX3" fmla="*/ 93888 w 597276"/>
                      <a:gd name="connsiteY3" fmla="*/ 928715 h 1208718"/>
                      <a:gd name="connsiteX4" fmla="*/ 187 w 597276"/>
                      <a:gd name="connsiteY4" fmla="*/ 1043865 h 1208718"/>
                      <a:gd name="connsiteX5" fmla="*/ 119249 w 597276"/>
                      <a:gd name="connsiteY5" fmla="*/ 1142290 h 1208718"/>
                      <a:gd name="connsiteX6" fmla="*/ 365312 w 597276"/>
                      <a:gd name="connsiteY6" fmla="*/ 1186739 h 1208718"/>
                      <a:gd name="connsiteX7" fmla="*/ 187512 w 597276"/>
                      <a:gd name="connsiteY7" fmla="*/ 999415 h 1208718"/>
                      <a:gd name="connsiteX8" fmla="*/ 346265 w 597276"/>
                      <a:gd name="connsiteY8" fmla="*/ 777169 h 1208718"/>
                      <a:gd name="connsiteX9" fmla="*/ 547699 w 597276"/>
                      <a:gd name="connsiteY9" fmla="*/ 524870 h 1208718"/>
                      <a:gd name="connsiteX10" fmla="*/ 597276 w 597276"/>
                      <a:gd name="connsiteY10" fmla="*/ 299544 h 1208718"/>
                      <a:gd name="connsiteX0" fmla="*/ 336458 w 554934"/>
                      <a:gd name="connsiteY0" fmla="*/ 0 h 1208718"/>
                      <a:gd name="connsiteX1" fmla="*/ 324452 w 554934"/>
                      <a:gd name="connsiteY1" fmla="*/ 468717 h 1208718"/>
                      <a:gd name="connsiteX2" fmla="*/ 133057 w 554934"/>
                      <a:gd name="connsiteY2" fmla="*/ 677579 h 1208718"/>
                      <a:gd name="connsiteX3" fmla="*/ 51546 w 554934"/>
                      <a:gd name="connsiteY3" fmla="*/ 928715 h 1208718"/>
                      <a:gd name="connsiteX4" fmla="*/ 367 w 554934"/>
                      <a:gd name="connsiteY4" fmla="*/ 1041117 h 1208718"/>
                      <a:gd name="connsiteX5" fmla="*/ 76907 w 554934"/>
                      <a:gd name="connsiteY5" fmla="*/ 1142290 h 1208718"/>
                      <a:gd name="connsiteX6" fmla="*/ 322970 w 554934"/>
                      <a:gd name="connsiteY6" fmla="*/ 1186739 h 1208718"/>
                      <a:gd name="connsiteX7" fmla="*/ 145170 w 554934"/>
                      <a:gd name="connsiteY7" fmla="*/ 999415 h 1208718"/>
                      <a:gd name="connsiteX8" fmla="*/ 303923 w 554934"/>
                      <a:gd name="connsiteY8" fmla="*/ 777169 h 1208718"/>
                      <a:gd name="connsiteX9" fmla="*/ 505357 w 554934"/>
                      <a:gd name="connsiteY9" fmla="*/ 524870 h 1208718"/>
                      <a:gd name="connsiteX10" fmla="*/ 554934 w 554934"/>
                      <a:gd name="connsiteY10" fmla="*/ 299544 h 1208718"/>
                      <a:gd name="connsiteX0" fmla="*/ 336952 w 555428"/>
                      <a:gd name="connsiteY0" fmla="*/ 0 h 1201578"/>
                      <a:gd name="connsiteX1" fmla="*/ 324946 w 555428"/>
                      <a:gd name="connsiteY1" fmla="*/ 468717 h 1201578"/>
                      <a:gd name="connsiteX2" fmla="*/ 133551 w 555428"/>
                      <a:gd name="connsiteY2" fmla="*/ 677579 h 1201578"/>
                      <a:gd name="connsiteX3" fmla="*/ 52040 w 555428"/>
                      <a:gd name="connsiteY3" fmla="*/ 928715 h 1201578"/>
                      <a:gd name="connsiteX4" fmla="*/ 861 w 555428"/>
                      <a:gd name="connsiteY4" fmla="*/ 1041117 h 1201578"/>
                      <a:gd name="connsiteX5" fmla="*/ 93346 w 555428"/>
                      <a:gd name="connsiteY5" fmla="*/ 1109308 h 1201578"/>
                      <a:gd name="connsiteX6" fmla="*/ 323464 w 555428"/>
                      <a:gd name="connsiteY6" fmla="*/ 1186739 h 1201578"/>
                      <a:gd name="connsiteX7" fmla="*/ 145664 w 555428"/>
                      <a:gd name="connsiteY7" fmla="*/ 999415 h 1201578"/>
                      <a:gd name="connsiteX8" fmla="*/ 304417 w 555428"/>
                      <a:gd name="connsiteY8" fmla="*/ 777169 h 1201578"/>
                      <a:gd name="connsiteX9" fmla="*/ 505851 w 555428"/>
                      <a:gd name="connsiteY9" fmla="*/ 524870 h 1201578"/>
                      <a:gd name="connsiteX10" fmla="*/ 555428 w 555428"/>
                      <a:gd name="connsiteY10" fmla="*/ 299544 h 1201578"/>
                      <a:gd name="connsiteX0" fmla="*/ 336686 w 555162"/>
                      <a:gd name="connsiteY0" fmla="*/ 0 h 1201578"/>
                      <a:gd name="connsiteX1" fmla="*/ 324680 w 555162"/>
                      <a:gd name="connsiteY1" fmla="*/ 468717 h 1201578"/>
                      <a:gd name="connsiteX2" fmla="*/ 133285 w 555162"/>
                      <a:gd name="connsiteY2" fmla="*/ 677579 h 1201578"/>
                      <a:gd name="connsiteX3" fmla="*/ 51774 w 555162"/>
                      <a:gd name="connsiteY3" fmla="*/ 928715 h 1201578"/>
                      <a:gd name="connsiteX4" fmla="*/ 595 w 555162"/>
                      <a:gd name="connsiteY4" fmla="*/ 1041117 h 1201578"/>
                      <a:gd name="connsiteX5" fmla="*/ 85107 w 555162"/>
                      <a:gd name="connsiteY5" fmla="*/ 1109308 h 1201578"/>
                      <a:gd name="connsiteX6" fmla="*/ 323198 w 555162"/>
                      <a:gd name="connsiteY6" fmla="*/ 1186739 h 1201578"/>
                      <a:gd name="connsiteX7" fmla="*/ 145398 w 555162"/>
                      <a:gd name="connsiteY7" fmla="*/ 999415 h 1201578"/>
                      <a:gd name="connsiteX8" fmla="*/ 304151 w 555162"/>
                      <a:gd name="connsiteY8" fmla="*/ 777169 h 1201578"/>
                      <a:gd name="connsiteX9" fmla="*/ 505585 w 555162"/>
                      <a:gd name="connsiteY9" fmla="*/ 524870 h 1201578"/>
                      <a:gd name="connsiteX10" fmla="*/ 555162 w 555162"/>
                      <a:gd name="connsiteY10" fmla="*/ 299544 h 1201578"/>
                      <a:gd name="connsiteX0" fmla="*/ 357761 w 576237"/>
                      <a:gd name="connsiteY0" fmla="*/ 0 h 1201578"/>
                      <a:gd name="connsiteX1" fmla="*/ 345755 w 576237"/>
                      <a:gd name="connsiteY1" fmla="*/ 468717 h 1201578"/>
                      <a:gd name="connsiteX2" fmla="*/ 154360 w 576237"/>
                      <a:gd name="connsiteY2" fmla="*/ 677579 h 1201578"/>
                      <a:gd name="connsiteX3" fmla="*/ 72849 w 576237"/>
                      <a:gd name="connsiteY3" fmla="*/ 928715 h 1201578"/>
                      <a:gd name="connsiteX4" fmla="*/ 409 w 576237"/>
                      <a:gd name="connsiteY4" fmla="*/ 1046614 h 1201578"/>
                      <a:gd name="connsiteX5" fmla="*/ 106182 w 576237"/>
                      <a:gd name="connsiteY5" fmla="*/ 1109308 h 1201578"/>
                      <a:gd name="connsiteX6" fmla="*/ 344273 w 576237"/>
                      <a:gd name="connsiteY6" fmla="*/ 1186739 h 1201578"/>
                      <a:gd name="connsiteX7" fmla="*/ 166473 w 576237"/>
                      <a:gd name="connsiteY7" fmla="*/ 999415 h 1201578"/>
                      <a:gd name="connsiteX8" fmla="*/ 325226 w 576237"/>
                      <a:gd name="connsiteY8" fmla="*/ 777169 h 1201578"/>
                      <a:gd name="connsiteX9" fmla="*/ 526660 w 576237"/>
                      <a:gd name="connsiteY9" fmla="*/ 524870 h 1201578"/>
                      <a:gd name="connsiteX10" fmla="*/ 576237 w 576237"/>
                      <a:gd name="connsiteY10" fmla="*/ 299544 h 1201578"/>
                      <a:gd name="connsiteX0" fmla="*/ 358700 w 577176"/>
                      <a:gd name="connsiteY0" fmla="*/ 0 h 1201578"/>
                      <a:gd name="connsiteX1" fmla="*/ 346694 w 577176"/>
                      <a:gd name="connsiteY1" fmla="*/ 468717 h 1201578"/>
                      <a:gd name="connsiteX2" fmla="*/ 155299 w 577176"/>
                      <a:gd name="connsiteY2" fmla="*/ 677579 h 1201578"/>
                      <a:gd name="connsiteX3" fmla="*/ 73788 w 577176"/>
                      <a:gd name="connsiteY3" fmla="*/ 928715 h 1201578"/>
                      <a:gd name="connsiteX4" fmla="*/ 1348 w 577176"/>
                      <a:gd name="connsiteY4" fmla="*/ 1046614 h 1201578"/>
                      <a:gd name="connsiteX5" fmla="*/ 107121 w 577176"/>
                      <a:gd name="connsiteY5" fmla="*/ 1109308 h 1201578"/>
                      <a:gd name="connsiteX6" fmla="*/ 345212 w 577176"/>
                      <a:gd name="connsiteY6" fmla="*/ 1186739 h 1201578"/>
                      <a:gd name="connsiteX7" fmla="*/ 167412 w 577176"/>
                      <a:gd name="connsiteY7" fmla="*/ 999415 h 1201578"/>
                      <a:gd name="connsiteX8" fmla="*/ 326165 w 577176"/>
                      <a:gd name="connsiteY8" fmla="*/ 777169 h 1201578"/>
                      <a:gd name="connsiteX9" fmla="*/ 527599 w 577176"/>
                      <a:gd name="connsiteY9" fmla="*/ 524870 h 1201578"/>
                      <a:gd name="connsiteX10" fmla="*/ 577176 w 577176"/>
                      <a:gd name="connsiteY10" fmla="*/ 299544 h 1201578"/>
                      <a:gd name="connsiteX0" fmla="*/ 358700 w 577176"/>
                      <a:gd name="connsiteY0" fmla="*/ 0 h 1208605"/>
                      <a:gd name="connsiteX1" fmla="*/ 346694 w 577176"/>
                      <a:gd name="connsiteY1" fmla="*/ 468717 h 1208605"/>
                      <a:gd name="connsiteX2" fmla="*/ 155299 w 577176"/>
                      <a:gd name="connsiteY2" fmla="*/ 677579 h 1208605"/>
                      <a:gd name="connsiteX3" fmla="*/ 73788 w 577176"/>
                      <a:gd name="connsiteY3" fmla="*/ 928715 h 1208605"/>
                      <a:gd name="connsiteX4" fmla="*/ 1348 w 577176"/>
                      <a:gd name="connsiteY4" fmla="*/ 1046614 h 1208605"/>
                      <a:gd name="connsiteX5" fmla="*/ 107121 w 577176"/>
                      <a:gd name="connsiteY5" fmla="*/ 1109308 h 1208605"/>
                      <a:gd name="connsiteX6" fmla="*/ 345212 w 577176"/>
                      <a:gd name="connsiteY6" fmla="*/ 1186739 h 1208605"/>
                      <a:gd name="connsiteX7" fmla="*/ 167412 w 577176"/>
                      <a:gd name="connsiteY7" fmla="*/ 999415 h 1208605"/>
                      <a:gd name="connsiteX8" fmla="*/ 326165 w 577176"/>
                      <a:gd name="connsiteY8" fmla="*/ 777169 h 1208605"/>
                      <a:gd name="connsiteX9" fmla="*/ 527599 w 577176"/>
                      <a:gd name="connsiteY9" fmla="*/ 524870 h 1208605"/>
                      <a:gd name="connsiteX10" fmla="*/ 577176 w 577176"/>
                      <a:gd name="connsiteY10" fmla="*/ 299544 h 1208605"/>
                      <a:gd name="connsiteX0" fmla="*/ 358700 w 585149"/>
                      <a:gd name="connsiteY0" fmla="*/ 0 h 1208605"/>
                      <a:gd name="connsiteX1" fmla="*/ 346694 w 585149"/>
                      <a:gd name="connsiteY1" fmla="*/ 468717 h 1208605"/>
                      <a:gd name="connsiteX2" fmla="*/ 155299 w 585149"/>
                      <a:gd name="connsiteY2" fmla="*/ 677579 h 1208605"/>
                      <a:gd name="connsiteX3" fmla="*/ 73788 w 585149"/>
                      <a:gd name="connsiteY3" fmla="*/ 928715 h 1208605"/>
                      <a:gd name="connsiteX4" fmla="*/ 1348 w 585149"/>
                      <a:gd name="connsiteY4" fmla="*/ 1046614 h 1208605"/>
                      <a:gd name="connsiteX5" fmla="*/ 107121 w 585149"/>
                      <a:gd name="connsiteY5" fmla="*/ 1109308 h 1208605"/>
                      <a:gd name="connsiteX6" fmla="*/ 345212 w 585149"/>
                      <a:gd name="connsiteY6" fmla="*/ 1186739 h 1208605"/>
                      <a:gd name="connsiteX7" fmla="*/ 167412 w 585149"/>
                      <a:gd name="connsiteY7" fmla="*/ 999415 h 1208605"/>
                      <a:gd name="connsiteX8" fmla="*/ 326165 w 585149"/>
                      <a:gd name="connsiteY8" fmla="*/ 777169 h 1208605"/>
                      <a:gd name="connsiteX9" fmla="*/ 527599 w 585149"/>
                      <a:gd name="connsiteY9" fmla="*/ 524870 h 1208605"/>
                      <a:gd name="connsiteX10" fmla="*/ 585149 w 585149"/>
                      <a:gd name="connsiteY10" fmla="*/ 278930 h 1208605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5149"/>
                      <a:gd name="connsiteY0" fmla="*/ 0 h 1220973"/>
                      <a:gd name="connsiteX1" fmla="*/ 346694 w 585149"/>
                      <a:gd name="connsiteY1" fmla="*/ 481085 h 1220973"/>
                      <a:gd name="connsiteX2" fmla="*/ 155299 w 585149"/>
                      <a:gd name="connsiteY2" fmla="*/ 689947 h 1220973"/>
                      <a:gd name="connsiteX3" fmla="*/ 73788 w 585149"/>
                      <a:gd name="connsiteY3" fmla="*/ 941083 h 1220973"/>
                      <a:gd name="connsiteX4" fmla="*/ 1348 w 585149"/>
                      <a:gd name="connsiteY4" fmla="*/ 1058982 h 1220973"/>
                      <a:gd name="connsiteX5" fmla="*/ 107121 w 585149"/>
                      <a:gd name="connsiteY5" fmla="*/ 1121676 h 1220973"/>
                      <a:gd name="connsiteX6" fmla="*/ 345212 w 585149"/>
                      <a:gd name="connsiteY6" fmla="*/ 1199107 h 1220973"/>
                      <a:gd name="connsiteX7" fmla="*/ 167412 w 585149"/>
                      <a:gd name="connsiteY7" fmla="*/ 1011783 h 1220973"/>
                      <a:gd name="connsiteX8" fmla="*/ 326165 w 585149"/>
                      <a:gd name="connsiteY8" fmla="*/ 789537 h 1220973"/>
                      <a:gd name="connsiteX9" fmla="*/ 527599 w 585149"/>
                      <a:gd name="connsiteY9" fmla="*/ 537238 h 1220973"/>
                      <a:gd name="connsiteX10" fmla="*/ 585149 w 585149"/>
                      <a:gd name="connsiteY10" fmla="*/ 291298 h 1220973"/>
                      <a:gd name="connsiteX0" fmla="*/ 370659 w 588395"/>
                      <a:gd name="connsiteY0" fmla="*/ 0 h 1220973"/>
                      <a:gd name="connsiteX1" fmla="*/ 346694 w 588395"/>
                      <a:gd name="connsiteY1" fmla="*/ 481085 h 1220973"/>
                      <a:gd name="connsiteX2" fmla="*/ 155299 w 588395"/>
                      <a:gd name="connsiteY2" fmla="*/ 689947 h 1220973"/>
                      <a:gd name="connsiteX3" fmla="*/ 73788 w 588395"/>
                      <a:gd name="connsiteY3" fmla="*/ 941083 h 1220973"/>
                      <a:gd name="connsiteX4" fmla="*/ 1348 w 588395"/>
                      <a:gd name="connsiteY4" fmla="*/ 1058982 h 1220973"/>
                      <a:gd name="connsiteX5" fmla="*/ 107121 w 588395"/>
                      <a:gd name="connsiteY5" fmla="*/ 1121676 h 1220973"/>
                      <a:gd name="connsiteX6" fmla="*/ 345212 w 588395"/>
                      <a:gd name="connsiteY6" fmla="*/ 1199107 h 1220973"/>
                      <a:gd name="connsiteX7" fmla="*/ 167412 w 588395"/>
                      <a:gd name="connsiteY7" fmla="*/ 1011783 h 1220973"/>
                      <a:gd name="connsiteX8" fmla="*/ 326165 w 588395"/>
                      <a:gd name="connsiteY8" fmla="*/ 789537 h 1220973"/>
                      <a:gd name="connsiteX9" fmla="*/ 527599 w 588395"/>
                      <a:gd name="connsiteY9" fmla="*/ 537238 h 1220973"/>
                      <a:gd name="connsiteX10" fmla="*/ 585149 w 588395"/>
                      <a:gd name="connsiteY10" fmla="*/ 291298 h 1220973"/>
                      <a:gd name="connsiteX11" fmla="*/ 581046 w 588395"/>
                      <a:gd name="connsiteY11" fmla="*/ 286449 h 1220973"/>
                      <a:gd name="connsiteX0" fmla="*/ 370659 w 587329"/>
                      <a:gd name="connsiteY0" fmla="*/ 0 h 1220973"/>
                      <a:gd name="connsiteX1" fmla="*/ 346694 w 587329"/>
                      <a:gd name="connsiteY1" fmla="*/ 481085 h 1220973"/>
                      <a:gd name="connsiteX2" fmla="*/ 155299 w 587329"/>
                      <a:gd name="connsiteY2" fmla="*/ 689947 h 1220973"/>
                      <a:gd name="connsiteX3" fmla="*/ 73788 w 587329"/>
                      <a:gd name="connsiteY3" fmla="*/ 941083 h 1220973"/>
                      <a:gd name="connsiteX4" fmla="*/ 1348 w 587329"/>
                      <a:gd name="connsiteY4" fmla="*/ 1058982 h 1220973"/>
                      <a:gd name="connsiteX5" fmla="*/ 107121 w 587329"/>
                      <a:gd name="connsiteY5" fmla="*/ 1121676 h 1220973"/>
                      <a:gd name="connsiteX6" fmla="*/ 345212 w 587329"/>
                      <a:gd name="connsiteY6" fmla="*/ 1199107 h 1220973"/>
                      <a:gd name="connsiteX7" fmla="*/ 167412 w 587329"/>
                      <a:gd name="connsiteY7" fmla="*/ 1011783 h 1220973"/>
                      <a:gd name="connsiteX8" fmla="*/ 326165 w 587329"/>
                      <a:gd name="connsiteY8" fmla="*/ 789537 h 1220973"/>
                      <a:gd name="connsiteX9" fmla="*/ 527599 w 587329"/>
                      <a:gd name="connsiteY9" fmla="*/ 537238 h 1220973"/>
                      <a:gd name="connsiteX10" fmla="*/ 585149 w 587329"/>
                      <a:gd name="connsiteY10" fmla="*/ 291298 h 1220973"/>
                      <a:gd name="connsiteX11" fmla="*/ 463448 w 587329"/>
                      <a:gd name="connsiteY11" fmla="*/ 43203 h 1220973"/>
                      <a:gd name="connsiteX0" fmla="*/ 370659 w 647137"/>
                      <a:gd name="connsiteY0" fmla="*/ 0 h 1220973"/>
                      <a:gd name="connsiteX1" fmla="*/ 346694 w 647137"/>
                      <a:gd name="connsiteY1" fmla="*/ 481085 h 1220973"/>
                      <a:gd name="connsiteX2" fmla="*/ 155299 w 647137"/>
                      <a:gd name="connsiteY2" fmla="*/ 689947 h 1220973"/>
                      <a:gd name="connsiteX3" fmla="*/ 73788 w 647137"/>
                      <a:gd name="connsiteY3" fmla="*/ 941083 h 1220973"/>
                      <a:gd name="connsiteX4" fmla="*/ 1348 w 647137"/>
                      <a:gd name="connsiteY4" fmla="*/ 1058982 h 1220973"/>
                      <a:gd name="connsiteX5" fmla="*/ 107121 w 647137"/>
                      <a:gd name="connsiteY5" fmla="*/ 1121676 h 1220973"/>
                      <a:gd name="connsiteX6" fmla="*/ 345212 w 647137"/>
                      <a:gd name="connsiteY6" fmla="*/ 1199107 h 1220973"/>
                      <a:gd name="connsiteX7" fmla="*/ 167412 w 647137"/>
                      <a:gd name="connsiteY7" fmla="*/ 1011783 h 1220973"/>
                      <a:gd name="connsiteX8" fmla="*/ 326165 w 647137"/>
                      <a:gd name="connsiteY8" fmla="*/ 789537 h 1220973"/>
                      <a:gd name="connsiteX9" fmla="*/ 527599 w 647137"/>
                      <a:gd name="connsiteY9" fmla="*/ 537238 h 1220973"/>
                      <a:gd name="connsiteX10" fmla="*/ 646273 w 647137"/>
                      <a:gd name="connsiteY10" fmla="*/ 285801 h 1220973"/>
                      <a:gd name="connsiteX11" fmla="*/ 463448 w 647137"/>
                      <a:gd name="connsiteY11" fmla="*/ 43203 h 1220973"/>
                      <a:gd name="connsiteX0" fmla="*/ 370659 w 647561"/>
                      <a:gd name="connsiteY0" fmla="*/ 0 h 1220973"/>
                      <a:gd name="connsiteX1" fmla="*/ 346694 w 647561"/>
                      <a:gd name="connsiteY1" fmla="*/ 481085 h 1220973"/>
                      <a:gd name="connsiteX2" fmla="*/ 155299 w 647561"/>
                      <a:gd name="connsiteY2" fmla="*/ 689947 h 1220973"/>
                      <a:gd name="connsiteX3" fmla="*/ 73788 w 647561"/>
                      <a:gd name="connsiteY3" fmla="*/ 941083 h 1220973"/>
                      <a:gd name="connsiteX4" fmla="*/ 1348 w 647561"/>
                      <a:gd name="connsiteY4" fmla="*/ 1058982 h 1220973"/>
                      <a:gd name="connsiteX5" fmla="*/ 107121 w 647561"/>
                      <a:gd name="connsiteY5" fmla="*/ 1121676 h 1220973"/>
                      <a:gd name="connsiteX6" fmla="*/ 345212 w 647561"/>
                      <a:gd name="connsiteY6" fmla="*/ 1199107 h 1220973"/>
                      <a:gd name="connsiteX7" fmla="*/ 167412 w 647561"/>
                      <a:gd name="connsiteY7" fmla="*/ 1011783 h 1220973"/>
                      <a:gd name="connsiteX8" fmla="*/ 326165 w 647561"/>
                      <a:gd name="connsiteY8" fmla="*/ 789537 h 1220973"/>
                      <a:gd name="connsiteX9" fmla="*/ 527599 w 647561"/>
                      <a:gd name="connsiteY9" fmla="*/ 537238 h 1220973"/>
                      <a:gd name="connsiteX10" fmla="*/ 646273 w 647561"/>
                      <a:gd name="connsiteY10" fmla="*/ 285801 h 1220973"/>
                      <a:gd name="connsiteX11" fmla="*/ 447503 w 647561"/>
                      <a:gd name="connsiteY11" fmla="*/ 21215 h 1220973"/>
                      <a:gd name="connsiteX0" fmla="*/ 437099 w 647561"/>
                      <a:gd name="connsiteY0" fmla="*/ 9019 h 1199758"/>
                      <a:gd name="connsiteX1" fmla="*/ 346694 w 647561"/>
                      <a:gd name="connsiteY1" fmla="*/ 459870 h 1199758"/>
                      <a:gd name="connsiteX2" fmla="*/ 155299 w 647561"/>
                      <a:gd name="connsiteY2" fmla="*/ 668732 h 1199758"/>
                      <a:gd name="connsiteX3" fmla="*/ 73788 w 647561"/>
                      <a:gd name="connsiteY3" fmla="*/ 919868 h 1199758"/>
                      <a:gd name="connsiteX4" fmla="*/ 1348 w 647561"/>
                      <a:gd name="connsiteY4" fmla="*/ 1037767 h 1199758"/>
                      <a:gd name="connsiteX5" fmla="*/ 107121 w 647561"/>
                      <a:gd name="connsiteY5" fmla="*/ 1100461 h 1199758"/>
                      <a:gd name="connsiteX6" fmla="*/ 345212 w 647561"/>
                      <a:gd name="connsiteY6" fmla="*/ 1177892 h 1199758"/>
                      <a:gd name="connsiteX7" fmla="*/ 167412 w 647561"/>
                      <a:gd name="connsiteY7" fmla="*/ 990568 h 1199758"/>
                      <a:gd name="connsiteX8" fmla="*/ 326165 w 647561"/>
                      <a:gd name="connsiteY8" fmla="*/ 768322 h 1199758"/>
                      <a:gd name="connsiteX9" fmla="*/ 527599 w 647561"/>
                      <a:gd name="connsiteY9" fmla="*/ 516023 h 1199758"/>
                      <a:gd name="connsiteX10" fmla="*/ 646273 w 647561"/>
                      <a:gd name="connsiteY10" fmla="*/ 264586 h 1199758"/>
                      <a:gd name="connsiteX11" fmla="*/ 447503 w 647561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099 w 647455"/>
                      <a:gd name="connsiteY0" fmla="*/ 9019 h 1199758"/>
                      <a:gd name="connsiteX1" fmla="*/ 346694 w 647455"/>
                      <a:gd name="connsiteY1" fmla="*/ 459870 h 1199758"/>
                      <a:gd name="connsiteX2" fmla="*/ 155299 w 647455"/>
                      <a:gd name="connsiteY2" fmla="*/ 668732 h 1199758"/>
                      <a:gd name="connsiteX3" fmla="*/ 73788 w 647455"/>
                      <a:gd name="connsiteY3" fmla="*/ 919868 h 1199758"/>
                      <a:gd name="connsiteX4" fmla="*/ 1348 w 647455"/>
                      <a:gd name="connsiteY4" fmla="*/ 1037767 h 1199758"/>
                      <a:gd name="connsiteX5" fmla="*/ 107121 w 647455"/>
                      <a:gd name="connsiteY5" fmla="*/ 1100461 h 1199758"/>
                      <a:gd name="connsiteX6" fmla="*/ 345212 w 647455"/>
                      <a:gd name="connsiteY6" fmla="*/ 1177892 h 1199758"/>
                      <a:gd name="connsiteX7" fmla="*/ 167412 w 647455"/>
                      <a:gd name="connsiteY7" fmla="*/ 990568 h 1199758"/>
                      <a:gd name="connsiteX8" fmla="*/ 326165 w 647455"/>
                      <a:gd name="connsiteY8" fmla="*/ 768322 h 1199758"/>
                      <a:gd name="connsiteX9" fmla="*/ 524941 w 647455"/>
                      <a:gd name="connsiteY9" fmla="*/ 560000 h 1199758"/>
                      <a:gd name="connsiteX10" fmla="*/ 646273 w 647455"/>
                      <a:gd name="connsiteY10" fmla="*/ 264586 h 1199758"/>
                      <a:gd name="connsiteX11" fmla="*/ 447503 w 647455"/>
                      <a:gd name="connsiteY11" fmla="*/ 0 h 1199758"/>
                      <a:gd name="connsiteX0" fmla="*/ 437222 w 647578"/>
                      <a:gd name="connsiteY0" fmla="*/ 9019 h 1199758"/>
                      <a:gd name="connsiteX1" fmla="*/ 346817 w 647578"/>
                      <a:gd name="connsiteY1" fmla="*/ 459870 h 1199758"/>
                      <a:gd name="connsiteX2" fmla="*/ 189970 w 647578"/>
                      <a:gd name="connsiteY2" fmla="*/ 613761 h 1199758"/>
                      <a:gd name="connsiteX3" fmla="*/ 73911 w 647578"/>
                      <a:gd name="connsiteY3" fmla="*/ 919868 h 1199758"/>
                      <a:gd name="connsiteX4" fmla="*/ 1471 w 647578"/>
                      <a:gd name="connsiteY4" fmla="*/ 1037767 h 1199758"/>
                      <a:gd name="connsiteX5" fmla="*/ 107244 w 647578"/>
                      <a:gd name="connsiteY5" fmla="*/ 1100461 h 1199758"/>
                      <a:gd name="connsiteX6" fmla="*/ 345335 w 647578"/>
                      <a:gd name="connsiteY6" fmla="*/ 1177892 h 1199758"/>
                      <a:gd name="connsiteX7" fmla="*/ 167535 w 647578"/>
                      <a:gd name="connsiteY7" fmla="*/ 990568 h 1199758"/>
                      <a:gd name="connsiteX8" fmla="*/ 326288 w 647578"/>
                      <a:gd name="connsiteY8" fmla="*/ 768322 h 1199758"/>
                      <a:gd name="connsiteX9" fmla="*/ 525064 w 647578"/>
                      <a:gd name="connsiteY9" fmla="*/ 560000 h 1199758"/>
                      <a:gd name="connsiteX10" fmla="*/ 646396 w 647578"/>
                      <a:gd name="connsiteY10" fmla="*/ 264586 h 1199758"/>
                      <a:gd name="connsiteX11" fmla="*/ 447626 w 647578"/>
                      <a:gd name="connsiteY11" fmla="*/ 0 h 1199758"/>
                      <a:gd name="connsiteX0" fmla="*/ 437243 w 647599"/>
                      <a:gd name="connsiteY0" fmla="*/ 9019 h 1199758"/>
                      <a:gd name="connsiteX1" fmla="*/ 346838 w 647599"/>
                      <a:gd name="connsiteY1" fmla="*/ 459870 h 1199758"/>
                      <a:gd name="connsiteX2" fmla="*/ 195306 w 647599"/>
                      <a:gd name="connsiteY2" fmla="*/ 627504 h 1199758"/>
                      <a:gd name="connsiteX3" fmla="*/ 73932 w 647599"/>
                      <a:gd name="connsiteY3" fmla="*/ 919868 h 1199758"/>
                      <a:gd name="connsiteX4" fmla="*/ 1492 w 647599"/>
                      <a:gd name="connsiteY4" fmla="*/ 1037767 h 1199758"/>
                      <a:gd name="connsiteX5" fmla="*/ 107265 w 647599"/>
                      <a:gd name="connsiteY5" fmla="*/ 1100461 h 1199758"/>
                      <a:gd name="connsiteX6" fmla="*/ 345356 w 647599"/>
                      <a:gd name="connsiteY6" fmla="*/ 1177892 h 1199758"/>
                      <a:gd name="connsiteX7" fmla="*/ 167556 w 647599"/>
                      <a:gd name="connsiteY7" fmla="*/ 990568 h 1199758"/>
                      <a:gd name="connsiteX8" fmla="*/ 326309 w 647599"/>
                      <a:gd name="connsiteY8" fmla="*/ 768322 h 1199758"/>
                      <a:gd name="connsiteX9" fmla="*/ 525085 w 647599"/>
                      <a:gd name="connsiteY9" fmla="*/ 560000 h 1199758"/>
                      <a:gd name="connsiteX10" fmla="*/ 646417 w 647599"/>
                      <a:gd name="connsiteY10" fmla="*/ 264586 h 1199758"/>
                      <a:gd name="connsiteX11" fmla="*/ 447647 w 647599"/>
                      <a:gd name="connsiteY11" fmla="*/ 0 h 1199758"/>
                      <a:gd name="connsiteX0" fmla="*/ 437243 w 644973"/>
                      <a:gd name="connsiteY0" fmla="*/ 9019 h 1199758"/>
                      <a:gd name="connsiteX1" fmla="*/ 346838 w 644973"/>
                      <a:gd name="connsiteY1" fmla="*/ 459870 h 1199758"/>
                      <a:gd name="connsiteX2" fmla="*/ 195306 w 644973"/>
                      <a:gd name="connsiteY2" fmla="*/ 627504 h 1199758"/>
                      <a:gd name="connsiteX3" fmla="*/ 73932 w 644973"/>
                      <a:gd name="connsiteY3" fmla="*/ 919868 h 1199758"/>
                      <a:gd name="connsiteX4" fmla="*/ 1492 w 644973"/>
                      <a:gd name="connsiteY4" fmla="*/ 1037767 h 1199758"/>
                      <a:gd name="connsiteX5" fmla="*/ 107265 w 644973"/>
                      <a:gd name="connsiteY5" fmla="*/ 1100461 h 1199758"/>
                      <a:gd name="connsiteX6" fmla="*/ 345356 w 644973"/>
                      <a:gd name="connsiteY6" fmla="*/ 1177892 h 1199758"/>
                      <a:gd name="connsiteX7" fmla="*/ 167556 w 644973"/>
                      <a:gd name="connsiteY7" fmla="*/ 990568 h 1199758"/>
                      <a:gd name="connsiteX8" fmla="*/ 326309 w 644973"/>
                      <a:gd name="connsiteY8" fmla="*/ 768322 h 1199758"/>
                      <a:gd name="connsiteX9" fmla="*/ 525085 w 644973"/>
                      <a:gd name="connsiteY9" fmla="*/ 560000 h 1199758"/>
                      <a:gd name="connsiteX10" fmla="*/ 643760 w 644973"/>
                      <a:gd name="connsiteY10" fmla="*/ 226106 h 1199758"/>
                      <a:gd name="connsiteX11" fmla="*/ 447647 w 644973"/>
                      <a:gd name="connsiteY11" fmla="*/ 0 h 1199758"/>
                      <a:gd name="connsiteX0" fmla="*/ 437243 w 644211"/>
                      <a:gd name="connsiteY0" fmla="*/ 9019 h 1199758"/>
                      <a:gd name="connsiteX1" fmla="*/ 346838 w 644211"/>
                      <a:gd name="connsiteY1" fmla="*/ 459870 h 1199758"/>
                      <a:gd name="connsiteX2" fmla="*/ 195306 w 644211"/>
                      <a:gd name="connsiteY2" fmla="*/ 627504 h 1199758"/>
                      <a:gd name="connsiteX3" fmla="*/ 73932 w 644211"/>
                      <a:gd name="connsiteY3" fmla="*/ 919868 h 1199758"/>
                      <a:gd name="connsiteX4" fmla="*/ 1492 w 644211"/>
                      <a:gd name="connsiteY4" fmla="*/ 1037767 h 1199758"/>
                      <a:gd name="connsiteX5" fmla="*/ 107265 w 644211"/>
                      <a:gd name="connsiteY5" fmla="*/ 1100461 h 1199758"/>
                      <a:gd name="connsiteX6" fmla="*/ 345356 w 644211"/>
                      <a:gd name="connsiteY6" fmla="*/ 1177892 h 1199758"/>
                      <a:gd name="connsiteX7" fmla="*/ 167556 w 644211"/>
                      <a:gd name="connsiteY7" fmla="*/ 990568 h 1199758"/>
                      <a:gd name="connsiteX8" fmla="*/ 326309 w 644211"/>
                      <a:gd name="connsiteY8" fmla="*/ 768322 h 1199758"/>
                      <a:gd name="connsiteX9" fmla="*/ 525085 w 644211"/>
                      <a:gd name="connsiteY9" fmla="*/ 560000 h 1199758"/>
                      <a:gd name="connsiteX10" fmla="*/ 643760 w 644211"/>
                      <a:gd name="connsiteY10" fmla="*/ 226106 h 1199758"/>
                      <a:gd name="connsiteX11" fmla="*/ 447647 w 644211"/>
                      <a:gd name="connsiteY11" fmla="*/ 0 h 1199758"/>
                      <a:gd name="connsiteX0" fmla="*/ 437243 w 644059"/>
                      <a:gd name="connsiteY0" fmla="*/ 9019 h 1199758"/>
                      <a:gd name="connsiteX1" fmla="*/ 346838 w 644059"/>
                      <a:gd name="connsiteY1" fmla="*/ 459870 h 1199758"/>
                      <a:gd name="connsiteX2" fmla="*/ 195306 w 644059"/>
                      <a:gd name="connsiteY2" fmla="*/ 627504 h 1199758"/>
                      <a:gd name="connsiteX3" fmla="*/ 73932 w 644059"/>
                      <a:gd name="connsiteY3" fmla="*/ 919868 h 1199758"/>
                      <a:gd name="connsiteX4" fmla="*/ 1492 w 644059"/>
                      <a:gd name="connsiteY4" fmla="*/ 1037767 h 1199758"/>
                      <a:gd name="connsiteX5" fmla="*/ 107265 w 644059"/>
                      <a:gd name="connsiteY5" fmla="*/ 1100461 h 1199758"/>
                      <a:gd name="connsiteX6" fmla="*/ 345356 w 644059"/>
                      <a:gd name="connsiteY6" fmla="*/ 1177892 h 1199758"/>
                      <a:gd name="connsiteX7" fmla="*/ 167556 w 644059"/>
                      <a:gd name="connsiteY7" fmla="*/ 990568 h 1199758"/>
                      <a:gd name="connsiteX8" fmla="*/ 326309 w 644059"/>
                      <a:gd name="connsiteY8" fmla="*/ 768322 h 1199758"/>
                      <a:gd name="connsiteX9" fmla="*/ 525085 w 644059"/>
                      <a:gd name="connsiteY9" fmla="*/ 560000 h 1199758"/>
                      <a:gd name="connsiteX10" fmla="*/ 643760 w 644059"/>
                      <a:gd name="connsiteY10" fmla="*/ 226106 h 1199758"/>
                      <a:gd name="connsiteX11" fmla="*/ 447647 w 644059"/>
                      <a:gd name="connsiteY11" fmla="*/ 0 h 1199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4059" h="1199758">
                        <a:moveTo>
                          <a:pt x="437243" y="9019"/>
                        </a:moveTo>
                        <a:cubicBezTo>
                          <a:pt x="387719" y="202576"/>
                          <a:pt x="387161" y="356789"/>
                          <a:pt x="346838" y="459870"/>
                        </a:cubicBezTo>
                        <a:cubicBezTo>
                          <a:pt x="306515" y="562951"/>
                          <a:pt x="240790" y="550838"/>
                          <a:pt x="195306" y="627504"/>
                        </a:cubicBezTo>
                        <a:cubicBezTo>
                          <a:pt x="149822" y="704170"/>
                          <a:pt x="106234" y="851491"/>
                          <a:pt x="73932" y="919868"/>
                        </a:cubicBezTo>
                        <a:cubicBezTo>
                          <a:pt x="41630" y="988245"/>
                          <a:pt x="-9378" y="982931"/>
                          <a:pt x="1492" y="1037767"/>
                        </a:cubicBezTo>
                        <a:cubicBezTo>
                          <a:pt x="12362" y="1092603"/>
                          <a:pt x="96682" y="1097286"/>
                          <a:pt x="107265" y="1100461"/>
                        </a:cubicBezTo>
                        <a:cubicBezTo>
                          <a:pt x="216273" y="1168194"/>
                          <a:pt x="278554" y="1235658"/>
                          <a:pt x="345356" y="1177892"/>
                        </a:cubicBezTo>
                        <a:cubicBezTo>
                          <a:pt x="335831" y="1115450"/>
                          <a:pt x="231585" y="1096401"/>
                          <a:pt x="167556" y="990568"/>
                        </a:cubicBezTo>
                        <a:cubicBezTo>
                          <a:pt x="164382" y="926540"/>
                          <a:pt x="222956" y="888498"/>
                          <a:pt x="326309" y="768322"/>
                        </a:cubicBezTo>
                        <a:cubicBezTo>
                          <a:pt x="450428" y="638527"/>
                          <a:pt x="405953" y="676521"/>
                          <a:pt x="525085" y="560000"/>
                        </a:cubicBezTo>
                        <a:cubicBezTo>
                          <a:pt x="563185" y="387492"/>
                          <a:pt x="632747" y="338679"/>
                          <a:pt x="643760" y="226106"/>
                        </a:cubicBezTo>
                        <a:cubicBezTo>
                          <a:pt x="652934" y="132333"/>
                          <a:pt x="448502" y="1010"/>
                          <a:pt x="447647" y="0"/>
                        </a:cubicBezTo>
                      </a:path>
                    </a:pathLst>
                  </a:custGeom>
                  <a:solidFill>
                    <a:srgbClr val="FFFBF1"/>
                  </a:solidFill>
                  <a:ln w="1270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任意多边形: 形状 140">
                    <a:extLst>
                      <a:ext uri="{FF2B5EF4-FFF2-40B4-BE49-F238E27FC236}">
                        <a16:creationId xmlns:a16="http://schemas.microsoft.com/office/drawing/2014/main" id="{62D5C457-882E-F243-8B32-925F97EC42C9}"/>
                      </a:ext>
                    </a:extLst>
                  </p:cNvPr>
                  <p:cNvSpPr/>
                  <p:nvPr/>
                </p:nvSpPr>
                <p:spPr>
                  <a:xfrm>
                    <a:off x="1066267" y="7119093"/>
                    <a:ext cx="1256664" cy="3124457"/>
                  </a:xfrm>
                  <a:custGeom>
                    <a:avLst/>
                    <a:gdLst>
                      <a:gd name="connsiteX0" fmla="*/ 69850 w 304815"/>
                      <a:gd name="connsiteY0" fmla="*/ 0 h 581025"/>
                      <a:gd name="connsiteX1" fmla="*/ 69850 w 304815"/>
                      <a:gd name="connsiteY1" fmla="*/ 0 h 581025"/>
                      <a:gd name="connsiteX2" fmla="*/ 50800 w 304815"/>
                      <a:gd name="connsiteY2" fmla="*/ 111125 h 581025"/>
                      <a:gd name="connsiteX3" fmla="*/ 15875 w 304815"/>
                      <a:gd name="connsiteY3" fmla="*/ 263525 h 581025"/>
                      <a:gd name="connsiteX4" fmla="*/ 0 w 304815"/>
                      <a:gd name="connsiteY4" fmla="*/ 396875 h 581025"/>
                      <a:gd name="connsiteX5" fmla="*/ 85725 w 304815"/>
                      <a:gd name="connsiteY5" fmla="*/ 571500 h 581025"/>
                      <a:gd name="connsiteX6" fmla="*/ 117475 w 304815"/>
                      <a:gd name="connsiteY6" fmla="*/ 581025 h 581025"/>
                      <a:gd name="connsiteX7" fmla="*/ 206375 w 304815"/>
                      <a:gd name="connsiteY7" fmla="*/ 523875 h 581025"/>
                      <a:gd name="connsiteX8" fmla="*/ 250825 w 304815"/>
                      <a:gd name="connsiteY8" fmla="*/ 479425 h 581025"/>
                      <a:gd name="connsiteX9" fmla="*/ 304800 w 304815"/>
                      <a:gd name="connsiteY9" fmla="*/ 330200 h 581025"/>
                      <a:gd name="connsiteX10" fmla="*/ 288925 w 304815"/>
                      <a:gd name="connsiteY10" fmla="*/ 187325 h 581025"/>
                      <a:gd name="connsiteX11" fmla="*/ 257175 w 304815"/>
                      <a:gd name="connsiteY11" fmla="*/ 123825 h 581025"/>
                      <a:gd name="connsiteX12" fmla="*/ 225425 w 304815"/>
                      <a:gd name="connsiteY12" fmla="*/ 76200 h 581025"/>
                      <a:gd name="connsiteX13" fmla="*/ 155575 w 304815"/>
                      <a:gd name="connsiteY13" fmla="*/ 15875 h 581025"/>
                      <a:gd name="connsiteX14" fmla="*/ 139700 w 304815"/>
                      <a:gd name="connsiteY14" fmla="*/ 9525 h 581025"/>
                      <a:gd name="connsiteX15" fmla="*/ 123825 w 304815"/>
                      <a:gd name="connsiteY15" fmla="*/ 0 h 581025"/>
                      <a:gd name="connsiteX16" fmla="*/ 111125 w 304815"/>
                      <a:gd name="connsiteY16" fmla="*/ 3175 h 581025"/>
                      <a:gd name="connsiteX17" fmla="*/ 69850 w 304815"/>
                      <a:gd name="connsiteY17" fmla="*/ 0 h 581025"/>
                      <a:gd name="connsiteX0" fmla="*/ 69850 w 908599"/>
                      <a:gd name="connsiteY0" fmla="*/ 0 h 2095622"/>
                      <a:gd name="connsiteX1" fmla="*/ 69850 w 908599"/>
                      <a:gd name="connsiteY1" fmla="*/ 0 h 2095622"/>
                      <a:gd name="connsiteX2" fmla="*/ 50800 w 908599"/>
                      <a:gd name="connsiteY2" fmla="*/ 111125 h 2095622"/>
                      <a:gd name="connsiteX3" fmla="*/ 15875 w 908599"/>
                      <a:gd name="connsiteY3" fmla="*/ 263525 h 2095622"/>
                      <a:gd name="connsiteX4" fmla="*/ 0 w 908599"/>
                      <a:gd name="connsiteY4" fmla="*/ 396875 h 2095622"/>
                      <a:gd name="connsiteX5" fmla="*/ 85725 w 908599"/>
                      <a:gd name="connsiteY5" fmla="*/ 571500 h 2095622"/>
                      <a:gd name="connsiteX6" fmla="*/ 117475 w 908599"/>
                      <a:gd name="connsiteY6" fmla="*/ 581025 h 2095622"/>
                      <a:gd name="connsiteX7" fmla="*/ 206375 w 908599"/>
                      <a:gd name="connsiteY7" fmla="*/ 523875 h 2095622"/>
                      <a:gd name="connsiteX8" fmla="*/ 908050 w 908599"/>
                      <a:gd name="connsiteY8" fmla="*/ 2095500 h 2095622"/>
                      <a:gd name="connsiteX9" fmla="*/ 304800 w 908599"/>
                      <a:gd name="connsiteY9" fmla="*/ 330200 h 2095622"/>
                      <a:gd name="connsiteX10" fmla="*/ 288925 w 908599"/>
                      <a:gd name="connsiteY10" fmla="*/ 187325 h 2095622"/>
                      <a:gd name="connsiteX11" fmla="*/ 257175 w 908599"/>
                      <a:gd name="connsiteY11" fmla="*/ 123825 h 2095622"/>
                      <a:gd name="connsiteX12" fmla="*/ 225425 w 908599"/>
                      <a:gd name="connsiteY12" fmla="*/ 76200 h 2095622"/>
                      <a:gd name="connsiteX13" fmla="*/ 155575 w 908599"/>
                      <a:gd name="connsiteY13" fmla="*/ 15875 h 2095622"/>
                      <a:gd name="connsiteX14" fmla="*/ 139700 w 908599"/>
                      <a:gd name="connsiteY14" fmla="*/ 9525 h 2095622"/>
                      <a:gd name="connsiteX15" fmla="*/ 123825 w 908599"/>
                      <a:gd name="connsiteY15" fmla="*/ 0 h 2095622"/>
                      <a:gd name="connsiteX16" fmla="*/ 111125 w 908599"/>
                      <a:gd name="connsiteY16" fmla="*/ 3175 h 2095622"/>
                      <a:gd name="connsiteX17" fmla="*/ 69850 w 908599"/>
                      <a:gd name="connsiteY17" fmla="*/ 0 h 2095622"/>
                      <a:gd name="connsiteX0" fmla="*/ 69850 w 908599"/>
                      <a:gd name="connsiteY0" fmla="*/ 0 h 2246968"/>
                      <a:gd name="connsiteX1" fmla="*/ 69850 w 908599"/>
                      <a:gd name="connsiteY1" fmla="*/ 0 h 2246968"/>
                      <a:gd name="connsiteX2" fmla="*/ 50800 w 908599"/>
                      <a:gd name="connsiteY2" fmla="*/ 111125 h 2246968"/>
                      <a:gd name="connsiteX3" fmla="*/ 15875 w 908599"/>
                      <a:gd name="connsiteY3" fmla="*/ 263525 h 2246968"/>
                      <a:gd name="connsiteX4" fmla="*/ 0 w 908599"/>
                      <a:gd name="connsiteY4" fmla="*/ 396875 h 2246968"/>
                      <a:gd name="connsiteX5" fmla="*/ 85725 w 908599"/>
                      <a:gd name="connsiteY5" fmla="*/ 571500 h 2246968"/>
                      <a:gd name="connsiteX6" fmla="*/ 117475 w 908599"/>
                      <a:gd name="connsiteY6" fmla="*/ 581025 h 2246968"/>
                      <a:gd name="connsiteX7" fmla="*/ 784225 w 908599"/>
                      <a:gd name="connsiteY7" fmla="*/ 2143125 h 2246968"/>
                      <a:gd name="connsiteX8" fmla="*/ 908050 w 908599"/>
                      <a:gd name="connsiteY8" fmla="*/ 2095500 h 2246968"/>
                      <a:gd name="connsiteX9" fmla="*/ 304800 w 908599"/>
                      <a:gd name="connsiteY9" fmla="*/ 330200 h 2246968"/>
                      <a:gd name="connsiteX10" fmla="*/ 288925 w 908599"/>
                      <a:gd name="connsiteY10" fmla="*/ 187325 h 2246968"/>
                      <a:gd name="connsiteX11" fmla="*/ 257175 w 908599"/>
                      <a:gd name="connsiteY11" fmla="*/ 123825 h 2246968"/>
                      <a:gd name="connsiteX12" fmla="*/ 225425 w 908599"/>
                      <a:gd name="connsiteY12" fmla="*/ 76200 h 2246968"/>
                      <a:gd name="connsiteX13" fmla="*/ 155575 w 908599"/>
                      <a:gd name="connsiteY13" fmla="*/ 15875 h 2246968"/>
                      <a:gd name="connsiteX14" fmla="*/ 139700 w 908599"/>
                      <a:gd name="connsiteY14" fmla="*/ 9525 h 2246968"/>
                      <a:gd name="connsiteX15" fmla="*/ 123825 w 908599"/>
                      <a:gd name="connsiteY15" fmla="*/ 0 h 2246968"/>
                      <a:gd name="connsiteX16" fmla="*/ 111125 w 908599"/>
                      <a:gd name="connsiteY16" fmla="*/ 3175 h 2246968"/>
                      <a:gd name="connsiteX17" fmla="*/ 69850 w 908599"/>
                      <a:gd name="connsiteY17" fmla="*/ 0 h 2246968"/>
                      <a:gd name="connsiteX0" fmla="*/ 69850 w 1114427"/>
                      <a:gd name="connsiteY0" fmla="*/ 0 h 2246968"/>
                      <a:gd name="connsiteX1" fmla="*/ 69850 w 1114427"/>
                      <a:gd name="connsiteY1" fmla="*/ 0 h 2246968"/>
                      <a:gd name="connsiteX2" fmla="*/ 50800 w 1114427"/>
                      <a:gd name="connsiteY2" fmla="*/ 111125 h 2246968"/>
                      <a:gd name="connsiteX3" fmla="*/ 15875 w 1114427"/>
                      <a:gd name="connsiteY3" fmla="*/ 263525 h 2246968"/>
                      <a:gd name="connsiteX4" fmla="*/ 0 w 1114427"/>
                      <a:gd name="connsiteY4" fmla="*/ 396875 h 2246968"/>
                      <a:gd name="connsiteX5" fmla="*/ 85725 w 1114427"/>
                      <a:gd name="connsiteY5" fmla="*/ 571500 h 2246968"/>
                      <a:gd name="connsiteX6" fmla="*/ 117475 w 1114427"/>
                      <a:gd name="connsiteY6" fmla="*/ 581025 h 2246968"/>
                      <a:gd name="connsiteX7" fmla="*/ 784225 w 1114427"/>
                      <a:gd name="connsiteY7" fmla="*/ 2143125 h 2246968"/>
                      <a:gd name="connsiteX8" fmla="*/ 908050 w 1114427"/>
                      <a:gd name="connsiteY8" fmla="*/ 2095500 h 2246968"/>
                      <a:gd name="connsiteX9" fmla="*/ 1114425 w 1114427"/>
                      <a:gd name="connsiteY9" fmla="*/ 2009775 h 2246968"/>
                      <a:gd name="connsiteX10" fmla="*/ 288925 w 1114427"/>
                      <a:gd name="connsiteY10" fmla="*/ 187325 h 2246968"/>
                      <a:gd name="connsiteX11" fmla="*/ 257175 w 1114427"/>
                      <a:gd name="connsiteY11" fmla="*/ 123825 h 2246968"/>
                      <a:gd name="connsiteX12" fmla="*/ 225425 w 1114427"/>
                      <a:gd name="connsiteY12" fmla="*/ 76200 h 2246968"/>
                      <a:gd name="connsiteX13" fmla="*/ 155575 w 1114427"/>
                      <a:gd name="connsiteY13" fmla="*/ 15875 h 2246968"/>
                      <a:gd name="connsiteX14" fmla="*/ 139700 w 1114427"/>
                      <a:gd name="connsiteY14" fmla="*/ 9525 h 2246968"/>
                      <a:gd name="connsiteX15" fmla="*/ 123825 w 1114427"/>
                      <a:gd name="connsiteY15" fmla="*/ 0 h 2246968"/>
                      <a:gd name="connsiteX16" fmla="*/ 111125 w 1114427"/>
                      <a:gd name="connsiteY16" fmla="*/ 3175 h 2246968"/>
                      <a:gd name="connsiteX17" fmla="*/ 69850 w 1114427"/>
                      <a:gd name="connsiteY17" fmla="*/ 0 h 2246968"/>
                      <a:gd name="connsiteX0" fmla="*/ 69850 w 1114427"/>
                      <a:gd name="connsiteY0" fmla="*/ 0 h 2225485"/>
                      <a:gd name="connsiteX1" fmla="*/ 69850 w 1114427"/>
                      <a:gd name="connsiteY1" fmla="*/ 0 h 2225485"/>
                      <a:gd name="connsiteX2" fmla="*/ 50800 w 1114427"/>
                      <a:gd name="connsiteY2" fmla="*/ 111125 h 2225485"/>
                      <a:gd name="connsiteX3" fmla="*/ 15875 w 1114427"/>
                      <a:gd name="connsiteY3" fmla="*/ 263525 h 2225485"/>
                      <a:gd name="connsiteX4" fmla="*/ 0 w 1114427"/>
                      <a:gd name="connsiteY4" fmla="*/ 396875 h 2225485"/>
                      <a:gd name="connsiteX5" fmla="*/ 85725 w 1114427"/>
                      <a:gd name="connsiteY5" fmla="*/ 571500 h 2225485"/>
                      <a:gd name="connsiteX6" fmla="*/ 117475 w 1114427"/>
                      <a:gd name="connsiteY6" fmla="*/ 581025 h 2225485"/>
                      <a:gd name="connsiteX7" fmla="*/ 254000 w 1114427"/>
                      <a:gd name="connsiteY7" fmla="*/ 873124 h 2225485"/>
                      <a:gd name="connsiteX8" fmla="*/ 784225 w 1114427"/>
                      <a:gd name="connsiteY8" fmla="*/ 2143125 h 2225485"/>
                      <a:gd name="connsiteX9" fmla="*/ 908050 w 1114427"/>
                      <a:gd name="connsiteY9" fmla="*/ 2095500 h 2225485"/>
                      <a:gd name="connsiteX10" fmla="*/ 1114425 w 1114427"/>
                      <a:gd name="connsiteY10" fmla="*/ 2009775 h 2225485"/>
                      <a:gd name="connsiteX11" fmla="*/ 288925 w 1114427"/>
                      <a:gd name="connsiteY11" fmla="*/ 187325 h 2225485"/>
                      <a:gd name="connsiteX12" fmla="*/ 257175 w 1114427"/>
                      <a:gd name="connsiteY12" fmla="*/ 123825 h 2225485"/>
                      <a:gd name="connsiteX13" fmla="*/ 225425 w 1114427"/>
                      <a:gd name="connsiteY13" fmla="*/ 76200 h 2225485"/>
                      <a:gd name="connsiteX14" fmla="*/ 155575 w 1114427"/>
                      <a:gd name="connsiteY14" fmla="*/ 15875 h 2225485"/>
                      <a:gd name="connsiteX15" fmla="*/ 139700 w 1114427"/>
                      <a:gd name="connsiteY15" fmla="*/ 9525 h 2225485"/>
                      <a:gd name="connsiteX16" fmla="*/ 123825 w 1114427"/>
                      <a:gd name="connsiteY16" fmla="*/ 0 h 2225485"/>
                      <a:gd name="connsiteX17" fmla="*/ 111125 w 1114427"/>
                      <a:gd name="connsiteY17" fmla="*/ 3175 h 2225485"/>
                      <a:gd name="connsiteX18" fmla="*/ 69850 w 1114427"/>
                      <a:gd name="connsiteY18" fmla="*/ 0 h 2225485"/>
                      <a:gd name="connsiteX0" fmla="*/ 69850 w 1114427"/>
                      <a:gd name="connsiteY0" fmla="*/ 0 h 2212910"/>
                      <a:gd name="connsiteX1" fmla="*/ 69850 w 1114427"/>
                      <a:gd name="connsiteY1" fmla="*/ 0 h 2212910"/>
                      <a:gd name="connsiteX2" fmla="*/ 50800 w 1114427"/>
                      <a:gd name="connsiteY2" fmla="*/ 111125 h 2212910"/>
                      <a:gd name="connsiteX3" fmla="*/ 15875 w 1114427"/>
                      <a:gd name="connsiteY3" fmla="*/ 263525 h 2212910"/>
                      <a:gd name="connsiteX4" fmla="*/ 0 w 1114427"/>
                      <a:gd name="connsiteY4" fmla="*/ 396875 h 2212910"/>
                      <a:gd name="connsiteX5" fmla="*/ 85725 w 1114427"/>
                      <a:gd name="connsiteY5" fmla="*/ 571500 h 2212910"/>
                      <a:gd name="connsiteX6" fmla="*/ 117475 w 1114427"/>
                      <a:gd name="connsiteY6" fmla="*/ 581025 h 2212910"/>
                      <a:gd name="connsiteX7" fmla="*/ 254000 w 1114427"/>
                      <a:gd name="connsiteY7" fmla="*/ 873124 h 2212910"/>
                      <a:gd name="connsiteX8" fmla="*/ 327025 w 1114427"/>
                      <a:gd name="connsiteY8" fmla="*/ 1044575 h 2212910"/>
                      <a:gd name="connsiteX9" fmla="*/ 784225 w 1114427"/>
                      <a:gd name="connsiteY9" fmla="*/ 2143125 h 2212910"/>
                      <a:gd name="connsiteX10" fmla="*/ 908050 w 1114427"/>
                      <a:gd name="connsiteY10" fmla="*/ 2095500 h 2212910"/>
                      <a:gd name="connsiteX11" fmla="*/ 1114425 w 1114427"/>
                      <a:gd name="connsiteY11" fmla="*/ 2009775 h 2212910"/>
                      <a:gd name="connsiteX12" fmla="*/ 288925 w 1114427"/>
                      <a:gd name="connsiteY12" fmla="*/ 187325 h 2212910"/>
                      <a:gd name="connsiteX13" fmla="*/ 257175 w 1114427"/>
                      <a:gd name="connsiteY13" fmla="*/ 123825 h 2212910"/>
                      <a:gd name="connsiteX14" fmla="*/ 225425 w 1114427"/>
                      <a:gd name="connsiteY14" fmla="*/ 76200 h 2212910"/>
                      <a:gd name="connsiteX15" fmla="*/ 155575 w 1114427"/>
                      <a:gd name="connsiteY15" fmla="*/ 15875 h 2212910"/>
                      <a:gd name="connsiteX16" fmla="*/ 139700 w 1114427"/>
                      <a:gd name="connsiteY16" fmla="*/ 9525 h 2212910"/>
                      <a:gd name="connsiteX17" fmla="*/ 123825 w 1114427"/>
                      <a:gd name="connsiteY17" fmla="*/ 0 h 2212910"/>
                      <a:gd name="connsiteX18" fmla="*/ 111125 w 1114427"/>
                      <a:gd name="connsiteY18" fmla="*/ 3175 h 2212910"/>
                      <a:gd name="connsiteX19" fmla="*/ 69850 w 1114427"/>
                      <a:gd name="connsiteY19" fmla="*/ 0 h 2212910"/>
                      <a:gd name="connsiteX0" fmla="*/ 69850 w 1114427"/>
                      <a:gd name="connsiteY0" fmla="*/ 0 h 2182177"/>
                      <a:gd name="connsiteX1" fmla="*/ 69850 w 1114427"/>
                      <a:gd name="connsiteY1" fmla="*/ 0 h 2182177"/>
                      <a:gd name="connsiteX2" fmla="*/ 50800 w 1114427"/>
                      <a:gd name="connsiteY2" fmla="*/ 111125 h 2182177"/>
                      <a:gd name="connsiteX3" fmla="*/ 15875 w 1114427"/>
                      <a:gd name="connsiteY3" fmla="*/ 263525 h 2182177"/>
                      <a:gd name="connsiteX4" fmla="*/ 0 w 1114427"/>
                      <a:gd name="connsiteY4" fmla="*/ 396875 h 2182177"/>
                      <a:gd name="connsiteX5" fmla="*/ 85725 w 1114427"/>
                      <a:gd name="connsiteY5" fmla="*/ 571500 h 2182177"/>
                      <a:gd name="connsiteX6" fmla="*/ 117475 w 1114427"/>
                      <a:gd name="connsiteY6" fmla="*/ 581025 h 2182177"/>
                      <a:gd name="connsiteX7" fmla="*/ 254000 w 1114427"/>
                      <a:gd name="connsiteY7" fmla="*/ 873124 h 2182177"/>
                      <a:gd name="connsiteX8" fmla="*/ 327025 w 1114427"/>
                      <a:gd name="connsiteY8" fmla="*/ 1044575 h 2182177"/>
                      <a:gd name="connsiteX9" fmla="*/ 488950 w 1114427"/>
                      <a:gd name="connsiteY9" fmla="*/ 1466850 h 2182177"/>
                      <a:gd name="connsiteX10" fmla="*/ 784225 w 1114427"/>
                      <a:gd name="connsiteY10" fmla="*/ 2143125 h 2182177"/>
                      <a:gd name="connsiteX11" fmla="*/ 908050 w 1114427"/>
                      <a:gd name="connsiteY11" fmla="*/ 2095500 h 2182177"/>
                      <a:gd name="connsiteX12" fmla="*/ 1114425 w 1114427"/>
                      <a:gd name="connsiteY12" fmla="*/ 2009775 h 2182177"/>
                      <a:gd name="connsiteX13" fmla="*/ 288925 w 1114427"/>
                      <a:gd name="connsiteY13" fmla="*/ 187325 h 2182177"/>
                      <a:gd name="connsiteX14" fmla="*/ 257175 w 1114427"/>
                      <a:gd name="connsiteY14" fmla="*/ 123825 h 2182177"/>
                      <a:gd name="connsiteX15" fmla="*/ 225425 w 1114427"/>
                      <a:gd name="connsiteY15" fmla="*/ 76200 h 2182177"/>
                      <a:gd name="connsiteX16" fmla="*/ 155575 w 1114427"/>
                      <a:gd name="connsiteY16" fmla="*/ 15875 h 2182177"/>
                      <a:gd name="connsiteX17" fmla="*/ 139700 w 1114427"/>
                      <a:gd name="connsiteY17" fmla="*/ 9525 h 2182177"/>
                      <a:gd name="connsiteX18" fmla="*/ 123825 w 1114427"/>
                      <a:gd name="connsiteY18" fmla="*/ 0 h 2182177"/>
                      <a:gd name="connsiteX19" fmla="*/ 111125 w 1114427"/>
                      <a:gd name="connsiteY19" fmla="*/ 3175 h 2182177"/>
                      <a:gd name="connsiteX20" fmla="*/ 69850 w 1114427"/>
                      <a:gd name="connsiteY20" fmla="*/ 0 h 2182177"/>
                      <a:gd name="connsiteX0" fmla="*/ 69850 w 1114427"/>
                      <a:gd name="connsiteY0" fmla="*/ 0 h 2181033"/>
                      <a:gd name="connsiteX1" fmla="*/ 69850 w 1114427"/>
                      <a:gd name="connsiteY1" fmla="*/ 0 h 2181033"/>
                      <a:gd name="connsiteX2" fmla="*/ 50800 w 1114427"/>
                      <a:gd name="connsiteY2" fmla="*/ 111125 h 2181033"/>
                      <a:gd name="connsiteX3" fmla="*/ 15875 w 1114427"/>
                      <a:gd name="connsiteY3" fmla="*/ 263525 h 2181033"/>
                      <a:gd name="connsiteX4" fmla="*/ 0 w 1114427"/>
                      <a:gd name="connsiteY4" fmla="*/ 396875 h 2181033"/>
                      <a:gd name="connsiteX5" fmla="*/ 85725 w 1114427"/>
                      <a:gd name="connsiteY5" fmla="*/ 571500 h 2181033"/>
                      <a:gd name="connsiteX6" fmla="*/ 117475 w 1114427"/>
                      <a:gd name="connsiteY6" fmla="*/ 581025 h 2181033"/>
                      <a:gd name="connsiteX7" fmla="*/ 254000 w 1114427"/>
                      <a:gd name="connsiteY7" fmla="*/ 873124 h 2181033"/>
                      <a:gd name="connsiteX8" fmla="*/ 327025 w 1114427"/>
                      <a:gd name="connsiteY8" fmla="*/ 1044575 h 2181033"/>
                      <a:gd name="connsiteX9" fmla="*/ 161925 w 1114427"/>
                      <a:gd name="connsiteY9" fmla="*/ 1482725 h 2181033"/>
                      <a:gd name="connsiteX10" fmla="*/ 784225 w 1114427"/>
                      <a:gd name="connsiteY10" fmla="*/ 2143125 h 2181033"/>
                      <a:gd name="connsiteX11" fmla="*/ 908050 w 1114427"/>
                      <a:gd name="connsiteY11" fmla="*/ 2095500 h 2181033"/>
                      <a:gd name="connsiteX12" fmla="*/ 1114425 w 1114427"/>
                      <a:gd name="connsiteY12" fmla="*/ 2009775 h 2181033"/>
                      <a:gd name="connsiteX13" fmla="*/ 288925 w 1114427"/>
                      <a:gd name="connsiteY13" fmla="*/ 187325 h 2181033"/>
                      <a:gd name="connsiteX14" fmla="*/ 257175 w 1114427"/>
                      <a:gd name="connsiteY14" fmla="*/ 123825 h 2181033"/>
                      <a:gd name="connsiteX15" fmla="*/ 225425 w 1114427"/>
                      <a:gd name="connsiteY15" fmla="*/ 76200 h 2181033"/>
                      <a:gd name="connsiteX16" fmla="*/ 155575 w 1114427"/>
                      <a:gd name="connsiteY16" fmla="*/ 15875 h 2181033"/>
                      <a:gd name="connsiteX17" fmla="*/ 139700 w 1114427"/>
                      <a:gd name="connsiteY17" fmla="*/ 9525 h 2181033"/>
                      <a:gd name="connsiteX18" fmla="*/ 123825 w 1114427"/>
                      <a:gd name="connsiteY18" fmla="*/ 0 h 2181033"/>
                      <a:gd name="connsiteX19" fmla="*/ 111125 w 1114427"/>
                      <a:gd name="connsiteY19" fmla="*/ 3175 h 2181033"/>
                      <a:gd name="connsiteX20" fmla="*/ 69850 w 1114427"/>
                      <a:gd name="connsiteY20" fmla="*/ 0 h 2181033"/>
                      <a:gd name="connsiteX0" fmla="*/ 69850 w 1114427"/>
                      <a:gd name="connsiteY0" fmla="*/ 0 h 2095636"/>
                      <a:gd name="connsiteX1" fmla="*/ 69850 w 1114427"/>
                      <a:gd name="connsiteY1" fmla="*/ 0 h 2095636"/>
                      <a:gd name="connsiteX2" fmla="*/ 50800 w 1114427"/>
                      <a:gd name="connsiteY2" fmla="*/ 111125 h 2095636"/>
                      <a:gd name="connsiteX3" fmla="*/ 15875 w 1114427"/>
                      <a:gd name="connsiteY3" fmla="*/ 263525 h 2095636"/>
                      <a:gd name="connsiteX4" fmla="*/ 0 w 1114427"/>
                      <a:gd name="connsiteY4" fmla="*/ 396875 h 2095636"/>
                      <a:gd name="connsiteX5" fmla="*/ 85725 w 1114427"/>
                      <a:gd name="connsiteY5" fmla="*/ 571500 h 2095636"/>
                      <a:gd name="connsiteX6" fmla="*/ 117475 w 1114427"/>
                      <a:gd name="connsiteY6" fmla="*/ 581025 h 2095636"/>
                      <a:gd name="connsiteX7" fmla="*/ 254000 w 1114427"/>
                      <a:gd name="connsiteY7" fmla="*/ 873124 h 2095636"/>
                      <a:gd name="connsiteX8" fmla="*/ 327025 w 1114427"/>
                      <a:gd name="connsiteY8" fmla="*/ 1044575 h 2095636"/>
                      <a:gd name="connsiteX9" fmla="*/ 161925 w 1114427"/>
                      <a:gd name="connsiteY9" fmla="*/ 1482725 h 2095636"/>
                      <a:gd name="connsiteX10" fmla="*/ 415925 w 1114427"/>
                      <a:gd name="connsiteY10" fmla="*/ 809625 h 2095636"/>
                      <a:gd name="connsiteX11" fmla="*/ 908050 w 1114427"/>
                      <a:gd name="connsiteY11" fmla="*/ 2095500 h 2095636"/>
                      <a:gd name="connsiteX12" fmla="*/ 1114425 w 1114427"/>
                      <a:gd name="connsiteY12" fmla="*/ 2009775 h 2095636"/>
                      <a:gd name="connsiteX13" fmla="*/ 288925 w 1114427"/>
                      <a:gd name="connsiteY13" fmla="*/ 187325 h 2095636"/>
                      <a:gd name="connsiteX14" fmla="*/ 257175 w 1114427"/>
                      <a:gd name="connsiteY14" fmla="*/ 123825 h 2095636"/>
                      <a:gd name="connsiteX15" fmla="*/ 225425 w 1114427"/>
                      <a:gd name="connsiteY15" fmla="*/ 76200 h 2095636"/>
                      <a:gd name="connsiteX16" fmla="*/ 155575 w 1114427"/>
                      <a:gd name="connsiteY16" fmla="*/ 15875 h 2095636"/>
                      <a:gd name="connsiteX17" fmla="*/ 139700 w 1114427"/>
                      <a:gd name="connsiteY17" fmla="*/ 9525 h 2095636"/>
                      <a:gd name="connsiteX18" fmla="*/ 123825 w 1114427"/>
                      <a:gd name="connsiteY18" fmla="*/ 0 h 2095636"/>
                      <a:gd name="connsiteX19" fmla="*/ 111125 w 1114427"/>
                      <a:gd name="connsiteY19" fmla="*/ 3175 h 2095636"/>
                      <a:gd name="connsiteX20" fmla="*/ 69850 w 1114427"/>
                      <a:gd name="connsiteY20" fmla="*/ 0 h 2095636"/>
                      <a:gd name="connsiteX0" fmla="*/ 338614 w 1383191"/>
                      <a:gd name="connsiteY0" fmla="*/ 0 h 2095636"/>
                      <a:gd name="connsiteX1" fmla="*/ 338614 w 1383191"/>
                      <a:gd name="connsiteY1" fmla="*/ 0 h 2095636"/>
                      <a:gd name="connsiteX2" fmla="*/ 319564 w 1383191"/>
                      <a:gd name="connsiteY2" fmla="*/ 111125 h 2095636"/>
                      <a:gd name="connsiteX3" fmla="*/ 284639 w 1383191"/>
                      <a:gd name="connsiteY3" fmla="*/ 263525 h 2095636"/>
                      <a:gd name="connsiteX4" fmla="*/ 268764 w 1383191"/>
                      <a:gd name="connsiteY4" fmla="*/ 396875 h 2095636"/>
                      <a:gd name="connsiteX5" fmla="*/ 354489 w 1383191"/>
                      <a:gd name="connsiteY5" fmla="*/ 571500 h 2095636"/>
                      <a:gd name="connsiteX6" fmla="*/ 386239 w 1383191"/>
                      <a:gd name="connsiteY6" fmla="*/ 581025 h 2095636"/>
                      <a:gd name="connsiteX7" fmla="*/ 522764 w 1383191"/>
                      <a:gd name="connsiteY7" fmla="*/ 873124 h 2095636"/>
                      <a:gd name="connsiteX8" fmla="*/ 8414 w 1383191"/>
                      <a:gd name="connsiteY8" fmla="*/ 1927225 h 2095636"/>
                      <a:gd name="connsiteX9" fmla="*/ 430689 w 1383191"/>
                      <a:gd name="connsiteY9" fmla="*/ 1482725 h 2095636"/>
                      <a:gd name="connsiteX10" fmla="*/ 684689 w 1383191"/>
                      <a:gd name="connsiteY10" fmla="*/ 809625 h 2095636"/>
                      <a:gd name="connsiteX11" fmla="*/ 1176814 w 1383191"/>
                      <a:gd name="connsiteY11" fmla="*/ 2095500 h 2095636"/>
                      <a:gd name="connsiteX12" fmla="*/ 1383189 w 1383191"/>
                      <a:gd name="connsiteY12" fmla="*/ 2009775 h 2095636"/>
                      <a:gd name="connsiteX13" fmla="*/ 557689 w 1383191"/>
                      <a:gd name="connsiteY13" fmla="*/ 187325 h 2095636"/>
                      <a:gd name="connsiteX14" fmla="*/ 525939 w 1383191"/>
                      <a:gd name="connsiteY14" fmla="*/ 123825 h 2095636"/>
                      <a:gd name="connsiteX15" fmla="*/ 494189 w 1383191"/>
                      <a:gd name="connsiteY15" fmla="*/ 76200 h 2095636"/>
                      <a:gd name="connsiteX16" fmla="*/ 424339 w 1383191"/>
                      <a:gd name="connsiteY16" fmla="*/ 15875 h 2095636"/>
                      <a:gd name="connsiteX17" fmla="*/ 408464 w 1383191"/>
                      <a:gd name="connsiteY17" fmla="*/ 9525 h 2095636"/>
                      <a:gd name="connsiteX18" fmla="*/ 392589 w 1383191"/>
                      <a:gd name="connsiteY18" fmla="*/ 0 h 2095636"/>
                      <a:gd name="connsiteX19" fmla="*/ 379889 w 1383191"/>
                      <a:gd name="connsiteY19" fmla="*/ 3175 h 2095636"/>
                      <a:gd name="connsiteX20" fmla="*/ 338614 w 1383191"/>
                      <a:gd name="connsiteY20" fmla="*/ 0 h 2095636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92588 w 1391090"/>
                      <a:gd name="connsiteY10" fmla="*/ 809625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90"/>
                      <a:gd name="connsiteY0" fmla="*/ 0 h 2132487"/>
                      <a:gd name="connsiteX1" fmla="*/ 346513 w 1391090"/>
                      <a:gd name="connsiteY1" fmla="*/ 0 h 2132487"/>
                      <a:gd name="connsiteX2" fmla="*/ 327463 w 1391090"/>
                      <a:gd name="connsiteY2" fmla="*/ 111125 h 2132487"/>
                      <a:gd name="connsiteX3" fmla="*/ 292538 w 1391090"/>
                      <a:gd name="connsiteY3" fmla="*/ 263525 h 2132487"/>
                      <a:gd name="connsiteX4" fmla="*/ 276663 w 1391090"/>
                      <a:gd name="connsiteY4" fmla="*/ 396875 h 2132487"/>
                      <a:gd name="connsiteX5" fmla="*/ 362388 w 1391090"/>
                      <a:gd name="connsiteY5" fmla="*/ 571500 h 2132487"/>
                      <a:gd name="connsiteX6" fmla="*/ 394138 w 1391090"/>
                      <a:gd name="connsiteY6" fmla="*/ 581025 h 2132487"/>
                      <a:gd name="connsiteX7" fmla="*/ 194113 w 1391090"/>
                      <a:gd name="connsiteY7" fmla="*/ 2124074 h 2132487"/>
                      <a:gd name="connsiteX8" fmla="*/ 16313 w 1391090"/>
                      <a:gd name="connsiteY8" fmla="*/ 1927225 h 2132487"/>
                      <a:gd name="connsiteX9" fmla="*/ 438588 w 1391090"/>
                      <a:gd name="connsiteY9" fmla="*/ 1482725 h 2132487"/>
                      <a:gd name="connsiteX10" fmla="*/ 622738 w 1391090"/>
                      <a:gd name="connsiteY10" fmla="*/ 952500 h 2132487"/>
                      <a:gd name="connsiteX11" fmla="*/ 1184713 w 1391090"/>
                      <a:gd name="connsiteY11" fmla="*/ 2095500 h 2132487"/>
                      <a:gd name="connsiteX12" fmla="*/ 1391088 w 1391090"/>
                      <a:gd name="connsiteY12" fmla="*/ 2009775 h 2132487"/>
                      <a:gd name="connsiteX13" fmla="*/ 565588 w 1391090"/>
                      <a:gd name="connsiteY13" fmla="*/ 187325 h 2132487"/>
                      <a:gd name="connsiteX14" fmla="*/ 533838 w 1391090"/>
                      <a:gd name="connsiteY14" fmla="*/ 123825 h 2132487"/>
                      <a:gd name="connsiteX15" fmla="*/ 502088 w 1391090"/>
                      <a:gd name="connsiteY15" fmla="*/ 76200 h 2132487"/>
                      <a:gd name="connsiteX16" fmla="*/ 432238 w 1391090"/>
                      <a:gd name="connsiteY16" fmla="*/ 15875 h 2132487"/>
                      <a:gd name="connsiteX17" fmla="*/ 416363 w 1391090"/>
                      <a:gd name="connsiteY17" fmla="*/ 9525 h 2132487"/>
                      <a:gd name="connsiteX18" fmla="*/ 400488 w 1391090"/>
                      <a:gd name="connsiteY18" fmla="*/ 0 h 2132487"/>
                      <a:gd name="connsiteX19" fmla="*/ 387788 w 1391090"/>
                      <a:gd name="connsiteY19" fmla="*/ 3175 h 2132487"/>
                      <a:gd name="connsiteX20" fmla="*/ 346513 w 1391090"/>
                      <a:gd name="connsiteY20" fmla="*/ 0 h 2132487"/>
                      <a:gd name="connsiteX0" fmla="*/ 346513 w 1391088"/>
                      <a:gd name="connsiteY0" fmla="*/ 0 h 2132487"/>
                      <a:gd name="connsiteX1" fmla="*/ 346513 w 1391088"/>
                      <a:gd name="connsiteY1" fmla="*/ 0 h 2132487"/>
                      <a:gd name="connsiteX2" fmla="*/ 327463 w 1391088"/>
                      <a:gd name="connsiteY2" fmla="*/ 111125 h 2132487"/>
                      <a:gd name="connsiteX3" fmla="*/ 292538 w 1391088"/>
                      <a:gd name="connsiteY3" fmla="*/ 263525 h 2132487"/>
                      <a:gd name="connsiteX4" fmla="*/ 276663 w 1391088"/>
                      <a:gd name="connsiteY4" fmla="*/ 396875 h 2132487"/>
                      <a:gd name="connsiteX5" fmla="*/ 362388 w 1391088"/>
                      <a:gd name="connsiteY5" fmla="*/ 571500 h 2132487"/>
                      <a:gd name="connsiteX6" fmla="*/ 394138 w 1391088"/>
                      <a:gd name="connsiteY6" fmla="*/ 581025 h 2132487"/>
                      <a:gd name="connsiteX7" fmla="*/ 194113 w 1391088"/>
                      <a:gd name="connsiteY7" fmla="*/ 2124074 h 2132487"/>
                      <a:gd name="connsiteX8" fmla="*/ 16313 w 1391088"/>
                      <a:gd name="connsiteY8" fmla="*/ 1927225 h 2132487"/>
                      <a:gd name="connsiteX9" fmla="*/ 438588 w 1391088"/>
                      <a:gd name="connsiteY9" fmla="*/ 1482725 h 2132487"/>
                      <a:gd name="connsiteX10" fmla="*/ 622738 w 1391088"/>
                      <a:gd name="connsiteY10" fmla="*/ 952500 h 2132487"/>
                      <a:gd name="connsiteX11" fmla="*/ 705288 w 1391088"/>
                      <a:gd name="connsiteY11" fmla="*/ 654050 h 2132487"/>
                      <a:gd name="connsiteX12" fmla="*/ 1391088 w 1391088"/>
                      <a:gd name="connsiteY12" fmla="*/ 2009775 h 2132487"/>
                      <a:gd name="connsiteX13" fmla="*/ 565588 w 1391088"/>
                      <a:gd name="connsiteY13" fmla="*/ 187325 h 2132487"/>
                      <a:gd name="connsiteX14" fmla="*/ 533838 w 1391088"/>
                      <a:gd name="connsiteY14" fmla="*/ 123825 h 2132487"/>
                      <a:gd name="connsiteX15" fmla="*/ 502088 w 1391088"/>
                      <a:gd name="connsiteY15" fmla="*/ 76200 h 2132487"/>
                      <a:gd name="connsiteX16" fmla="*/ 432238 w 1391088"/>
                      <a:gd name="connsiteY16" fmla="*/ 15875 h 2132487"/>
                      <a:gd name="connsiteX17" fmla="*/ 416363 w 1391088"/>
                      <a:gd name="connsiteY17" fmla="*/ 9525 h 2132487"/>
                      <a:gd name="connsiteX18" fmla="*/ 400488 w 1391088"/>
                      <a:gd name="connsiteY18" fmla="*/ 0 h 2132487"/>
                      <a:gd name="connsiteX19" fmla="*/ 387788 w 1391088"/>
                      <a:gd name="connsiteY19" fmla="*/ 3175 h 2132487"/>
                      <a:gd name="connsiteX20" fmla="*/ 346513 w 1391088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65588 w 712105"/>
                      <a:gd name="connsiteY13" fmla="*/ 187325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600513 w 712105"/>
                      <a:gd name="connsiteY13" fmla="*/ 5207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533838 w 712105"/>
                      <a:gd name="connsiteY14" fmla="*/ 123825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502088 w 712105"/>
                      <a:gd name="connsiteY15" fmla="*/ 762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95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346513 w 712105"/>
                      <a:gd name="connsiteY0" fmla="*/ 0 h 2132487"/>
                      <a:gd name="connsiteX1" fmla="*/ 346513 w 712105"/>
                      <a:gd name="connsiteY1" fmla="*/ 0 h 2132487"/>
                      <a:gd name="connsiteX2" fmla="*/ 327463 w 712105"/>
                      <a:gd name="connsiteY2" fmla="*/ 111125 h 2132487"/>
                      <a:gd name="connsiteX3" fmla="*/ 292538 w 712105"/>
                      <a:gd name="connsiteY3" fmla="*/ 263525 h 2132487"/>
                      <a:gd name="connsiteX4" fmla="*/ 276663 w 712105"/>
                      <a:gd name="connsiteY4" fmla="*/ 396875 h 2132487"/>
                      <a:gd name="connsiteX5" fmla="*/ 362388 w 712105"/>
                      <a:gd name="connsiteY5" fmla="*/ 571500 h 2132487"/>
                      <a:gd name="connsiteX6" fmla="*/ 394138 w 712105"/>
                      <a:gd name="connsiteY6" fmla="*/ 581025 h 2132487"/>
                      <a:gd name="connsiteX7" fmla="*/ 194113 w 712105"/>
                      <a:gd name="connsiteY7" fmla="*/ 2124074 h 2132487"/>
                      <a:gd name="connsiteX8" fmla="*/ 16313 w 712105"/>
                      <a:gd name="connsiteY8" fmla="*/ 1927225 h 2132487"/>
                      <a:gd name="connsiteX9" fmla="*/ 438588 w 712105"/>
                      <a:gd name="connsiteY9" fmla="*/ 1482725 h 2132487"/>
                      <a:gd name="connsiteX10" fmla="*/ 622738 w 712105"/>
                      <a:gd name="connsiteY10" fmla="*/ 952500 h 2132487"/>
                      <a:gd name="connsiteX11" fmla="*/ 705288 w 712105"/>
                      <a:gd name="connsiteY11" fmla="*/ 654050 h 2132487"/>
                      <a:gd name="connsiteX12" fmla="*/ 689413 w 712105"/>
                      <a:gd name="connsiteY12" fmla="*/ 571500 h 2132487"/>
                      <a:gd name="connsiteX13" fmla="*/ 552888 w 712105"/>
                      <a:gd name="connsiteY13" fmla="*/ 457200 h 2132487"/>
                      <a:gd name="connsiteX14" fmla="*/ 473513 w 712105"/>
                      <a:gd name="connsiteY14" fmla="*/ 241300 h 2132487"/>
                      <a:gd name="connsiteX15" fmla="*/ 416363 w 712105"/>
                      <a:gd name="connsiteY15" fmla="*/ 127000 h 2132487"/>
                      <a:gd name="connsiteX16" fmla="*/ 432238 w 712105"/>
                      <a:gd name="connsiteY16" fmla="*/ 15875 h 2132487"/>
                      <a:gd name="connsiteX17" fmla="*/ 416363 w 712105"/>
                      <a:gd name="connsiteY17" fmla="*/ 60325 h 2132487"/>
                      <a:gd name="connsiteX18" fmla="*/ 400488 w 712105"/>
                      <a:gd name="connsiteY18" fmla="*/ 0 h 2132487"/>
                      <a:gd name="connsiteX19" fmla="*/ 387788 w 712105"/>
                      <a:gd name="connsiteY19" fmla="*/ 3175 h 2132487"/>
                      <a:gd name="connsiteX20" fmla="*/ 346513 w 712105"/>
                      <a:gd name="connsiteY20" fmla="*/ 0 h 2132487"/>
                      <a:gd name="connsiteX0" fmla="*/ 419312 w 784904"/>
                      <a:gd name="connsiteY0" fmla="*/ 0 h 2132487"/>
                      <a:gd name="connsiteX1" fmla="*/ 419312 w 784904"/>
                      <a:gd name="connsiteY1" fmla="*/ 0 h 2132487"/>
                      <a:gd name="connsiteX2" fmla="*/ 400262 w 784904"/>
                      <a:gd name="connsiteY2" fmla="*/ 111125 h 2132487"/>
                      <a:gd name="connsiteX3" fmla="*/ 365337 w 784904"/>
                      <a:gd name="connsiteY3" fmla="*/ 263525 h 2132487"/>
                      <a:gd name="connsiteX4" fmla="*/ 349462 w 784904"/>
                      <a:gd name="connsiteY4" fmla="*/ 396875 h 2132487"/>
                      <a:gd name="connsiteX5" fmla="*/ 435187 w 784904"/>
                      <a:gd name="connsiteY5" fmla="*/ 571500 h 2132487"/>
                      <a:gd name="connsiteX6" fmla="*/ 212 w 784904"/>
                      <a:gd name="connsiteY6" fmla="*/ 2066925 h 2132487"/>
                      <a:gd name="connsiteX7" fmla="*/ 266912 w 784904"/>
                      <a:gd name="connsiteY7" fmla="*/ 2124074 h 2132487"/>
                      <a:gd name="connsiteX8" fmla="*/ 89112 w 784904"/>
                      <a:gd name="connsiteY8" fmla="*/ 1927225 h 2132487"/>
                      <a:gd name="connsiteX9" fmla="*/ 511387 w 784904"/>
                      <a:gd name="connsiteY9" fmla="*/ 1482725 h 2132487"/>
                      <a:gd name="connsiteX10" fmla="*/ 695537 w 784904"/>
                      <a:gd name="connsiteY10" fmla="*/ 952500 h 2132487"/>
                      <a:gd name="connsiteX11" fmla="*/ 778087 w 784904"/>
                      <a:gd name="connsiteY11" fmla="*/ 654050 h 2132487"/>
                      <a:gd name="connsiteX12" fmla="*/ 762212 w 784904"/>
                      <a:gd name="connsiteY12" fmla="*/ 571500 h 2132487"/>
                      <a:gd name="connsiteX13" fmla="*/ 625687 w 784904"/>
                      <a:gd name="connsiteY13" fmla="*/ 457200 h 2132487"/>
                      <a:gd name="connsiteX14" fmla="*/ 546312 w 784904"/>
                      <a:gd name="connsiteY14" fmla="*/ 241300 h 2132487"/>
                      <a:gd name="connsiteX15" fmla="*/ 489162 w 784904"/>
                      <a:gd name="connsiteY15" fmla="*/ 127000 h 2132487"/>
                      <a:gd name="connsiteX16" fmla="*/ 505037 w 784904"/>
                      <a:gd name="connsiteY16" fmla="*/ 15875 h 2132487"/>
                      <a:gd name="connsiteX17" fmla="*/ 489162 w 784904"/>
                      <a:gd name="connsiteY17" fmla="*/ 60325 h 2132487"/>
                      <a:gd name="connsiteX18" fmla="*/ 473287 w 784904"/>
                      <a:gd name="connsiteY18" fmla="*/ 0 h 2132487"/>
                      <a:gd name="connsiteX19" fmla="*/ 460587 w 784904"/>
                      <a:gd name="connsiteY19" fmla="*/ 3175 h 2132487"/>
                      <a:gd name="connsiteX20" fmla="*/ 419312 w 784904"/>
                      <a:gd name="connsiteY20" fmla="*/ 0 h 2132487"/>
                      <a:gd name="connsiteX0" fmla="*/ 531181 w 896773"/>
                      <a:gd name="connsiteY0" fmla="*/ 0 h 2132487"/>
                      <a:gd name="connsiteX1" fmla="*/ 531181 w 896773"/>
                      <a:gd name="connsiteY1" fmla="*/ 0 h 2132487"/>
                      <a:gd name="connsiteX2" fmla="*/ 512131 w 896773"/>
                      <a:gd name="connsiteY2" fmla="*/ 111125 h 2132487"/>
                      <a:gd name="connsiteX3" fmla="*/ 477206 w 896773"/>
                      <a:gd name="connsiteY3" fmla="*/ 263525 h 2132487"/>
                      <a:gd name="connsiteX4" fmla="*/ 461331 w 896773"/>
                      <a:gd name="connsiteY4" fmla="*/ 396875 h 2132487"/>
                      <a:gd name="connsiteX5" fmla="*/ 13656 w 896773"/>
                      <a:gd name="connsiteY5" fmla="*/ 1971675 h 2132487"/>
                      <a:gd name="connsiteX6" fmla="*/ 112081 w 896773"/>
                      <a:gd name="connsiteY6" fmla="*/ 2066925 h 2132487"/>
                      <a:gd name="connsiteX7" fmla="*/ 378781 w 896773"/>
                      <a:gd name="connsiteY7" fmla="*/ 2124074 h 2132487"/>
                      <a:gd name="connsiteX8" fmla="*/ 200981 w 896773"/>
                      <a:gd name="connsiteY8" fmla="*/ 1927225 h 2132487"/>
                      <a:gd name="connsiteX9" fmla="*/ 623256 w 896773"/>
                      <a:gd name="connsiteY9" fmla="*/ 1482725 h 2132487"/>
                      <a:gd name="connsiteX10" fmla="*/ 807406 w 896773"/>
                      <a:gd name="connsiteY10" fmla="*/ 952500 h 2132487"/>
                      <a:gd name="connsiteX11" fmla="*/ 889956 w 896773"/>
                      <a:gd name="connsiteY11" fmla="*/ 654050 h 2132487"/>
                      <a:gd name="connsiteX12" fmla="*/ 874081 w 896773"/>
                      <a:gd name="connsiteY12" fmla="*/ 571500 h 2132487"/>
                      <a:gd name="connsiteX13" fmla="*/ 737556 w 896773"/>
                      <a:gd name="connsiteY13" fmla="*/ 457200 h 2132487"/>
                      <a:gd name="connsiteX14" fmla="*/ 658181 w 896773"/>
                      <a:gd name="connsiteY14" fmla="*/ 241300 h 2132487"/>
                      <a:gd name="connsiteX15" fmla="*/ 601031 w 896773"/>
                      <a:gd name="connsiteY15" fmla="*/ 127000 h 2132487"/>
                      <a:gd name="connsiteX16" fmla="*/ 616906 w 896773"/>
                      <a:gd name="connsiteY16" fmla="*/ 15875 h 2132487"/>
                      <a:gd name="connsiteX17" fmla="*/ 601031 w 896773"/>
                      <a:gd name="connsiteY17" fmla="*/ 60325 h 2132487"/>
                      <a:gd name="connsiteX18" fmla="*/ 585156 w 896773"/>
                      <a:gd name="connsiteY18" fmla="*/ 0 h 2132487"/>
                      <a:gd name="connsiteX19" fmla="*/ 572456 w 896773"/>
                      <a:gd name="connsiteY19" fmla="*/ 3175 h 2132487"/>
                      <a:gd name="connsiteX20" fmla="*/ 531181 w 896773"/>
                      <a:gd name="connsiteY20" fmla="*/ 0 h 2132487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98942 w 883584"/>
                      <a:gd name="connsiteY2" fmla="*/ 111125 h 2132487"/>
                      <a:gd name="connsiteX3" fmla="*/ 464017 w 883584"/>
                      <a:gd name="connsiteY3" fmla="*/ 263525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17992 w 883584"/>
                      <a:gd name="connsiteY0" fmla="*/ 15815 h 2148302"/>
                      <a:gd name="connsiteX1" fmla="*/ 517992 w 883584"/>
                      <a:gd name="connsiteY1" fmla="*/ 15815 h 2148302"/>
                      <a:gd name="connsiteX2" fmla="*/ 498942 w 883584"/>
                      <a:gd name="connsiteY2" fmla="*/ 126940 h 2148302"/>
                      <a:gd name="connsiteX3" fmla="*/ 390992 w 883584"/>
                      <a:gd name="connsiteY3" fmla="*/ 1368365 h 2148302"/>
                      <a:gd name="connsiteX4" fmla="*/ 146517 w 883584"/>
                      <a:gd name="connsiteY4" fmla="*/ 1638240 h 2148302"/>
                      <a:gd name="connsiteX5" fmla="*/ 467 w 883584"/>
                      <a:gd name="connsiteY5" fmla="*/ 1987490 h 2148302"/>
                      <a:gd name="connsiteX6" fmla="*/ 98892 w 883584"/>
                      <a:gd name="connsiteY6" fmla="*/ 2082740 h 2148302"/>
                      <a:gd name="connsiteX7" fmla="*/ 365592 w 883584"/>
                      <a:gd name="connsiteY7" fmla="*/ 2139889 h 2148302"/>
                      <a:gd name="connsiteX8" fmla="*/ 187792 w 883584"/>
                      <a:gd name="connsiteY8" fmla="*/ 1943040 h 2148302"/>
                      <a:gd name="connsiteX9" fmla="*/ 610067 w 883584"/>
                      <a:gd name="connsiteY9" fmla="*/ 1498540 h 2148302"/>
                      <a:gd name="connsiteX10" fmla="*/ 794217 w 883584"/>
                      <a:gd name="connsiteY10" fmla="*/ 968315 h 2148302"/>
                      <a:gd name="connsiteX11" fmla="*/ 876767 w 883584"/>
                      <a:gd name="connsiteY11" fmla="*/ 669865 h 2148302"/>
                      <a:gd name="connsiteX12" fmla="*/ 860892 w 883584"/>
                      <a:gd name="connsiteY12" fmla="*/ 587315 h 2148302"/>
                      <a:gd name="connsiteX13" fmla="*/ 724367 w 883584"/>
                      <a:gd name="connsiteY13" fmla="*/ 473015 h 2148302"/>
                      <a:gd name="connsiteX14" fmla="*/ 644992 w 883584"/>
                      <a:gd name="connsiteY14" fmla="*/ 257115 h 2148302"/>
                      <a:gd name="connsiteX15" fmla="*/ 587842 w 883584"/>
                      <a:gd name="connsiteY15" fmla="*/ 142815 h 2148302"/>
                      <a:gd name="connsiteX16" fmla="*/ 603717 w 883584"/>
                      <a:gd name="connsiteY16" fmla="*/ 31690 h 2148302"/>
                      <a:gd name="connsiteX17" fmla="*/ 587842 w 883584"/>
                      <a:gd name="connsiteY17" fmla="*/ 76140 h 2148302"/>
                      <a:gd name="connsiteX18" fmla="*/ 571967 w 883584"/>
                      <a:gd name="connsiteY18" fmla="*/ 15815 h 2148302"/>
                      <a:gd name="connsiteX19" fmla="*/ 559267 w 883584"/>
                      <a:gd name="connsiteY19" fmla="*/ 18990 h 2148302"/>
                      <a:gd name="connsiteX20" fmla="*/ 517992 w 883584"/>
                      <a:gd name="connsiteY20" fmla="*/ 15815 h 2148302"/>
                      <a:gd name="connsiteX0" fmla="*/ 517992 w 883584"/>
                      <a:gd name="connsiteY0" fmla="*/ 0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0 h 2132487"/>
                      <a:gd name="connsiteX0" fmla="*/ 521167 w 883584"/>
                      <a:gd name="connsiteY0" fmla="*/ 492125 h 2132487"/>
                      <a:gd name="connsiteX1" fmla="*/ 517992 w 883584"/>
                      <a:gd name="connsiteY1" fmla="*/ 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21167 w 883584"/>
                      <a:gd name="connsiteY0" fmla="*/ 492125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21167 w 883584"/>
                      <a:gd name="connsiteY20" fmla="*/ 492125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559267 w 883584"/>
                      <a:gd name="connsiteY19" fmla="*/ 317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00050 h 2132487"/>
                      <a:gd name="connsiteX1" fmla="*/ 470367 w 883584"/>
                      <a:gd name="connsiteY1" fmla="*/ 565150 h 2132487"/>
                      <a:gd name="connsiteX2" fmla="*/ 479892 w 883584"/>
                      <a:gd name="connsiteY2" fmla="*/ 850900 h 2132487"/>
                      <a:gd name="connsiteX3" fmla="*/ 390992 w 883584"/>
                      <a:gd name="connsiteY3" fmla="*/ 1352550 h 2132487"/>
                      <a:gd name="connsiteX4" fmla="*/ 146517 w 883584"/>
                      <a:gd name="connsiteY4" fmla="*/ 1622425 h 2132487"/>
                      <a:gd name="connsiteX5" fmla="*/ 467 w 883584"/>
                      <a:gd name="connsiteY5" fmla="*/ 1971675 h 2132487"/>
                      <a:gd name="connsiteX6" fmla="*/ 98892 w 883584"/>
                      <a:gd name="connsiteY6" fmla="*/ 2066925 h 2132487"/>
                      <a:gd name="connsiteX7" fmla="*/ 365592 w 883584"/>
                      <a:gd name="connsiteY7" fmla="*/ 2124074 h 2132487"/>
                      <a:gd name="connsiteX8" fmla="*/ 187792 w 883584"/>
                      <a:gd name="connsiteY8" fmla="*/ 1927225 h 2132487"/>
                      <a:gd name="connsiteX9" fmla="*/ 610067 w 883584"/>
                      <a:gd name="connsiteY9" fmla="*/ 1482725 h 2132487"/>
                      <a:gd name="connsiteX10" fmla="*/ 794217 w 883584"/>
                      <a:gd name="connsiteY10" fmla="*/ 952500 h 2132487"/>
                      <a:gd name="connsiteX11" fmla="*/ 876767 w 883584"/>
                      <a:gd name="connsiteY11" fmla="*/ 654050 h 2132487"/>
                      <a:gd name="connsiteX12" fmla="*/ 860892 w 883584"/>
                      <a:gd name="connsiteY12" fmla="*/ 571500 h 2132487"/>
                      <a:gd name="connsiteX13" fmla="*/ 724367 w 883584"/>
                      <a:gd name="connsiteY13" fmla="*/ 457200 h 2132487"/>
                      <a:gd name="connsiteX14" fmla="*/ 644992 w 883584"/>
                      <a:gd name="connsiteY14" fmla="*/ 241300 h 2132487"/>
                      <a:gd name="connsiteX15" fmla="*/ 587842 w 883584"/>
                      <a:gd name="connsiteY15" fmla="*/ 127000 h 2132487"/>
                      <a:gd name="connsiteX16" fmla="*/ 603717 w 883584"/>
                      <a:gd name="connsiteY16" fmla="*/ 15875 h 2132487"/>
                      <a:gd name="connsiteX17" fmla="*/ 587842 w 883584"/>
                      <a:gd name="connsiteY17" fmla="*/ 60325 h 2132487"/>
                      <a:gd name="connsiteX18" fmla="*/ 571967 w 883584"/>
                      <a:gd name="connsiteY18" fmla="*/ 0 h 2132487"/>
                      <a:gd name="connsiteX19" fmla="*/ 467192 w 883584"/>
                      <a:gd name="connsiteY19" fmla="*/ 98425 h 2132487"/>
                      <a:gd name="connsiteX20" fmla="*/ 517992 w 883584"/>
                      <a:gd name="connsiteY20" fmla="*/ 400050 h 2132487"/>
                      <a:gd name="connsiteX0" fmla="*/ 517992 w 883584"/>
                      <a:gd name="connsiteY0" fmla="*/ 479425 h 2211862"/>
                      <a:gd name="connsiteX1" fmla="*/ 470367 w 883584"/>
                      <a:gd name="connsiteY1" fmla="*/ 644525 h 2211862"/>
                      <a:gd name="connsiteX2" fmla="*/ 479892 w 883584"/>
                      <a:gd name="connsiteY2" fmla="*/ 930275 h 2211862"/>
                      <a:gd name="connsiteX3" fmla="*/ 390992 w 883584"/>
                      <a:gd name="connsiteY3" fmla="*/ 1431925 h 2211862"/>
                      <a:gd name="connsiteX4" fmla="*/ 146517 w 883584"/>
                      <a:gd name="connsiteY4" fmla="*/ 1701800 h 2211862"/>
                      <a:gd name="connsiteX5" fmla="*/ 467 w 883584"/>
                      <a:gd name="connsiteY5" fmla="*/ 2051050 h 2211862"/>
                      <a:gd name="connsiteX6" fmla="*/ 98892 w 883584"/>
                      <a:gd name="connsiteY6" fmla="*/ 2146300 h 2211862"/>
                      <a:gd name="connsiteX7" fmla="*/ 365592 w 883584"/>
                      <a:gd name="connsiteY7" fmla="*/ 2203449 h 2211862"/>
                      <a:gd name="connsiteX8" fmla="*/ 187792 w 883584"/>
                      <a:gd name="connsiteY8" fmla="*/ 2006600 h 2211862"/>
                      <a:gd name="connsiteX9" fmla="*/ 610067 w 883584"/>
                      <a:gd name="connsiteY9" fmla="*/ 1562100 h 2211862"/>
                      <a:gd name="connsiteX10" fmla="*/ 794217 w 883584"/>
                      <a:gd name="connsiteY10" fmla="*/ 1031875 h 2211862"/>
                      <a:gd name="connsiteX11" fmla="*/ 876767 w 883584"/>
                      <a:gd name="connsiteY11" fmla="*/ 733425 h 2211862"/>
                      <a:gd name="connsiteX12" fmla="*/ 860892 w 883584"/>
                      <a:gd name="connsiteY12" fmla="*/ 650875 h 2211862"/>
                      <a:gd name="connsiteX13" fmla="*/ 724367 w 883584"/>
                      <a:gd name="connsiteY13" fmla="*/ 536575 h 2211862"/>
                      <a:gd name="connsiteX14" fmla="*/ 644992 w 883584"/>
                      <a:gd name="connsiteY14" fmla="*/ 320675 h 2211862"/>
                      <a:gd name="connsiteX15" fmla="*/ 587842 w 883584"/>
                      <a:gd name="connsiteY15" fmla="*/ 206375 h 2211862"/>
                      <a:gd name="connsiteX16" fmla="*/ 603717 w 883584"/>
                      <a:gd name="connsiteY16" fmla="*/ 95250 h 2211862"/>
                      <a:gd name="connsiteX17" fmla="*/ 587842 w 883584"/>
                      <a:gd name="connsiteY17" fmla="*/ 139700 h 2211862"/>
                      <a:gd name="connsiteX18" fmla="*/ 511642 w 883584"/>
                      <a:gd name="connsiteY18" fmla="*/ 0 h 2211862"/>
                      <a:gd name="connsiteX19" fmla="*/ 467192 w 883584"/>
                      <a:gd name="connsiteY19" fmla="*/ 177800 h 2211862"/>
                      <a:gd name="connsiteX20" fmla="*/ 517992 w 883584"/>
                      <a:gd name="connsiteY20" fmla="*/ 479425 h 2211862"/>
                      <a:gd name="connsiteX0" fmla="*/ 517992 w 883584"/>
                      <a:gd name="connsiteY0" fmla="*/ 622633 h 2355070"/>
                      <a:gd name="connsiteX1" fmla="*/ 470367 w 883584"/>
                      <a:gd name="connsiteY1" fmla="*/ 787733 h 2355070"/>
                      <a:gd name="connsiteX2" fmla="*/ 479892 w 883584"/>
                      <a:gd name="connsiteY2" fmla="*/ 1073483 h 2355070"/>
                      <a:gd name="connsiteX3" fmla="*/ 390992 w 883584"/>
                      <a:gd name="connsiteY3" fmla="*/ 1575133 h 2355070"/>
                      <a:gd name="connsiteX4" fmla="*/ 146517 w 883584"/>
                      <a:gd name="connsiteY4" fmla="*/ 1845008 h 2355070"/>
                      <a:gd name="connsiteX5" fmla="*/ 467 w 883584"/>
                      <a:gd name="connsiteY5" fmla="*/ 2194258 h 2355070"/>
                      <a:gd name="connsiteX6" fmla="*/ 98892 w 883584"/>
                      <a:gd name="connsiteY6" fmla="*/ 2289508 h 2355070"/>
                      <a:gd name="connsiteX7" fmla="*/ 365592 w 883584"/>
                      <a:gd name="connsiteY7" fmla="*/ 2346657 h 2355070"/>
                      <a:gd name="connsiteX8" fmla="*/ 187792 w 883584"/>
                      <a:gd name="connsiteY8" fmla="*/ 2149808 h 2355070"/>
                      <a:gd name="connsiteX9" fmla="*/ 610067 w 883584"/>
                      <a:gd name="connsiteY9" fmla="*/ 1705308 h 2355070"/>
                      <a:gd name="connsiteX10" fmla="*/ 794217 w 883584"/>
                      <a:gd name="connsiteY10" fmla="*/ 1175083 h 2355070"/>
                      <a:gd name="connsiteX11" fmla="*/ 876767 w 883584"/>
                      <a:gd name="connsiteY11" fmla="*/ 876633 h 2355070"/>
                      <a:gd name="connsiteX12" fmla="*/ 860892 w 883584"/>
                      <a:gd name="connsiteY12" fmla="*/ 794083 h 2355070"/>
                      <a:gd name="connsiteX13" fmla="*/ 724367 w 883584"/>
                      <a:gd name="connsiteY13" fmla="*/ 679783 h 2355070"/>
                      <a:gd name="connsiteX14" fmla="*/ 644992 w 883584"/>
                      <a:gd name="connsiteY14" fmla="*/ 463883 h 2355070"/>
                      <a:gd name="connsiteX15" fmla="*/ 587842 w 883584"/>
                      <a:gd name="connsiteY15" fmla="*/ 349583 h 2355070"/>
                      <a:gd name="connsiteX16" fmla="*/ 613242 w 883584"/>
                      <a:gd name="connsiteY16" fmla="*/ 333 h 2355070"/>
                      <a:gd name="connsiteX17" fmla="*/ 587842 w 883584"/>
                      <a:gd name="connsiteY17" fmla="*/ 282908 h 2355070"/>
                      <a:gd name="connsiteX18" fmla="*/ 511642 w 883584"/>
                      <a:gd name="connsiteY18" fmla="*/ 143208 h 2355070"/>
                      <a:gd name="connsiteX19" fmla="*/ 467192 w 883584"/>
                      <a:gd name="connsiteY19" fmla="*/ 321008 h 2355070"/>
                      <a:gd name="connsiteX20" fmla="*/ 517992 w 883584"/>
                      <a:gd name="connsiteY20" fmla="*/ 622633 h 2355070"/>
                      <a:gd name="connsiteX0" fmla="*/ 517992 w 883584"/>
                      <a:gd name="connsiteY0" fmla="*/ 631650 h 2364087"/>
                      <a:gd name="connsiteX1" fmla="*/ 470367 w 883584"/>
                      <a:gd name="connsiteY1" fmla="*/ 796750 h 2364087"/>
                      <a:gd name="connsiteX2" fmla="*/ 479892 w 883584"/>
                      <a:gd name="connsiteY2" fmla="*/ 1082500 h 2364087"/>
                      <a:gd name="connsiteX3" fmla="*/ 390992 w 883584"/>
                      <a:gd name="connsiteY3" fmla="*/ 1584150 h 2364087"/>
                      <a:gd name="connsiteX4" fmla="*/ 146517 w 883584"/>
                      <a:gd name="connsiteY4" fmla="*/ 1854025 h 2364087"/>
                      <a:gd name="connsiteX5" fmla="*/ 467 w 883584"/>
                      <a:gd name="connsiteY5" fmla="*/ 2203275 h 2364087"/>
                      <a:gd name="connsiteX6" fmla="*/ 98892 w 883584"/>
                      <a:gd name="connsiteY6" fmla="*/ 2298525 h 2364087"/>
                      <a:gd name="connsiteX7" fmla="*/ 365592 w 883584"/>
                      <a:gd name="connsiteY7" fmla="*/ 2355674 h 2364087"/>
                      <a:gd name="connsiteX8" fmla="*/ 187792 w 883584"/>
                      <a:gd name="connsiteY8" fmla="*/ 2158825 h 2364087"/>
                      <a:gd name="connsiteX9" fmla="*/ 610067 w 883584"/>
                      <a:gd name="connsiteY9" fmla="*/ 1714325 h 2364087"/>
                      <a:gd name="connsiteX10" fmla="*/ 794217 w 883584"/>
                      <a:gd name="connsiteY10" fmla="*/ 1184100 h 2364087"/>
                      <a:gd name="connsiteX11" fmla="*/ 876767 w 883584"/>
                      <a:gd name="connsiteY11" fmla="*/ 885650 h 2364087"/>
                      <a:gd name="connsiteX12" fmla="*/ 860892 w 883584"/>
                      <a:gd name="connsiteY12" fmla="*/ 803100 h 2364087"/>
                      <a:gd name="connsiteX13" fmla="*/ 724367 w 883584"/>
                      <a:gd name="connsiteY13" fmla="*/ 688800 h 2364087"/>
                      <a:gd name="connsiteX14" fmla="*/ 644992 w 883584"/>
                      <a:gd name="connsiteY14" fmla="*/ 472900 h 2364087"/>
                      <a:gd name="connsiteX15" fmla="*/ 587842 w 883584"/>
                      <a:gd name="connsiteY15" fmla="*/ 358600 h 2364087"/>
                      <a:gd name="connsiteX16" fmla="*/ 613242 w 883584"/>
                      <a:gd name="connsiteY16" fmla="*/ 9350 h 2364087"/>
                      <a:gd name="connsiteX17" fmla="*/ 575142 w 883584"/>
                      <a:gd name="connsiteY17" fmla="*/ 104600 h 2364087"/>
                      <a:gd name="connsiteX18" fmla="*/ 511642 w 883584"/>
                      <a:gd name="connsiteY18" fmla="*/ 152225 h 2364087"/>
                      <a:gd name="connsiteX19" fmla="*/ 467192 w 883584"/>
                      <a:gd name="connsiteY19" fmla="*/ 330025 h 2364087"/>
                      <a:gd name="connsiteX20" fmla="*/ 517992 w 883584"/>
                      <a:gd name="connsiteY20" fmla="*/ 631650 h 2364087"/>
                      <a:gd name="connsiteX0" fmla="*/ 517992 w 883584"/>
                      <a:gd name="connsiteY0" fmla="*/ 842355 h 2574792"/>
                      <a:gd name="connsiteX1" fmla="*/ 470367 w 883584"/>
                      <a:gd name="connsiteY1" fmla="*/ 1007455 h 2574792"/>
                      <a:gd name="connsiteX2" fmla="*/ 479892 w 883584"/>
                      <a:gd name="connsiteY2" fmla="*/ 1293205 h 2574792"/>
                      <a:gd name="connsiteX3" fmla="*/ 390992 w 883584"/>
                      <a:gd name="connsiteY3" fmla="*/ 1794855 h 2574792"/>
                      <a:gd name="connsiteX4" fmla="*/ 146517 w 883584"/>
                      <a:gd name="connsiteY4" fmla="*/ 2064730 h 2574792"/>
                      <a:gd name="connsiteX5" fmla="*/ 467 w 883584"/>
                      <a:gd name="connsiteY5" fmla="*/ 2413980 h 2574792"/>
                      <a:gd name="connsiteX6" fmla="*/ 98892 w 883584"/>
                      <a:gd name="connsiteY6" fmla="*/ 2509230 h 2574792"/>
                      <a:gd name="connsiteX7" fmla="*/ 365592 w 883584"/>
                      <a:gd name="connsiteY7" fmla="*/ 2566379 h 2574792"/>
                      <a:gd name="connsiteX8" fmla="*/ 187792 w 883584"/>
                      <a:gd name="connsiteY8" fmla="*/ 2369530 h 2574792"/>
                      <a:gd name="connsiteX9" fmla="*/ 610067 w 883584"/>
                      <a:gd name="connsiteY9" fmla="*/ 1925030 h 2574792"/>
                      <a:gd name="connsiteX10" fmla="*/ 794217 w 883584"/>
                      <a:gd name="connsiteY10" fmla="*/ 1394805 h 2574792"/>
                      <a:gd name="connsiteX11" fmla="*/ 876767 w 883584"/>
                      <a:gd name="connsiteY11" fmla="*/ 1096355 h 2574792"/>
                      <a:gd name="connsiteX12" fmla="*/ 860892 w 883584"/>
                      <a:gd name="connsiteY12" fmla="*/ 1013805 h 2574792"/>
                      <a:gd name="connsiteX13" fmla="*/ 724367 w 883584"/>
                      <a:gd name="connsiteY13" fmla="*/ 899505 h 2574792"/>
                      <a:gd name="connsiteX14" fmla="*/ 644992 w 883584"/>
                      <a:gd name="connsiteY14" fmla="*/ 683605 h 2574792"/>
                      <a:gd name="connsiteX15" fmla="*/ 587842 w 883584"/>
                      <a:gd name="connsiteY15" fmla="*/ 569305 h 2574792"/>
                      <a:gd name="connsiteX16" fmla="*/ 530692 w 883584"/>
                      <a:gd name="connsiteY16" fmla="*/ 4155 h 2574792"/>
                      <a:gd name="connsiteX17" fmla="*/ 575142 w 883584"/>
                      <a:gd name="connsiteY17" fmla="*/ 315305 h 2574792"/>
                      <a:gd name="connsiteX18" fmla="*/ 511642 w 883584"/>
                      <a:gd name="connsiteY18" fmla="*/ 362930 h 2574792"/>
                      <a:gd name="connsiteX19" fmla="*/ 467192 w 883584"/>
                      <a:gd name="connsiteY19" fmla="*/ 540730 h 2574792"/>
                      <a:gd name="connsiteX20" fmla="*/ 517992 w 883584"/>
                      <a:gd name="connsiteY20" fmla="*/ 842355 h 2574792"/>
                      <a:gd name="connsiteX0" fmla="*/ 517992 w 883584"/>
                      <a:gd name="connsiteY0" fmla="*/ 872664 h 2605101"/>
                      <a:gd name="connsiteX1" fmla="*/ 470367 w 883584"/>
                      <a:gd name="connsiteY1" fmla="*/ 1037764 h 2605101"/>
                      <a:gd name="connsiteX2" fmla="*/ 479892 w 883584"/>
                      <a:gd name="connsiteY2" fmla="*/ 1323514 h 2605101"/>
                      <a:gd name="connsiteX3" fmla="*/ 390992 w 883584"/>
                      <a:gd name="connsiteY3" fmla="*/ 1825164 h 2605101"/>
                      <a:gd name="connsiteX4" fmla="*/ 146517 w 883584"/>
                      <a:gd name="connsiteY4" fmla="*/ 2095039 h 2605101"/>
                      <a:gd name="connsiteX5" fmla="*/ 467 w 883584"/>
                      <a:gd name="connsiteY5" fmla="*/ 2444289 h 2605101"/>
                      <a:gd name="connsiteX6" fmla="*/ 98892 w 883584"/>
                      <a:gd name="connsiteY6" fmla="*/ 2539539 h 2605101"/>
                      <a:gd name="connsiteX7" fmla="*/ 365592 w 883584"/>
                      <a:gd name="connsiteY7" fmla="*/ 2596688 h 2605101"/>
                      <a:gd name="connsiteX8" fmla="*/ 187792 w 883584"/>
                      <a:gd name="connsiteY8" fmla="*/ 2399839 h 2605101"/>
                      <a:gd name="connsiteX9" fmla="*/ 610067 w 883584"/>
                      <a:gd name="connsiteY9" fmla="*/ 1955339 h 2605101"/>
                      <a:gd name="connsiteX10" fmla="*/ 794217 w 883584"/>
                      <a:gd name="connsiteY10" fmla="*/ 1425114 h 2605101"/>
                      <a:gd name="connsiteX11" fmla="*/ 876767 w 883584"/>
                      <a:gd name="connsiteY11" fmla="*/ 1126664 h 2605101"/>
                      <a:gd name="connsiteX12" fmla="*/ 860892 w 883584"/>
                      <a:gd name="connsiteY12" fmla="*/ 1044114 h 2605101"/>
                      <a:gd name="connsiteX13" fmla="*/ 724367 w 883584"/>
                      <a:gd name="connsiteY13" fmla="*/ 929814 h 2605101"/>
                      <a:gd name="connsiteX14" fmla="*/ 644992 w 883584"/>
                      <a:gd name="connsiteY14" fmla="*/ 713914 h 2605101"/>
                      <a:gd name="connsiteX15" fmla="*/ 587842 w 883584"/>
                      <a:gd name="connsiteY15" fmla="*/ 599614 h 2605101"/>
                      <a:gd name="connsiteX16" fmla="*/ 530692 w 883584"/>
                      <a:gd name="connsiteY16" fmla="*/ 34464 h 2605101"/>
                      <a:gd name="connsiteX17" fmla="*/ 829142 w 883584"/>
                      <a:gd name="connsiteY17" fmla="*/ 97964 h 2605101"/>
                      <a:gd name="connsiteX18" fmla="*/ 511642 w 883584"/>
                      <a:gd name="connsiteY18" fmla="*/ 393239 h 2605101"/>
                      <a:gd name="connsiteX19" fmla="*/ 467192 w 883584"/>
                      <a:gd name="connsiteY19" fmla="*/ 571039 h 2605101"/>
                      <a:gd name="connsiteX20" fmla="*/ 517992 w 883584"/>
                      <a:gd name="connsiteY20" fmla="*/ 872664 h 2605101"/>
                      <a:gd name="connsiteX0" fmla="*/ 517992 w 986848"/>
                      <a:gd name="connsiteY0" fmla="*/ 778265 h 2510702"/>
                      <a:gd name="connsiteX1" fmla="*/ 470367 w 986848"/>
                      <a:gd name="connsiteY1" fmla="*/ 943365 h 2510702"/>
                      <a:gd name="connsiteX2" fmla="*/ 479892 w 986848"/>
                      <a:gd name="connsiteY2" fmla="*/ 1229115 h 2510702"/>
                      <a:gd name="connsiteX3" fmla="*/ 390992 w 986848"/>
                      <a:gd name="connsiteY3" fmla="*/ 1730765 h 2510702"/>
                      <a:gd name="connsiteX4" fmla="*/ 146517 w 986848"/>
                      <a:gd name="connsiteY4" fmla="*/ 2000640 h 2510702"/>
                      <a:gd name="connsiteX5" fmla="*/ 467 w 986848"/>
                      <a:gd name="connsiteY5" fmla="*/ 2349890 h 2510702"/>
                      <a:gd name="connsiteX6" fmla="*/ 98892 w 986848"/>
                      <a:gd name="connsiteY6" fmla="*/ 2445140 h 2510702"/>
                      <a:gd name="connsiteX7" fmla="*/ 365592 w 986848"/>
                      <a:gd name="connsiteY7" fmla="*/ 2502289 h 2510702"/>
                      <a:gd name="connsiteX8" fmla="*/ 187792 w 986848"/>
                      <a:gd name="connsiteY8" fmla="*/ 2305440 h 2510702"/>
                      <a:gd name="connsiteX9" fmla="*/ 610067 w 986848"/>
                      <a:gd name="connsiteY9" fmla="*/ 1860940 h 2510702"/>
                      <a:gd name="connsiteX10" fmla="*/ 794217 w 986848"/>
                      <a:gd name="connsiteY10" fmla="*/ 1330715 h 2510702"/>
                      <a:gd name="connsiteX11" fmla="*/ 876767 w 986848"/>
                      <a:gd name="connsiteY11" fmla="*/ 1032265 h 2510702"/>
                      <a:gd name="connsiteX12" fmla="*/ 860892 w 986848"/>
                      <a:gd name="connsiteY12" fmla="*/ 949715 h 2510702"/>
                      <a:gd name="connsiteX13" fmla="*/ 724367 w 986848"/>
                      <a:gd name="connsiteY13" fmla="*/ 835415 h 2510702"/>
                      <a:gd name="connsiteX14" fmla="*/ 644992 w 986848"/>
                      <a:gd name="connsiteY14" fmla="*/ 619515 h 2510702"/>
                      <a:gd name="connsiteX15" fmla="*/ 587842 w 986848"/>
                      <a:gd name="connsiteY15" fmla="*/ 505215 h 2510702"/>
                      <a:gd name="connsiteX16" fmla="*/ 978367 w 986848"/>
                      <a:gd name="connsiteY16" fmla="*/ 159140 h 2510702"/>
                      <a:gd name="connsiteX17" fmla="*/ 829142 w 986848"/>
                      <a:gd name="connsiteY17" fmla="*/ 3565 h 2510702"/>
                      <a:gd name="connsiteX18" fmla="*/ 511642 w 986848"/>
                      <a:gd name="connsiteY18" fmla="*/ 298840 h 2510702"/>
                      <a:gd name="connsiteX19" fmla="*/ 467192 w 986848"/>
                      <a:gd name="connsiteY19" fmla="*/ 476640 h 2510702"/>
                      <a:gd name="connsiteX20" fmla="*/ 517992 w 986848"/>
                      <a:gd name="connsiteY20" fmla="*/ 778265 h 2510702"/>
                      <a:gd name="connsiteX0" fmla="*/ 517992 w 978373"/>
                      <a:gd name="connsiteY0" fmla="*/ 652154 h 2384591"/>
                      <a:gd name="connsiteX1" fmla="*/ 470367 w 978373"/>
                      <a:gd name="connsiteY1" fmla="*/ 817254 h 2384591"/>
                      <a:gd name="connsiteX2" fmla="*/ 479892 w 978373"/>
                      <a:gd name="connsiteY2" fmla="*/ 1103004 h 2384591"/>
                      <a:gd name="connsiteX3" fmla="*/ 390992 w 978373"/>
                      <a:gd name="connsiteY3" fmla="*/ 1604654 h 2384591"/>
                      <a:gd name="connsiteX4" fmla="*/ 146517 w 978373"/>
                      <a:gd name="connsiteY4" fmla="*/ 1874529 h 2384591"/>
                      <a:gd name="connsiteX5" fmla="*/ 467 w 978373"/>
                      <a:gd name="connsiteY5" fmla="*/ 2223779 h 2384591"/>
                      <a:gd name="connsiteX6" fmla="*/ 98892 w 978373"/>
                      <a:gd name="connsiteY6" fmla="*/ 2319029 h 2384591"/>
                      <a:gd name="connsiteX7" fmla="*/ 365592 w 978373"/>
                      <a:gd name="connsiteY7" fmla="*/ 2376178 h 2384591"/>
                      <a:gd name="connsiteX8" fmla="*/ 187792 w 978373"/>
                      <a:gd name="connsiteY8" fmla="*/ 2179329 h 2384591"/>
                      <a:gd name="connsiteX9" fmla="*/ 610067 w 978373"/>
                      <a:gd name="connsiteY9" fmla="*/ 1734829 h 2384591"/>
                      <a:gd name="connsiteX10" fmla="*/ 794217 w 978373"/>
                      <a:gd name="connsiteY10" fmla="*/ 1204604 h 2384591"/>
                      <a:gd name="connsiteX11" fmla="*/ 876767 w 978373"/>
                      <a:gd name="connsiteY11" fmla="*/ 906154 h 2384591"/>
                      <a:gd name="connsiteX12" fmla="*/ 860892 w 978373"/>
                      <a:gd name="connsiteY12" fmla="*/ 823604 h 2384591"/>
                      <a:gd name="connsiteX13" fmla="*/ 724367 w 978373"/>
                      <a:gd name="connsiteY13" fmla="*/ 709304 h 2384591"/>
                      <a:gd name="connsiteX14" fmla="*/ 644992 w 978373"/>
                      <a:gd name="connsiteY14" fmla="*/ 493404 h 2384591"/>
                      <a:gd name="connsiteX15" fmla="*/ 587842 w 978373"/>
                      <a:gd name="connsiteY15" fmla="*/ 379104 h 2384591"/>
                      <a:gd name="connsiteX16" fmla="*/ 978367 w 978373"/>
                      <a:gd name="connsiteY16" fmla="*/ 33029 h 2384591"/>
                      <a:gd name="connsiteX17" fmla="*/ 597367 w 978373"/>
                      <a:gd name="connsiteY17" fmla="*/ 29854 h 2384591"/>
                      <a:gd name="connsiteX18" fmla="*/ 511642 w 978373"/>
                      <a:gd name="connsiteY18" fmla="*/ 172729 h 2384591"/>
                      <a:gd name="connsiteX19" fmla="*/ 467192 w 978373"/>
                      <a:gd name="connsiteY19" fmla="*/ 350529 h 2384591"/>
                      <a:gd name="connsiteX20" fmla="*/ 517992 w 978373"/>
                      <a:gd name="connsiteY20" fmla="*/ 652154 h 2384591"/>
                      <a:gd name="connsiteX0" fmla="*/ 517992 w 883584"/>
                      <a:gd name="connsiteY0" fmla="*/ 950381 h 2682818"/>
                      <a:gd name="connsiteX1" fmla="*/ 470367 w 883584"/>
                      <a:gd name="connsiteY1" fmla="*/ 1115481 h 2682818"/>
                      <a:gd name="connsiteX2" fmla="*/ 479892 w 883584"/>
                      <a:gd name="connsiteY2" fmla="*/ 1401231 h 2682818"/>
                      <a:gd name="connsiteX3" fmla="*/ 390992 w 883584"/>
                      <a:gd name="connsiteY3" fmla="*/ 1902881 h 2682818"/>
                      <a:gd name="connsiteX4" fmla="*/ 146517 w 883584"/>
                      <a:gd name="connsiteY4" fmla="*/ 2172756 h 2682818"/>
                      <a:gd name="connsiteX5" fmla="*/ 467 w 883584"/>
                      <a:gd name="connsiteY5" fmla="*/ 2522006 h 2682818"/>
                      <a:gd name="connsiteX6" fmla="*/ 98892 w 883584"/>
                      <a:gd name="connsiteY6" fmla="*/ 2617256 h 2682818"/>
                      <a:gd name="connsiteX7" fmla="*/ 365592 w 883584"/>
                      <a:gd name="connsiteY7" fmla="*/ 2674405 h 2682818"/>
                      <a:gd name="connsiteX8" fmla="*/ 187792 w 883584"/>
                      <a:gd name="connsiteY8" fmla="*/ 2477556 h 2682818"/>
                      <a:gd name="connsiteX9" fmla="*/ 610067 w 883584"/>
                      <a:gd name="connsiteY9" fmla="*/ 2033056 h 2682818"/>
                      <a:gd name="connsiteX10" fmla="*/ 794217 w 883584"/>
                      <a:gd name="connsiteY10" fmla="*/ 1502831 h 2682818"/>
                      <a:gd name="connsiteX11" fmla="*/ 876767 w 883584"/>
                      <a:gd name="connsiteY11" fmla="*/ 1204381 h 2682818"/>
                      <a:gd name="connsiteX12" fmla="*/ 860892 w 883584"/>
                      <a:gd name="connsiteY12" fmla="*/ 1121831 h 2682818"/>
                      <a:gd name="connsiteX13" fmla="*/ 724367 w 883584"/>
                      <a:gd name="connsiteY13" fmla="*/ 1007531 h 2682818"/>
                      <a:gd name="connsiteX14" fmla="*/ 644992 w 883584"/>
                      <a:gd name="connsiteY14" fmla="*/ 791631 h 2682818"/>
                      <a:gd name="connsiteX15" fmla="*/ 587842 w 883584"/>
                      <a:gd name="connsiteY15" fmla="*/ 677331 h 2682818"/>
                      <a:gd name="connsiteX16" fmla="*/ 587842 w 883584"/>
                      <a:gd name="connsiteY16" fmla="*/ 7406 h 2682818"/>
                      <a:gd name="connsiteX17" fmla="*/ 597367 w 883584"/>
                      <a:gd name="connsiteY17" fmla="*/ 328081 h 2682818"/>
                      <a:gd name="connsiteX18" fmla="*/ 511642 w 883584"/>
                      <a:gd name="connsiteY18" fmla="*/ 470956 h 2682818"/>
                      <a:gd name="connsiteX19" fmla="*/ 467192 w 883584"/>
                      <a:gd name="connsiteY19" fmla="*/ 648756 h 2682818"/>
                      <a:gd name="connsiteX20" fmla="*/ 517992 w 883584"/>
                      <a:gd name="connsiteY20" fmla="*/ 950381 h 2682818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511642 w 883584"/>
                      <a:gd name="connsiteY19" fmla="*/ 470512 h 2682374"/>
                      <a:gd name="connsiteX20" fmla="*/ 467192 w 883584"/>
                      <a:gd name="connsiteY20" fmla="*/ 648312 h 2682374"/>
                      <a:gd name="connsiteX21" fmla="*/ 517992 w 883584"/>
                      <a:gd name="connsiteY21" fmla="*/ 949937 h 2682374"/>
                      <a:gd name="connsiteX0" fmla="*/ 517992 w 883584"/>
                      <a:gd name="connsiteY0" fmla="*/ 949937 h 2682374"/>
                      <a:gd name="connsiteX1" fmla="*/ 470367 w 883584"/>
                      <a:gd name="connsiteY1" fmla="*/ 1115037 h 2682374"/>
                      <a:gd name="connsiteX2" fmla="*/ 479892 w 883584"/>
                      <a:gd name="connsiteY2" fmla="*/ 1400787 h 2682374"/>
                      <a:gd name="connsiteX3" fmla="*/ 390992 w 883584"/>
                      <a:gd name="connsiteY3" fmla="*/ 1902437 h 2682374"/>
                      <a:gd name="connsiteX4" fmla="*/ 146517 w 883584"/>
                      <a:gd name="connsiteY4" fmla="*/ 2172312 h 2682374"/>
                      <a:gd name="connsiteX5" fmla="*/ 467 w 883584"/>
                      <a:gd name="connsiteY5" fmla="*/ 2521562 h 2682374"/>
                      <a:gd name="connsiteX6" fmla="*/ 98892 w 883584"/>
                      <a:gd name="connsiteY6" fmla="*/ 2616812 h 2682374"/>
                      <a:gd name="connsiteX7" fmla="*/ 365592 w 883584"/>
                      <a:gd name="connsiteY7" fmla="*/ 2673961 h 2682374"/>
                      <a:gd name="connsiteX8" fmla="*/ 187792 w 883584"/>
                      <a:gd name="connsiteY8" fmla="*/ 2477112 h 2682374"/>
                      <a:gd name="connsiteX9" fmla="*/ 610067 w 883584"/>
                      <a:gd name="connsiteY9" fmla="*/ 2032612 h 2682374"/>
                      <a:gd name="connsiteX10" fmla="*/ 794217 w 883584"/>
                      <a:gd name="connsiteY10" fmla="*/ 1502387 h 2682374"/>
                      <a:gd name="connsiteX11" fmla="*/ 876767 w 883584"/>
                      <a:gd name="connsiteY11" fmla="*/ 1203937 h 2682374"/>
                      <a:gd name="connsiteX12" fmla="*/ 860892 w 883584"/>
                      <a:gd name="connsiteY12" fmla="*/ 1121387 h 2682374"/>
                      <a:gd name="connsiteX13" fmla="*/ 724367 w 883584"/>
                      <a:gd name="connsiteY13" fmla="*/ 1007087 h 2682374"/>
                      <a:gd name="connsiteX14" fmla="*/ 644992 w 883584"/>
                      <a:gd name="connsiteY14" fmla="*/ 791187 h 2682374"/>
                      <a:gd name="connsiteX15" fmla="*/ 587842 w 883584"/>
                      <a:gd name="connsiteY15" fmla="*/ 676887 h 2682374"/>
                      <a:gd name="connsiteX16" fmla="*/ 587842 w 883584"/>
                      <a:gd name="connsiteY16" fmla="*/ 6962 h 2682374"/>
                      <a:gd name="connsiteX17" fmla="*/ 597367 w 883584"/>
                      <a:gd name="connsiteY17" fmla="*/ 327637 h 2682374"/>
                      <a:gd name="connsiteX18" fmla="*/ 603719 w 883584"/>
                      <a:gd name="connsiteY18" fmla="*/ 333989 h 2682374"/>
                      <a:gd name="connsiteX19" fmla="*/ 600544 w 883584"/>
                      <a:gd name="connsiteY19" fmla="*/ 340339 h 2682374"/>
                      <a:gd name="connsiteX20" fmla="*/ 511642 w 883584"/>
                      <a:gd name="connsiteY20" fmla="*/ 470512 h 2682374"/>
                      <a:gd name="connsiteX21" fmla="*/ 467192 w 883584"/>
                      <a:gd name="connsiteY21" fmla="*/ 648312 h 2682374"/>
                      <a:gd name="connsiteX22" fmla="*/ 517992 w 883584"/>
                      <a:gd name="connsiteY22" fmla="*/ 949937 h 2682374"/>
                      <a:gd name="connsiteX0" fmla="*/ 517992 w 883584"/>
                      <a:gd name="connsiteY0" fmla="*/ 963028 h 2695465"/>
                      <a:gd name="connsiteX1" fmla="*/ 470367 w 883584"/>
                      <a:gd name="connsiteY1" fmla="*/ 1128128 h 2695465"/>
                      <a:gd name="connsiteX2" fmla="*/ 479892 w 883584"/>
                      <a:gd name="connsiteY2" fmla="*/ 1413878 h 2695465"/>
                      <a:gd name="connsiteX3" fmla="*/ 390992 w 883584"/>
                      <a:gd name="connsiteY3" fmla="*/ 1915528 h 2695465"/>
                      <a:gd name="connsiteX4" fmla="*/ 146517 w 883584"/>
                      <a:gd name="connsiteY4" fmla="*/ 2185403 h 2695465"/>
                      <a:gd name="connsiteX5" fmla="*/ 467 w 883584"/>
                      <a:gd name="connsiteY5" fmla="*/ 2534653 h 2695465"/>
                      <a:gd name="connsiteX6" fmla="*/ 98892 w 883584"/>
                      <a:gd name="connsiteY6" fmla="*/ 2629903 h 2695465"/>
                      <a:gd name="connsiteX7" fmla="*/ 365592 w 883584"/>
                      <a:gd name="connsiteY7" fmla="*/ 2687052 h 2695465"/>
                      <a:gd name="connsiteX8" fmla="*/ 187792 w 883584"/>
                      <a:gd name="connsiteY8" fmla="*/ 2490203 h 2695465"/>
                      <a:gd name="connsiteX9" fmla="*/ 610067 w 883584"/>
                      <a:gd name="connsiteY9" fmla="*/ 2045703 h 2695465"/>
                      <a:gd name="connsiteX10" fmla="*/ 794217 w 883584"/>
                      <a:gd name="connsiteY10" fmla="*/ 1515478 h 2695465"/>
                      <a:gd name="connsiteX11" fmla="*/ 876767 w 883584"/>
                      <a:gd name="connsiteY11" fmla="*/ 1217028 h 2695465"/>
                      <a:gd name="connsiteX12" fmla="*/ 860892 w 883584"/>
                      <a:gd name="connsiteY12" fmla="*/ 1134478 h 2695465"/>
                      <a:gd name="connsiteX13" fmla="*/ 724367 w 883584"/>
                      <a:gd name="connsiteY13" fmla="*/ 1020178 h 2695465"/>
                      <a:gd name="connsiteX14" fmla="*/ 644992 w 883584"/>
                      <a:gd name="connsiteY14" fmla="*/ 804278 h 2695465"/>
                      <a:gd name="connsiteX15" fmla="*/ 587842 w 883584"/>
                      <a:gd name="connsiteY15" fmla="*/ 689978 h 2695465"/>
                      <a:gd name="connsiteX16" fmla="*/ 587842 w 883584"/>
                      <a:gd name="connsiteY16" fmla="*/ 20053 h 2695465"/>
                      <a:gd name="connsiteX17" fmla="*/ 597367 w 883584"/>
                      <a:gd name="connsiteY17" fmla="*/ 340728 h 2695465"/>
                      <a:gd name="connsiteX18" fmla="*/ 603719 w 883584"/>
                      <a:gd name="connsiteY18" fmla="*/ 347080 h 2695465"/>
                      <a:gd name="connsiteX19" fmla="*/ 762469 w 883584"/>
                      <a:gd name="connsiteY19" fmla="*/ 1005 h 2695465"/>
                      <a:gd name="connsiteX20" fmla="*/ 511642 w 883584"/>
                      <a:gd name="connsiteY20" fmla="*/ 483603 h 2695465"/>
                      <a:gd name="connsiteX21" fmla="*/ 467192 w 883584"/>
                      <a:gd name="connsiteY21" fmla="*/ 661403 h 2695465"/>
                      <a:gd name="connsiteX22" fmla="*/ 517992 w 883584"/>
                      <a:gd name="connsiteY22" fmla="*/ 963028 h 2695465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587842 w 927570"/>
                      <a:gd name="connsiteY16" fmla="*/ 19999 h 2695411"/>
                      <a:gd name="connsiteX17" fmla="*/ 597367 w 927570"/>
                      <a:gd name="connsiteY17" fmla="*/ 34067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872"/>
                      <a:gd name="connsiteY0" fmla="*/ 962974 h 2695411"/>
                      <a:gd name="connsiteX1" fmla="*/ 470367 w 927872"/>
                      <a:gd name="connsiteY1" fmla="*/ 1128074 h 2695411"/>
                      <a:gd name="connsiteX2" fmla="*/ 479892 w 927872"/>
                      <a:gd name="connsiteY2" fmla="*/ 1413824 h 2695411"/>
                      <a:gd name="connsiteX3" fmla="*/ 390992 w 927872"/>
                      <a:gd name="connsiteY3" fmla="*/ 1915474 h 2695411"/>
                      <a:gd name="connsiteX4" fmla="*/ 146517 w 927872"/>
                      <a:gd name="connsiteY4" fmla="*/ 2185349 h 2695411"/>
                      <a:gd name="connsiteX5" fmla="*/ 467 w 927872"/>
                      <a:gd name="connsiteY5" fmla="*/ 2534599 h 2695411"/>
                      <a:gd name="connsiteX6" fmla="*/ 98892 w 927872"/>
                      <a:gd name="connsiteY6" fmla="*/ 2629849 h 2695411"/>
                      <a:gd name="connsiteX7" fmla="*/ 365592 w 927872"/>
                      <a:gd name="connsiteY7" fmla="*/ 2686998 h 2695411"/>
                      <a:gd name="connsiteX8" fmla="*/ 187792 w 927872"/>
                      <a:gd name="connsiteY8" fmla="*/ 2490149 h 2695411"/>
                      <a:gd name="connsiteX9" fmla="*/ 610067 w 927872"/>
                      <a:gd name="connsiteY9" fmla="*/ 2045649 h 2695411"/>
                      <a:gd name="connsiteX10" fmla="*/ 794217 w 927872"/>
                      <a:gd name="connsiteY10" fmla="*/ 1515424 h 2695411"/>
                      <a:gd name="connsiteX11" fmla="*/ 876767 w 927872"/>
                      <a:gd name="connsiteY11" fmla="*/ 1216974 h 2695411"/>
                      <a:gd name="connsiteX12" fmla="*/ 860892 w 927872"/>
                      <a:gd name="connsiteY12" fmla="*/ 1134424 h 2695411"/>
                      <a:gd name="connsiteX13" fmla="*/ 724367 w 927872"/>
                      <a:gd name="connsiteY13" fmla="*/ 1020124 h 2695411"/>
                      <a:gd name="connsiteX14" fmla="*/ 644992 w 927872"/>
                      <a:gd name="connsiteY14" fmla="*/ 804224 h 2695411"/>
                      <a:gd name="connsiteX15" fmla="*/ 587842 w 927872"/>
                      <a:gd name="connsiteY15" fmla="*/ 689924 h 2695411"/>
                      <a:gd name="connsiteX16" fmla="*/ 587842 w 927872"/>
                      <a:gd name="connsiteY16" fmla="*/ 19999 h 2695411"/>
                      <a:gd name="connsiteX17" fmla="*/ 879942 w 927872"/>
                      <a:gd name="connsiteY17" fmla="*/ 562924 h 2695411"/>
                      <a:gd name="connsiteX18" fmla="*/ 927569 w 927872"/>
                      <a:gd name="connsiteY18" fmla="*/ 369251 h 2695411"/>
                      <a:gd name="connsiteX19" fmla="*/ 762469 w 927872"/>
                      <a:gd name="connsiteY19" fmla="*/ 951 h 2695411"/>
                      <a:gd name="connsiteX20" fmla="*/ 511642 w 927872"/>
                      <a:gd name="connsiteY20" fmla="*/ 483549 h 2695411"/>
                      <a:gd name="connsiteX21" fmla="*/ 467192 w 927872"/>
                      <a:gd name="connsiteY21" fmla="*/ 661349 h 2695411"/>
                      <a:gd name="connsiteX22" fmla="*/ 517992 w 927872"/>
                      <a:gd name="connsiteY22" fmla="*/ 962974 h 2695411"/>
                      <a:gd name="connsiteX0" fmla="*/ 517992 w 927570"/>
                      <a:gd name="connsiteY0" fmla="*/ 962974 h 2695411"/>
                      <a:gd name="connsiteX1" fmla="*/ 470367 w 927570"/>
                      <a:gd name="connsiteY1" fmla="*/ 1128074 h 2695411"/>
                      <a:gd name="connsiteX2" fmla="*/ 479892 w 927570"/>
                      <a:gd name="connsiteY2" fmla="*/ 1413824 h 2695411"/>
                      <a:gd name="connsiteX3" fmla="*/ 390992 w 927570"/>
                      <a:gd name="connsiteY3" fmla="*/ 1915474 h 2695411"/>
                      <a:gd name="connsiteX4" fmla="*/ 146517 w 927570"/>
                      <a:gd name="connsiteY4" fmla="*/ 2185349 h 2695411"/>
                      <a:gd name="connsiteX5" fmla="*/ 467 w 927570"/>
                      <a:gd name="connsiteY5" fmla="*/ 2534599 h 2695411"/>
                      <a:gd name="connsiteX6" fmla="*/ 98892 w 927570"/>
                      <a:gd name="connsiteY6" fmla="*/ 2629849 h 2695411"/>
                      <a:gd name="connsiteX7" fmla="*/ 365592 w 927570"/>
                      <a:gd name="connsiteY7" fmla="*/ 2686998 h 2695411"/>
                      <a:gd name="connsiteX8" fmla="*/ 187792 w 927570"/>
                      <a:gd name="connsiteY8" fmla="*/ 2490149 h 2695411"/>
                      <a:gd name="connsiteX9" fmla="*/ 610067 w 927570"/>
                      <a:gd name="connsiteY9" fmla="*/ 2045649 h 2695411"/>
                      <a:gd name="connsiteX10" fmla="*/ 794217 w 927570"/>
                      <a:gd name="connsiteY10" fmla="*/ 1515424 h 2695411"/>
                      <a:gd name="connsiteX11" fmla="*/ 876767 w 927570"/>
                      <a:gd name="connsiteY11" fmla="*/ 1216974 h 2695411"/>
                      <a:gd name="connsiteX12" fmla="*/ 860892 w 927570"/>
                      <a:gd name="connsiteY12" fmla="*/ 1134424 h 2695411"/>
                      <a:gd name="connsiteX13" fmla="*/ 724367 w 927570"/>
                      <a:gd name="connsiteY13" fmla="*/ 1020124 h 2695411"/>
                      <a:gd name="connsiteX14" fmla="*/ 644992 w 927570"/>
                      <a:gd name="connsiteY14" fmla="*/ 804224 h 2695411"/>
                      <a:gd name="connsiteX15" fmla="*/ 587842 w 927570"/>
                      <a:gd name="connsiteY15" fmla="*/ 689924 h 2695411"/>
                      <a:gd name="connsiteX16" fmla="*/ 898992 w 927570"/>
                      <a:gd name="connsiteY16" fmla="*/ 785174 h 2695411"/>
                      <a:gd name="connsiteX17" fmla="*/ 879942 w 927570"/>
                      <a:gd name="connsiteY17" fmla="*/ 562924 h 2695411"/>
                      <a:gd name="connsiteX18" fmla="*/ 927569 w 927570"/>
                      <a:gd name="connsiteY18" fmla="*/ 369251 h 2695411"/>
                      <a:gd name="connsiteX19" fmla="*/ 762469 w 927570"/>
                      <a:gd name="connsiteY19" fmla="*/ 951 h 2695411"/>
                      <a:gd name="connsiteX20" fmla="*/ 511642 w 927570"/>
                      <a:gd name="connsiteY20" fmla="*/ 483549 h 2695411"/>
                      <a:gd name="connsiteX21" fmla="*/ 467192 w 927570"/>
                      <a:gd name="connsiteY21" fmla="*/ 661349 h 2695411"/>
                      <a:gd name="connsiteX22" fmla="*/ 517992 w 927570"/>
                      <a:gd name="connsiteY22" fmla="*/ 962974 h 2695411"/>
                      <a:gd name="connsiteX0" fmla="*/ 517992 w 927569"/>
                      <a:gd name="connsiteY0" fmla="*/ 622174 h 2354611"/>
                      <a:gd name="connsiteX1" fmla="*/ 470367 w 927569"/>
                      <a:gd name="connsiteY1" fmla="*/ 787274 h 2354611"/>
                      <a:gd name="connsiteX2" fmla="*/ 479892 w 927569"/>
                      <a:gd name="connsiteY2" fmla="*/ 1073024 h 2354611"/>
                      <a:gd name="connsiteX3" fmla="*/ 390992 w 927569"/>
                      <a:gd name="connsiteY3" fmla="*/ 1574674 h 2354611"/>
                      <a:gd name="connsiteX4" fmla="*/ 146517 w 927569"/>
                      <a:gd name="connsiteY4" fmla="*/ 1844549 h 2354611"/>
                      <a:gd name="connsiteX5" fmla="*/ 467 w 927569"/>
                      <a:gd name="connsiteY5" fmla="*/ 2193799 h 2354611"/>
                      <a:gd name="connsiteX6" fmla="*/ 98892 w 927569"/>
                      <a:gd name="connsiteY6" fmla="*/ 2289049 h 2354611"/>
                      <a:gd name="connsiteX7" fmla="*/ 365592 w 927569"/>
                      <a:gd name="connsiteY7" fmla="*/ 2346198 h 2354611"/>
                      <a:gd name="connsiteX8" fmla="*/ 187792 w 927569"/>
                      <a:gd name="connsiteY8" fmla="*/ 2149349 h 2354611"/>
                      <a:gd name="connsiteX9" fmla="*/ 610067 w 927569"/>
                      <a:gd name="connsiteY9" fmla="*/ 1704849 h 2354611"/>
                      <a:gd name="connsiteX10" fmla="*/ 794217 w 927569"/>
                      <a:gd name="connsiteY10" fmla="*/ 1174624 h 2354611"/>
                      <a:gd name="connsiteX11" fmla="*/ 876767 w 927569"/>
                      <a:gd name="connsiteY11" fmla="*/ 876174 h 2354611"/>
                      <a:gd name="connsiteX12" fmla="*/ 860892 w 927569"/>
                      <a:gd name="connsiteY12" fmla="*/ 793624 h 2354611"/>
                      <a:gd name="connsiteX13" fmla="*/ 724367 w 927569"/>
                      <a:gd name="connsiteY13" fmla="*/ 679324 h 2354611"/>
                      <a:gd name="connsiteX14" fmla="*/ 644992 w 927569"/>
                      <a:gd name="connsiteY14" fmla="*/ 463424 h 2354611"/>
                      <a:gd name="connsiteX15" fmla="*/ 587842 w 927569"/>
                      <a:gd name="connsiteY15" fmla="*/ 349124 h 2354611"/>
                      <a:gd name="connsiteX16" fmla="*/ 898992 w 927569"/>
                      <a:gd name="connsiteY16" fmla="*/ 444374 h 2354611"/>
                      <a:gd name="connsiteX17" fmla="*/ 879942 w 927569"/>
                      <a:gd name="connsiteY17" fmla="*/ 222124 h 2354611"/>
                      <a:gd name="connsiteX18" fmla="*/ 927569 w 927569"/>
                      <a:gd name="connsiteY18" fmla="*/ 28451 h 2354611"/>
                      <a:gd name="connsiteX19" fmla="*/ 613244 w 927569"/>
                      <a:gd name="connsiteY19" fmla="*/ 6226 h 2354611"/>
                      <a:gd name="connsiteX20" fmla="*/ 511642 w 927569"/>
                      <a:gd name="connsiteY20" fmla="*/ 142749 h 2354611"/>
                      <a:gd name="connsiteX21" fmla="*/ 467192 w 927569"/>
                      <a:gd name="connsiteY21" fmla="*/ 320549 h 2354611"/>
                      <a:gd name="connsiteX22" fmla="*/ 517992 w 927569"/>
                      <a:gd name="connsiteY22" fmla="*/ 622174 h 2354611"/>
                      <a:gd name="connsiteX0" fmla="*/ 517992 w 931813"/>
                      <a:gd name="connsiteY0" fmla="*/ 873132 h 2605569"/>
                      <a:gd name="connsiteX1" fmla="*/ 470367 w 931813"/>
                      <a:gd name="connsiteY1" fmla="*/ 1038232 h 2605569"/>
                      <a:gd name="connsiteX2" fmla="*/ 479892 w 931813"/>
                      <a:gd name="connsiteY2" fmla="*/ 1323982 h 2605569"/>
                      <a:gd name="connsiteX3" fmla="*/ 390992 w 931813"/>
                      <a:gd name="connsiteY3" fmla="*/ 1825632 h 2605569"/>
                      <a:gd name="connsiteX4" fmla="*/ 146517 w 931813"/>
                      <a:gd name="connsiteY4" fmla="*/ 2095507 h 2605569"/>
                      <a:gd name="connsiteX5" fmla="*/ 467 w 931813"/>
                      <a:gd name="connsiteY5" fmla="*/ 2444757 h 2605569"/>
                      <a:gd name="connsiteX6" fmla="*/ 98892 w 931813"/>
                      <a:gd name="connsiteY6" fmla="*/ 2540007 h 2605569"/>
                      <a:gd name="connsiteX7" fmla="*/ 365592 w 931813"/>
                      <a:gd name="connsiteY7" fmla="*/ 2597156 h 2605569"/>
                      <a:gd name="connsiteX8" fmla="*/ 187792 w 931813"/>
                      <a:gd name="connsiteY8" fmla="*/ 2400307 h 2605569"/>
                      <a:gd name="connsiteX9" fmla="*/ 610067 w 931813"/>
                      <a:gd name="connsiteY9" fmla="*/ 1955807 h 2605569"/>
                      <a:gd name="connsiteX10" fmla="*/ 794217 w 931813"/>
                      <a:gd name="connsiteY10" fmla="*/ 1425582 h 2605569"/>
                      <a:gd name="connsiteX11" fmla="*/ 876767 w 931813"/>
                      <a:gd name="connsiteY11" fmla="*/ 1127132 h 2605569"/>
                      <a:gd name="connsiteX12" fmla="*/ 860892 w 931813"/>
                      <a:gd name="connsiteY12" fmla="*/ 1044582 h 2605569"/>
                      <a:gd name="connsiteX13" fmla="*/ 724367 w 931813"/>
                      <a:gd name="connsiteY13" fmla="*/ 930282 h 2605569"/>
                      <a:gd name="connsiteX14" fmla="*/ 644992 w 931813"/>
                      <a:gd name="connsiteY14" fmla="*/ 714382 h 2605569"/>
                      <a:gd name="connsiteX15" fmla="*/ 587842 w 931813"/>
                      <a:gd name="connsiteY15" fmla="*/ 600082 h 2605569"/>
                      <a:gd name="connsiteX16" fmla="*/ 898992 w 931813"/>
                      <a:gd name="connsiteY16" fmla="*/ 695332 h 2605569"/>
                      <a:gd name="connsiteX17" fmla="*/ 879942 w 931813"/>
                      <a:gd name="connsiteY17" fmla="*/ 473082 h 2605569"/>
                      <a:gd name="connsiteX18" fmla="*/ 521169 w 931813"/>
                      <a:gd name="connsiteY18" fmla="*/ 9 h 2605569"/>
                      <a:gd name="connsiteX19" fmla="*/ 613244 w 931813"/>
                      <a:gd name="connsiteY19" fmla="*/ 257184 h 2605569"/>
                      <a:gd name="connsiteX20" fmla="*/ 511642 w 931813"/>
                      <a:gd name="connsiteY20" fmla="*/ 393707 h 2605569"/>
                      <a:gd name="connsiteX21" fmla="*/ 467192 w 931813"/>
                      <a:gd name="connsiteY21" fmla="*/ 571507 h 2605569"/>
                      <a:gd name="connsiteX22" fmla="*/ 517992 w 931813"/>
                      <a:gd name="connsiteY22" fmla="*/ 873132 h 2605569"/>
                      <a:gd name="connsiteX0" fmla="*/ 517992 w 901118"/>
                      <a:gd name="connsiteY0" fmla="*/ 1028787 h 2761224"/>
                      <a:gd name="connsiteX1" fmla="*/ 470367 w 901118"/>
                      <a:gd name="connsiteY1" fmla="*/ 1193887 h 2761224"/>
                      <a:gd name="connsiteX2" fmla="*/ 479892 w 901118"/>
                      <a:gd name="connsiteY2" fmla="*/ 1479637 h 2761224"/>
                      <a:gd name="connsiteX3" fmla="*/ 390992 w 901118"/>
                      <a:gd name="connsiteY3" fmla="*/ 1981287 h 2761224"/>
                      <a:gd name="connsiteX4" fmla="*/ 146517 w 901118"/>
                      <a:gd name="connsiteY4" fmla="*/ 2251162 h 2761224"/>
                      <a:gd name="connsiteX5" fmla="*/ 467 w 901118"/>
                      <a:gd name="connsiteY5" fmla="*/ 2600412 h 2761224"/>
                      <a:gd name="connsiteX6" fmla="*/ 98892 w 901118"/>
                      <a:gd name="connsiteY6" fmla="*/ 2695662 h 2761224"/>
                      <a:gd name="connsiteX7" fmla="*/ 365592 w 901118"/>
                      <a:gd name="connsiteY7" fmla="*/ 2752811 h 2761224"/>
                      <a:gd name="connsiteX8" fmla="*/ 187792 w 901118"/>
                      <a:gd name="connsiteY8" fmla="*/ 2555962 h 2761224"/>
                      <a:gd name="connsiteX9" fmla="*/ 610067 w 901118"/>
                      <a:gd name="connsiteY9" fmla="*/ 2111462 h 2761224"/>
                      <a:gd name="connsiteX10" fmla="*/ 794217 w 901118"/>
                      <a:gd name="connsiteY10" fmla="*/ 1581237 h 2761224"/>
                      <a:gd name="connsiteX11" fmla="*/ 876767 w 901118"/>
                      <a:gd name="connsiteY11" fmla="*/ 1282787 h 2761224"/>
                      <a:gd name="connsiteX12" fmla="*/ 860892 w 901118"/>
                      <a:gd name="connsiteY12" fmla="*/ 1200237 h 2761224"/>
                      <a:gd name="connsiteX13" fmla="*/ 724367 w 901118"/>
                      <a:gd name="connsiteY13" fmla="*/ 1085937 h 2761224"/>
                      <a:gd name="connsiteX14" fmla="*/ 644992 w 901118"/>
                      <a:gd name="connsiteY14" fmla="*/ 870037 h 2761224"/>
                      <a:gd name="connsiteX15" fmla="*/ 587842 w 901118"/>
                      <a:gd name="connsiteY15" fmla="*/ 755737 h 2761224"/>
                      <a:gd name="connsiteX16" fmla="*/ 898992 w 901118"/>
                      <a:gd name="connsiteY16" fmla="*/ 850987 h 2761224"/>
                      <a:gd name="connsiteX17" fmla="*/ 714842 w 901118"/>
                      <a:gd name="connsiteY17" fmla="*/ 31837 h 2761224"/>
                      <a:gd name="connsiteX18" fmla="*/ 521169 w 901118"/>
                      <a:gd name="connsiteY18" fmla="*/ 155664 h 2761224"/>
                      <a:gd name="connsiteX19" fmla="*/ 613244 w 901118"/>
                      <a:gd name="connsiteY19" fmla="*/ 412839 h 2761224"/>
                      <a:gd name="connsiteX20" fmla="*/ 511642 w 901118"/>
                      <a:gd name="connsiteY20" fmla="*/ 549362 h 2761224"/>
                      <a:gd name="connsiteX21" fmla="*/ 467192 w 901118"/>
                      <a:gd name="connsiteY21" fmla="*/ 727162 h 2761224"/>
                      <a:gd name="connsiteX22" fmla="*/ 517992 w 901118"/>
                      <a:gd name="connsiteY22" fmla="*/ 1028787 h 2761224"/>
                      <a:gd name="connsiteX0" fmla="*/ 517992 w 913695"/>
                      <a:gd name="connsiteY0" fmla="*/ 1008702 h 2741139"/>
                      <a:gd name="connsiteX1" fmla="*/ 470367 w 913695"/>
                      <a:gd name="connsiteY1" fmla="*/ 1173802 h 2741139"/>
                      <a:gd name="connsiteX2" fmla="*/ 479892 w 913695"/>
                      <a:gd name="connsiteY2" fmla="*/ 1459552 h 2741139"/>
                      <a:gd name="connsiteX3" fmla="*/ 390992 w 913695"/>
                      <a:gd name="connsiteY3" fmla="*/ 1961202 h 2741139"/>
                      <a:gd name="connsiteX4" fmla="*/ 146517 w 913695"/>
                      <a:gd name="connsiteY4" fmla="*/ 2231077 h 2741139"/>
                      <a:gd name="connsiteX5" fmla="*/ 467 w 913695"/>
                      <a:gd name="connsiteY5" fmla="*/ 2580327 h 2741139"/>
                      <a:gd name="connsiteX6" fmla="*/ 98892 w 913695"/>
                      <a:gd name="connsiteY6" fmla="*/ 2675577 h 2741139"/>
                      <a:gd name="connsiteX7" fmla="*/ 365592 w 913695"/>
                      <a:gd name="connsiteY7" fmla="*/ 2732726 h 2741139"/>
                      <a:gd name="connsiteX8" fmla="*/ 187792 w 913695"/>
                      <a:gd name="connsiteY8" fmla="*/ 2535877 h 2741139"/>
                      <a:gd name="connsiteX9" fmla="*/ 610067 w 913695"/>
                      <a:gd name="connsiteY9" fmla="*/ 2091377 h 2741139"/>
                      <a:gd name="connsiteX10" fmla="*/ 794217 w 913695"/>
                      <a:gd name="connsiteY10" fmla="*/ 1561152 h 2741139"/>
                      <a:gd name="connsiteX11" fmla="*/ 876767 w 913695"/>
                      <a:gd name="connsiteY11" fmla="*/ 1262702 h 2741139"/>
                      <a:gd name="connsiteX12" fmla="*/ 860892 w 913695"/>
                      <a:gd name="connsiteY12" fmla="*/ 1180152 h 2741139"/>
                      <a:gd name="connsiteX13" fmla="*/ 724367 w 913695"/>
                      <a:gd name="connsiteY13" fmla="*/ 1065852 h 2741139"/>
                      <a:gd name="connsiteX14" fmla="*/ 644992 w 913695"/>
                      <a:gd name="connsiteY14" fmla="*/ 849952 h 2741139"/>
                      <a:gd name="connsiteX15" fmla="*/ 587842 w 913695"/>
                      <a:gd name="connsiteY15" fmla="*/ 735652 h 2741139"/>
                      <a:gd name="connsiteX16" fmla="*/ 898992 w 913695"/>
                      <a:gd name="connsiteY16" fmla="*/ 830902 h 2741139"/>
                      <a:gd name="connsiteX17" fmla="*/ 848195 w 913695"/>
                      <a:gd name="connsiteY17" fmla="*/ 488005 h 2741139"/>
                      <a:gd name="connsiteX18" fmla="*/ 714842 w 913695"/>
                      <a:gd name="connsiteY18" fmla="*/ 11752 h 2741139"/>
                      <a:gd name="connsiteX19" fmla="*/ 521169 w 913695"/>
                      <a:gd name="connsiteY19" fmla="*/ 135579 h 2741139"/>
                      <a:gd name="connsiteX20" fmla="*/ 613244 w 913695"/>
                      <a:gd name="connsiteY20" fmla="*/ 392754 h 2741139"/>
                      <a:gd name="connsiteX21" fmla="*/ 511642 w 913695"/>
                      <a:gd name="connsiteY21" fmla="*/ 529277 h 2741139"/>
                      <a:gd name="connsiteX22" fmla="*/ 467192 w 913695"/>
                      <a:gd name="connsiteY22" fmla="*/ 707077 h 2741139"/>
                      <a:gd name="connsiteX23" fmla="*/ 517992 w 913695"/>
                      <a:gd name="connsiteY23" fmla="*/ 1008702 h 2741139"/>
                      <a:gd name="connsiteX0" fmla="*/ 517992 w 911783"/>
                      <a:gd name="connsiteY0" fmla="*/ 1020165 h 2752602"/>
                      <a:gd name="connsiteX1" fmla="*/ 470367 w 911783"/>
                      <a:gd name="connsiteY1" fmla="*/ 1185265 h 2752602"/>
                      <a:gd name="connsiteX2" fmla="*/ 479892 w 911783"/>
                      <a:gd name="connsiteY2" fmla="*/ 1471015 h 2752602"/>
                      <a:gd name="connsiteX3" fmla="*/ 390992 w 911783"/>
                      <a:gd name="connsiteY3" fmla="*/ 1972665 h 2752602"/>
                      <a:gd name="connsiteX4" fmla="*/ 146517 w 911783"/>
                      <a:gd name="connsiteY4" fmla="*/ 2242540 h 2752602"/>
                      <a:gd name="connsiteX5" fmla="*/ 467 w 911783"/>
                      <a:gd name="connsiteY5" fmla="*/ 2591790 h 2752602"/>
                      <a:gd name="connsiteX6" fmla="*/ 98892 w 911783"/>
                      <a:gd name="connsiteY6" fmla="*/ 2687040 h 2752602"/>
                      <a:gd name="connsiteX7" fmla="*/ 365592 w 911783"/>
                      <a:gd name="connsiteY7" fmla="*/ 2744189 h 2752602"/>
                      <a:gd name="connsiteX8" fmla="*/ 187792 w 911783"/>
                      <a:gd name="connsiteY8" fmla="*/ 2547340 h 2752602"/>
                      <a:gd name="connsiteX9" fmla="*/ 610067 w 911783"/>
                      <a:gd name="connsiteY9" fmla="*/ 2102840 h 2752602"/>
                      <a:gd name="connsiteX10" fmla="*/ 794217 w 911783"/>
                      <a:gd name="connsiteY10" fmla="*/ 1572615 h 2752602"/>
                      <a:gd name="connsiteX11" fmla="*/ 876767 w 911783"/>
                      <a:gd name="connsiteY11" fmla="*/ 1274165 h 2752602"/>
                      <a:gd name="connsiteX12" fmla="*/ 860892 w 911783"/>
                      <a:gd name="connsiteY12" fmla="*/ 1191615 h 2752602"/>
                      <a:gd name="connsiteX13" fmla="*/ 724367 w 911783"/>
                      <a:gd name="connsiteY13" fmla="*/ 1077315 h 2752602"/>
                      <a:gd name="connsiteX14" fmla="*/ 644992 w 911783"/>
                      <a:gd name="connsiteY14" fmla="*/ 861415 h 2752602"/>
                      <a:gd name="connsiteX15" fmla="*/ 587842 w 911783"/>
                      <a:gd name="connsiteY15" fmla="*/ 747115 h 2752602"/>
                      <a:gd name="connsiteX16" fmla="*/ 898992 w 911783"/>
                      <a:gd name="connsiteY16" fmla="*/ 842365 h 2752602"/>
                      <a:gd name="connsiteX17" fmla="*/ 838670 w 911783"/>
                      <a:gd name="connsiteY17" fmla="*/ 86718 h 2752602"/>
                      <a:gd name="connsiteX18" fmla="*/ 714842 w 911783"/>
                      <a:gd name="connsiteY18" fmla="*/ 23215 h 2752602"/>
                      <a:gd name="connsiteX19" fmla="*/ 521169 w 911783"/>
                      <a:gd name="connsiteY19" fmla="*/ 147042 h 2752602"/>
                      <a:gd name="connsiteX20" fmla="*/ 613244 w 911783"/>
                      <a:gd name="connsiteY20" fmla="*/ 404217 h 2752602"/>
                      <a:gd name="connsiteX21" fmla="*/ 511642 w 911783"/>
                      <a:gd name="connsiteY21" fmla="*/ 540740 h 2752602"/>
                      <a:gd name="connsiteX22" fmla="*/ 467192 w 911783"/>
                      <a:gd name="connsiteY22" fmla="*/ 718540 h 2752602"/>
                      <a:gd name="connsiteX23" fmla="*/ 517992 w 911783"/>
                      <a:gd name="connsiteY23" fmla="*/ 1020165 h 2752602"/>
                      <a:gd name="connsiteX0" fmla="*/ 517992 w 912474"/>
                      <a:gd name="connsiteY0" fmla="*/ 998240 h 2730677"/>
                      <a:gd name="connsiteX1" fmla="*/ 470367 w 912474"/>
                      <a:gd name="connsiteY1" fmla="*/ 1163340 h 2730677"/>
                      <a:gd name="connsiteX2" fmla="*/ 479892 w 912474"/>
                      <a:gd name="connsiteY2" fmla="*/ 1449090 h 2730677"/>
                      <a:gd name="connsiteX3" fmla="*/ 390992 w 912474"/>
                      <a:gd name="connsiteY3" fmla="*/ 1950740 h 2730677"/>
                      <a:gd name="connsiteX4" fmla="*/ 146517 w 912474"/>
                      <a:gd name="connsiteY4" fmla="*/ 2220615 h 2730677"/>
                      <a:gd name="connsiteX5" fmla="*/ 467 w 912474"/>
                      <a:gd name="connsiteY5" fmla="*/ 2569865 h 2730677"/>
                      <a:gd name="connsiteX6" fmla="*/ 98892 w 912474"/>
                      <a:gd name="connsiteY6" fmla="*/ 2665115 h 2730677"/>
                      <a:gd name="connsiteX7" fmla="*/ 365592 w 912474"/>
                      <a:gd name="connsiteY7" fmla="*/ 2722264 h 2730677"/>
                      <a:gd name="connsiteX8" fmla="*/ 187792 w 912474"/>
                      <a:gd name="connsiteY8" fmla="*/ 2525415 h 2730677"/>
                      <a:gd name="connsiteX9" fmla="*/ 610067 w 912474"/>
                      <a:gd name="connsiteY9" fmla="*/ 2080915 h 2730677"/>
                      <a:gd name="connsiteX10" fmla="*/ 794217 w 912474"/>
                      <a:gd name="connsiteY10" fmla="*/ 1550690 h 2730677"/>
                      <a:gd name="connsiteX11" fmla="*/ 876767 w 912474"/>
                      <a:gd name="connsiteY11" fmla="*/ 1252240 h 2730677"/>
                      <a:gd name="connsiteX12" fmla="*/ 860892 w 912474"/>
                      <a:gd name="connsiteY12" fmla="*/ 1169690 h 2730677"/>
                      <a:gd name="connsiteX13" fmla="*/ 724367 w 912474"/>
                      <a:gd name="connsiteY13" fmla="*/ 1055390 h 2730677"/>
                      <a:gd name="connsiteX14" fmla="*/ 644992 w 912474"/>
                      <a:gd name="connsiteY14" fmla="*/ 839490 h 2730677"/>
                      <a:gd name="connsiteX15" fmla="*/ 587842 w 912474"/>
                      <a:gd name="connsiteY15" fmla="*/ 725190 h 2730677"/>
                      <a:gd name="connsiteX16" fmla="*/ 898992 w 912474"/>
                      <a:gd name="connsiteY16" fmla="*/ 820440 h 2730677"/>
                      <a:gd name="connsiteX17" fmla="*/ 854545 w 912474"/>
                      <a:gd name="connsiteY17" fmla="*/ 134643 h 2730677"/>
                      <a:gd name="connsiteX18" fmla="*/ 838670 w 912474"/>
                      <a:gd name="connsiteY18" fmla="*/ 64793 h 2730677"/>
                      <a:gd name="connsiteX19" fmla="*/ 714842 w 912474"/>
                      <a:gd name="connsiteY19" fmla="*/ 1290 h 2730677"/>
                      <a:gd name="connsiteX20" fmla="*/ 521169 w 912474"/>
                      <a:gd name="connsiteY20" fmla="*/ 125117 h 2730677"/>
                      <a:gd name="connsiteX21" fmla="*/ 613244 w 912474"/>
                      <a:gd name="connsiteY21" fmla="*/ 382292 h 2730677"/>
                      <a:gd name="connsiteX22" fmla="*/ 511642 w 912474"/>
                      <a:gd name="connsiteY22" fmla="*/ 518815 h 2730677"/>
                      <a:gd name="connsiteX23" fmla="*/ 467192 w 912474"/>
                      <a:gd name="connsiteY23" fmla="*/ 696615 h 2730677"/>
                      <a:gd name="connsiteX24" fmla="*/ 517992 w 912474"/>
                      <a:gd name="connsiteY24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54544 w 912187"/>
                      <a:gd name="connsiteY18" fmla="*/ 134643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2187"/>
                      <a:gd name="connsiteY0" fmla="*/ 998240 h 2730677"/>
                      <a:gd name="connsiteX1" fmla="*/ 470367 w 912187"/>
                      <a:gd name="connsiteY1" fmla="*/ 1163340 h 2730677"/>
                      <a:gd name="connsiteX2" fmla="*/ 479892 w 912187"/>
                      <a:gd name="connsiteY2" fmla="*/ 1449090 h 2730677"/>
                      <a:gd name="connsiteX3" fmla="*/ 390992 w 912187"/>
                      <a:gd name="connsiteY3" fmla="*/ 1950740 h 2730677"/>
                      <a:gd name="connsiteX4" fmla="*/ 146517 w 912187"/>
                      <a:gd name="connsiteY4" fmla="*/ 2220615 h 2730677"/>
                      <a:gd name="connsiteX5" fmla="*/ 467 w 912187"/>
                      <a:gd name="connsiteY5" fmla="*/ 2569865 h 2730677"/>
                      <a:gd name="connsiteX6" fmla="*/ 98892 w 912187"/>
                      <a:gd name="connsiteY6" fmla="*/ 2665115 h 2730677"/>
                      <a:gd name="connsiteX7" fmla="*/ 365592 w 912187"/>
                      <a:gd name="connsiteY7" fmla="*/ 2722264 h 2730677"/>
                      <a:gd name="connsiteX8" fmla="*/ 187792 w 912187"/>
                      <a:gd name="connsiteY8" fmla="*/ 2525415 h 2730677"/>
                      <a:gd name="connsiteX9" fmla="*/ 610067 w 912187"/>
                      <a:gd name="connsiteY9" fmla="*/ 2080915 h 2730677"/>
                      <a:gd name="connsiteX10" fmla="*/ 794217 w 912187"/>
                      <a:gd name="connsiteY10" fmla="*/ 1550690 h 2730677"/>
                      <a:gd name="connsiteX11" fmla="*/ 876767 w 912187"/>
                      <a:gd name="connsiteY11" fmla="*/ 1252240 h 2730677"/>
                      <a:gd name="connsiteX12" fmla="*/ 860892 w 912187"/>
                      <a:gd name="connsiteY12" fmla="*/ 1169690 h 2730677"/>
                      <a:gd name="connsiteX13" fmla="*/ 724367 w 912187"/>
                      <a:gd name="connsiteY13" fmla="*/ 1055390 h 2730677"/>
                      <a:gd name="connsiteX14" fmla="*/ 644992 w 912187"/>
                      <a:gd name="connsiteY14" fmla="*/ 839490 h 2730677"/>
                      <a:gd name="connsiteX15" fmla="*/ 587842 w 912187"/>
                      <a:gd name="connsiteY15" fmla="*/ 725190 h 2730677"/>
                      <a:gd name="connsiteX16" fmla="*/ 898992 w 912187"/>
                      <a:gd name="connsiteY16" fmla="*/ 820440 h 2730677"/>
                      <a:gd name="connsiteX17" fmla="*/ 854545 w 912187"/>
                      <a:gd name="connsiteY17" fmla="*/ 134643 h 2730677"/>
                      <a:gd name="connsiteX18" fmla="*/ 883119 w 912187"/>
                      <a:gd name="connsiteY18" fmla="*/ 239418 h 2730677"/>
                      <a:gd name="connsiteX19" fmla="*/ 838670 w 912187"/>
                      <a:gd name="connsiteY19" fmla="*/ 64793 h 2730677"/>
                      <a:gd name="connsiteX20" fmla="*/ 714842 w 912187"/>
                      <a:gd name="connsiteY20" fmla="*/ 1290 h 2730677"/>
                      <a:gd name="connsiteX21" fmla="*/ 521169 w 912187"/>
                      <a:gd name="connsiteY21" fmla="*/ 125117 h 2730677"/>
                      <a:gd name="connsiteX22" fmla="*/ 613244 w 912187"/>
                      <a:gd name="connsiteY22" fmla="*/ 382292 h 2730677"/>
                      <a:gd name="connsiteX23" fmla="*/ 511642 w 912187"/>
                      <a:gd name="connsiteY23" fmla="*/ 518815 h 2730677"/>
                      <a:gd name="connsiteX24" fmla="*/ 467192 w 912187"/>
                      <a:gd name="connsiteY24" fmla="*/ 696615 h 2730677"/>
                      <a:gd name="connsiteX25" fmla="*/ 517992 w 912187"/>
                      <a:gd name="connsiteY25" fmla="*/ 998240 h 2730677"/>
                      <a:gd name="connsiteX0" fmla="*/ 517992 w 911083"/>
                      <a:gd name="connsiteY0" fmla="*/ 998240 h 2730677"/>
                      <a:gd name="connsiteX1" fmla="*/ 470367 w 911083"/>
                      <a:gd name="connsiteY1" fmla="*/ 1163340 h 2730677"/>
                      <a:gd name="connsiteX2" fmla="*/ 479892 w 911083"/>
                      <a:gd name="connsiteY2" fmla="*/ 1449090 h 2730677"/>
                      <a:gd name="connsiteX3" fmla="*/ 390992 w 911083"/>
                      <a:gd name="connsiteY3" fmla="*/ 1950740 h 2730677"/>
                      <a:gd name="connsiteX4" fmla="*/ 146517 w 911083"/>
                      <a:gd name="connsiteY4" fmla="*/ 2220615 h 2730677"/>
                      <a:gd name="connsiteX5" fmla="*/ 467 w 911083"/>
                      <a:gd name="connsiteY5" fmla="*/ 2569865 h 2730677"/>
                      <a:gd name="connsiteX6" fmla="*/ 98892 w 911083"/>
                      <a:gd name="connsiteY6" fmla="*/ 2665115 h 2730677"/>
                      <a:gd name="connsiteX7" fmla="*/ 365592 w 911083"/>
                      <a:gd name="connsiteY7" fmla="*/ 2722264 h 2730677"/>
                      <a:gd name="connsiteX8" fmla="*/ 187792 w 911083"/>
                      <a:gd name="connsiteY8" fmla="*/ 2525415 h 2730677"/>
                      <a:gd name="connsiteX9" fmla="*/ 610067 w 911083"/>
                      <a:gd name="connsiteY9" fmla="*/ 2080915 h 2730677"/>
                      <a:gd name="connsiteX10" fmla="*/ 794217 w 911083"/>
                      <a:gd name="connsiteY10" fmla="*/ 1550690 h 2730677"/>
                      <a:gd name="connsiteX11" fmla="*/ 876767 w 911083"/>
                      <a:gd name="connsiteY11" fmla="*/ 1252240 h 2730677"/>
                      <a:gd name="connsiteX12" fmla="*/ 860892 w 911083"/>
                      <a:gd name="connsiteY12" fmla="*/ 1169690 h 2730677"/>
                      <a:gd name="connsiteX13" fmla="*/ 724367 w 911083"/>
                      <a:gd name="connsiteY13" fmla="*/ 1055390 h 2730677"/>
                      <a:gd name="connsiteX14" fmla="*/ 644992 w 911083"/>
                      <a:gd name="connsiteY14" fmla="*/ 839490 h 2730677"/>
                      <a:gd name="connsiteX15" fmla="*/ 587842 w 911083"/>
                      <a:gd name="connsiteY15" fmla="*/ 725190 h 2730677"/>
                      <a:gd name="connsiteX16" fmla="*/ 898992 w 911083"/>
                      <a:gd name="connsiteY16" fmla="*/ 820440 h 2730677"/>
                      <a:gd name="connsiteX17" fmla="*/ 848195 w 911083"/>
                      <a:gd name="connsiteY17" fmla="*/ 356893 h 2730677"/>
                      <a:gd name="connsiteX18" fmla="*/ 883119 w 911083"/>
                      <a:gd name="connsiteY18" fmla="*/ 239418 h 2730677"/>
                      <a:gd name="connsiteX19" fmla="*/ 838670 w 911083"/>
                      <a:gd name="connsiteY19" fmla="*/ 64793 h 2730677"/>
                      <a:gd name="connsiteX20" fmla="*/ 714842 w 911083"/>
                      <a:gd name="connsiteY20" fmla="*/ 1290 h 2730677"/>
                      <a:gd name="connsiteX21" fmla="*/ 521169 w 911083"/>
                      <a:gd name="connsiteY21" fmla="*/ 125117 h 2730677"/>
                      <a:gd name="connsiteX22" fmla="*/ 613244 w 911083"/>
                      <a:gd name="connsiteY22" fmla="*/ 382292 h 2730677"/>
                      <a:gd name="connsiteX23" fmla="*/ 511642 w 911083"/>
                      <a:gd name="connsiteY23" fmla="*/ 518815 h 2730677"/>
                      <a:gd name="connsiteX24" fmla="*/ 467192 w 911083"/>
                      <a:gd name="connsiteY24" fmla="*/ 696615 h 2730677"/>
                      <a:gd name="connsiteX25" fmla="*/ 517992 w 911083"/>
                      <a:gd name="connsiteY25" fmla="*/ 998240 h 2730677"/>
                      <a:gd name="connsiteX0" fmla="*/ 517992 w 918868"/>
                      <a:gd name="connsiteY0" fmla="*/ 998240 h 2730677"/>
                      <a:gd name="connsiteX1" fmla="*/ 470367 w 918868"/>
                      <a:gd name="connsiteY1" fmla="*/ 1163340 h 2730677"/>
                      <a:gd name="connsiteX2" fmla="*/ 479892 w 918868"/>
                      <a:gd name="connsiteY2" fmla="*/ 1449090 h 2730677"/>
                      <a:gd name="connsiteX3" fmla="*/ 390992 w 918868"/>
                      <a:gd name="connsiteY3" fmla="*/ 1950740 h 2730677"/>
                      <a:gd name="connsiteX4" fmla="*/ 146517 w 918868"/>
                      <a:gd name="connsiteY4" fmla="*/ 2220615 h 2730677"/>
                      <a:gd name="connsiteX5" fmla="*/ 467 w 918868"/>
                      <a:gd name="connsiteY5" fmla="*/ 2569865 h 2730677"/>
                      <a:gd name="connsiteX6" fmla="*/ 98892 w 918868"/>
                      <a:gd name="connsiteY6" fmla="*/ 2665115 h 2730677"/>
                      <a:gd name="connsiteX7" fmla="*/ 365592 w 918868"/>
                      <a:gd name="connsiteY7" fmla="*/ 2722264 h 2730677"/>
                      <a:gd name="connsiteX8" fmla="*/ 187792 w 918868"/>
                      <a:gd name="connsiteY8" fmla="*/ 2525415 h 2730677"/>
                      <a:gd name="connsiteX9" fmla="*/ 610067 w 918868"/>
                      <a:gd name="connsiteY9" fmla="*/ 2080915 h 2730677"/>
                      <a:gd name="connsiteX10" fmla="*/ 794217 w 918868"/>
                      <a:gd name="connsiteY10" fmla="*/ 1550690 h 2730677"/>
                      <a:gd name="connsiteX11" fmla="*/ 876767 w 918868"/>
                      <a:gd name="connsiteY11" fmla="*/ 1252240 h 2730677"/>
                      <a:gd name="connsiteX12" fmla="*/ 860892 w 918868"/>
                      <a:gd name="connsiteY12" fmla="*/ 1169690 h 2730677"/>
                      <a:gd name="connsiteX13" fmla="*/ 724367 w 918868"/>
                      <a:gd name="connsiteY13" fmla="*/ 1055390 h 2730677"/>
                      <a:gd name="connsiteX14" fmla="*/ 644992 w 918868"/>
                      <a:gd name="connsiteY14" fmla="*/ 839490 h 2730677"/>
                      <a:gd name="connsiteX15" fmla="*/ 587842 w 918868"/>
                      <a:gd name="connsiteY15" fmla="*/ 725190 h 2730677"/>
                      <a:gd name="connsiteX16" fmla="*/ 898992 w 918868"/>
                      <a:gd name="connsiteY16" fmla="*/ 820440 h 2730677"/>
                      <a:gd name="connsiteX17" fmla="*/ 883120 w 918868"/>
                      <a:gd name="connsiteY17" fmla="*/ 541043 h 2730677"/>
                      <a:gd name="connsiteX18" fmla="*/ 848195 w 918868"/>
                      <a:gd name="connsiteY18" fmla="*/ 356893 h 2730677"/>
                      <a:gd name="connsiteX19" fmla="*/ 883119 w 918868"/>
                      <a:gd name="connsiteY19" fmla="*/ 239418 h 2730677"/>
                      <a:gd name="connsiteX20" fmla="*/ 838670 w 918868"/>
                      <a:gd name="connsiteY20" fmla="*/ 64793 h 2730677"/>
                      <a:gd name="connsiteX21" fmla="*/ 714842 w 918868"/>
                      <a:gd name="connsiteY21" fmla="*/ 1290 h 2730677"/>
                      <a:gd name="connsiteX22" fmla="*/ 521169 w 918868"/>
                      <a:gd name="connsiteY22" fmla="*/ 125117 h 2730677"/>
                      <a:gd name="connsiteX23" fmla="*/ 613244 w 918868"/>
                      <a:gd name="connsiteY23" fmla="*/ 382292 h 2730677"/>
                      <a:gd name="connsiteX24" fmla="*/ 511642 w 918868"/>
                      <a:gd name="connsiteY24" fmla="*/ 518815 h 2730677"/>
                      <a:gd name="connsiteX25" fmla="*/ 467192 w 918868"/>
                      <a:gd name="connsiteY25" fmla="*/ 696615 h 2730677"/>
                      <a:gd name="connsiteX26" fmla="*/ 517992 w 918868"/>
                      <a:gd name="connsiteY26" fmla="*/ 998240 h 2730677"/>
                      <a:gd name="connsiteX0" fmla="*/ 517992 w 902408"/>
                      <a:gd name="connsiteY0" fmla="*/ 998240 h 2730677"/>
                      <a:gd name="connsiteX1" fmla="*/ 470367 w 902408"/>
                      <a:gd name="connsiteY1" fmla="*/ 1163340 h 2730677"/>
                      <a:gd name="connsiteX2" fmla="*/ 479892 w 902408"/>
                      <a:gd name="connsiteY2" fmla="*/ 1449090 h 2730677"/>
                      <a:gd name="connsiteX3" fmla="*/ 390992 w 902408"/>
                      <a:gd name="connsiteY3" fmla="*/ 1950740 h 2730677"/>
                      <a:gd name="connsiteX4" fmla="*/ 146517 w 902408"/>
                      <a:gd name="connsiteY4" fmla="*/ 2220615 h 2730677"/>
                      <a:gd name="connsiteX5" fmla="*/ 467 w 902408"/>
                      <a:gd name="connsiteY5" fmla="*/ 2569865 h 2730677"/>
                      <a:gd name="connsiteX6" fmla="*/ 98892 w 902408"/>
                      <a:gd name="connsiteY6" fmla="*/ 2665115 h 2730677"/>
                      <a:gd name="connsiteX7" fmla="*/ 365592 w 902408"/>
                      <a:gd name="connsiteY7" fmla="*/ 2722264 h 2730677"/>
                      <a:gd name="connsiteX8" fmla="*/ 187792 w 902408"/>
                      <a:gd name="connsiteY8" fmla="*/ 2525415 h 2730677"/>
                      <a:gd name="connsiteX9" fmla="*/ 610067 w 902408"/>
                      <a:gd name="connsiteY9" fmla="*/ 2080915 h 2730677"/>
                      <a:gd name="connsiteX10" fmla="*/ 794217 w 902408"/>
                      <a:gd name="connsiteY10" fmla="*/ 1550690 h 2730677"/>
                      <a:gd name="connsiteX11" fmla="*/ 876767 w 902408"/>
                      <a:gd name="connsiteY11" fmla="*/ 1252240 h 2730677"/>
                      <a:gd name="connsiteX12" fmla="*/ 860892 w 902408"/>
                      <a:gd name="connsiteY12" fmla="*/ 1169690 h 2730677"/>
                      <a:gd name="connsiteX13" fmla="*/ 724367 w 902408"/>
                      <a:gd name="connsiteY13" fmla="*/ 1055390 h 2730677"/>
                      <a:gd name="connsiteX14" fmla="*/ 644992 w 902408"/>
                      <a:gd name="connsiteY14" fmla="*/ 839490 h 2730677"/>
                      <a:gd name="connsiteX15" fmla="*/ 587842 w 902408"/>
                      <a:gd name="connsiteY15" fmla="*/ 725190 h 2730677"/>
                      <a:gd name="connsiteX16" fmla="*/ 898992 w 902408"/>
                      <a:gd name="connsiteY16" fmla="*/ 820440 h 2730677"/>
                      <a:gd name="connsiteX17" fmla="*/ 759295 w 902408"/>
                      <a:gd name="connsiteY17" fmla="*/ 423568 h 2730677"/>
                      <a:gd name="connsiteX18" fmla="*/ 848195 w 902408"/>
                      <a:gd name="connsiteY18" fmla="*/ 356893 h 2730677"/>
                      <a:gd name="connsiteX19" fmla="*/ 883119 w 902408"/>
                      <a:gd name="connsiteY19" fmla="*/ 239418 h 2730677"/>
                      <a:gd name="connsiteX20" fmla="*/ 838670 w 902408"/>
                      <a:gd name="connsiteY20" fmla="*/ 64793 h 2730677"/>
                      <a:gd name="connsiteX21" fmla="*/ 714842 w 902408"/>
                      <a:gd name="connsiteY21" fmla="*/ 1290 h 2730677"/>
                      <a:gd name="connsiteX22" fmla="*/ 521169 w 902408"/>
                      <a:gd name="connsiteY22" fmla="*/ 125117 h 2730677"/>
                      <a:gd name="connsiteX23" fmla="*/ 613244 w 902408"/>
                      <a:gd name="connsiteY23" fmla="*/ 382292 h 2730677"/>
                      <a:gd name="connsiteX24" fmla="*/ 511642 w 902408"/>
                      <a:gd name="connsiteY24" fmla="*/ 518815 h 2730677"/>
                      <a:gd name="connsiteX25" fmla="*/ 467192 w 902408"/>
                      <a:gd name="connsiteY25" fmla="*/ 696615 h 2730677"/>
                      <a:gd name="connsiteX26" fmla="*/ 517992 w 902408"/>
                      <a:gd name="connsiteY26" fmla="*/ 998240 h 2730677"/>
                      <a:gd name="connsiteX0" fmla="*/ 517992 w 932676"/>
                      <a:gd name="connsiteY0" fmla="*/ 998240 h 2730677"/>
                      <a:gd name="connsiteX1" fmla="*/ 470367 w 932676"/>
                      <a:gd name="connsiteY1" fmla="*/ 1163340 h 2730677"/>
                      <a:gd name="connsiteX2" fmla="*/ 479892 w 932676"/>
                      <a:gd name="connsiteY2" fmla="*/ 1449090 h 2730677"/>
                      <a:gd name="connsiteX3" fmla="*/ 390992 w 932676"/>
                      <a:gd name="connsiteY3" fmla="*/ 1950740 h 2730677"/>
                      <a:gd name="connsiteX4" fmla="*/ 146517 w 932676"/>
                      <a:gd name="connsiteY4" fmla="*/ 2220615 h 2730677"/>
                      <a:gd name="connsiteX5" fmla="*/ 467 w 932676"/>
                      <a:gd name="connsiteY5" fmla="*/ 2569865 h 2730677"/>
                      <a:gd name="connsiteX6" fmla="*/ 98892 w 932676"/>
                      <a:gd name="connsiteY6" fmla="*/ 2665115 h 2730677"/>
                      <a:gd name="connsiteX7" fmla="*/ 365592 w 932676"/>
                      <a:gd name="connsiteY7" fmla="*/ 2722264 h 2730677"/>
                      <a:gd name="connsiteX8" fmla="*/ 187792 w 932676"/>
                      <a:gd name="connsiteY8" fmla="*/ 2525415 h 2730677"/>
                      <a:gd name="connsiteX9" fmla="*/ 610067 w 932676"/>
                      <a:gd name="connsiteY9" fmla="*/ 2080915 h 2730677"/>
                      <a:gd name="connsiteX10" fmla="*/ 794217 w 932676"/>
                      <a:gd name="connsiteY10" fmla="*/ 1550690 h 2730677"/>
                      <a:gd name="connsiteX11" fmla="*/ 876767 w 932676"/>
                      <a:gd name="connsiteY11" fmla="*/ 1252240 h 2730677"/>
                      <a:gd name="connsiteX12" fmla="*/ 860892 w 932676"/>
                      <a:gd name="connsiteY12" fmla="*/ 1169690 h 2730677"/>
                      <a:gd name="connsiteX13" fmla="*/ 724367 w 932676"/>
                      <a:gd name="connsiteY13" fmla="*/ 1055390 h 2730677"/>
                      <a:gd name="connsiteX14" fmla="*/ 644992 w 932676"/>
                      <a:gd name="connsiteY14" fmla="*/ 839490 h 2730677"/>
                      <a:gd name="connsiteX15" fmla="*/ 587842 w 932676"/>
                      <a:gd name="connsiteY15" fmla="*/ 725190 h 2730677"/>
                      <a:gd name="connsiteX16" fmla="*/ 898992 w 932676"/>
                      <a:gd name="connsiteY16" fmla="*/ 820440 h 2730677"/>
                      <a:gd name="connsiteX17" fmla="*/ 908519 w 932676"/>
                      <a:gd name="connsiteY17" fmla="*/ 814093 h 2730677"/>
                      <a:gd name="connsiteX18" fmla="*/ 759295 w 932676"/>
                      <a:gd name="connsiteY18" fmla="*/ 423568 h 2730677"/>
                      <a:gd name="connsiteX19" fmla="*/ 848195 w 932676"/>
                      <a:gd name="connsiteY19" fmla="*/ 356893 h 2730677"/>
                      <a:gd name="connsiteX20" fmla="*/ 883119 w 932676"/>
                      <a:gd name="connsiteY20" fmla="*/ 239418 h 2730677"/>
                      <a:gd name="connsiteX21" fmla="*/ 838670 w 932676"/>
                      <a:gd name="connsiteY21" fmla="*/ 64793 h 2730677"/>
                      <a:gd name="connsiteX22" fmla="*/ 714842 w 932676"/>
                      <a:gd name="connsiteY22" fmla="*/ 1290 h 2730677"/>
                      <a:gd name="connsiteX23" fmla="*/ 521169 w 932676"/>
                      <a:gd name="connsiteY23" fmla="*/ 125117 h 2730677"/>
                      <a:gd name="connsiteX24" fmla="*/ 613244 w 932676"/>
                      <a:gd name="connsiteY24" fmla="*/ 382292 h 2730677"/>
                      <a:gd name="connsiteX25" fmla="*/ 511642 w 932676"/>
                      <a:gd name="connsiteY25" fmla="*/ 518815 h 2730677"/>
                      <a:gd name="connsiteX26" fmla="*/ 467192 w 932676"/>
                      <a:gd name="connsiteY26" fmla="*/ 696615 h 2730677"/>
                      <a:gd name="connsiteX27" fmla="*/ 517992 w 932676"/>
                      <a:gd name="connsiteY27" fmla="*/ 998240 h 2730677"/>
                      <a:gd name="connsiteX0" fmla="*/ 517992 w 925354"/>
                      <a:gd name="connsiteY0" fmla="*/ 998240 h 2730677"/>
                      <a:gd name="connsiteX1" fmla="*/ 470367 w 925354"/>
                      <a:gd name="connsiteY1" fmla="*/ 1163340 h 2730677"/>
                      <a:gd name="connsiteX2" fmla="*/ 479892 w 925354"/>
                      <a:gd name="connsiteY2" fmla="*/ 1449090 h 2730677"/>
                      <a:gd name="connsiteX3" fmla="*/ 390992 w 925354"/>
                      <a:gd name="connsiteY3" fmla="*/ 1950740 h 2730677"/>
                      <a:gd name="connsiteX4" fmla="*/ 146517 w 925354"/>
                      <a:gd name="connsiteY4" fmla="*/ 2220615 h 2730677"/>
                      <a:gd name="connsiteX5" fmla="*/ 467 w 925354"/>
                      <a:gd name="connsiteY5" fmla="*/ 2569865 h 2730677"/>
                      <a:gd name="connsiteX6" fmla="*/ 98892 w 925354"/>
                      <a:gd name="connsiteY6" fmla="*/ 2665115 h 2730677"/>
                      <a:gd name="connsiteX7" fmla="*/ 365592 w 925354"/>
                      <a:gd name="connsiteY7" fmla="*/ 2722264 h 2730677"/>
                      <a:gd name="connsiteX8" fmla="*/ 187792 w 925354"/>
                      <a:gd name="connsiteY8" fmla="*/ 2525415 h 2730677"/>
                      <a:gd name="connsiteX9" fmla="*/ 610067 w 925354"/>
                      <a:gd name="connsiteY9" fmla="*/ 2080915 h 2730677"/>
                      <a:gd name="connsiteX10" fmla="*/ 794217 w 925354"/>
                      <a:gd name="connsiteY10" fmla="*/ 1550690 h 2730677"/>
                      <a:gd name="connsiteX11" fmla="*/ 876767 w 925354"/>
                      <a:gd name="connsiteY11" fmla="*/ 1252240 h 2730677"/>
                      <a:gd name="connsiteX12" fmla="*/ 860892 w 925354"/>
                      <a:gd name="connsiteY12" fmla="*/ 1169690 h 2730677"/>
                      <a:gd name="connsiteX13" fmla="*/ 724367 w 925354"/>
                      <a:gd name="connsiteY13" fmla="*/ 1055390 h 2730677"/>
                      <a:gd name="connsiteX14" fmla="*/ 644992 w 925354"/>
                      <a:gd name="connsiteY14" fmla="*/ 839490 h 2730677"/>
                      <a:gd name="connsiteX15" fmla="*/ 587842 w 925354"/>
                      <a:gd name="connsiteY15" fmla="*/ 725190 h 2730677"/>
                      <a:gd name="connsiteX16" fmla="*/ 898992 w 925354"/>
                      <a:gd name="connsiteY16" fmla="*/ 820440 h 2730677"/>
                      <a:gd name="connsiteX17" fmla="*/ 908519 w 925354"/>
                      <a:gd name="connsiteY17" fmla="*/ 814093 h 2730677"/>
                      <a:gd name="connsiteX18" fmla="*/ 902169 w 925354"/>
                      <a:gd name="connsiteY18" fmla="*/ 817268 h 2730677"/>
                      <a:gd name="connsiteX19" fmla="*/ 759295 w 925354"/>
                      <a:gd name="connsiteY19" fmla="*/ 423568 h 2730677"/>
                      <a:gd name="connsiteX20" fmla="*/ 848195 w 925354"/>
                      <a:gd name="connsiteY20" fmla="*/ 356893 h 2730677"/>
                      <a:gd name="connsiteX21" fmla="*/ 883119 w 925354"/>
                      <a:gd name="connsiteY21" fmla="*/ 239418 h 2730677"/>
                      <a:gd name="connsiteX22" fmla="*/ 838670 w 925354"/>
                      <a:gd name="connsiteY22" fmla="*/ 64793 h 2730677"/>
                      <a:gd name="connsiteX23" fmla="*/ 714842 w 925354"/>
                      <a:gd name="connsiteY23" fmla="*/ 1290 h 2730677"/>
                      <a:gd name="connsiteX24" fmla="*/ 521169 w 925354"/>
                      <a:gd name="connsiteY24" fmla="*/ 125117 h 2730677"/>
                      <a:gd name="connsiteX25" fmla="*/ 613244 w 925354"/>
                      <a:gd name="connsiteY25" fmla="*/ 382292 h 2730677"/>
                      <a:gd name="connsiteX26" fmla="*/ 511642 w 925354"/>
                      <a:gd name="connsiteY26" fmla="*/ 518815 h 2730677"/>
                      <a:gd name="connsiteX27" fmla="*/ 467192 w 925354"/>
                      <a:gd name="connsiteY27" fmla="*/ 696615 h 2730677"/>
                      <a:gd name="connsiteX28" fmla="*/ 517992 w 925354"/>
                      <a:gd name="connsiteY28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902169 w 930788"/>
                      <a:gd name="connsiteY19" fmla="*/ 817268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88"/>
                      <a:gd name="connsiteY0" fmla="*/ 998240 h 2730677"/>
                      <a:gd name="connsiteX1" fmla="*/ 470367 w 930788"/>
                      <a:gd name="connsiteY1" fmla="*/ 1163340 h 2730677"/>
                      <a:gd name="connsiteX2" fmla="*/ 479892 w 930788"/>
                      <a:gd name="connsiteY2" fmla="*/ 1449090 h 2730677"/>
                      <a:gd name="connsiteX3" fmla="*/ 390992 w 930788"/>
                      <a:gd name="connsiteY3" fmla="*/ 1950740 h 2730677"/>
                      <a:gd name="connsiteX4" fmla="*/ 146517 w 930788"/>
                      <a:gd name="connsiteY4" fmla="*/ 2220615 h 2730677"/>
                      <a:gd name="connsiteX5" fmla="*/ 467 w 930788"/>
                      <a:gd name="connsiteY5" fmla="*/ 2569865 h 2730677"/>
                      <a:gd name="connsiteX6" fmla="*/ 98892 w 930788"/>
                      <a:gd name="connsiteY6" fmla="*/ 2665115 h 2730677"/>
                      <a:gd name="connsiteX7" fmla="*/ 365592 w 930788"/>
                      <a:gd name="connsiteY7" fmla="*/ 2722264 h 2730677"/>
                      <a:gd name="connsiteX8" fmla="*/ 187792 w 930788"/>
                      <a:gd name="connsiteY8" fmla="*/ 2525415 h 2730677"/>
                      <a:gd name="connsiteX9" fmla="*/ 610067 w 930788"/>
                      <a:gd name="connsiteY9" fmla="*/ 2080915 h 2730677"/>
                      <a:gd name="connsiteX10" fmla="*/ 794217 w 930788"/>
                      <a:gd name="connsiteY10" fmla="*/ 1550690 h 2730677"/>
                      <a:gd name="connsiteX11" fmla="*/ 876767 w 930788"/>
                      <a:gd name="connsiteY11" fmla="*/ 1252240 h 2730677"/>
                      <a:gd name="connsiteX12" fmla="*/ 860892 w 930788"/>
                      <a:gd name="connsiteY12" fmla="*/ 1169690 h 2730677"/>
                      <a:gd name="connsiteX13" fmla="*/ 724367 w 930788"/>
                      <a:gd name="connsiteY13" fmla="*/ 1055390 h 2730677"/>
                      <a:gd name="connsiteX14" fmla="*/ 644992 w 930788"/>
                      <a:gd name="connsiteY14" fmla="*/ 839490 h 2730677"/>
                      <a:gd name="connsiteX15" fmla="*/ 587842 w 930788"/>
                      <a:gd name="connsiteY15" fmla="*/ 725190 h 2730677"/>
                      <a:gd name="connsiteX16" fmla="*/ 898992 w 930788"/>
                      <a:gd name="connsiteY16" fmla="*/ 820440 h 2730677"/>
                      <a:gd name="connsiteX17" fmla="*/ 908519 w 930788"/>
                      <a:gd name="connsiteY17" fmla="*/ 814093 h 2730677"/>
                      <a:gd name="connsiteX18" fmla="*/ 930744 w 930788"/>
                      <a:gd name="connsiteY18" fmla="*/ 826793 h 2730677"/>
                      <a:gd name="connsiteX19" fmla="*/ 870419 w 930788"/>
                      <a:gd name="connsiteY19" fmla="*/ 877593 h 2730677"/>
                      <a:gd name="connsiteX20" fmla="*/ 759295 w 930788"/>
                      <a:gd name="connsiteY20" fmla="*/ 423568 h 2730677"/>
                      <a:gd name="connsiteX21" fmla="*/ 848195 w 930788"/>
                      <a:gd name="connsiteY21" fmla="*/ 356893 h 2730677"/>
                      <a:gd name="connsiteX22" fmla="*/ 883119 w 930788"/>
                      <a:gd name="connsiteY22" fmla="*/ 239418 h 2730677"/>
                      <a:gd name="connsiteX23" fmla="*/ 838670 w 930788"/>
                      <a:gd name="connsiteY23" fmla="*/ 64793 h 2730677"/>
                      <a:gd name="connsiteX24" fmla="*/ 714842 w 930788"/>
                      <a:gd name="connsiteY24" fmla="*/ 1290 h 2730677"/>
                      <a:gd name="connsiteX25" fmla="*/ 521169 w 930788"/>
                      <a:gd name="connsiteY25" fmla="*/ 125117 h 2730677"/>
                      <a:gd name="connsiteX26" fmla="*/ 613244 w 930788"/>
                      <a:gd name="connsiteY26" fmla="*/ 382292 h 2730677"/>
                      <a:gd name="connsiteX27" fmla="*/ 511642 w 930788"/>
                      <a:gd name="connsiteY27" fmla="*/ 518815 h 2730677"/>
                      <a:gd name="connsiteX28" fmla="*/ 467192 w 930788"/>
                      <a:gd name="connsiteY28" fmla="*/ 696615 h 2730677"/>
                      <a:gd name="connsiteX29" fmla="*/ 517992 w 930788"/>
                      <a:gd name="connsiteY29" fmla="*/ 998240 h 2730677"/>
                      <a:gd name="connsiteX0" fmla="*/ 517992 w 930756"/>
                      <a:gd name="connsiteY0" fmla="*/ 998240 h 2730677"/>
                      <a:gd name="connsiteX1" fmla="*/ 470367 w 930756"/>
                      <a:gd name="connsiteY1" fmla="*/ 1163340 h 2730677"/>
                      <a:gd name="connsiteX2" fmla="*/ 479892 w 930756"/>
                      <a:gd name="connsiteY2" fmla="*/ 1449090 h 2730677"/>
                      <a:gd name="connsiteX3" fmla="*/ 390992 w 930756"/>
                      <a:gd name="connsiteY3" fmla="*/ 1950740 h 2730677"/>
                      <a:gd name="connsiteX4" fmla="*/ 146517 w 930756"/>
                      <a:gd name="connsiteY4" fmla="*/ 2220615 h 2730677"/>
                      <a:gd name="connsiteX5" fmla="*/ 467 w 930756"/>
                      <a:gd name="connsiteY5" fmla="*/ 2569865 h 2730677"/>
                      <a:gd name="connsiteX6" fmla="*/ 98892 w 930756"/>
                      <a:gd name="connsiteY6" fmla="*/ 2665115 h 2730677"/>
                      <a:gd name="connsiteX7" fmla="*/ 365592 w 930756"/>
                      <a:gd name="connsiteY7" fmla="*/ 2722264 h 2730677"/>
                      <a:gd name="connsiteX8" fmla="*/ 187792 w 930756"/>
                      <a:gd name="connsiteY8" fmla="*/ 2525415 h 2730677"/>
                      <a:gd name="connsiteX9" fmla="*/ 610067 w 930756"/>
                      <a:gd name="connsiteY9" fmla="*/ 2080915 h 2730677"/>
                      <a:gd name="connsiteX10" fmla="*/ 794217 w 930756"/>
                      <a:gd name="connsiteY10" fmla="*/ 1550690 h 2730677"/>
                      <a:gd name="connsiteX11" fmla="*/ 876767 w 930756"/>
                      <a:gd name="connsiteY11" fmla="*/ 1252240 h 2730677"/>
                      <a:gd name="connsiteX12" fmla="*/ 860892 w 930756"/>
                      <a:gd name="connsiteY12" fmla="*/ 1169690 h 2730677"/>
                      <a:gd name="connsiteX13" fmla="*/ 724367 w 930756"/>
                      <a:gd name="connsiteY13" fmla="*/ 1055390 h 2730677"/>
                      <a:gd name="connsiteX14" fmla="*/ 644992 w 930756"/>
                      <a:gd name="connsiteY14" fmla="*/ 839490 h 2730677"/>
                      <a:gd name="connsiteX15" fmla="*/ 587842 w 930756"/>
                      <a:gd name="connsiteY15" fmla="*/ 725190 h 2730677"/>
                      <a:gd name="connsiteX16" fmla="*/ 898992 w 930756"/>
                      <a:gd name="connsiteY16" fmla="*/ 820440 h 2730677"/>
                      <a:gd name="connsiteX17" fmla="*/ 857719 w 930756"/>
                      <a:gd name="connsiteY17" fmla="*/ 902993 h 2730677"/>
                      <a:gd name="connsiteX18" fmla="*/ 930744 w 930756"/>
                      <a:gd name="connsiteY18" fmla="*/ 826793 h 2730677"/>
                      <a:gd name="connsiteX19" fmla="*/ 870419 w 930756"/>
                      <a:gd name="connsiteY19" fmla="*/ 877593 h 2730677"/>
                      <a:gd name="connsiteX20" fmla="*/ 759295 w 930756"/>
                      <a:gd name="connsiteY20" fmla="*/ 423568 h 2730677"/>
                      <a:gd name="connsiteX21" fmla="*/ 848195 w 930756"/>
                      <a:gd name="connsiteY21" fmla="*/ 356893 h 2730677"/>
                      <a:gd name="connsiteX22" fmla="*/ 883119 w 930756"/>
                      <a:gd name="connsiteY22" fmla="*/ 239418 h 2730677"/>
                      <a:gd name="connsiteX23" fmla="*/ 838670 w 930756"/>
                      <a:gd name="connsiteY23" fmla="*/ 64793 h 2730677"/>
                      <a:gd name="connsiteX24" fmla="*/ 714842 w 930756"/>
                      <a:gd name="connsiteY24" fmla="*/ 1290 h 2730677"/>
                      <a:gd name="connsiteX25" fmla="*/ 521169 w 930756"/>
                      <a:gd name="connsiteY25" fmla="*/ 125117 h 2730677"/>
                      <a:gd name="connsiteX26" fmla="*/ 613244 w 930756"/>
                      <a:gd name="connsiteY26" fmla="*/ 382292 h 2730677"/>
                      <a:gd name="connsiteX27" fmla="*/ 511642 w 930756"/>
                      <a:gd name="connsiteY27" fmla="*/ 518815 h 2730677"/>
                      <a:gd name="connsiteX28" fmla="*/ 467192 w 930756"/>
                      <a:gd name="connsiteY28" fmla="*/ 696615 h 2730677"/>
                      <a:gd name="connsiteX29" fmla="*/ 517992 w 930756"/>
                      <a:gd name="connsiteY29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930790"/>
                      <a:gd name="connsiteY0" fmla="*/ 998240 h 2730677"/>
                      <a:gd name="connsiteX1" fmla="*/ 470367 w 930790"/>
                      <a:gd name="connsiteY1" fmla="*/ 1163340 h 2730677"/>
                      <a:gd name="connsiteX2" fmla="*/ 479892 w 930790"/>
                      <a:gd name="connsiteY2" fmla="*/ 1449090 h 2730677"/>
                      <a:gd name="connsiteX3" fmla="*/ 390992 w 930790"/>
                      <a:gd name="connsiteY3" fmla="*/ 1950740 h 2730677"/>
                      <a:gd name="connsiteX4" fmla="*/ 146517 w 930790"/>
                      <a:gd name="connsiteY4" fmla="*/ 2220615 h 2730677"/>
                      <a:gd name="connsiteX5" fmla="*/ 467 w 930790"/>
                      <a:gd name="connsiteY5" fmla="*/ 2569865 h 2730677"/>
                      <a:gd name="connsiteX6" fmla="*/ 98892 w 930790"/>
                      <a:gd name="connsiteY6" fmla="*/ 2665115 h 2730677"/>
                      <a:gd name="connsiteX7" fmla="*/ 365592 w 930790"/>
                      <a:gd name="connsiteY7" fmla="*/ 2722264 h 2730677"/>
                      <a:gd name="connsiteX8" fmla="*/ 187792 w 930790"/>
                      <a:gd name="connsiteY8" fmla="*/ 2525415 h 2730677"/>
                      <a:gd name="connsiteX9" fmla="*/ 610067 w 930790"/>
                      <a:gd name="connsiteY9" fmla="*/ 2080915 h 2730677"/>
                      <a:gd name="connsiteX10" fmla="*/ 794217 w 930790"/>
                      <a:gd name="connsiteY10" fmla="*/ 1550690 h 2730677"/>
                      <a:gd name="connsiteX11" fmla="*/ 876767 w 930790"/>
                      <a:gd name="connsiteY11" fmla="*/ 1252240 h 2730677"/>
                      <a:gd name="connsiteX12" fmla="*/ 860892 w 930790"/>
                      <a:gd name="connsiteY12" fmla="*/ 1169690 h 2730677"/>
                      <a:gd name="connsiteX13" fmla="*/ 724367 w 930790"/>
                      <a:gd name="connsiteY13" fmla="*/ 1055390 h 2730677"/>
                      <a:gd name="connsiteX14" fmla="*/ 644992 w 930790"/>
                      <a:gd name="connsiteY14" fmla="*/ 839490 h 2730677"/>
                      <a:gd name="connsiteX15" fmla="*/ 587842 w 930790"/>
                      <a:gd name="connsiteY15" fmla="*/ 725190 h 2730677"/>
                      <a:gd name="connsiteX16" fmla="*/ 857719 w 930790"/>
                      <a:gd name="connsiteY16" fmla="*/ 902993 h 2730677"/>
                      <a:gd name="connsiteX17" fmla="*/ 930744 w 930790"/>
                      <a:gd name="connsiteY17" fmla="*/ 826793 h 2730677"/>
                      <a:gd name="connsiteX18" fmla="*/ 870419 w 930790"/>
                      <a:gd name="connsiteY18" fmla="*/ 877593 h 2730677"/>
                      <a:gd name="connsiteX19" fmla="*/ 759295 w 930790"/>
                      <a:gd name="connsiteY19" fmla="*/ 423568 h 2730677"/>
                      <a:gd name="connsiteX20" fmla="*/ 848195 w 930790"/>
                      <a:gd name="connsiteY20" fmla="*/ 356893 h 2730677"/>
                      <a:gd name="connsiteX21" fmla="*/ 883119 w 930790"/>
                      <a:gd name="connsiteY21" fmla="*/ 239418 h 2730677"/>
                      <a:gd name="connsiteX22" fmla="*/ 838670 w 930790"/>
                      <a:gd name="connsiteY22" fmla="*/ 64793 h 2730677"/>
                      <a:gd name="connsiteX23" fmla="*/ 714842 w 930790"/>
                      <a:gd name="connsiteY23" fmla="*/ 1290 h 2730677"/>
                      <a:gd name="connsiteX24" fmla="*/ 521169 w 930790"/>
                      <a:gd name="connsiteY24" fmla="*/ 125117 h 2730677"/>
                      <a:gd name="connsiteX25" fmla="*/ 613244 w 930790"/>
                      <a:gd name="connsiteY25" fmla="*/ 382292 h 2730677"/>
                      <a:gd name="connsiteX26" fmla="*/ 511642 w 930790"/>
                      <a:gd name="connsiteY26" fmla="*/ 518815 h 2730677"/>
                      <a:gd name="connsiteX27" fmla="*/ 467192 w 930790"/>
                      <a:gd name="connsiteY27" fmla="*/ 696615 h 2730677"/>
                      <a:gd name="connsiteX28" fmla="*/ 517992 w 930790"/>
                      <a:gd name="connsiteY28" fmla="*/ 998240 h 2730677"/>
                      <a:gd name="connsiteX0" fmla="*/ 517992 w 887922"/>
                      <a:gd name="connsiteY0" fmla="*/ 998240 h 2730677"/>
                      <a:gd name="connsiteX1" fmla="*/ 470367 w 887922"/>
                      <a:gd name="connsiteY1" fmla="*/ 1163340 h 2730677"/>
                      <a:gd name="connsiteX2" fmla="*/ 479892 w 887922"/>
                      <a:gd name="connsiteY2" fmla="*/ 1449090 h 2730677"/>
                      <a:gd name="connsiteX3" fmla="*/ 390992 w 887922"/>
                      <a:gd name="connsiteY3" fmla="*/ 1950740 h 2730677"/>
                      <a:gd name="connsiteX4" fmla="*/ 146517 w 887922"/>
                      <a:gd name="connsiteY4" fmla="*/ 2220615 h 2730677"/>
                      <a:gd name="connsiteX5" fmla="*/ 467 w 887922"/>
                      <a:gd name="connsiteY5" fmla="*/ 2569865 h 2730677"/>
                      <a:gd name="connsiteX6" fmla="*/ 98892 w 887922"/>
                      <a:gd name="connsiteY6" fmla="*/ 2665115 h 2730677"/>
                      <a:gd name="connsiteX7" fmla="*/ 365592 w 887922"/>
                      <a:gd name="connsiteY7" fmla="*/ 2722264 h 2730677"/>
                      <a:gd name="connsiteX8" fmla="*/ 187792 w 887922"/>
                      <a:gd name="connsiteY8" fmla="*/ 2525415 h 2730677"/>
                      <a:gd name="connsiteX9" fmla="*/ 610067 w 887922"/>
                      <a:gd name="connsiteY9" fmla="*/ 2080915 h 2730677"/>
                      <a:gd name="connsiteX10" fmla="*/ 794217 w 887922"/>
                      <a:gd name="connsiteY10" fmla="*/ 1550690 h 2730677"/>
                      <a:gd name="connsiteX11" fmla="*/ 876767 w 887922"/>
                      <a:gd name="connsiteY11" fmla="*/ 1252240 h 2730677"/>
                      <a:gd name="connsiteX12" fmla="*/ 860892 w 887922"/>
                      <a:gd name="connsiteY12" fmla="*/ 1169690 h 2730677"/>
                      <a:gd name="connsiteX13" fmla="*/ 724367 w 887922"/>
                      <a:gd name="connsiteY13" fmla="*/ 1055390 h 2730677"/>
                      <a:gd name="connsiteX14" fmla="*/ 644992 w 887922"/>
                      <a:gd name="connsiteY14" fmla="*/ 839490 h 2730677"/>
                      <a:gd name="connsiteX15" fmla="*/ 587842 w 887922"/>
                      <a:gd name="connsiteY15" fmla="*/ 725190 h 2730677"/>
                      <a:gd name="connsiteX16" fmla="*/ 857719 w 887922"/>
                      <a:gd name="connsiteY16" fmla="*/ 902993 h 2730677"/>
                      <a:gd name="connsiteX17" fmla="*/ 870419 w 887922"/>
                      <a:gd name="connsiteY17" fmla="*/ 877593 h 2730677"/>
                      <a:gd name="connsiteX18" fmla="*/ 759295 w 887922"/>
                      <a:gd name="connsiteY18" fmla="*/ 423568 h 2730677"/>
                      <a:gd name="connsiteX19" fmla="*/ 848195 w 887922"/>
                      <a:gd name="connsiteY19" fmla="*/ 356893 h 2730677"/>
                      <a:gd name="connsiteX20" fmla="*/ 883119 w 887922"/>
                      <a:gd name="connsiteY20" fmla="*/ 239418 h 2730677"/>
                      <a:gd name="connsiteX21" fmla="*/ 838670 w 887922"/>
                      <a:gd name="connsiteY21" fmla="*/ 64793 h 2730677"/>
                      <a:gd name="connsiteX22" fmla="*/ 714842 w 887922"/>
                      <a:gd name="connsiteY22" fmla="*/ 1290 h 2730677"/>
                      <a:gd name="connsiteX23" fmla="*/ 521169 w 887922"/>
                      <a:gd name="connsiteY23" fmla="*/ 125117 h 2730677"/>
                      <a:gd name="connsiteX24" fmla="*/ 613244 w 887922"/>
                      <a:gd name="connsiteY24" fmla="*/ 382292 h 2730677"/>
                      <a:gd name="connsiteX25" fmla="*/ 511642 w 887922"/>
                      <a:gd name="connsiteY25" fmla="*/ 518815 h 2730677"/>
                      <a:gd name="connsiteX26" fmla="*/ 467192 w 887922"/>
                      <a:gd name="connsiteY26" fmla="*/ 696615 h 2730677"/>
                      <a:gd name="connsiteX27" fmla="*/ 517992 w 887922"/>
                      <a:gd name="connsiteY27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587842 w 883584"/>
                      <a:gd name="connsiteY15" fmla="*/ 725190 h 2730677"/>
                      <a:gd name="connsiteX16" fmla="*/ 857719 w 883584"/>
                      <a:gd name="connsiteY16" fmla="*/ 902993 h 2730677"/>
                      <a:gd name="connsiteX17" fmla="*/ 759295 w 883584"/>
                      <a:gd name="connsiteY17" fmla="*/ 423568 h 2730677"/>
                      <a:gd name="connsiteX18" fmla="*/ 848195 w 883584"/>
                      <a:gd name="connsiteY18" fmla="*/ 356893 h 2730677"/>
                      <a:gd name="connsiteX19" fmla="*/ 883119 w 883584"/>
                      <a:gd name="connsiteY19" fmla="*/ 239418 h 2730677"/>
                      <a:gd name="connsiteX20" fmla="*/ 838670 w 883584"/>
                      <a:gd name="connsiteY20" fmla="*/ 64793 h 2730677"/>
                      <a:gd name="connsiteX21" fmla="*/ 714842 w 883584"/>
                      <a:gd name="connsiteY21" fmla="*/ 1290 h 2730677"/>
                      <a:gd name="connsiteX22" fmla="*/ 521169 w 883584"/>
                      <a:gd name="connsiteY22" fmla="*/ 125117 h 2730677"/>
                      <a:gd name="connsiteX23" fmla="*/ 613244 w 883584"/>
                      <a:gd name="connsiteY23" fmla="*/ 382292 h 2730677"/>
                      <a:gd name="connsiteX24" fmla="*/ 511642 w 883584"/>
                      <a:gd name="connsiteY24" fmla="*/ 518815 h 2730677"/>
                      <a:gd name="connsiteX25" fmla="*/ 467192 w 883584"/>
                      <a:gd name="connsiteY25" fmla="*/ 696615 h 2730677"/>
                      <a:gd name="connsiteX26" fmla="*/ 517992 w 883584"/>
                      <a:gd name="connsiteY26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11642 w 883584"/>
                      <a:gd name="connsiteY23" fmla="*/ 518815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517992 w 883584"/>
                      <a:gd name="connsiteY25" fmla="*/ 998240 h 2730677"/>
                      <a:gd name="connsiteX0" fmla="*/ 517992 w 883584"/>
                      <a:gd name="connsiteY0" fmla="*/ 9982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17992 w 883584"/>
                      <a:gd name="connsiteY26" fmla="*/ 998240 h 2730677"/>
                      <a:gd name="connsiteX0" fmla="*/ 508467 w 883584"/>
                      <a:gd name="connsiteY0" fmla="*/ 1036340 h 2730677"/>
                      <a:gd name="connsiteX1" fmla="*/ 470367 w 883584"/>
                      <a:gd name="connsiteY1" fmla="*/ 1163340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79892 w 883584"/>
                      <a:gd name="connsiteY2" fmla="*/ 1449090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665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67192 w 883584"/>
                      <a:gd name="connsiteY2" fmla="*/ 15792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36340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36340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08467 w 883584"/>
                      <a:gd name="connsiteY0" fmla="*/ 1071265 h 2730677"/>
                      <a:gd name="connsiteX1" fmla="*/ 429092 w 883584"/>
                      <a:gd name="connsiteY1" fmla="*/ 1293515 h 2730677"/>
                      <a:gd name="connsiteX2" fmla="*/ 448142 w 883584"/>
                      <a:gd name="connsiteY2" fmla="*/ 1591965 h 2730677"/>
                      <a:gd name="connsiteX3" fmla="*/ 390992 w 883584"/>
                      <a:gd name="connsiteY3" fmla="*/ 1950740 h 2730677"/>
                      <a:gd name="connsiteX4" fmla="*/ 146517 w 883584"/>
                      <a:gd name="connsiteY4" fmla="*/ 2220615 h 2730677"/>
                      <a:gd name="connsiteX5" fmla="*/ 467 w 883584"/>
                      <a:gd name="connsiteY5" fmla="*/ 2569865 h 2730677"/>
                      <a:gd name="connsiteX6" fmla="*/ 98892 w 883584"/>
                      <a:gd name="connsiteY6" fmla="*/ 2665115 h 2730677"/>
                      <a:gd name="connsiteX7" fmla="*/ 365592 w 883584"/>
                      <a:gd name="connsiteY7" fmla="*/ 2722264 h 2730677"/>
                      <a:gd name="connsiteX8" fmla="*/ 187792 w 883584"/>
                      <a:gd name="connsiteY8" fmla="*/ 2525415 h 2730677"/>
                      <a:gd name="connsiteX9" fmla="*/ 610067 w 883584"/>
                      <a:gd name="connsiteY9" fmla="*/ 2080915 h 2730677"/>
                      <a:gd name="connsiteX10" fmla="*/ 794217 w 883584"/>
                      <a:gd name="connsiteY10" fmla="*/ 1550690 h 2730677"/>
                      <a:gd name="connsiteX11" fmla="*/ 876767 w 883584"/>
                      <a:gd name="connsiteY11" fmla="*/ 1252240 h 2730677"/>
                      <a:gd name="connsiteX12" fmla="*/ 860892 w 883584"/>
                      <a:gd name="connsiteY12" fmla="*/ 1169690 h 2730677"/>
                      <a:gd name="connsiteX13" fmla="*/ 724367 w 883584"/>
                      <a:gd name="connsiteY13" fmla="*/ 1055390 h 2730677"/>
                      <a:gd name="connsiteX14" fmla="*/ 644992 w 883584"/>
                      <a:gd name="connsiteY14" fmla="*/ 839490 h 2730677"/>
                      <a:gd name="connsiteX15" fmla="*/ 857719 w 883584"/>
                      <a:gd name="connsiteY15" fmla="*/ 902993 h 2730677"/>
                      <a:gd name="connsiteX16" fmla="*/ 759295 w 883584"/>
                      <a:gd name="connsiteY16" fmla="*/ 423568 h 2730677"/>
                      <a:gd name="connsiteX17" fmla="*/ 848195 w 883584"/>
                      <a:gd name="connsiteY17" fmla="*/ 356893 h 2730677"/>
                      <a:gd name="connsiteX18" fmla="*/ 883119 w 883584"/>
                      <a:gd name="connsiteY18" fmla="*/ 239418 h 2730677"/>
                      <a:gd name="connsiteX19" fmla="*/ 838670 w 883584"/>
                      <a:gd name="connsiteY19" fmla="*/ 64793 h 2730677"/>
                      <a:gd name="connsiteX20" fmla="*/ 714842 w 883584"/>
                      <a:gd name="connsiteY20" fmla="*/ 1290 h 2730677"/>
                      <a:gd name="connsiteX21" fmla="*/ 521169 w 883584"/>
                      <a:gd name="connsiteY21" fmla="*/ 125117 h 2730677"/>
                      <a:gd name="connsiteX22" fmla="*/ 613244 w 883584"/>
                      <a:gd name="connsiteY22" fmla="*/ 382292 h 2730677"/>
                      <a:gd name="connsiteX23" fmla="*/ 530692 w 883584"/>
                      <a:gd name="connsiteY23" fmla="*/ 541040 h 2730677"/>
                      <a:gd name="connsiteX24" fmla="*/ 467192 w 883584"/>
                      <a:gd name="connsiteY24" fmla="*/ 696615 h 2730677"/>
                      <a:gd name="connsiteX25" fmla="*/ 476719 w 883584"/>
                      <a:gd name="connsiteY25" fmla="*/ 677568 h 2730677"/>
                      <a:gd name="connsiteX26" fmla="*/ 508467 w 883584"/>
                      <a:gd name="connsiteY26" fmla="*/ 1071265 h 2730677"/>
                      <a:gd name="connsiteX0" fmla="*/ 515430 w 890547"/>
                      <a:gd name="connsiteY0" fmla="*/ 1071265 h 2730677"/>
                      <a:gd name="connsiteX1" fmla="*/ 436055 w 890547"/>
                      <a:gd name="connsiteY1" fmla="*/ 1293515 h 2730677"/>
                      <a:gd name="connsiteX2" fmla="*/ 455105 w 890547"/>
                      <a:gd name="connsiteY2" fmla="*/ 1591965 h 2730677"/>
                      <a:gd name="connsiteX3" fmla="*/ 397955 w 890547"/>
                      <a:gd name="connsiteY3" fmla="*/ 1950740 h 2730677"/>
                      <a:gd name="connsiteX4" fmla="*/ 153480 w 890547"/>
                      <a:gd name="connsiteY4" fmla="*/ 2220615 h 2730677"/>
                      <a:gd name="connsiteX5" fmla="*/ 7430 w 890547"/>
                      <a:gd name="connsiteY5" fmla="*/ 2569865 h 2730677"/>
                      <a:gd name="connsiteX6" fmla="*/ 105855 w 890547"/>
                      <a:gd name="connsiteY6" fmla="*/ 2665115 h 2730677"/>
                      <a:gd name="connsiteX7" fmla="*/ 372555 w 890547"/>
                      <a:gd name="connsiteY7" fmla="*/ 2722264 h 2730677"/>
                      <a:gd name="connsiteX8" fmla="*/ 194755 w 890547"/>
                      <a:gd name="connsiteY8" fmla="*/ 2525415 h 2730677"/>
                      <a:gd name="connsiteX9" fmla="*/ 617030 w 890547"/>
                      <a:gd name="connsiteY9" fmla="*/ 2080915 h 2730677"/>
                      <a:gd name="connsiteX10" fmla="*/ 801180 w 890547"/>
                      <a:gd name="connsiteY10" fmla="*/ 1550690 h 2730677"/>
                      <a:gd name="connsiteX11" fmla="*/ 883730 w 890547"/>
                      <a:gd name="connsiteY11" fmla="*/ 1252240 h 2730677"/>
                      <a:gd name="connsiteX12" fmla="*/ 867855 w 890547"/>
                      <a:gd name="connsiteY12" fmla="*/ 1169690 h 2730677"/>
                      <a:gd name="connsiteX13" fmla="*/ 731330 w 890547"/>
                      <a:gd name="connsiteY13" fmla="*/ 1055390 h 2730677"/>
                      <a:gd name="connsiteX14" fmla="*/ 651955 w 890547"/>
                      <a:gd name="connsiteY14" fmla="*/ 839490 h 2730677"/>
                      <a:gd name="connsiteX15" fmla="*/ 864682 w 890547"/>
                      <a:gd name="connsiteY15" fmla="*/ 902993 h 2730677"/>
                      <a:gd name="connsiteX16" fmla="*/ 766258 w 890547"/>
                      <a:gd name="connsiteY16" fmla="*/ 423568 h 2730677"/>
                      <a:gd name="connsiteX17" fmla="*/ 855158 w 890547"/>
                      <a:gd name="connsiteY17" fmla="*/ 356893 h 2730677"/>
                      <a:gd name="connsiteX18" fmla="*/ 890082 w 890547"/>
                      <a:gd name="connsiteY18" fmla="*/ 239418 h 2730677"/>
                      <a:gd name="connsiteX19" fmla="*/ 845633 w 890547"/>
                      <a:gd name="connsiteY19" fmla="*/ 64793 h 2730677"/>
                      <a:gd name="connsiteX20" fmla="*/ 721805 w 890547"/>
                      <a:gd name="connsiteY20" fmla="*/ 1290 h 2730677"/>
                      <a:gd name="connsiteX21" fmla="*/ 528132 w 890547"/>
                      <a:gd name="connsiteY21" fmla="*/ 125117 h 2730677"/>
                      <a:gd name="connsiteX22" fmla="*/ 620207 w 890547"/>
                      <a:gd name="connsiteY22" fmla="*/ 382292 h 2730677"/>
                      <a:gd name="connsiteX23" fmla="*/ 537655 w 890547"/>
                      <a:gd name="connsiteY23" fmla="*/ 541040 h 2730677"/>
                      <a:gd name="connsiteX24" fmla="*/ 474155 w 890547"/>
                      <a:gd name="connsiteY24" fmla="*/ 696615 h 2730677"/>
                      <a:gd name="connsiteX25" fmla="*/ 483682 w 890547"/>
                      <a:gd name="connsiteY25" fmla="*/ 677568 h 2730677"/>
                      <a:gd name="connsiteX26" fmla="*/ 515430 w 890547"/>
                      <a:gd name="connsiteY26" fmla="*/ 1071265 h 2730677"/>
                      <a:gd name="connsiteX0" fmla="*/ 509256 w 884373"/>
                      <a:gd name="connsiteY0" fmla="*/ 1071265 h 2730677"/>
                      <a:gd name="connsiteX1" fmla="*/ 429881 w 884373"/>
                      <a:gd name="connsiteY1" fmla="*/ 1293515 h 2730677"/>
                      <a:gd name="connsiteX2" fmla="*/ 448931 w 884373"/>
                      <a:gd name="connsiteY2" fmla="*/ 1591965 h 2730677"/>
                      <a:gd name="connsiteX3" fmla="*/ 391781 w 884373"/>
                      <a:gd name="connsiteY3" fmla="*/ 1950740 h 2730677"/>
                      <a:gd name="connsiteX4" fmla="*/ 147306 w 884373"/>
                      <a:gd name="connsiteY4" fmla="*/ 2220615 h 2730677"/>
                      <a:gd name="connsiteX5" fmla="*/ 1256 w 884373"/>
                      <a:gd name="connsiteY5" fmla="*/ 2569865 h 2730677"/>
                      <a:gd name="connsiteX6" fmla="*/ 99681 w 884373"/>
                      <a:gd name="connsiteY6" fmla="*/ 2665115 h 2730677"/>
                      <a:gd name="connsiteX7" fmla="*/ 366381 w 884373"/>
                      <a:gd name="connsiteY7" fmla="*/ 2722264 h 2730677"/>
                      <a:gd name="connsiteX8" fmla="*/ 188581 w 884373"/>
                      <a:gd name="connsiteY8" fmla="*/ 2525415 h 2730677"/>
                      <a:gd name="connsiteX9" fmla="*/ 610856 w 884373"/>
                      <a:gd name="connsiteY9" fmla="*/ 2080915 h 2730677"/>
                      <a:gd name="connsiteX10" fmla="*/ 795006 w 884373"/>
                      <a:gd name="connsiteY10" fmla="*/ 1550690 h 2730677"/>
                      <a:gd name="connsiteX11" fmla="*/ 877556 w 884373"/>
                      <a:gd name="connsiteY11" fmla="*/ 1252240 h 2730677"/>
                      <a:gd name="connsiteX12" fmla="*/ 861681 w 884373"/>
                      <a:gd name="connsiteY12" fmla="*/ 1169690 h 2730677"/>
                      <a:gd name="connsiteX13" fmla="*/ 725156 w 884373"/>
                      <a:gd name="connsiteY13" fmla="*/ 1055390 h 2730677"/>
                      <a:gd name="connsiteX14" fmla="*/ 645781 w 884373"/>
                      <a:gd name="connsiteY14" fmla="*/ 839490 h 2730677"/>
                      <a:gd name="connsiteX15" fmla="*/ 858508 w 884373"/>
                      <a:gd name="connsiteY15" fmla="*/ 902993 h 2730677"/>
                      <a:gd name="connsiteX16" fmla="*/ 760084 w 884373"/>
                      <a:gd name="connsiteY16" fmla="*/ 423568 h 2730677"/>
                      <a:gd name="connsiteX17" fmla="*/ 848984 w 884373"/>
                      <a:gd name="connsiteY17" fmla="*/ 356893 h 2730677"/>
                      <a:gd name="connsiteX18" fmla="*/ 883908 w 884373"/>
                      <a:gd name="connsiteY18" fmla="*/ 239418 h 2730677"/>
                      <a:gd name="connsiteX19" fmla="*/ 839459 w 884373"/>
                      <a:gd name="connsiteY19" fmla="*/ 64793 h 2730677"/>
                      <a:gd name="connsiteX20" fmla="*/ 715631 w 884373"/>
                      <a:gd name="connsiteY20" fmla="*/ 1290 h 2730677"/>
                      <a:gd name="connsiteX21" fmla="*/ 521958 w 884373"/>
                      <a:gd name="connsiteY21" fmla="*/ 125117 h 2730677"/>
                      <a:gd name="connsiteX22" fmla="*/ 614033 w 884373"/>
                      <a:gd name="connsiteY22" fmla="*/ 382292 h 2730677"/>
                      <a:gd name="connsiteX23" fmla="*/ 531481 w 884373"/>
                      <a:gd name="connsiteY23" fmla="*/ 541040 h 2730677"/>
                      <a:gd name="connsiteX24" fmla="*/ 467981 w 884373"/>
                      <a:gd name="connsiteY24" fmla="*/ 696615 h 2730677"/>
                      <a:gd name="connsiteX25" fmla="*/ 477508 w 884373"/>
                      <a:gd name="connsiteY25" fmla="*/ 677568 h 2730677"/>
                      <a:gd name="connsiteX26" fmla="*/ 509256 w 884373"/>
                      <a:gd name="connsiteY26" fmla="*/ 1071265 h 2730677"/>
                      <a:gd name="connsiteX0" fmla="*/ 515259 w 890376"/>
                      <a:gd name="connsiteY0" fmla="*/ 1071265 h 2730677"/>
                      <a:gd name="connsiteX1" fmla="*/ 435884 w 890376"/>
                      <a:gd name="connsiteY1" fmla="*/ 1293515 h 2730677"/>
                      <a:gd name="connsiteX2" fmla="*/ 454934 w 890376"/>
                      <a:gd name="connsiteY2" fmla="*/ 1591965 h 2730677"/>
                      <a:gd name="connsiteX3" fmla="*/ 397784 w 890376"/>
                      <a:gd name="connsiteY3" fmla="*/ 1950740 h 2730677"/>
                      <a:gd name="connsiteX4" fmla="*/ 153309 w 890376"/>
                      <a:gd name="connsiteY4" fmla="*/ 2220615 h 2730677"/>
                      <a:gd name="connsiteX5" fmla="*/ 7259 w 890376"/>
                      <a:gd name="connsiteY5" fmla="*/ 2569865 h 2730677"/>
                      <a:gd name="connsiteX6" fmla="*/ 105684 w 890376"/>
                      <a:gd name="connsiteY6" fmla="*/ 2665115 h 2730677"/>
                      <a:gd name="connsiteX7" fmla="*/ 372384 w 890376"/>
                      <a:gd name="connsiteY7" fmla="*/ 2722264 h 2730677"/>
                      <a:gd name="connsiteX8" fmla="*/ 194584 w 890376"/>
                      <a:gd name="connsiteY8" fmla="*/ 2525415 h 2730677"/>
                      <a:gd name="connsiteX9" fmla="*/ 616859 w 890376"/>
                      <a:gd name="connsiteY9" fmla="*/ 2080915 h 2730677"/>
                      <a:gd name="connsiteX10" fmla="*/ 801009 w 890376"/>
                      <a:gd name="connsiteY10" fmla="*/ 1550690 h 2730677"/>
                      <a:gd name="connsiteX11" fmla="*/ 883559 w 890376"/>
                      <a:gd name="connsiteY11" fmla="*/ 1252240 h 2730677"/>
                      <a:gd name="connsiteX12" fmla="*/ 867684 w 890376"/>
                      <a:gd name="connsiteY12" fmla="*/ 1169690 h 2730677"/>
                      <a:gd name="connsiteX13" fmla="*/ 731159 w 890376"/>
                      <a:gd name="connsiteY13" fmla="*/ 1055390 h 2730677"/>
                      <a:gd name="connsiteX14" fmla="*/ 651784 w 890376"/>
                      <a:gd name="connsiteY14" fmla="*/ 839490 h 2730677"/>
                      <a:gd name="connsiteX15" fmla="*/ 864511 w 890376"/>
                      <a:gd name="connsiteY15" fmla="*/ 902993 h 2730677"/>
                      <a:gd name="connsiteX16" fmla="*/ 766087 w 890376"/>
                      <a:gd name="connsiteY16" fmla="*/ 423568 h 2730677"/>
                      <a:gd name="connsiteX17" fmla="*/ 854987 w 890376"/>
                      <a:gd name="connsiteY17" fmla="*/ 356893 h 2730677"/>
                      <a:gd name="connsiteX18" fmla="*/ 889911 w 890376"/>
                      <a:gd name="connsiteY18" fmla="*/ 239418 h 2730677"/>
                      <a:gd name="connsiteX19" fmla="*/ 845462 w 890376"/>
                      <a:gd name="connsiteY19" fmla="*/ 64793 h 2730677"/>
                      <a:gd name="connsiteX20" fmla="*/ 721634 w 890376"/>
                      <a:gd name="connsiteY20" fmla="*/ 1290 h 2730677"/>
                      <a:gd name="connsiteX21" fmla="*/ 527961 w 890376"/>
                      <a:gd name="connsiteY21" fmla="*/ 125117 h 2730677"/>
                      <a:gd name="connsiteX22" fmla="*/ 620036 w 890376"/>
                      <a:gd name="connsiteY22" fmla="*/ 382292 h 2730677"/>
                      <a:gd name="connsiteX23" fmla="*/ 537484 w 890376"/>
                      <a:gd name="connsiteY23" fmla="*/ 541040 h 2730677"/>
                      <a:gd name="connsiteX24" fmla="*/ 473984 w 890376"/>
                      <a:gd name="connsiteY24" fmla="*/ 696615 h 2730677"/>
                      <a:gd name="connsiteX25" fmla="*/ 483511 w 890376"/>
                      <a:gd name="connsiteY25" fmla="*/ 677568 h 2730677"/>
                      <a:gd name="connsiteX26" fmla="*/ 515259 w 890376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862 w 884979"/>
                      <a:gd name="connsiteY0" fmla="*/ 1071265 h 2730677"/>
                      <a:gd name="connsiteX1" fmla="*/ 430487 w 884979"/>
                      <a:gd name="connsiteY1" fmla="*/ 1293515 h 2730677"/>
                      <a:gd name="connsiteX2" fmla="*/ 449537 w 884979"/>
                      <a:gd name="connsiteY2" fmla="*/ 1591965 h 2730677"/>
                      <a:gd name="connsiteX3" fmla="*/ 392387 w 884979"/>
                      <a:gd name="connsiteY3" fmla="*/ 1950740 h 2730677"/>
                      <a:gd name="connsiteX4" fmla="*/ 147912 w 884979"/>
                      <a:gd name="connsiteY4" fmla="*/ 2220615 h 2730677"/>
                      <a:gd name="connsiteX5" fmla="*/ 1862 w 884979"/>
                      <a:gd name="connsiteY5" fmla="*/ 2569865 h 2730677"/>
                      <a:gd name="connsiteX6" fmla="*/ 65362 w 884979"/>
                      <a:gd name="connsiteY6" fmla="*/ 2646065 h 2730677"/>
                      <a:gd name="connsiteX7" fmla="*/ 366987 w 884979"/>
                      <a:gd name="connsiteY7" fmla="*/ 2722264 h 2730677"/>
                      <a:gd name="connsiteX8" fmla="*/ 189187 w 884979"/>
                      <a:gd name="connsiteY8" fmla="*/ 2525415 h 2730677"/>
                      <a:gd name="connsiteX9" fmla="*/ 611462 w 884979"/>
                      <a:gd name="connsiteY9" fmla="*/ 2080915 h 2730677"/>
                      <a:gd name="connsiteX10" fmla="*/ 795612 w 884979"/>
                      <a:gd name="connsiteY10" fmla="*/ 1550690 h 2730677"/>
                      <a:gd name="connsiteX11" fmla="*/ 878162 w 884979"/>
                      <a:gd name="connsiteY11" fmla="*/ 1252240 h 2730677"/>
                      <a:gd name="connsiteX12" fmla="*/ 862287 w 884979"/>
                      <a:gd name="connsiteY12" fmla="*/ 1169690 h 2730677"/>
                      <a:gd name="connsiteX13" fmla="*/ 725762 w 884979"/>
                      <a:gd name="connsiteY13" fmla="*/ 1055390 h 2730677"/>
                      <a:gd name="connsiteX14" fmla="*/ 646387 w 884979"/>
                      <a:gd name="connsiteY14" fmla="*/ 839490 h 2730677"/>
                      <a:gd name="connsiteX15" fmla="*/ 859114 w 884979"/>
                      <a:gd name="connsiteY15" fmla="*/ 902993 h 2730677"/>
                      <a:gd name="connsiteX16" fmla="*/ 760690 w 884979"/>
                      <a:gd name="connsiteY16" fmla="*/ 423568 h 2730677"/>
                      <a:gd name="connsiteX17" fmla="*/ 849590 w 884979"/>
                      <a:gd name="connsiteY17" fmla="*/ 356893 h 2730677"/>
                      <a:gd name="connsiteX18" fmla="*/ 884514 w 884979"/>
                      <a:gd name="connsiteY18" fmla="*/ 239418 h 2730677"/>
                      <a:gd name="connsiteX19" fmla="*/ 840065 w 884979"/>
                      <a:gd name="connsiteY19" fmla="*/ 64793 h 2730677"/>
                      <a:gd name="connsiteX20" fmla="*/ 716237 w 884979"/>
                      <a:gd name="connsiteY20" fmla="*/ 1290 h 2730677"/>
                      <a:gd name="connsiteX21" fmla="*/ 522564 w 884979"/>
                      <a:gd name="connsiteY21" fmla="*/ 125117 h 2730677"/>
                      <a:gd name="connsiteX22" fmla="*/ 614639 w 884979"/>
                      <a:gd name="connsiteY22" fmla="*/ 382292 h 2730677"/>
                      <a:gd name="connsiteX23" fmla="*/ 532087 w 884979"/>
                      <a:gd name="connsiteY23" fmla="*/ 541040 h 2730677"/>
                      <a:gd name="connsiteX24" fmla="*/ 468587 w 884979"/>
                      <a:gd name="connsiteY24" fmla="*/ 696615 h 2730677"/>
                      <a:gd name="connsiteX25" fmla="*/ 478114 w 884979"/>
                      <a:gd name="connsiteY25" fmla="*/ 677568 h 2730677"/>
                      <a:gd name="connsiteX26" fmla="*/ 509862 w 88497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30677"/>
                      <a:gd name="connsiteX1" fmla="*/ 429817 w 884309"/>
                      <a:gd name="connsiteY1" fmla="*/ 1293515 h 2730677"/>
                      <a:gd name="connsiteX2" fmla="*/ 448867 w 884309"/>
                      <a:gd name="connsiteY2" fmla="*/ 1591965 h 2730677"/>
                      <a:gd name="connsiteX3" fmla="*/ 391717 w 884309"/>
                      <a:gd name="connsiteY3" fmla="*/ 1950740 h 2730677"/>
                      <a:gd name="connsiteX4" fmla="*/ 147242 w 884309"/>
                      <a:gd name="connsiteY4" fmla="*/ 2220615 h 2730677"/>
                      <a:gd name="connsiteX5" fmla="*/ 1192 w 884309"/>
                      <a:gd name="connsiteY5" fmla="*/ 2569865 h 2730677"/>
                      <a:gd name="connsiteX6" fmla="*/ 77392 w 884309"/>
                      <a:gd name="connsiteY6" fmla="*/ 2652415 h 2730677"/>
                      <a:gd name="connsiteX7" fmla="*/ 366317 w 884309"/>
                      <a:gd name="connsiteY7" fmla="*/ 2722264 h 2730677"/>
                      <a:gd name="connsiteX8" fmla="*/ 188517 w 884309"/>
                      <a:gd name="connsiteY8" fmla="*/ 2525415 h 2730677"/>
                      <a:gd name="connsiteX9" fmla="*/ 610792 w 884309"/>
                      <a:gd name="connsiteY9" fmla="*/ 2080915 h 2730677"/>
                      <a:gd name="connsiteX10" fmla="*/ 794942 w 884309"/>
                      <a:gd name="connsiteY10" fmla="*/ 1550690 h 2730677"/>
                      <a:gd name="connsiteX11" fmla="*/ 877492 w 884309"/>
                      <a:gd name="connsiteY11" fmla="*/ 1252240 h 2730677"/>
                      <a:gd name="connsiteX12" fmla="*/ 861617 w 884309"/>
                      <a:gd name="connsiteY12" fmla="*/ 1169690 h 2730677"/>
                      <a:gd name="connsiteX13" fmla="*/ 725092 w 884309"/>
                      <a:gd name="connsiteY13" fmla="*/ 1055390 h 2730677"/>
                      <a:gd name="connsiteX14" fmla="*/ 645717 w 884309"/>
                      <a:gd name="connsiteY14" fmla="*/ 839490 h 2730677"/>
                      <a:gd name="connsiteX15" fmla="*/ 858444 w 884309"/>
                      <a:gd name="connsiteY15" fmla="*/ 902993 h 2730677"/>
                      <a:gd name="connsiteX16" fmla="*/ 760020 w 884309"/>
                      <a:gd name="connsiteY16" fmla="*/ 423568 h 2730677"/>
                      <a:gd name="connsiteX17" fmla="*/ 848920 w 884309"/>
                      <a:gd name="connsiteY17" fmla="*/ 356893 h 2730677"/>
                      <a:gd name="connsiteX18" fmla="*/ 883844 w 884309"/>
                      <a:gd name="connsiteY18" fmla="*/ 239418 h 2730677"/>
                      <a:gd name="connsiteX19" fmla="*/ 839395 w 884309"/>
                      <a:gd name="connsiteY19" fmla="*/ 64793 h 2730677"/>
                      <a:gd name="connsiteX20" fmla="*/ 715567 w 884309"/>
                      <a:gd name="connsiteY20" fmla="*/ 1290 h 2730677"/>
                      <a:gd name="connsiteX21" fmla="*/ 521894 w 884309"/>
                      <a:gd name="connsiteY21" fmla="*/ 125117 h 2730677"/>
                      <a:gd name="connsiteX22" fmla="*/ 613969 w 884309"/>
                      <a:gd name="connsiteY22" fmla="*/ 382292 h 2730677"/>
                      <a:gd name="connsiteX23" fmla="*/ 531417 w 884309"/>
                      <a:gd name="connsiteY23" fmla="*/ 541040 h 2730677"/>
                      <a:gd name="connsiteX24" fmla="*/ 467917 w 884309"/>
                      <a:gd name="connsiteY24" fmla="*/ 696615 h 2730677"/>
                      <a:gd name="connsiteX25" fmla="*/ 477444 w 884309"/>
                      <a:gd name="connsiteY25" fmla="*/ 677568 h 2730677"/>
                      <a:gd name="connsiteX26" fmla="*/ 509192 w 884309"/>
                      <a:gd name="connsiteY26" fmla="*/ 1071265 h 2730677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22264"/>
                      <a:gd name="connsiteX1" fmla="*/ 429817 w 884309"/>
                      <a:gd name="connsiteY1" fmla="*/ 1293515 h 2722264"/>
                      <a:gd name="connsiteX2" fmla="*/ 448867 w 884309"/>
                      <a:gd name="connsiteY2" fmla="*/ 1591965 h 2722264"/>
                      <a:gd name="connsiteX3" fmla="*/ 391717 w 884309"/>
                      <a:gd name="connsiteY3" fmla="*/ 1950740 h 2722264"/>
                      <a:gd name="connsiteX4" fmla="*/ 147242 w 884309"/>
                      <a:gd name="connsiteY4" fmla="*/ 2220615 h 2722264"/>
                      <a:gd name="connsiteX5" fmla="*/ 1192 w 884309"/>
                      <a:gd name="connsiteY5" fmla="*/ 2569865 h 2722264"/>
                      <a:gd name="connsiteX6" fmla="*/ 77392 w 884309"/>
                      <a:gd name="connsiteY6" fmla="*/ 2652415 h 2722264"/>
                      <a:gd name="connsiteX7" fmla="*/ 366317 w 884309"/>
                      <a:gd name="connsiteY7" fmla="*/ 2722264 h 2722264"/>
                      <a:gd name="connsiteX8" fmla="*/ 188517 w 884309"/>
                      <a:gd name="connsiteY8" fmla="*/ 2525415 h 2722264"/>
                      <a:gd name="connsiteX9" fmla="*/ 610792 w 884309"/>
                      <a:gd name="connsiteY9" fmla="*/ 2080915 h 2722264"/>
                      <a:gd name="connsiteX10" fmla="*/ 794942 w 884309"/>
                      <a:gd name="connsiteY10" fmla="*/ 1550690 h 2722264"/>
                      <a:gd name="connsiteX11" fmla="*/ 877492 w 884309"/>
                      <a:gd name="connsiteY11" fmla="*/ 1252240 h 2722264"/>
                      <a:gd name="connsiteX12" fmla="*/ 861617 w 884309"/>
                      <a:gd name="connsiteY12" fmla="*/ 1169690 h 2722264"/>
                      <a:gd name="connsiteX13" fmla="*/ 725092 w 884309"/>
                      <a:gd name="connsiteY13" fmla="*/ 1055390 h 2722264"/>
                      <a:gd name="connsiteX14" fmla="*/ 645717 w 884309"/>
                      <a:gd name="connsiteY14" fmla="*/ 839490 h 2722264"/>
                      <a:gd name="connsiteX15" fmla="*/ 858444 w 884309"/>
                      <a:gd name="connsiteY15" fmla="*/ 902993 h 2722264"/>
                      <a:gd name="connsiteX16" fmla="*/ 760020 w 884309"/>
                      <a:gd name="connsiteY16" fmla="*/ 423568 h 2722264"/>
                      <a:gd name="connsiteX17" fmla="*/ 848920 w 884309"/>
                      <a:gd name="connsiteY17" fmla="*/ 356893 h 2722264"/>
                      <a:gd name="connsiteX18" fmla="*/ 883844 w 884309"/>
                      <a:gd name="connsiteY18" fmla="*/ 239418 h 2722264"/>
                      <a:gd name="connsiteX19" fmla="*/ 839395 w 884309"/>
                      <a:gd name="connsiteY19" fmla="*/ 64793 h 2722264"/>
                      <a:gd name="connsiteX20" fmla="*/ 715567 w 884309"/>
                      <a:gd name="connsiteY20" fmla="*/ 1290 h 2722264"/>
                      <a:gd name="connsiteX21" fmla="*/ 521894 w 884309"/>
                      <a:gd name="connsiteY21" fmla="*/ 125117 h 2722264"/>
                      <a:gd name="connsiteX22" fmla="*/ 613969 w 884309"/>
                      <a:gd name="connsiteY22" fmla="*/ 382292 h 2722264"/>
                      <a:gd name="connsiteX23" fmla="*/ 531417 w 884309"/>
                      <a:gd name="connsiteY23" fmla="*/ 541040 h 2722264"/>
                      <a:gd name="connsiteX24" fmla="*/ 467917 w 884309"/>
                      <a:gd name="connsiteY24" fmla="*/ 696615 h 2722264"/>
                      <a:gd name="connsiteX25" fmla="*/ 477444 w 884309"/>
                      <a:gd name="connsiteY25" fmla="*/ 677568 h 2722264"/>
                      <a:gd name="connsiteX26" fmla="*/ 509192 w 884309"/>
                      <a:gd name="connsiteY26" fmla="*/ 1071265 h 2722264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12739"/>
                      <a:gd name="connsiteX1" fmla="*/ 429817 w 884309"/>
                      <a:gd name="connsiteY1" fmla="*/ 1293515 h 2712739"/>
                      <a:gd name="connsiteX2" fmla="*/ 448867 w 884309"/>
                      <a:gd name="connsiteY2" fmla="*/ 1591965 h 2712739"/>
                      <a:gd name="connsiteX3" fmla="*/ 391717 w 884309"/>
                      <a:gd name="connsiteY3" fmla="*/ 1950740 h 2712739"/>
                      <a:gd name="connsiteX4" fmla="*/ 147242 w 884309"/>
                      <a:gd name="connsiteY4" fmla="*/ 2220615 h 2712739"/>
                      <a:gd name="connsiteX5" fmla="*/ 1192 w 884309"/>
                      <a:gd name="connsiteY5" fmla="*/ 2569865 h 2712739"/>
                      <a:gd name="connsiteX6" fmla="*/ 77392 w 884309"/>
                      <a:gd name="connsiteY6" fmla="*/ 2652415 h 2712739"/>
                      <a:gd name="connsiteX7" fmla="*/ 366317 w 884309"/>
                      <a:gd name="connsiteY7" fmla="*/ 2712739 h 2712739"/>
                      <a:gd name="connsiteX8" fmla="*/ 188517 w 884309"/>
                      <a:gd name="connsiteY8" fmla="*/ 2525415 h 2712739"/>
                      <a:gd name="connsiteX9" fmla="*/ 610792 w 884309"/>
                      <a:gd name="connsiteY9" fmla="*/ 2080915 h 2712739"/>
                      <a:gd name="connsiteX10" fmla="*/ 794942 w 884309"/>
                      <a:gd name="connsiteY10" fmla="*/ 1550690 h 2712739"/>
                      <a:gd name="connsiteX11" fmla="*/ 877492 w 884309"/>
                      <a:gd name="connsiteY11" fmla="*/ 1252240 h 2712739"/>
                      <a:gd name="connsiteX12" fmla="*/ 861617 w 884309"/>
                      <a:gd name="connsiteY12" fmla="*/ 1169690 h 2712739"/>
                      <a:gd name="connsiteX13" fmla="*/ 725092 w 884309"/>
                      <a:gd name="connsiteY13" fmla="*/ 1055390 h 2712739"/>
                      <a:gd name="connsiteX14" fmla="*/ 645717 w 884309"/>
                      <a:gd name="connsiteY14" fmla="*/ 839490 h 2712739"/>
                      <a:gd name="connsiteX15" fmla="*/ 858444 w 884309"/>
                      <a:gd name="connsiteY15" fmla="*/ 902993 h 2712739"/>
                      <a:gd name="connsiteX16" fmla="*/ 760020 w 884309"/>
                      <a:gd name="connsiteY16" fmla="*/ 423568 h 2712739"/>
                      <a:gd name="connsiteX17" fmla="*/ 848920 w 884309"/>
                      <a:gd name="connsiteY17" fmla="*/ 356893 h 2712739"/>
                      <a:gd name="connsiteX18" fmla="*/ 883844 w 884309"/>
                      <a:gd name="connsiteY18" fmla="*/ 239418 h 2712739"/>
                      <a:gd name="connsiteX19" fmla="*/ 839395 w 884309"/>
                      <a:gd name="connsiteY19" fmla="*/ 64793 h 2712739"/>
                      <a:gd name="connsiteX20" fmla="*/ 715567 w 884309"/>
                      <a:gd name="connsiteY20" fmla="*/ 1290 h 2712739"/>
                      <a:gd name="connsiteX21" fmla="*/ 521894 w 884309"/>
                      <a:gd name="connsiteY21" fmla="*/ 125117 h 2712739"/>
                      <a:gd name="connsiteX22" fmla="*/ 613969 w 884309"/>
                      <a:gd name="connsiteY22" fmla="*/ 382292 h 2712739"/>
                      <a:gd name="connsiteX23" fmla="*/ 531417 w 884309"/>
                      <a:gd name="connsiteY23" fmla="*/ 541040 h 2712739"/>
                      <a:gd name="connsiteX24" fmla="*/ 467917 w 884309"/>
                      <a:gd name="connsiteY24" fmla="*/ 696615 h 2712739"/>
                      <a:gd name="connsiteX25" fmla="*/ 477444 w 884309"/>
                      <a:gd name="connsiteY25" fmla="*/ 677568 h 2712739"/>
                      <a:gd name="connsiteX26" fmla="*/ 509192 w 884309"/>
                      <a:gd name="connsiteY26" fmla="*/ 1071265 h 2712739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610792 w 884309"/>
                      <a:gd name="connsiteY9" fmla="*/ 20809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585392 w 884309"/>
                      <a:gd name="connsiteY9" fmla="*/ 2068215 h 2730417"/>
                      <a:gd name="connsiteX10" fmla="*/ 794942 w 884309"/>
                      <a:gd name="connsiteY10" fmla="*/ 1550690 h 2730417"/>
                      <a:gd name="connsiteX11" fmla="*/ 877492 w 884309"/>
                      <a:gd name="connsiteY11" fmla="*/ 1252240 h 2730417"/>
                      <a:gd name="connsiteX12" fmla="*/ 861617 w 884309"/>
                      <a:gd name="connsiteY12" fmla="*/ 1169690 h 2730417"/>
                      <a:gd name="connsiteX13" fmla="*/ 725092 w 884309"/>
                      <a:gd name="connsiteY13" fmla="*/ 1055390 h 2730417"/>
                      <a:gd name="connsiteX14" fmla="*/ 645717 w 884309"/>
                      <a:gd name="connsiteY14" fmla="*/ 839490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285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5392 w 884309"/>
                      <a:gd name="connsiteY10" fmla="*/ 206821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725092 w 884309"/>
                      <a:gd name="connsiteY14" fmla="*/ 1055390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645717 w 884309"/>
                      <a:gd name="connsiteY15" fmla="*/ 839490 h 2730417"/>
                      <a:gd name="connsiteX16" fmla="*/ 858444 w 884309"/>
                      <a:gd name="connsiteY16" fmla="*/ 902993 h 2730417"/>
                      <a:gd name="connsiteX17" fmla="*/ 760020 w 884309"/>
                      <a:gd name="connsiteY17" fmla="*/ 423568 h 2730417"/>
                      <a:gd name="connsiteX18" fmla="*/ 848920 w 884309"/>
                      <a:gd name="connsiteY18" fmla="*/ 356893 h 2730417"/>
                      <a:gd name="connsiteX19" fmla="*/ 883844 w 884309"/>
                      <a:gd name="connsiteY19" fmla="*/ 239418 h 2730417"/>
                      <a:gd name="connsiteX20" fmla="*/ 839395 w 884309"/>
                      <a:gd name="connsiteY20" fmla="*/ 64793 h 2730417"/>
                      <a:gd name="connsiteX21" fmla="*/ 715567 w 884309"/>
                      <a:gd name="connsiteY21" fmla="*/ 1290 h 2730417"/>
                      <a:gd name="connsiteX22" fmla="*/ 521894 w 884309"/>
                      <a:gd name="connsiteY22" fmla="*/ 125117 h 2730417"/>
                      <a:gd name="connsiteX23" fmla="*/ 613969 w 884309"/>
                      <a:gd name="connsiteY23" fmla="*/ 382292 h 2730417"/>
                      <a:gd name="connsiteX24" fmla="*/ 531417 w 884309"/>
                      <a:gd name="connsiteY24" fmla="*/ 541040 h 2730417"/>
                      <a:gd name="connsiteX25" fmla="*/ 467917 w 884309"/>
                      <a:gd name="connsiteY25" fmla="*/ 696615 h 2730417"/>
                      <a:gd name="connsiteX26" fmla="*/ 477444 w 884309"/>
                      <a:gd name="connsiteY26" fmla="*/ 677568 h 2730417"/>
                      <a:gd name="connsiteX27" fmla="*/ 509192 w 884309"/>
                      <a:gd name="connsiteY27" fmla="*/ 1071265 h 2730417"/>
                      <a:gd name="connsiteX0" fmla="*/ 509192 w 884309"/>
                      <a:gd name="connsiteY0" fmla="*/ 1071265 h 2730417"/>
                      <a:gd name="connsiteX1" fmla="*/ 429817 w 884309"/>
                      <a:gd name="connsiteY1" fmla="*/ 1293515 h 2730417"/>
                      <a:gd name="connsiteX2" fmla="*/ 448867 w 884309"/>
                      <a:gd name="connsiteY2" fmla="*/ 1591965 h 2730417"/>
                      <a:gd name="connsiteX3" fmla="*/ 391717 w 884309"/>
                      <a:gd name="connsiteY3" fmla="*/ 1950740 h 2730417"/>
                      <a:gd name="connsiteX4" fmla="*/ 147242 w 884309"/>
                      <a:gd name="connsiteY4" fmla="*/ 2220615 h 2730417"/>
                      <a:gd name="connsiteX5" fmla="*/ 1192 w 884309"/>
                      <a:gd name="connsiteY5" fmla="*/ 2569865 h 2730417"/>
                      <a:gd name="connsiteX6" fmla="*/ 77392 w 884309"/>
                      <a:gd name="connsiteY6" fmla="*/ 2652415 h 2730417"/>
                      <a:gd name="connsiteX7" fmla="*/ 366317 w 884309"/>
                      <a:gd name="connsiteY7" fmla="*/ 2712739 h 2730417"/>
                      <a:gd name="connsiteX8" fmla="*/ 188517 w 884309"/>
                      <a:gd name="connsiteY8" fmla="*/ 2525415 h 2730417"/>
                      <a:gd name="connsiteX9" fmla="*/ 347270 w 884309"/>
                      <a:gd name="connsiteY9" fmla="*/ 2303169 h 2730417"/>
                      <a:gd name="connsiteX10" fmla="*/ 588567 w 884309"/>
                      <a:gd name="connsiteY10" fmla="*/ 2061865 h 2730417"/>
                      <a:gd name="connsiteX11" fmla="*/ 794942 w 884309"/>
                      <a:gd name="connsiteY11" fmla="*/ 1550690 h 2730417"/>
                      <a:gd name="connsiteX12" fmla="*/ 877492 w 884309"/>
                      <a:gd name="connsiteY12" fmla="*/ 1252240 h 2730417"/>
                      <a:gd name="connsiteX13" fmla="*/ 861617 w 884309"/>
                      <a:gd name="connsiteY13" fmla="*/ 1169690 h 2730417"/>
                      <a:gd name="connsiteX14" fmla="*/ 826692 w 884309"/>
                      <a:gd name="connsiteY14" fmla="*/ 1052215 h 2730417"/>
                      <a:gd name="connsiteX15" fmla="*/ 858444 w 884309"/>
                      <a:gd name="connsiteY15" fmla="*/ 902993 h 2730417"/>
                      <a:gd name="connsiteX16" fmla="*/ 760020 w 884309"/>
                      <a:gd name="connsiteY16" fmla="*/ 423568 h 2730417"/>
                      <a:gd name="connsiteX17" fmla="*/ 848920 w 884309"/>
                      <a:gd name="connsiteY17" fmla="*/ 356893 h 2730417"/>
                      <a:gd name="connsiteX18" fmla="*/ 883844 w 884309"/>
                      <a:gd name="connsiteY18" fmla="*/ 239418 h 2730417"/>
                      <a:gd name="connsiteX19" fmla="*/ 839395 w 884309"/>
                      <a:gd name="connsiteY19" fmla="*/ 64793 h 2730417"/>
                      <a:gd name="connsiteX20" fmla="*/ 715567 w 884309"/>
                      <a:gd name="connsiteY20" fmla="*/ 1290 h 2730417"/>
                      <a:gd name="connsiteX21" fmla="*/ 521894 w 884309"/>
                      <a:gd name="connsiteY21" fmla="*/ 125117 h 2730417"/>
                      <a:gd name="connsiteX22" fmla="*/ 613969 w 884309"/>
                      <a:gd name="connsiteY22" fmla="*/ 382292 h 2730417"/>
                      <a:gd name="connsiteX23" fmla="*/ 531417 w 884309"/>
                      <a:gd name="connsiteY23" fmla="*/ 541040 h 2730417"/>
                      <a:gd name="connsiteX24" fmla="*/ 467917 w 884309"/>
                      <a:gd name="connsiteY24" fmla="*/ 696615 h 2730417"/>
                      <a:gd name="connsiteX25" fmla="*/ 477444 w 884309"/>
                      <a:gd name="connsiteY25" fmla="*/ 677568 h 2730417"/>
                      <a:gd name="connsiteX26" fmla="*/ 509192 w 884309"/>
                      <a:gd name="connsiteY26" fmla="*/ 1071265 h 2730417"/>
                      <a:gd name="connsiteX0" fmla="*/ 509192 w 900803"/>
                      <a:gd name="connsiteY0" fmla="*/ 1071265 h 2730417"/>
                      <a:gd name="connsiteX1" fmla="*/ 429817 w 900803"/>
                      <a:gd name="connsiteY1" fmla="*/ 1293515 h 2730417"/>
                      <a:gd name="connsiteX2" fmla="*/ 448867 w 900803"/>
                      <a:gd name="connsiteY2" fmla="*/ 1591965 h 2730417"/>
                      <a:gd name="connsiteX3" fmla="*/ 391717 w 900803"/>
                      <a:gd name="connsiteY3" fmla="*/ 1950740 h 2730417"/>
                      <a:gd name="connsiteX4" fmla="*/ 147242 w 900803"/>
                      <a:gd name="connsiteY4" fmla="*/ 2220615 h 2730417"/>
                      <a:gd name="connsiteX5" fmla="*/ 1192 w 900803"/>
                      <a:gd name="connsiteY5" fmla="*/ 2569865 h 2730417"/>
                      <a:gd name="connsiteX6" fmla="*/ 77392 w 900803"/>
                      <a:gd name="connsiteY6" fmla="*/ 2652415 h 2730417"/>
                      <a:gd name="connsiteX7" fmla="*/ 366317 w 900803"/>
                      <a:gd name="connsiteY7" fmla="*/ 2712739 h 2730417"/>
                      <a:gd name="connsiteX8" fmla="*/ 188517 w 900803"/>
                      <a:gd name="connsiteY8" fmla="*/ 2525415 h 2730417"/>
                      <a:gd name="connsiteX9" fmla="*/ 347270 w 900803"/>
                      <a:gd name="connsiteY9" fmla="*/ 2303169 h 2730417"/>
                      <a:gd name="connsiteX10" fmla="*/ 588567 w 900803"/>
                      <a:gd name="connsiteY10" fmla="*/ 2061865 h 2730417"/>
                      <a:gd name="connsiteX11" fmla="*/ 794942 w 900803"/>
                      <a:gd name="connsiteY11" fmla="*/ 1550690 h 2730417"/>
                      <a:gd name="connsiteX12" fmla="*/ 877492 w 900803"/>
                      <a:gd name="connsiteY12" fmla="*/ 1252240 h 2730417"/>
                      <a:gd name="connsiteX13" fmla="*/ 861617 w 900803"/>
                      <a:gd name="connsiteY13" fmla="*/ 1169690 h 2730417"/>
                      <a:gd name="connsiteX14" fmla="*/ 826692 w 900803"/>
                      <a:gd name="connsiteY14" fmla="*/ 1052215 h 2730417"/>
                      <a:gd name="connsiteX15" fmla="*/ 899719 w 900803"/>
                      <a:gd name="connsiteY15" fmla="*/ 782343 h 2730417"/>
                      <a:gd name="connsiteX16" fmla="*/ 760020 w 900803"/>
                      <a:gd name="connsiteY16" fmla="*/ 423568 h 2730417"/>
                      <a:gd name="connsiteX17" fmla="*/ 848920 w 900803"/>
                      <a:gd name="connsiteY17" fmla="*/ 356893 h 2730417"/>
                      <a:gd name="connsiteX18" fmla="*/ 883844 w 900803"/>
                      <a:gd name="connsiteY18" fmla="*/ 239418 h 2730417"/>
                      <a:gd name="connsiteX19" fmla="*/ 839395 w 900803"/>
                      <a:gd name="connsiteY19" fmla="*/ 64793 h 2730417"/>
                      <a:gd name="connsiteX20" fmla="*/ 715567 w 900803"/>
                      <a:gd name="connsiteY20" fmla="*/ 1290 h 2730417"/>
                      <a:gd name="connsiteX21" fmla="*/ 521894 w 900803"/>
                      <a:gd name="connsiteY21" fmla="*/ 125117 h 2730417"/>
                      <a:gd name="connsiteX22" fmla="*/ 613969 w 900803"/>
                      <a:gd name="connsiteY22" fmla="*/ 382292 h 2730417"/>
                      <a:gd name="connsiteX23" fmla="*/ 531417 w 900803"/>
                      <a:gd name="connsiteY23" fmla="*/ 541040 h 2730417"/>
                      <a:gd name="connsiteX24" fmla="*/ 467917 w 900803"/>
                      <a:gd name="connsiteY24" fmla="*/ 696615 h 2730417"/>
                      <a:gd name="connsiteX25" fmla="*/ 477444 w 900803"/>
                      <a:gd name="connsiteY25" fmla="*/ 677568 h 2730417"/>
                      <a:gd name="connsiteX26" fmla="*/ 509192 w 900803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29817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8867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477444 w 899719"/>
                      <a:gd name="connsiteY25" fmla="*/ 677568 h 2730417"/>
                      <a:gd name="connsiteX26" fmla="*/ 509192 w 899719"/>
                      <a:gd name="connsiteY26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1265 h 2730417"/>
                      <a:gd name="connsiteX1" fmla="*/ 444105 w 899719"/>
                      <a:gd name="connsiteY1" fmla="*/ 1293515 h 2730417"/>
                      <a:gd name="connsiteX2" fmla="*/ 440929 w 899719"/>
                      <a:gd name="connsiteY2" fmla="*/ 1591965 h 2730417"/>
                      <a:gd name="connsiteX3" fmla="*/ 391717 w 899719"/>
                      <a:gd name="connsiteY3" fmla="*/ 1950740 h 2730417"/>
                      <a:gd name="connsiteX4" fmla="*/ 147242 w 899719"/>
                      <a:gd name="connsiteY4" fmla="*/ 2220615 h 2730417"/>
                      <a:gd name="connsiteX5" fmla="*/ 1192 w 899719"/>
                      <a:gd name="connsiteY5" fmla="*/ 2569865 h 2730417"/>
                      <a:gd name="connsiteX6" fmla="*/ 77392 w 899719"/>
                      <a:gd name="connsiteY6" fmla="*/ 2652415 h 2730417"/>
                      <a:gd name="connsiteX7" fmla="*/ 366317 w 899719"/>
                      <a:gd name="connsiteY7" fmla="*/ 2712739 h 2730417"/>
                      <a:gd name="connsiteX8" fmla="*/ 188517 w 899719"/>
                      <a:gd name="connsiteY8" fmla="*/ 2525415 h 2730417"/>
                      <a:gd name="connsiteX9" fmla="*/ 347270 w 899719"/>
                      <a:gd name="connsiteY9" fmla="*/ 2303169 h 2730417"/>
                      <a:gd name="connsiteX10" fmla="*/ 588567 w 899719"/>
                      <a:gd name="connsiteY10" fmla="*/ 2061865 h 2730417"/>
                      <a:gd name="connsiteX11" fmla="*/ 794942 w 899719"/>
                      <a:gd name="connsiteY11" fmla="*/ 1550690 h 2730417"/>
                      <a:gd name="connsiteX12" fmla="*/ 877492 w 899719"/>
                      <a:gd name="connsiteY12" fmla="*/ 1252240 h 2730417"/>
                      <a:gd name="connsiteX13" fmla="*/ 861617 w 899719"/>
                      <a:gd name="connsiteY13" fmla="*/ 1169690 h 2730417"/>
                      <a:gd name="connsiteX14" fmla="*/ 826692 w 899719"/>
                      <a:gd name="connsiteY14" fmla="*/ 1052215 h 2730417"/>
                      <a:gd name="connsiteX15" fmla="*/ 899719 w 899719"/>
                      <a:gd name="connsiteY15" fmla="*/ 782343 h 2730417"/>
                      <a:gd name="connsiteX16" fmla="*/ 760020 w 899719"/>
                      <a:gd name="connsiteY16" fmla="*/ 423568 h 2730417"/>
                      <a:gd name="connsiteX17" fmla="*/ 848920 w 899719"/>
                      <a:gd name="connsiteY17" fmla="*/ 356893 h 2730417"/>
                      <a:gd name="connsiteX18" fmla="*/ 883844 w 899719"/>
                      <a:gd name="connsiteY18" fmla="*/ 239418 h 2730417"/>
                      <a:gd name="connsiteX19" fmla="*/ 839395 w 899719"/>
                      <a:gd name="connsiteY19" fmla="*/ 64793 h 2730417"/>
                      <a:gd name="connsiteX20" fmla="*/ 715567 w 899719"/>
                      <a:gd name="connsiteY20" fmla="*/ 1290 h 2730417"/>
                      <a:gd name="connsiteX21" fmla="*/ 521894 w 899719"/>
                      <a:gd name="connsiteY21" fmla="*/ 125117 h 2730417"/>
                      <a:gd name="connsiteX22" fmla="*/ 613969 w 899719"/>
                      <a:gd name="connsiteY22" fmla="*/ 382292 h 2730417"/>
                      <a:gd name="connsiteX23" fmla="*/ 531417 w 899719"/>
                      <a:gd name="connsiteY23" fmla="*/ 541040 h 2730417"/>
                      <a:gd name="connsiteX24" fmla="*/ 467917 w 899719"/>
                      <a:gd name="connsiteY24" fmla="*/ 696615 h 2730417"/>
                      <a:gd name="connsiteX25" fmla="*/ 509192 w 899719"/>
                      <a:gd name="connsiteY25" fmla="*/ 1071265 h 2730417"/>
                      <a:gd name="connsiteX0" fmla="*/ 509192 w 899719"/>
                      <a:gd name="connsiteY0" fmla="*/ 1070018 h 2729170"/>
                      <a:gd name="connsiteX1" fmla="*/ 444105 w 899719"/>
                      <a:gd name="connsiteY1" fmla="*/ 1292268 h 2729170"/>
                      <a:gd name="connsiteX2" fmla="*/ 440929 w 899719"/>
                      <a:gd name="connsiteY2" fmla="*/ 1590718 h 2729170"/>
                      <a:gd name="connsiteX3" fmla="*/ 391717 w 899719"/>
                      <a:gd name="connsiteY3" fmla="*/ 1949493 h 2729170"/>
                      <a:gd name="connsiteX4" fmla="*/ 147242 w 899719"/>
                      <a:gd name="connsiteY4" fmla="*/ 2219368 h 2729170"/>
                      <a:gd name="connsiteX5" fmla="*/ 1192 w 899719"/>
                      <a:gd name="connsiteY5" fmla="*/ 2568618 h 2729170"/>
                      <a:gd name="connsiteX6" fmla="*/ 77392 w 899719"/>
                      <a:gd name="connsiteY6" fmla="*/ 2651168 h 2729170"/>
                      <a:gd name="connsiteX7" fmla="*/ 366317 w 899719"/>
                      <a:gd name="connsiteY7" fmla="*/ 2711492 h 2729170"/>
                      <a:gd name="connsiteX8" fmla="*/ 188517 w 899719"/>
                      <a:gd name="connsiteY8" fmla="*/ 2524168 h 2729170"/>
                      <a:gd name="connsiteX9" fmla="*/ 347270 w 899719"/>
                      <a:gd name="connsiteY9" fmla="*/ 2301922 h 2729170"/>
                      <a:gd name="connsiteX10" fmla="*/ 588567 w 899719"/>
                      <a:gd name="connsiteY10" fmla="*/ 2060618 h 2729170"/>
                      <a:gd name="connsiteX11" fmla="*/ 794942 w 899719"/>
                      <a:gd name="connsiteY11" fmla="*/ 1549443 h 2729170"/>
                      <a:gd name="connsiteX12" fmla="*/ 877492 w 899719"/>
                      <a:gd name="connsiteY12" fmla="*/ 1250993 h 2729170"/>
                      <a:gd name="connsiteX13" fmla="*/ 861617 w 899719"/>
                      <a:gd name="connsiteY13" fmla="*/ 1168443 h 2729170"/>
                      <a:gd name="connsiteX14" fmla="*/ 826692 w 899719"/>
                      <a:gd name="connsiteY14" fmla="*/ 1050968 h 2729170"/>
                      <a:gd name="connsiteX15" fmla="*/ 899719 w 899719"/>
                      <a:gd name="connsiteY15" fmla="*/ 781096 h 2729170"/>
                      <a:gd name="connsiteX16" fmla="*/ 760020 w 899719"/>
                      <a:gd name="connsiteY16" fmla="*/ 422321 h 2729170"/>
                      <a:gd name="connsiteX17" fmla="*/ 848920 w 899719"/>
                      <a:gd name="connsiteY17" fmla="*/ 355646 h 2729170"/>
                      <a:gd name="connsiteX18" fmla="*/ 883844 w 899719"/>
                      <a:gd name="connsiteY18" fmla="*/ 238171 h 2729170"/>
                      <a:gd name="connsiteX19" fmla="*/ 839395 w 899719"/>
                      <a:gd name="connsiteY19" fmla="*/ 63546 h 2729170"/>
                      <a:gd name="connsiteX20" fmla="*/ 715567 w 899719"/>
                      <a:gd name="connsiteY20" fmla="*/ 43 h 2729170"/>
                      <a:gd name="connsiteX21" fmla="*/ 525069 w 899719"/>
                      <a:gd name="connsiteY21" fmla="*/ 73070 h 2729170"/>
                      <a:gd name="connsiteX22" fmla="*/ 613969 w 899719"/>
                      <a:gd name="connsiteY22" fmla="*/ 381045 h 2729170"/>
                      <a:gd name="connsiteX23" fmla="*/ 531417 w 899719"/>
                      <a:gd name="connsiteY23" fmla="*/ 539793 h 2729170"/>
                      <a:gd name="connsiteX24" fmla="*/ 467917 w 899719"/>
                      <a:gd name="connsiteY24" fmla="*/ 695368 h 2729170"/>
                      <a:gd name="connsiteX25" fmla="*/ 509192 w 899719"/>
                      <a:gd name="connsiteY25" fmla="*/ 1070018 h 2729170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70782 h 2729934"/>
                      <a:gd name="connsiteX1" fmla="*/ 444105 w 899719"/>
                      <a:gd name="connsiteY1" fmla="*/ 1293032 h 2729934"/>
                      <a:gd name="connsiteX2" fmla="*/ 440929 w 899719"/>
                      <a:gd name="connsiteY2" fmla="*/ 1591482 h 2729934"/>
                      <a:gd name="connsiteX3" fmla="*/ 391717 w 899719"/>
                      <a:gd name="connsiteY3" fmla="*/ 1950257 h 2729934"/>
                      <a:gd name="connsiteX4" fmla="*/ 147242 w 899719"/>
                      <a:gd name="connsiteY4" fmla="*/ 2220132 h 2729934"/>
                      <a:gd name="connsiteX5" fmla="*/ 1192 w 899719"/>
                      <a:gd name="connsiteY5" fmla="*/ 2569382 h 2729934"/>
                      <a:gd name="connsiteX6" fmla="*/ 77392 w 899719"/>
                      <a:gd name="connsiteY6" fmla="*/ 2651932 h 2729934"/>
                      <a:gd name="connsiteX7" fmla="*/ 366317 w 899719"/>
                      <a:gd name="connsiteY7" fmla="*/ 2712256 h 2729934"/>
                      <a:gd name="connsiteX8" fmla="*/ 188517 w 899719"/>
                      <a:gd name="connsiteY8" fmla="*/ 2524932 h 2729934"/>
                      <a:gd name="connsiteX9" fmla="*/ 347270 w 899719"/>
                      <a:gd name="connsiteY9" fmla="*/ 2302686 h 2729934"/>
                      <a:gd name="connsiteX10" fmla="*/ 588567 w 899719"/>
                      <a:gd name="connsiteY10" fmla="*/ 2061382 h 2729934"/>
                      <a:gd name="connsiteX11" fmla="*/ 794942 w 899719"/>
                      <a:gd name="connsiteY11" fmla="*/ 1550207 h 2729934"/>
                      <a:gd name="connsiteX12" fmla="*/ 877492 w 899719"/>
                      <a:gd name="connsiteY12" fmla="*/ 1251757 h 2729934"/>
                      <a:gd name="connsiteX13" fmla="*/ 861617 w 899719"/>
                      <a:gd name="connsiteY13" fmla="*/ 1169207 h 2729934"/>
                      <a:gd name="connsiteX14" fmla="*/ 826692 w 899719"/>
                      <a:gd name="connsiteY14" fmla="*/ 1051732 h 2729934"/>
                      <a:gd name="connsiteX15" fmla="*/ 899719 w 899719"/>
                      <a:gd name="connsiteY15" fmla="*/ 781860 h 2729934"/>
                      <a:gd name="connsiteX16" fmla="*/ 760020 w 899719"/>
                      <a:gd name="connsiteY16" fmla="*/ 423085 h 2729934"/>
                      <a:gd name="connsiteX17" fmla="*/ 848920 w 899719"/>
                      <a:gd name="connsiteY17" fmla="*/ 356410 h 2729934"/>
                      <a:gd name="connsiteX18" fmla="*/ 883844 w 899719"/>
                      <a:gd name="connsiteY18" fmla="*/ 238935 h 2729934"/>
                      <a:gd name="connsiteX19" fmla="*/ 839395 w 899719"/>
                      <a:gd name="connsiteY19" fmla="*/ 64310 h 2729934"/>
                      <a:gd name="connsiteX20" fmla="*/ 715567 w 899719"/>
                      <a:gd name="connsiteY20" fmla="*/ 807 h 2729934"/>
                      <a:gd name="connsiteX21" fmla="*/ 523481 w 899719"/>
                      <a:gd name="connsiteY21" fmla="*/ 110347 h 2729934"/>
                      <a:gd name="connsiteX22" fmla="*/ 613969 w 899719"/>
                      <a:gd name="connsiteY22" fmla="*/ 381809 h 2729934"/>
                      <a:gd name="connsiteX23" fmla="*/ 531417 w 899719"/>
                      <a:gd name="connsiteY23" fmla="*/ 540557 h 2729934"/>
                      <a:gd name="connsiteX24" fmla="*/ 467917 w 899719"/>
                      <a:gd name="connsiteY24" fmla="*/ 696132 h 2729934"/>
                      <a:gd name="connsiteX25" fmla="*/ 509192 w 899719"/>
                      <a:gd name="connsiteY25" fmla="*/ 1070782 h 2729934"/>
                      <a:gd name="connsiteX0" fmla="*/ 509192 w 899719"/>
                      <a:gd name="connsiteY0" fmla="*/ 1088051 h 2747203"/>
                      <a:gd name="connsiteX1" fmla="*/ 444105 w 899719"/>
                      <a:gd name="connsiteY1" fmla="*/ 1310301 h 2747203"/>
                      <a:gd name="connsiteX2" fmla="*/ 440929 w 899719"/>
                      <a:gd name="connsiteY2" fmla="*/ 1608751 h 2747203"/>
                      <a:gd name="connsiteX3" fmla="*/ 391717 w 899719"/>
                      <a:gd name="connsiteY3" fmla="*/ 1967526 h 2747203"/>
                      <a:gd name="connsiteX4" fmla="*/ 147242 w 899719"/>
                      <a:gd name="connsiteY4" fmla="*/ 2237401 h 2747203"/>
                      <a:gd name="connsiteX5" fmla="*/ 1192 w 899719"/>
                      <a:gd name="connsiteY5" fmla="*/ 2586651 h 2747203"/>
                      <a:gd name="connsiteX6" fmla="*/ 77392 w 899719"/>
                      <a:gd name="connsiteY6" fmla="*/ 2669201 h 2747203"/>
                      <a:gd name="connsiteX7" fmla="*/ 366317 w 899719"/>
                      <a:gd name="connsiteY7" fmla="*/ 2729525 h 2747203"/>
                      <a:gd name="connsiteX8" fmla="*/ 188517 w 899719"/>
                      <a:gd name="connsiteY8" fmla="*/ 2542201 h 2747203"/>
                      <a:gd name="connsiteX9" fmla="*/ 347270 w 899719"/>
                      <a:gd name="connsiteY9" fmla="*/ 2319955 h 2747203"/>
                      <a:gd name="connsiteX10" fmla="*/ 588567 w 899719"/>
                      <a:gd name="connsiteY10" fmla="*/ 2078651 h 2747203"/>
                      <a:gd name="connsiteX11" fmla="*/ 794942 w 899719"/>
                      <a:gd name="connsiteY11" fmla="*/ 1567476 h 2747203"/>
                      <a:gd name="connsiteX12" fmla="*/ 877492 w 899719"/>
                      <a:gd name="connsiteY12" fmla="*/ 1269026 h 2747203"/>
                      <a:gd name="connsiteX13" fmla="*/ 861617 w 899719"/>
                      <a:gd name="connsiteY13" fmla="*/ 1186476 h 2747203"/>
                      <a:gd name="connsiteX14" fmla="*/ 826692 w 899719"/>
                      <a:gd name="connsiteY14" fmla="*/ 1069001 h 2747203"/>
                      <a:gd name="connsiteX15" fmla="*/ 899719 w 899719"/>
                      <a:gd name="connsiteY15" fmla="*/ 799129 h 2747203"/>
                      <a:gd name="connsiteX16" fmla="*/ 760020 w 899719"/>
                      <a:gd name="connsiteY16" fmla="*/ 440354 h 2747203"/>
                      <a:gd name="connsiteX17" fmla="*/ 848920 w 899719"/>
                      <a:gd name="connsiteY17" fmla="*/ 373679 h 2747203"/>
                      <a:gd name="connsiteX18" fmla="*/ 883844 w 899719"/>
                      <a:gd name="connsiteY18" fmla="*/ 256204 h 2747203"/>
                      <a:gd name="connsiteX19" fmla="*/ 839395 w 899719"/>
                      <a:gd name="connsiteY19" fmla="*/ 81579 h 2747203"/>
                      <a:gd name="connsiteX20" fmla="*/ 663179 w 899719"/>
                      <a:gd name="connsiteY20" fmla="*/ 613 h 2747203"/>
                      <a:gd name="connsiteX21" fmla="*/ 523481 w 899719"/>
                      <a:gd name="connsiteY21" fmla="*/ 127616 h 2747203"/>
                      <a:gd name="connsiteX22" fmla="*/ 613969 w 899719"/>
                      <a:gd name="connsiteY22" fmla="*/ 399078 h 2747203"/>
                      <a:gd name="connsiteX23" fmla="*/ 531417 w 899719"/>
                      <a:gd name="connsiteY23" fmla="*/ 557826 h 2747203"/>
                      <a:gd name="connsiteX24" fmla="*/ 467917 w 899719"/>
                      <a:gd name="connsiteY24" fmla="*/ 713401 h 2747203"/>
                      <a:gd name="connsiteX25" fmla="*/ 509192 w 899719"/>
                      <a:gd name="connsiteY25" fmla="*/ 1088051 h 2747203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275 h 2748427"/>
                      <a:gd name="connsiteX1" fmla="*/ 444105 w 899719"/>
                      <a:gd name="connsiteY1" fmla="*/ 1311525 h 2748427"/>
                      <a:gd name="connsiteX2" fmla="*/ 440929 w 899719"/>
                      <a:gd name="connsiteY2" fmla="*/ 1609975 h 2748427"/>
                      <a:gd name="connsiteX3" fmla="*/ 391717 w 899719"/>
                      <a:gd name="connsiteY3" fmla="*/ 1968750 h 2748427"/>
                      <a:gd name="connsiteX4" fmla="*/ 147242 w 899719"/>
                      <a:gd name="connsiteY4" fmla="*/ 2238625 h 2748427"/>
                      <a:gd name="connsiteX5" fmla="*/ 1192 w 899719"/>
                      <a:gd name="connsiteY5" fmla="*/ 2587875 h 2748427"/>
                      <a:gd name="connsiteX6" fmla="*/ 77392 w 899719"/>
                      <a:gd name="connsiteY6" fmla="*/ 2670425 h 2748427"/>
                      <a:gd name="connsiteX7" fmla="*/ 366317 w 899719"/>
                      <a:gd name="connsiteY7" fmla="*/ 2730749 h 2748427"/>
                      <a:gd name="connsiteX8" fmla="*/ 188517 w 899719"/>
                      <a:gd name="connsiteY8" fmla="*/ 2543425 h 2748427"/>
                      <a:gd name="connsiteX9" fmla="*/ 347270 w 899719"/>
                      <a:gd name="connsiteY9" fmla="*/ 2321179 h 2748427"/>
                      <a:gd name="connsiteX10" fmla="*/ 588567 w 899719"/>
                      <a:gd name="connsiteY10" fmla="*/ 2079875 h 2748427"/>
                      <a:gd name="connsiteX11" fmla="*/ 794942 w 899719"/>
                      <a:gd name="connsiteY11" fmla="*/ 1568700 h 2748427"/>
                      <a:gd name="connsiteX12" fmla="*/ 877492 w 899719"/>
                      <a:gd name="connsiteY12" fmla="*/ 1270250 h 2748427"/>
                      <a:gd name="connsiteX13" fmla="*/ 861617 w 899719"/>
                      <a:gd name="connsiteY13" fmla="*/ 1187700 h 2748427"/>
                      <a:gd name="connsiteX14" fmla="*/ 826692 w 899719"/>
                      <a:gd name="connsiteY14" fmla="*/ 1070225 h 2748427"/>
                      <a:gd name="connsiteX15" fmla="*/ 899719 w 899719"/>
                      <a:gd name="connsiteY15" fmla="*/ 800353 h 2748427"/>
                      <a:gd name="connsiteX16" fmla="*/ 760020 w 899719"/>
                      <a:gd name="connsiteY16" fmla="*/ 441578 h 2748427"/>
                      <a:gd name="connsiteX17" fmla="*/ 848920 w 899719"/>
                      <a:gd name="connsiteY17" fmla="*/ 374903 h 2748427"/>
                      <a:gd name="connsiteX18" fmla="*/ 883844 w 899719"/>
                      <a:gd name="connsiteY18" fmla="*/ 257428 h 2748427"/>
                      <a:gd name="connsiteX19" fmla="*/ 839395 w 899719"/>
                      <a:gd name="connsiteY19" fmla="*/ 82803 h 2748427"/>
                      <a:gd name="connsiteX20" fmla="*/ 663179 w 899719"/>
                      <a:gd name="connsiteY20" fmla="*/ 1837 h 2748427"/>
                      <a:gd name="connsiteX21" fmla="*/ 518719 w 899719"/>
                      <a:gd name="connsiteY21" fmla="*/ 168528 h 2748427"/>
                      <a:gd name="connsiteX22" fmla="*/ 613969 w 899719"/>
                      <a:gd name="connsiteY22" fmla="*/ 400302 h 2748427"/>
                      <a:gd name="connsiteX23" fmla="*/ 531417 w 899719"/>
                      <a:gd name="connsiteY23" fmla="*/ 559050 h 2748427"/>
                      <a:gd name="connsiteX24" fmla="*/ 467917 w 899719"/>
                      <a:gd name="connsiteY24" fmla="*/ 714625 h 2748427"/>
                      <a:gd name="connsiteX25" fmla="*/ 509192 w 899719"/>
                      <a:gd name="connsiteY25" fmla="*/ 1089275 h 2748427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9731 h 2748883"/>
                      <a:gd name="connsiteX1" fmla="*/ 444105 w 899719"/>
                      <a:gd name="connsiteY1" fmla="*/ 1311981 h 2748883"/>
                      <a:gd name="connsiteX2" fmla="*/ 440929 w 899719"/>
                      <a:gd name="connsiteY2" fmla="*/ 1610431 h 2748883"/>
                      <a:gd name="connsiteX3" fmla="*/ 391717 w 899719"/>
                      <a:gd name="connsiteY3" fmla="*/ 1969206 h 2748883"/>
                      <a:gd name="connsiteX4" fmla="*/ 147242 w 899719"/>
                      <a:gd name="connsiteY4" fmla="*/ 2239081 h 2748883"/>
                      <a:gd name="connsiteX5" fmla="*/ 1192 w 899719"/>
                      <a:gd name="connsiteY5" fmla="*/ 2588331 h 2748883"/>
                      <a:gd name="connsiteX6" fmla="*/ 77392 w 899719"/>
                      <a:gd name="connsiteY6" fmla="*/ 2670881 h 2748883"/>
                      <a:gd name="connsiteX7" fmla="*/ 366317 w 899719"/>
                      <a:gd name="connsiteY7" fmla="*/ 2731205 h 2748883"/>
                      <a:gd name="connsiteX8" fmla="*/ 188517 w 899719"/>
                      <a:gd name="connsiteY8" fmla="*/ 2543881 h 2748883"/>
                      <a:gd name="connsiteX9" fmla="*/ 347270 w 899719"/>
                      <a:gd name="connsiteY9" fmla="*/ 2321635 h 2748883"/>
                      <a:gd name="connsiteX10" fmla="*/ 588567 w 899719"/>
                      <a:gd name="connsiteY10" fmla="*/ 2080331 h 2748883"/>
                      <a:gd name="connsiteX11" fmla="*/ 794942 w 899719"/>
                      <a:gd name="connsiteY11" fmla="*/ 1569156 h 2748883"/>
                      <a:gd name="connsiteX12" fmla="*/ 877492 w 899719"/>
                      <a:gd name="connsiteY12" fmla="*/ 1270706 h 2748883"/>
                      <a:gd name="connsiteX13" fmla="*/ 861617 w 899719"/>
                      <a:gd name="connsiteY13" fmla="*/ 1188156 h 2748883"/>
                      <a:gd name="connsiteX14" fmla="*/ 826692 w 899719"/>
                      <a:gd name="connsiteY14" fmla="*/ 1070681 h 2748883"/>
                      <a:gd name="connsiteX15" fmla="*/ 899719 w 899719"/>
                      <a:gd name="connsiteY15" fmla="*/ 800809 h 2748883"/>
                      <a:gd name="connsiteX16" fmla="*/ 760020 w 899719"/>
                      <a:gd name="connsiteY16" fmla="*/ 442034 h 2748883"/>
                      <a:gd name="connsiteX17" fmla="*/ 848920 w 899719"/>
                      <a:gd name="connsiteY17" fmla="*/ 375359 h 2748883"/>
                      <a:gd name="connsiteX18" fmla="*/ 883844 w 899719"/>
                      <a:gd name="connsiteY18" fmla="*/ 257884 h 2748883"/>
                      <a:gd name="connsiteX19" fmla="*/ 839395 w 899719"/>
                      <a:gd name="connsiteY19" fmla="*/ 83259 h 2748883"/>
                      <a:gd name="connsiteX20" fmla="*/ 663179 w 899719"/>
                      <a:gd name="connsiteY20" fmla="*/ 2293 h 2748883"/>
                      <a:gd name="connsiteX21" fmla="*/ 518719 w 899719"/>
                      <a:gd name="connsiteY21" fmla="*/ 168984 h 2748883"/>
                      <a:gd name="connsiteX22" fmla="*/ 613969 w 899719"/>
                      <a:gd name="connsiteY22" fmla="*/ 400758 h 2748883"/>
                      <a:gd name="connsiteX23" fmla="*/ 531417 w 899719"/>
                      <a:gd name="connsiteY23" fmla="*/ 559506 h 2748883"/>
                      <a:gd name="connsiteX24" fmla="*/ 467917 w 899719"/>
                      <a:gd name="connsiteY24" fmla="*/ 715081 h 2748883"/>
                      <a:gd name="connsiteX25" fmla="*/ 509192 w 899719"/>
                      <a:gd name="connsiteY25" fmla="*/ 1089731 h 2748883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61617 w 899719"/>
                      <a:gd name="connsiteY13" fmla="*/ 1187029 h 2747756"/>
                      <a:gd name="connsiteX14" fmla="*/ 826692 w 899719"/>
                      <a:gd name="connsiteY14" fmla="*/ 1069554 h 2747756"/>
                      <a:gd name="connsiteX15" fmla="*/ 899719 w 899719"/>
                      <a:gd name="connsiteY15" fmla="*/ 799682 h 2747756"/>
                      <a:gd name="connsiteX16" fmla="*/ 760020 w 899719"/>
                      <a:gd name="connsiteY16" fmla="*/ 440907 h 2747756"/>
                      <a:gd name="connsiteX17" fmla="*/ 848920 w 899719"/>
                      <a:gd name="connsiteY17" fmla="*/ 374232 h 2747756"/>
                      <a:gd name="connsiteX18" fmla="*/ 883844 w 899719"/>
                      <a:gd name="connsiteY18" fmla="*/ 256757 h 2747756"/>
                      <a:gd name="connsiteX19" fmla="*/ 839395 w 899719"/>
                      <a:gd name="connsiteY19" fmla="*/ 82132 h 2747756"/>
                      <a:gd name="connsiteX20" fmla="*/ 663179 w 899719"/>
                      <a:gd name="connsiteY20" fmla="*/ 1166 h 2747756"/>
                      <a:gd name="connsiteX21" fmla="*/ 518719 w 899719"/>
                      <a:gd name="connsiteY21" fmla="*/ 167857 h 2747756"/>
                      <a:gd name="connsiteX22" fmla="*/ 613969 w 899719"/>
                      <a:gd name="connsiteY22" fmla="*/ 399631 h 2747756"/>
                      <a:gd name="connsiteX23" fmla="*/ 531417 w 899719"/>
                      <a:gd name="connsiteY23" fmla="*/ 558379 h 2747756"/>
                      <a:gd name="connsiteX24" fmla="*/ 467917 w 899719"/>
                      <a:gd name="connsiteY24" fmla="*/ 713954 h 2747756"/>
                      <a:gd name="connsiteX25" fmla="*/ 509192 w 899719"/>
                      <a:gd name="connsiteY25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67917 w 899719"/>
                      <a:gd name="connsiteY23" fmla="*/ 713954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0617 w 899719"/>
                      <a:gd name="connsiteY23" fmla="*/ 696491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9192 w 899719"/>
                      <a:gd name="connsiteY0" fmla="*/ 1088604 h 2747756"/>
                      <a:gd name="connsiteX1" fmla="*/ 444105 w 899719"/>
                      <a:gd name="connsiteY1" fmla="*/ 1310854 h 2747756"/>
                      <a:gd name="connsiteX2" fmla="*/ 440929 w 899719"/>
                      <a:gd name="connsiteY2" fmla="*/ 1609304 h 2747756"/>
                      <a:gd name="connsiteX3" fmla="*/ 391717 w 899719"/>
                      <a:gd name="connsiteY3" fmla="*/ 1968079 h 2747756"/>
                      <a:gd name="connsiteX4" fmla="*/ 147242 w 899719"/>
                      <a:gd name="connsiteY4" fmla="*/ 2237954 h 2747756"/>
                      <a:gd name="connsiteX5" fmla="*/ 1192 w 899719"/>
                      <a:gd name="connsiteY5" fmla="*/ 2587204 h 2747756"/>
                      <a:gd name="connsiteX6" fmla="*/ 77392 w 899719"/>
                      <a:gd name="connsiteY6" fmla="*/ 2669754 h 2747756"/>
                      <a:gd name="connsiteX7" fmla="*/ 366317 w 899719"/>
                      <a:gd name="connsiteY7" fmla="*/ 2730078 h 2747756"/>
                      <a:gd name="connsiteX8" fmla="*/ 188517 w 899719"/>
                      <a:gd name="connsiteY8" fmla="*/ 2542754 h 2747756"/>
                      <a:gd name="connsiteX9" fmla="*/ 347270 w 899719"/>
                      <a:gd name="connsiteY9" fmla="*/ 2320508 h 2747756"/>
                      <a:gd name="connsiteX10" fmla="*/ 588567 w 899719"/>
                      <a:gd name="connsiteY10" fmla="*/ 2079204 h 2747756"/>
                      <a:gd name="connsiteX11" fmla="*/ 794942 w 899719"/>
                      <a:gd name="connsiteY11" fmla="*/ 1568029 h 2747756"/>
                      <a:gd name="connsiteX12" fmla="*/ 877492 w 899719"/>
                      <a:gd name="connsiteY12" fmla="*/ 1269579 h 2747756"/>
                      <a:gd name="connsiteX13" fmla="*/ 826692 w 899719"/>
                      <a:gd name="connsiteY13" fmla="*/ 1069554 h 2747756"/>
                      <a:gd name="connsiteX14" fmla="*/ 899719 w 899719"/>
                      <a:gd name="connsiteY14" fmla="*/ 799682 h 2747756"/>
                      <a:gd name="connsiteX15" fmla="*/ 760020 w 899719"/>
                      <a:gd name="connsiteY15" fmla="*/ 440907 h 2747756"/>
                      <a:gd name="connsiteX16" fmla="*/ 848920 w 899719"/>
                      <a:gd name="connsiteY16" fmla="*/ 374232 h 2747756"/>
                      <a:gd name="connsiteX17" fmla="*/ 883844 w 899719"/>
                      <a:gd name="connsiteY17" fmla="*/ 256757 h 2747756"/>
                      <a:gd name="connsiteX18" fmla="*/ 839395 w 899719"/>
                      <a:gd name="connsiteY18" fmla="*/ 82132 h 2747756"/>
                      <a:gd name="connsiteX19" fmla="*/ 663179 w 899719"/>
                      <a:gd name="connsiteY19" fmla="*/ 1166 h 2747756"/>
                      <a:gd name="connsiteX20" fmla="*/ 518719 w 899719"/>
                      <a:gd name="connsiteY20" fmla="*/ 167857 h 2747756"/>
                      <a:gd name="connsiteX21" fmla="*/ 613969 w 899719"/>
                      <a:gd name="connsiteY21" fmla="*/ 399631 h 2747756"/>
                      <a:gd name="connsiteX22" fmla="*/ 531417 w 899719"/>
                      <a:gd name="connsiteY22" fmla="*/ 558379 h 2747756"/>
                      <a:gd name="connsiteX23" fmla="*/ 486967 w 899719"/>
                      <a:gd name="connsiteY23" fmla="*/ 672678 h 2747756"/>
                      <a:gd name="connsiteX24" fmla="*/ 509192 w 899719"/>
                      <a:gd name="connsiteY24" fmla="*/ 1088604 h 2747756"/>
                      <a:gd name="connsiteX0" fmla="*/ 508284 w 898811"/>
                      <a:gd name="connsiteY0" fmla="*/ 1088604 h 2747756"/>
                      <a:gd name="connsiteX1" fmla="*/ 443197 w 898811"/>
                      <a:gd name="connsiteY1" fmla="*/ 1310854 h 2747756"/>
                      <a:gd name="connsiteX2" fmla="*/ 440021 w 898811"/>
                      <a:gd name="connsiteY2" fmla="*/ 1609304 h 2747756"/>
                      <a:gd name="connsiteX3" fmla="*/ 390809 w 898811"/>
                      <a:gd name="connsiteY3" fmla="*/ 1968079 h 2747756"/>
                      <a:gd name="connsiteX4" fmla="*/ 146334 w 898811"/>
                      <a:gd name="connsiteY4" fmla="*/ 2237954 h 2747756"/>
                      <a:gd name="connsiteX5" fmla="*/ 54262 w 898811"/>
                      <a:gd name="connsiteY5" fmla="*/ 2444332 h 2747756"/>
                      <a:gd name="connsiteX6" fmla="*/ 284 w 898811"/>
                      <a:gd name="connsiteY6" fmla="*/ 2587204 h 2747756"/>
                      <a:gd name="connsiteX7" fmla="*/ 76484 w 898811"/>
                      <a:gd name="connsiteY7" fmla="*/ 2669754 h 2747756"/>
                      <a:gd name="connsiteX8" fmla="*/ 365409 w 898811"/>
                      <a:gd name="connsiteY8" fmla="*/ 2730078 h 2747756"/>
                      <a:gd name="connsiteX9" fmla="*/ 187609 w 898811"/>
                      <a:gd name="connsiteY9" fmla="*/ 2542754 h 2747756"/>
                      <a:gd name="connsiteX10" fmla="*/ 346362 w 898811"/>
                      <a:gd name="connsiteY10" fmla="*/ 2320508 h 2747756"/>
                      <a:gd name="connsiteX11" fmla="*/ 587659 w 898811"/>
                      <a:gd name="connsiteY11" fmla="*/ 2079204 h 2747756"/>
                      <a:gd name="connsiteX12" fmla="*/ 794034 w 898811"/>
                      <a:gd name="connsiteY12" fmla="*/ 1568029 h 2747756"/>
                      <a:gd name="connsiteX13" fmla="*/ 876584 w 898811"/>
                      <a:gd name="connsiteY13" fmla="*/ 1269579 h 2747756"/>
                      <a:gd name="connsiteX14" fmla="*/ 825784 w 898811"/>
                      <a:gd name="connsiteY14" fmla="*/ 1069554 h 2747756"/>
                      <a:gd name="connsiteX15" fmla="*/ 898811 w 898811"/>
                      <a:gd name="connsiteY15" fmla="*/ 799682 h 2747756"/>
                      <a:gd name="connsiteX16" fmla="*/ 759112 w 898811"/>
                      <a:gd name="connsiteY16" fmla="*/ 440907 h 2747756"/>
                      <a:gd name="connsiteX17" fmla="*/ 848012 w 898811"/>
                      <a:gd name="connsiteY17" fmla="*/ 374232 h 2747756"/>
                      <a:gd name="connsiteX18" fmla="*/ 882936 w 898811"/>
                      <a:gd name="connsiteY18" fmla="*/ 256757 h 2747756"/>
                      <a:gd name="connsiteX19" fmla="*/ 838487 w 898811"/>
                      <a:gd name="connsiteY19" fmla="*/ 82132 h 2747756"/>
                      <a:gd name="connsiteX20" fmla="*/ 662271 w 898811"/>
                      <a:gd name="connsiteY20" fmla="*/ 1166 h 2747756"/>
                      <a:gd name="connsiteX21" fmla="*/ 517811 w 898811"/>
                      <a:gd name="connsiteY21" fmla="*/ 167857 h 2747756"/>
                      <a:gd name="connsiteX22" fmla="*/ 613061 w 898811"/>
                      <a:gd name="connsiteY22" fmla="*/ 399631 h 2747756"/>
                      <a:gd name="connsiteX23" fmla="*/ 530509 w 898811"/>
                      <a:gd name="connsiteY23" fmla="*/ 558379 h 2747756"/>
                      <a:gd name="connsiteX24" fmla="*/ 486059 w 898811"/>
                      <a:gd name="connsiteY24" fmla="*/ 672678 h 2747756"/>
                      <a:gd name="connsiteX25" fmla="*/ 508284 w 898811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46078 w 898555"/>
                      <a:gd name="connsiteY4" fmla="*/ 2237954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028 w 898555"/>
                      <a:gd name="connsiteY0" fmla="*/ 1088604 h 2747756"/>
                      <a:gd name="connsiteX1" fmla="*/ 442941 w 898555"/>
                      <a:gd name="connsiteY1" fmla="*/ 1310854 h 2747756"/>
                      <a:gd name="connsiteX2" fmla="*/ 439765 w 898555"/>
                      <a:gd name="connsiteY2" fmla="*/ 1609304 h 2747756"/>
                      <a:gd name="connsiteX3" fmla="*/ 390553 w 898555"/>
                      <a:gd name="connsiteY3" fmla="*/ 1968079 h 2747756"/>
                      <a:gd name="connsiteX4" fmla="*/ 150840 w 898555"/>
                      <a:gd name="connsiteY4" fmla="*/ 2226841 h 2747756"/>
                      <a:gd name="connsiteX5" fmla="*/ 85756 w 898555"/>
                      <a:gd name="connsiteY5" fmla="*/ 2466557 h 2747756"/>
                      <a:gd name="connsiteX6" fmla="*/ 28 w 898555"/>
                      <a:gd name="connsiteY6" fmla="*/ 2587204 h 2747756"/>
                      <a:gd name="connsiteX7" fmla="*/ 76228 w 898555"/>
                      <a:gd name="connsiteY7" fmla="*/ 2669754 h 2747756"/>
                      <a:gd name="connsiteX8" fmla="*/ 365153 w 898555"/>
                      <a:gd name="connsiteY8" fmla="*/ 2730078 h 2747756"/>
                      <a:gd name="connsiteX9" fmla="*/ 187353 w 898555"/>
                      <a:gd name="connsiteY9" fmla="*/ 2542754 h 2747756"/>
                      <a:gd name="connsiteX10" fmla="*/ 346106 w 898555"/>
                      <a:gd name="connsiteY10" fmla="*/ 2320508 h 2747756"/>
                      <a:gd name="connsiteX11" fmla="*/ 587403 w 898555"/>
                      <a:gd name="connsiteY11" fmla="*/ 2079204 h 2747756"/>
                      <a:gd name="connsiteX12" fmla="*/ 793778 w 898555"/>
                      <a:gd name="connsiteY12" fmla="*/ 1568029 h 2747756"/>
                      <a:gd name="connsiteX13" fmla="*/ 876328 w 898555"/>
                      <a:gd name="connsiteY13" fmla="*/ 1269579 h 2747756"/>
                      <a:gd name="connsiteX14" fmla="*/ 825528 w 898555"/>
                      <a:gd name="connsiteY14" fmla="*/ 1069554 h 2747756"/>
                      <a:gd name="connsiteX15" fmla="*/ 898555 w 898555"/>
                      <a:gd name="connsiteY15" fmla="*/ 799682 h 2747756"/>
                      <a:gd name="connsiteX16" fmla="*/ 758856 w 898555"/>
                      <a:gd name="connsiteY16" fmla="*/ 440907 h 2747756"/>
                      <a:gd name="connsiteX17" fmla="*/ 847756 w 898555"/>
                      <a:gd name="connsiteY17" fmla="*/ 374232 h 2747756"/>
                      <a:gd name="connsiteX18" fmla="*/ 882680 w 898555"/>
                      <a:gd name="connsiteY18" fmla="*/ 256757 h 2747756"/>
                      <a:gd name="connsiteX19" fmla="*/ 838231 w 898555"/>
                      <a:gd name="connsiteY19" fmla="*/ 82132 h 2747756"/>
                      <a:gd name="connsiteX20" fmla="*/ 662015 w 898555"/>
                      <a:gd name="connsiteY20" fmla="*/ 1166 h 2747756"/>
                      <a:gd name="connsiteX21" fmla="*/ 517555 w 898555"/>
                      <a:gd name="connsiteY21" fmla="*/ 167857 h 2747756"/>
                      <a:gd name="connsiteX22" fmla="*/ 612805 w 898555"/>
                      <a:gd name="connsiteY22" fmla="*/ 399631 h 2747756"/>
                      <a:gd name="connsiteX23" fmla="*/ 530253 w 898555"/>
                      <a:gd name="connsiteY23" fmla="*/ 558379 h 2747756"/>
                      <a:gd name="connsiteX24" fmla="*/ 485803 w 898555"/>
                      <a:gd name="connsiteY24" fmla="*/ 672678 h 2747756"/>
                      <a:gd name="connsiteX25" fmla="*/ 508028 w 898555"/>
                      <a:gd name="connsiteY25" fmla="*/ 1088604 h 2747756"/>
                      <a:gd name="connsiteX0" fmla="*/ 508326 w 898853"/>
                      <a:gd name="connsiteY0" fmla="*/ 1088604 h 2751668"/>
                      <a:gd name="connsiteX1" fmla="*/ 443239 w 898853"/>
                      <a:gd name="connsiteY1" fmla="*/ 1310854 h 2751668"/>
                      <a:gd name="connsiteX2" fmla="*/ 440063 w 898853"/>
                      <a:gd name="connsiteY2" fmla="*/ 1609304 h 2751668"/>
                      <a:gd name="connsiteX3" fmla="*/ 390851 w 898853"/>
                      <a:gd name="connsiteY3" fmla="*/ 1968079 h 2751668"/>
                      <a:gd name="connsiteX4" fmla="*/ 151138 w 898853"/>
                      <a:gd name="connsiteY4" fmla="*/ 2226841 h 2751668"/>
                      <a:gd name="connsiteX5" fmla="*/ 86054 w 898853"/>
                      <a:gd name="connsiteY5" fmla="*/ 2466557 h 2751668"/>
                      <a:gd name="connsiteX6" fmla="*/ 326 w 898853"/>
                      <a:gd name="connsiteY6" fmla="*/ 2587204 h 2751668"/>
                      <a:gd name="connsiteX7" fmla="*/ 119388 w 898853"/>
                      <a:gd name="connsiteY7" fmla="*/ 2685629 h 2751668"/>
                      <a:gd name="connsiteX8" fmla="*/ 365451 w 898853"/>
                      <a:gd name="connsiteY8" fmla="*/ 2730078 h 2751668"/>
                      <a:gd name="connsiteX9" fmla="*/ 187651 w 898853"/>
                      <a:gd name="connsiteY9" fmla="*/ 2542754 h 2751668"/>
                      <a:gd name="connsiteX10" fmla="*/ 346404 w 898853"/>
                      <a:gd name="connsiteY10" fmla="*/ 2320508 h 2751668"/>
                      <a:gd name="connsiteX11" fmla="*/ 587701 w 898853"/>
                      <a:gd name="connsiteY11" fmla="*/ 2079204 h 2751668"/>
                      <a:gd name="connsiteX12" fmla="*/ 794076 w 898853"/>
                      <a:gd name="connsiteY12" fmla="*/ 1568029 h 2751668"/>
                      <a:gd name="connsiteX13" fmla="*/ 876626 w 898853"/>
                      <a:gd name="connsiteY13" fmla="*/ 1269579 h 2751668"/>
                      <a:gd name="connsiteX14" fmla="*/ 825826 w 898853"/>
                      <a:gd name="connsiteY14" fmla="*/ 1069554 h 2751668"/>
                      <a:gd name="connsiteX15" fmla="*/ 898853 w 898853"/>
                      <a:gd name="connsiteY15" fmla="*/ 799682 h 2751668"/>
                      <a:gd name="connsiteX16" fmla="*/ 759154 w 898853"/>
                      <a:gd name="connsiteY16" fmla="*/ 440907 h 2751668"/>
                      <a:gd name="connsiteX17" fmla="*/ 848054 w 898853"/>
                      <a:gd name="connsiteY17" fmla="*/ 374232 h 2751668"/>
                      <a:gd name="connsiteX18" fmla="*/ 882978 w 898853"/>
                      <a:gd name="connsiteY18" fmla="*/ 256757 h 2751668"/>
                      <a:gd name="connsiteX19" fmla="*/ 838529 w 898853"/>
                      <a:gd name="connsiteY19" fmla="*/ 82132 h 2751668"/>
                      <a:gd name="connsiteX20" fmla="*/ 662313 w 898853"/>
                      <a:gd name="connsiteY20" fmla="*/ 1166 h 2751668"/>
                      <a:gd name="connsiteX21" fmla="*/ 517853 w 898853"/>
                      <a:gd name="connsiteY21" fmla="*/ 167857 h 2751668"/>
                      <a:gd name="connsiteX22" fmla="*/ 613103 w 898853"/>
                      <a:gd name="connsiteY22" fmla="*/ 399631 h 2751668"/>
                      <a:gd name="connsiteX23" fmla="*/ 530551 w 898853"/>
                      <a:gd name="connsiteY23" fmla="*/ 558379 h 2751668"/>
                      <a:gd name="connsiteX24" fmla="*/ 486101 w 898853"/>
                      <a:gd name="connsiteY24" fmla="*/ 672678 h 2751668"/>
                      <a:gd name="connsiteX25" fmla="*/ 508326 w 898853"/>
                      <a:gd name="connsiteY25" fmla="*/ 1088604 h 2751668"/>
                      <a:gd name="connsiteX0" fmla="*/ 508326 w 898853"/>
                      <a:gd name="connsiteY0" fmla="*/ 1088604 h 2746721"/>
                      <a:gd name="connsiteX1" fmla="*/ 443239 w 898853"/>
                      <a:gd name="connsiteY1" fmla="*/ 1310854 h 2746721"/>
                      <a:gd name="connsiteX2" fmla="*/ 440063 w 898853"/>
                      <a:gd name="connsiteY2" fmla="*/ 1609304 h 2746721"/>
                      <a:gd name="connsiteX3" fmla="*/ 390851 w 898853"/>
                      <a:gd name="connsiteY3" fmla="*/ 1968079 h 2746721"/>
                      <a:gd name="connsiteX4" fmla="*/ 151138 w 898853"/>
                      <a:gd name="connsiteY4" fmla="*/ 2226841 h 2746721"/>
                      <a:gd name="connsiteX5" fmla="*/ 86054 w 898853"/>
                      <a:gd name="connsiteY5" fmla="*/ 2466557 h 2746721"/>
                      <a:gd name="connsiteX6" fmla="*/ 326 w 898853"/>
                      <a:gd name="connsiteY6" fmla="*/ 2587204 h 2746721"/>
                      <a:gd name="connsiteX7" fmla="*/ 119388 w 898853"/>
                      <a:gd name="connsiteY7" fmla="*/ 2685629 h 2746721"/>
                      <a:gd name="connsiteX8" fmla="*/ 365451 w 898853"/>
                      <a:gd name="connsiteY8" fmla="*/ 2730078 h 2746721"/>
                      <a:gd name="connsiteX9" fmla="*/ 187651 w 898853"/>
                      <a:gd name="connsiteY9" fmla="*/ 2542754 h 2746721"/>
                      <a:gd name="connsiteX10" fmla="*/ 346404 w 898853"/>
                      <a:gd name="connsiteY10" fmla="*/ 2320508 h 2746721"/>
                      <a:gd name="connsiteX11" fmla="*/ 587701 w 898853"/>
                      <a:gd name="connsiteY11" fmla="*/ 2079204 h 2746721"/>
                      <a:gd name="connsiteX12" fmla="*/ 794076 w 898853"/>
                      <a:gd name="connsiteY12" fmla="*/ 1568029 h 2746721"/>
                      <a:gd name="connsiteX13" fmla="*/ 876626 w 898853"/>
                      <a:gd name="connsiteY13" fmla="*/ 1269579 h 2746721"/>
                      <a:gd name="connsiteX14" fmla="*/ 825826 w 898853"/>
                      <a:gd name="connsiteY14" fmla="*/ 1069554 h 2746721"/>
                      <a:gd name="connsiteX15" fmla="*/ 898853 w 898853"/>
                      <a:gd name="connsiteY15" fmla="*/ 799682 h 2746721"/>
                      <a:gd name="connsiteX16" fmla="*/ 759154 w 898853"/>
                      <a:gd name="connsiteY16" fmla="*/ 440907 h 2746721"/>
                      <a:gd name="connsiteX17" fmla="*/ 848054 w 898853"/>
                      <a:gd name="connsiteY17" fmla="*/ 374232 h 2746721"/>
                      <a:gd name="connsiteX18" fmla="*/ 882978 w 898853"/>
                      <a:gd name="connsiteY18" fmla="*/ 256757 h 2746721"/>
                      <a:gd name="connsiteX19" fmla="*/ 838529 w 898853"/>
                      <a:gd name="connsiteY19" fmla="*/ 82132 h 2746721"/>
                      <a:gd name="connsiteX20" fmla="*/ 662313 w 898853"/>
                      <a:gd name="connsiteY20" fmla="*/ 1166 h 2746721"/>
                      <a:gd name="connsiteX21" fmla="*/ 517853 w 898853"/>
                      <a:gd name="connsiteY21" fmla="*/ 167857 h 2746721"/>
                      <a:gd name="connsiteX22" fmla="*/ 613103 w 898853"/>
                      <a:gd name="connsiteY22" fmla="*/ 399631 h 2746721"/>
                      <a:gd name="connsiteX23" fmla="*/ 530551 w 898853"/>
                      <a:gd name="connsiteY23" fmla="*/ 558379 h 2746721"/>
                      <a:gd name="connsiteX24" fmla="*/ 486101 w 898853"/>
                      <a:gd name="connsiteY24" fmla="*/ 672678 h 2746721"/>
                      <a:gd name="connsiteX25" fmla="*/ 508326 w 898853"/>
                      <a:gd name="connsiteY25" fmla="*/ 1088604 h 2746721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51138 w 898853"/>
                      <a:gd name="connsiteY4" fmla="*/ 2226841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98853"/>
                      <a:gd name="connsiteY0" fmla="*/ 1088604 h 2752057"/>
                      <a:gd name="connsiteX1" fmla="*/ 443239 w 898853"/>
                      <a:gd name="connsiteY1" fmla="*/ 1310854 h 2752057"/>
                      <a:gd name="connsiteX2" fmla="*/ 440063 w 898853"/>
                      <a:gd name="connsiteY2" fmla="*/ 1609304 h 2752057"/>
                      <a:gd name="connsiteX3" fmla="*/ 390851 w 898853"/>
                      <a:gd name="connsiteY3" fmla="*/ 1968079 h 2752057"/>
                      <a:gd name="connsiteX4" fmla="*/ 162250 w 898853"/>
                      <a:gd name="connsiteY4" fmla="*/ 2223666 h 2752057"/>
                      <a:gd name="connsiteX5" fmla="*/ 86054 w 898853"/>
                      <a:gd name="connsiteY5" fmla="*/ 2466557 h 2752057"/>
                      <a:gd name="connsiteX6" fmla="*/ 326 w 898853"/>
                      <a:gd name="connsiteY6" fmla="*/ 2587204 h 2752057"/>
                      <a:gd name="connsiteX7" fmla="*/ 119388 w 898853"/>
                      <a:gd name="connsiteY7" fmla="*/ 2685629 h 2752057"/>
                      <a:gd name="connsiteX8" fmla="*/ 365451 w 898853"/>
                      <a:gd name="connsiteY8" fmla="*/ 2730078 h 2752057"/>
                      <a:gd name="connsiteX9" fmla="*/ 187651 w 898853"/>
                      <a:gd name="connsiteY9" fmla="*/ 2542754 h 2752057"/>
                      <a:gd name="connsiteX10" fmla="*/ 346404 w 898853"/>
                      <a:gd name="connsiteY10" fmla="*/ 2320508 h 2752057"/>
                      <a:gd name="connsiteX11" fmla="*/ 587701 w 898853"/>
                      <a:gd name="connsiteY11" fmla="*/ 2079204 h 2752057"/>
                      <a:gd name="connsiteX12" fmla="*/ 794076 w 898853"/>
                      <a:gd name="connsiteY12" fmla="*/ 1568029 h 2752057"/>
                      <a:gd name="connsiteX13" fmla="*/ 876626 w 898853"/>
                      <a:gd name="connsiteY13" fmla="*/ 1269579 h 2752057"/>
                      <a:gd name="connsiteX14" fmla="*/ 825826 w 898853"/>
                      <a:gd name="connsiteY14" fmla="*/ 1069554 h 2752057"/>
                      <a:gd name="connsiteX15" fmla="*/ 898853 w 898853"/>
                      <a:gd name="connsiteY15" fmla="*/ 799682 h 2752057"/>
                      <a:gd name="connsiteX16" fmla="*/ 759154 w 898853"/>
                      <a:gd name="connsiteY16" fmla="*/ 440907 h 2752057"/>
                      <a:gd name="connsiteX17" fmla="*/ 848054 w 898853"/>
                      <a:gd name="connsiteY17" fmla="*/ 374232 h 2752057"/>
                      <a:gd name="connsiteX18" fmla="*/ 882978 w 898853"/>
                      <a:gd name="connsiteY18" fmla="*/ 256757 h 2752057"/>
                      <a:gd name="connsiteX19" fmla="*/ 838529 w 898853"/>
                      <a:gd name="connsiteY19" fmla="*/ 82132 h 2752057"/>
                      <a:gd name="connsiteX20" fmla="*/ 662313 w 898853"/>
                      <a:gd name="connsiteY20" fmla="*/ 1166 h 2752057"/>
                      <a:gd name="connsiteX21" fmla="*/ 517853 w 898853"/>
                      <a:gd name="connsiteY21" fmla="*/ 167857 h 2752057"/>
                      <a:gd name="connsiteX22" fmla="*/ 613103 w 898853"/>
                      <a:gd name="connsiteY22" fmla="*/ 399631 h 2752057"/>
                      <a:gd name="connsiteX23" fmla="*/ 530551 w 898853"/>
                      <a:gd name="connsiteY23" fmla="*/ 558379 h 2752057"/>
                      <a:gd name="connsiteX24" fmla="*/ 486101 w 898853"/>
                      <a:gd name="connsiteY24" fmla="*/ 672678 h 2752057"/>
                      <a:gd name="connsiteX25" fmla="*/ 508326 w 898853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76626 w 882978"/>
                      <a:gd name="connsiteY13" fmla="*/ 1269579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82978"/>
                      <a:gd name="connsiteY0" fmla="*/ 1088604 h 2752057"/>
                      <a:gd name="connsiteX1" fmla="*/ 443239 w 882978"/>
                      <a:gd name="connsiteY1" fmla="*/ 1310854 h 2752057"/>
                      <a:gd name="connsiteX2" fmla="*/ 440063 w 882978"/>
                      <a:gd name="connsiteY2" fmla="*/ 1609304 h 2752057"/>
                      <a:gd name="connsiteX3" fmla="*/ 390851 w 882978"/>
                      <a:gd name="connsiteY3" fmla="*/ 1968079 h 2752057"/>
                      <a:gd name="connsiteX4" fmla="*/ 162250 w 882978"/>
                      <a:gd name="connsiteY4" fmla="*/ 2223666 h 2752057"/>
                      <a:gd name="connsiteX5" fmla="*/ 86054 w 882978"/>
                      <a:gd name="connsiteY5" fmla="*/ 2466557 h 2752057"/>
                      <a:gd name="connsiteX6" fmla="*/ 326 w 882978"/>
                      <a:gd name="connsiteY6" fmla="*/ 2587204 h 2752057"/>
                      <a:gd name="connsiteX7" fmla="*/ 119388 w 882978"/>
                      <a:gd name="connsiteY7" fmla="*/ 2685629 h 2752057"/>
                      <a:gd name="connsiteX8" fmla="*/ 365451 w 882978"/>
                      <a:gd name="connsiteY8" fmla="*/ 2730078 h 2752057"/>
                      <a:gd name="connsiteX9" fmla="*/ 187651 w 882978"/>
                      <a:gd name="connsiteY9" fmla="*/ 2542754 h 2752057"/>
                      <a:gd name="connsiteX10" fmla="*/ 346404 w 882978"/>
                      <a:gd name="connsiteY10" fmla="*/ 2320508 h 2752057"/>
                      <a:gd name="connsiteX11" fmla="*/ 587701 w 882978"/>
                      <a:gd name="connsiteY11" fmla="*/ 2079204 h 2752057"/>
                      <a:gd name="connsiteX12" fmla="*/ 794076 w 882978"/>
                      <a:gd name="connsiteY12" fmla="*/ 1568029 h 2752057"/>
                      <a:gd name="connsiteX13" fmla="*/ 842078 w 882978"/>
                      <a:gd name="connsiteY13" fmla="*/ 1247590 h 2752057"/>
                      <a:gd name="connsiteX14" fmla="*/ 825826 w 882978"/>
                      <a:gd name="connsiteY14" fmla="*/ 1069554 h 2752057"/>
                      <a:gd name="connsiteX15" fmla="*/ 880250 w 882978"/>
                      <a:gd name="connsiteY15" fmla="*/ 794184 h 2752057"/>
                      <a:gd name="connsiteX16" fmla="*/ 759154 w 882978"/>
                      <a:gd name="connsiteY16" fmla="*/ 440907 h 2752057"/>
                      <a:gd name="connsiteX17" fmla="*/ 848054 w 882978"/>
                      <a:gd name="connsiteY17" fmla="*/ 374232 h 2752057"/>
                      <a:gd name="connsiteX18" fmla="*/ 882978 w 882978"/>
                      <a:gd name="connsiteY18" fmla="*/ 256757 h 2752057"/>
                      <a:gd name="connsiteX19" fmla="*/ 838529 w 882978"/>
                      <a:gd name="connsiteY19" fmla="*/ 82132 h 2752057"/>
                      <a:gd name="connsiteX20" fmla="*/ 662313 w 882978"/>
                      <a:gd name="connsiteY20" fmla="*/ 1166 h 2752057"/>
                      <a:gd name="connsiteX21" fmla="*/ 517853 w 882978"/>
                      <a:gd name="connsiteY21" fmla="*/ 167857 h 2752057"/>
                      <a:gd name="connsiteX22" fmla="*/ 613103 w 882978"/>
                      <a:gd name="connsiteY22" fmla="*/ 399631 h 2752057"/>
                      <a:gd name="connsiteX23" fmla="*/ 530551 w 882978"/>
                      <a:gd name="connsiteY23" fmla="*/ 558379 h 2752057"/>
                      <a:gd name="connsiteX24" fmla="*/ 486101 w 882978"/>
                      <a:gd name="connsiteY24" fmla="*/ 672678 h 2752057"/>
                      <a:gd name="connsiteX25" fmla="*/ 508326 w 882978"/>
                      <a:gd name="connsiteY25" fmla="*/ 1088604 h 2752057"/>
                      <a:gd name="connsiteX0" fmla="*/ 508326 w 895025"/>
                      <a:gd name="connsiteY0" fmla="*/ 1088604 h 2752057"/>
                      <a:gd name="connsiteX1" fmla="*/ 443239 w 895025"/>
                      <a:gd name="connsiteY1" fmla="*/ 1310854 h 2752057"/>
                      <a:gd name="connsiteX2" fmla="*/ 440063 w 895025"/>
                      <a:gd name="connsiteY2" fmla="*/ 1609304 h 2752057"/>
                      <a:gd name="connsiteX3" fmla="*/ 390851 w 895025"/>
                      <a:gd name="connsiteY3" fmla="*/ 1968079 h 2752057"/>
                      <a:gd name="connsiteX4" fmla="*/ 162250 w 895025"/>
                      <a:gd name="connsiteY4" fmla="*/ 2223666 h 2752057"/>
                      <a:gd name="connsiteX5" fmla="*/ 86054 w 895025"/>
                      <a:gd name="connsiteY5" fmla="*/ 2466557 h 2752057"/>
                      <a:gd name="connsiteX6" fmla="*/ 326 w 895025"/>
                      <a:gd name="connsiteY6" fmla="*/ 2587204 h 2752057"/>
                      <a:gd name="connsiteX7" fmla="*/ 119388 w 895025"/>
                      <a:gd name="connsiteY7" fmla="*/ 2685629 h 2752057"/>
                      <a:gd name="connsiteX8" fmla="*/ 365451 w 895025"/>
                      <a:gd name="connsiteY8" fmla="*/ 2730078 h 2752057"/>
                      <a:gd name="connsiteX9" fmla="*/ 187651 w 895025"/>
                      <a:gd name="connsiteY9" fmla="*/ 2542754 h 2752057"/>
                      <a:gd name="connsiteX10" fmla="*/ 346404 w 895025"/>
                      <a:gd name="connsiteY10" fmla="*/ 2320508 h 2752057"/>
                      <a:gd name="connsiteX11" fmla="*/ 587701 w 895025"/>
                      <a:gd name="connsiteY11" fmla="*/ 2079204 h 2752057"/>
                      <a:gd name="connsiteX12" fmla="*/ 884434 w 895025"/>
                      <a:gd name="connsiteY12" fmla="*/ 1463584 h 2752057"/>
                      <a:gd name="connsiteX13" fmla="*/ 842078 w 895025"/>
                      <a:gd name="connsiteY13" fmla="*/ 1247590 h 2752057"/>
                      <a:gd name="connsiteX14" fmla="*/ 825826 w 895025"/>
                      <a:gd name="connsiteY14" fmla="*/ 1069554 h 2752057"/>
                      <a:gd name="connsiteX15" fmla="*/ 880250 w 895025"/>
                      <a:gd name="connsiteY15" fmla="*/ 794184 h 2752057"/>
                      <a:gd name="connsiteX16" fmla="*/ 759154 w 895025"/>
                      <a:gd name="connsiteY16" fmla="*/ 440907 h 2752057"/>
                      <a:gd name="connsiteX17" fmla="*/ 848054 w 895025"/>
                      <a:gd name="connsiteY17" fmla="*/ 374232 h 2752057"/>
                      <a:gd name="connsiteX18" fmla="*/ 882978 w 895025"/>
                      <a:gd name="connsiteY18" fmla="*/ 256757 h 2752057"/>
                      <a:gd name="connsiteX19" fmla="*/ 838529 w 895025"/>
                      <a:gd name="connsiteY19" fmla="*/ 82132 h 2752057"/>
                      <a:gd name="connsiteX20" fmla="*/ 662313 w 895025"/>
                      <a:gd name="connsiteY20" fmla="*/ 1166 h 2752057"/>
                      <a:gd name="connsiteX21" fmla="*/ 517853 w 895025"/>
                      <a:gd name="connsiteY21" fmla="*/ 167857 h 2752057"/>
                      <a:gd name="connsiteX22" fmla="*/ 613103 w 895025"/>
                      <a:gd name="connsiteY22" fmla="*/ 399631 h 2752057"/>
                      <a:gd name="connsiteX23" fmla="*/ 530551 w 895025"/>
                      <a:gd name="connsiteY23" fmla="*/ 558379 h 2752057"/>
                      <a:gd name="connsiteX24" fmla="*/ 486101 w 895025"/>
                      <a:gd name="connsiteY24" fmla="*/ 672678 h 2752057"/>
                      <a:gd name="connsiteX25" fmla="*/ 508326 w 895025"/>
                      <a:gd name="connsiteY25" fmla="*/ 1088604 h 2752057"/>
                      <a:gd name="connsiteX0" fmla="*/ 508326 w 887685"/>
                      <a:gd name="connsiteY0" fmla="*/ 1088604 h 2752057"/>
                      <a:gd name="connsiteX1" fmla="*/ 443239 w 887685"/>
                      <a:gd name="connsiteY1" fmla="*/ 1310854 h 2752057"/>
                      <a:gd name="connsiteX2" fmla="*/ 440063 w 887685"/>
                      <a:gd name="connsiteY2" fmla="*/ 1609304 h 2752057"/>
                      <a:gd name="connsiteX3" fmla="*/ 390851 w 887685"/>
                      <a:gd name="connsiteY3" fmla="*/ 1968079 h 2752057"/>
                      <a:gd name="connsiteX4" fmla="*/ 162250 w 887685"/>
                      <a:gd name="connsiteY4" fmla="*/ 2223666 h 2752057"/>
                      <a:gd name="connsiteX5" fmla="*/ 86054 w 887685"/>
                      <a:gd name="connsiteY5" fmla="*/ 2466557 h 2752057"/>
                      <a:gd name="connsiteX6" fmla="*/ 326 w 887685"/>
                      <a:gd name="connsiteY6" fmla="*/ 2587204 h 2752057"/>
                      <a:gd name="connsiteX7" fmla="*/ 119388 w 887685"/>
                      <a:gd name="connsiteY7" fmla="*/ 2685629 h 2752057"/>
                      <a:gd name="connsiteX8" fmla="*/ 365451 w 887685"/>
                      <a:gd name="connsiteY8" fmla="*/ 2730078 h 2752057"/>
                      <a:gd name="connsiteX9" fmla="*/ 187651 w 887685"/>
                      <a:gd name="connsiteY9" fmla="*/ 2542754 h 2752057"/>
                      <a:gd name="connsiteX10" fmla="*/ 346404 w 887685"/>
                      <a:gd name="connsiteY10" fmla="*/ 2320508 h 2752057"/>
                      <a:gd name="connsiteX11" fmla="*/ 587701 w 887685"/>
                      <a:gd name="connsiteY11" fmla="*/ 2079204 h 2752057"/>
                      <a:gd name="connsiteX12" fmla="*/ 884434 w 887685"/>
                      <a:gd name="connsiteY12" fmla="*/ 1463584 h 2752057"/>
                      <a:gd name="connsiteX13" fmla="*/ 842078 w 887685"/>
                      <a:gd name="connsiteY13" fmla="*/ 1247590 h 2752057"/>
                      <a:gd name="connsiteX14" fmla="*/ 825826 w 887685"/>
                      <a:gd name="connsiteY14" fmla="*/ 1069554 h 2752057"/>
                      <a:gd name="connsiteX15" fmla="*/ 880250 w 887685"/>
                      <a:gd name="connsiteY15" fmla="*/ 794184 h 2752057"/>
                      <a:gd name="connsiteX16" fmla="*/ 759154 w 887685"/>
                      <a:gd name="connsiteY16" fmla="*/ 440907 h 2752057"/>
                      <a:gd name="connsiteX17" fmla="*/ 848054 w 887685"/>
                      <a:gd name="connsiteY17" fmla="*/ 374232 h 2752057"/>
                      <a:gd name="connsiteX18" fmla="*/ 882978 w 887685"/>
                      <a:gd name="connsiteY18" fmla="*/ 256757 h 2752057"/>
                      <a:gd name="connsiteX19" fmla="*/ 838529 w 887685"/>
                      <a:gd name="connsiteY19" fmla="*/ 82132 h 2752057"/>
                      <a:gd name="connsiteX20" fmla="*/ 662313 w 887685"/>
                      <a:gd name="connsiteY20" fmla="*/ 1166 h 2752057"/>
                      <a:gd name="connsiteX21" fmla="*/ 517853 w 887685"/>
                      <a:gd name="connsiteY21" fmla="*/ 167857 h 2752057"/>
                      <a:gd name="connsiteX22" fmla="*/ 613103 w 887685"/>
                      <a:gd name="connsiteY22" fmla="*/ 399631 h 2752057"/>
                      <a:gd name="connsiteX23" fmla="*/ 530551 w 887685"/>
                      <a:gd name="connsiteY23" fmla="*/ 558379 h 2752057"/>
                      <a:gd name="connsiteX24" fmla="*/ 486101 w 887685"/>
                      <a:gd name="connsiteY24" fmla="*/ 672678 h 2752057"/>
                      <a:gd name="connsiteX25" fmla="*/ 508326 w 887685"/>
                      <a:gd name="connsiteY25" fmla="*/ 1088604 h 2752057"/>
                      <a:gd name="connsiteX0" fmla="*/ 508326 w 1037548"/>
                      <a:gd name="connsiteY0" fmla="*/ 1088604 h 2752057"/>
                      <a:gd name="connsiteX1" fmla="*/ 443239 w 1037548"/>
                      <a:gd name="connsiteY1" fmla="*/ 1310854 h 2752057"/>
                      <a:gd name="connsiteX2" fmla="*/ 440063 w 1037548"/>
                      <a:gd name="connsiteY2" fmla="*/ 1609304 h 2752057"/>
                      <a:gd name="connsiteX3" fmla="*/ 390851 w 1037548"/>
                      <a:gd name="connsiteY3" fmla="*/ 1968079 h 2752057"/>
                      <a:gd name="connsiteX4" fmla="*/ 162250 w 1037548"/>
                      <a:gd name="connsiteY4" fmla="*/ 2223666 h 2752057"/>
                      <a:gd name="connsiteX5" fmla="*/ 86054 w 1037548"/>
                      <a:gd name="connsiteY5" fmla="*/ 2466557 h 2752057"/>
                      <a:gd name="connsiteX6" fmla="*/ 326 w 1037548"/>
                      <a:gd name="connsiteY6" fmla="*/ 2587204 h 2752057"/>
                      <a:gd name="connsiteX7" fmla="*/ 119388 w 1037548"/>
                      <a:gd name="connsiteY7" fmla="*/ 2685629 h 2752057"/>
                      <a:gd name="connsiteX8" fmla="*/ 365451 w 1037548"/>
                      <a:gd name="connsiteY8" fmla="*/ 2730078 h 2752057"/>
                      <a:gd name="connsiteX9" fmla="*/ 187651 w 1037548"/>
                      <a:gd name="connsiteY9" fmla="*/ 2542754 h 2752057"/>
                      <a:gd name="connsiteX10" fmla="*/ 346404 w 1037548"/>
                      <a:gd name="connsiteY10" fmla="*/ 2320508 h 2752057"/>
                      <a:gd name="connsiteX11" fmla="*/ 1031517 w 1037548"/>
                      <a:gd name="connsiteY11" fmla="*/ 1930783 h 2752057"/>
                      <a:gd name="connsiteX12" fmla="*/ 884434 w 1037548"/>
                      <a:gd name="connsiteY12" fmla="*/ 1463584 h 2752057"/>
                      <a:gd name="connsiteX13" fmla="*/ 842078 w 1037548"/>
                      <a:gd name="connsiteY13" fmla="*/ 1247590 h 2752057"/>
                      <a:gd name="connsiteX14" fmla="*/ 825826 w 1037548"/>
                      <a:gd name="connsiteY14" fmla="*/ 1069554 h 2752057"/>
                      <a:gd name="connsiteX15" fmla="*/ 880250 w 1037548"/>
                      <a:gd name="connsiteY15" fmla="*/ 794184 h 2752057"/>
                      <a:gd name="connsiteX16" fmla="*/ 759154 w 1037548"/>
                      <a:gd name="connsiteY16" fmla="*/ 440907 h 2752057"/>
                      <a:gd name="connsiteX17" fmla="*/ 848054 w 1037548"/>
                      <a:gd name="connsiteY17" fmla="*/ 374232 h 2752057"/>
                      <a:gd name="connsiteX18" fmla="*/ 882978 w 1037548"/>
                      <a:gd name="connsiteY18" fmla="*/ 256757 h 2752057"/>
                      <a:gd name="connsiteX19" fmla="*/ 838529 w 1037548"/>
                      <a:gd name="connsiteY19" fmla="*/ 82132 h 2752057"/>
                      <a:gd name="connsiteX20" fmla="*/ 662313 w 1037548"/>
                      <a:gd name="connsiteY20" fmla="*/ 1166 h 2752057"/>
                      <a:gd name="connsiteX21" fmla="*/ 517853 w 1037548"/>
                      <a:gd name="connsiteY21" fmla="*/ 167857 h 2752057"/>
                      <a:gd name="connsiteX22" fmla="*/ 613103 w 1037548"/>
                      <a:gd name="connsiteY22" fmla="*/ 399631 h 2752057"/>
                      <a:gd name="connsiteX23" fmla="*/ 530551 w 1037548"/>
                      <a:gd name="connsiteY23" fmla="*/ 558379 h 2752057"/>
                      <a:gd name="connsiteX24" fmla="*/ 486101 w 1037548"/>
                      <a:gd name="connsiteY24" fmla="*/ 672678 h 2752057"/>
                      <a:gd name="connsiteX25" fmla="*/ 508326 w 1037548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346404 w 1031517"/>
                      <a:gd name="connsiteY10" fmla="*/ 2320508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70207"/>
                      <a:gd name="connsiteY0" fmla="*/ 1088604 h 2752057"/>
                      <a:gd name="connsiteX1" fmla="*/ 443239 w 1070207"/>
                      <a:gd name="connsiteY1" fmla="*/ 1310854 h 2752057"/>
                      <a:gd name="connsiteX2" fmla="*/ 440063 w 1070207"/>
                      <a:gd name="connsiteY2" fmla="*/ 1609304 h 2752057"/>
                      <a:gd name="connsiteX3" fmla="*/ 390851 w 1070207"/>
                      <a:gd name="connsiteY3" fmla="*/ 1968079 h 2752057"/>
                      <a:gd name="connsiteX4" fmla="*/ 162250 w 1070207"/>
                      <a:gd name="connsiteY4" fmla="*/ 2223666 h 2752057"/>
                      <a:gd name="connsiteX5" fmla="*/ 86054 w 1070207"/>
                      <a:gd name="connsiteY5" fmla="*/ 2466557 h 2752057"/>
                      <a:gd name="connsiteX6" fmla="*/ 326 w 1070207"/>
                      <a:gd name="connsiteY6" fmla="*/ 2587204 h 2752057"/>
                      <a:gd name="connsiteX7" fmla="*/ 119388 w 1070207"/>
                      <a:gd name="connsiteY7" fmla="*/ 2685629 h 2752057"/>
                      <a:gd name="connsiteX8" fmla="*/ 365451 w 1070207"/>
                      <a:gd name="connsiteY8" fmla="*/ 2730078 h 2752057"/>
                      <a:gd name="connsiteX9" fmla="*/ 187651 w 1070207"/>
                      <a:gd name="connsiteY9" fmla="*/ 2542754 h 2752057"/>
                      <a:gd name="connsiteX10" fmla="*/ 1005484 w 1070207"/>
                      <a:gd name="connsiteY10" fmla="*/ 2235303 h 2752057"/>
                      <a:gd name="connsiteX11" fmla="*/ 1031517 w 1070207"/>
                      <a:gd name="connsiteY11" fmla="*/ 1930783 h 2752057"/>
                      <a:gd name="connsiteX12" fmla="*/ 884434 w 1070207"/>
                      <a:gd name="connsiteY12" fmla="*/ 1463584 h 2752057"/>
                      <a:gd name="connsiteX13" fmla="*/ 842078 w 1070207"/>
                      <a:gd name="connsiteY13" fmla="*/ 1247590 h 2752057"/>
                      <a:gd name="connsiteX14" fmla="*/ 825826 w 1070207"/>
                      <a:gd name="connsiteY14" fmla="*/ 1069554 h 2752057"/>
                      <a:gd name="connsiteX15" fmla="*/ 880250 w 1070207"/>
                      <a:gd name="connsiteY15" fmla="*/ 794184 h 2752057"/>
                      <a:gd name="connsiteX16" fmla="*/ 759154 w 1070207"/>
                      <a:gd name="connsiteY16" fmla="*/ 440907 h 2752057"/>
                      <a:gd name="connsiteX17" fmla="*/ 848054 w 1070207"/>
                      <a:gd name="connsiteY17" fmla="*/ 374232 h 2752057"/>
                      <a:gd name="connsiteX18" fmla="*/ 882978 w 1070207"/>
                      <a:gd name="connsiteY18" fmla="*/ 256757 h 2752057"/>
                      <a:gd name="connsiteX19" fmla="*/ 838529 w 1070207"/>
                      <a:gd name="connsiteY19" fmla="*/ 82132 h 2752057"/>
                      <a:gd name="connsiteX20" fmla="*/ 662313 w 1070207"/>
                      <a:gd name="connsiteY20" fmla="*/ 1166 h 2752057"/>
                      <a:gd name="connsiteX21" fmla="*/ 517853 w 1070207"/>
                      <a:gd name="connsiteY21" fmla="*/ 167857 h 2752057"/>
                      <a:gd name="connsiteX22" fmla="*/ 613103 w 1070207"/>
                      <a:gd name="connsiteY22" fmla="*/ 399631 h 2752057"/>
                      <a:gd name="connsiteX23" fmla="*/ 530551 w 1070207"/>
                      <a:gd name="connsiteY23" fmla="*/ 558379 h 2752057"/>
                      <a:gd name="connsiteX24" fmla="*/ 486101 w 1070207"/>
                      <a:gd name="connsiteY24" fmla="*/ 672678 h 2752057"/>
                      <a:gd name="connsiteX25" fmla="*/ 508326 w 107020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87651 w 1031517"/>
                      <a:gd name="connsiteY9" fmla="*/ 2542754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031517"/>
                      <a:gd name="connsiteY0" fmla="*/ 1088604 h 2752057"/>
                      <a:gd name="connsiteX1" fmla="*/ 443239 w 1031517"/>
                      <a:gd name="connsiteY1" fmla="*/ 1310854 h 2752057"/>
                      <a:gd name="connsiteX2" fmla="*/ 440063 w 1031517"/>
                      <a:gd name="connsiteY2" fmla="*/ 1609304 h 2752057"/>
                      <a:gd name="connsiteX3" fmla="*/ 390851 w 1031517"/>
                      <a:gd name="connsiteY3" fmla="*/ 1968079 h 2752057"/>
                      <a:gd name="connsiteX4" fmla="*/ 162250 w 1031517"/>
                      <a:gd name="connsiteY4" fmla="*/ 2223666 h 2752057"/>
                      <a:gd name="connsiteX5" fmla="*/ 86054 w 1031517"/>
                      <a:gd name="connsiteY5" fmla="*/ 2466557 h 2752057"/>
                      <a:gd name="connsiteX6" fmla="*/ 326 w 1031517"/>
                      <a:gd name="connsiteY6" fmla="*/ 2587204 h 2752057"/>
                      <a:gd name="connsiteX7" fmla="*/ 119388 w 1031517"/>
                      <a:gd name="connsiteY7" fmla="*/ 2685629 h 2752057"/>
                      <a:gd name="connsiteX8" fmla="*/ 365451 w 1031517"/>
                      <a:gd name="connsiteY8" fmla="*/ 2730078 h 2752057"/>
                      <a:gd name="connsiteX9" fmla="*/ 1011502 w 1031517"/>
                      <a:gd name="connsiteY9" fmla="*/ 2553749 h 2752057"/>
                      <a:gd name="connsiteX10" fmla="*/ 1005484 w 1031517"/>
                      <a:gd name="connsiteY10" fmla="*/ 2235303 h 2752057"/>
                      <a:gd name="connsiteX11" fmla="*/ 1031517 w 1031517"/>
                      <a:gd name="connsiteY11" fmla="*/ 1930783 h 2752057"/>
                      <a:gd name="connsiteX12" fmla="*/ 884434 w 1031517"/>
                      <a:gd name="connsiteY12" fmla="*/ 1463584 h 2752057"/>
                      <a:gd name="connsiteX13" fmla="*/ 842078 w 1031517"/>
                      <a:gd name="connsiteY13" fmla="*/ 1247590 h 2752057"/>
                      <a:gd name="connsiteX14" fmla="*/ 825826 w 1031517"/>
                      <a:gd name="connsiteY14" fmla="*/ 1069554 h 2752057"/>
                      <a:gd name="connsiteX15" fmla="*/ 880250 w 1031517"/>
                      <a:gd name="connsiteY15" fmla="*/ 794184 h 2752057"/>
                      <a:gd name="connsiteX16" fmla="*/ 759154 w 1031517"/>
                      <a:gd name="connsiteY16" fmla="*/ 440907 h 2752057"/>
                      <a:gd name="connsiteX17" fmla="*/ 848054 w 1031517"/>
                      <a:gd name="connsiteY17" fmla="*/ 374232 h 2752057"/>
                      <a:gd name="connsiteX18" fmla="*/ 882978 w 1031517"/>
                      <a:gd name="connsiteY18" fmla="*/ 256757 h 2752057"/>
                      <a:gd name="connsiteX19" fmla="*/ 838529 w 1031517"/>
                      <a:gd name="connsiteY19" fmla="*/ 82132 h 2752057"/>
                      <a:gd name="connsiteX20" fmla="*/ 662313 w 1031517"/>
                      <a:gd name="connsiteY20" fmla="*/ 1166 h 2752057"/>
                      <a:gd name="connsiteX21" fmla="*/ 517853 w 1031517"/>
                      <a:gd name="connsiteY21" fmla="*/ 167857 h 2752057"/>
                      <a:gd name="connsiteX22" fmla="*/ 613103 w 1031517"/>
                      <a:gd name="connsiteY22" fmla="*/ 399631 h 2752057"/>
                      <a:gd name="connsiteX23" fmla="*/ 530551 w 1031517"/>
                      <a:gd name="connsiteY23" fmla="*/ 558379 h 2752057"/>
                      <a:gd name="connsiteX24" fmla="*/ 486101 w 1031517"/>
                      <a:gd name="connsiteY24" fmla="*/ 672678 h 2752057"/>
                      <a:gd name="connsiteX25" fmla="*/ 508326 w 1031517"/>
                      <a:gd name="connsiteY25" fmla="*/ 1088604 h 2752057"/>
                      <a:gd name="connsiteX0" fmla="*/ 508326 w 1213220"/>
                      <a:gd name="connsiteY0" fmla="*/ 1088604 h 2716480"/>
                      <a:gd name="connsiteX1" fmla="*/ 443239 w 1213220"/>
                      <a:gd name="connsiteY1" fmla="*/ 1310854 h 2716480"/>
                      <a:gd name="connsiteX2" fmla="*/ 440063 w 1213220"/>
                      <a:gd name="connsiteY2" fmla="*/ 1609304 h 2716480"/>
                      <a:gd name="connsiteX3" fmla="*/ 390851 w 1213220"/>
                      <a:gd name="connsiteY3" fmla="*/ 1968079 h 2716480"/>
                      <a:gd name="connsiteX4" fmla="*/ 162250 w 1213220"/>
                      <a:gd name="connsiteY4" fmla="*/ 2223666 h 2716480"/>
                      <a:gd name="connsiteX5" fmla="*/ 86054 w 1213220"/>
                      <a:gd name="connsiteY5" fmla="*/ 2466557 h 2716480"/>
                      <a:gd name="connsiteX6" fmla="*/ 326 w 1213220"/>
                      <a:gd name="connsiteY6" fmla="*/ 2587204 h 2716480"/>
                      <a:gd name="connsiteX7" fmla="*/ 119388 w 1213220"/>
                      <a:gd name="connsiteY7" fmla="*/ 2685629 h 2716480"/>
                      <a:gd name="connsiteX8" fmla="*/ 1213220 w 1213220"/>
                      <a:gd name="connsiteY8" fmla="*/ 2653118 h 2716480"/>
                      <a:gd name="connsiteX9" fmla="*/ 1011502 w 1213220"/>
                      <a:gd name="connsiteY9" fmla="*/ 2553749 h 2716480"/>
                      <a:gd name="connsiteX10" fmla="*/ 1005484 w 1213220"/>
                      <a:gd name="connsiteY10" fmla="*/ 2235303 h 2716480"/>
                      <a:gd name="connsiteX11" fmla="*/ 1031517 w 1213220"/>
                      <a:gd name="connsiteY11" fmla="*/ 1930783 h 2716480"/>
                      <a:gd name="connsiteX12" fmla="*/ 884434 w 1213220"/>
                      <a:gd name="connsiteY12" fmla="*/ 1463584 h 2716480"/>
                      <a:gd name="connsiteX13" fmla="*/ 842078 w 1213220"/>
                      <a:gd name="connsiteY13" fmla="*/ 1247590 h 2716480"/>
                      <a:gd name="connsiteX14" fmla="*/ 825826 w 1213220"/>
                      <a:gd name="connsiteY14" fmla="*/ 1069554 h 2716480"/>
                      <a:gd name="connsiteX15" fmla="*/ 880250 w 1213220"/>
                      <a:gd name="connsiteY15" fmla="*/ 794184 h 2716480"/>
                      <a:gd name="connsiteX16" fmla="*/ 759154 w 1213220"/>
                      <a:gd name="connsiteY16" fmla="*/ 440907 h 2716480"/>
                      <a:gd name="connsiteX17" fmla="*/ 848054 w 1213220"/>
                      <a:gd name="connsiteY17" fmla="*/ 374232 h 2716480"/>
                      <a:gd name="connsiteX18" fmla="*/ 882978 w 1213220"/>
                      <a:gd name="connsiteY18" fmla="*/ 256757 h 2716480"/>
                      <a:gd name="connsiteX19" fmla="*/ 838529 w 1213220"/>
                      <a:gd name="connsiteY19" fmla="*/ 82132 h 2716480"/>
                      <a:gd name="connsiteX20" fmla="*/ 662313 w 1213220"/>
                      <a:gd name="connsiteY20" fmla="*/ 1166 h 2716480"/>
                      <a:gd name="connsiteX21" fmla="*/ 517853 w 1213220"/>
                      <a:gd name="connsiteY21" fmla="*/ 167857 h 2716480"/>
                      <a:gd name="connsiteX22" fmla="*/ 613103 w 1213220"/>
                      <a:gd name="connsiteY22" fmla="*/ 399631 h 2716480"/>
                      <a:gd name="connsiteX23" fmla="*/ 530551 w 1213220"/>
                      <a:gd name="connsiteY23" fmla="*/ 558379 h 2716480"/>
                      <a:gd name="connsiteX24" fmla="*/ 486101 w 1213220"/>
                      <a:gd name="connsiteY24" fmla="*/ 672678 h 2716480"/>
                      <a:gd name="connsiteX25" fmla="*/ 508326 w 1213220"/>
                      <a:gd name="connsiteY25" fmla="*/ 1088604 h 2716480"/>
                      <a:gd name="connsiteX0" fmla="*/ 563788 w 1268682"/>
                      <a:gd name="connsiteY0" fmla="*/ 1088604 h 2701084"/>
                      <a:gd name="connsiteX1" fmla="*/ 498701 w 1268682"/>
                      <a:gd name="connsiteY1" fmla="*/ 1310854 h 2701084"/>
                      <a:gd name="connsiteX2" fmla="*/ 495525 w 1268682"/>
                      <a:gd name="connsiteY2" fmla="*/ 1609304 h 2701084"/>
                      <a:gd name="connsiteX3" fmla="*/ 446313 w 1268682"/>
                      <a:gd name="connsiteY3" fmla="*/ 1968079 h 2701084"/>
                      <a:gd name="connsiteX4" fmla="*/ 217712 w 1268682"/>
                      <a:gd name="connsiteY4" fmla="*/ 2223666 h 2701084"/>
                      <a:gd name="connsiteX5" fmla="*/ 141516 w 1268682"/>
                      <a:gd name="connsiteY5" fmla="*/ 2466557 h 2701084"/>
                      <a:gd name="connsiteX6" fmla="*/ 55788 w 1268682"/>
                      <a:gd name="connsiteY6" fmla="*/ 2587204 h 2701084"/>
                      <a:gd name="connsiteX7" fmla="*/ 1075770 w 1268682"/>
                      <a:gd name="connsiteY7" fmla="*/ 2663640 h 2701084"/>
                      <a:gd name="connsiteX8" fmla="*/ 1268682 w 1268682"/>
                      <a:gd name="connsiteY8" fmla="*/ 2653118 h 2701084"/>
                      <a:gd name="connsiteX9" fmla="*/ 1066964 w 1268682"/>
                      <a:gd name="connsiteY9" fmla="*/ 2553749 h 2701084"/>
                      <a:gd name="connsiteX10" fmla="*/ 1060946 w 1268682"/>
                      <a:gd name="connsiteY10" fmla="*/ 2235303 h 2701084"/>
                      <a:gd name="connsiteX11" fmla="*/ 1086979 w 1268682"/>
                      <a:gd name="connsiteY11" fmla="*/ 1930783 h 2701084"/>
                      <a:gd name="connsiteX12" fmla="*/ 939896 w 1268682"/>
                      <a:gd name="connsiteY12" fmla="*/ 1463584 h 2701084"/>
                      <a:gd name="connsiteX13" fmla="*/ 897540 w 1268682"/>
                      <a:gd name="connsiteY13" fmla="*/ 1247590 h 2701084"/>
                      <a:gd name="connsiteX14" fmla="*/ 881288 w 1268682"/>
                      <a:gd name="connsiteY14" fmla="*/ 1069554 h 2701084"/>
                      <a:gd name="connsiteX15" fmla="*/ 935712 w 1268682"/>
                      <a:gd name="connsiteY15" fmla="*/ 794184 h 2701084"/>
                      <a:gd name="connsiteX16" fmla="*/ 814616 w 1268682"/>
                      <a:gd name="connsiteY16" fmla="*/ 440907 h 2701084"/>
                      <a:gd name="connsiteX17" fmla="*/ 903516 w 1268682"/>
                      <a:gd name="connsiteY17" fmla="*/ 374232 h 2701084"/>
                      <a:gd name="connsiteX18" fmla="*/ 938440 w 1268682"/>
                      <a:gd name="connsiteY18" fmla="*/ 256757 h 2701084"/>
                      <a:gd name="connsiteX19" fmla="*/ 893991 w 1268682"/>
                      <a:gd name="connsiteY19" fmla="*/ 82132 h 2701084"/>
                      <a:gd name="connsiteX20" fmla="*/ 717775 w 1268682"/>
                      <a:gd name="connsiteY20" fmla="*/ 1166 h 2701084"/>
                      <a:gd name="connsiteX21" fmla="*/ 573315 w 1268682"/>
                      <a:gd name="connsiteY21" fmla="*/ 167857 h 2701084"/>
                      <a:gd name="connsiteX22" fmla="*/ 668565 w 1268682"/>
                      <a:gd name="connsiteY22" fmla="*/ 399631 h 2701084"/>
                      <a:gd name="connsiteX23" fmla="*/ 586013 w 1268682"/>
                      <a:gd name="connsiteY23" fmla="*/ 558379 h 2701084"/>
                      <a:gd name="connsiteX24" fmla="*/ 541563 w 1268682"/>
                      <a:gd name="connsiteY24" fmla="*/ 672678 h 2701084"/>
                      <a:gd name="connsiteX25" fmla="*/ 563788 w 1268682"/>
                      <a:gd name="connsiteY25" fmla="*/ 1088604 h 2701084"/>
                      <a:gd name="connsiteX0" fmla="*/ 464979 w 1169873"/>
                      <a:gd name="connsiteY0" fmla="*/ 1088604 h 2701084"/>
                      <a:gd name="connsiteX1" fmla="*/ 399892 w 1169873"/>
                      <a:gd name="connsiteY1" fmla="*/ 1310854 h 2701084"/>
                      <a:gd name="connsiteX2" fmla="*/ 396716 w 1169873"/>
                      <a:gd name="connsiteY2" fmla="*/ 1609304 h 2701084"/>
                      <a:gd name="connsiteX3" fmla="*/ 347504 w 1169873"/>
                      <a:gd name="connsiteY3" fmla="*/ 1968079 h 2701084"/>
                      <a:gd name="connsiteX4" fmla="*/ 118903 w 1169873"/>
                      <a:gd name="connsiteY4" fmla="*/ 2223666 h 2701084"/>
                      <a:gd name="connsiteX5" fmla="*/ 42707 w 1169873"/>
                      <a:gd name="connsiteY5" fmla="*/ 2466557 h 2701084"/>
                      <a:gd name="connsiteX6" fmla="*/ 831323 w 1169873"/>
                      <a:gd name="connsiteY6" fmla="*/ 2672409 h 2701084"/>
                      <a:gd name="connsiteX7" fmla="*/ 976961 w 1169873"/>
                      <a:gd name="connsiteY7" fmla="*/ 2663640 h 2701084"/>
                      <a:gd name="connsiteX8" fmla="*/ 1169873 w 1169873"/>
                      <a:gd name="connsiteY8" fmla="*/ 2653118 h 2701084"/>
                      <a:gd name="connsiteX9" fmla="*/ 968155 w 1169873"/>
                      <a:gd name="connsiteY9" fmla="*/ 2553749 h 2701084"/>
                      <a:gd name="connsiteX10" fmla="*/ 962137 w 1169873"/>
                      <a:gd name="connsiteY10" fmla="*/ 2235303 h 2701084"/>
                      <a:gd name="connsiteX11" fmla="*/ 988170 w 1169873"/>
                      <a:gd name="connsiteY11" fmla="*/ 1930783 h 2701084"/>
                      <a:gd name="connsiteX12" fmla="*/ 841087 w 1169873"/>
                      <a:gd name="connsiteY12" fmla="*/ 1463584 h 2701084"/>
                      <a:gd name="connsiteX13" fmla="*/ 798731 w 1169873"/>
                      <a:gd name="connsiteY13" fmla="*/ 1247590 h 2701084"/>
                      <a:gd name="connsiteX14" fmla="*/ 782479 w 1169873"/>
                      <a:gd name="connsiteY14" fmla="*/ 1069554 h 2701084"/>
                      <a:gd name="connsiteX15" fmla="*/ 836903 w 1169873"/>
                      <a:gd name="connsiteY15" fmla="*/ 794184 h 2701084"/>
                      <a:gd name="connsiteX16" fmla="*/ 715807 w 1169873"/>
                      <a:gd name="connsiteY16" fmla="*/ 440907 h 2701084"/>
                      <a:gd name="connsiteX17" fmla="*/ 804707 w 1169873"/>
                      <a:gd name="connsiteY17" fmla="*/ 374232 h 2701084"/>
                      <a:gd name="connsiteX18" fmla="*/ 839631 w 1169873"/>
                      <a:gd name="connsiteY18" fmla="*/ 256757 h 2701084"/>
                      <a:gd name="connsiteX19" fmla="*/ 795182 w 1169873"/>
                      <a:gd name="connsiteY19" fmla="*/ 82132 h 2701084"/>
                      <a:gd name="connsiteX20" fmla="*/ 618966 w 1169873"/>
                      <a:gd name="connsiteY20" fmla="*/ 1166 h 2701084"/>
                      <a:gd name="connsiteX21" fmla="*/ 474506 w 1169873"/>
                      <a:gd name="connsiteY21" fmla="*/ 167857 h 2701084"/>
                      <a:gd name="connsiteX22" fmla="*/ 569756 w 1169873"/>
                      <a:gd name="connsiteY22" fmla="*/ 399631 h 2701084"/>
                      <a:gd name="connsiteX23" fmla="*/ 487204 w 1169873"/>
                      <a:gd name="connsiteY23" fmla="*/ 558379 h 2701084"/>
                      <a:gd name="connsiteX24" fmla="*/ 442754 w 1169873"/>
                      <a:gd name="connsiteY24" fmla="*/ 672678 h 2701084"/>
                      <a:gd name="connsiteX25" fmla="*/ 464979 w 1169873"/>
                      <a:gd name="connsiteY25" fmla="*/ 1088604 h 2701084"/>
                      <a:gd name="connsiteX0" fmla="*/ 362436 w 1067330"/>
                      <a:gd name="connsiteY0" fmla="*/ 1088604 h 2701084"/>
                      <a:gd name="connsiteX1" fmla="*/ 297349 w 1067330"/>
                      <a:gd name="connsiteY1" fmla="*/ 1310854 h 2701084"/>
                      <a:gd name="connsiteX2" fmla="*/ 294173 w 1067330"/>
                      <a:gd name="connsiteY2" fmla="*/ 1609304 h 2701084"/>
                      <a:gd name="connsiteX3" fmla="*/ 244961 w 1067330"/>
                      <a:gd name="connsiteY3" fmla="*/ 1968079 h 2701084"/>
                      <a:gd name="connsiteX4" fmla="*/ 16360 w 1067330"/>
                      <a:gd name="connsiteY4" fmla="*/ 2223666 h 2701084"/>
                      <a:gd name="connsiteX5" fmla="*/ 750727 w 1067330"/>
                      <a:gd name="connsiteY5" fmla="*/ 2540768 h 2701084"/>
                      <a:gd name="connsiteX6" fmla="*/ 728780 w 1067330"/>
                      <a:gd name="connsiteY6" fmla="*/ 2672409 h 2701084"/>
                      <a:gd name="connsiteX7" fmla="*/ 874418 w 1067330"/>
                      <a:gd name="connsiteY7" fmla="*/ 2663640 h 2701084"/>
                      <a:gd name="connsiteX8" fmla="*/ 1067330 w 1067330"/>
                      <a:gd name="connsiteY8" fmla="*/ 2653118 h 2701084"/>
                      <a:gd name="connsiteX9" fmla="*/ 865612 w 1067330"/>
                      <a:gd name="connsiteY9" fmla="*/ 2553749 h 2701084"/>
                      <a:gd name="connsiteX10" fmla="*/ 859594 w 1067330"/>
                      <a:gd name="connsiteY10" fmla="*/ 2235303 h 2701084"/>
                      <a:gd name="connsiteX11" fmla="*/ 885627 w 1067330"/>
                      <a:gd name="connsiteY11" fmla="*/ 1930783 h 2701084"/>
                      <a:gd name="connsiteX12" fmla="*/ 738544 w 1067330"/>
                      <a:gd name="connsiteY12" fmla="*/ 1463584 h 2701084"/>
                      <a:gd name="connsiteX13" fmla="*/ 696188 w 1067330"/>
                      <a:gd name="connsiteY13" fmla="*/ 1247590 h 2701084"/>
                      <a:gd name="connsiteX14" fmla="*/ 679936 w 1067330"/>
                      <a:gd name="connsiteY14" fmla="*/ 1069554 h 2701084"/>
                      <a:gd name="connsiteX15" fmla="*/ 734360 w 1067330"/>
                      <a:gd name="connsiteY15" fmla="*/ 794184 h 2701084"/>
                      <a:gd name="connsiteX16" fmla="*/ 613264 w 1067330"/>
                      <a:gd name="connsiteY16" fmla="*/ 440907 h 2701084"/>
                      <a:gd name="connsiteX17" fmla="*/ 702164 w 1067330"/>
                      <a:gd name="connsiteY17" fmla="*/ 374232 h 2701084"/>
                      <a:gd name="connsiteX18" fmla="*/ 737088 w 1067330"/>
                      <a:gd name="connsiteY18" fmla="*/ 256757 h 2701084"/>
                      <a:gd name="connsiteX19" fmla="*/ 692639 w 1067330"/>
                      <a:gd name="connsiteY19" fmla="*/ 82132 h 2701084"/>
                      <a:gd name="connsiteX20" fmla="*/ 516423 w 1067330"/>
                      <a:gd name="connsiteY20" fmla="*/ 1166 h 2701084"/>
                      <a:gd name="connsiteX21" fmla="*/ 371963 w 1067330"/>
                      <a:gd name="connsiteY21" fmla="*/ 167857 h 2701084"/>
                      <a:gd name="connsiteX22" fmla="*/ 467213 w 1067330"/>
                      <a:gd name="connsiteY22" fmla="*/ 399631 h 2701084"/>
                      <a:gd name="connsiteX23" fmla="*/ 384661 w 1067330"/>
                      <a:gd name="connsiteY23" fmla="*/ 558379 h 2701084"/>
                      <a:gd name="connsiteX24" fmla="*/ 340211 w 1067330"/>
                      <a:gd name="connsiteY24" fmla="*/ 672678 h 2701084"/>
                      <a:gd name="connsiteX25" fmla="*/ 362436 w 1067330"/>
                      <a:gd name="connsiteY25" fmla="*/ 1088604 h 2701084"/>
                      <a:gd name="connsiteX0" fmla="*/ 142705 w 847599"/>
                      <a:gd name="connsiteY0" fmla="*/ 1088604 h 2701084"/>
                      <a:gd name="connsiteX1" fmla="*/ 77618 w 847599"/>
                      <a:gd name="connsiteY1" fmla="*/ 1310854 h 2701084"/>
                      <a:gd name="connsiteX2" fmla="*/ 74442 w 847599"/>
                      <a:gd name="connsiteY2" fmla="*/ 1609304 h 2701084"/>
                      <a:gd name="connsiteX3" fmla="*/ 25230 w 847599"/>
                      <a:gd name="connsiteY3" fmla="*/ 1968079 h 2701084"/>
                      <a:gd name="connsiteX4" fmla="*/ 461024 w 847599"/>
                      <a:gd name="connsiteY4" fmla="*/ 2322614 h 2701084"/>
                      <a:gd name="connsiteX5" fmla="*/ 530996 w 847599"/>
                      <a:gd name="connsiteY5" fmla="*/ 2540768 h 2701084"/>
                      <a:gd name="connsiteX6" fmla="*/ 509049 w 847599"/>
                      <a:gd name="connsiteY6" fmla="*/ 2672409 h 2701084"/>
                      <a:gd name="connsiteX7" fmla="*/ 654687 w 847599"/>
                      <a:gd name="connsiteY7" fmla="*/ 2663640 h 2701084"/>
                      <a:gd name="connsiteX8" fmla="*/ 847599 w 847599"/>
                      <a:gd name="connsiteY8" fmla="*/ 2653118 h 2701084"/>
                      <a:gd name="connsiteX9" fmla="*/ 645881 w 847599"/>
                      <a:gd name="connsiteY9" fmla="*/ 2553749 h 2701084"/>
                      <a:gd name="connsiteX10" fmla="*/ 639863 w 847599"/>
                      <a:gd name="connsiteY10" fmla="*/ 2235303 h 2701084"/>
                      <a:gd name="connsiteX11" fmla="*/ 665896 w 847599"/>
                      <a:gd name="connsiteY11" fmla="*/ 1930783 h 2701084"/>
                      <a:gd name="connsiteX12" fmla="*/ 518813 w 847599"/>
                      <a:gd name="connsiteY12" fmla="*/ 1463584 h 2701084"/>
                      <a:gd name="connsiteX13" fmla="*/ 476457 w 847599"/>
                      <a:gd name="connsiteY13" fmla="*/ 1247590 h 2701084"/>
                      <a:gd name="connsiteX14" fmla="*/ 460205 w 847599"/>
                      <a:gd name="connsiteY14" fmla="*/ 1069554 h 2701084"/>
                      <a:gd name="connsiteX15" fmla="*/ 514629 w 847599"/>
                      <a:gd name="connsiteY15" fmla="*/ 794184 h 2701084"/>
                      <a:gd name="connsiteX16" fmla="*/ 393533 w 847599"/>
                      <a:gd name="connsiteY16" fmla="*/ 440907 h 2701084"/>
                      <a:gd name="connsiteX17" fmla="*/ 482433 w 847599"/>
                      <a:gd name="connsiteY17" fmla="*/ 374232 h 2701084"/>
                      <a:gd name="connsiteX18" fmla="*/ 517357 w 847599"/>
                      <a:gd name="connsiteY18" fmla="*/ 256757 h 2701084"/>
                      <a:gd name="connsiteX19" fmla="*/ 472908 w 847599"/>
                      <a:gd name="connsiteY19" fmla="*/ 82132 h 2701084"/>
                      <a:gd name="connsiteX20" fmla="*/ 296692 w 847599"/>
                      <a:gd name="connsiteY20" fmla="*/ 1166 h 2701084"/>
                      <a:gd name="connsiteX21" fmla="*/ 152232 w 847599"/>
                      <a:gd name="connsiteY21" fmla="*/ 167857 h 2701084"/>
                      <a:gd name="connsiteX22" fmla="*/ 247482 w 847599"/>
                      <a:gd name="connsiteY22" fmla="*/ 399631 h 2701084"/>
                      <a:gd name="connsiteX23" fmla="*/ 164930 w 847599"/>
                      <a:gd name="connsiteY23" fmla="*/ 558379 h 2701084"/>
                      <a:gd name="connsiteX24" fmla="*/ 120480 w 847599"/>
                      <a:gd name="connsiteY24" fmla="*/ 672678 h 2701084"/>
                      <a:gd name="connsiteX25" fmla="*/ 142705 w 847599"/>
                      <a:gd name="connsiteY25" fmla="*/ 1088604 h 2701084"/>
                      <a:gd name="connsiteX0" fmla="*/ 93780 w 798674"/>
                      <a:gd name="connsiteY0" fmla="*/ 1088604 h 2701084"/>
                      <a:gd name="connsiteX1" fmla="*/ 28693 w 798674"/>
                      <a:gd name="connsiteY1" fmla="*/ 1310854 h 2701084"/>
                      <a:gd name="connsiteX2" fmla="*/ 25517 w 798674"/>
                      <a:gd name="connsiteY2" fmla="*/ 1609304 h 2701084"/>
                      <a:gd name="connsiteX3" fmla="*/ 454670 w 798674"/>
                      <a:gd name="connsiteY3" fmla="*/ 1987319 h 2701084"/>
                      <a:gd name="connsiteX4" fmla="*/ 412099 w 798674"/>
                      <a:gd name="connsiteY4" fmla="*/ 2322614 h 2701084"/>
                      <a:gd name="connsiteX5" fmla="*/ 482071 w 798674"/>
                      <a:gd name="connsiteY5" fmla="*/ 2540768 h 2701084"/>
                      <a:gd name="connsiteX6" fmla="*/ 460124 w 798674"/>
                      <a:gd name="connsiteY6" fmla="*/ 2672409 h 2701084"/>
                      <a:gd name="connsiteX7" fmla="*/ 605762 w 798674"/>
                      <a:gd name="connsiteY7" fmla="*/ 2663640 h 2701084"/>
                      <a:gd name="connsiteX8" fmla="*/ 798674 w 798674"/>
                      <a:gd name="connsiteY8" fmla="*/ 2653118 h 2701084"/>
                      <a:gd name="connsiteX9" fmla="*/ 596956 w 798674"/>
                      <a:gd name="connsiteY9" fmla="*/ 2553749 h 2701084"/>
                      <a:gd name="connsiteX10" fmla="*/ 590938 w 798674"/>
                      <a:gd name="connsiteY10" fmla="*/ 2235303 h 2701084"/>
                      <a:gd name="connsiteX11" fmla="*/ 616971 w 798674"/>
                      <a:gd name="connsiteY11" fmla="*/ 1930783 h 2701084"/>
                      <a:gd name="connsiteX12" fmla="*/ 469888 w 798674"/>
                      <a:gd name="connsiteY12" fmla="*/ 1463584 h 2701084"/>
                      <a:gd name="connsiteX13" fmla="*/ 427532 w 798674"/>
                      <a:gd name="connsiteY13" fmla="*/ 1247590 h 2701084"/>
                      <a:gd name="connsiteX14" fmla="*/ 411280 w 798674"/>
                      <a:gd name="connsiteY14" fmla="*/ 1069554 h 2701084"/>
                      <a:gd name="connsiteX15" fmla="*/ 465704 w 798674"/>
                      <a:gd name="connsiteY15" fmla="*/ 794184 h 2701084"/>
                      <a:gd name="connsiteX16" fmla="*/ 344608 w 798674"/>
                      <a:gd name="connsiteY16" fmla="*/ 440907 h 2701084"/>
                      <a:gd name="connsiteX17" fmla="*/ 433508 w 798674"/>
                      <a:gd name="connsiteY17" fmla="*/ 374232 h 2701084"/>
                      <a:gd name="connsiteX18" fmla="*/ 468432 w 798674"/>
                      <a:gd name="connsiteY18" fmla="*/ 256757 h 2701084"/>
                      <a:gd name="connsiteX19" fmla="*/ 423983 w 798674"/>
                      <a:gd name="connsiteY19" fmla="*/ 82132 h 2701084"/>
                      <a:gd name="connsiteX20" fmla="*/ 247767 w 798674"/>
                      <a:gd name="connsiteY20" fmla="*/ 1166 h 2701084"/>
                      <a:gd name="connsiteX21" fmla="*/ 103307 w 798674"/>
                      <a:gd name="connsiteY21" fmla="*/ 167857 h 2701084"/>
                      <a:gd name="connsiteX22" fmla="*/ 198557 w 798674"/>
                      <a:gd name="connsiteY22" fmla="*/ 399631 h 2701084"/>
                      <a:gd name="connsiteX23" fmla="*/ 116005 w 798674"/>
                      <a:gd name="connsiteY23" fmla="*/ 558379 h 2701084"/>
                      <a:gd name="connsiteX24" fmla="*/ 71555 w 798674"/>
                      <a:gd name="connsiteY24" fmla="*/ 672678 h 2701084"/>
                      <a:gd name="connsiteX25" fmla="*/ 93780 w 798674"/>
                      <a:gd name="connsiteY25" fmla="*/ 1088604 h 2701084"/>
                      <a:gd name="connsiteX0" fmla="*/ 65087 w 769981"/>
                      <a:gd name="connsiteY0" fmla="*/ 1088604 h 2701084"/>
                      <a:gd name="connsiteX1" fmla="*/ 0 w 769981"/>
                      <a:gd name="connsiteY1" fmla="*/ 1310854 h 2701084"/>
                      <a:gd name="connsiteX2" fmla="*/ 201457 w 769981"/>
                      <a:gd name="connsiteY2" fmla="*/ 1634041 h 2701084"/>
                      <a:gd name="connsiteX3" fmla="*/ 425977 w 769981"/>
                      <a:gd name="connsiteY3" fmla="*/ 1987319 h 2701084"/>
                      <a:gd name="connsiteX4" fmla="*/ 383406 w 769981"/>
                      <a:gd name="connsiteY4" fmla="*/ 2322614 h 2701084"/>
                      <a:gd name="connsiteX5" fmla="*/ 453378 w 769981"/>
                      <a:gd name="connsiteY5" fmla="*/ 2540768 h 2701084"/>
                      <a:gd name="connsiteX6" fmla="*/ 431431 w 769981"/>
                      <a:gd name="connsiteY6" fmla="*/ 2672409 h 2701084"/>
                      <a:gd name="connsiteX7" fmla="*/ 577069 w 769981"/>
                      <a:gd name="connsiteY7" fmla="*/ 2663640 h 2701084"/>
                      <a:gd name="connsiteX8" fmla="*/ 769981 w 769981"/>
                      <a:gd name="connsiteY8" fmla="*/ 2653118 h 2701084"/>
                      <a:gd name="connsiteX9" fmla="*/ 568263 w 769981"/>
                      <a:gd name="connsiteY9" fmla="*/ 2553749 h 2701084"/>
                      <a:gd name="connsiteX10" fmla="*/ 562245 w 769981"/>
                      <a:gd name="connsiteY10" fmla="*/ 2235303 h 2701084"/>
                      <a:gd name="connsiteX11" fmla="*/ 588278 w 769981"/>
                      <a:gd name="connsiteY11" fmla="*/ 1930783 h 2701084"/>
                      <a:gd name="connsiteX12" fmla="*/ 441195 w 769981"/>
                      <a:gd name="connsiteY12" fmla="*/ 1463584 h 2701084"/>
                      <a:gd name="connsiteX13" fmla="*/ 398839 w 769981"/>
                      <a:gd name="connsiteY13" fmla="*/ 1247590 h 2701084"/>
                      <a:gd name="connsiteX14" fmla="*/ 382587 w 769981"/>
                      <a:gd name="connsiteY14" fmla="*/ 1069554 h 2701084"/>
                      <a:gd name="connsiteX15" fmla="*/ 437011 w 769981"/>
                      <a:gd name="connsiteY15" fmla="*/ 794184 h 2701084"/>
                      <a:gd name="connsiteX16" fmla="*/ 315915 w 769981"/>
                      <a:gd name="connsiteY16" fmla="*/ 440907 h 2701084"/>
                      <a:gd name="connsiteX17" fmla="*/ 404815 w 769981"/>
                      <a:gd name="connsiteY17" fmla="*/ 374232 h 2701084"/>
                      <a:gd name="connsiteX18" fmla="*/ 439739 w 769981"/>
                      <a:gd name="connsiteY18" fmla="*/ 256757 h 2701084"/>
                      <a:gd name="connsiteX19" fmla="*/ 395290 w 769981"/>
                      <a:gd name="connsiteY19" fmla="*/ 82132 h 2701084"/>
                      <a:gd name="connsiteX20" fmla="*/ 219074 w 769981"/>
                      <a:gd name="connsiteY20" fmla="*/ 1166 h 2701084"/>
                      <a:gd name="connsiteX21" fmla="*/ 74614 w 769981"/>
                      <a:gd name="connsiteY21" fmla="*/ 167857 h 2701084"/>
                      <a:gd name="connsiteX22" fmla="*/ 169864 w 769981"/>
                      <a:gd name="connsiteY22" fmla="*/ 399631 h 2701084"/>
                      <a:gd name="connsiteX23" fmla="*/ 87312 w 769981"/>
                      <a:gd name="connsiteY23" fmla="*/ 558379 h 2701084"/>
                      <a:gd name="connsiteX24" fmla="*/ 42862 w 769981"/>
                      <a:gd name="connsiteY24" fmla="*/ 672678 h 2701084"/>
                      <a:gd name="connsiteX25" fmla="*/ 65087 w 769981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78067 w 728457"/>
                      <a:gd name="connsiteY1" fmla="*/ 1330093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23563 w 728457"/>
                      <a:gd name="connsiteY0" fmla="*/ 1088604 h 2701084"/>
                      <a:gd name="connsiteX1" fmla="*/ 91354 w 728457"/>
                      <a:gd name="connsiteY1" fmla="*/ 1327344 h 2701084"/>
                      <a:gd name="connsiteX2" fmla="*/ 159933 w 728457"/>
                      <a:gd name="connsiteY2" fmla="*/ 1634041 h 2701084"/>
                      <a:gd name="connsiteX3" fmla="*/ 384453 w 728457"/>
                      <a:gd name="connsiteY3" fmla="*/ 1987319 h 2701084"/>
                      <a:gd name="connsiteX4" fmla="*/ 341882 w 728457"/>
                      <a:gd name="connsiteY4" fmla="*/ 2322614 h 2701084"/>
                      <a:gd name="connsiteX5" fmla="*/ 411854 w 728457"/>
                      <a:gd name="connsiteY5" fmla="*/ 2540768 h 2701084"/>
                      <a:gd name="connsiteX6" fmla="*/ 389907 w 728457"/>
                      <a:gd name="connsiteY6" fmla="*/ 2672409 h 2701084"/>
                      <a:gd name="connsiteX7" fmla="*/ 535545 w 728457"/>
                      <a:gd name="connsiteY7" fmla="*/ 2663640 h 2701084"/>
                      <a:gd name="connsiteX8" fmla="*/ 728457 w 728457"/>
                      <a:gd name="connsiteY8" fmla="*/ 2653118 h 2701084"/>
                      <a:gd name="connsiteX9" fmla="*/ 526739 w 728457"/>
                      <a:gd name="connsiteY9" fmla="*/ 2553749 h 2701084"/>
                      <a:gd name="connsiteX10" fmla="*/ 520721 w 728457"/>
                      <a:gd name="connsiteY10" fmla="*/ 2235303 h 2701084"/>
                      <a:gd name="connsiteX11" fmla="*/ 546754 w 728457"/>
                      <a:gd name="connsiteY11" fmla="*/ 1930783 h 2701084"/>
                      <a:gd name="connsiteX12" fmla="*/ 399671 w 728457"/>
                      <a:gd name="connsiteY12" fmla="*/ 1463584 h 2701084"/>
                      <a:gd name="connsiteX13" fmla="*/ 357315 w 728457"/>
                      <a:gd name="connsiteY13" fmla="*/ 1247590 h 2701084"/>
                      <a:gd name="connsiteX14" fmla="*/ 341063 w 728457"/>
                      <a:gd name="connsiteY14" fmla="*/ 1069554 h 2701084"/>
                      <a:gd name="connsiteX15" fmla="*/ 395487 w 728457"/>
                      <a:gd name="connsiteY15" fmla="*/ 794184 h 2701084"/>
                      <a:gd name="connsiteX16" fmla="*/ 274391 w 728457"/>
                      <a:gd name="connsiteY16" fmla="*/ 440907 h 2701084"/>
                      <a:gd name="connsiteX17" fmla="*/ 363291 w 728457"/>
                      <a:gd name="connsiteY17" fmla="*/ 374232 h 2701084"/>
                      <a:gd name="connsiteX18" fmla="*/ 398215 w 728457"/>
                      <a:gd name="connsiteY18" fmla="*/ 256757 h 2701084"/>
                      <a:gd name="connsiteX19" fmla="*/ 353766 w 728457"/>
                      <a:gd name="connsiteY19" fmla="*/ 82132 h 2701084"/>
                      <a:gd name="connsiteX20" fmla="*/ 177550 w 728457"/>
                      <a:gd name="connsiteY20" fmla="*/ 1166 h 2701084"/>
                      <a:gd name="connsiteX21" fmla="*/ 33090 w 728457"/>
                      <a:gd name="connsiteY21" fmla="*/ 167857 h 2701084"/>
                      <a:gd name="connsiteX22" fmla="*/ 128340 w 728457"/>
                      <a:gd name="connsiteY22" fmla="*/ 399631 h 2701084"/>
                      <a:gd name="connsiteX23" fmla="*/ 45788 w 728457"/>
                      <a:gd name="connsiteY23" fmla="*/ 558379 h 2701084"/>
                      <a:gd name="connsiteX24" fmla="*/ 1338 w 728457"/>
                      <a:gd name="connsiteY24" fmla="*/ 672678 h 2701084"/>
                      <a:gd name="connsiteX25" fmla="*/ 23563 w 728457"/>
                      <a:gd name="connsiteY25" fmla="*/ 1088604 h 2701084"/>
                      <a:gd name="connsiteX0" fmla="*/ 32925 w 727189"/>
                      <a:gd name="connsiteY0" fmla="*/ 1083108 h 2701084"/>
                      <a:gd name="connsiteX1" fmla="*/ 90086 w 727189"/>
                      <a:gd name="connsiteY1" fmla="*/ 1327344 h 2701084"/>
                      <a:gd name="connsiteX2" fmla="*/ 158665 w 727189"/>
                      <a:gd name="connsiteY2" fmla="*/ 1634041 h 2701084"/>
                      <a:gd name="connsiteX3" fmla="*/ 383185 w 727189"/>
                      <a:gd name="connsiteY3" fmla="*/ 1987319 h 2701084"/>
                      <a:gd name="connsiteX4" fmla="*/ 340614 w 727189"/>
                      <a:gd name="connsiteY4" fmla="*/ 2322614 h 2701084"/>
                      <a:gd name="connsiteX5" fmla="*/ 410586 w 727189"/>
                      <a:gd name="connsiteY5" fmla="*/ 2540768 h 2701084"/>
                      <a:gd name="connsiteX6" fmla="*/ 388639 w 727189"/>
                      <a:gd name="connsiteY6" fmla="*/ 2672409 h 2701084"/>
                      <a:gd name="connsiteX7" fmla="*/ 534277 w 727189"/>
                      <a:gd name="connsiteY7" fmla="*/ 2663640 h 2701084"/>
                      <a:gd name="connsiteX8" fmla="*/ 727189 w 727189"/>
                      <a:gd name="connsiteY8" fmla="*/ 2653118 h 2701084"/>
                      <a:gd name="connsiteX9" fmla="*/ 525471 w 727189"/>
                      <a:gd name="connsiteY9" fmla="*/ 2553749 h 2701084"/>
                      <a:gd name="connsiteX10" fmla="*/ 519453 w 727189"/>
                      <a:gd name="connsiteY10" fmla="*/ 2235303 h 2701084"/>
                      <a:gd name="connsiteX11" fmla="*/ 545486 w 727189"/>
                      <a:gd name="connsiteY11" fmla="*/ 1930783 h 2701084"/>
                      <a:gd name="connsiteX12" fmla="*/ 398403 w 727189"/>
                      <a:gd name="connsiteY12" fmla="*/ 1463584 h 2701084"/>
                      <a:gd name="connsiteX13" fmla="*/ 356047 w 727189"/>
                      <a:gd name="connsiteY13" fmla="*/ 1247590 h 2701084"/>
                      <a:gd name="connsiteX14" fmla="*/ 339795 w 727189"/>
                      <a:gd name="connsiteY14" fmla="*/ 1069554 h 2701084"/>
                      <a:gd name="connsiteX15" fmla="*/ 394219 w 727189"/>
                      <a:gd name="connsiteY15" fmla="*/ 794184 h 2701084"/>
                      <a:gd name="connsiteX16" fmla="*/ 273123 w 727189"/>
                      <a:gd name="connsiteY16" fmla="*/ 440907 h 2701084"/>
                      <a:gd name="connsiteX17" fmla="*/ 362023 w 727189"/>
                      <a:gd name="connsiteY17" fmla="*/ 374232 h 2701084"/>
                      <a:gd name="connsiteX18" fmla="*/ 396947 w 727189"/>
                      <a:gd name="connsiteY18" fmla="*/ 256757 h 2701084"/>
                      <a:gd name="connsiteX19" fmla="*/ 352498 w 727189"/>
                      <a:gd name="connsiteY19" fmla="*/ 82132 h 2701084"/>
                      <a:gd name="connsiteX20" fmla="*/ 176282 w 727189"/>
                      <a:gd name="connsiteY20" fmla="*/ 1166 h 2701084"/>
                      <a:gd name="connsiteX21" fmla="*/ 31822 w 727189"/>
                      <a:gd name="connsiteY21" fmla="*/ 167857 h 2701084"/>
                      <a:gd name="connsiteX22" fmla="*/ 127072 w 727189"/>
                      <a:gd name="connsiteY22" fmla="*/ 399631 h 2701084"/>
                      <a:gd name="connsiteX23" fmla="*/ 44520 w 727189"/>
                      <a:gd name="connsiteY23" fmla="*/ 558379 h 2701084"/>
                      <a:gd name="connsiteX24" fmla="*/ 70 w 727189"/>
                      <a:gd name="connsiteY24" fmla="*/ 672678 h 2701084"/>
                      <a:gd name="connsiteX25" fmla="*/ 32925 w 727189"/>
                      <a:gd name="connsiteY25" fmla="*/ 1083108 h 2701084"/>
                      <a:gd name="connsiteX0" fmla="*/ 7793 w 702057"/>
                      <a:gd name="connsiteY0" fmla="*/ 1083108 h 2701084"/>
                      <a:gd name="connsiteX1" fmla="*/ 64954 w 702057"/>
                      <a:gd name="connsiteY1" fmla="*/ 1327344 h 2701084"/>
                      <a:gd name="connsiteX2" fmla="*/ 133533 w 702057"/>
                      <a:gd name="connsiteY2" fmla="*/ 1634041 h 2701084"/>
                      <a:gd name="connsiteX3" fmla="*/ 358053 w 702057"/>
                      <a:gd name="connsiteY3" fmla="*/ 1987319 h 2701084"/>
                      <a:gd name="connsiteX4" fmla="*/ 315482 w 702057"/>
                      <a:gd name="connsiteY4" fmla="*/ 2322614 h 2701084"/>
                      <a:gd name="connsiteX5" fmla="*/ 385454 w 702057"/>
                      <a:gd name="connsiteY5" fmla="*/ 2540768 h 2701084"/>
                      <a:gd name="connsiteX6" fmla="*/ 363507 w 702057"/>
                      <a:gd name="connsiteY6" fmla="*/ 2672409 h 2701084"/>
                      <a:gd name="connsiteX7" fmla="*/ 509145 w 702057"/>
                      <a:gd name="connsiteY7" fmla="*/ 2663640 h 2701084"/>
                      <a:gd name="connsiteX8" fmla="*/ 702057 w 702057"/>
                      <a:gd name="connsiteY8" fmla="*/ 2653118 h 2701084"/>
                      <a:gd name="connsiteX9" fmla="*/ 500339 w 702057"/>
                      <a:gd name="connsiteY9" fmla="*/ 2553749 h 2701084"/>
                      <a:gd name="connsiteX10" fmla="*/ 494321 w 702057"/>
                      <a:gd name="connsiteY10" fmla="*/ 2235303 h 2701084"/>
                      <a:gd name="connsiteX11" fmla="*/ 520354 w 702057"/>
                      <a:gd name="connsiteY11" fmla="*/ 1930783 h 2701084"/>
                      <a:gd name="connsiteX12" fmla="*/ 373271 w 702057"/>
                      <a:gd name="connsiteY12" fmla="*/ 1463584 h 2701084"/>
                      <a:gd name="connsiteX13" fmla="*/ 330915 w 702057"/>
                      <a:gd name="connsiteY13" fmla="*/ 1247590 h 2701084"/>
                      <a:gd name="connsiteX14" fmla="*/ 314663 w 702057"/>
                      <a:gd name="connsiteY14" fmla="*/ 1069554 h 2701084"/>
                      <a:gd name="connsiteX15" fmla="*/ 369087 w 702057"/>
                      <a:gd name="connsiteY15" fmla="*/ 794184 h 2701084"/>
                      <a:gd name="connsiteX16" fmla="*/ 247991 w 702057"/>
                      <a:gd name="connsiteY16" fmla="*/ 440907 h 2701084"/>
                      <a:gd name="connsiteX17" fmla="*/ 336891 w 702057"/>
                      <a:gd name="connsiteY17" fmla="*/ 374232 h 2701084"/>
                      <a:gd name="connsiteX18" fmla="*/ 371815 w 702057"/>
                      <a:gd name="connsiteY18" fmla="*/ 256757 h 2701084"/>
                      <a:gd name="connsiteX19" fmla="*/ 327366 w 702057"/>
                      <a:gd name="connsiteY19" fmla="*/ 82132 h 2701084"/>
                      <a:gd name="connsiteX20" fmla="*/ 151150 w 702057"/>
                      <a:gd name="connsiteY20" fmla="*/ 1166 h 2701084"/>
                      <a:gd name="connsiteX21" fmla="*/ 6690 w 702057"/>
                      <a:gd name="connsiteY21" fmla="*/ 167857 h 2701084"/>
                      <a:gd name="connsiteX22" fmla="*/ 101940 w 702057"/>
                      <a:gd name="connsiteY22" fmla="*/ 399631 h 2701084"/>
                      <a:gd name="connsiteX23" fmla="*/ 19388 w 702057"/>
                      <a:gd name="connsiteY23" fmla="*/ 558379 h 2701084"/>
                      <a:gd name="connsiteX24" fmla="*/ 1514 w 702057"/>
                      <a:gd name="connsiteY24" fmla="*/ 708409 h 2701084"/>
                      <a:gd name="connsiteX25" fmla="*/ 7793 w 702057"/>
                      <a:gd name="connsiteY25" fmla="*/ 1083108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9490 w 706065"/>
                      <a:gd name="connsiteY4" fmla="*/ 232261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6832 w 706065"/>
                      <a:gd name="connsiteY4" fmla="*/ 2275888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701084"/>
                      <a:gd name="connsiteX1" fmla="*/ 68962 w 706065"/>
                      <a:gd name="connsiteY1" fmla="*/ 1327344 h 2701084"/>
                      <a:gd name="connsiteX2" fmla="*/ 137541 w 706065"/>
                      <a:gd name="connsiteY2" fmla="*/ 1634041 h 2701084"/>
                      <a:gd name="connsiteX3" fmla="*/ 362061 w 706065"/>
                      <a:gd name="connsiteY3" fmla="*/ 1987319 h 2701084"/>
                      <a:gd name="connsiteX4" fmla="*/ 314174 w 706065"/>
                      <a:gd name="connsiteY4" fmla="*/ 2207174 h 2701084"/>
                      <a:gd name="connsiteX5" fmla="*/ 389462 w 706065"/>
                      <a:gd name="connsiteY5" fmla="*/ 2540768 h 2701084"/>
                      <a:gd name="connsiteX6" fmla="*/ 367515 w 706065"/>
                      <a:gd name="connsiteY6" fmla="*/ 2672409 h 2701084"/>
                      <a:gd name="connsiteX7" fmla="*/ 513153 w 706065"/>
                      <a:gd name="connsiteY7" fmla="*/ 2663640 h 2701084"/>
                      <a:gd name="connsiteX8" fmla="*/ 706065 w 706065"/>
                      <a:gd name="connsiteY8" fmla="*/ 2653118 h 2701084"/>
                      <a:gd name="connsiteX9" fmla="*/ 504347 w 706065"/>
                      <a:gd name="connsiteY9" fmla="*/ 2553749 h 2701084"/>
                      <a:gd name="connsiteX10" fmla="*/ 498329 w 706065"/>
                      <a:gd name="connsiteY10" fmla="*/ 2235303 h 2701084"/>
                      <a:gd name="connsiteX11" fmla="*/ 524362 w 706065"/>
                      <a:gd name="connsiteY11" fmla="*/ 1930783 h 2701084"/>
                      <a:gd name="connsiteX12" fmla="*/ 377279 w 706065"/>
                      <a:gd name="connsiteY12" fmla="*/ 1463584 h 2701084"/>
                      <a:gd name="connsiteX13" fmla="*/ 334923 w 706065"/>
                      <a:gd name="connsiteY13" fmla="*/ 1247590 h 2701084"/>
                      <a:gd name="connsiteX14" fmla="*/ 318671 w 706065"/>
                      <a:gd name="connsiteY14" fmla="*/ 1069554 h 2701084"/>
                      <a:gd name="connsiteX15" fmla="*/ 373095 w 706065"/>
                      <a:gd name="connsiteY15" fmla="*/ 794184 h 2701084"/>
                      <a:gd name="connsiteX16" fmla="*/ 251999 w 706065"/>
                      <a:gd name="connsiteY16" fmla="*/ 440907 h 2701084"/>
                      <a:gd name="connsiteX17" fmla="*/ 340899 w 706065"/>
                      <a:gd name="connsiteY17" fmla="*/ 374232 h 2701084"/>
                      <a:gd name="connsiteX18" fmla="*/ 375823 w 706065"/>
                      <a:gd name="connsiteY18" fmla="*/ 256757 h 2701084"/>
                      <a:gd name="connsiteX19" fmla="*/ 331374 w 706065"/>
                      <a:gd name="connsiteY19" fmla="*/ 82132 h 2701084"/>
                      <a:gd name="connsiteX20" fmla="*/ 155158 w 706065"/>
                      <a:gd name="connsiteY20" fmla="*/ 1166 h 2701084"/>
                      <a:gd name="connsiteX21" fmla="*/ 10698 w 706065"/>
                      <a:gd name="connsiteY21" fmla="*/ 167857 h 2701084"/>
                      <a:gd name="connsiteX22" fmla="*/ 105948 w 706065"/>
                      <a:gd name="connsiteY22" fmla="*/ 399631 h 2701084"/>
                      <a:gd name="connsiteX23" fmla="*/ 23396 w 706065"/>
                      <a:gd name="connsiteY23" fmla="*/ 558379 h 2701084"/>
                      <a:gd name="connsiteX24" fmla="*/ 5522 w 706065"/>
                      <a:gd name="connsiteY24" fmla="*/ 708409 h 2701084"/>
                      <a:gd name="connsiteX0" fmla="*/ 5522 w 706065"/>
                      <a:gd name="connsiteY0" fmla="*/ 708409 h 2680239"/>
                      <a:gd name="connsiteX1" fmla="*/ 68962 w 706065"/>
                      <a:gd name="connsiteY1" fmla="*/ 1327344 h 2680239"/>
                      <a:gd name="connsiteX2" fmla="*/ 137541 w 706065"/>
                      <a:gd name="connsiteY2" fmla="*/ 1634041 h 2680239"/>
                      <a:gd name="connsiteX3" fmla="*/ 362061 w 706065"/>
                      <a:gd name="connsiteY3" fmla="*/ 1987319 h 2680239"/>
                      <a:gd name="connsiteX4" fmla="*/ 314174 w 706065"/>
                      <a:gd name="connsiteY4" fmla="*/ 2207174 h 2680239"/>
                      <a:gd name="connsiteX5" fmla="*/ 389462 w 706065"/>
                      <a:gd name="connsiteY5" fmla="*/ 2540768 h 2680239"/>
                      <a:gd name="connsiteX6" fmla="*/ 367515 w 706065"/>
                      <a:gd name="connsiteY6" fmla="*/ 2672409 h 2680239"/>
                      <a:gd name="connsiteX7" fmla="*/ 706065 w 706065"/>
                      <a:gd name="connsiteY7" fmla="*/ 2653118 h 2680239"/>
                      <a:gd name="connsiteX8" fmla="*/ 504347 w 706065"/>
                      <a:gd name="connsiteY8" fmla="*/ 2553749 h 2680239"/>
                      <a:gd name="connsiteX9" fmla="*/ 498329 w 706065"/>
                      <a:gd name="connsiteY9" fmla="*/ 2235303 h 2680239"/>
                      <a:gd name="connsiteX10" fmla="*/ 524362 w 706065"/>
                      <a:gd name="connsiteY10" fmla="*/ 1930783 h 2680239"/>
                      <a:gd name="connsiteX11" fmla="*/ 377279 w 706065"/>
                      <a:gd name="connsiteY11" fmla="*/ 1463584 h 2680239"/>
                      <a:gd name="connsiteX12" fmla="*/ 334923 w 706065"/>
                      <a:gd name="connsiteY12" fmla="*/ 1247590 h 2680239"/>
                      <a:gd name="connsiteX13" fmla="*/ 318671 w 706065"/>
                      <a:gd name="connsiteY13" fmla="*/ 1069554 h 2680239"/>
                      <a:gd name="connsiteX14" fmla="*/ 373095 w 706065"/>
                      <a:gd name="connsiteY14" fmla="*/ 794184 h 2680239"/>
                      <a:gd name="connsiteX15" fmla="*/ 251999 w 706065"/>
                      <a:gd name="connsiteY15" fmla="*/ 440907 h 2680239"/>
                      <a:gd name="connsiteX16" fmla="*/ 340899 w 706065"/>
                      <a:gd name="connsiteY16" fmla="*/ 374232 h 2680239"/>
                      <a:gd name="connsiteX17" fmla="*/ 375823 w 706065"/>
                      <a:gd name="connsiteY17" fmla="*/ 256757 h 2680239"/>
                      <a:gd name="connsiteX18" fmla="*/ 331374 w 706065"/>
                      <a:gd name="connsiteY18" fmla="*/ 82132 h 2680239"/>
                      <a:gd name="connsiteX19" fmla="*/ 155158 w 706065"/>
                      <a:gd name="connsiteY19" fmla="*/ 1166 h 2680239"/>
                      <a:gd name="connsiteX20" fmla="*/ 10698 w 706065"/>
                      <a:gd name="connsiteY20" fmla="*/ 167857 h 2680239"/>
                      <a:gd name="connsiteX21" fmla="*/ 105948 w 706065"/>
                      <a:gd name="connsiteY21" fmla="*/ 399631 h 2680239"/>
                      <a:gd name="connsiteX22" fmla="*/ 23396 w 706065"/>
                      <a:gd name="connsiteY22" fmla="*/ 558379 h 2680239"/>
                      <a:gd name="connsiteX23" fmla="*/ 5522 w 706065"/>
                      <a:gd name="connsiteY23" fmla="*/ 708409 h 2680239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6290"/>
                      <a:gd name="connsiteY0" fmla="*/ 708409 h 2693231"/>
                      <a:gd name="connsiteX1" fmla="*/ 68962 w 706290"/>
                      <a:gd name="connsiteY1" fmla="*/ 1327344 h 2693231"/>
                      <a:gd name="connsiteX2" fmla="*/ 137541 w 706290"/>
                      <a:gd name="connsiteY2" fmla="*/ 1634041 h 2693231"/>
                      <a:gd name="connsiteX3" fmla="*/ 362061 w 706290"/>
                      <a:gd name="connsiteY3" fmla="*/ 1987319 h 2693231"/>
                      <a:gd name="connsiteX4" fmla="*/ 314174 w 706290"/>
                      <a:gd name="connsiteY4" fmla="*/ 2207174 h 2693231"/>
                      <a:gd name="connsiteX5" fmla="*/ 389462 w 706290"/>
                      <a:gd name="connsiteY5" fmla="*/ 2540768 h 2693231"/>
                      <a:gd name="connsiteX6" fmla="*/ 367515 w 706290"/>
                      <a:gd name="connsiteY6" fmla="*/ 2672409 h 2693231"/>
                      <a:gd name="connsiteX7" fmla="*/ 706065 w 706290"/>
                      <a:gd name="connsiteY7" fmla="*/ 2653118 h 2693231"/>
                      <a:gd name="connsiteX8" fmla="*/ 504347 w 706290"/>
                      <a:gd name="connsiteY8" fmla="*/ 2553749 h 2693231"/>
                      <a:gd name="connsiteX9" fmla="*/ 498329 w 706290"/>
                      <a:gd name="connsiteY9" fmla="*/ 2235303 h 2693231"/>
                      <a:gd name="connsiteX10" fmla="*/ 524362 w 706290"/>
                      <a:gd name="connsiteY10" fmla="*/ 1930783 h 2693231"/>
                      <a:gd name="connsiteX11" fmla="*/ 377279 w 706290"/>
                      <a:gd name="connsiteY11" fmla="*/ 1463584 h 2693231"/>
                      <a:gd name="connsiteX12" fmla="*/ 334923 w 706290"/>
                      <a:gd name="connsiteY12" fmla="*/ 1247590 h 2693231"/>
                      <a:gd name="connsiteX13" fmla="*/ 318671 w 706290"/>
                      <a:gd name="connsiteY13" fmla="*/ 1069554 h 2693231"/>
                      <a:gd name="connsiteX14" fmla="*/ 373095 w 706290"/>
                      <a:gd name="connsiteY14" fmla="*/ 794184 h 2693231"/>
                      <a:gd name="connsiteX15" fmla="*/ 251999 w 706290"/>
                      <a:gd name="connsiteY15" fmla="*/ 440907 h 2693231"/>
                      <a:gd name="connsiteX16" fmla="*/ 340899 w 706290"/>
                      <a:gd name="connsiteY16" fmla="*/ 374232 h 2693231"/>
                      <a:gd name="connsiteX17" fmla="*/ 375823 w 706290"/>
                      <a:gd name="connsiteY17" fmla="*/ 256757 h 2693231"/>
                      <a:gd name="connsiteX18" fmla="*/ 331374 w 706290"/>
                      <a:gd name="connsiteY18" fmla="*/ 82132 h 2693231"/>
                      <a:gd name="connsiteX19" fmla="*/ 155158 w 706290"/>
                      <a:gd name="connsiteY19" fmla="*/ 1166 h 2693231"/>
                      <a:gd name="connsiteX20" fmla="*/ 10698 w 706290"/>
                      <a:gd name="connsiteY20" fmla="*/ 167857 h 2693231"/>
                      <a:gd name="connsiteX21" fmla="*/ 105948 w 706290"/>
                      <a:gd name="connsiteY21" fmla="*/ 399631 h 2693231"/>
                      <a:gd name="connsiteX22" fmla="*/ 23396 w 706290"/>
                      <a:gd name="connsiteY22" fmla="*/ 558379 h 2693231"/>
                      <a:gd name="connsiteX23" fmla="*/ 5522 w 706290"/>
                      <a:gd name="connsiteY23" fmla="*/ 708409 h 2693231"/>
                      <a:gd name="connsiteX0" fmla="*/ 5522 w 707596"/>
                      <a:gd name="connsiteY0" fmla="*/ 708409 h 2680768"/>
                      <a:gd name="connsiteX1" fmla="*/ 68962 w 707596"/>
                      <a:gd name="connsiteY1" fmla="*/ 1327344 h 2680768"/>
                      <a:gd name="connsiteX2" fmla="*/ 137541 w 707596"/>
                      <a:gd name="connsiteY2" fmla="*/ 1634041 h 2680768"/>
                      <a:gd name="connsiteX3" fmla="*/ 362061 w 707596"/>
                      <a:gd name="connsiteY3" fmla="*/ 1987319 h 2680768"/>
                      <a:gd name="connsiteX4" fmla="*/ 314174 w 707596"/>
                      <a:gd name="connsiteY4" fmla="*/ 2207174 h 2680768"/>
                      <a:gd name="connsiteX5" fmla="*/ 389462 w 707596"/>
                      <a:gd name="connsiteY5" fmla="*/ 2540768 h 2680768"/>
                      <a:gd name="connsiteX6" fmla="*/ 367515 w 707596"/>
                      <a:gd name="connsiteY6" fmla="*/ 2672409 h 2680768"/>
                      <a:gd name="connsiteX7" fmla="*/ 706065 w 707596"/>
                      <a:gd name="connsiteY7" fmla="*/ 2653118 h 2680768"/>
                      <a:gd name="connsiteX8" fmla="*/ 480429 w 707596"/>
                      <a:gd name="connsiteY8" fmla="*/ 2537258 h 2680768"/>
                      <a:gd name="connsiteX9" fmla="*/ 498329 w 707596"/>
                      <a:gd name="connsiteY9" fmla="*/ 2235303 h 2680768"/>
                      <a:gd name="connsiteX10" fmla="*/ 524362 w 707596"/>
                      <a:gd name="connsiteY10" fmla="*/ 1930783 h 2680768"/>
                      <a:gd name="connsiteX11" fmla="*/ 377279 w 707596"/>
                      <a:gd name="connsiteY11" fmla="*/ 1463584 h 2680768"/>
                      <a:gd name="connsiteX12" fmla="*/ 334923 w 707596"/>
                      <a:gd name="connsiteY12" fmla="*/ 1247590 h 2680768"/>
                      <a:gd name="connsiteX13" fmla="*/ 318671 w 707596"/>
                      <a:gd name="connsiteY13" fmla="*/ 1069554 h 2680768"/>
                      <a:gd name="connsiteX14" fmla="*/ 373095 w 707596"/>
                      <a:gd name="connsiteY14" fmla="*/ 794184 h 2680768"/>
                      <a:gd name="connsiteX15" fmla="*/ 251999 w 707596"/>
                      <a:gd name="connsiteY15" fmla="*/ 440907 h 2680768"/>
                      <a:gd name="connsiteX16" fmla="*/ 340899 w 707596"/>
                      <a:gd name="connsiteY16" fmla="*/ 374232 h 2680768"/>
                      <a:gd name="connsiteX17" fmla="*/ 375823 w 707596"/>
                      <a:gd name="connsiteY17" fmla="*/ 256757 h 2680768"/>
                      <a:gd name="connsiteX18" fmla="*/ 331374 w 707596"/>
                      <a:gd name="connsiteY18" fmla="*/ 82132 h 2680768"/>
                      <a:gd name="connsiteX19" fmla="*/ 155158 w 707596"/>
                      <a:gd name="connsiteY19" fmla="*/ 1166 h 2680768"/>
                      <a:gd name="connsiteX20" fmla="*/ 10698 w 707596"/>
                      <a:gd name="connsiteY20" fmla="*/ 167857 h 2680768"/>
                      <a:gd name="connsiteX21" fmla="*/ 105948 w 707596"/>
                      <a:gd name="connsiteY21" fmla="*/ 399631 h 2680768"/>
                      <a:gd name="connsiteX22" fmla="*/ 23396 w 707596"/>
                      <a:gd name="connsiteY22" fmla="*/ 558379 h 2680768"/>
                      <a:gd name="connsiteX23" fmla="*/ 5522 w 707596"/>
                      <a:gd name="connsiteY23" fmla="*/ 708409 h 2680768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4362 w 707980"/>
                      <a:gd name="connsiteY10" fmla="*/ 1930783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8409 h 2681051"/>
                      <a:gd name="connsiteX1" fmla="*/ 68962 w 707980"/>
                      <a:gd name="connsiteY1" fmla="*/ 1327344 h 2681051"/>
                      <a:gd name="connsiteX2" fmla="*/ 137541 w 707980"/>
                      <a:gd name="connsiteY2" fmla="*/ 1634041 h 2681051"/>
                      <a:gd name="connsiteX3" fmla="*/ 362061 w 707980"/>
                      <a:gd name="connsiteY3" fmla="*/ 1987319 h 2681051"/>
                      <a:gd name="connsiteX4" fmla="*/ 314174 w 707980"/>
                      <a:gd name="connsiteY4" fmla="*/ 2207174 h 2681051"/>
                      <a:gd name="connsiteX5" fmla="*/ 389462 w 707980"/>
                      <a:gd name="connsiteY5" fmla="*/ 2540768 h 2681051"/>
                      <a:gd name="connsiteX6" fmla="*/ 367515 w 707980"/>
                      <a:gd name="connsiteY6" fmla="*/ 2672409 h 2681051"/>
                      <a:gd name="connsiteX7" fmla="*/ 706065 w 707980"/>
                      <a:gd name="connsiteY7" fmla="*/ 2653118 h 2681051"/>
                      <a:gd name="connsiteX8" fmla="*/ 491059 w 707980"/>
                      <a:gd name="connsiteY8" fmla="*/ 2529013 h 2681051"/>
                      <a:gd name="connsiteX9" fmla="*/ 498329 w 707980"/>
                      <a:gd name="connsiteY9" fmla="*/ 2235303 h 2681051"/>
                      <a:gd name="connsiteX10" fmla="*/ 529677 w 707980"/>
                      <a:gd name="connsiteY10" fmla="*/ 1944526 h 2681051"/>
                      <a:gd name="connsiteX11" fmla="*/ 377279 w 707980"/>
                      <a:gd name="connsiteY11" fmla="*/ 1463584 h 2681051"/>
                      <a:gd name="connsiteX12" fmla="*/ 334923 w 707980"/>
                      <a:gd name="connsiteY12" fmla="*/ 1247590 h 2681051"/>
                      <a:gd name="connsiteX13" fmla="*/ 318671 w 707980"/>
                      <a:gd name="connsiteY13" fmla="*/ 1069554 h 2681051"/>
                      <a:gd name="connsiteX14" fmla="*/ 373095 w 707980"/>
                      <a:gd name="connsiteY14" fmla="*/ 794184 h 2681051"/>
                      <a:gd name="connsiteX15" fmla="*/ 251999 w 707980"/>
                      <a:gd name="connsiteY15" fmla="*/ 440907 h 2681051"/>
                      <a:gd name="connsiteX16" fmla="*/ 340899 w 707980"/>
                      <a:gd name="connsiteY16" fmla="*/ 374232 h 2681051"/>
                      <a:gd name="connsiteX17" fmla="*/ 375823 w 707980"/>
                      <a:gd name="connsiteY17" fmla="*/ 256757 h 2681051"/>
                      <a:gd name="connsiteX18" fmla="*/ 331374 w 707980"/>
                      <a:gd name="connsiteY18" fmla="*/ 82132 h 2681051"/>
                      <a:gd name="connsiteX19" fmla="*/ 155158 w 707980"/>
                      <a:gd name="connsiteY19" fmla="*/ 1166 h 2681051"/>
                      <a:gd name="connsiteX20" fmla="*/ 10698 w 707980"/>
                      <a:gd name="connsiteY20" fmla="*/ 167857 h 2681051"/>
                      <a:gd name="connsiteX21" fmla="*/ 105948 w 707980"/>
                      <a:gd name="connsiteY21" fmla="*/ 399631 h 2681051"/>
                      <a:gd name="connsiteX22" fmla="*/ 23396 w 707980"/>
                      <a:gd name="connsiteY22" fmla="*/ 558379 h 2681051"/>
                      <a:gd name="connsiteX23" fmla="*/ 5522 w 707980"/>
                      <a:gd name="connsiteY23" fmla="*/ 708409 h 2681051"/>
                      <a:gd name="connsiteX0" fmla="*/ 5522 w 707980"/>
                      <a:gd name="connsiteY0" fmla="*/ 709536 h 2682178"/>
                      <a:gd name="connsiteX1" fmla="*/ 68962 w 707980"/>
                      <a:gd name="connsiteY1" fmla="*/ 1328471 h 2682178"/>
                      <a:gd name="connsiteX2" fmla="*/ 137541 w 707980"/>
                      <a:gd name="connsiteY2" fmla="*/ 1635168 h 2682178"/>
                      <a:gd name="connsiteX3" fmla="*/ 362061 w 707980"/>
                      <a:gd name="connsiteY3" fmla="*/ 1988446 h 2682178"/>
                      <a:gd name="connsiteX4" fmla="*/ 314174 w 707980"/>
                      <a:gd name="connsiteY4" fmla="*/ 2208301 h 2682178"/>
                      <a:gd name="connsiteX5" fmla="*/ 389462 w 707980"/>
                      <a:gd name="connsiteY5" fmla="*/ 2541895 h 2682178"/>
                      <a:gd name="connsiteX6" fmla="*/ 367515 w 707980"/>
                      <a:gd name="connsiteY6" fmla="*/ 2673536 h 2682178"/>
                      <a:gd name="connsiteX7" fmla="*/ 706065 w 707980"/>
                      <a:gd name="connsiteY7" fmla="*/ 2654245 h 2682178"/>
                      <a:gd name="connsiteX8" fmla="*/ 491059 w 707980"/>
                      <a:gd name="connsiteY8" fmla="*/ 2530140 h 2682178"/>
                      <a:gd name="connsiteX9" fmla="*/ 498329 w 707980"/>
                      <a:gd name="connsiteY9" fmla="*/ 2236430 h 2682178"/>
                      <a:gd name="connsiteX10" fmla="*/ 529677 w 707980"/>
                      <a:gd name="connsiteY10" fmla="*/ 1945653 h 2682178"/>
                      <a:gd name="connsiteX11" fmla="*/ 377279 w 707980"/>
                      <a:gd name="connsiteY11" fmla="*/ 1464711 h 2682178"/>
                      <a:gd name="connsiteX12" fmla="*/ 334923 w 707980"/>
                      <a:gd name="connsiteY12" fmla="*/ 1248717 h 2682178"/>
                      <a:gd name="connsiteX13" fmla="*/ 318671 w 707980"/>
                      <a:gd name="connsiteY13" fmla="*/ 1070681 h 2682178"/>
                      <a:gd name="connsiteX14" fmla="*/ 373095 w 707980"/>
                      <a:gd name="connsiteY14" fmla="*/ 795311 h 2682178"/>
                      <a:gd name="connsiteX15" fmla="*/ 251999 w 707980"/>
                      <a:gd name="connsiteY15" fmla="*/ 442034 h 2682178"/>
                      <a:gd name="connsiteX16" fmla="*/ 340899 w 707980"/>
                      <a:gd name="connsiteY16" fmla="*/ 375359 h 2682178"/>
                      <a:gd name="connsiteX17" fmla="*/ 375823 w 707980"/>
                      <a:gd name="connsiteY17" fmla="*/ 257884 h 2682178"/>
                      <a:gd name="connsiteX18" fmla="*/ 331374 w 707980"/>
                      <a:gd name="connsiteY18" fmla="*/ 83259 h 2682178"/>
                      <a:gd name="connsiteX19" fmla="*/ 155158 w 707980"/>
                      <a:gd name="connsiteY19" fmla="*/ 2293 h 2682178"/>
                      <a:gd name="connsiteX20" fmla="*/ 32623 w 707980"/>
                      <a:gd name="connsiteY20" fmla="*/ 168984 h 2682178"/>
                      <a:gd name="connsiteX21" fmla="*/ 105948 w 707980"/>
                      <a:gd name="connsiteY21" fmla="*/ 400758 h 2682178"/>
                      <a:gd name="connsiteX22" fmla="*/ 23396 w 707980"/>
                      <a:gd name="connsiteY22" fmla="*/ 559506 h 2682178"/>
                      <a:gd name="connsiteX23" fmla="*/ 5522 w 707980"/>
                      <a:gd name="connsiteY23" fmla="*/ 709536 h 2682178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8671 w 707980"/>
                      <a:gd name="connsiteY13" fmla="*/ 1051003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6678 w 707980"/>
                      <a:gd name="connsiteY13" fmla="*/ 886090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4685 w 707980"/>
                      <a:gd name="connsiteY13" fmla="*/ 91082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34923 w 707980"/>
                      <a:gd name="connsiteY12" fmla="*/ 1229039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137541 w 707980"/>
                      <a:gd name="connsiteY2" fmla="*/ 1615490 h 2662500"/>
                      <a:gd name="connsiteX3" fmla="*/ 362061 w 707980"/>
                      <a:gd name="connsiteY3" fmla="*/ 1968768 h 2662500"/>
                      <a:gd name="connsiteX4" fmla="*/ 314174 w 707980"/>
                      <a:gd name="connsiteY4" fmla="*/ 2188623 h 2662500"/>
                      <a:gd name="connsiteX5" fmla="*/ 389462 w 707980"/>
                      <a:gd name="connsiteY5" fmla="*/ 2522217 h 2662500"/>
                      <a:gd name="connsiteX6" fmla="*/ 367515 w 707980"/>
                      <a:gd name="connsiteY6" fmla="*/ 2653858 h 2662500"/>
                      <a:gd name="connsiteX7" fmla="*/ 706065 w 707980"/>
                      <a:gd name="connsiteY7" fmla="*/ 2634567 h 2662500"/>
                      <a:gd name="connsiteX8" fmla="*/ 491059 w 707980"/>
                      <a:gd name="connsiteY8" fmla="*/ 2510462 h 2662500"/>
                      <a:gd name="connsiteX9" fmla="*/ 498329 w 707980"/>
                      <a:gd name="connsiteY9" fmla="*/ 2216752 h 2662500"/>
                      <a:gd name="connsiteX10" fmla="*/ 529677 w 707980"/>
                      <a:gd name="connsiteY10" fmla="*/ 1925975 h 2662500"/>
                      <a:gd name="connsiteX11" fmla="*/ 377279 w 707980"/>
                      <a:gd name="connsiteY11" fmla="*/ 1445033 h 2662500"/>
                      <a:gd name="connsiteX12" fmla="*/ 328944 w 707980"/>
                      <a:gd name="connsiteY12" fmla="*/ 1206364 h 2662500"/>
                      <a:gd name="connsiteX13" fmla="*/ 310699 w 707980"/>
                      <a:gd name="connsiteY13" fmla="*/ 939687 h 2662500"/>
                      <a:gd name="connsiteX14" fmla="*/ 373095 w 707980"/>
                      <a:gd name="connsiteY14" fmla="*/ 775633 h 2662500"/>
                      <a:gd name="connsiteX15" fmla="*/ 251999 w 707980"/>
                      <a:gd name="connsiteY15" fmla="*/ 422356 h 2662500"/>
                      <a:gd name="connsiteX16" fmla="*/ 340899 w 707980"/>
                      <a:gd name="connsiteY16" fmla="*/ 355681 h 2662500"/>
                      <a:gd name="connsiteX17" fmla="*/ 375823 w 707980"/>
                      <a:gd name="connsiteY17" fmla="*/ 238206 h 2662500"/>
                      <a:gd name="connsiteX18" fmla="*/ 331374 w 707980"/>
                      <a:gd name="connsiteY18" fmla="*/ 63581 h 2662500"/>
                      <a:gd name="connsiteX19" fmla="*/ 151171 w 707980"/>
                      <a:gd name="connsiteY19" fmla="*/ 3229 h 2662500"/>
                      <a:gd name="connsiteX20" fmla="*/ 32623 w 707980"/>
                      <a:gd name="connsiteY20" fmla="*/ 149306 h 2662500"/>
                      <a:gd name="connsiteX21" fmla="*/ 105948 w 707980"/>
                      <a:gd name="connsiteY21" fmla="*/ 381080 h 2662500"/>
                      <a:gd name="connsiteX22" fmla="*/ 23396 w 707980"/>
                      <a:gd name="connsiteY22" fmla="*/ 539828 h 2662500"/>
                      <a:gd name="connsiteX23" fmla="*/ 5522 w 707980"/>
                      <a:gd name="connsiteY23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5729 w 707980"/>
                      <a:gd name="connsiteY2" fmla="*/ 1488357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5949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37541 w 707980"/>
                      <a:gd name="connsiteY3" fmla="*/ 1615490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205310 w 707980"/>
                      <a:gd name="connsiteY3" fmla="*/ 1712376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89749 w 707980"/>
                      <a:gd name="connsiteY2" fmla="*/ 147392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193351 w 707980"/>
                      <a:gd name="connsiteY3" fmla="*/ 1714438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529677 w 707980"/>
                      <a:gd name="connsiteY11" fmla="*/ 1925975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498329 w 707980"/>
                      <a:gd name="connsiteY10" fmla="*/ 2216752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707980"/>
                      <a:gd name="connsiteY0" fmla="*/ 689858 h 2662500"/>
                      <a:gd name="connsiteX1" fmla="*/ 68962 w 707980"/>
                      <a:gd name="connsiteY1" fmla="*/ 1308793 h 2662500"/>
                      <a:gd name="connsiteX2" fmla="*/ 91742 w 707980"/>
                      <a:gd name="connsiteY2" fmla="*/ 1488358 h 2662500"/>
                      <a:gd name="connsiteX3" fmla="*/ 207303 w 707980"/>
                      <a:gd name="connsiteY3" fmla="*/ 1710315 h 2662500"/>
                      <a:gd name="connsiteX4" fmla="*/ 362061 w 707980"/>
                      <a:gd name="connsiteY4" fmla="*/ 1968768 h 2662500"/>
                      <a:gd name="connsiteX5" fmla="*/ 314174 w 707980"/>
                      <a:gd name="connsiteY5" fmla="*/ 2188623 h 2662500"/>
                      <a:gd name="connsiteX6" fmla="*/ 389462 w 707980"/>
                      <a:gd name="connsiteY6" fmla="*/ 2522217 h 2662500"/>
                      <a:gd name="connsiteX7" fmla="*/ 367515 w 707980"/>
                      <a:gd name="connsiteY7" fmla="*/ 2653858 h 2662500"/>
                      <a:gd name="connsiteX8" fmla="*/ 706065 w 707980"/>
                      <a:gd name="connsiteY8" fmla="*/ 2634567 h 2662500"/>
                      <a:gd name="connsiteX9" fmla="*/ 491059 w 707980"/>
                      <a:gd name="connsiteY9" fmla="*/ 2510462 h 2662500"/>
                      <a:gd name="connsiteX10" fmla="*/ 668414 w 707980"/>
                      <a:gd name="connsiteY10" fmla="*/ 2211255 h 2662500"/>
                      <a:gd name="connsiteX11" fmla="*/ 617377 w 707980"/>
                      <a:gd name="connsiteY11" fmla="*/ 1871004 h 2662500"/>
                      <a:gd name="connsiteX12" fmla="*/ 377279 w 707980"/>
                      <a:gd name="connsiteY12" fmla="*/ 1445033 h 2662500"/>
                      <a:gd name="connsiteX13" fmla="*/ 328944 w 707980"/>
                      <a:gd name="connsiteY13" fmla="*/ 1206364 h 2662500"/>
                      <a:gd name="connsiteX14" fmla="*/ 310699 w 707980"/>
                      <a:gd name="connsiteY14" fmla="*/ 939687 h 2662500"/>
                      <a:gd name="connsiteX15" fmla="*/ 373095 w 707980"/>
                      <a:gd name="connsiteY15" fmla="*/ 775633 h 2662500"/>
                      <a:gd name="connsiteX16" fmla="*/ 251999 w 707980"/>
                      <a:gd name="connsiteY16" fmla="*/ 422356 h 2662500"/>
                      <a:gd name="connsiteX17" fmla="*/ 340899 w 707980"/>
                      <a:gd name="connsiteY17" fmla="*/ 355681 h 2662500"/>
                      <a:gd name="connsiteX18" fmla="*/ 375823 w 707980"/>
                      <a:gd name="connsiteY18" fmla="*/ 238206 h 2662500"/>
                      <a:gd name="connsiteX19" fmla="*/ 331374 w 707980"/>
                      <a:gd name="connsiteY19" fmla="*/ 63581 h 2662500"/>
                      <a:gd name="connsiteX20" fmla="*/ 151171 w 707980"/>
                      <a:gd name="connsiteY20" fmla="*/ 3229 h 2662500"/>
                      <a:gd name="connsiteX21" fmla="*/ 32623 w 707980"/>
                      <a:gd name="connsiteY21" fmla="*/ 149306 h 2662500"/>
                      <a:gd name="connsiteX22" fmla="*/ 105948 w 707980"/>
                      <a:gd name="connsiteY22" fmla="*/ 381080 h 2662500"/>
                      <a:gd name="connsiteX23" fmla="*/ 23396 w 707980"/>
                      <a:gd name="connsiteY23" fmla="*/ 539828 h 2662500"/>
                      <a:gd name="connsiteX24" fmla="*/ 5522 w 707980"/>
                      <a:gd name="connsiteY24" fmla="*/ 689858 h 2662500"/>
                      <a:gd name="connsiteX0" fmla="*/ 5522 w 806576"/>
                      <a:gd name="connsiteY0" fmla="*/ 689858 h 2664101"/>
                      <a:gd name="connsiteX1" fmla="*/ 68962 w 806576"/>
                      <a:gd name="connsiteY1" fmla="*/ 1308793 h 2664101"/>
                      <a:gd name="connsiteX2" fmla="*/ 91742 w 806576"/>
                      <a:gd name="connsiteY2" fmla="*/ 1488358 h 2664101"/>
                      <a:gd name="connsiteX3" fmla="*/ 207303 w 806576"/>
                      <a:gd name="connsiteY3" fmla="*/ 1710315 h 2664101"/>
                      <a:gd name="connsiteX4" fmla="*/ 362061 w 806576"/>
                      <a:gd name="connsiteY4" fmla="*/ 1968768 h 2664101"/>
                      <a:gd name="connsiteX5" fmla="*/ 314174 w 806576"/>
                      <a:gd name="connsiteY5" fmla="*/ 2188623 h 2664101"/>
                      <a:gd name="connsiteX6" fmla="*/ 389462 w 806576"/>
                      <a:gd name="connsiteY6" fmla="*/ 2522217 h 2664101"/>
                      <a:gd name="connsiteX7" fmla="*/ 367515 w 806576"/>
                      <a:gd name="connsiteY7" fmla="*/ 2653858 h 2664101"/>
                      <a:gd name="connsiteX8" fmla="*/ 706065 w 806576"/>
                      <a:gd name="connsiteY8" fmla="*/ 2634567 h 2664101"/>
                      <a:gd name="connsiteX9" fmla="*/ 770105 w 806576"/>
                      <a:gd name="connsiteY9" fmla="*/ 2469234 h 2664101"/>
                      <a:gd name="connsiteX10" fmla="*/ 668414 w 806576"/>
                      <a:gd name="connsiteY10" fmla="*/ 2211255 h 2664101"/>
                      <a:gd name="connsiteX11" fmla="*/ 617377 w 806576"/>
                      <a:gd name="connsiteY11" fmla="*/ 1871004 h 2664101"/>
                      <a:gd name="connsiteX12" fmla="*/ 377279 w 806576"/>
                      <a:gd name="connsiteY12" fmla="*/ 1445033 h 2664101"/>
                      <a:gd name="connsiteX13" fmla="*/ 328944 w 806576"/>
                      <a:gd name="connsiteY13" fmla="*/ 1206364 h 2664101"/>
                      <a:gd name="connsiteX14" fmla="*/ 310699 w 806576"/>
                      <a:gd name="connsiteY14" fmla="*/ 939687 h 2664101"/>
                      <a:gd name="connsiteX15" fmla="*/ 373095 w 806576"/>
                      <a:gd name="connsiteY15" fmla="*/ 775633 h 2664101"/>
                      <a:gd name="connsiteX16" fmla="*/ 251999 w 806576"/>
                      <a:gd name="connsiteY16" fmla="*/ 422356 h 2664101"/>
                      <a:gd name="connsiteX17" fmla="*/ 340899 w 806576"/>
                      <a:gd name="connsiteY17" fmla="*/ 355681 h 2664101"/>
                      <a:gd name="connsiteX18" fmla="*/ 375823 w 806576"/>
                      <a:gd name="connsiteY18" fmla="*/ 238206 h 2664101"/>
                      <a:gd name="connsiteX19" fmla="*/ 331374 w 806576"/>
                      <a:gd name="connsiteY19" fmla="*/ 63581 h 2664101"/>
                      <a:gd name="connsiteX20" fmla="*/ 151171 w 806576"/>
                      <a:gd name="connsiteY20" fmla="*/ 3229 h 2664101"/>
                      <a:gd name="connsiteX21" fmla="*/ 32623 w 806576"/>
                      <a:gd name="connsiteY21" fmla="*/ 149306 h 2664101"/>
                      <a:gd name="connsiteX22" fmla="*/ 105948 w 806576"/>
                      <a:gd name="connsiteY22" fmla="*/ 381080 h 2664101"/>
                      <a:gd name="connsiteX23" fmla="*/ 23396 w 806576"/>
                      <a:gd name="connsiteY23" fmla="*/ 539828 h 2664101"/>
                      <a:gd name="connsiteX24" fmla="*/ 5522 w 806576"/>
                      <a:gd name="connsiteY24" fmla="*/ 689858 h 2664101"/>
                      <a:gd name="connsiteX0" fmla="*/ 5522 w 996293"/>
                      <a:gd name="connsiteY0" fmla="*/ 689858 h 2654114"/>
                      <a:gd name="connsiteX1" fmla="*/ 68962 w 996293"/>
                      <a:gd name="connsiteY1" fmla="*/ 1308793 h 2654114"/>
                      <a:gd name="connsiteX2" fmla="*/ 91742 w 996293"/>
                      <a:gd name="connsiteY2" fmla="*/ 1488358 h 2654114"/>
                      <a:gd name="connsiteX3" fmla="*/ 207303 w 996293"/>
                      <a:gd name="connsiteY3" fmla="*/ 1710315 h 2654114"/>
                      <a:gd name="connsiteX4" fmla="*/ 362061 w 996293"/>
                      <a:gd name="connsiteY4" fmla="*/ 1968768 h 2654114"/>
                      <a:gd name="connsiteX5" fmla="*/ 314174 w 996293"/>
                      <a:gd name="connsiteY5" fmla="*/ 2188623 h 2654114"/>
                      <a:gd name="connsiteX6" fmla="*/ 389462 w 996293"/>
                      <a:gd name="connsiteY6" fmla="*/ 2522217 h 2654114"/>
                      <a:gd name="connsiteX7" fmla="*/ 367515 w 996293"/>
                      <a:gd name="connsiteY7" fmla="*/ 2653858 h 2654114"/>
                      <a:gd name="connsiteX8" fmla="*/ 982453 w 996293"/>
                      <a:gd name="connsiteY8" fmla="*/ 2494392 h 2654114"/>
                      <a:gd name="connsiteX9" fmla="*/ 770105 w 996293"/>
                      <a:gd name="connsiteY9" fmla="*/ 2469234 h 2654114"/>
                      <a:gd name="connsiteX10" fmla="*/ 668414 w 996293"/>
                      <a:gd name="connsiteY10" fmla="*/ 2211255 h 2654114"/>
                      <a:gd name="connsiteX11" fmla="*/ 617377 w 996293"/>
                      <a:gd name="connsiteY11" fmla="*/ 1871004 h 2654114"/>
                      <a:gd name="connsiteX12" fmla="*/ 377279 w 996293"/>
                      <a:gd name="connsiteY12" fmla="*/ 1445033 h 2654114"/>
                      <a:gd name="connsiteX13" fmla="*/ 328944 w 996293"/>
                      <a:gd name="connsiteY13" fmla="*/ 1206364 h 2654114"/>
                      <a:gd name="connsiteX14" fmla="*/ 310699 w 996293"/>
                      <a:gd name="connsiteY14" fmla="*/ 939687 h 2654114"/>
                      <a:gd name="connsiteX15" fmla="*/ 373095 w 996293"/>
                      <a:gd name="connsiteY15" fmla="*/ 775633 h 2654114"/>
                      <a:gd name="connsiteX16" fmla="*/ 251999 w 996293"/>
                      <a:gd name="connsiteY16" fmla="*/ 422356 h 2654114"/>
                      <a:gd name="connsiteX17" fmla="*/ 340899 w 996293"/>
                      <a:gd name="connsiteY17" fmla="*/ 355681 h 2654114"/>
                      <a:gd name="connsiteX18" fmla="*/ 375823 w 996293"/>
                      <a:gd name="connsiteY18" fmla="*/ 238206 h 2654114"/>
                      <a:gd name="connsiteX19" fmla="*/ 331374 w 996293"/>
                      <a:gd name="connsiteY19" fmla="*/ 63581 h 2654114"/>
                      <a:gd name="connsiteX20" fmla="*/ 151171 w 996293"/>
                      <a:gd name="connsiteY20" fmla="*/ 3229 h 2654114"/>
                      <a:gd name="connsiteX21" fmla="*/ 32623 w 996293"/>
                      <a:gd name="connsiteY21" fmla="*/ 149306 h 2654114"/>
                      <a:gd name="connsiteX22" fmla="*/ 105948 w 996293"/>
                      <a:gd name="connsiteY22" fmla="*/ 381080 h 2654114"/>
                      <a:gd name="connsiteX23" fmla="*/ 23396 w 996293"/>
                      <a:gd name="connsiteY23" fmla="*/ 539828 h 2654114"/>
                      <a:gd name="connsiteX24" fmla="*/ 5522 w 996293"/>
                      <a:gd name="connsiteY24" fmla="*/ 689858 h 2654114"/>
                      <a:gd name="connsiteX0" fmla="*/ 5522 w 983171"/>
                      <a:gd name="connsiteY0" fmla="*/ 689858 h 2602400"/>
                      <a:gd name="connsiteX1" fmla="*/ 68962 w 983171"/>
                      <a:gd name="connsiteY1" fmla="*/ 1308793 h 2602400"/>
                      <a:gd name="connsiteX2" fmla="*/ 91742 w 983171"/>
                      <a:gd name="connsiteY2" fmla="*/ 1488358 h 2602400"/>
                      <a:gd name="connsiteX3" fmla="*/ 207303 w 983171"/>
                      <a:gd name="connsiteY3" fmla="*/ 1710315 h 2602400"/>
                      <a:gd name="connsiteX4" fmla="*/ 362061 w 983171"/>
                      <a:gd name="connsiteY4" fmla="*/ 1968768 h 2602400"/>
                      <a:gd name="connsiteX5" fmla="*/ 314174 w 983171"/>
                      <a:gd name="connsiteY5" fmla="*/ 2188623 h 2602400"/>
                      <a:gd name="connsiteX6" fmla="*/ 389462 w 983171"/>
                      <a:gd name="connsiteY6" fmla="*/ 2522217 h 2602400"/>
                      <a:gd name="connsiteX7" fmla="*/ 821962 w 983171"/>
                      <a:gd name="connsiteY7" fmla="*/ 2601635 h 2602400"/>
                      <a:gd name="connsiteX8" fmla="*/ 982453 w 983171"/>
                      <a:gd name="connsiteY8" fmla="*/ 2494392 h 2602400"/>
                      <a:gd name="connsiteX9" fmla="*/ 770105 w 983171"/>
                      <a:gd name="connsiteY9" fmla="*/ 2469234 h 2602400"/>
                      <a:gd name="connsiteX10" fmla="*/ 668414 w 983171"/>
                      <a:gd name="connsiteY10" fmla="*/ 2211255 h 2602400"/>
                      <a:gd name="connsiteX11" fmla="*/ 617377 w 983171"/>
                      <a:gd name="connsiteY11" fmla="*/ 1871004 h 2602400"/>
                      <a:gd name="connsiteX12" fmla="*/ 377279 w 983171"/>
                      <a:gd name="connsiteY12" fmla="*/ 1445033 h 2602400"/>
                      <a:gd name="connsiteX13" fmla="*/ 328944 w 983171"/>
                      <a:gd name="connsiteY13" fmla="*/ 1206364 h 2602400"/>
                      <a:gd name="connsiteX14" fmla="*/ 310699 w 983171"/>
                      <a:gd name="connsiteY14" fmla="*/ 939687 h 2602400"/>
                      <a:gd name="connsiteX15" fmla="*/ 373095 w 983171"/>
                      <a:gd name="connsiteY15" fmla="*/ 775633 h 2602400"/>
                      <a:gd name="connsiteX16" fmla="*/ 251999 w 983171"/>
                      <a:gd name="connsiteY16" fmla="*/ 422356 h 2602400"/>
                      <a:gd name="connsiteX17" fmla="*/ 340899 w 983171"/>
                      <a:gd name="connsiteY17" fmla="*/ 355681 h 2602400"/>
                      <a:gd name="connsiteX18" fmla="*/ 375823 w 983171"/>
                      <a:gd name="connsiteY18" fmla="*/ 238206 h 2602400"/>
                      <a:gd name="connsiteX19" fmla="*/ 331374 w 983171"/>
                      <a:gd name="connsiteY19" fmla="*/ 63581 h 2602400"/>
                      <a:gd name="connsiteX20" fmla="*/ 151171 w 983171"/>
                      <a:gd name="connsiteY20" fmla="*/ 3229 h 2602400"/>
                      <a:gd name="connsiteX21" fmla="*/ 32623 w 983171"/>
                      <a:gd name="connsiteY21" fmla="*/ 149306 h 2602400"/>
                      <a:gd name="connsiteX22" fmla="*/ 105948 w 983171"/>
                      <a:gd name="connsiteY22" fmla="*/ 381080 h 2602400"/>
                      <a:gd name="connsiteX23" fmla="*/ 23396 w 983171"/>
                      <a:gd name="connsiteY23" fmla="*/ 539828 h 2602400"/>
                      <a:gd name="connsiteX24" fmla="*/ 5522 w 983171"/>
                      <a:gd name="connsiteY24" fmla="*/ 689858 h 2602400"/>
                      <a:gd name="connsiteX0" fmla="*/ 5522 w 982912"/>
                      <a:gd name="connsiteY0" fmla="*/ 689858 h 2601944"/>
                      <a:gd name="connsiteX1" fmla="*/ 68962 w 982912"/>
                      <a:gd name="connsiteY1" fmla="*/ 1308793 h 2601944"/>
                      <a:gd name="connsiteX2" fmla="*/ 91742 w 982912"/>
                      <a:gd name="connsiteY2" fmla="*/ 1488358 h 2601944"/>
                      <a:gd name="connsiteX3" fmla="*/ 207303 w 982912"/>
                      <a:gd name="connsiteY3" fmla="*/ 1710315 h 2601944"/>
                      <a:gd name="connsiteX4" fmla="*/ 362061 w 982912"/>
                      <a:gd name="connsiteY4" fmla="*/ 1968768 h 2601944"/>
                      <a:gd name="connsiteX5" fmla="*/ 314174 w 982912"/>
                      <a:gd name="connsiteY5" fmla="*/ 2188623 h 2601944"/>
                      <a:gd name="connsiteX6" fmla="*/ 660535 w 982912"/>
                      <a:gd name="connsiteY6" fmla="*/ 2513972 h 2601944"/>
                      <a:gd name="connsiteX7" fmla="*/ 821962 w 982912"/>
                      <a:gd name="connsiteY7" fmla="*/ 2601635 h 2601944"/>
                      <a:gd name="connsiteX8" fmla="*/ 982453 w 982912"/>
                      <a:gd name="connsiteY8" fmla="*/ 2494392 h 2601944"/>
                      <a:gd name="connsiteX9" fmla="*/ 770105 w 982912"/>
                      <a:gd name="connsiteY9" fmla="*/ 2469234 h 2601944"/>
                      <a:gd name="connsiteX10" fmla="*/ 668414 w 982912"/>
                      <a:gd name="connsiteY10" fmla="*/ 2211255 h 2601944"/>
                      <a:gd name="connsiteX11" fmla="*/ 617377 w 982912"/>
                      <a:gd name="connsiteY11" fmla="*/ 1871004 h 2601944"/>
                      <a:gd name="connsiteX12" fmla="*/ 377279 w 982912"/>
                      <a:gd name="connsiteY12" fmla="*/ 1445033 h 2601944"/>
                      <a:gd name="connsiteX13" fmla="*/ 328944 w 982912"/>
                      <a:gd name="connsiteY13" fmla="*/ 1206364 h 2601944"/>
                      <a:gd name="connsiteX14" fmla="*/ 310699 w 982912"/>
                      <a:gd name="connsiteY14" fmla="*/ 939687 h 2601944"/>
                      <a:gd name="connsiteX15" fmla="*/ 373095 w 982912"/>
                      <a:gd name="connsiteY15" fmla="*/ 775633 h 2601944"/>
                      <a:gd name="connsiteX16" fmla="*/ 251999 w 982912"/>
                      <a:gd name="connsiteY16" fmla="*/ 422356 h 2601944"/>
                      <a:gd name="connsiteX17" fmla="*/ 340899 w 982912"/>
                      <a:gd name="connsiteY17" fmla="*/ 355681 h 2601944"/>
                      <a:gd name="connsiteX18" fmla="*/ 375823 w 982912"/>
                      <a:gd name="connsiteY18" fmla="*/ 238206 h 2601944"/>
                      <a:gd name="connsiteX19" fmla="*/ 331374 w 982912"/>
                      <a:gd name="connsiteY19" fmla="*/ 63581 h 2601944"/>
                      <a:gd name="connsiteX20" fmla="*/ 151171 w 982912"/>
                      <a:gd name="connsiteY20" fmla="*/ 3229 h 2601944"/>
                      <a:gd name="connsiteX21" fmla="*/ 32623 w 982912"/>
                      <a:gd name="connsiteY21" fmla="*/ 149306 h 2601944"/>
                      <a:gd name="connsiteX22" fmla="*/ 105948 w 982912"/>
                      <a:gd name="connsiteY22" fmla="*/ 381080 h 2601944"/>
                      <a:gd name="connsiteX23" fmla="*/ 23396 w 982912"/>
                      <a:gd name="connsiteY23" fmla="*/ 539828 h 2601944"/>
                      <a:gd name="connsiteX24" fmla="*/ 5522 w 982912"/>
                      <a:gd name="connsiteY24" fmla="*/ 689858 h 2601944"/>
                      <a:gd name="connsiteX0" fmla="*/ 5522 w 983056"/>
                      <a:gd name="connsiteY0" fmla="*/ 689858 h 2637511"/>
                      <a:gd name="connsiteX1" fmla="*/ 68962 w 983056"/>
                      <a:gd name="connsiteY1" fmla="*/ 1308793 h 2637511"/>
                      <a:gd name="connsiteX2" fmla="*/ 91742 w 983056"/>
                      <a:gd name="connsiteY2" fmla="*/ 1488358 h 2637511"/>
                      <a:gd name="connsiteX3" fmla="*/ 207303 w 983056"/>
                      <a:gd name="connsiteY3" fmla="*/ 1710315 h 2637511"/>
                      <a:gd name="connsiteX4" fmla="*/ 362061 w 983056"/>
                      <a:gd name="connsiteY4" fmla="*/ 1968768 h 2637511"/>
                      <a:gd name="connsiteX5" fmla="*/ 314174 w 983056"/>
                      <a:gd name="connsiteY5" fmla="*/ 2188623 h 2637511"/>
                      <a:gd name="connsiteX6" fmla="*/ 660535 w 983056"/>
                      <a:gd name="connsiteY6" fmla="*/ 2513972 h 2637511"/>
                      <a:gd name="connsiteX7" fmla="*/ 705028 w 983056"/>
                      <a:gd name="connsiteY7" fmla="*/ 2637366 h 2637511"/>
                      <a:gd name="connsiteX8" fmla="*/ 982453 w 983056"/>
                      <a:gd name="connsiteY8" fmla="*/ 2494392 h 2637511"/>
                      <a:gd name="connsiteX9" fmla="*/ 770105 w 983056"/>
                      <a:gd name="connsiteY9" fmla="*/ 2469234 h 2637511"/>
                      <a:gd name="connsiteX10" fmla="*/ 668414 w 983056"/>
                      <a:gd name="connsiteY10" fmla="*/ 2211255 h 2637511"/>
                      <a:gd name="connsiteX11" fmla="*/ 617377 w 983056"/>
                      <a:gd name="connsiteY11" fmla="*/ 1871004 h 2637511"/>
                      <a:gd name="connsiteX12" fmla="*/ 377279 w 983056"/>
                      <a:gd name="connsiteY12" fmla="*/ 1445033 h 2637511"/>
                      <a:gd name="connsiteX13" fmla="*/ 328944 w 983056"/>
                      <a:gd name="connsiteY13" fmla="*/ 1206364 h 2637511"/>
                      <a:gd name="connsiteX14" fmla="*/ 310699 w 983056"/>
                      <a:gd name="connsiteY14" fmla="*/ 939687 h 2637511"/>
                      <a:gd name="connsiteX15" fmla="*/ 373095 w 983056"/>
                      <a:gd name="connsiteY15" fmla="*/ 775633 h 2637511"/>
                      <a:gd name="connsiteX16" fmla="*/ 251999 w 983056"/>
                      <a:gd name="connsiteY16" fmla="*/ 422356 h 2637511"/>
                      <a:gd name="connsiteX17" fmla="*/ 340899 w 983056"/>
                      <a:gd name="connsiteY17" fmla="*/ 355681 h 2637511"/>
                      <a:gd name="connsiteX18" fmla="*/ 375823 w 983056"/>
                      <a:gd name="connsiteY18" fmla="*/ 238206 h 2637511"/>
                      <a:gd name="connsiteX19" fmla="*/ 331374 w 983056"/>
                      <a:gd name="connsiteY19" fmla="*/ 63581 h 2637511"/>
                      <a:gd name="connsiteX20" fmla="*/ 151171 w 983056"/>
                      <a:gd name="connsiteY20" fmla="*/ 3229 h 2637511"/>
                      <a:gd name="connsiteX21" fmla="*/ 32623 w 983056"/>
                      <a:gd name="connsiteY21" fmla="*/ 149306 h 2637511"/>
                      <a:gd name="connsiteX22" fmla="*/ 105948 w 983056"/>
                      <a:gd name="connsiteY22" fmla="*/ 381080 h 2637511"/>
                      <a:gd name="connsiteX23" fmla="*/ 23396 w 983056"/>
                      <a:gd name="connsiteY23" fmla="*/ 539828 h 2637511"/>
                      <a:gd name="connsiteX24" fmla="*/ 5522 w 983056"/>
                      <a:gd name="connsiteY24" fmla="*/ 689858 h 2637511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362061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5522 w 983056"/>
                      <a:gd name="connsiteY0" fmla="*/ 689858 h 2637483"/>
                      <a:gd name="connsiteX1" fmla="*/ 68962 w 983056"/>
                      <a:gd name="connsiteY1" fmla="*/ 1308793 h 2637483"/>
                      <a:gd name="connsiteX2" fmla="*/ 91742 w 983056"/>
                      <a:gd name="connsiteY2" fmla="*/ 1488358 h 2637483"/>
                      <a:gd name="connsiteX3" fmla="*/ 207303 w 983056"/>
                      <a:gd name="connsiteY3" fmla="*/ 1710315 h 2637483"/>
                      <a:gd name="connsiteX4" fmla="*/ 447103 w 983056"/>
                      <a:gd name="connsiteY4" fmla="*/ 1968768 h 2637483"/>
                      <a:gd name="connsiteX5" fmla="*/ 510836 w 983056"/>
                      <a:gd name="connsiteY5" fmla="*/ 2268331 h 2637483"/>
                      <a:gd name="connsiteX6" fmla="*/ 660535 w 983056"/>
                      <a:gd name="connsiteY6" fmla="*/ 2513972 h 2637483"/>
                      <a:gd name="connsiteX7" fmla="*/ 705028 w 983056"/>
                      <a:gd name="connsiteY7" fmla="*/ 2637366 h 2637483"/>
                      <a:gd name="connsiteX8" fmla="*/ 982453 w 983056"/>
                      <a:gd name="connsiteY8" fmla="*/ 2494392 h 2637483"/>
                      <a:gd name="connsiteX9" fmla="*/ 770105 w 983056"/>
                      <a:gd name="connsiteY9" fmla="*/ 2469234 h 2637483"/>
                      <a:gd name="connsiteX10" fmla="*/ 668414 w 983056"/>
                      <a:gd name="connsiteY10" fmla="*/ 2211255 h 2637483"/>
                      <a:gd name="connsiteX11" fmla="*/ 617377 w 983056"/>
                      <a:gd name="connsiteY11" fmla="*/ 1871004 h 2637483"/>
                      <a:gd name="connsiteX12" fmla="*/ 377279 w 983056"/>
                      <a:gd name="connsiteY12" fmla="*/ 1445033 h 2637483"/>
                      <a:gd name="connsiteX13" fmla="*/ 328944 w 983056"/>
                      <a:gd name="connsiteY13" fmla="*/ 1206364 h 2637483"/>
                      <a:gd name="connsiteX14" fmla="*/ 310699 w 983056"/>
                      <a:gd name="connsiteY14" fmla="*/ 939687 h 2637483"/>
                      <a:gd name="connsiteX15" fmla="*/ 373095 w 983056"/>
                      <a:gd name="connsiteY15" fmla="*/ 775633 h 2637483"/>
                      <a:gd name="connsiteX16" fmla="*/ 251999 w 983056"/>
                      <a:gd name="connsiteY16" fmla="*/ 422356 h 2637483"/>
                      <a:gd name="connsiteX17" fmla="*/ 340899 w 983056"/>
                      <a:gd name="connsiteY17" fmla="*/ 355681 h 2637483"/>
                      <a:gd name="connsiteX18" fmla="*/ 375823 w 983056"/>
                      <a:gd name="connsiteY18" fmla="*/ 238206 h 2637483"/>
                      <a:gd name="connsiteX19" fmla="*/ 331374 w 983056"/>
                      <a:gd name="connsiteY19" fmla="*/ 63581 h 2637483"/>
                      <a:gd name="connsiteX20" fmla="*/ 151171 w 983056"/>
                      <a:gd name="connsiteY20" fmla="*/ 3229 h 2637483"/>
                      <a:gd name="connsiteX21" fmla="*/ 32623 w 983056"/>
                      <a:gd name="connsiteY21" fmla="*/ 149306 h 2637483"/>
                      <a:gd name="connsiteX22" fmla="*/ 105948 w 983056"/>
                      <a:gd name="connsiteY22" fmla="*/ 381080 h 2637483"/>
                      <a:gd name="connsiteX23" fmla="*/ 23396 w 983056"/>
                      <a:gd name="connsiteY23" fmla="*/ 539828 h 2637483"/>
                      <a:gd name="connsiteX24" fmla="*/ 5522 w 983056"/>
                      <a:gd name="connsiteY24" fmla="*/ 689858 h 2637483"/>
                      <a:gd name="connsiteX0" fmla="*/ 22741 w 1000275"/>
                      <a:gd name="connsiteY0" fmla="*/ 689858 h 2637483"/>
                      <a:gd name="connsiteX1" fmla="*/ 86181 w 1000275"/>
                      <a:gd name="connsiteY1" fmla="*/ 1308793 h 2637483"/>
                      <a:gd name="connsiteX2" fmla="*/ 0 w 1000275"/>
                      <a:gd name="connsiteY2" fmla="*/ 1444382 h 2637483"/>
                      <a:gd name="connsiteX3" fmla="*/ 224522 w 1000275"/>
                      <a:gd name="connsiteY3" fmla="*/ 1710315 h 2637483"/>
                      <a:gd name="connsiteX4" fmla="*/ 464322 w 1000275"/>
                      <a:gd name="connsiteY4" fmla="*/ 1968768 h 2637483"/>
                      <a:gd name="connsiteX5" fmla="*/ 528055 w 1000275"/>
                      <a:gd name="connsiteY5" fmla="*/ 2268331 h 2637483"/>
                      <a:gd name="connsiteX6" fmla="*/ 677754 w 1000275"/>
                      <a:gd name="connsiteY6" fmla="*/ 2513972 h 2637483"/>
                      <a:gd name="connsiteX7" fmla="*/ 722247 w 1000275"/>
                      <a:gd name="connsiteY7" fmla="*/ 2637366 h 2637483"/>
                      <a:gd name="connsiteX8" fmla="*/ 999672 w 1000275"/>
                      <a:gd name="connsiteY8" fmla="*/ 2494392 h 2637483"/>
                      <a:gd name="connsiteX9" fmla="*/ 787324 w 1000275"/>
                      <a:gd name="connsiteY9" fmla="*/ 2469234 h 2637483"/>
                      <a:gd name="connsiteX10" fmla="*/ 685633 w 1000275"/>
                      <a:gd name="connsiteY10" fmla="*/ 2211255 h 2637483"/>
                      <a:gd name="connsiteX11" fmla="*/ 634596 w 1000275"/>
                      <a:gd name="connsiteY11" fmla="*/ 1871004 h 2637483"/>
                      <a:gd name="connsiteX12" fmla="*/ 394498 w 1000275"/>
                      <a:gd name="connsiteY12" fmla="*/ 1445033 h 2637483"/>
                      <a:gd name="connsiteX13" fmla="*/ 346163 w 1000275"/>
                      <a:gd name="connsiteY13" fmla="*/ 1206364 h 2637483"/>
                      <a:gd name="connsiteX14" fmla="*/ 327918 w 1000275"/>
                      <a:gd name="connsiteY14" fmla="*/ 939687 h 2637483"/>
                      <a:gd name="connsiteX15" fmla="*/ 390314 w 1000275"/>
                      <a:gd name="connsiteY15" fmla="*/ 775633 h 2637483"/>
                      <a:gd name="connsiteX16" fmla="*/ 269218 w 1000275"/>
                      <a:gd name="connsiteY16" fmla="*/ 422356 h 2637483"/>
                      <a:gd name="connsiteX17" fmla="*/ 358118 w 1000275"/>
                      <a:gd name="connsiteY17" fmla="*/ 355681 h 2637483"/>
                      <a:gd name="connsiteX18" fmla="*/ 393042 w 1000275"/>
                      <a:gd name="connsiteY18" fmla="*/ 238206 h 2637483"/>
                      <a:gd name="connsiteX19" fmla="*/ 348593 w 1000275"/>
                      <a:gd name="connsiteY19" fmla="*/ 63581 h 2637483"/>
                      <a:gd name="connsiteX20" fmla="*/ 168390 w 1000275"/>
                      <a:gd name="connsiteY20" fmla="*/ 3229 h 2637483"/>
                      <a:gd name="connsiteX21" fmla="*/ 49842 w 1000275"/>
                      <a:gd name="connsiteY21" fmla="*/ 149306 h 2637483"/>
                      <a:gd name="connsiteX22" fmla="*/ 123167 w 1000275"/>
                      <a:gd name="connsiteY22" fmla="*/ 381080 h 2637483"/>
                      <a:gd name="connsiteX23" fmla="*/ 40615 w 1000275"/>
                      <a:gd name="connsiteY23" fmla="*/ 539828 h 2637483"/>
                      <a:gd name="connsiteX24" fmla="*/ 22741 w 1000275"/>
                      <a:gd name="connsiteY24" fmla="*/ 689858 h 2637483"/>
                      <a:gd name="connsiteX0" fmla="*/ 30887 w 1008421"/>
                      <a:gd name="connsiteY0" fmla="*/ 689858 h 2637483"/>
                      <a:gd name="connsiteX1" fmla="*/ 6627 w 1008421"/>
                      <a:gd name="connsiteY1" fmla="*/ 1256570 h 2637483"/>
                      <a:gd name="connsiteX2" fmla="*/ 8146 w 1008421"/>
                      <a:gd name="connsiteY2" fmla="*/ 1444382 h 2637483"/>
                      <a:gd name="connsiteX3" fmla="*/ 232668 w 1008421"/>
                      <a:gd name="connsiteY3" fmla="*/ 1710315 h 2637483"/>
                      <a:gd name="connsiteX4" fmla="*/ 472468 w 1008421"/>
                      <a:gd name="connsiteY4" fmla="*/ 1968768 h 2637483"/>
                      <a:gd name="connsiteX5" fmla="*/ 536201 w 1008421"/>
                      <a:gd name="connsiteY5" fmla="*/ 2268331 h 2637483"/>
                      <a:gd name="connsiteX6" fmla="*/ 685900 w 1008421"/>
                      <a:gd name="connsiteY6" fmla="*/ 2513972 h 2637483"/>
                      <a:gd name="connsiteX7" fmla="*/ 730393 w 1008421"/>
                      <a:gd name="connsiteY7" fmla="*/ 2637366 h 2637483"/>
                      <a:gd name="connsiteX8" fmla="*/ 1007818 w 1008421"/>
                      <a:gd name="connsiteY8" fmla="*/ 2494392 h 2637483"/>
                      <a:gd name="connsiteX9" fmla="*/ 795470 w 1008421"/>
                      <a:gd name="connsiteY9" fmla="*/ 2469234 h 2637483"/>
                      <a:gd name="connsiteX10" fmla="*/ 693779 w 1008421"/>
                      <a:gd name="connsiteY10" fmla="*/ 2211255 h 2637483"/>
                      <a:gd name="connsiteX11" fmla="*/ 642742 w 1008421"/>
                      <a:gd name="connsiteY11" fmla="*/ 1871004 h 2637483"/>
                      <a:gd name="connsiteX12" fmla="*/ 402644 w 1008421"/>
                      <a:gd name="connsiteY12" fmla="*/ 1445033 h 2637483"/>
                      <a:gd name="connsiteX13" fmla="*/ 354309 w 1008421"/>
                      <a:gd name="connsiteY13" fmla="*/ 1206364 h 2637483"/>
                      <a:gd name="connsiteX14" fmla="*/ 336064 w 1008421"/>
                      <a:gd name="connsiteY14" fmla="*/ 939687 h 2637483"/>
                      <a:gd name="connsiteX15" fmla="*/ 398460 w 1008421"/>
                      <a:gd name="connsiteY15" fmla="*/ 775633 h 2637483"/>
                      <a:gd name="connsiteX16" fmla="*/ 277364 w 1008421"/>
                      <a:gd name="connsiteY16" fmla="*/ 422356 h 2637483"/>
                      <a:gd name="connsiteX17" fmla="*/ 366264 w 1008421"/>
                      <a:gd name="connsiteY17" fmla="*/ 355681 h 2637483"/>
                      <a:gd name="connsiteX18" fmla="*/ 401188 w 1008421"/>
                      <a:gd name="connsiteY18" fmla="*/ 238206 h 2637483"/>
                      <a:gd name="connsiteX19" fmla="*/ 356739 w 1008421"/>
                      <a:gd name="connsiteY19" fmla="*/ 63581 h 2637483"/>
                      <a:gd name="connsiteX20" fmla="*/ 176536 w 1008421"/>
                      <a:gd name="connsiteY20" fmla="*/ 3229 h 2637483"/>
                      <a:gd name="connsiteX21" fmla="*/ 57988 w 1008421"/>
                      <a:gd name="connsiteY21" fmla="*/ 149306 h 2637483"/>
                      <a:gd name="connsiteX22" fmla="*/ 131313 w 1008421"/>
                      <a:gd name="connsiteY22" fmla="*/ 381080 h 2637483"/>
                      <a:gd name="connsiteX23" fmla="*/ 48761 w 1008421"/>
                      <a:gd name="connsiteY23" fmla="*/ 539828 h 2637483"/>
                      <a:gd name="connsiteX24" fmla="*/ 30887 w 1008421"/>
                      <a:gd name="connsiteY24" fmla="*/ 689858 h 2637483"/>
                      <a:gd name="connsiteX0" fmla="*/ 33167 w 1010701"/>
                      <a:gd name="connsiteY0" fmla="*/ 689858 h 2637483"/>
                      <a:gd name="connsiteX1" fmla="*/ 923 w 1010701"/>
                      <a:gd name="connsiteY1" fmla="*/ 1032556 h 2637483"/>
                      <a:gd name="connsiteX2" fmla="*/ 8907 w 1010701"/>
                      <a:gd name="connsiteY2" fmla="*/ 1256570 h 2637483"/>
                      <a:gd name="connsiteX3" fmla="*/ 10426 w 1010701"/>
                      <a:gd name="connsiteY3" fmla="*/ 1444382 h 2637483"/>
                      <a:gd name="connsiteX4" fmla="*/ 234948 w 1010701"/>
                      <a:gd name="connsiteY4" fmla="*/ 1710315 h 2637483"/>
                      <a:gd name="connsiteX5" fmla="*/ 474748 w 1010701"/>
                      <a:gd name="connsiteY5" fmla="*/ 1968768 h 2637483"/>
                      <a:gd name="connsiteX6" fmla="*/ 538481 w 1010701"/>
                      <a:gd name="connsiteY6" fmla="*/ 2268331 h 2637483"/>
                      <a:gd name="connsiteX7" fmla="*/ 688180 w 1010701"/>
                      <a:gd name="connsiteY7" fmla="*/ 2513972 h 2637483"/>
                      <a:gd name="connsiteX8" fmla="*/ 732673 w 1010701"/>
                      <a:gd name="connsiteY8" fmla="*/ 2637366 h 2637483"/>
                      <a:gd name="connsiteX9" fmla="*/ 1010098 w 1010701"/>
                      <a:gd name="connsiteY9" fmla="*/ 2494392 h 2637483"/>
                      <a:gd name="connsiteX10" fmla="*/ 797750 w 1010701"/>
                      <a:gd name="connsiteY10" fmla="*/ 2469234 h 2637483"/>
                      <a:gd name="connsiteX11" fmla="*/ 696059 w 1010701"/>
                      <a:gd name="connsiteY11" fmla="*/ 2211255 h 2637483"/>
                      <a:gd name="connsiteX12" fmla="*/ 645022 w 1010701"/>
                      <a:gd name="connsiteY12" fmla="*/ 1871004 h 2637483"/>
                      <a:gd name="connsiteX13" fmla="*/ 404924 w 1010701"/>
                      <a:gd name="connsiteY13" fmla="*/ 1445033 h 2637483"/>
                      <a:gd name="connsiteX14" fmla="*/ 356589 w 1010701"/>
                      <a:gd name="connsiteY14" fmla="*/ 1206364 h 2637483"/>
                      <a:gd name="connsiteX15" fmla="*/ 338344 w 1010701"/>
                      <a:gd name="connsiteY15" fmla="*/ 939687 h 2637483"/>
                      <a:gd name="connsiteX16" fmla="*/ 400740 w 1010701"/>
                      <a:gd name="connsiteY16" fmla="*/ 775633 h 2637483"/>
                      <a:gd name="connsiteX17" fmla="*/ 279644 w 1010701"/>
                      <a:gd name="connsiteY17" fmla="*/ 422356 h 2637483"/>
                      <a:gd name="connsiteX18" fmla="*/ 368544 w 1010701"/>
                      <a:gd name="connsiteY18" fmla="*/ 355681 h 2637483"/>
                      <a:gd name="connsiteX19" fmla="*/ 403468 w 1010701"/>
                      <a:gd name="connsiteY19" fmla="*/ 238206 h 2637483"/>
                      <a:gd name="connsiteX20" fmla="*/ 359019 w 1010701"/>
                      <a:gd name="connsiteY20" fmla="*/ 63581 h 2637483"/>
                      <a:gd name="connsiteX21" fmla="*/ 178816 w 1010701"/>
                      <a:gd name="connsiteY21" fmla="*/ 3229 h 2637483"/>
                      <a:gd name="connsiteX22" fmla="*/ 60268 w 1010701"/>
                      <a:gd name="connsiteY22" fmla="*/ 149306 h 2637483"/>
                      <a:gd name="connsiteX23" fmla="*/ 133593 w 1010701"/>
                      <a:gd name="connsiteY23" fmla="*/ 381080 h 2637483"/>
                      <a:gd name="connsiteX24" fmla="*/ 51041 w 1010701"/>
                      <a:gd name="connsiteY24" fmla="*/ 539828 h 2637483"/>
                      <a:gd name="connsiteX25" fmla="*/ 33167 w 1010701"/>
                      <a:gd name="connsiteY25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0 w 1009778"/>
                      <a:gd name="connsiteY2" fmla="*/ 1032556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32244 w 1009778"/>
                      <a:gd name="connsiteY0" fmla="*/ 689858 h 2637483"/>
                      <a:gd name="connsiteX1" fmla="*/ 0 w 1009778"/>
                      <a:gd name="connsiteY1" fmla="*/ 1032556 h 2637483"/>
                      <a:gd name="connsiteX2" fmla="*/ 47836 w 1009778"/>
                      <a:gd name="connsiteY2" fmla="*/ 1040801 h 2637483"/>
                      <a:gd name="connsiteX3" fmla="*/ 7984 w 1009778"/>
                      <a:gd name="connsiteY3" fmla="*/ 1256570 h 2637483"/>
                      <a:gd name="connsiteX4" fmla="*/ 9503 w 1009778"/>
                      <a:gd name="connsiteY4" fmla="*/ 1444382 h 2637483"/>
                      <a:gd name="connsiteX5" fmla="*/ 234025 w 1009778"/>
                      <a:gd name="connsiteY5" fmla="*/ 1710315 h 2637483"/>
                      <a:gd name="connsiteX6" fmla="*/ 473825 w 1009778"/>
                      <a:gd name="connsiteY6" fmla="*/ 1968768 h 2637483"/>
                      <a:gd name="connsiteX7" fmla="*/ 537558 w 1009778"/>
                      <a:gd name="connsiteY7" fmla="*/ 2268331 h 2637483"/>
                      <a:gd name="connsiteX8" fmla="*/ 687257 w 1009778"/>
                      <a:gd name="connsiteY8" fmla="*/ 2513972 h 2637483"/>
                      <a:gd name="connsiteX9" fmla="*/ 731750 w 1009778"/>
                      <a:gd name="connsiteY9" fmla="*/ 2637366 h 2637483"/>
                      <a:gd name="connsiteX10" fmla="*/ 1009175 w 1009778"/>
                      <a:gd name="connsiteY10" fmla="*/ 2494392 h 2637483"/>
                      <a:gd name="connsiteX11" fmla="*/ 796827 w 1009778"/>
                      <a:gd name="connsiteY11" fmla="*/ 2469234 h 2637483"/>
                      <a:gd name="connsiteX12" fmla="*/ 695136 w 1009778"/>
                      <a:gd name="connsiteY12" fmla="*/ 2211255 h 2637483"/>
                      <a:gd name="connsiteX13" fmla="*/ 644099 w 1009778"/>
                      <a:gd name="connsiteY13" fmla="*/ 1871004 h 2637483"/>
                      <a:gd name="connsiteX14" fmla="*/ 404001 w 1009778"/>
                      <a:gd name="connsiteY14" fmla="*/ 1445033 h 2637483"/>
                      <a:gd name="connsiteX15" fmla="*/ 355666 w 1009778"/>
                      <a:gd name="connsiteY15" fmla="*/ 1206364 h 2637483"/>
                      <a:gd name="connsiteX16" fmla="*/ 337421 w 1009778"/>
                      <a:gd name="connsiteY16" fmla="*/ 939687 h 2637483"/>
                      <a:gd name="connsiteX17" fmla="*/ 399817 w 1009778"/>
                      <a:gd name="connsiteY17" fmla="*/ 775633 h 2637483"/>
                      <a:gd name="connsiteX18" fmla="*/ 278721 w 1009778"/>
                      <a:gd name="connsiteY18" fmla="*/ 422356 h 2637483"/>
                      <a:gd name="connsiteX19" fmla="*/ 367621 w 1009778"/>
                      <a:gd name="connsiteY19" fmla="*/ 355681 h 2637483"/>
                      <a:gd name="connsiteX20" fmla="*/ 402545 w 1009778"/>
                      <a:gd name="connsiteY20" fmla="*/ 238206 h 2637483"/>
                      <a:gd name="connsiteX21" fmla="*/ 358096 w 1009778"/>
                      <a:gd name="connsiteY21" fmla="*/ 63581 h 2637483"/>
                      <a:gd name="connsiteX22" fmla="*/ 177893 w 1009778"/>
                      <a:gd name="connsiteY22" fmla="*/ 3229 h 2637483"/>
                      <a:gd name="connsiteX23" fmla="*/ 59345 w 1009778"/>
                      <a:gd name="connsiteY23" fmla="*/ 149306 h 2637483"/>
                      <a:gd name="connsiteX24" fmla="*/ 132670 w 1009778"/>
                      <a:gd name="connsiteY24" fmla="*/ 381080 h 2637483"/>
                      <a:gd name="connsiteX25" fmla="*/ 50118 w 1009778"/>
                      <a:gd name="connsiteY25" fmla="*/ 539828 h 2637483"/>
                      <a:gd name="connsiteX26" fmla="*/ 32244 w 1009778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31923 w 1001837"/>
                      <a:gd name="connsiteY1" fmla="*/ 963842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70780 w 1001837"/>
                      <a:gd name="connsiteY18" fmla="*/ 422356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7195 w 1001837"/>
                      <a:gd name="connsiteY12" fmla="*/ 2211255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37"/>
                      <a:gd name="connsiteY0" fmla="*/ 689858 h 2637483"/>
                      <a:gd name="connsiteX1" fmla="*/ 13320 w 1001837"/>
                      <a:gd name="connsiteY1" fmla="*/ 873140 h 2637483"/>
                      <a:gd name="connsiteX2" fmla="*/ 39895 w 1001837"/>
                      <a:gd name="connsiteY2" fmla="*/ 1040801 h 2637483"/>
                      <a:gd name="connsiteX3" fmla="*/ 43 w 1001837"/>
                      <a:gd name="connsiteY3" fmla="*/ 1256570 h 2637483"/>
                      <a:gd name="connsiteX4" fmla="*/ 1562 w 1001837"/>
                      <a:gd name="connsiteY4" fmla="*/ 1444382 h 2637483"/>
                      <a:gd name="connsiteX5" fmla="*/ 226084 w 1001837"/>
                      <a:gd name="connsiteY5" fmla="*/ 1710315 h 2637483"/>
                      <a:gd name="connsiteX6" fmla="*/ 465884 w 1001837"/>
                      <a:gd name="connsiteY6" fmla="*/ 1968768 h 2637483"/>
                      <a:gd name="connsiteX7" fmla="*/ 529617 w 1001837"/>
                      <a:gd name="connsiteY7" fmla="*/ 2268331 h 2637483"/>
                      <a:gd name="connsiteX8" fmla="*/ 679316 w 1001837"/>
                      <a:gd name="connsiteY8" fmla="*/ 2513972 h 2637483"/>
                      <a:gd name="connsiteX9" fmla="*/ 723809 w 1001837"/>
                      <a:gd name="connsiteY9" fmla="*/ 2637366 h 2637483"/>
                      <a:gd name="connsiteX10" fmla="*/ 1001234 w 1001837"/>
                      <a:gd name="connsiteY10" fmla="*/ 2494392 h 2637483"/>
                      <a:gd name="connsiteX11" fmla="*/ 788886 w 1001837"/>
                      <a:gd name="connsiteY11" fmla="*/ 2469234 h 2637483"/>
                      <a:gd name="connsiteX12" fmla="*/ 684537 w 1001837"/>
                      <a:gd name="connsiteY12" fmla="*/ 2181021 h 2637483"/>
                      <a:gd name="connsiteX13" fmla="*/ 636158 w 1001837"/>
                      <a:gd name="connsiteY13" fmla="*/ 1871004 h 2637483"/>
                      <a:gd name="connsiteX14" fmla="*/ 396060 w 1001837"/>
                      <a:gd name="connsiteY14" fmla="*/ 1445033 h 2637483"/>
                      <a:gd name="connsiteX15" fmla="*/ 347725 w 1001837"/>
                      <a:gd name="connsiteY15" fmla="*/ 1206364 h 2637483"/>
                      <a:gd name="connsiteX16" fmla="*/ 329480 w 1001837"/>
                      <a:gd name="connsiteY16" fmla="*/ 939687 h 2637483"/>
                      <a:gd name="connsiteX17" fmla="*/ 391876 w 1001837"/>
                      <a:gd name="connsiteY17" fmla="*/ 775633 h 2637483"/>
                      <a:gd name="connsiteX18" fmla="*/ 262807 w 1001837"/>
                      <a:gd name="connsiteY18" fmla="*/ 466333 h 2637483"/>
                      <a:gd name="connsiteX19" fmla="*/ 359680 w 1001837"/>
                      <a:gd name="connsiteY19" fmla="*/ 355681 h 2637483"/>
                      <a:gd name="connsiteX20" fmla="*/ 394604 w 1001837"/>
                      <a:gd name="connsiteY20" fmla="*/ 238206 h 2637483"/>
                      <a:gd name="connsiteX21" fmla="*/ 350155 w 1001837"/>
                      <a:gd name="connsiteY21" fmla="*/ 63581 h 2637483"/>
                      <a:gd name="connsiteX22" fmla="*/ 169952 w 1001837"/>
                      <a:gd name="connsiteY22" fmla="*/ 3229 h 2637483"/>
                      <a:gd name="connsiteX23" fmla="*/ 51404 w 1001837"/>
                      <a:gd name="connsiteY23" fmla="*/ 149306 h 2637483"/>
                      <a:gd name="connsiteX24" fmla="*/ 124729 w 1001837"/>
                      <a:gd name="connsiteY24" fmla="*/ 381080 h 2637483"/>
                      <a:gd name="connsiteX25" fmla="*/ 42177 w 1001837"/>
                      <a:gd name="connsiteY25" fmla="*/ 539828 h 2637483"/>
                      <a:gd name="connsiteX26" fmla="*/ 24303 w 1001837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84537 w 1001826"/>
                      <a:gd name="connsiteY12" fmla="*/ 2181021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83"/>
                      <a:gd name="connsiteX1" fmla="*/ 13320 w 1001826"/>
                      <a:gd name="connsiteY1" fmla="*/ 873140 h 2637483"/>
                      <a:gd name="connsiteX2" fmla="*/ 39895 w 1001826"/>
                      <a:gd name="connsiteY2" fmla="*/ 1040801 h 2637483"/>
                      <a:gd name="connsiteX3" fmla="*/ 43 w 1001826"/>
                      <a:gd name="connsiteY3" fmla="*/ 1256570 h 2637483"/>
                      <a:gd name="connsiteX4" fmla="*/ 1562 w 1001826"/>
                      <a:gd name="connsiteY4" fmla="*/ 1444382 h 2637483"/>
                      <a:gd name="connsiteX5" fmla="*/ 226084 w 1001826"/>
                      <a:gd name="connsiteY5" fmla="*/ 1710315 h 2637483"/>
                      <a:gd name="connsiteX6" fmla="*/ 465884 w 1001826"/>
                      <a:gd name="connsiteY6" fmla="*/ 1968768 h 2637483"/>
                      <a:gd name="connsiteX7" fmla="*/ 529617 w 1001826"/>
                      <a:gd name="connsiteY7" fmla="*/ 2268331 h 2637483"/>
                      <a:gd name="connsiteX8" fmla="*/ 679316 w 1001826"/>
                      <a:gd name="connsiteY8" fmla="*/ 2513972 h 2637483"/>
                      <a:gd name="connsiteX9" fmla="*/ 723809 w 1001826"/>
                      <a:gd name="connsiteY9" fmla="*/ 2637366 h 2637483"/>
                      <a:gd name="connsiteX10" fmla="*/ 1001234 w 1001826"/>
                      <a:gd name="connsiteY10" fmla="*/ 2494392 h 2637483"/>
                      <a:gd name="connsiteX11" fmla="*/ 788886 w 1001826"/>
                      <a:gd name="connsiteY11" fmla="*/ 2469234 h 2637483"/>
                      <a:gd name="connsiteX12" fmla="*/ 692510 w 1001826"/>
                      <a:gd name="connsiteY12" fmla="*/ 2178273 h 2637483"/>
                      <a:gd name="connsiteX13" fmla="*/ 636158 w 1001826"/>
                      <a:gd name="connsiteY13" fmla="*/ 1871004 h 2637483"/>
                      <a:gd name="connsiteX14" fmla="*/ 396060 w 1001826"/>
                      <a:gd name="connsiteY14" fmla="*/ 1445033 h 2637483"/>
                      <a:gd name="connsiteX15" fmla="*/ 347725 w 1001826"/>
                      <a:gd name="connsiteY15" fmla="*/ 1206364 h 2637483"/>
                      <a:gd name="connsiteX16" fmla="*/ 329480 w 1001826"/>
                      <a:gd name="connsiteY16" fmla="*/ 939687 h 2637483"/>
                      <a:gd name="connsiteX17" fmla="*/ 391876 w 1001826"/>
                      <a:gd name="connsiteY17" fmla="*/ 775633 h 2637483"/>
                      <a:gd name="connsiteX18" fmla="*/ 262807 w 1001826"/>
                      <a:gd name="connsiteY18" fmla="*/ 466333 h 2637483"/>
                      <a:gd name="connsiteX19" fmla="*/ 359680 w 1001826"/>
                      <a:gd name="connsiteY19" fmla="*/ 355681 h 2637483"/>
                      <a:gd name="connsiteX20" fmla="*/ 394604 w 1001826"/>
                      <a:gd name="connsiteY20" fmla="*/ 238206 h 2637483"/>
                      <a:gd name="connsiteX21" fmla="*/ 350155 w 1001826"/>
                      <a:gd name="connsiteY21" fmla="*/ 63581 h 2637483"/>
                      <a:gd name="connsiteX22" fmla="*/ 169952 w 1001826"/>
                      <a:gd name="connsiteY22" fmla="*/ 3229 h 2637483"/>
                      <a:gd name="connsiteX23" fmla="*/ 51404 w 1001826"/>
                      <a:gd name="connsiteY23" fmla="*/ 149306 h 2637483"/>
                      <a:gd name="connsiteX24" fmla="*/ 124729 w 1001826"/>
                      <a:gd name="connsiteY24" fmla="*/ 381080 h 2637483"/>
                      <a:gd name="connsiteX25" fmla="*/ 42177 w 1001826"/>
                      <a:gd name="connsiteY25" fmla="*/ 539828 h 2637483"/>
                      <a:gd name="connsiteX26" fmla="*/ 24303 w 1001826"/>
                      <a:gd name="connsiteY26" fmla="*/ 689858 h 2637483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499"/>
                      <a:gd name="connsiteX1" fmla="*/ 13320 w 1001826"/>
                      <a:gd name="connsiteY1" fmla="*/ 873140 h 2637499"/>
                      <a:gd name="connsiteX2" fmla="*/ 39895 w 1001826"/>
                      <a:gd name="connsiteY2" fmla="*/ 1040801 h 2637499"/>
                      <a:gd name="connsiteX3" fmla="*/ 43 w 1001826"/>
                      <a:gd name="connsiteY3" fmla="*/ 1256570 h 2637499"/>
                      <a:gd name="connsiteX4" fmla="*/ 1562 w 1001826"/>
                      <a:gd name="connsiteY4" fmla="*/ 1444382 h 2637499"/>
                      <a:gd name="connsiteX5" fmla="*/ 226084 w 1001826"/>
                      <a:gd name="connsiteY5" fmla="*/ 1710315 h 2637499"/>
                      <a:gd name="connsiteX6" fmla="*/ 465884 w 1001826"/>
                      <a:gd name="connsiteY6" fmla="*/ 1968768 h 2637499"/>
                      <a:gd name="connsiteX7" fmla="*/ 489753 w 1001826"/>
                      <a:gd name="connsiteY7" fmla="*/ 2218857 h 2637499"/>
                      <a:gd name="connsiteX8" fmla="*/ 679316 w 1001826"/>
                      <a:gd name="connsiteY8" fmla="*/ 2513972 h 2637499"/>
                      <a:gd name="connsiteX9" fmla="*/ 723809 w 1001826"/>
                      <a:gd name="connsiteY9" fmla="*/ 2637366 h 2637499"/>
                      <a:gd name="connsiteX10" fmla="*/ 1001234 w 1001826"/>
                      <a:gd name="connsiteY10" fmla="*/ 2494392 h 2637499"/>
                      <a:gd name="connsiteX11" fmla="*/ 788886 w 1001826"/>
                      <a:gd name="connsiteY11" fmla="*/ 2469234 h 2637499"/>
                      <a:gd name="connsiteX12" fmla="*/ 692510 w 1001826"/>
                      <a:gd name="connsiteY12" fmla="*/ 2178273 h 2637499"/>
                      <a:gd name="connsiteX13" fmla="*/ 636158 w 1001826"/>
                      <a:gd name="connsiteY13" fmla="*/ 1871004 h 2637499"/>
                      <a:gd name="connsiteX14" fmla="*/ 396060 w 1001826"/>
                      <a:gd name="connsiteY14" fmla="*/ 1445033 h 2637499"/>
                      <a:gd name="connsiteX15" fmla="*/ 347725 w 1001826"/>
                      <a:gd name="connsiteY15" fmla="*/ 1206364 h 2637499"/>
                      <a:gd name="connsiteX16" fmla="*/ 329480 w 1001826"/>
                      <a:gd name="connsiteY16" fmla="*/ 939687 h 2637499"/>
                      <a:gd name="connsiteX17" fmla="*/ 391876 w 1001826"/>
                      <a:gd name="connsiteY17" fmla="*/ 775633 h 2637499"/>
                      <a:gd name="connsiteX18" fmla="*/ 262807 w 1001826"/>
                      <a:gd name="connsiteY18" fmla="*/ 466333 h 2637499"/>
                      <a:gd name="connsiteX19" fmla="*/ 359680 w 1001826"/>
                      <a:gd name="connsiteY19" fmla="*/ 355681 h 2637499"/>
                      <a:gd name="connsiteX20" fmla="*/ 394604 w 1001826"/>
                      <a:gd name="connsiteY20" fmla="*/ 238206 h 2637499"/>
                      <a:gd name="connsiteX21" fmla="*/ 350155 w 1001826"/>
                      <a:gd name="connsiteY21" fmla="*/ 63581 h 2637499"/>
                      <a:gd name="connsiteX22" fmla="*/ 169952 w 1001826"/>
                      <a:gd name="connsiteY22" fmla="*/ 3229 h 2637499"/>
                      <a:gd name="connsiteX23" fmla="*/ 51404 w 1001826"/>
                      <a:gd name="connsiteY23" fmla="*/ 149306 h 2637499"/>
                      <a:gd name="connsiteX24" fmla="*/ 124729 w 1001826"/>
                      <a:gd name="connsiteY24" fmla="*/ 381080 h 2637499"/>
                      <a:gd name="connsiteX25" fmla="*/ 42177 w 1001826"/>
                      <a:gd name="connsiteY25" fmla="*/ 539828 h 2637499"/>
                      <a:gd name="connsiteX26" fmla="*/ 24303 w 1001826"/>
                      <a:gd name="connsiteY26" fmla="*/ 689858 h 2637499"/>
                      <a:gd name="connsiteX0" fmla="*/ 24303 w 1001826"/>
                      <a:gd name="connsiteY0" fmla="*/ 689858 h 2637509"/>
                      <a:gd name="connsiteX1" fmla="*/ 13320 w 1001826"/>
                      <a:gd name="connsiteY1" fmla="*/ 873140 h 2637509"/>
                      <a:gd name="connsiteX2" fmla="*/ 39895 w 1001826"/>
                      <a:gd name="connsiteY2" fmla="*/ 1040801 h 2637509"/>
                      <a:gd name="connsiteX3" fmla="*/ 43 w 1001826"/>
                      <a:gd name="connsiteY3" fmla="*/ 1256570 h 2637509"/>
                      <a:gd name="connsiteX4" fmla="*/ 1562 w 1001826"/>
                      <a:gd name="connsiteY4" fmla="*/ 1444382 h 2637509"/>
                      <a:gd name="connsiteX5" fmla="*/ 226084 w 1001826"/>
                      <a:gd name="connsiteY5" fmla="*/ 1710315 h 2637509"/>
                      <a:gd name="connsiteX6" fmla="*/ 465884 w 1001826"/>
                      <a:gd name="connsiteY6" fmla="*/ 1968768 h 2637509"/>
                      <a:gd name="connsiteX7" fmla="*/ 481780 w 1001826"/>
                      <a:gd name="connsiteY7" fmla="*/ 2194120 h 2637509"/>
                      <a:gd name="connsiteX8" fmla="*/ 679316 w 1001826"/>
                      <a:gd name="connsiteY8" fmla="*/ 2513972 h 2637509"/>
                      <a:gd name="connsiteX9" fmla="*/ 723809 w 1001826"/>
                      <a:gd name="connsiteY9" fmla="*/ 2637366 h 2637509"/>
                      <a:gd name="connsiteX10" fmla="*/ 1001234 w 1001826"/>
                      <a:gd name="connsiteY10" fmla="*/ 2494392 h 2637509"/>
                      <a:gd name="connsiteX11" fmla="*/ 788886 w 1001826"/>
                      <a:gd name="connsiteY11" fmla="*/ 2469234 h 2637509"/>
                      <a:gd name="connsiteX12" fmla="*/ 692510 w 1001826"/>
                      <a:gd name="connsiteY12" fmla="*/ 2178273 h 2637509"/>
                      <a:gd name="connsiteX13" fmla="*/ 636158 w 1001826"/>
                      <a:gd name="connsiteY13" fmla="*/ 1871004 h 2637509"/>
                      <a:gd name="connsiteX14" fmla="*/ 396060 w 1001826"/>
                      <a:gd name="connsiteY14" fmla="*/ 1445033 h 2637509"/>
                      <a:gd name="connsiteX15" fmla="*/ 347725 w 1001826"/>
                      <a:gd name="connsiteY15" fmla="*/ 1206364 h 2637509"/>
                      <a:gd name="connsiteX16" fmla="*/ 329480 w 1001826"/>
                      <a:gd name="connsiteY16" fmla="*/ 939687 h 2637509"/>
                      <a:gd name="connsiteX17" fmla="*/ 391876 w 1001826"/>
                      <a:gd name="connsiteY17" fmla="*/ 775633 h 2637509"/>
                      <a:gd name="connsiteX18" fmla="*/ 262807 w 1001826"/>
                      <a:gd name="connsiteY18" fmla="*/ 466333 h 2637509"/>
                      <a:gd name="connsiteX19" fmla="*/ 359680 w 1001826"/>
                      <a:gd name="connsiteY19" fmla="*/ 355681 h 2637509"/>
                      <a:gd name="connsiteX20" fmla="*/ 394604 w 1001826"/>
                      <a:gd name="connsiteY20" fmla="*/ 238206 h 2637509"/>
                      <a:gd name="connsiteX21" fmla="*/ 350155 w 1001826"/>
                      <a:gd name="connsiteY21" fmla="*/ 63581 h 2637509"/>
                      <a:gd name="connsiteX22" fmla="*/ 169952 w 1001826"/>
                      <a:gd name="connsiteY22" fmla="*/ 3229 h 2637509"/>
                      <a:gd name="connsiteX23" fmla="*/ 51404 w 1001826"/>
                      <a:gd name="connsiteY23" fmla="*/ 149306 h 2637509"/>
                      <a:gd name="connsiteX24" fmla="*/ 124729 w 1001826"/>
                      <a:gd name="connsiteY24" fmla="*/ 381080 h 2637509"/>
                      <a:gd name="connsiteX25" fmla="*/ 42177 w 1001826"/>
                      <a:gd name="connsiteY25" fmla="*/ 539828 h 2637509"/>
                      <a:gd name="connsiteX26" fmla="*/ 24303 w 1001826"/>
                      <a:gd name="connsiteY26" fmla="*/ 689858 h 2637509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24303 w 1001826"/>
                      <a:gd name="connsiteY0" fmla="*/ 689858 h 2637500"/>
                      <a:gd name="connsiteX1" fmla="*/ 13320 w 1001826"/>
                      <a:gd name="connsiteY1" fmla="*/ 873140 h 2637500"/>
                      <a:gd name="connsiteX2" fmla="*/ 39895 w 1001826"/>
                      <a:gd name="connsiteY2" fmla="*/ 1040801 h 2637500"/>
                      <a:gd name="connsiteX3" fmla="*/ 43 w 1001826"/>
                      <a:gd name="connsiteY3" fmla="*/ 1256570 h 2637500"/>
                      <a:gd name="connsiteX4" fmla="*/ 1562 w 1001826"/>
                      <a:gd name="connsiteY4" fmla="*/ 1444382 h 2637500"/>
                      <a:gd name="connsiteX5" fmla="*/ 226084 w 1001826"/>
                      <a:gd name="connsiteY5" fmla="*/ 1710315 h 2637500"/>
                      <a:gd name="connsiteX6" fmla="*/ 465884 w 1001826"/>
                      <a:gd name="connsiteY6" fmla="*/ 1968768 h 2637500"/>
                      <a:gd name="connsiteX7" fmla="*/ 500383 w 1001826"/>
                      <a:gd name="connsiteY7" fmla="*/ 2216108 h 2637500"/>
                      <a:gd name="connsiteX8" fmla="*/ 679316 w 1001826"/>
                      <a:gd name="connsiteY8" fmla="*/ 2513972 h 2637500"/>
                      <a:gd name="connsiteX9" fmla="*/ 723809 w 1001826"/>
                      <a:gd name="connsiteY9" fmla="*/ 2637366 h 2637500"/>
                      <a:gd name="connsiteX10" fmla="*/ 1001234 w 1001826"/>
                      <a:gd name="connsiteY10" fmla="*/ 2494392 h 2637500"/>
                      <a:gd name="connsiteX11" fmla="*/ 788886 w 1001826"/>
                      <a:gd name="connsiteY11" fmla="*/ 2469234 h 2637500"/>
                      <a:gd name="connsiteX12" fmla="*/ 692510 w 1001826"/>
                      <a:gd name="connsiteY12" fmla="*/ 2178273 h 2637500"/>
                      <a:gd name="connsiteX13" fmla="*/ 636158 w 1001826"/>
                      <a:gd name="connsiteY13" fmla="*/ 1871004 h 2637500"/>
                      <a:gd name="connsiteX14" fmla="*/ 396060 w 1001826"/>
                      <a:gd name="connsiteY14" fmla="*/ 1445033 h 2637500"/>
                      <a:gd name="connsiteX15" fmla="*/ 347725 w 1001826"/>
                      <a:gd name="connsiteY15" fmla="*/ 1206364 h 2637500"/>
                      <a:gd name="connsiteX16" fmla="*/ 329480 w 1001826"/>
                      <a:gd name="connsiteY16" fmla="*/ 939687 h 2637500"/>
                      <a:gd name="connsiteX17" fmla="*/ 391876 w 1001826"/>
                      <a:gd name="connsiteY17" fmla="*/ 775633 h 2637500"/>
                      <a:gd name="connsiteX18" fmla="*/ 262807 w 1001826"/>
                      <a:gd name="connsiteY18" fmla="*/ 466333 h 2637500"/>
                      <a:gd name="connsiteX19" fmla="*/ 359680 w 1001826"/>
                      <a:gd name="connsiteY19" fmla="*/ 355681 h 2637500"/>
                      <a:gd name="connsiteX20" fmla="*/ 394604 w 1001826"/>
                      <a:gd name="connsiteY20" fmla="*/ 238206 h 2637500"/>
                      <a:gd name="connsiteX21" fmla="*/ 350155 w 1001826"/>
                      <a:gd name="connsiteY21" fmla="*/ 63581 h 2637500"/>
                      <a:gd name="connsiteX22" fmla="*/ 169952 w 1001826"/>
                      <a:gd name="connsiteY22" fmla="*/ 3229 h 2637500"/>
                      <a:gd name="connsiteX23" fmla="*/ 51404 w 1001826"/>
                      <a:gd name="connsiteY23" fmla="*/ 149306 h 2637500"/>
                      <a:gd name="connsiteX24" fmla="*/ 124729 w 1001826"/>
                      <a:gd name="connsiteY24" fmla="*/ 381080 h 2637500"/>
                      <a:gd name="connsiteX25" fmla="*/ 42177 w 1001826"/>
                      <a:gd name="connsiteY25" fmla="*/ 539828 h 2637500"/>
                      <a:gd name="connsiteX26" fmla="*/ 24303 w 1001826"/>
                      <a:gd name="connsiteY26" fmla="*/ 689858 h 2637500"/>
                      <a:gd name="connsiteX0" fmla="*/ 30714 w 1008237"/>
                      <a:gd name="connsiteY0" fmla="*/ 689858 h 2637500"/>
                      <a:gd name="connsiteX1" fmla="*/ 19731 w 1008237"/>
                      <a:gd name="connsiteY1" fmla="*/ 873140 h 2637500"/>
                      <a:gd name="connsiteX2" fmla="*/ 46306 w 1008237"/>
                      <a:gd name="connsiteY2" fmla="*/ 1040801 h 2637500"/>
                      <a:gd name="connsiteX3" fmla="*/ 6454 w 1008237"/>
                      <a:gd name="connsiteY3" fmla="*/ 1256570 h 2637500"/>
                      <a:gd name="connsiteX4" fmla="*/ 0 w 1008237"/>
                      <a:gd name="connsiteY4" fmla="*/ 1433388 h 2637500"/>
                      <a:gd name="connsiteX5" fmla="*/ 232495 w 1008237"/>
                      <a:gd name="connsiteY5" fmla="*/ 1710315 h 2637500"/>
                      <a:gd name="connsiteX6" fmla="*/ 472295 w 1008237"/>
                      <a:gd name="connsiteY6" fmla="*/ 1968768 h 2637500"/>
                      <a:gd name="connsiteX7" fmla="*/ 506794 w 1008237"/>
                      <a:gd name="connsiteY7" fmla="*/ 2216108 h 2637500"/>
                      <a:gd name="connsiteX8" fmla="*/ 685727 w 1008237"/>
                      <a:gd name="connsiteY8" fmla="*/ 2513972 h 2637500"/>
                      <a:gd name="connsiteX9" fmla="*/ 730220 w 1008237"/>
                      <a:gd name="connsiteY9" fmla="*/ 2637366 h 2637500"/>
                      <a:gd name="connsiteX10" fmla="*/ 1007645 w 1008237"/>
                      <a:gd name="connsiteY10" fmla="*/ 2494392 h 2637500"/>
                      <a:gd name="connsiteX11" fmla="*/ 795297 w 1008237"/>
                      <a:gd name="connsiteY11" fmla="*/ 2469234 h 2637500"/>
                      <a:gd name="connsiteX12" fmla="*/ 698921 w 1008237"/>
                      <a:gd name="connsiteY12" fmla="*/ 2178273 h 2637500"/>
                      <a:gd name="connsiteX13" fmla="*/ 642569 w 1008237"/>
                      <a:gd name="connsiteY13" fmla="*/ 1871004 h 2637500"/>
                      <a:gd name="connsiteX14" fmla="*/ 402471 w 1008237"/>
                      <a:gd name="connsiteY14" fmla="*/ 1445033 h 2637500"/>
                      <a:gd name="connsiteX15" fmla="*/ 354136 w 1008237"/>
                      <a:gd name="connsiteY15" fmla="*/ 1206364 h 2637500"/>
                      <a:gd name="connsiteX16" fmla="*/ 335891 w 1008237"/>
                      <a:gd name="connsiteY16" fmla="*/ 939687 h 2637500"/>
                      <a:gd name="connsiteX17" fmla="*/ 398287 w 1008237"/>
                      <a:gd name="connsiteY17" fmla="*/ 775633 h 2637500"/>
                      <a:gd name="connsiteX18" fmla="*/ 269218 w 1008237"/>
                      <a:gd name="connsiteY18" fmla="*/ 466333 h 2637500"/>
                      <a:gd name="connsiteX19" fmla="*/ 366091 w 1008237"/>
                      <a:gd name="connsiteY19" fmla="*/ 355681 h 2637500"/>
                      <a:gd name="connsiteX20" fmla="*/ 401015 w 1008237"/>
                      <a:gd name="connsiteY20" fmla="*/ 238206 h 2637500"/>
                      <a:gd name="connsiteX21" fmla="*/ 356566 w 1008237"/>
                      <a:gd name="connsiteY21" fmla="*/ 63581 h 2637500"/>
                      <a:gd name="connsiteX22" fmla="*/ 176363 w 1008237"/>
                      <a:gd name="connsiteY22" fmla="*/ 3229 h 2637500"/>
                      <a:gd name="connsiteX23" fmla="*/ 57815 w 1008237"/>
                      <a:gd name="connsiteY23" fmla="*/ 149306 h 2637500"/>
                      <a:gd name="connsiteX24" fmla="*/ 131140 w 1008237"/>
                      <a:gd name="connsiteY24" fmla="*/ 381080 h 2637500"/>
                      <a:gd name="connsiteX25" fmla="*/ 48588 w 1008237"/>
                      <a:gd name="connsiteY25" fmla="*/ 539828 h 2637500"/>
                      <a:gd name="connsiteX26" fmla="*/ 30714 w 1008237"/>
                      <a:gd name="connsiteY26" fmla="*/ 689858 h 2637500"/>
                      <a:gd name="connsiteX0" fmla="*/ 48205 w 1025728"/>
                      <a:gd name="connsiteY0" fmla="*/ 689858 h 2637500"/>
                      <a:gd name="connsiteX1" fmla="*/ 37222 w 1025728"/>
                      <a:gd name="connsiteY1" fmla="*/ 873140 h 2637500"/>
                      <a:gd name="connsiteX2" fmla="*/ 63797 w 1025728"/>
                      <a:gd name="connsiteY2" fmla="*/ 1040801 h 2637500"/>
                      <a:gd name="connsiteX3" fmla="*/ 27 w 1025728"/>
                      <a:gd name="connsiteY3" fmla="*/ 1267564 h 2637500"/>
                      <a:gd name="connsiteX4" fmla="*/ 17491 w 1025728"/>
                      <a:gd name="connsiteY4" fmla="*/ 1433388 h 2637500"/>
                      <a:gd name="connsiteX5" fmla="*/ 249986 w 1025728"/>
                      <a:gd name="connsiteY5" fmla="*/ 1710315 h 2637500"/>
                      <a:gd name="connsiteX6" fmla="*/ 489786 w 1025728"/>
                      <a:gd name="connsiteY6" fmla="*/ 1968768 h 2637500"/>
                      <a:gd name="connsiteX7" fmla="*/ 524285 w 1025728"/>
                      <a:gd name="connsiteY7" fmla="*/ 2216108 h 2637500"/>
                      <a:gd name="connsiteX8" fmla="*/ 703218 w 1025728"/>
                      <a:gd name="connsiteY8" fmla="*/ 2513972 h 2637500"/>
                      <a:gd name="connsiteX9" fmla="*/ 747711 w 1025728"/>
                      <a:gd name="connsiteY9" fmla="*/ 2637366 h 2637500"/>
                      <a:gd name="connsiteX10" fmla="*/ 1025136 w 1025728"/>
                      <a:gd name="connsiteY10" fmla="*/ 2494392 h 2637500"/>
                      <a:gd name="connsiteX11" fmla="*/ 812788 w 1025728"/>
                      <a:gd name="connsiteY11" fmla="*/ 2469234 h 2637500"/>
                      <a:gd name="connsiteX12" fmla="*/ 716412 w 1025728"/>
                      <a:gd name="connsiteY12" fmla="*/ 2178273 h 2637500"/>
                      <a:gd name="connsiteX13" fmla="*/ 660060 w 1025728"/>
                      <a:gd name="connsiteY13" fmla="*/ 1871004 h 2637500"/>
                      <a:gd name="connsiteX14" fmla="*/ 419962 w 1025728"/>
                      <a:gd name="connsiteY14" fmla="*/ 1445033 h 2637500"/>
                      <a:gd name="connsiteX15" fmla="*/ 371627 w 1025728"/>
                      <a:gd name="connsiteY15" fmla="*/ 1206364 h 2637500"/>
                      <a:gd name="connsiteX16" fmla="*/ 353382 w 1025728"/>
                      <a:gd name="connsiteY16" fmla="*/ 939687 h 2637500"/>
                      <a:gd name="connsiteX17" fmla="*/ 415778 w 1025728"/>
                      <a:gd name="connsiteY17" fmla="*/ 775633 h 2637500"/>
                      <a:gd name="connsiteX18" fmla="*/ 286709 w 1025728"/>
                      <a:gd name="connsiteY18" fmla="*/ 466333 h 2637500"/>
                      <a:gd name="connsiteX19" fmla="*/ 383582 w 1025728"/>
                      <a:gd name="connsiteY19" fmla="*/ 355681 h 2637500"/>
                      <a:gd name="connsiteX20" fmla="*/ 418506 w 1025728"/>
                      <a:gd name="connsiteY20" fmla="*/ 238206 h 2637500"/>
                      <a:gd name="connsiteX21" fmla="*/ 374057 w 1025728"/>
                      <a:gd name="connsiteY21" fmla="*/ 63581 h 2637500"/>
                      <a:gd name="connsiteX22" fmla="*/ 193854 w 1025728"/>
                      <a:gd name="connsiteY22" fmla="*/ 3229 h 2637500"/>
                      <a:gd name="connsiteX23" fmla="*/ 75306 w 1025728"/>
                      <a:gd name="connsiteY23" fmla="*/ 149306 h 2637500"/>
                      <a:gd name="connsiteX24" fmla="*/ 148631 w 1025728"/>
                      <a:gd name="connsiteY24" fmla="*/ 381080 h 2637500"/>
                      <a:gd name="connsiteX25" fmla="*/ 66079 w 1025728"/>
                      <a:gd name="connsiteY25" fmla="*/ 539828 h 2637500"/>
                      <a:gd name="connsiteX26" fmla="*/ 48205 w 1025728"/>
                      <a:gd name="connsiteY26" fmla="*/ 689858 h 2637500"/>
                      <a:gd name="connsiteX0" fmla="*/ 48178 w 1025701"/>
                      <a:gd name="connsiteY0" fmla="*/ 689858 h 2637500"/>
                      <a:gd name="connsiteX1" fmla="*/ 37195 w 1025701"/>
                      <a:gd name="connsiteY1" fmla="*/ 873140 h 2637500"/>
                      <a:gd name="connsiteX2" fmla="*/ 63770 w 1025701"/>
                      <a:gd name="connsiteY2" fmla="*/ 1040801 h 2637500"/>
                      <a:gd name="connsiteX3" fmla="*/ 0 w 1025701"/>
                      <a:gd name="connsiteY3" fmla="*/ 1267564 h 2637500"/>
                      <a:gd name="connsiteX4" fmla="*/ 17464 w 1025701"/>
                      <a:gd name="connsiteY4" fmla="*/ 1433388 h 2637500"/>
                      <a:gd name="connsiteX5" fmla="*/ 249959 w 1025701"/>
                      <a:gd name="connsiteY5" fmla="*/ 1710315 h 2637500"/>
                      <a:gd name="connsiteX6" fmla="*/ 489759 w 1025701"/>
                      <a:gd name="connsiteY6" fmla="*/ 1968768 h 2637500"/>
                      <a:gd name="connsiteX7" fmla="*/ 524258 w 1025701"/>
                      <a:gd name="connsiteY7" fmla="*/ 2216108 h 2637500"/>
                      <a:gd name="connsiteX8" fmla="*/ 703191 w 1025701"/>
                      <a:gd name="connsiteY8" fmla="*/ 2513972 h 2637500"/>
                      <a:gd name="connsiteX9" fmla="*/ 747684 w 1025701"/>
                      <a:gd name="connsiteY9" fmla="*/ 2637366 h 2637500"/>
                      <a:gd name="connsiteX10" fmla="*/ 1025109 w 1025701"/>
                      <a:gd name="connsiteY10" fmla="*/ 2494392 h 2637500"/>
                      <a:gd name="connsiteX11" fmla="*/ 812761 w 1025701"/>
                      <a:gd name="connsiteY11" fmla="*/ 2469234 h 2637500"/>
                      <a:gd name="connsiteX12" fmla="*/ 716385 w 1025701"/>
                      <a:gd name="connsiteY12" fmla="*/ 2178273 h 2637500"/>
                      <a:gd name="connsiteX13" fmla="*/ 660033 w 1025701"/>
                      <a:gd name="connsiteY13" fmla="*/ 1871004 h 2637500"/>
                      <a:gd name="connsiteX14" fmla="*/ 419935 w 1025701"/>
                      <a:gd name="connsiteY14" fmla="*/ 1445033 h 2637500"/>
                      <a:gd name="connsiteX15" fmla="*/ 371600 w 1025701"/>
                      <a:gd name="connsiteY15" fmla="*/ 1206364 h 2637500"/>
                      <a:gd name="connsiteX16" fmla="*/ 353355 w 1025701"/>
                      <a:gd name="connsiteY16" fmla="*/ 939687 h 2637500"/>
                      <a:gd name="connsiteX17" fmla="*/ 415751 w 1025701"/>
                      <a:gd name="connsiteY17" fmla="*/ 775633 h 2637500"/>
                      <a:gd name="connsiteX18" fmla="*/ 286682 w 1025701"/>
                      <a:gd name="connsiteY18" fmla="*/ 466333 h 2637500"/>
                      <a:gd name="connsiteX19" fmla="*/ 383555 w 1025701"/>
                      <a:gd name="connsiteY19" fmla="*/ 355681 h 2637500"/>
                      <a:gd name="connsiteX20" fmla="*/ 418479 w 1025701"/>
                      <a:gd name="connsiteY20" fmla="*/ 238206 h 2637500"/>
                      <a:gd name="connsiteX21" fmla="*/ 374030 w 1025701"/>
                      <a:gd name="connsiteY21" fmla="*/ 63581 h 2637500"/>
                      <a:gd name="connsiteX22" fmla="*/ 193827 w 1025701"/>
                      <a:gd name="connsiteY22" fmla="*/ 3229 h 2637500"/>
                      <a:gd name="connsiteX23" fmla="*/ 75279 w 1025701"/>
                      <a:gd name="connsiteY23" fmla="*/ 149306 h 2637500"/>
                      <a:gd name="connsiteX24" fmla="*/ 148604 w 1025701"/>
                      <a:gd name="connsiteY24" fmla="*/ 381080 h 2637500"/>
                      <a:gd name="connsiteX25" fmla="*/ 66052 w 1025701"/>
                      <a:gd name="connsiteY25" fmla="*/ 539828 h 2637500"/>
                      <a:gd name="connsiteX26" fmla="*/ 48178 w 1025701"/>
                      <a:gd name="connsiteY26" fmla="*/ 689858 h 2637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025701" h="2637500">
                        <a:moveTo>
                          <a:pt x="48178" y="689858"/>
                        </a:moveTo>
                        <a:cubicBezTo>
                          <a:pt x="43369" y="745410"/>
                          <a:pt x="41238" y="778688"/>
                          <a:pt x="37195" y="873140"/>
                        </a:cubicBezTo>
                        <a:lnTo>
                          <a:pt x="63770" y="1040801"/>
                        </a:lnTo>
                        <a:cubicBezTo>
                          <a:pt x="65101" y="1078137"/>
                          <a:pt x="17019" y="1198926"/>
                          <a:pt x="0" y="1267564"/>
                        </a:cubicBezTo>
                        <a:cubicBezTo>
                          <a:pt x="15034" y="1400647"/>
                          <a:pt x="17993" y="1378150"/>
                          <a:pt x="17464" y="1433388"/>
                        </a:cubicBezTo>
                        <a:cubicBezTo>
                          <a:pt x="54805" y="1500996"/>
                          <a:pt x="171243" y="1621085"/>
                          <a:pt x="249959" y="1710315"/>
                        </a:cubicBezTo>
                        <a:cubicBezTo>
                          <a:pt x="328675" y="1799545"/>
                          <a:pt x="395653" y="1818274"/>
                          <a:pt x="489759" y="1968768"/>
                        </a:cubicBezTo>
                        <a:cubicBezTo>
                          <a:pt x="488193" y="2138502"/>
                          <a:pt x="507289" y="2169218"/>
                          <a:pt x="524258" y="2216108"/>
                        </a:cubicBezTo>
                        <a:cubicBezTo>
                          <a:pt x="541227" y="2262998"/>
                          <a:pt x="665953" y="2443762"/>
                          <a:pt x="703191" y="2513972"/>
                        </a:cubicBezTo>
                        <a:cubicBezTo>
                          <a:pt x="740429" y="2584182"/>
                          <a:pt x="694031" y="2640629"/>
                          <a:pt x="747684" y="2637366"/>
                        </a:cubicBezTo>
                        <a:cubicBezTo>
                          <a:pt x="801337" y="2634103"/>
                          <a:pt x="1014263" y="2522414"/>
                          <a:pt x="1025109" y="2494392"/>
                        </a:cubicBezTo>
                        <a:cubicBezTo>
                          <a:pt x="1035955" y="2466370"/>
                          <a:pt x="895393" y="2465125"/>
                          <a:pt x="812761" y="2469234"/>
                        </a:cubicBezTo>
                        <a:cubicBezTo>
                          <a:pt x="756436" y="2320001"/>
                          <a:pt x="772488" y="2361667"/>
                          <a:pt x="716385" y="2178273"/>
                        </a:cubicBezTo>
                        <a:cubicBezTo>
                          <a:pt x="691681" y="2053976"/>
                          <a:pt x="668465" y="2050741"/>
                          <a:pt x="660033" y="1871004"/>
                        </a:cubicBezTo>
                        <a:cubicBezTo>
                          <a:pt x="621063" y="1690250"/>
                          <a:pt x="468007" y="1555806"/>
                          <a:pt x="419935" y="1445033"/>
                        </a:cubicBezTo>
                        <a:cubicBezTo>
                          <a:pt x="371863" y="1334260"/>
                          <a:pt x="356783" y="1221181"/>
                          <a:pt x="371600" y="1206364"/>
                        </a:cubicBezTo>
                        <a:cubicBezTo>
                          <a:pt x="356960" y="1108855"/>
                          <a:pt x="345997" y="1011475"/>
                          <a:pt x="353355" y="939687"/>
                        </a:cubicBezTo>
                        <a:cubicBezTo>
                          <a:pt x="360713" y="867899"/>
                          <a:pt x="359012" y="886140"/>
                          <a:pt x="415751" y="775633"/>
                        </a:cubicBezTo>
                        <a:cubicBezTo>
                          <a:pt x="376064" y="651809"/>
                          <a:pt x="292048" y="536325"/>
                          <a:pt x="286682" y="466333"/>
                        </a:cubicBezTo>
                        <a:cubicBezTo>
                          <a:pt x="281316" y="396341"/>
                          <a:pt x="361589" y="393702"/>
                          <a:pt x="383555" y="355681"/>
                        </a:cubicBezTo>
                        <a:cubicBezTo>
                          <a:pt x="405521" y="317660"/>
                          <a:pt x="398900" y="283186"/>
                          <a:pt x="418479" y="238206"/>
                        </a:cubicBezTo>
                        <a:cubicBezTo>
                          <a:pt x="390433" y="193227"/>
                          <a:pt x="411472" y="102744"/>
                          <a:pt x="374030" y="63581"/>
                        </a:cubicBezTo>
                        <a:cubicBezTo>
                          <a:pt x="336588" y="24418"/>
                          <a:pt x="243619" y="-11058"/>
                          <a:pt x="193827" y="3229"/>
                        </a:cubicBezTo>
                        <a:cubicBezTo>
                          <a:pt x="144035" y="17516"/>
                          <a:pt x="82816" y="86331"/>
                          <a:pt x="75279" y="149306"/>
                        </a:cubicBezTo>
                        <a:cubicBezTo>
                          <a:pt x="67742" y="212281"/>
                          <a:pt x="150142" y="315993"/>
                          <a:pt x="148604" y="381080"/>
                        </a:cubicBezTo>
                        <a:cubicBezTo>
                          <a:pt x="147066" y="446167"/>
                          <a:pt x="104152" y="459924"/>
                          <a:pt x="66052" y="539828"/>
                        </a:cubicBezTo>
                        <a:cubicBezTo>
                          <a:pt x="36420" y="601210"/>
                          <a:pt x="52987" y="634306"/>
                          <a:pt x="48178" y="689858"/>
                        </a:cubicBezTo>
                        <a:close/>
                      </a:path>
                    </a:pathLst>
                  </a:custGeom>
                  <a:solidFill>
                    <a:srgbClr val="FFFBF1"/>
                  </a:solidFill>
                  <a:ln w="1270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任意多边形: 形状 141">
                    <a:extLst>
                      <a:ext uri="{FF2B5EF4-FFF2-40B4-BE49-F238E27FC236}">
                        <a16:creationId xmlns:a16="http://schemas.microsoft.com/office/drawing/2014/main" id="{F43D9AC8-68F5-6333-9E6F-3FB920F109EE}"/>
                      </a:ext>
                    </a:extLst>
                  </p:cNvPr>
                  <p:cNvSpPr/>
                  <p:nvPr/>
                </p:nvSpPr>
                <p:spPr>
                  <a:xfrm rot="1261961">
                    <a:off x="910780" y="7723621"/>
                    <a:ext cx="385513" cy="1170221"/>
                  </a:xfrm>
                  <a:custGeom>
                    <a:avLst/>
                    <a:gdLst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250825 h 869950"/>
                      <a:gd name="connsiteX15" fmla="*/ 244475 w 748958"/>
                      <a:gd name="connsiteY15" fmla="*/ 228600 h 869950"/>
                      <a:gd name="connsiteX16" fmla="*/ 231775 w 748958"/>
                      <a:gd name="connsiteY16" fmla="*/ 196850 h 869950"/>
                      <a:gd name="connsiteX17" fmla="*/ 209550 w 748958"/>
                      <a:gd name="connsiteY17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31775 w 748958"/>
                      <a:gd name="connsiteY15" fmla="*/ 196850 h 869950"/>
                      <a:gd name="connsiteX16" fmla="*/ 209550 w 748958"/>
                      <a:gd name="connsiteY16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09550 w 748958"/>
                      <a:gd name="connsiteY15" fmla="*/ 1270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44475 w 748958"/>
                      <a:gd name="connsiteY14" fmla="*/ 22860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276225 w 748958"/>
                      <a:gd name="connsiteY13" fmla="*/ 276225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349250 w 748958"/>
                      <a:gd name="connsiteY12" fmla="*/ 346075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48958"/>
                      <a:gd name="connsiteY0" fmla="*/ 0 h 869950"/>
                      <a:gd name="connsiteX1" fmla="*/ 69850 w 748958"/>
                      <a:gd name="connsiteY1" fmla="*/ 168275 h 869950"/>
                      <a:gd name="connsiteX2" fmla="*/ 136525 w 748958"/>
                      <a:gd name="connsiteY2" fmla="*/ 320675 h 869950"/>
                      <a:gd name="connsiteX3" fmla="*/ 450850 w 748958"/>
                      <a:gd name="connsiteY3" fmla="*/ 704850 h 869950"/>
                      <a:gd name="connsiteX4" fmla="*/ 552450 w 748958"/>
                      <a:gd name="connsiteY4" fmla="*/ 787400 h 869950"/>
                      <a:gd name="connsiteX5" fmla="*/ 625475 w 748958"/>
                      <a:gd name="connsiteY5" fmla="*/ 812800 h 869950"/>
                      <a:gd name="connsiteX6" fmla="*/ 720725 w 748958"/>
                      <a:gd name="connsiteY6" fmla="*/ 866775 h 869950"/>
                      <a:gd name="connsiteX7" fmla="*/ 742950 w 748958"/>
                      <a:gd name="connsiteY7" fmla="*/ 869950 h 869950"/>
                      <a:gd name="connsiteX8" fmla="*/ 746125 w 748958"/>
                      <a:gd name="connsiteY8" fmla="*/ 771525 h 869950"/>
                      <a:gd name="connsiteX9" fmla="*/ 641350 w 748958"/>
                      <a:gd name="connsiteY9" fmla="*/ 600075 h 869950"/>
                      <a:gd name="connsiteX10" fmla="*/ 622300 w 748958"/>
                      <a:gd name="connsiteY10" fmla="*/ 581025 h 869950"/>
                      <a:gd name="connsiteX11" fmla="*/ 574675 w 748958"/>
                      <a:gd name="connsiteY11" fmla="*/ 546100 h 869950"/>
                      <a:gd name="connsiteX12" fmla="*/ 484187 w 748958"/>
                      <a:gd name="connsiteY12" fmla="*/ 534988 h 869950"/>
                      <a:gd name="connsiteX13" fmla="*/ 325438 w 748958"/>
                      <a:gd name="connsiteY13" fmla="*/ 398462 h 869950"/>
                      <a:gd name="connsiteX14" fmla="*/ 260350 w 748958"/>
                      <a:gd name="connsiteY14" fmla="*/ 184150 h 869950"/>
                      <a:gd name="connsiteX15" fmla="*/ 228600 w 748958"/>
                      <a:gd name="connsiteY15" fmla="*/ 50800 h 869950"/>
                      <a:gd name="connsiteX0" fmla="*/ 0 w 754512"/>
                      <a:gd name="connsiteY0" fmla="*/ 0 h 869950"/>
                      <a:gd name="connsiteX1" fmla="*/ 69850 w 754512"/>
                      <a:gd name="connsiteY1" fmla="*/ 168275 h 869950"/>
                      <a:gd name="connsiteX2" fmla="*/ 136525 w 754512"/>
                      <a:gd name="connsiteY2" fmla="*/ 320675 h 869950"/>
                      <a:gd name="connsiteX3" fmla="*/ 450850 w 754512"/>
                      <a:gd name="connsiteY3" fmla="*/ 704850 h 869950"/>
                      <a:gd name="connsiteX4" fmla="*/ 552450 w 754512"/>
                      <a:gd name="connsiteY4" fmla="*/ 787400 h 869950"/>
                      <a:gd name="connsiteX5" fmla="*/ 625475 w 754512"/>
                      <a:gd name="connsiteY5" fmla="*/ 812800 h 869950"/>
                      <a:gd name="connsiteX6" fmla="*/ 720725 w 754512"/>
                      <a:gd name="connsiteY6" fmla="*/ 866775 h 869950"/>
                      <a:gd name="connsiteX7" fmla="*/ 742950 w 754512"/>
                      <a:gd name="connsiteY7" fmla="*/ 869950 h 869950"/>
                      <a:gd name="connsiteX8" fmla="*/ 746125 w 754512"/>
                      <a:gd name="connsiteY8" fmla="*/ 771525 h 869950"/>
                      <a:gd name="connsiteX9" fmla="*/ 622300 w 754512"/>
                      <a:gd name="connsiteY9" fmla="*/ 581025 h 869950"/>
                      <a:gd name="connsiteX10" fmla="*/ 574675 w 754512"/>
                      <a:gd name="connsiteY10" fmla="*/ 546100 h 869950"/>
                      <a:gd name="connsiteX11" fmla="*/ 484187 w 754512"/>
                      <a:gd name="connsiteY11" fmla="*/ 534988 h 869950"/>
                      <a:gd name="connsiteX12" fmla="*/ 325438 w 754512"/>
                      <a:gd name="connsiteY12" fmla="*/ 398462 h 869950"/>
                      <a:gd name="connsiteX13" fmla="*/ 260350 w 754512"/>
                      <a:gd name="connsiteY13" fmla="*/ 184150 h 869950"/>
                      <a:gd name="connsiteX14" fmla="*/ 228600 w 754512"/>
                      <a:gd name="connsiteY14" fmla="*/ 50800 h 86995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546100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1905"/>
                      <a:gd name="connsiteY0" fmla="*/ 0 h 867380"/>
                      <a:gd name="connsiteX1" fmla="*/ 69850 w 751905"/>
                      <a:gd name="connsiteY1" fmla="*/ 168275 h 867380"/>
                      <a:gd name="connsiteX2" fmla="*/ 136525 w 751905"/>
                      <a:gd name="connsiteY2" fmla="*/ 320675 h 867380"/>
                      <a:gd name="connsiteX3" fmla="*/ 450850 w 751905"/>
                      <a:gd name="connsiteY3" fmla="*/ 704850 h 867380"/>
                      <a:gd name="connsiteX4" fmla="*/ 552450 w 751905"/>
                      <a:gd name="connsiteY4" fmla="*/ 787400 h 867380"/>
                      <a:gd name="connsiteX5" fmla="*/ 625475 w 751905"/>
                      <a:gd name="connsiteY5" fmla="*/ 812800 h 867380"/>
                      <a:gd name="connsiteX6" fmla="*/ 720725 w 751905"/>
                      <a:gd name="connsiteY6" fmla="*/ 866775 h 867380"/>
                      <a:gd name="connsiteX7" fmla="*/ 746125 w 751905"/>
                      <a:gd name="connsiteY7" fmla="*/ 771525 h 867380"/>
                      <a:gd name="connsiteX8" fmla="*/ 622300 w 751905"/>
                      <a:gd name="connsiteY8" fmla="*/ 581025 h 867380"/>
                      <a:gd name="connsiteX9" fmla="*/ 574675 w 751905"/>
                      <a:gd name="connsiteY9" fmla="*/ 612775 h 867380"/>
                      <a:gd name="connsiteX10" fmla="*/ 484187 w 751905"/>
                      <a:gd name="connsiteY10" fmla="*/ 534988 h 867380"/>
                      <a:gd name="connsiteX11" fmla="*/ 325438 w 751905"/>
                      <a:gd name="connsiteY11" fmla="*/ 398462 h 867380"/>
                      <a:gd name="connsiteX12" fmla="*/ 260350 w 751905"/>
                      <a:gd name="connsiteY12" fmla="*/ 184150 h 867380"/>
                      <a:gd name="connsiteX13" fmla="*/ 228600 w 751905"/>
                      <a:gd name="connsiteY13" fmla="*/ 50800 h 867380"/>
                      <a:gd name="connsiteX0" fmla="*/ 0 w 755288"/>
                      <a:gd name="connsiteY0" fmla="*/ 0 h 867380"/>
                      <a:gd name="connsiteX1" fmla="*/ 69850 w 755288"/>
                      <a:gd name="connsiteY1" fmla="*/ 168275 h 867380"/>
                      <a:gd name="connsiteX2" fmla="*/ 136525 w 755288"/>
                      <a:gd name="connsiteY2" fmla="*/ 320675 h 867380"/>
                      <a:gd name="connsiteX3" fmla="*/ 450850 w 755288"/>
                      <a:gd name="connsiteY3" fmla="*/ 704850 h 867380"/>
                      <a:gd name="connsiteX4" fmla="*/ 552450 w 755288"/>
                      <a:gd name="connsiteY4" fmla="*/ 787400 h 867380"/>
                      <a:gd name="connsiteX5" fmla="*/ 625475 w 755288"/>
                      <a:gd name="connsiteY5" fmla="*/ 812800 h 867380"/>
                      <a:gd name="connsiteX6" fmla="*/ 720725 w 755288"/>
                      <a:gd name="connsiteY6" fmla="*/ 866775 h 867380"/>
                      <a:gd name="connsiteX7" fmla="*/ 746125 w 755288"/>
                      <a:gd name="connsiteY7" fmla="*/ 771525 h 867380"/>
                      <a:gd name="connsiteX8" fmla="*/ 574675 w 755288"/>
                      <a:gd name="connsiteY8" fmla="*/ 612775 h 867380"/>
                      <a:gd name="connsiteX9" fmla="*/ 484187 w 755288"/>
                      <a:gd name="connsiteY9" fmla="*/ 534988 h 867380"/>
                      <a:gd name="connsiteX10" fmla="*/ 325438 w 755288"/>
                      <a:gd name="connsiteY10" fmla="*/ 398462 h 867380"/>
                      <a:gd name="connsiteX11" fmla="*/ 260350 w 755288"/>
                      <a:gd name="connsiteY11" fmla="*/ 184150 h 867380"/>
                      <a:gd name="connsiteX12" fmla="*/ 228600 w 755288"/>
                      <a:gd name="connsiteY12" fmla="*/ 50800 h 867380"/>
                      <a:gd name="connsiteX0" fmla="*/ 0 w 723110"/>
                      <a:gd name="connsiteY0" fmla="*/ 0 h 871984"/>
                      <a:gd name="connsiteX1" fmla="*/ 69850 w 723110"/>
                      <a:gd name="connsiteY1" fmla="*/ 168275 h 871984"/>
                      <a:gd name="connsiteX2" fmla="*/ 136525 w 723110"/>
                      <a:gd name="connsiteY2" fmla="*/ 320675 h 871984"/>
                      <a:gd name="connsiteX3" fmla="*/ 450850 w 723110"/>
                      <a:gd name="connsiteY3" fmla="*/ 704850 h 871984"/>
                      <a:gd name="connsiteX4" fmla="*/ 552450 w 723110"/>
                      <a:gd name="connsiteY4" fmla="*/ 787400 h 871984"/>
                      <a:gd name="connsiteX5" fmla="*/ 625475 w 723110"/>
                      <a:gd name="connsiteY5" fmla="*/ 812800 h 871984"/>
                      <a:gd name="connsiteX6" fmla="*/ 720725 w 723110"/>
                      <a:gd name="connsiteY6" fmla="*/ 866775 h 871984"/>
                      <a:gd name="connsiteX7" fmla="*/ 684213 w 723110"/>
                      <a:gd name="connsiteY7" fmla="*/ 663575 h 871984"/>
                      <a:gd name="connsiteX8" fmla="*/ 574675 w 723110"/>
                      <a:gd name="connsiteY8" fmla="*/ 612775 h 871984"/>
                      <a:gd name="connsiteX9" fmla="*/ 484187 w 723110"/>
                      <a:gd name="connsiteY9" fmla="*/ 534988 h 871984"/>
                      <a:gd name="connsiteX10" fmla="*/ 325438 w 723110"/>
                      <a:gd name="connsiteY10" fmla="*/ 398462 h 871984"/>
                      <a:gd name="connsiteX11" fmla="*/ 260350 w 723110"/>
                      <a:gd name="connsiteY11" fmla="*/ 184150 h 871984"/>
                      <a:gd name="connsiteX12" fmla="*/ 228600 w 723110"/>
                      <a:gd name="connsiteY12" fmla="*/ 50800 h 871984"/>
                      <a:gd name="connsiteX0" fmla="*/ 0 w 744443"/>
                      <a:gd name="connsiteY0" fmla="*/ 0 h 813354"/>
                      <a:gd name="connsiteX1" fmla="*/ 69850 w 744443"/>
                      <a:gd name="connsiteY1" fmla="*/ 168275 h 813354"/>
                      <a:gd name="connsiteX2" fmla="*/ 136525 w 744443"/>
                      <a:gd name="connsiteY2" fmla="*/ 320675 h 813354"/>
                      <a:gd name="connsiteX3" fmla="*/ 450850 w 744443"/>
                      <a:gd name="connsiteY3" fmla="*/ 704850 h 813354"/>
                      <a:gd name="connsiteX4" fmla="*/ 552450 w 744443"/>
                      <a:gd name="connsiteY4" fmla="*/ 787400 h 813354"/>
                      <a:gd name="connsiteX5" fmla="*/ 625475 w 744443"/>
                      <a:gd name="connsiteY5" fmla="*/ 812800 h 813354"/>
                      <a:gd name="connsiteX6" fmla="*/ 742950 w 744443"/>
                      <a:gd name="connsiteY6" fmla="*/ 765175 h 813354"/>
                      <a:gd name="connsiteX7" fmla="*/ 684213 w 744443"/>
                      <a:gd name="connsiteY7" fmla="*/ 663575 h 813354"/>
                      <a:gd name="connsiteX8" fmla="*/ 574675 w 744443"/>
                      <a:gd name="connsiteY8" fmla="*/ 612775 h 813354"/>
                      <a:gd name="connsiteX9" fmla="*/ 484187 w 744443"/>
                      <a:gd name="connsiteY9" fmla="*/ 534988 h 813354"/>
                      <a:gd name="connsiteX10" fmla="*/ 325438 w 744443"/>
                      <a:gd name="connsiteY10" fmla="*/ 398462 h 813354"/>
                      <a:gd name="connsiteX11" fmla="*/ 260350 w 744443"/>
                      <a:gd name="connsiteY11" fmla="*/ 184150 h 813354"/>
                      <a:gd name="connsiteX12" fmla="*/ 228600 w 744443"/>
                      <a:gd name="connsiteY12" fmla="*/ 50800 h 813354"/>
                      <a:gd name="connsiteX0" fmla="*/ 0 w 743946"/>
                      <a:gd name="connsiteY0" fmla="*/ 0 h 807518"/>
                      <a:gd name="connsiteX1" fmla="*/ 69850 w 743946"/>
                      <a:gd name="connsiteY1" fmla="*/ 168275 h 807518"/>
                      <a:gd name="connsiteX2" fmla="*/ 136525 w 743946"/>
                      <a:gd name="connsiteY2" fmla="*/ 320675 h 807518"/>
                      <a:gd name="connsiteX3" fmla="*/ 450850 w 743946"/>
                      <a:gd name="connsiteY3" fmla="*/ 704850 h 807518"/>
                      <a:gd name="connsiteX4" fmla="*/ 552450 w 743946"/>
                      <a:gd name="connsiteY4" fmla="*/ 787400 h 807518"/>
                      <a:gd name="connsiteX5" fmla="*/ 708025 w 743946"/>
                      <a:gd name="connsiteY5" fmla="*/ 806450 h 807518"/>
                      <a:gd name="connsiteX6" fmla="*/ 742950 w 743946"/>
                      <a:gd name="connsiteY6" fmla="*/ 765175 h 807518"/>
                      <a:gd name="connsiteX7" fmla="*/ 684213 w 743946"/>
                      <a:gd name="connsiteY7" fmla="*/ 663575 h 807518"/>
                      <a:gd name="connsiteX8" fmla="*/ 574675 w 743946"/>
                      <a:gd name="connsiteY8" fmla="*/ 612775 h 807518"/>
                      <a:gd name="connsiteX9" fmla="*/ 484187 w 743946"/>
                      <a:gd name="connsiteY9" fmla="*/ 534988 h 807518"/>
                      <a:gd name="connsiteX10" fmla="*/ 325438 w 743946"/>
                      <a:gd name="connsiteY10" fmla="*/ 398462 h 807518"/>
                      <a:gd name="connsiteX11" fmla="*/ 260350 w 743946"/>
                      <a:gd name="connsiteY11" fmla="*/ 184150 h 807518"/>
                      <a:gd name="connsiteX12" fmla="*/ 228600 w 743946"/>
                      <a:gd name="connsiteY12" fmla="*/ 50800 h 807518"/>
                      <a:gd name="connsiteX0" fmla="*/ 0 w 743478"/>
                      <a:gd name="connsiteY0" fmla="*/ 0 h 809036"/>
                      <a:gd name="connsiteX1" fmla="*/ 69850 w 743478"/>
                      <a:gd name="connsiteY1" fmla="*/ 168275 h 809036"/>
                      <a:gd name="connsiteX2" fmla="*/ 136525 w 743478"/>
                      <a:gd name="connsiteY2" fmla="*/ 320675 h 809036"/>
                      <a:gd name="connsiteX3" fmla="*/ 450850 w 743478"/>
                      <a:gd name="connsiteY3" fmla="*/ 704850 h 809036"/>
                      <a:gd name="connsiteX4" fmla="*/ 623887 w 743478"/>
                      <a:gd name="connsiteY4" fmla="*/ 793750 h 809036"/>
                      <a:gd name="connsiteX5" fmla="*/ 708025 w 743478"/>
                      <a:gd name="connsiteY5" fmla="*/ 806450 h 809036"/>
                      <a:gd name="connsiteX6" fmla="*/ 742950 w 743478"/>
                      <a:gd name="connsiteY6" fmla="*/ 765175 h 809036"/>
                      <a:gd name="connsiteX7" fmla="*/ 684213 w 743478"/>
                      <a:gd name="connsiteY7" fmla="*/ 663575 h 809036"/>
                      <a:gd name="connsiteX8" fmla="*/ 574675 w 743478"/>
                      <a:gd name="connsiteY8" fmla="*/ 612775 h 809036"/>
                      <a:gd name="connsiteX9" fmla="*/ 484187 w 743478"/>
                      <a:gd name="connsiteY9" fmla="*/ 534988 h 809036"/>
                      <a:gd name="connsiteX10" fmla="*/ 325438 w 743478"/>
                      <a:gd name="connsiteY10" fmla="*/ 398462 h 809036"/>
                      <a:gd name="connsiteX11" fmla="*/ 260350 w 743478"/>
                      <a:gd name="connsiteY11" fmla="*/ 184150 h 809036"/>
                      <a:gd name="connsiteX12" fmla="*/ 228600 w 743478"/>
                      <a:gd name="connsiteY12" fmla="*/ 50800 h 80903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542925 w 743478"/>
                      <a:gd name="connsiteY3" fmla="*/ 709613 h 808866"/>
                      <a:gd name="connsiteX4" fmla="*/ 623887 w 743478"/>
                      <a:gd name="connsiteY4" fmla="*/ 793750 h 808866"/>
                      <a:gd name="connsiteX5" fmla="*/ 708025 w 743478"/>
                      <a:gd name="connsiteY5" fmla="*/ 806450 h 808866"/>
                      <a:gd name="connsiteX6" fmla="*/ 742950 w 743478"/>
                      <a:gd name="connsiteY6" fmla="*/ 765175 h 808866"/>
                      <a:gd name="connsiteX7" fmla="*/ 684213 w 743478"/>
                      <a:gd name="connsiteY7" fmla="*/ 663575 h 808866"/>
                      <a:gd name="connsiteX8" fmla="*/ 574675 w 743478"/>
                      <a:gd name="connsiteY8" fmla="*/ 612775 h 808866"/>
                      <a:gd name="connsiteX9" fmla="*/ 484187 w 743478"/>
                      <a:gd name="connsiteY9" fmla="*/ 534988 h 808866"/>
                      <a:gd name="connsiteX10" fmla="*/ 325438 w 743478"/>
                      <a:gd name="connsiteY10" fmla="*/ 398462 h 808866"/>
                      <a:gd name="connsiteX11" fmla="*/ 260350 w 743478"/>
                      <a:gd name="connsiteY11" fmla="*/ 184150 h 808866"/>
                      <a:gd name="connsiteX12" fmla="*/ 228600 w 743478"/>
                      <a:gd name="connsiteY12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350838 w 743478"/>
                      <a:gd name="connsiteY3" fmla="*/ 5286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36525 w 743478"/>
                      <a:gd name="connsiteY2" fmla="*/ 320675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69850 w 743478"/>
                      <a:gd name="connsiteY1" fmla="*/ 168275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743478"/>
                      <a:gd name="connsiteY0" fmla="*/ 0 h 808866"/>
                      <a:gd name="connsiteX1" fmla="*/ 146050 w 743478"/>
                      <a:gd name="connsiteY1" fmla="*/ 306387 h 808866"/>
                      <a:gd name="connsiteX2" fmla="*/ 195263 w 743478"/>
                      <a:gd name="connsiteY2" fmla="*/ 438150 h 808866"/>
                      <a:gd name="connsiteX3" fmla="*/ 258763 w 743478"/>
                      <a:gd name="connsiteY3" fmla="*/ 503238 h 808866"/>
                      <a:gd name="connsiteX4" fmla="*/ 542925 w 743478"/>
                      <a:gd name="connsiteY4" fmla="*/ 709613 h 808866"/>
                      <a:gd name="connsiteX5" fmla="*/ 623887 w 743478"/>
                      <a:gd name="connsiteY5" fmla="*/ 793750 h 808866"/>
                      <a:gd name="connsiteX6" fmla="*/ 708025 w 743478"/>
                      <a:gd name="connsiteY6" fmla="*/ 806450 h 808866"/>
                      <a:gd name="connsiteX7" fmla="*/ 742950 w 743478"/>
                      <a:gd name="connsiteY7" fmla="*/ 765175 h 808866"/>
                      <a:gd name="connsiteX8" fmla="*/ 684213 w 743478"/>
                      <a:gd name="connsiteY8" fmla="*/ 663575 h 808866"/>
                      <a:gd name="connsiteX9" fmla="*/ 574675 w 743478"/>
                      <a:gd name="connsiteY9" fmla="*/ 612775 h 808866"/>
                      <a:gd name="connsiteX10" fmla="*/ 484187 w 743478"/>
                      <a:gd name="connsiteY10" fmla="*/ 534988 h 808866"/>
                      <a:gd name="connsiteX11" fmla="*/ 325438 w 743478"/>
                      <a:gd name="connsiteY11" fmla="*/ 398462 h 808866"/>
                      <a:gd name="connsiteX12" fmla="*/ 260350 w 743478"/>
                      <a:gd name="connsiteY12" fmla="*/ 184150 h 808866"/>
                      <a:gd name="connsiteX13" fmla="*/ 228600 w 743478"/>
                      <a:gd name="connsiteY13" fmla="*/ 50800 h 808866"/>
                      <a:gd name="connsiteX0" fmla="*/ 0 w 675215"/>
                      <a:gd name="connsiteY0" fmla="*/ 79375 h 758066"/>
                      <a:gd name="connsiteX1" fmla="*/ 77787 w 675215"/>
                      <a:gd name="connsiteY1" fmla="*/ 255587 h 758066"/>
                      <a:gd name="connsiteX2" fmla="*/ 127000 w 675215"/>
                      <a:gd name="connsiteY2" fmla="*/ 387350 h 758066"/>
                      <a:gd name="connsiteX3" fmla="*/ 190500 w 675215"/>
                      <a:gd name="connsiteY3" fmla="*/ 452438 h 758066"/>
                      <a:gd name="connsiteX4" fmla="*/ 474662 w 675215"/>
                      <a:gd name="connsiteY4" fmla="*/ 658813 h 758066"/>
                      <a:gd name="connsiteX5" fmla="*/ 555624 w 675215"/>
                      <a:gd name="connsiteY5" fmla="*/ 742950 h 758066"/>
                      <a:gd name="connsiteX6" fmla="*/ 639762 w 675215"/>
                      <a:gd name="connsiteY6" fmla="*/ 755650 h 758066"/>
                      <a:gd name="connsiteX7" fmla="*/ 674687 w 675215"/>
                      <a:gd name="connsiteY7" fmla="*/ 714375 h 758066"/>
                      <a:gd name="connsiteX8" fmla="*/ 615950 w 675215"/>
                      <a:gd name="connsiteY8" fmla="*/ 612775 h 758066"/>
                      <a:gd name="connsiteX9" fmla="*/ 506412 w 675215"/>
                      <a:gd name="connsiteY9" fmla="*/ 561975 h 758066"/>
                      <a:gd name="connsiteX10" fmla="*/ 415924 w 675215"/>
                      <a:gd name="connsiteY10" fmla="*/ 484188 h 758066"/>
                      <a:gd name="connsiteX11" fmla="*/ 257175 w 675215"/>
                      <a:gd name="connsiteY11" fmla="*/ 347662 h 758066"/>
                      <a:gd name="connsiteX12" fmla="*/ 192087 w 675215"/>
                      <a:gd name="connsiteY12" fmla="*/ 133350 h 758066"/>
                      <a:gd name="connsiteX13" fmla="*/ 160337 w 675215"/>
                      <a:gd name="connsiteY13" fmla="*/ 0 h 758066"/>
                      <a:gd name="connsiteX0" fmla="*/ 4551 w 679766"/>
                      <a:gd name="connsiteY0" fmla="*/ 79375 h 758066"/>
                      <a:gd name="connsiteX1" fmla="*/ 6138 w 679766"/>
                      <a:gd name="connsiteY1" fmla="*/ 80963 h 758066"/>
                      <a:gd name="connsiteX2" fmla="*/ 82338 w 679766"/>
                      <a:gd name="connsiteY2" fmla="*/ 255587 h 758066"/>
                      <a:gd name="connsiteX3" fmla="*/ 131551 w 679766"/>
                      <a:gd name="connsiteY3" fmla="*/ 387350 h 758066"/>
                      <a:gd name="connsiteX4" fmla="*/ 195051 w 679766"/>
                      <a:gd name="connsiteY4" fmla="*/ 452438 h 758066"/>
                      <a:gd name="connsiteX5" fmla="*/ 479213 w 679766"/>
                      <a:gd name="connsiteY5" fmla="*/ 658813 h 758066"/>
                      <a:gd name="connsiteX6" fmla="*/ 560175 w 679766"/>
                      <a:gd name="connsiteY6" fmla="*/ 742950 h 758066"/>
                      <a:gd name="connsiteX7" fmla="*/ 644313 w 679766"/>
                      <a:gd name="connsiteY7" fmla="*/ 755650 h 758066"/>
                      <a:gd name="connsiteX8" fmla="*/ 679238 w 679766"/>
                      <a:gd name="connsiteY8" fmla="*/ 714375 h 758066"/>
                      <a:gd name="connsiteX9" fmla="*/ 620501 w 679766"/>
                      <a:gd name="connsiteY9" fmla="*/ 612775 h 758066"/>
                      <a:gd name="connsiteX10" fmla="*/ 510963 w 679766"/>
                      <a:gd name="connsiteY10" fmla="*/ 561975 h 758066"/>
                      <a:gd name="connsiteX11" fmla="*/ 420475 w 679766"/>
                      <a:gd name="connsiteY11" fmla="*/ 484188 h 758066"/>
                      <a:gd name="connsiteX12" fmla="*/ 261726 w 679766"/>
                      <a:gd name="connsiteY12" fmla="*/ 347662 h 758066"/>
                      <a:gd name="connsiteX13" fmla="*/ 196638 w 679766"/>
                      <a:gd name="connsiteY13" fmla="*/ 133350 h 758066"/>
                      <a:gd name="connsiteX14" fmla="*/ 164888 w 679766"/>
                      <a:gd name="connsiteY14" fmla="*/ 0 h 758066"/>
                      <a:gd name="connsiteX0" fmla="*/ 35617 w 710832"/>
                      <a:gd name="connsiteY0" fmla="*/ 150921 h 829612"/>
                      <a:gd name="connsiteX1" fmla="*/ 2279 w 710832"/>
                      <a:gd name="connsiteY1" fmla="*/ 3284 h 829612"/>
                      <a:gd name="connsiteX2" fmla="*/ 113404 w 710832"/>
                      <a:gd name="connsiteY2" fmla="*/ 327133 h 829612"/>
                      <a:gd name="connsiteX3" fmla="*/ 162617 w 710832"/>
                      <a:gd name="connsiteY3" fmla="*/ 458896 h 829612"/>
                      <a:gd name="connsiteX4" fmla="*/ 226117 w 710832"/>
                      <a:gd name="connsiteY4" fmla="*/ 523984 h 829612"/>
                      <a:gd name="connsiteX5" fmla="*/ 510279 w 710832"/>
                      <a:gd name="connsiteY5" fmla="*/ 730359 h 829612"/>
                      <a:gd name="connsiteX6" fmla="*/ 591241 w 710832"/>
                      <a:gd name="connsiteY6" fmla="*/ 814496 h 829612"/>
                      <a:gd name="connsiteX7" fmla="*/ 675379 w 710832"/>
                      <a:gd name="connsiteY7" fmla="*/ 827196 h 829612"/>
                      <a:gd name="connsiteX8" fmla="*/ 710304 w 710832"/>
                      <a:gd name="connsiteY8" fmla="*/ 785921 h 829612"/>
                      <a:gd name="connsiteX9" fmla="*/ 651567 w 710832"/>
                      <a:gd name="connsiteY9" fmla="*/ 684321 h 829612"/>
                      <a:gd name="connsiteX10" fmla="*/ 542029 w 710832"/>
                      <a:gd name="connsiteY10" fmla="*/ 633521 h 829612"/>
                      <a:gd name="connsiteX11" fmla="*/ 451541 w 710832"/>
                      <a:gd name="connsiteY11" fmla="*/ 555734 h 829612"/>
                      <a:gd name="connsiteX12" fmla="*/ 292792 w 710832"/>
                      <a:gd name="connsiteY12" fmla="*/ 419208 h 829612"/>
                      <a:gd name="connsiteX13" fmla="*/ 227704 w 710832"/>
                      <a:gd name="connsiteY13" fmla="*/ 204896 h 829612"/>
                      <a:gd name="connsiteX14" fmla="*/ 195954 w 710832"/>
                      <a:gd name="connsiteY14" fmla="*/ 71546 h 829612"/>
                      <a:gd name="connsiteX0" fmla="*/ 0 w 738715"/>
                      <a:gd name="connsiteY0" fmla="*/ 61722 h 832488"/>
                      <a:gd name="connsiteX1" fmla="*/ 30162 w 738715"/>
                      <a:gd name="connsiteY1" fmla="*/ 6160 h 832488"/>
                      <a:gd name="connsiteX2" fmla="*/ 141287 w 738715"/>
                      <a:gd name="connsiteY2" fmla="*/ 330009 h 832488"/>
                      <a:gd name="connsiteX3" fmla="*/ 190500 w 738715"/>
                      <a:gd name="connsiteY3" fmla="*/ 461772 h 832488"/>
                      <a:gd name="connsiteX4" fmla="*/ 254000 w 738715"/>
                      <a:gd name="connsiteY4" fmla="*/ 526860 h 832488"/>
                      <a:gd name="connsiteX5" fmla="*/ 538162 w 738715"/>
                      <a:gd name="connsiteY5" fmla="*/ 733235 h 832488"/>
                      <a:gd name="connsiteX6" fmla="*/ 619124 w 738715"/>
                      <a:gd name="connsiteY6" fmla="*/ 817372 h 832488"/>
                      <a:gd name="connsiteX7" fmla="*/ 703262 w 738715"/>
                      <a:gd name="connsiteY7" fmla="*/ 830072 h 832488"/>
                      <a:gd name="connsiteX8" fmla="*/ 738187 w 738715"/>
                      <a:gd name="connsiteY8" fmla="*/ 788797 h 832488"/>
                      <a:gd name="connsiteX9" fmla="*/ 679450 w 738715"/>
                      <a:gd name="connsiteY9" fmla="*/ 687197 h 832488"/>
                      <a:gd name="connsiteX10" fmla="*/ 569912 w 738715"/>
                      <a:gd name="connsiteY10" fmla="*/ 636397 h 832488"/>
                      <a:gd name="connsiteX11" fmla="*/ 479424 w 738715"/>
                      <a:gd name="connsiteY11" fmla="*/ 558610 h 832488"/>
                      <a:gd name="connsiteX12" fmla="*/ 320675 w 738715"/>
                      <a:gd name="connsiteY12" fmla="*/ 422084 h 832488"/>
                      <a:gd name="connsiteX13" fmla="*/ 255587 w 738715"/>
                      <a:gd name="connsiteY13" fmla="*/ 207772 h 832488"/>
                      <a:gd name="connsiteX14" fmla="*/ 223837 w 738715"/>
                      <a:gd name="connsiteY14" fmla="*/ 74422 h 832488"/>
                      <a:gd name="connsiteX0" fmla="*/ 0 w 738715"/>
                      <a:gd name="connsiteY0" fmla="*/ 0 h 770766"/>
                      <a:gd name="connsiteX1" fmla="*/ 65087 w 738715"/>
                      <a:gd name="connsiteY1" fmla="*/ 107951 h 770766"/>
                      <a:gd name="connsiteX2" fmla="*/ 141287 w 738715"/>
                      <a:gd name="connsiteY2" fmla="*/ 268287 h 770766"/>
                      <a:gd name="connsiteX3" fmla="*/ 190500 w 738715"/>
                      <a:gd name="connsiteY3" fmla="*/ 400050 h 770766"/>
                      <a:gd name="connsiteX4" fmla="*/ 254000 w 738715"/>
                      <a:gd name="connsiteY4" fmla="*/ 465138 h 770766"/>
                      <a:gd name="connsiteX5" fmla="*/ 538162 w 738715"/>
                      <a:gd name="connsiteY5" fmla="*/ 671513 h 770766"/>
                      <a:gd name="connsiteX6" fmla="*/ 619124 w 738715"/>
                      <a:gd name="connsiteY6" fmla="*/ 755650 h 770766"/>
                      <a:gd name="connsiteX7" fmla="*/ 703262 w 738715"/>
                      <a:gd name="connsiteY7" fmla="*/ 768350 h 770766"/>
                      <a:gd name="connsiteX8" fmla="*/ 738187 w 738715"/>
                      <a:gd name="connsiteY8" fmla="*/ 727075 h 770766"/>
                      <a:gd name="connsiteX9" fmla="*/ 679450 w 738715"/>
                      <a:gd name="connsiteY9" fmla="*/ 625475 h 770766"/>
                      <a:gd name="connsiteX10" fmla="*/ 569912 w 738715"/>
                      <a:gd name="connsiteY10" fmla="*/ 574675 h 770766"/>
                      <a:gd name="connsiteX11" fmla="*/ 479424 w 738715"/>
                      <a:gd name="connsiteY11" fmla="*/ 496888 h 770766"/>
                      <a:gd name="connsiteX12" fmla="*/ 320675 w 738715"/>
                      <a:gd name="connsiteY12" fmla="*/ 360362 h 770766"/>
                      <a:gd name="connsiteX13" fmla="*/ 255587 w 738715"/>
                      <a:gd name="connsiteY13" fmla="*/ 146050 h 770766"/>
                      <a:gd name="connsiteX14" fmla="*/ 223837 w 738715"/>
                      <a:gd name="connsiteY14" fmla="*/ 12700 h 770766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03199 w 718077"/>
                      <a:gd name="connsiteY14" fmla="*/ 73025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34949 w 718077"/>
                      <a:gd name="connsiteY13" fmla="*/ 206375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00037 w 718077"/>
                      <a:gd name="connsiteY12" fmla="*/ 420687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58786 w 718077"/>
                      <a:gd name="connsiteY11" fmla="*/ 557213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49274 w 718077"/>
                      <a:gd name="connsiteY10" fmla="*/ 63500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8077"/>
                      <a:gd name="connsiteY0" fmla="*/ 0 h 831091"/>
                      <a:gd name="connsiteX1" fmla="*/ 44449 w 718077"/>
                      <a:gd name="connsiteY1" fmla="*/ 168276 h 831091"/>
                      <a:gd name="connsiteX2" fmla="*/ 120649 w 718077"/>
                      <a:gd name="connsiteY2" fmla="*/ 328612 h 831091"/>
                      <a:gd name="connsiteX3" fmla="*/ 169862 w 718077"/>
                      <a:gd name="connsiteY3" fmla="*/ 460375 h 831091"/>
                      <a:gd name="connsiteX4" fmla="*/ 233362 w 718077"/>
                      <a:gd name="connsiteY4" fmla="*/ 525463 h 831091"/>
                      <a:gd name="connsiteX5" fmla="*/ 517524 w 718077"/>
                      <a:gd name="connsiteY5" fmla="*/ 731838 h 831091"/>
                      <a:gd name="connsiteX6" fmla="*/ 598486 w 718077"/>
                      <a:gd name="connsiteY6" fmla="*/ 815975 h 831091"/>
                      <a:gd name="connsiteX7" fmla="*/ 682624 w 718077"/>
                      <a:gd name="connsiteY7" fmla="*/ 828675 h 831091"/>
                      <a:gd name="connsiteX8" fmla="*/ 717549 w 718077"/>
                      <a:gd name="connsiteY8" fmla="*/ 787400 h 831091"/>
                      <a:gd name="connsiteX9" fmla="*/ 658812 w 718077"/>
                      <a:gd name="connsiteY9" fmla="*/ 685800 h 831091"/>
                      <a:gd name="connsiteX10" fmla="*/ 551519 w 718077"/>
                      <a:gd name="connsiteY10" fmla="*/ 656180 h 831091"/>
                      <a:gd name="connsiteX11" fmla="*/ 432742 w 718077"/>
                      <a:gd name="connsiteY11" fmla="*/ 513568 h 831091"/>
                      <a:gd name="connsiteX12" fmla="*/ 399891 w 718077"/>
                      <a:gd name="connsiteY12" fmla="*/ 426523 h 831091"/>
                      <a:gd name="connsiteX13" fmla="*/ 278591 w 718077"/>
                      <a:gd name="connsiteY13" fmla="*/ 227451 h 831091"/>
                      <a:gd name="connsiteX14" fmla="*/ 282938 w 718077"/>
                      <a:gd name="connsiteY14" fmla="*/ 165237 h 831091"/>
                      <a:gd name="connsiteX0" fmla="*/ 0 w 719098"/>
                      <a:gd name="connsiteY0" fmla="*/ 0 h 818642"/>
                      <a:gd name="connsiteX1" fmla="*/ 44449 w 719098"/>
                      <a:gd name="connsiteY1" fmla="*/ 168276 h 818642"/>
                      <a:gd name="connsiteX2" fmla="*/ 120649 w 719098"/>
                      <a:gd name="connsiteY2" fmla="*/ 328612 h 818642"/>
                      <a:gd name="connsiteX3" fmla="*/ 169862 w 719098"/>
                      <a:gd name="connsiteY3" fmla="*/ 460375 h 818642"/>
                      <a:gd name="connsiteX4" fmla="*/ 233362 w 719098"/>
                      <a:gd name="connsiteY4" fmla="*/ 525463 h 818642"/>
                      <a:gd name="connsiteX5" fmla="*/ 517524 w 719098"/>
                      <a:gd name="connsiteY5" fmla="*/ 731838 h 818642"/>
                      <a:gd name="connsiteX6" fmla="*/ 598486 w 719098"/>
                      <a:gd name="connsiteY6" fmla="*/ 815975 h 818642"/>
                      <a:gd name="connsiteX7" fmla="*/ 717549 w 719098"/>
                      <a:gd name="connsiteY7" fmla="*/ 787400 h 818642"/>
                      <a:gd name="connsiteX8" fmla="*/ 658812 w 719098"/>
                      <a:gd name="connsiteY8" fmla="*/ 685800 h 818642"/>
                      <a:gd name="connsiteX9" fmla="*/ 551519 w 719098"/>
                      <a:gd name="connsiteY9" fmla="*/ 656180 h 818642"/>
                      <a:gd name="connsiteX10" fmla="*/ 432742 w 719098"/>
                      <a:gd name="connsiteY10" fmla="*/ 513568 h 818642"/>
                      <a:gd name="connsiteX11" fmla="*/ 399891 w 719098"/>
                      <a:gd name="connsiteY11" fmla="*/ 426523 h 818642"/>
                      <a:gd name="connsiteX12" fmla="*/ 278591 w 719098"/>
                      <a:gd name="connsiteY12" fmla="*/ 227451 h 818642"/>
                      <a:gd name="connsiteX13" fmla="*/ 282938 w 719098"/>
                      <a:gd name="connsiteY13" fmla="*/ 165237 h 818642"/>
                      <a:gd name="connsiteX0" fmla="*/ 0 w 659721"/>
                      <a:gd name="connsiteY0" fmla="*/ 0 h 816860"/>
                      <a:gd name="connsiteX1" fmla="*/ 44449 w 659721"/>
                      <a:gd name="connsiteY1" fmla="*/ 168276 h 816860"/>
                      <a:gd name="connsiteX2" fmla="*/ 120649 w 659721"/>
                      <a:gd name="connsiteY2" fmla="*/ 328612 h 816860"/>
                      <a:gd name="connsiteX3" fmla="*/ 169862 w 659721"/>
                      <a:gd name="connsiteY3" fmla="*/ 460375 h 816860"/>
                      <a:gd name="connsiteX4" fmla="*/ 233362 w 659721"/>
                      <a:gd name="connsiteY4" fmla="*/ 525463 h 816860"/>
                      <a:gd name="connsiteX5" fmla="*/ 517524 w 659721"/>
                      <a:gd name="connsiteY5" fmla="*/ 731838 h 816860"/>
                      <a:gd name="connsiteX6" fmla="*/ 598486 w 659721"/>
                      <a:gd name="connsiteY6" fmla="*/ 815975 h 816860"/>
                      <a:gd name="connsiteX7" fmla="*/ 658812 w 659721"/>
                      <a:gd name="connsiteY7" fmla="*/ 685800 h 816860"/>
                      <a:gd name="connsiteX8" fmla="*/ 551519 w 659721"/>
                      <a:gd name="connsiteY8" fmla="*/ 656180 h 816860"/>
                      <a:gd name="connsiteX9" fmla="*/ 432742 w 659721"/>
                      <a:gd name="connsiteY9" fmla="*/ 513568 h 816860"/>
                      <a:gd name="connsiteX10" fmla="*/ 399891 w 659721"/>
                      <a:gd name="connsiteY10" fmla="*/ 426523 h 816860"/>
                      <a:gd name="connsiteX11" fmla="*/ 278591 w 659721"/>
                      <a:gd name="connsiteY11" fmla="*/ 227451 h 816860"/>
                      <a:gd name="connsiteX12" fmla="*/ 282938 w 659721"/>
                      <a:gd name="connsiteY12" fmla="*/ 165237 h 816860"/>
                      <a:gd name="connsiteX0" fmla="*/ 0 w 599294"/>
                      <a:gd name="connsiteY0" fmla="*/ 0 h 818005"/>
                      <a:gd name="connsiteX1" fmla="*/ 44449 w 599294"/>
                      <a:gd name="connsiteY1" fmla="*/ 168276 h 818005"/>
                      <a:gd name="connsiteX2" fmla="*/ 120649 w 599294"/>
                      <a:gd name="connsiteY2" fmla="*/ 328612 h 818005"/>
                      <a:gd name="connsiteX3" fmla="*/ 169862 w 599294"/>
                      <a:gd name="connsiteY3" fmla="*/ 460375 h 818005"/>
                      <a:gd name="connsiteX4" fmla="*/ 233362 w 599294"/>
                      <a:gd name="connsiteY4" fmla="*/ 525463 h 818005"/>
                      <a:gd name="connsiteX5" fmla="*/ 517524 w 599294"/>
                      <a:gd name="connsiteY5" fmla="*/ 731838 h 818005"/>
                      <a:gd name="connsiteX6" fmla="*/ 598486 w 599294"/>
                      <a:gd name="connsiteY6" fmla="*/ 815975 h 818005"/>
                      <a:gd name="connsiteX7" fmla="*/ 551519 w 599294"/>
                      <a:gd name="connsiteY7" fmla="*/ 656180 h 818005"/>
                      <a:gd name="connsiteX8" fmla="*/ 432742 w 599294"/>
                      <a:gd name="connsiteY8" fmla="*/ 513568 h 818005"/>
                      <a:gd name="connsiteX9" fmla="*/ 399891 w 599294"/>
                      <a:gd name="connsiteY9" fmla="*/ 426523 h 818005"/>
                      <a:gd name="connsiteX10" fmla="*/ 278591 w 599294"/>
                      <a:gd name="connsiteY10" fmla="*/ 227451 h 818005"/>
                      <a:gd name="connsiteX11" fmla="*/ 282938 w 599294"/>
                      <a:gd name="connsiteY11" fmla="*/ 165237 h 818005"/>
                      <a:gd name="connsiteX0" fmla="*/ 0 w 560957"/>
                      <a:gd name="connsiteY0" fmla="*/ 0 h 736416"/>
                      <a:gd name="connsiteX1" fmla="*/ 44449 w 560957"/>
                      <a:gd name="connsiteY1" fmla="*/ 168276 h 736416"/>
                      <a:gd name="connsiteX2" fmla="*/ 120649 w 560957"/>
                      <a:gd name="connsiteY2" fmla="*/ 328612 h 736416"/>
                      <a:gd name="connsiteX3" fmla="*/ 169862 w 560957"/>
                      <a:gd name="connsiteY3" fmla="*/ 460375 h 736416"/>
                      <a:gd name="connsiteX4" fmla="*/ 233362 w 560957"/>
                      <a:gd name="connsiteY4" fmla="*/ 525463 h 736416"/>
                      <a:gd name="connsiteX5" fmla="*/ 517524 w 560957"/>
                      <a:gd name="connsiteY5" fmla="*/ 731838 h 736416"/>
                      <a:gd name="connsiteX6" fmla="*/ 551519 w 560957"/>
                      <a:gd name="connsiteY6" fmla="*/ 656180 h 736416"/>
                      <a:gd name="connsiteX7" fmla="*/ 432742 w 560957"/>
                      <a:gd name="connsiteY7" fmla="*/ 513568 h 736416"/>
                      <a:gd name="connsiteX8" fmla="*/ 399891 w 560957"/>
                      <a:gd name="connsiteY8" fmla="*/ 426523 h 736416"/>
                      <a:gd name="connsiteX9" fmla="*/ 278591 w 560957"/>
                      <a:gd name="connsiteY9" fmla="*/ 227451 h 736416"/>
                      <a:gd name="connsiteX10" fmla="*/ 282938 w 560957"/>
                      <a:gd name="connsiteY10" fmla="*/ 165237 h 736416"/>
                      <a:gd name="connsiteX0" fmla="*/ 0 w 553781"/>
                      <a:gd name="connsiteY0" fmla="*/ 0 h 727150"/>
                      <a:gd name="connsiteX1" fmla="*/ 44449 w 553781"/>
                      <a:gd name="connsiteY1" fmla="*/ 168276 h 727150"/>
                      <a:gd name="connsiteX2" fmla="*/ 120649 w 553781"/>
                      <a:gd name="connsiteY2" fmla="*/ 328612 h 727150"/>
                      <a:gd name="connsiteX3" fmla="*/ 169862 w 553781"/>
                      <a:gd name="connsiteY3" fmla="*/ 460375 h 727150"/>
                      <a:gd name="connsiteX4" fmla="*/ 233362 w 553781"/>
                      <a:gd name="connsiteY4" fmla="*/ 525463 h 727150"/>
                      <a:gd name="connsiteX5" fmla="*/ 488643 w 553781"/>
                      <a:gd name="connsiteY5" fmla="*/ 722048 h 727150"/>
                      <a:gd name="connsiteX6" fmla="*/ 551519 w 553781"/>
                      <a:gd name="connsiteY6" fmla="*/ 656180 h 727150"/>
                      <a:gd name="connsiteX7" fmla="*/ 432742 w 553781"/>
                      <a:gd name="connsiteY7" fmla="*/ 513568 h 727150"/>
                      <a:gd name="connsiteX8" fmla="*/ 399891 w 553781"/>
                      <a:gd name="connsiteY8" fmla="*/ 426523 h 727150"/>
                      <a:gd name="connsiteX9" fmla="*/ 278591 w 553781"/>
                      <a:gd name="connsiteY9" fmla="*/ 227451 h 727150"/>
                      <a:gd name="connsiteX10" fmla="*/ 282938 w 553781"/>
                      <a:gd name="connsiteY10" fmla="*/ 165237 h 727150"/>
                      <a:gd name="connsiteX0" fmla="*/ 0 w 561611"/>
                      <a:gd name="connsiteY0" fmla="*/ 0 h 732877"/>
                      <a:gd name="connsiteX1" fmla="*/ 44449 w 561611"/>
                      <a:gd name="connsiteY1" fmla="*/ 168276 h 732877"/>
                      <a:gd name="connsiteX2" fmla="*/ 120649 w 561611"/>
                      <a:gd name="connsiteY2" fmla="*/ 328612 h 732877"/>
                      <a:gd name="connsiteX3" fmla="*/ 169862 w 561611"/>
                      <a:gd name="connsiteY3" fmla="*/ 460375 h 732877"/>
                      <a:gd name="connsiteX4" fmla="*/ 233362 w 561611"/>
                      <a:gd name="connsiteY4" fmla="*/ 525463 h 732877"/>
                      <a:gd name="connsiteX5" fmla="*/ 488643 w 561611"/>
                      <a:gd name="connsiteY5" fmla="*/ 722048 h 732877"/>
                      <a:gd name="connsiteX6" fmla="*/ 559753 w 561611"/>
                      <a:gd name="connsiteY6" fmla="*/ 686720 h 732877"/>
                      <a:gd name="connsiteX7" fmla="*/ 432742 w 561611"/>
                      <a:gd name="connsiteY7" fmla="*/ 513568 h 732877"/>
                      <a:gd name="connsiteX8" fmla="*/ 399891 w 561611"/>
                      <a:gd name="connsiteY8" fmla="*/ 426523 h 732877"/>
                      <a:gd name="connsiteX9" fmla="*/ 278591 w 561611"/>
                      <a:gd name="connsiteY9" fmla="*/ 227451 h 732877"/>
                      <a:gd name="connsiteX10" fmla="*/ 282938 w 561611"/>
                      <a:gd name="connsiteY10" fmla="*/ 165237 h 732877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33869"/>
                      <a:gd name="connsiteX1" fmla="*/ 44449 w 562157"/>
                      <a:gd name="connsiteY1" fmla="*/ 168276 h 733869"/>
                      <a:gd name="connsiteX2" fmla="*/ 120649 w 562157"/>
                      <a:gd name="connsiteY2" fmla="*/ 328612 h 733869"/>
                      <a:gd name="connsiteX3" fmla="*/ 169862 w 562157"/>
                      <a:gd name="connsiteY3" fmla="*/ 460375 h 733869"/>
                      <a:gd name="connsiteX4" fmla="*/ 233362 w 562157"/>
                      <a:gd name="connsiteY4" fmla="*/ 525463 h 733869"/>
                      <a:gd name="connsiteX5" fmla="*/ 488643 w 562157"/>
                      <a:gd name="connsiteY5" fmla="*/ 722048 h 733869"/>
                      <a:gd name="connsiteX6" fmla="*/ 559753 w 562157"/>
                      <a:gd name="connsiteY6" fmla="*/ 686720 h 733869"/>
                      <a:gd name="connsiteX7" fmla="*/ 432742 w 562157"/>
                      <a:gd name="connsiteY7" fmla="*/ 513568 h 733869"/>
                      <a:gd name="connsiteX8" fmla="*/ 399891 w 562157"/>
                      <a:gd name="connsiteY8" fmla="*/ 426523 h 733869"/>
                      <a:gd name="connsiteX9" fmla="*/ 278591 w 562157"/>
                      <a:gd name="connsiteY9" fmla="*/ 227451 h 733869"/>
                      <a:gd name="connsiteX10" fmla="*/ 282938 w 562157"/>
                      <a:gd name="connsiteY10" fmla="*/ 165237 h 733869"/>
                      <a:gd name="connsiteX0" fmla="*/ 0 w 562157"/>
                      <a:gd name="connsiteY0" fmla="*/ 0 h 722083"/>
                      <a:gd name="connsiteX1" fmla="*/ 44449 w 562157"/>
                      <a:gd name="connsiteY1" fmla="*/ 168276 h 722083"/>
                      <a:gd name="connsiteX2" fmla="*/ 120649 w 562157"/>
                      <a:gd name="connsiteY2" fmla="*/ 328612 h 722083"/>
                      <a:gd name="connsiteX3" fmla="*/ 169862 w 562157"/>
                      <a:gd name="connsiteY3" fmla="*/ 460375 h 722083"/>
                      <a:gd name="connsiteX4" fmla="*/ 233362 w 562157"/>
                      <a:gd name="connsiteY4" fmla="*/ 525463 h 722083"/>
                      <a:gd name="connsiteX5" fmla="*/ 488643 w 562157"/>
                      <a:gd name="connsiteY5" fmla="*/ 722048 h 722083"/>
                      <a:gd name="connsiteX6" fmla="*/ 559753 w 562157"/>
                      <a:gd name="connsiteY6" fmla="*/ 686720 h 722083"/>
                      <a:gd name="connsiteX7" fmla="*/ 432742 w 562157"/>
                      <a:gd name="connsiteY7" fmla="*/ 513568 h 722083"/>
                      <a:gd name="connsiteX8" fmla="*/ 399891 w 562157"/>
                      <a:gd name="connsiteY8" fmla="*/ 426523 h 722083"/>
                      <a:gd name="connsiteX9" fmla="*/ 278591 w 562157"/>
                      <a:gd name="connsiteY9" fmla="*/ 227451 h 722083"/>
                      <a:gd name="connsiteX10" fmla="*/ 282938 w 562157"/>
                      <a:gd name="connsiteY10" fmla="*/ 165237 h 722083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169862 w 562157"/>
                      <a:gd name="connsiteY3" fmla="*/ 460375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20649 w 562157"/>
                      <a:gd name="connsiteY2" fmla="*/ 328612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44449 w 562157"/>
                      <a:gd name="connsiteY1" fmla="*/ 16827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44449 w 562157"/>
                      <a:gd name="connsiteY2" fmla="*/ 168276 h 723888"/>
                      <a:gd name="connsiteX3" fmla="*/ 152851 w 562157"/>
                      <a:gd name="connsiteY3" fmla="*/ 255234 h 723888"/>
                      <a:gd name="connsiteX4" fmla="*/ 380209 w 562157"/>
                      <a:gd name="connsiteY4" fmla="*/ 538744 h 723888"/>
                      <a:gd name="connsiteX5" fmla="*/ 422793 w 562157"/>
                      <a:gd name="connsiteY5" fmla="*/ 662449 h 723888"/>
                      <a:gd name="connsiteX6" fmla="*/ 488643 w 562157"/>
                      <a:gd name="connsiteY6" fmla="*/ 722048 h 723888"/>
                      <a:gd name="connsiteX7" fmla="*/ 559753 w 562157"/>
                      <a:gd name="connsiteY7" fmla="*/ 686720 h 723888"/>
                      <a:gd name="connsiteX8" fmla="*/ 432742 w 562157"/>
                      <a:gd name="connsiteY8" fmla="*/ 513568 h 723888"/>
                      <a:gd name="connsiteX9" fmla="*/ 399891 w 562157"/>
                      <a:gd name="connsiteY9" fmla="*/ 426523 h 723888"/>
                      <a:gd name="connsiteX10" fmla="*/ 278591 w 562157"/>
                      <a:gd name="connsiteY10" fmla="*/ 227451 h 723888"/>
                      <a:gd name="connsiteX11" fmla="*/ 282938 w 562157"/>
                      <a:gd name="connsiteY11" fmla="*/ 165237 h 723888"/>
                      <a:gd name="connsiteX0" fmla="*/ 0 w 562157"/>
                      <a:gd name="connsiteY0" fmla="*/ 0 h 723888"/>
                      <a:gd name="connsiteX1" fmla="*/ 144439 w 562157"/>
                      <a:gd name="connsiteY1" fmla="*/ 127256 h 723888"/>
                      <a:gd name="connsiteX2" fmla="*/ 152851 w 562157"/>
                      <a:gd name="connsiteY2" fmla="*/ 255234 h 723888"/>
                      <a:gd name="connsiteX3" fmla="*/ 380209 w 562157"/>
                      <a:gd name="connsiteY3" fmla="*/ 538744 h 723888"/>
                      <a:gd name="connsiteX4" fmla="*/ 422793 w 562157"/>
                      <a:gd name="connsiteY4" fmla="*/ 662449 h 723888"/>
                      <a:gd name="connsiteX5" fmla="*/ 488643 w 562157"/>
                      <a:gd name="connsiteY5" fmla="*/ 722048 h 723888"/>
                      <a:gd name="connsiteX6" fmla="*/ 559753 w 562157"/>
                      <a:gd name="connsiteY6" fmla="*/ 686720 h 723888"/>
                      <a:gd name="connsiteX7" fmla="*/ 432742 w 562157"/>
                      <a:gd name="connsiteY7" fmla="*/ 513568 h 723888"/>
                      <a:gd name="connsiteX8" fmla="*/ 399891 w 562157"/>
                      <a:gd name="connsiteY8" fmla="*/ 426523 h 723888"/>
                      <a:gd name="connsiteX9" fmla="*/ 278591 w 562157"/>
                      <a:gd name="connsiteY9" fmla="*/ 227451 h 723888"/>
                      <a:gd name="connsiteX10" fmla="*/ 282938 w 562157"/>
                      <a:gd name="connsiteY10" fmla="*/ 165237 h 723888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20834 w 438552"/>
                      <a:gd name="connsiteY1" fmla="*/ 166772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29246 w 438552"/>
                      <a:gd name="connsiteY2" fmla="*/ 294750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56604 w 438552"/>
                      <a:gd name="connsiteY3" fmla="*/ 578260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260242 w 438552"/>
                      <a:gd name="connsiteY3" fmla="*/ 572163 h 763404"/>
                      <a:gd name="connsiteX4" fmla="*/ 299188 w 438552"/>
                      <a:gd name="connsiteY4" fmla="*/ 701965 h 763404"/>
                      <a:gd name="connsiteX5" fmla="*/ 365038 w 438552"/>
                      <a:gd name="connsiteY5" fmla="*/ 761564 h 763404"/>
                      <a:gd name="connsiteX6" fmla="*/ 436148 w 438552"/>
                      <a:gd name="connsiteY6" fmla="*/ 726236 h 763404"/>
                      <a:gd name="connsiteX7" fmla="*/ 309137 w 438552"/>
                      <a:gd name="connsiteY7" fmla="*/ 553084 h 763404"/>
                      <a:gd name="connsiteX8" fmla="*/ 276286 w 438552"/>
                      <a:gd name="connsiteY8" fmla="*/ 466039 h 763404"/>
                      <a:gd name="connsiteX9" fmla="*/ 154986 w 438552"/>
                      <a:gd name="connsiteY9" fmla="*/ 266967 h 763404"/>
                      <a:gd name="connsiteX10" fmla="*/ 159333 w 438552"/>
                      <a:gd name="connsiteY10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57786 w 438552"/>
                      <a:gd name="connsiteY3" fmla="*/ 448537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17785 w 438552"/>
                      <a:gd name="connsiteY1" fmla="*/ 164953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0 w 438552"/>
                      <a:gd name="connsiteY0" fmla="*/ 0 h 763404"/>
                      <a:gd name="connsiteX1" fmla="*/ 7517 w 438552"/>
                      <a:gd name="connsiteY1" fmla="*/ 148907 h 763404"/>
                      <a:gd name="connsiteX2" fmla="*/ 12989 w 438552"/>
                      <a:gd name="connsiteY2" fmla="*/ 269343 h 763404"/>
                      <a:gd name="connsiteX3" fmla="*/ 125483 w 438552"/>
                      <a:gd name="connsiteY3" fmla="*/ 433398 h 763404"/>
                      <a:gd name="connsiteX4" fmla="*/ 260242 w 438552"/>
                      <a:gd name="connsiteY4" fmla="*/ 572163 h 763404"/>
                      <a:gd name="connsiteX5" fmla="*/ 299188 w 438552"/>
                      <a:gd name="connsiteY5" fmla="*/ 701965 h 763404"/>
                      <a:gd name="connsiteX6" fmla="*/ 365038 w 438552"/>
                      <a:gd name="connsiteY6" fmla="*/ 761564 h 763404"/>
                      <a:gd name="connsiteX7" fmla="*/ 436148 w 438552"/>
                      <a:gd name="connsiteY7" fmla="*/ 726236 h 763404"/>
                      <a:gd name="connsiteX8" fmla="*/ 309137 w 438552"/>
                      <a:gd name="connsiteY8" fmla="*/ 553084 h 763404"/>
                      <a:gd name="connsiteX9" fmla="*/ 276286 w 438552"/>
                      <a:gd name="connsiteY9" fmla="*/ 466039 h 763404"/>
                      <a:gd name="connsiteX10" fmla="*/ 154986 w 438552"/>
                      <a:gd name="connsiteY10" fmla="*/ 266967 h 763404"/>
                      <a:gd name="connsiteX11" fmla="*/ 159333 w 438552"/>
                      <a:gd name="connsiteY11" fmla="*/ 204753 h 763404"/>
                      <a:gd name="connsiteX0" fmla="*/ 137057 w 443413"/>
                      <a:gd name="connsiteY0" fmla="*/ 0 h 989649"/>
                      <a:gd name="connsiteX1" fmla="*/ 12378 w 443413"/>
                      <a:gd name="connsiteY1" fmla="*/ 375152 h 989649"/>
                      <a:gd name="connsiteX2" fmla="*/ 17850 w 443413"/>
                      <a:gd name="connsiteY2" fmla="*/ 495588 h 989649"/>
                      <a:gd name="connsiteX3" fmla="*/ 130344 w 443413"/>
                      <a:gd name="connsiteY3" fmla="*/ 659643 h 989649"/>
                      <a:gd name="connsiteX4" fmla="*/ 265103 w 443413"/>
                      <a:gd name="connsiteY4" fmla="*/ 798408 h 989649"/>
                      <a:gd name="connsiteX5" fmla="*/ 304049 w 443413"/>
                      <a:gd name="connsiteY5" fmla="*/ 928210 h 989649"/>
                      <a:gd name="connsiteX6" fmla="*/ 369899 w 443413"/>
                      <a:gd name="connsiteY6" fmla="*/ 987809 h 989649"/>
                      <a:gd name="connsiteX7" fmla="*/ 441009 w 443413"/>
                      <a:gd name="connsiteY7" fmla="*/ 952481 h 989649"/>
                      <a:gd name="connsiteX8" fmla="*/ 313998 w 443413"/>
                      <a:gd name="connsiteY8" fmla="*/ 779329 h 989649"/>
                      <a:gd name="connsiteX9" fmla="*/ 281147 w 443413"/>
                      <a:gd name="connsiteY9" fmla="*/ 692284 h 989649"/>
                      <a:gd name="connsiteX10" fmla="*/ 159847 w 443413"/>
                      <a:gd name="connsiteY10" fmla="*/ 493212 h 989649"/>
                      <a:gd name="connsiteX11" fmla="*/ 164194 w 443413"/>
                      <a:gd name="connsiteY11" fmla="*/ 430998 h 989649"/>
                      <a:gd name="connsiteX0" fmla="*/ 119412 w 425768"/>
                      <a:gd name="connsiteY0" fmla="*/ 0 h 989649"/>
                      <a:gd name="connsiteX1" fmla="*/ 85842 w 425768"/>
                      <a:gd name="connsiteY1" fmla="*/ 279398 h 989649"/>
                      <a:gd name="connsiteX2" fmla="*/ 205 w 425768"/>
                      <a:gd name="connsiteY2" fmla="*/ 495588 h 989649"/>
                      <a:gd name="connsiteX3" fmla="*/ 112699 w 425768"/>
                      <a:gd name="connsiteY3" fmla="*/ 659643 h 989649"/>
                      <a:gd name="connsiteX4" fmla="*/ 247458 w 425768"/>
                      <a:gd name="connsiteY4" fmla="*/ 798408 h 989649"/>
                      <a:gd name="connsiteX5" fmla="*/ 286404 w 425768"/>
                      <a:gd name="connsiteY5" fmla="*/ 928210 h 989649"/>
                      <a:gd name="connsiteX6" fmla="*/ 352254 w 425768"/>
                      <a:gd name="connsiteY6" fmla="*/ 987809 h 989649"/>
                      <a:gd name="connsiteX7" fmla="*/ 423364 w 425768"/>
                      <a:gd name="connsiteY7" fmla="*/ 952481 h 989649"/>
                      <a:gd name="connsiteX8" fmla="*/ 296353 w 425768"/>
                      <a:gd name="connsiteY8" fmla="*/ 779329 h 989649"/>
                      <a:gd name="connsiteX9" fmla="*/ 263502 w 425768"/>
                      <a:gd name="connsiteY9" fmla="*/ 692284 h 989649"/>
                      <a:gd name="connsiteX10" fmla="*/ 142202 w 425768"/>
                      <a:gd name="connsiteY10" fmla="*/ 493212 h 989649"/>
                      <a:gd name="connsiteX11" fmla="*/ 146549 w 425768"/>
                      <a:gd name="connsiteY11" fmla="*/ 430998 h 989649"/>
                      <a:gd name="connsiteX0" fmla="*/ 119374 w 425730"/>
                      <a:gd name="connsiteY0" fmla="*/ 0 h 989649"/>
                      <a:gd name="connsiteX1" fmla="*/ 85804 w 425730"/>
                      <a:gd name="connsiteY1" fmla="*/ 279398 h 989649"/>
                      <a:gd name="connsiteX2" fmla="*/ 167 w 425730"/>
                      <a:gd name="connsiteY2" fmla="*/ 495588 h 989649"/>
                      <a:gd name="connsiteX3" fmla="*/ 112661 w 425730"/>
                      <a:gd name="connsiteY3" fmla="*/ 659643 h 989649"/>
                      <a:gd name="connsiteX4" fmla="*/ 247420 w 425730"/>
                      <a:gd name="connsiteY4" fmla="*/ 798408 h 989649"/>
                      <a:gd name="connsiteX5" fmla="*/ 286366 w 425730"/>
                      <a:gd name="connsiteY5" fmla="*/ 928210 h 989649"/>
                      <a:gd name="connsiteX6" fmla="*/ 352216 w 425730"/>
                      <a:gd name="connsiteY6" fmla="*/ 987809 h 989649"/>
                      <a:gd name="connsiteX7" fmla="*/ 423326 w 425730"/>
                      <a:gd name="connsiteY7" fmla="*/ 952481 h 989649"/>
                      <a:gd name="connsiteX8" fmla="*/ 296315 w 425730"/>
                      <a:gd name="connsiteY8" fmla="*/ 779329 h 989649"/>
                      <a:gd name="connsiteX9" fmla="*/ 263464 w 425730"/>
                      <a:gd name="connsiteY9" fmla="*/ 692284 h 989649"/>
                      <a:gd name="connsiteX10" fmla="*/ 142164 w 425730"/>
                      <a:gd name="connsiteY10" fmla="*/ 493212 h 989649"/>
                      <a:gd name="connsiteX11" fmla="*/ 146511 w 425730"/>
                      <a:gd name="connsiteY11" fmla="*/ 430998 h 989649"/>
                      <a:gd name="connsiteX0" fmla="*/ 40060 w 346416"/>
                      <a:gd name="connsiteY0" fmla="*/ 0 h 989649"/>
                      <a:gd name="connsiteX1" fmla="*/ 6490 w 346416"/>
                      <a:gd name="connsiteY1" fmla="*/ 279398 h 989649"/>
                      <a:gd name="connsiteX2" fmla="*/ 2312 w 346416"/>
                      <a:gd name="connsiteY2" fmla="*/ 459282 h 989649"/>
                      <a:gd name="connsiteX3" fmla="*/ 33347 w 346416"/>
                      <a:gd name="connsiteY3" fmla="*/ 659643 h 989649"/>
                      <a:gd name="connsiteX4" fmla="*/ 168106 w 346416"/>
                      <a:gd name="connsiteY4" fmla="*/ 798408 h 989649"/>
                      <a:gd name="connsiteX5" fmla="*/ 207052 w 346416"/>
                      <a:gd name="connsiteY5" fmla="*/ 928210 h 989649"/>
                      <a:gd name="connsiteX6" fmla="*/ 272902 w 346416"/>
                      <a:gd name="connsiteY6" fmla="*/ 987809 h 989649"/>
                      <a:gd name="connsiteX7" fmla="*/ 344012 w 346416"/>
                      <a:gd name="connsiteY7" fmla="*/ 952481 h 989649"/>
                      <a:gd name="connsiteX8" fmla="*/ 217001 w 346416"/>
                      <a:gd name="connsiteY8" fmla="*/ 779329 h 989649"/>
                      <a:gd name="connsiteX9" fmla="*/ 184150 w 346416"/>
                      <a:gd name="connsiteY9" fmla="*/ 692284 h 989649"/>
                      <a:gd name="connsiteX10" fmla="*/ 62850 w 346416"/>
                      <a:gd name="connsiteY10" fmla="*/ 493212 h 989649"/>
                      <a:gd name="connsiteX11" fmla="*/ 67197 w 346416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70760 w 349979"/>
                      <a:gd name="connsiteY11" fmla="*/ 430998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66413 w 349979"/>
                      <a:gd name="connsiteY10" fmla="*/ 493212 h 989649"/>
                      <a:gd name="connsiteX11" fmla="*/ 182474 w 349979"/>
                      <a:gd name="connsiteY11" fmla="*/ 102331 h 989649"/>
                      <a:gd name="connsiteX0" fmla="*/ 43623 w 349979"/>
                      <a:gd name="connsiteY0" fmla="*/ 0 h 989649"/>
                      <a:gd name="connsiteX1" fmla="*/ 10053 w 349979"/>
                      <a:gd name="connsiteY1" fmla="*/ 279398 h 989649"/>
                      <a:gd name="connsiteX2" fmla="*/ 5875 w 349979"/>
                      <a:gd name="connsiteY2" fmla="*/ 459282 h 989649"/>
                      <a:gd name="connsiteX3" fmla="*/ 85077 w 349979"/>
                      <a:gd name="connsiteY3" fmla="*/ 643735 h 989649"/>
                      <a:gd name="connsiteX4" fmla="*/ 171669 w 349979"/>
                      <a:gd name="connsiteY4" fmla="*/ 798408 h 989649"/>
                      <a:gd name="connsiteX5" fmla="*/ 210615 w 349979"/>
                      <a:gd name="connsiteY5" fmla="*/ 928210 h 989649"/>
                      <a:gd name="connsiteX6" fmla="*/ 276465 w 349979"/>
                      <a:gd name="connsiteY6" fmla="*/ 987809 h 989649"/>
                      <a:gd name="connsiteX7" fmla="*/ 347575 w 349979"/>
                      <a:gd name="connsiteY7" fmla="*/ 952481 h 989649"/>
                      <a:gd name="connsiteX8" fmla="*/ 220564 w 349979"/>
                      <a:gd name="connsiteY8" fmla="*/ 779329 h 989649"/>
                      <a:gd name="connsiteX9" fmla="*/ 187713 w 349979"/>
                      <a:gd name="connsiteY9" fmla="*/ 692284 h 989649"/>
                      <a:gd name="connsiteX10" fmla="*/ 111083 w 349979"/>
                      <a:gd name="connsiteY10" fmla="*/ 452679 h 989649"/>
                      <a:gd name="connsiteX11" fmla="*/ 182474 w 349979"/>
                      <a:gd name="connsiteY11" fmla="*/ 102331 h 989649"/>
                      <a:gd name="connsiteX0" fmla="*/ 43623 w 349943"/>
                      <a:gd name="connsiteY0" fmla="*/ 0 h 989649"/>
                      <a:gd name="connsiteX1" fmla="*/ 10053 w 349943"/>
                      <a:gd name="connsiteY1" fmla="*/ 279398 h 989649"/>
                      <a:gd name="connsiteX2" fmla="*/ 5875 w 349943"/>
                      <a:gd name="connsiteY2" fmla="*/ 459282 h 989649"/>
                      <a:gd name="connsiteX3" fmla="*/ 85077 w 349943"/>
                      <a:gd name="connsiteY3" fmla="*/ 643735 h 989649"/>
                      <a:gd name="connsiteX4" fmla="*/ 171669 w 349943"/>
                      <a:gd name="connsiteY4" fmla="*/ 798408 h 989649"/>
                      <a:gd name="connsiteX5" fmla="*/ 210615 w 349943"/>
                      <a:gd name="connsiteY5" fmla="*/ 928210 h 989649"/>
                      <a:gd name="connsiteX6" fmla="*/ 276465 w 349943"/>
                      <a:gd name="connsiteY6" fmla="*/ 987809 h 989649"/>
                      <a:gd name="connsiteX7" fmla="*/ 347575 w 349943"/>
                      <a:gd name="connsiteY7" fmla="*/ 952481 h 989649"/>
                      <a:gd name="connsiteX8" fmla="*/ 220564 w 349943"/>
                      <a:gd name="connsiteY8" fmla="*/ 779329 h 989649"/>
                      <a:gd name="connsiteX9" fmla="*/ 200566 w 349943"/>
                      <a:gd name="connsiteY9" fmla="*/ 688797 h 989649"/>
                      <a:gd name="connsiteX10" fmla="*/ 111083 w 349943"/>
                      <a:gd name="connsiteY10" fmla="*/ 452679 h 989649"/>
                      <a:gd name="connsiteX11" fmla="*/ 182474 w 349943"/>
                      <a:gd name="connsiteY11" fmla="*/ 102331 h 989649"/>
                      <a:gd name="connsiteX0" fmla="*/ 43623 w 347581"/>
                      <a:gd name="connsiteY0" fmla="*/ 0 h 988803"/>
                      <a:gd name="connsiteX1" fmla="*/ 10053 w 347581"/>
                      <a:gd name="connsiteY1" fmla="*/ 279398 h 988803"/>
                      <a:gd name="connsiteX2" fmla="*/ 5875 w 347581"/>
                      <a:gd name="connsiteY2" fmla="*/ 459282 h 988803"/>
                      <a:gd name="connsiteX3" fmla="*/ 85077 w 347581"/>
                      <a:gd name="connsiteY3" fmla="*/ 643735 h 988803"/>
                      <a:gd name="connsiteX4" fmla="*/ 171669 w 347581"/>
                      <a:gd name="connsiteY4" fmla="*/ 798408 h 988803"/>
                      <a:gd name="connsiteX5" fmla="*/ 210615 w 347581"/>
                      <a:gd name="connsiteY5" fmla="*/ 928210 h 988803"/>
                      <a:gd name="connsiteX6" fmla="*/ 276465 w 347581"/>
                      <a:gd name="connsiteY6" fmla="*/ 987809 h 988803"/>
                      <a:gd name="connsiteX7" fmla="*/ 347575 w 347581"/>
                      <a:gd name="connsiteY7" fmla="*/ 952481 h 988803"/>
                      <a:gd name="connsiteX8" fmla="*/ 280068 w 347581"/>
                      <a:gd name="connsiteY8" fmla="*/ 797285 h 988803"/>
                      <a:gd name="connsiteX9" fmla="*/ 200566 w 347581"/>
                      <a:gd name="connsiteY9" fmla="*/ 688797 h 988803"/>
                      <a:gd name="connsiteX10" fmla="*/ 111083 w 347581"/>
                      <a:gd name="connsiteY10" fmla="*/ 452679 h 988803"/>
                      <a:gd name="connsiteX11" fmla="*/ 182474 w 347581"/>
                      <a:gd name="connsiteY11" fmla="*/ 102331 h 988803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0566 w 341639"/>
                      <a:gd name="connsiteY9" fmla="*/ 688797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39"/>
                      <a:gd name="connsiteY0" fmla="*/ 0 h 987951"/>
                      <a:gd name="connsiteX1" fmla="*/ 10053 w 341639"/>
                      <a:gd name="connsiteY1" fmla="*/ 279398 h 987951"/>
                      <a:gd name="connsiteX2" fmla="*/ 5875 w 341639"/>
                      <a:gd name="connsiteY2" fmla="*/ 459282 h 987951"/>
                      <a:gd name="connsiteX3" fmla="*/ 85077 w 341639"/>
                      <a:gd name="connsiteY3" fmla="*/ 643735 h 987951"/>
                      <a:gd name="connsiteX4" fmla="*/ 171669 w 341639"/>
                      <a:gd name="connsiteY4" fmla="*/ 798408 h 987951"/>
                      <a:gd name="connsiteX5" fmla="*/ 210615 w 341639"/>
                      <a:gd name="connsiteY5" fmla="*/ 928210 h 987951"/>
                      <a:gd name="connsiteX6" fmla="*/ 276465 w 341639"/>
                      <a:gd name="connsiteY6" fmla="*/ 987809 h 987951"/>
                      <a:gd name="connsiteX7" fmla="*/ 341633 w 341639"/>
                      <a:gd name="connsiteY7" fmla="*/ 939886 h 987951"/>
                      <a:gd name="connsiteX8" fmla="*/ 280068 w 341639"/>
                      <a:gd name="connsiteY8" fmla="*/ 797285 h 987951"/>
                      <a:gd name="connsiteX9" fmla="*/ 203685 w 341639"/>
                      <a:gd name="connsiteY9" fmla="*/ 679426 h 987951"/>
                      <a:gd name="connsiteX10" fmla="*/ 111083 w 341639"/>
                      <a:gd name="connsiteY10" fmla="*/ 452679 h 987951"/>
                      <a:gd name="connsiteX11" fmla="*/ 182474 w 341639"/>
                      <a:gd name="connsiteY11" fmla="*/ 102331 h 987951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41656"/>
                      <a:gd name="connsiteY0" fmla="*/ 0 h 987939"/>
                      <a:gd name="connsiteX1" fmla="*/ 10053 w 341656"/>
                      <a:gd name="connsiteY1" fmla="*/ 279398 h 987939"/>
                      <a:gd name="connsiteX2" fmla="*/ 5875 w 341656"/>
                      <a:gd name="connsiteY2" fmla="*/ 459282 h 987939"/>
                      <a:gd name="connsiteX3" fmla="*/ 85077 w 341656"/>
                      <a:gd name="connsiteY3" fmla="*/ 643735 h 987939"/>
                      <a:gd name="connsiteX4" fmla="*/ 171669 w 341656"/>
                      <a:gd name="connsiteY4" fmla="*/ 798408 h 987939"/>
                      <a:gd name="connsiteX5" fmla="*/ 210615 w 341656"/>
                      <a:gd name="connsiteY5" fmla="*/ 928210 h 987939"/>
                      <a:gd name="connsiteX6" fmla="*/ 276465 w 341656"/>
                      <a:gd name="connsiteY6" fmla="*/ 987809 h 987939"/>
                      <a:gd name="connsiteX7" fmla="*/ 341633 w 341656"/>
                      <a:gd name="connsiteY7" fmla="*/ 939886 h 987939"/>
                      <a:gd name="connsiteX8" fmla="*/ 269238 w 341656"/>
                      <a:gd name="connsiteY8" fmla="*/ 808747 h 987939"/>
                      <a:gd name="connsiteX9" fmla="*/ 203685 w 341656"/>
                      <a:gd name="connsiteY9" fmla="*/ 679426 h 987939"/>
                      <a:gd name="connsiteX10" fmla="*/ 111083 w 341656"/>
                      <a:gd name="connsiteY10" fmla="*/ 452679 h 987939"/>
                      <a:gd name="connsiteX11" fmla="*/ 182474 w 341656"/>
                      <a:gd name="connsiteY11" fmla="*/ 102331 h 987939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11083 w 318285"/>
                      <a:gd name="connsiteY10" fmla="*/ 452679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82474 w 318285"/>
                      <a:gd name="connsiteY11" fmla="*/ 102331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285"/>
                      <a:gd name="connsiteY0" fmla="*/ 0 h 988168"/>
                      <a:gd name="connsiteX1" fmla="*/ 10053 w 318285"/>
                      <a:gd name="connsiteY1" fmla="*/ 279398 h 988168"/>
                      <a:gd name="connsiteX2" fmla="*/ 5875 w 318285"/>
                      <a:gd name="connsiteY2" fmla="*/ 459282 h 988168"/>
                      <a:gd name="connsiteX3" fmla="*/ 85077 w 318285"/>
                      <a:gd name="connsiteY3" fmla="*/ 643735 h 988168"/>
                      <a:gd name="connsiteX4" fmla="*/ 171669 w 318285"/>
                      <a:gd name="connsiteY4" fmla="*/ 798408 h 988168"/>
                      <a:gd name="connsiteX5" fmla="*/ 210615 w 318285"/>
                      <a:gd name="connsiteY5" fmla="*/ 928210 h 988168"/>
                      <a:gd name="connsiteX6" fmla="*/ 276465 w 318285"/>
                      <a:gd name="connsiteY6" fmla="*/ 987809 h 988168"/>
                      <a:gd name="connsiteX7" fmla="*/ 318244 w 318285"/>
                      <a:gd name="connsiteY7" fmla="*/ 923499 h 988168"/>
                      <a:gd name="connsiteX8" fmla="*/ 269238 w 318285"/>
                      <a:gd name="connsiteY8" fmla="*/ 808747 h 988168"/>
                      <a:gd name="connsiteX9" fmla="*/ 203685 w 318285"/>
                      <a:gd name="connsiteY9" fmla="*/ 679426 h 988168"/>
                      <a:gd name="connsiteX10" fmla="*/ 129457 w 318285"/>
                      <a:gd name="connsiteY10" fmla="*/ 481793 h 988168"/>
                      <a:gd name="connsiteX11" fmla="*/ 175268 w 318285"/>
                      <a:gd name="connsiteY11" fmla="*/ 149750 h 988168"/>
                      <a:gd name="connsiteX0" fmla="*/ 43623 w 318407"/>
                      <a:gd name="connsiteY0" fmla="*/ 0 h 989081"/>
                      <a:gd name="connsiteX1" fmla="*/ 10053 w 318407"/>
                      <a:gd name="connsiteY1" fmla="*/ 279398 h 989081"/>
                      <a:gd name="connsiteX2" fmla="*/ 5875 w 318407"/>
                      <a:gd name="connsiteY2" fmla="*/ 459282 h 989081"/>
                      <a:gd name="connsiteX3" fmla="*/ 85077 w 318407"/>
                      <a:gd name="connsiteY3" fmla="*/ 643735 h 989081"/>
                      <a:gd name="connsiteX4" fmla="*/ 171669 w 318407"/>
                      <a:gd name="connsiteY4" fmla="*/ 798408 h 989081"/>
                      <a:gd name="connsiteX5" fmla="*/ 210615 w 318407"/>
                      <a:gd name="connsiteY5" fmla="*/ 928210 h 989081"/>
                      <a:gd name="connsiteX6" fmla="*/ 276465 w 318407"/>
                      <a:gd name="connsiteY6" fmla="*/ 987809 h 989081"/>
                      <a:gd name="connsiteX7" fmla="*/ 318244 w 318407"/>
                      <a:gd name="connsiteY7" fmla="*/ 923499 h 989081"/>
                      <a:gd name="connsiteX8" fmla="*/ 269238 w 318407"/>
                      <a:gd name="connsiteY8" fmla="*/ 808747 h 989081"/>
                      <a:gd name="connsiteX9" fmla="*/ 203685 w 318407"/>
                      <a:gd name="connsiteY9" fmla="*/ 679426 h 989081"/>
                      <a:gd name="connsiteX10" fmla="*/ 129457 w 318407"/>
                      <a:gd name="connsiteY10" fmla="*/ 481793 h 989081"/>
                      <a:gd name="connsiteX11" fmla="*/ 175268 w 318407"/>
                      <a:gd name="connsiteY11" fmla="*/ 149750 h 989081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3685 w 318952"/>
                      <a:gd name="connsiteY9" fmla="*/ 679426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175268 w 318952"/>
                      <a:gd name="connsiteY11" fmla="*/ 149750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29457 w 318952"/>
                      <a:gd name="connsiteY10" fmla="*/ 481793 h 988835"/>
                      <a:gd name="connsiteX11" fmla="*/ 217821 w 318952"/>
                      <a:gd name="connsiteY11" fmla="*/ 103381 h 988835"/>
                      <a:gd name="connsiteX0" fmla="*/ 43623 w 318952"/>
                      <a:gd name="connsiteY0" fmla="*/ 0 h 988835"/>
                      <a:gd name="connsiteX1" fmla="*/ 10053 w 318952"/>
                      <a:gd name="connsiteY1" fmla="*/ 279398 h 988835"/>
                      <a:gd name="connsiteX2" fmla="*/ 5875 w 318952"/>
                      <a:gd name="connsiteY2" fmla="*/ 459282 h 988835"/>
                      <a:gd name="connsiteX3" fmla="*/ 85077 w 318952"/>
                      <a:gd name="connsiteY3" fmla="*/ 643735 h 988835"/>
                      <a:gd name="connsiteX4" fmla="*/ 171669 w 318952"/>
                      <a:gd name="connsiteY4" fmla="*/ 798408 h 988835"/>
                      <a:gd name="connsiteX5" fmla="*/ 210615 w 318952"/>
                      <a:gd name="connsiteY5" fmla="*/ 928210 h 988835"/>
                      <a:gd name="connsiteX6" fmla="*/ 276465 w 318952"/>
                      <a:gd name="connsiteY6" fmla="*/ 987809 h 988835"/>
                      <a:gd name="connsiteX7" fmla="*/ 318244 w 318952"/>
                      <a:gd name="connsiteY7" fmla="*/ 923499 h 988835"/>
                      <a:gd name="connsiteX8" fmla="*/ 269238 w 318952"/>
                      <a:gd name="connsiteY8" fmla="*/ 808747 h 988835"/>
                      <a:gd name="connsiteX9" fmla="*/ 200398 w 318952"/>
                      <a:gd name="connsiteY9" fmla="*/ 644798 h 988835"/>
                      <a:gd name="connsiteX10" fmla="*/ 132322 w 318952"/>
                      <a:gd name="connsiteY10" fmla="*/ 451207 h 988835"/>
                      <a:gd name="connsiteX11" fmla="*/ 217821 w 318952"/>
                      <a:gd name="connsiteY11" fmla="*/ 103381 h 988835"/>
                      <a:gd name="connsiteX0" fmla="*/ 40066 w 315395"/>
                      <a:gd name="connsiteY0" fmla="*/ 0 h 988835"/>
                      <a:gd name="connsiteX1" fmla="*/ 6496 w 315395"/>
                      <a:gd name="connsiteY1" fmla="*/ 279398 h 988835"/>
                      <a:gd name="connsiteX2" fmla="*/ 7279 w 315395"/>
                      <a:gd name="connsiteY2" fmla="*/ 457309 h 988835"/>
                      <a:gd name="connsiteX3" fmla="*/ 81520 w 315395"/>
                      <a:gd name="connsiteY3" fmla="*/ 643735 h 988835"/>
                      <a:gd name="connsiteX4" fmla="*/ 168112 w 315395"/>
                      <a:gd name="connsiteY4" fmla="*/ 798408 h 988835"/>
                      <a:gd name="connsiteX5" fmla="*/ 207058 w 315395"/>
                      <a:gd name="connsiteY5" fmla="*/ 928210 h 988835"/>
                      <a:gd name="connsiteX6" fmla="*/ 272908 w 315395"/>
                      <a:gd name="connsiteY6" fmla="*/ 987809 h 988835"/>
                      <a:gd name="connsiteX7" fmla="*/ 314687 w 315395"/>
                      <a:gd name="connsiteY7" fmla="*/ 923499 h 988835"/>
                      <a:gd name="connsiteX8" fmla="*/ 265681 w 315395"/>
                      <a:gd name="connsiteY8" fmla="*/ 808747 h 988835"/>
                      <a:gd name="connsiteX9" fmla="*/ 196841 w 315395"/>
                      <a:gd name="connsiteY9" fmla="*/ 644798 h 988835"/>
                      <a:gd name="connsiteX10" fmla="*/ 128765 w 315395"/>
                      <a:gd name="connsiteY10" fmla="*/ 451207 h 988835"/>
                      <a:gd name="connsiteX11" fmla="*/ 214264 w 315395"/>
                      <a:gd name="connsiteY11" fmla="*/ 103381 h 988835"/>
                      <a:gd name="connsiteX0" fmla="*/ 33739 w 309068"/>
                      <a:gd name="connsiteY0" fmla="*/ 0 h 988835"/>
                      <a:gd name="connsiteX1" fmla="*/ 33178 w 309068"/>
                      <a:gd name="connsiteY1" fmla="*/ 283940 h 988835"/>
                      <a:gd name="connsiteX2" fmla="*/ 952 w 309068"/>
                      <a:gd name="connsiteY2" fmla="*/ 457309 h 988835"/>
                      <a:gd name="connsiteX3" fmla="*/ 75193 w 309068"/>
                      <a:gd name="connsiteY3" fmla="*/ 643735 h 988835"/>
                      <a:gd name="connsiteX4" fmla="*/ 161785 w 309068"/>
                      <a:gd name="connsiteY4" fmla="*/ 798408 h 988835"/>
                      <a:gd name="connsiteX5" fmla="*/ 200731 w 309068"/>
                      <a:gd name="connsiteY5" fmla="*/ 928210 h 988835"/>
                      <a:gd name="connsiteX6" fmla="*/ 266581 w 309068"/>
                      <a:gd name="connsiteY6" fmla="*/ 987809 h 988835"/>
                      <a:gd name="connsiteX7" fmla="*/ 308360 w 309068"/>
                      <a:gd name="connsiteY7" fmla="*/ 923499 h 988835"/>
                      <a:gd name="connsiteX8" fmla="*/ 259354 w 309068"/>
                      <a:gd name="connsiteY8" fmla="*/ 808747 h 988835"/>
                      <a:gd name="connsiteX9" fmla="*/ 190514 w 309068"/>
                      <a:gd name="connsiteY9" fmla="*/ 644798 h 988835"/>
                      <a:gd name="connsiteX10" fmla="*/ 122438 w 309068"/>
                      <a:gd name="connsiteY10" fmla="*/ 451207 h 988835"/>
                      <a:gd name="connsiteX11" fmla="*/ 207937 w 309068"/>
                      <a:gd name="connsiteY11" fmla="*/ 103381 h 988835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0925 w 309238"/>
                      <a:gd name="connsiteY0" fmla="*/ 0 h 988832"/>
                      <a:gd name="connsiteX1" fmla="*/ 33348 w 309238"/>
                      <a:gd name="connsiteY1" fmla="*/ 283937 h 988832"/>
                      <a:gd name="connsiteX2" fmla="*/ 1122 w 309238"/>
                      <a:gd name="connsiteY2" fmla="*/ 457306 h 988832"/>
                      <a:gd name="connsiteX3" fmla="*/ 75363 w 309238"/>
                      <a:gd name="connsiteY3" fmla="*/ 643732 h 988832"/>
                      <a:gd name="connsiteX4" fmla="*/ 161955 w 309238"/>
                      <a:gd name="connsiteY4" fmla="*/ 798405 h 988832"/>
                      <a:gd name="connsiteX5" fmla="*/ 200901 w 309238"/>
                      <a:gd name="connsiteY5" fmla="*/ 928207 h 988832"/>
                      <a:gd name="connsiteX6" fmla="*/ 266751 w 309238"/>
                      <a:gd name="connsiteY6" fmla="*/ 987806 h 988832"/>
                      <a:gd name="connsiteX7" fmla="*/ 308530 w 309238"/>
                      <a:gd name="connsiteY7" fmla="*/ 923496 h 988832"/>
                      <a:gd name="connsiteX8" fmla="*/ 259524 w 309238"/>
                      <a:gd name="connsiteY8" fmla="*/ 808744 h 988832"/>
                      <a:gd name="connsiteX9" fmla="*/ 190684 w 309238"/>
                      <a:gd name="connsiteY9" fmla="*/ 644795 h 988832"/>
                      <a:gd name="connsiteX10" fmla="*/ 122608 w 309238"/>
                      <a:gd name="connsiteY10" fmla="*/ 451204 h 988832"/>
                      <a:gd name="connsiteX11" fmla="*/ 208107 w 309238"/>
                      <a:gd name="connsiteY11" fmla="*/ 103378 h 988832"/>
                      <a:gd name="connsiteX0" fmla="*/ 72373 w 310686"/>
                      <a:gd name="connsiteY0" fmla="*/ 0 h 988832"/>
                      <a:gd name="connsiteX1" fmla="*/ 22204 w 310686"/>
                      <a:gd name="connsiteY1" fmla="*/ 265387 h 988832"/>
                      <a:gd name="connsiteX2" fmla="*/ 2570 w 310686"/>
                      <a:gd name="connsiteY2" fmla="*/ 457306 h 988832"/>
                      <a:gd name="connsiteX3" fmla="*/ 76811 w 310686"/>
                      <a:gd name="connsiteY3" fmla="*/ 643732 h 988832"/>
                      <a:gd name="connsiteX4" fmla="*/ 163403 w 310686"/>
                      <a:gd name="connsiteY4" fmla="*/ 798405 h 988832"/>
                      <a:gd name="connsiteX5" fmla="*/ 202349 w 310686"/>
                      <a:gd name="connsiteY5" fmla="*/ 928207 h 988832"/>
                      <a:gd name="connsiteX6" fmla="*/ 268199 w 310686"/>
                      <a:gd name="connsiteY6" fmla="*/ 987806 h 988832"/>
                      <a:gd name="connsiteX7" fmla="*/ 309978 w 310686"/>
                      <a:gd name="connsiteY7" fmla="*/ 923496 h 988832"/>
                      <a:gd name="connsiteX8" fmla="*/ 260972 w 310686"/>
                      <a:gd name="connsiteY8" fmla="*/ 808744 h 988832"/>
                      <a:gd name="connsiteX9" fmla="*/ 192132 w 310686"/>
                      <a:gd name="connsiteY9" fmla="*/ 644795 h 988832"/>
                      <a:gd name="connsiteX10" fmla="*/ 124056 w 310686"/>
                      <a:gd name="connsiteY10" fmla="*/ 451204 h 988832"/>
                      <a:gd name="connsiteX11" fmla="*/ 209555 w 310686"/>
                      <a:gd name="connsiteY11" fmla="*/ 103378 h 988832"/>
                      <a:gd name="connsiteX0" fmla="*/ 73122 w 311435"/>
                      <a:gd name="connsiteY0" fmla="*/ 0 h 988832"/>
                      <a:gd name="connsiteX1" fmla="*/ 22953 w 311435"/>
                      <a:gd name="connsiteY1" fmla="*/ 265387 h 988832"/>
                      <a:gd name="connsiteX2" fmla="*/ 3319 w 311435"/>
                      <a:gd name="connsiteY2" fmla="*/ 457306 h 988832"/>
                      <a:gd name="connsiteX3" fmla="*/ 77560 w 311435"/>
                      <a:gd name="connsiteY3" fmla="*/ 643732 h 988832"/>
                      <a:gd name="connsiteX4" fmla="*/ 164152 w 311435"/>
                      <a:gd name="connsiteY4" fmla="*/ 798405 h 988832"/>
                      <a:gd name="connsiteX5" fmla="*/ 203098 w 311435"/>
                      <a:gd name="connsiteY5" fmla="*/ 928207 h 988832"/>
                      <a:gd name="connsiteX6" fmla="*/ 268948 w 311435"/>
                      <a:gd name="connsiteY6" fmla="*/ 987806 h 988832"/>
                      <a:gd name="connsiteX7" fmla="*/ 310727 w 311435"/>
                      <a:gd name="connsiteY7" fmla="*/ 923496 h 988832"/>
                      <a:gd name="connsiteX8" fmla="*/ 261721 w 311435"/>
                      <a:gd name="connsiteY8" fmla="*/ 808744 h 988832"/>
                      <a:gd name="connsiteX9" fmla="*/ 192881 w 311435"/>
                      <a:gd name="connsiteY9" fmla="*/ 644795 h 988832"/>
                      <a:gd name="connsiteX10" fmla="*/ 124805 w 311435"/>
                      <a:gd name="connsiteY10" fmla="*/ 451204 h 988832"/>
                      <a:gd name="connsiteX11" fmla="*/ 210304 w 311435"/>
                      <a:gd name="connsiteY11" fmla="*/ 103378 h 988832"/>
                      <a:gd name="connsiteX0" fmla="*/ 73628 w 311941"/>
                      <a:gd name="connsiteY0" fmla="*/ 0 h 988832"/>
                      <a:gd name="connsiteX1" fmla="*/ 23459 w 311941"/>
                      <a:gd name="connsiteY1" fmla="*/ 265387 h 988832"/>
                      <a:gd name="connsiteX2" fmla="*/ 3825 w 311941"/>
                      <a:gd name="connsiteY2" fmla="*/ 457306 h 988832"/>
                      <a:gd name="connsiteX3" fmla="*/ 78066 w 311941"/>
                      <a:gd name="connsiteY3" fmla="*/ 643732 h 988832"/>
                      <a:gd name="connsiteX4" fmla="*/ 164658 w 311941"/>
                      <a:gd name="connsiteY4" fmla="*/ 798405 h 988832"/>
                      <a:gd name="connsiteX5" fmla="*/ 203604 w 311941"/>
                      <a:gd name="connsiteY5" fmla="*/ 928207 h 988832"/>
                      <a:gd name="connsiteX6" fmla="*/ 269454 w 311941"/>
                      <a:gd name="connsiteY6" fmla="*/ 987806 h 988832"/>
                      <a:gd name="connsiteX7" fmla="*/ 311233 w 311941"/>
                      <a:gd name="connsiteY7" fmla="*/ 923496 h 988832"/>
                      <a:gd name="connsiteX8" fmla="*/ 262227 w 311941"/>
                      <a:gd name="connsiteY8" fmla="*/ 808744 h 988832"/>
                      <a:gd name="connsiteX9" fmla="*/ 193387 w 311941"/>
                      <a:gd name="connsiteY9" fmla="*/ 644795 h 988832"/>
                      <a:gd name="connsiteX10" fmla="*/ 125311 w 311941"/>
                      <a:gd name="connsiteY10" fmla="*/ 451204 h 988832"/>
                      <a:gd name="connsiteX11" fmla="*/ 210810 w 311941"/>
                      <a:gd name="connsiteY11" fmla="*/ 103378 h 988832"/>
                      <a:gd name="connsiteX0" fmla="*/ 81107 w 319420"/>
                      <a:gd name="connsiteY0" fmla="*/ 0 h 988832"/>
                      <a:gd name="connsiteX1" fmla="*/ 30938 w 319420"/>
                      <a:gd name="connsiteY1" fmla="*/ 265387 h 988832"/>
                      <a:gd name="connsiteX2" fmla="*/ 1955 w 319420"/>
                      <a:gd name="connsiteY2" fmla="*/ 455135 h 988832"/>
                      <a:gd name="connsiteX3" fmla="*/ 85545 w 319420"/>
                      <a:gd name="connsiteY3" fmla="*/ 643732 h 988832"/>
                      <a:gd name="connsiteX4" fmla="*/ 172137 w 319420"/>
                      <a:gd name="connsiteY4" fmla="*/ 798405 h 988832"/>
                      <a:gd name="connsiteX5" fmla="*/ 211083 w 319420"/>
                      <a:gd name="connsiteY5" fmla="*/ 928207 h 988832"/>
                      <a:gd name="connsiteX6" fmla="*/ 276933 w 319420"/>
                      <a:gd name="connsiteY6" fmla="*/ 987806 h 988832"/>
                      <a:gd name="connsiteX7" fmla="*/ 318712 w 319420"/>
                      <a:gd name="connsiteY7" fmla="*/ 923496 h 988832"/>
                      <a:gd name="connsiteX8" fmla="*/ 269706 w 319420"/>
                      <a:gd name="connsiteY8" fmla="*/ 808744 h 988832"/>
                      <a:gd name="connsiteX9" fmla="*/ 200866 w 319420"/>
                      <a:gd name="connsiteY9" fmla="*/ 644795 h 988832"/>
                      <a:gd name="connsiteX10" fmla="*/ 132790 w 319420"/>
                      <a:gd name="connsiteY10" fmla="*/ 451204 h 988832"/>
                      <a:gd name="connsiteX11" fmla="*/ 218289 w 319420"/>
                      <a:gd name="connsiteY11" fmla="*/ 103378 h 988832"/>
                      <a:gd name="connsiteX0" fmla="*/ 79313 w 317626"/>
                      <a:gd name="connsiteY0" fmla="*/ 0 h 988832"/>
                      <a:gd name="connsiteX1" fmla="*/ 29144 w 317626"/>
                      <a:gd name="connsiteY1" fmla="*/ 265387 h 988832"/>
                      <a:gd name="connsiteX2" fmla="*/ 161 w 317626"/>
                      <a:gd name="connsiteY2" fmla="*/ 455135 h 988832"/>
                      <a:gd name="connsiteX3" fmla="*/ 83751 w 317626"/>
                      <a:gd name="connsiteY3" fmla="*/ 643732 h 988832"/>
                      <a:gd name="connsiteX4" fmla="*/ 170343 w 317626"/>
                      <a:gd name="connsiteY4" fmla="*/ 798405 h 988832"/>
                      <a:gd name="connsiteX5" fmla="*/ 209289 w 317626"/>
                      <a:gd name="connsiteY5" fmla="*/ 928207 h 988832"/>
                      <a:gd name="connsiteX6" fmla="*/ 275139 w 317626"/>
                      <a:gd name="connsiteY6" fmla="*/ 987806 h 988832"/>
                      <a:gd name="connsiteX7" fmla="*/ 316918 w 317626"/>
                      <a:gd name="connsiteY7" fmla="*/ 923496 h 988832"/>
                      <a:gd name="connsiteX8" fmla="*/ 267912 w 317626"/>
                      <a:gd name="connsiteY8" fmla="*/ 808744 h 988832"/>
                      <a:gd name="connsiteX9" fmla="*/ 199072 w 317626"/>
                      <a:gd name="connsiteY9" fmla="*/ 644795 h 988832"/>
                      <a:gd name="connsiteX10" fmla="*/ 130996 w 317626"/>
                      <a:gd name="connsiteY10" fmla="*/ 451204 h 988832"/>
                      <a:gd name="connsiteX11" fmla="*/ 216495 w 317626"/>
                      <a:gd name="connsiteY11" fmla="*/ 103378 h 988832"/>
                      <a:gd name="connsiteX0" fmla="*/ 68013 w 306326"/>
                      <a:gd name="connsiteY0" fmla="*/ 0 h 988832"/>
                      <a:gd name="connsiteX1" fmla="*/ 17844 w 306326"/>
                      <a:gd name="connsiteY1" fmla="*/ 265387 h 988832"/>
                      <a:gd name="connsiteX2" fmla="*/ 310 w 306326"/>
                      <a:gd name="connsiteY2" fmla="*/ 447637 h 988832"/>
                      <a:gd name="connsiteX3" fmla="*/ 72451 w 306326"/>
                      <a:gd name="connsiteY3" fmla="*/ 643732 h 988832"/>
                      <a:gd name="connsiteX4" fmla="*/ 159043 w 306326"/>
                      <a:gd name="connsiteY4" fmla="*/ 798405 h 988832"/>
                      <a:gd name="connsiteX5" fmla="*/ 197989 w 306326"/>
                      <a:gd name="connsiteY5" fmla="*/ 928207 h 988832"/>
                      <a:gd name="connsiteX6" fmla="*/ 263839 w 306326"/>
                      <a:gd name="connsiteY6" fmla="*/ 987806 h 988832"/>
                      <a:gd name="connsiteX7" fmla="*/ 305618 w 306326"/>
                      <a:gd name="connsiteY7" fmla="*/ 923496 h 988832"/>
                      <a:gd name="connsiteX8" fmla="*/ 256612 w 306326"/>
                      <a:gd name="connsiteY8" fmla="*/ 808744 h 988832"/>
                      <a:gd name="connsiteX9" fmla="*/ 187772 w 306326"/>
                      <a:gd name="connsiteY9" fmla="*/ 644795 h 988832"/>
                      <a:gd name="connsiteX10" fmla="*/ 119696 w 306326"/>
                      <a:gd name="connsiteY10" fmla="*/ 451204 h 988832"/>
                      <a:gd name="connsiteX11" fmla="*/ 205195 w 306326"/>
                      <a:gd name="connsiteY11" fmla="*/ 103378 h 988832"/>
                      <a:gd name="connsiteX0" fmla="*/ 72092 w 310405"/>
                      <a:gd name="connsiteY0" fmla="*/ 0 h 988832"/>
                      <a:gd name="connsiteX1" fmla="*/ 21923 w 310405"/>
                      <a:gd name="connsiteY1" fmla="*/ 265387 h 988832"/>
                      <a:gd name="connsiteX2" fmla="*/ 4389 w 310405"/>
                      <a:gd name="connsiteY2" fmla="*/ 447637 h 988832"/>
                      <a:gd name="connsiteX3" fmla="*/ 76530 w 310405"/>
                      <a:gd name="connsiteY3" fmla="*/ 643732 h 988832"/>
                      <a:gd name="connsiteX4" fmla="*/ 163122 w 310405"/>
                      <a:gd name="connsiteY4" fmla="*/ 798405 h 988832"/>
                      <a:gd name="connsiteX5" fmla="*/ 202068 w 310405"/>
                      <a:gd name="connsiteY5" fmla="*/ 928207 h 988832"/>
                      <a:gd name="connsiteX6" fmla="*/ 267918 w 310405"/>
                      <a:gd name="connsiteY6" fmla="*/ 987806 h 988832"/>
                      <a:gd name="connsiteX7" fmla="*/ 309697 w 310405"/>
                      <a:gd name="connsiteY7" fmla="*/ 923496 h 988832"/>
                      <a:gd name="connsiteX8" fmla="*/ 260691 w 310405"/>
                      <a:gd name="connsiteY8" fmla="*/ 808744 h 988832"/>
                      <a:gd name="connsiteX9" fmla="*/ 191851 w 310405"/>
                      <a:gd name="connsiteY9" fmla="*/ 644795 h 988832"/>
                      <a:gd name="connsiteX10" fmla="*/ 123775 w 310405"/>
                      <a:gd name="connsiteY10" fmla="*/ 451204 h 988832"/>
                      <a:gd name="connsiteX11" fmla="*/ 209274 w 310405"/>
                      <a:gd name="connsiteY11" fmla="*/ 103378 h 988832"/>
                      <a:gd name="connsiteX0" fmla="*/ 72092 w 309916"/>
                      <a:gd name="connsiteY0" fmla="*/ 0 h 988841"/>
                      <a:gd name="connsiteX1" fmla="*/ 21923 w 309916"/>
                      <a:gd name="connsiteY1" fmla="*/ 265387 h 988841"/>
                      <a:gd name="connsiteX2" fmla="*/ 4389 w 309916"/>
                      <a:gd name="connsiteY2" fmla="*/ 447637 h 988841"/>
                      <a:gd name="connsiteX3" fmla="*/ 76530 w 309916"/>
                      <a:gd name="connsiteY3" fmla="*/ 643732 h 988841"/>
                      <a:gd name="connsiteX4" fmla="*/ 163122 w 309916"/>
                      <a:gd name="connsiteY4" fmla="*/ 798405 h 988841"/>
                      <a:gd name="connsiteX5" fmla="*/ 202068 w 309916"/>
                      <a:gd name="connsiteY5" fmla="*/ 928207 h 988841"/>
                      <a:gd name="connsiteX6" fmla="*/ 267918 w 309916"/>
                      <a:gd name="connsiteY6" fmla="*/ 987806 h 988841"/>
                      <a:gd name="connsiteX7" fmla="*/ 309697 w 309916"/>
                      <a:gd name="connsiteY7" fmla="*/ 923496 h 988841"/>
                      <a:gd name="connsiteX8" fmla="*/ 268132 w 309916"/>
                      <a:gd name="connsiteY8" fmla="*/ 805785 h 988841"/>
                      <a:gd name="connsiteX9" fmla="*/ 191851 w 309916"/>
                      <a:gd name="connsiteY9" fmla="*/ 644795 h 988841"/>
                      <a:gd name="connsiteX10" fmla="*/ 123775 w 309916"/>
                      <a:gd name="connsiteY10" fmla="*/ 451204 h 988841"/>
                      <a:gd name="connsiteX11" fmla="*/ 209274 w 309916"/>
                      <a:gd name="connsiteY11" fmla="*/ 103378 h 988841"/>
                      <a:gd name="connsiteX0" fmla="*/ 72092 w 314658"/>
                      <a:gd name="connsiteY0" fmla="*/ 0 h 987837"/>
                      <a:gd name="connsiteX1" fmla="*/ 21923 w 314658"/>
                      <a:gd name="connsiteY1" fmla="*/ 265387 h 987837"/>
                      <a:gd name="connsiteX2" fmla="*/ 4389 w 314658"/>
                      <a:gd name="connsiteY2" fmla="*/ 447637 h 987837"/>
                      <a:gd name="connsiteX3" fmla="*/ 76530 w 314658"/>
                      <a:gd name="connsiteY3" fmla="*/ 643732 h 987837"/>
                      <a:gd name="connsiteX4" fmla="*/ 163122 w 314658"/>
                      <a:gd name="connsiteY4" fmla="*/ 798405 h 987837"/>
                      <a:gd name="connsiteX5" fmla="*/ 202068 w 314658"/>
                      <a:gd name="connsiteY5" fmla="*/ 928207 h 987837"/>
                      <a:gd name="connsiteX6" fmla="*/ 267918 w 314658"/>
                      <a:gd name="connsiteY6" fmla="*/ 987806 h 987837"/>
                      <a:gd name="connsiteX7" fmla="*/ 314658 w 314658"/>
                      <a:gd name="connsiteY7" fmla="*/ 921523 h 987837"/>
                      <a:gd name="connsiteX8" fmla="*/ 268132 w 314658"/>
                      <a:gd name="connsiteY8" fmla="*/ 805785 h 987837"/>
                      <a:gd name="connsiteX9" fmla="*/ 191851 w 314658"/>
                      <a:gd name="connsiteY9" fmla="*/ 644795 h 987837"/>
                      <a:gd name="connsiteX10" fmla="*/ 123775 w 314658"/>
                      <a:gd name="connsiteY10" fmla="*/ 451204 h 987837"/>
                      <a:gd name="connsiteX11" fmla="*/ 209274 w 314658"/>
                      <a:gd name="connsiteY11" fmla="*/ 103378 h 987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4658" h="987837">
                        <a:moveTo>
                          <a:pt x="72092" y="0"/>
                        </a:moveTo>
                        <a:cubicBezTo>
                          <a:pt x="23540" y="80028"/>
                          <a:pt x="33207" y="190781"/>
                          <a:pt x="21923" y="265387"/>
                        </a:cubicBezTo>
                        <a:cubicBezTo>
                          <a:pt x="10639" y="339993"/>
                          <a:pt x="-8720" y="389118"/>
                          <a:pt x="4389" y="447637"/>
                        </a:cubicBezTo>
                        <a:cubicBezTo>
                          <a:pt x="17498" y="506156"/>
                          <a:pt x="50075" y="585271"/>
                          <a:pt x="76530" y="643732"/>
                        </a:cubicBezTo>
                        <a:cubicBezTo>
                          <a:pt x="102986" y="702193"/>
                          <a:pt x="142199" y="750992"/>
                          <a:pt x="163122" y="798405"/>
                        </a:cubicBezTo>
                        <a:cubicBezTo>
                          <a:pt x="184045" y="845818"/>
                          <a:pt x="184288" y="876652"/>
                          <a:pt x="202068" y="928207"/>
                        </a:cubicBezTo>
                        <a:cubicBezTo>
                          <a:pt x="218830" y="959972"/>
                          <a:pt x="249153" y="988920"/>
                          <a:pt x="267918" y="987806"/>
                        </a:cubicBezTo>
                        <a:cubicBezTo>
                          <a:pt x="286683" y="986692"/>
                          <a:pt x="314622" y="951860"/>
                          <a:pt x="314658" y="921523"/>
                        </a:cubicBezTo>
                        <a:cubicBezTo>
                          <a:pt x="314694" y="891186"/>
                          <a:pt x="288600" y="851906"/>
                          <a:pt x="268132" y="805785"/>
                        </a:cubicBezTo>
                        <a:cubicBezTo>
                          <a:pt x="247664" y="759664"/>
                          <a:pt x="220623" y="708936"/>
                          <a:pt x="191851" y="644795"/>
                        </a:cubicBezTo>
                        <a:cubicBezTo>
                          <a:pt x="167457" y="581632"/>
                          <a:pt x="143267" y="494752"/>
                          <a:pt x="123775" y="451204"/>
                        </a:cubicBezTo>
                        <a:cubicBezTo>
                          <a:pt x="104283" y="407656"/>
                          <a:pt x="216550" y="124545"/>
                          <a:pt x="209274" y="103378"/>
                        </a:cubicBezTo>
                      </a:path>
                    </a:pathLst>
                  </a:custGeom>
                  <a:solidFill>
                    <a:srgbClr val="FFFBF1"/>
                  </a:solidFill>
                  <a:ln w="1270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grpSp>
            <p:nvGrpSpPr>
              <p:cNvPr id="124" name="组合 123">
                <a:extLst>
                  <a:ext uri="{FF2B5EF4-FFF2-40B4-BE49-F238E27FC236}">
                    <a16:creationId xmlns:a16="http://schemas.microsoft.com/office/drawing/2014/main" id="{2AADD03A-7703-9451-2C16-5E182816C7F5}"/>
                  </a:ext>
                </a:extLst>
              </p:cNvPr>
              <p:cNvGrpSpPr/>
              <p:nvPr/>
            </p:nvGrpSpPr>
            <p:grpSpPr>
              <a:xfrm>
                <a:off x="6011704" y="1449193"/>
                <a:ext cx="242158" cy="452186"/>
                <a:chOff x="6011704" y="1449193"/>
                <a:chExt cx="242158" cy="452186"/>
              </a:xfrm>
            </p:grpSpPr>
            <p:grpSp>
              <p:nvGrpSpPr>
                <p:cNvPr id="133" name="组合 132">
                  <a:extLst>
                    <a:ext uri="{FF2B5EF4-FFF2-40B4-BE49-F238E27FC236}">
                      <a16:creationId xmlns:a16="http://schemas.microsoft.com/office/drawing/2014/main" id="{A8AC35A0-2723-227C-7D60-E2C316A99EFC}"/>
                    </a:ext>
                  </a:extLst>
                </p:cNvPr>
                <p:cNvGrpSpPr/>
                <p:nvPr/>
              </p:nvGrpSpPr>
              <p:grpSpPr>
                <a:xfrm>
                  <a:off x="6011704" y="1449193"/>
                  <a:ext cx="203234" cy="452186"/>
                  <a:chOff x="10080438" y="4594640"/>
                  <a:chExt cx="236025" cy="583555"/>
                </a:xfrm>
              </p:grpSpPr>
              <p:sp>
                <p:nvSpPr>
                  <p:cNvPr id="135" name="梯形 134">
                    <a:extLst>
                      <a:ext uri="{FF2B5EF4-FFF2-40B4-BE49-F238E27FC236}">
                        <a16:creationId xmlns:a16="http://schemas.microsoft.com/office/drawing/2014/main" id="{16A90271-2AF3-603D-2ECC-6C15873E7A27}"/>
                      </a:ext>
                    </a:extLst>
                  </p:cNvPr>
                  <p:cNvSpPr/>
                  <p:nvPr/>
                </p:nvSpPr>
                <p:spPr>
                  <a:xfrm rot="7072032">
                    <a:off x="10251077" y="4690820"/>
                    <a:ext cx="82740" cy="48033"/>
                  </a:xfrm>
                  <a:prstGeom prst="trapezoid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6" name="弦形 191">
                    <a:extLst>
                      <a:ext uri="{FF2B5EF4-FFF2-40B4-BE49-F238E27FC236}">
                        <a16:creationId xmlns:a16="http://schemas.microsoft.com/office/drawing/2014/main" id="{EB70DA8F-1DE3-7F40-AF25-E5A1514EAA63}"/>
                      </a:ext>
                    </a:extLst>
                  </p:cNvPr>
                  <p:cNvSpPr/>
                  <p:nvPr/>
                </p:nvSpPr>
                <p:spPr>
                  <a:xfrm rot="14277974">
                    <a:off x="10114612" y="4560466"/>
                    <a:ext cx="157336" cy="225684"/>
                  </a:xfrm>
                  <a:custGeom>
                    <a:avLst/>
                    <a:gdLst>
                      <a:gd name="connsiteX0" fmla="*/ 147934 w 164111"/>
                      <a:gd name="connsiteY0" fmla="*/ 175384 h 219755"/>
                      <a:gd name="connsiteX1" fmla="*/ 32004 w 164111"/>
                      <a:gd name="connsiteY1" fmla="*/ 196947 h 219755"/>
                      <a:gd name="connsiteX2" fmla="*/ 1583 w 164111"/>
                      <a:gd name="connsiteY2" fmla="*/ 88395 h 219755"/>
                      <a:gd name="connsiteX3" fmla="*/ 82056 w 164111"/>
                      <a:gd name="connsiteY3" fmla="*/ -2 h 219755"/>
                      <a:gd name="connsiteX4" fmla="*/ 147934 w 164111"/>
                      <a:gd name="connsiteY4" fmla="*/ 175384 h 219755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7937 w 147937"/>
                      <a:gd name="connsiteY0" fmla="*/ 165552 h 209929"/>
                      <a:gd name="connsiteX1" fmla="*/ 32007 w 147937"/>
                      <a:gd name="connsiteY1" fmla="*/ 187115 h 209929"/>
                      <a:gd name="connsiteX2" fmla="*/ 1586 w 147937"/>
                      <a:gd name="connsiteY2" fmla="*/ 78563 h 209929"/>
                      <a:gd name="connsiteX3" fmla="*/ 61860 w 147937"/>
                      <a:gd name="connsiteY3" fmla="*/ 0 h 209929"/>
                      <a:gd name="connsiteX4" fmla="*/ 147937 w 147937"/>
                      <a:gd name="connsiteY4" fmla="*/ 165552 h 209929"/>
                      <a:gd name="connsiteX0" fmla="*/ 146352 w 146352"/>
                      <a:gd name="connsiteY0" fmla="*/ 165552 h 209929"/>
                      <a:gd name="connsiteX1" fmla="*/ 30422 w 146352"/>
                      <a:gd name="connsiteY1" fmla="*/ 187115 h 209929"/>
                      <a:gd name="connsiteX2" fmla="*/ 1 w 146352"/>
                      <a:gd name="connsiteY2" fmla="*/ 78563 h 209929"/>
                      <a:gd name="connsiteX3" fmla="*/ 60275 w 146352"/>
                      <a:gd name="connsiteY3" fmla="*/ 0 h 209929"/>
                      <a:gd name="connsiteX4" fmla="*/ 146352 w 146352"/>
                      <a:gd name="connsiteY4" fmla="*/ 165552 h 20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352" h="209929">
                        <a:moveTo>
                          <a:pt x="146352" y="165552"/>
                        </a:moveTo>
                        <a:cubicBezTo>
                          <a:pt x="119003" y="214869"/>
                          <a:pt x="66773" y="224584"/>
                          <a:pt x="30422" y="187115"/>
                        </a:cubicBezTo>
                        <a:cubicBezTo>
                          <a:pt x="5690" y="161623"/>
                          <a:pt x="-39" y="112107"/>
                          <a:pt x="1" y="78563"/>
                        </a:cubicBezTo>
                        <a:cubicBezTo>
                          <a:pt x="2093" y="40547"/>
                          <a:pt x="12170" y="21072"/>
                          <a:pt x="60275" y="0"/>
                        </a:cubicBezTo>
                        <a:cubicBezTo>
                          <a:pt x="82234" y="58462"/>
                          <a:pt x="124393" y="107090"/>
                          <a:pt x="146352" y="16555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75000"/>
                      <a:lumOff val="25000"/>
                    </a:schemeClr>
                  </a:solidFill>
                  <a:ln>
                    <a:solidFill>
                      <a:schemeClr val="tx1">
                        <a:lumMod val="85000"/>
                        <a:lumOff val="15000"/>
                      </a:schemeClr>
                    </a:solidFill>
                  </a:ln>
                  <a:scene3d>
                    <a:camera prst="orthographicFront">
                      <a:rot lat="20699986" lon="0" rev="0"/>
                    </a:camera>
                    <a:lightRig rig="threePt" dir="t"/>
                  </a:scene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 dirty="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7" name="矩形 136">
                    <a:extLst>
                      <a:ext uri="{FF2B5EF4-FFF2-40B4-BE49-F238E27FC236}">
                        <a16:creationId xmlns:a16="http://schemas.microsoft.com/office/drawing/2014/main" id="{FEC3CC60-F1BE-12D7-5ECB-3393322A521B}"/>
                      </a:ext>
                    </a:extLst>
                  </p:cNvPr>
                  <p:cNvSpPr/>
                  <p:nvPr/>
                </p:nvSpPr>
                <p:spPr>
                  <a:xfrm rot="21145286">
                    <a:off x="10113781" y="4962295"/>
                    <a:ext cx="82012" cy="215900"/>
                  </a:xfrm>
                  <a:prstGeom prst="rect">
                    <a:avLst/>
                  </a:prstGeom>
                  <a:solidFill>
                    <a:schemeClr val="tx1">
                      <a:lumMod val="65000"/>
                      <a:lumOff val="3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  <a:scene3d>
                    <a:camera prst="orthographicFront">
                      <a:rot lat="887528" lon="620448" rev="161679"/>
                    </a:camera>
                    <a:lightRig rig="threePt" dir="t"/>
                  </a:scene3d>
                  <a:sp3d extrusionH="1905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>
                      <a:solidFill>
                        <a:schemeClr val="tx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4" name="任意多边形: 形状 133">
                  <a:extLst>
                    <a:ext uri="{FF2B5EF4-FFF2-40B4-BE49-F238E27FC236}">
                      <a16:creationId xmlns:a16="http://schemas.microsoft.com/office/drawing/2014/main" id="{D86B3975-0EE1-1EAA-4511-6B1995FB4487}"/>
                    </a:ext>
                  </a:extLst>
                </p:cNvPr>
                <p:cNvSpPr/>
                <p:nvPr/>
              </p:nvSpPr>
              <p:spPr>
                <a:xfrm>
                  <a:off x="6065973" y="1553926"/>
                  <a:ext cx="187889" cy="145800"/>
                </a:xfrm>
                <a:custGeom>
                  <a:avLst/>
                  <a:gdLst>
                    <a:gd name="connsiteX0" fmla="*/ 163186 w 202972"/>
                    <a:gd name="connsiteY0" fmla="*/ 0 h 175022"/>
                    <a:gd name="connsiteX1" fmla="*/ 182236 w 202972"/>
                    <a:gd name="connsiteY1" fmla="*/ 5953 h 175022"/>
                    <a:gd name="connsiteX2" fmla="*/ 196524 w 202972"/>
                    <a:gd name="connsiteY2" fmla="*/ 22622 h 175022"/>
                    <a:gd name="connsiteX3" fmla="*/ 200096 w 202972"/>
                    <a:gd name="connsiteY3" fmla="*/ 27384 h 175022"/>
                    <a:gd name="connsiteX4" fmla="*/ 200096 w 202972"/>
                    <a:gd name="connsiteY4" fmla="*/ 70247 h 175022"/>
                    <a:gd name="connsiteX5" fmla="*/ 190571 w 202972"/>
                    <a:gd name="connsiteY5" fmla="*/ 78581 h 175022"/>
                    <a:gd name="connsiteX6" fmla="*/ 167949 w 202972"/>
                    <a:gd name="connsiteY6" fmla="*/ 91678 h 175022"/>
                    <a:gd name="connsiteX7" fmla="*/ 110799 w 202972"/>
                    <a:gd name="connsiteY7" fmla="*/ 97631 h 175022"/>
                    <a:gd name="connsiteX8" fmla="*/ 23883 w 202972"/>
                    <a:gd name="connsiteY8" fmla="*/ 105966 h 175022"/>
                    <a:gd name="connsiteX9" fmla="*/ 16739 w 202972"/>
                    <a:gd name="connsiteY9" fmla="*/ 109537 h 175022"/>
                    <a:gd name="connsiteX10" fmla="*/ 3643 w 202972"/>
                    <a:gd name="connsiteY10" fmla="*/ 126206 h 175022"/>
                    <a:gd name="connsiteX11" fmla="*/ 2452 w 202972"/>
                    <a:gd name="connsiteY11" fmla="*/ 135731 h 175022"/>
                    <a:gd name="connsiteX12" fmla="*/ 71 w 202972"/>
                    <a:gd name="connsiteY12" fmla="*/ 142875 h 175022"/>
                    <a:gd name="connsiteX13" fmla="*/ 1261 w 202972"/>
                    <a:gd name="connsiteY13" fmla="*/ 171450 h 175022"/>
                    <a:gd name="connsiteX14" fmla="*/ 2452 w 202972"/>
                    <a:gd name="connsiteY14" fmla="*/ 175022 h 175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02972" h="175022">
                      <a:moveTo>
                        <a:pt x="163186" y="0"/>
                      </a:moveTo>
                      <a:cubicBezTo>
                        <a:pt x="169536" y="1984"/>
                        <a:pt x="176431" y="2702"/>
                        <a:pt x="182236" y="5953"/>
                      </a:cubicBezTo>
                      <a:cubicBezTo>
                        <a:pt x="191195" y="10970"/>
                        <a:pt x="191907" y="15698"/>
                        <a:pt x="196524" y="22622"/>
                      </a:cubicBezTo>
                      <a:cubicBezTo>
                        <a:pt x="197625" y="24273"/>
                        <a:pt x="198905" y="25797"/>
                        <a:pt x="200096" y="27384"/>
                      </a:cubicBezTo>
                      <a:cubicBezTo>
                        <a:pt x="202203" y="42137"/>
                        <a:pt x="205349" y="55013"/>
                        <a:pt x="200096" y="70247"/>
                      </a:cubicBezTo>
                      <a:cubicBezTo>
                        <a:pt x="198721" y="74235"/>
                        <a:pt x="193554" y="75598"/>
                        <a:pt x="190571" y="78581"/>
                      </a:cubicBezTo>
                      <a:cubicBezTo>
                        <a:pt x="181336" y="87815"/>
                        <a:pt x="189344" y="87942"/>
                        <a:pt x="167949" y="91678"/>
                      </a:cubicBezTo>
                      <a:cubicBezTo>
                        <a:pt x="149081" y="94972"/>
                        <a:pt x="129896" y="96162"/>
                        <a:pt x="110799" y="97631"/>
                      </a:cubicBezTo>
                      <a:cubicBezTo>
                        <a:pt x="40492" y="103040"/>
                        <a:pt x="69377" y="99467"/>
                        <a:pt x="23883" y="105966"/>
                      </a:cubicBezTo>
                      <a:cubicBezTo>
                        <a:pt x="21502" y="107156"/>
                        <a:pt x="18869" y="107940"/>
                        <a:pt x="16739" y="109537"/>
                      </a:cubicBezTo>
                      <a:cubicBezTo>
                        <a:pt x="9830" y="114719"/>
                        <a:pt x="8177" y="118951"/>
                        <a:pt x="3643" y="126206"/>
                      </a:cubicBezTo>
                      <a:cubicBezTo>
                        <a:pt x="3246" y="129381"/>
                        <a:pt x="3122" y="132602"/>
                        <a:pt x="2452" y="135731"/>
                      </a:cubicBezTo>
                      <a:cubicBezTo>
                        <a:pt x="1926" y="138185"/>
                        <a:pt x="155" y="140366"/>
                        <a:pt x="71" y="142875"/>
                      </a:cubicBezTo>
                      <a:cubicBezTo>
                        <a:pt x="-247" y="152403"/>
                        <a:pt x="557" y="161943"/>
                        <a:pt x="1261" y="171450"/>
                      </a:cubicBezTo>
                      <a:cubicBezTo>
                        <a:pt x="1354" y="172702"/>
                        <a:pt x="2452" y="175022"/>
                        <a:pt x="2452" y="175022"/>
                      </a:cubicBezTo>
                    </a:path>
                  </a:pathLst>
                </a:custGeom>
                <a:noFill/>
                <a:ln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25" name="流程图: 接点 124">
                <a:extLst>
                  <a:ext uri="{FF2B5EF4-FFF2-40B4-BE49-F238E27FC236}">
                    <a16:creationId xmlns:a16="http://schemas.microsoft.com/office/drawing/2014/main" id="{04D748AC-8336-CC5D-E20F-F9AE44B779C8}"/>
                  </a:ext>
                </a:extLst>
              </p:cNvPr>
              <p:cNvSpPr/>
              <p:nvPr/>
            </p:nvSpPr>
            <p:spPr>
              <a:xfrm>
                <a:off x="5693782" y="191985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流程图: 接点 125">
                <a:extLst>
                  <a:ext uri="{FF2B5EF4-FFF2-40B4-BE49-F238E27FC236}">
                    <a16:creationId xmlns:a16="http://schemas.microsoft.com/office/drawing/2014/main" id="{E0EC8F8F-B00F-19BF-A942-CF4625C098A7}"/>
                  </a:ext>
                </a:extLst>
              </p:cNvPr>
              <p:cNvSpPr/>
              <p:nvPr/>
            </p:nvSpPr>
            <p:spPr>
              <a:xfrm>
                <a:off x="5721121" y="2349307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流程图: 接点 126">
                <a:extLst>
                  <a:ext uri="{FF2B5EF4-FFF2-40B4-BE49-F238E27FC236}">
                    <a16:creationId xmlns:a16="http://schemas.microsoft.com/office/drawing/2014/main" id="{657101E5-5B04-ED49-D4FB-0706018212D2}"/>
                  </a:ext>
                </a:extLst>
              </p:cNvPr>
              <p:cNvSpPr/>
              <p:nvPr/>
            </p:nvSpPr>
            <p:spPr>
              <a:xfrm>
                <a:off x="6246325" y="2718712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8" name="流程图: 接点 127">
                <a:extLst>
                  <a:ext uri="{FF2B5EF4-FFF2-40B4-BE49-F238E27FC236}">
                    <a16:creationId xmlns:a16="http://schemas.microsoft.com/office/drawing/2014/main" id="{2D4CDD64-2AEF-67AC-3659-85E8882F5F39}"/>
                  </a:ext>
                </a:extLst>
              </p:cNvPr>
              <p:cNvSpPr/>
              <p:nvPr/>
            </p:nvSpPr>
            <p:spPr>
              <a:xfrm>
                <a:off x="6433300" y="318443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流程图: 接点 128">
                <a:extLst>
                  <a:ext uri="{FF2B5EF4-FFF2-40B4-BE49-F238E27FC236}">
                    <a16:creationId xmlns:a16="http://schemas.microsoft.com/office/drawing/2014/main" id="{7B46E4AB-0C4A-DA97-2BC4-BD64BE8791DA}"/>
                  </a:ext>
                </a:extLst>
              </p:cNvPr>
              <p:cNvSpPr/>
              <p:nvPr/>
            </p:nvSpPr>
            <p:spPr>
              <a:xfrm>
                <a:off x="5454200" y="3107979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流程图: 接点 129">
                <a:extLst>
                  <a:ext uri="{FF2B5EF4-FFF2-40B4-BE49-F238E27FC236}">
                    <a16:creationId xmlns:a16="http://schemas.microsoft.com/office/drawing/2014/main" id="{67679B71-B465-C83D-2BD7-1A0E50149789}"/>
                  </a:ext>
                </a:extLst>
              </p:cNvPr>
              <p:cNvSpPr/>
              <p:nvPr/>
            </p:nvSpPr>
            <p:spPr>
              <a:xfrm>
                <a:off x="5721121" y="2758726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流程图: 接点 130">
                <a:extLst>
                  <a:ext uri="{FF2B5EF4-FFF2-40B4-BE49-F238E27FC236}">
                    <a16:creationId xmlns:a16="http://schemas.microsoft.com/office/drawing/2014/main" id="{DDE3D3CF-3B39-9CB3-A2DF-822F52250F42}"/>
                  </a:ext>
                </a:extLst>
              </p:cNvPr>
              <p:cNvSpPr/>
              <p:nvPr/>
            </p:nvSpPr>
            <p:spPr>
              <a:xfrm>
                <a:off x="5904444" y="2244461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流程图: 接点 131">
                <a:extLst>
                  <a:ext uri="{FF2B5EF4-FFF2-40B4-BE49-F238E27FC236}">
                    <a16:creationId xmlns:a16="http://schemas.microsoft.com/office/drawing/2014/main" id="{72604F3D-ED60-CB0A-BF45-612DD7E5BD54}"/>
                  </a:ext>
                </a:extLst>
              </p:cNvPr>
              <p:cNvSpPr/>
              <p:nvPr/>
            </p:nvSpPr>
            <p:spPr>
              <a:xfrm>
                <a:off x="5854707" y="1660585"/>
                <a:ext cx="45719" cy="45719"/>
              </a:xfrm>
              <a:prstGeom prst="flowChartConnector">
                <a:avLst/>
              </a:prstGeom>
              <a:solidFill>
                <a:srgbClr val="FFFFFF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1" name="组合 60">
              <a:extLst>
                <a:ext uri="{FF2B5EF4-FFF2-40B4-BE49-F238E27FC236}">
                  <a16:creationId xmlns:a16="http://schemas.microsoft.com/office/drawing/2014/main" id="{46170F48-C767-9058-DC43-6E935901ADE2}"/>
                </a:ext>
              </a:extLst>
            </p:cNvPr>
            <p:cNvGrpSpPr/>
            <p:nvPr/>
          </p:nvGrpSpPr>
          <p:grpSpPr>
            <a:xfrm rot="20560786">
              <a:off x="12529422" y="6003071"/>
              <a:ext cx="265134" cy="335209"/>
              <a:chOff x="3961253" y="1820885"/>
              <a:chExt cx="391675" cy="524776"/>
            </a:xfrm>
          </p:grpSpPr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DAFC0872-903D-EEA6-6976-EE87DE6E03CC}"/>
                  </a:ext>
                </a:extLst>
              </p:cNvPr>
              <p:cNvSpPr/>
              <p:nvPr/>
            </p:nvSpPr>
            <p:spPr>
              <a:xfrm>
                <a:off x="3961253" y="2158147"/>
                <a:ext cx="391675" cy="187514"/>
              </a:xfrm>
              <a:custGeom>
                <a:avLst/>
                <a:gdLst>
                  <a:gd name="connsiteX0" fmla="*/ 52388 w 478005"/>
                  <a:gd name="connsiteY0" fmla="*/ 26987 h 246062"/>
                  <a:gd name="connsiteX1" fmla="*/ 58738 w 478005"/>
                  <a:gd name="connsiteY1" fmla="*/ 34925 h 246062"/>
                  <a:gd name="connsiteX2" fmla="*/ 80963 w 478005"/>
                  <a:gd name="connsiteY2" fmla="*/ 46037 h 246062"/>
                  <a:gd name="connsiteX3" fmla="*/ 90488 w 478005"/>
                  <a:gd name="connsiteY3" fmla="*/ 47625 h 246062"/>
                  <a:gd name="connsiteX4" fmla="*/ 180975 w 478005"/>
                  <a:gd name="connsiteY4" fmla="*/ 25400 h 246062"/>
                  <a:gd name="connsiteX5" fmla="*/ 217488 w 478005"/>
                  <a:gd name="connsiteY5" fmla="*/ 1587 h 246062"/>
                  <a:gd name="connsiteX6" fmla="*/ 222250 w 478005"/>
                  <a:gd name="connsiteY6" fmla="*/ 0 h 246062"/>
                  <a:gd name="connsiteX7" fmla="*/ 230188 w 478005"/>
                  <a:gd name="connsiteY7" fmla="*/ 36512 h 246062"/>
                  <a:gd name="connsiteX8" fmla="*/ 236538 w 478005"/>
                  <a:gd name="connsiteY8" fmla="*/ 95250 h 246062"/>
                  <a:gd name="connsiteX9" fmla="*/ 241300 w 478005"/>
                  <a:gd name="connsiteY9" fmla="*/ 112712 h 246062"/>
                  <a:gd name="connsiteX10" fmla="*/ 261938 w 478005"/>
                  <a:gd name="connsiteY10" fmla="*/ 122237 h 246062"/>
                  <a:gd name="connsiteX11" fmla="*/ 287338 w 478005"/>
                  <a:gd name="connsiteY11" fmla="*/ 125412 h 246062"/>
                  <a:gd name="connsiteX12" fmla="*/ 358775 w 478005"/>
                  <a:gd name="connsiteY12" fmla="*/ 131762 h 246062"/>
                  <a:gd name="connsiteX13" fmla="*/ 430213 w 478005"/>
                  <a:gd name="connsiteY13" fmla="*/ 138112 h 246062"/>
                  <a:gd name="connsiteX14" fmla="*/ 469900 w 478005"/>
                  <a:gd name="connsiteY14" fmla="*/ 146050 h 246062"/>
                  <a:gd name="connsiteX15" fmla="*/ 477838 w 478005"/>
                  <a:gd name="connsiteY15" fmla="*/ 166687 h 246062"/>
                  <a:gd name="connsiteX16" fmla="*/ 466725 w 478005"/>
                  <a:gd name="connsiteY16" fmla="*/ 200025 h 246062"/>
                  <a:gd name="connsiteX17" fmla="*/ 465138 w 478005"/>
                  <a:gd name="connsiteY17" fmla="*/ 206375 h 246062"/>
                  <a:gd name="connsiteX18" fmla="*/ 446088 w 478005"/>
                  <a:gd name="connsiteY18" fmla="*/ 219075 h 246062"/>
                  <a:gd name="connsiteX19" fmla="*/ 384175 w 478005"/>
                  <a:gd name="connsiteY19" fmla="*/ 238125 h 246062"/>
                  <a:gd name="connsiteX20" fmla="*/ 334963 w 478005"/>
                  <a:gd name="connsiteY20" fmla="*/ 239712 h 246062"/>
                  <a:gd name="connsiteX21" fmla="*/ 244475 w 478005"/>
                  <a:gd name="connsiteY21" fmla="*/ 236537 h 246062"/>
                  <a:gd name="connsiteX22" fmla="*/ 225425 w 478005"/>
                  <a:gd name="connsiteY22" fmla="*/ 231775 h 246062"/>
                  <a:gd name="connsiteX23" fmla="*/ 203200 w 478005"/>
                  <a:gd name="connsiteY23" fmla="*/ 230187 h 246062"/>
                  <a:gd name="connsiteX24" fmla="*/ 136525 w 478005"/>
                  <a:gd name="connsiteY24" fmla="*/ 231775 h 246062"/>
                  <a:gd name="connsiteX25" fmla="*/ 111125 w 478005"/>
                  <a:gd name="connsiteY25" fmla="*/ 238125 h 246062"/>
                  <a:gd name="connsiteX26" fmla="*/ 47625 w 478005"/>
                  <a:gd name="connsiteY26" fmla="*/ 246062 h 246062"/>
                  <a:gd name="connsiteX27" fmla="*/ 6350 w 478005"/>
                  <a:gd name="connsiteY27" fmla="*/ 228600 h 246062"/>
                  <a:gd name="connsiteX28" fmla="*/ 0 w 478005"/>
                  <a:gd name="connsiteY28" fmla="*/ 206375 h 246062"/>
                  <a:gd name="connsiteX29" fmla="*/ 6350 w 478005"/>
                  <a:gd name="connsiteY29" fmla="*/ 134937 h 246062"/>
                  <a:gd name="connsiteX30" fmla="*/ 7938 w 478005"/>
                  <a:gd name="connsiteY30" fmla="*/ 107950 h 246062"/>
                  <a:gd name="connsiteX31" fmla="*/ 19050 w 478005"/>
                  <a:gd name="connsiteY31" fmla="*/ 93662 h 246062"/>
                  <a:gd name="connsiteX32" fmla="*/ 60325 w 478005"/>
                  <a:gd name="connsiteY32" fmla="*/ 49212 h 246062"/>
                  <a:gd name="connsiteX33" fmla="*/ 52388 w 478005"/>
                  <a:gd name="connsiteY33" fmla="*/ 26987 h 246062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60325 w 478005"/>
                  <a:gd name="connsiteY32" fmla="*/ 51084 h 247934"/>
                  <a:gd name="connsiteX33" fmla="*/ 52388 w 478005"/>
                  <a:gd name="connsiteY33" fmla="*/ 28859 h 247934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52388 w 478005"/>
                  <a:gd name="connsiteY32" fmla="*/ 28859 h 247934"/>
                  <a:gd name="connsiteX0" fmla="*/ 52388 w 478005"/>
                  <a:gd name="connsiteY0" fmla="*/ 29912 h 248987"/>
                  <a:gd name="connsiteX1" fmla="*/ 58738 w 478005"/>
                  <a:gd name="connsiteY1" fmla="*/ 37850 h 248987"/>
                  <a:gd name="connsiteX2" fmla="*/ 80963 w 478005"/>
                  <a:gd name="connsiteY2" fmla="*/ 48962 h 248987"/>
                  <a:gd name="connsiteX3" fmla="*/ 176213 w 478005"/>
                  <a:gd name="connsiteY3" fmla="*/ 2925 h 248987"/>
                  <a:gd name="connsiteX4" fmla="*/ 217488 w 478005"/>
                  <a:gd name="connsiteY4" fmla="*/ 4512 h 248987"/>
                  <a:gd name="connsiteX5" fmla="*/ 222250 w 478005"/>
                  <a:gd name="connsiteY5" fmla="*/ 2925 h 248987"/>
                  <a:gd name="connsiteX6" fmla="*/ 230188 w 478005"/>
                  <a:gd name="connsiteY6" fmla="*/ 39437 h 248987"/>
                  <a:gd name="connsiteX7" fmla="*/ 236538 w 478005"/>
                  <a:gd name="connsiteY7" fmla="*/ 98175 h 248987"/>
                  <a:gd name="connsiteX8" fmla="*/ 241300 w 478005"/>
                  <a:gd name="connsiteY8" fmla="*/ 115637 h 248987"/>
                  <a:gd name="connsiteX9" fmla="*/ 261938 w 478005"/>
                  <a:gd name="connsiteY9" fmla="*/ 125162 h 248987"/>
                  <a:gd name="connsiteX10" fmla="*/ 287338 w 478005"/>
                  <a:gd name="connsiteY10" fmla="*/ 128337 h 248987"/>
                  <a:gd name="connsiteX11" fmla="*/ 358775 w 478005"/>
                  <a:gd name="connsiteY11" fmla="*/ 134687 h 248987"/>
                  <a:gd name="connsiteX12" fmla="*/ 430213 w 478005"/>
                  <a:gd name="connsiteY12" fmla="*/ 141037 h 248987"/>
                  <a:gd name="connsiteX13" fmla="*/ 469900 w 478005"/>
                  <a:gd name="connsiteY13" fmla="*/ 148975 h 248987"/>
                  <a:gd name="connsiteX14" fmla="*/ 477838 w 478005"/>
                  <a:gd name="connsiteY14" fmla="*/ 169612 h 248987"/>
                  <a:gd name="connsiteX15" fmla="*/ 466725 w 478005"/>
                  <a:gd name="connsiteY15" fmla="*/ 202950 h 248987"/>
                  <a:gd name="connsiteX16" fmla="*/ 465138 w 478005"/>
                  <a:gd name="connsiteY16" fmla="*/ 209300 h 248987"/>
                  <a:gd name="connsiteX17" fmla="*/ 446088 w 478005"/>
                  <a:gd name="connsiteY17" fmla="*/ 222000 h 248987"/>
                  <a:gd name="connsiteX18" fmla="*/ 384175 w 478005"/>
                  <a:gd name="connsiteY18" fmla="*/ 241050 h 248987"/>
                  <a:gd name="connsiteX19" fmla="*/ 334963 w 478005"/>
                  <a:gd name="connsiteY19" fmla="*/ 242637 h 248987"/>
                  <a:gd name="connsiteX20" fmla="*/ 244475 w 478005"/>
                  <a:gd name="connsiteY20" fmla="*/ 239462 h 248987"/>
                  <a:gd name="connsiteX21" fmla="*/ 225425 w 478005"/>
                  <a:gd name="connsiteY21" fmla="*/ 234700 h 248987"/>
                  <a:gd name="connsiteX22" fmla="*/ 203200 w 478005"/>
                  <a:gd name="connsiteY22" fmla="*/ 233112 h 248987"/>
                  <a:gd name="connsiteX23" fmla="*/ 136525 w 478005"/>
                  <a:gd name="connsiteY23" fmla="*/ 234700 h 248987"/>
                  <a:gd name="connsiteX24" fmla="*/ 111125 w 478005"/>
                  <a:gd name="connsiteY24" fmla="*/ 241050 h 248987"/>
                  <a:gd name="connsiteX25" fmla="*/ 47625 w 478005"/>
                  <a:gd name="connsiteY25" fmla="*/ 248987 h 248987"/>
                  <a:gd name="connsiteX26" fmla="*/ 6350 w 478005"/>
                  <a:gd name="connsiteY26" fmla="*/ 231525 h 248987"/>
                  <a:gd name="connsiteX27" fmla="*/ 0 w 478005"/>
                  <a:gd name="connsiteY27" fmla="*/ 209300 h 248987"/>
                  <a:gd name="connsiteX28" fmla="*/ 6350 w 478005"/>
                  <a:gd name="connsiteY28" fmla="*/ 137862 h 248987"/>
                  <a:gd name="connsiteX29" fmla="*/ 7938 w 478005"/>
                  <a:gd name="connsiteY29" fmla="*/ 110875 h 248987"/>
                  <a:gd name="connsiteX30" fmla="*/ 19050 w 478005"/>
                  <a:gd name="connsiteY30" fmla="*/ 96587 h 248987"/>
                  <a:gd name="connsiteX31" fmla="*/ 52388 w 478005"/>
                  <a:gd name="connsiteY31" fmla="*/ 29912 h 248987"/>
                  <a:gd name="connsiteX0" fmla="*/ 52388 w 478005"/>
                  <a:gd name="connsiteY0" fmla="*/ 29103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52388 w 478005"/>
                  <a:gd name="connsiteY30" fmla="*/ 29103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19050 w 478005"/>
                  <a:gd name="connsiteY0" fmla="*/ 95778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25425 w 478005"/>
                  <a:gd name="connsiteY19" fmla="*/ 233891 h 248178"/>
                  <a:gd name="connsiteX20" fmla="*/ 203200 w 478005"/>
                  <a:gd name="connsiteY20" fmla="*/ 232303 h 248178"/>
                  <a:gd name="connsiteX21" fmla="*/ 136525 w 478005"/>
                  <a:gd name="connsiteY21" fmla="*/ 233891 h 248178"/>
                  <a:gd name="connsiteX22" fmla="*/ 111125 w 478005"/>
                  <a:gd name="connsiteY22" fmla="*/ 240241 h 248178"/>
                  <a:gd name="connsiteX23" fmla="*/ 47625 w 478005"/>
                  <a:gd name="connsiteY23" fmla="*/ 248178 h 248178"/>
                  <a:gd name="connsiteX24" fmla="*/ 6350 w 478005"/>
                  <a:gd name="connsiteY24" fmla="*/ 230716 h 248178"/>
                  <a:gd name="connsiteX25" fmla="*/ 0 w 478005"/>
                  <a:gd name="connsiteY25" fmla="*/ 208491 h 248178"/>
                  <a:gd name="connsiteX26" fmla="*/ 6350 w 478005"/>
                  <a:gd name="connsiteY26" fmla="*/ 137053 h 248178"/>
                  <a:gd name="connsiteX27" fmla="*/ 7938 w 478005"/>
                  <a:gd name="connsiteY27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03200 w 478005"/>
                  <a:gd name="connsiteY19" fmla="*/ 232303 h 248178"/>
                  <a:gd name="connsiteX20" fmla="*/ 136525 w 478005"/>
                  <a:gd name="connsiteY20" fmla="*/ 233891 h 248178"/>
                  <a:gd name="connsiteX21" fmla="*/ 111125 w 478005"/>
                  <a:gd name="connsiteY21" fmla="*/ 240241 h 248178"/>
                  <a:gd name="connsiteX22" fmla="*/ 47625 w 478005"/>
                  <a:gd name="connsiteY22" fmla="*/ 248178 h 248178"/>
                  <a:gd name="connsiteX23" fmla="*/ 6350 w 478005"/>
                  <a:gd name="connsiteY23" fmla="*/ 230716 h 248178"/>
                  <a:gd name="connsiteX24" fmla="*/ 0 w 478005"/>
                  <a:gd name="connsiteY24" fmla="*/ 208491 h 248178"/>
                  <a:gd name="connsiteX25" fmla="*/ 6350 w 478005"/>
                  <a:gd name="connsiteY25" fmla="*/ 137053 h 248178"/>
                  <a:gd name="connsiteX26" fmla="*/ 7938 w 478005"/>
                  <a:gd name="connsiteY26" fmla="*/ 110066 h 248178"/>
                  <a:gd name="connsiteX0" fmla="*/ 4706 w 474773"/>
                  <a:gd name="connsiteY0" fmla="*/ 110066 h 248178"/>
                  <a:gd name="connsiteX1" fmla="*/ 55506 w 474773"/>
                  <a:gd name="connsiteY1" fmla="*/ 37041 h 248178"/>
                  <a:gd name="connsiteX2" fmla="*/ 172981 w 474773"/>
                  <a:gd name="connsiteY2" fmla="*/ 2116 h 248178"/>
                  <a:gd name="connsiteX3" fmla="*/ 214256 w 474773"/>
                  <a:gd name="connsiteY3" fmla="*/ 3703 h 248178"/>
                  <a:gd name="connsiteX4" fmla="*/ 219018 w 474773"/>
                  <a:gd name="connsiteY4" fmla="*/ 2116 h 248178"/>
                  <a:gd name="connsiteX5" fmla="*/ 226956 w 474773"/>
                  <a:gd name="connsiteY5" fmla="*/ 38628 h 248178"/>
                  <a:gd name="connsiteX6" fmla="*/ 233306 w 474773"/>
                  <a:gd name="connsiteY6" fmla="*/ 97366 h 248178"/>
                  <a:gd name="connsiteX7" fmla="*/ 238068 w 474773"/>
                  <a:gd name="connsiteY7" fmla="*/ 114828 h 248178"/>
                  <a:gd name="connsiteX8" fmla="*/ 284106 w 474773"/>
                  <a:gd name="connsiteY8" fmla="*/ 127528 h 248178"/>
                  <a:gd name="connsiteX9" fmla="*/ 355543 w 474773"/>
                  <a:gd name="connsiteY9" fmla="*/ 133878 h 248178"/>
                  <a:gd name="connsiteX10" fmla="*/ 426981 w 474773"/>
                  <a:gd name="connsiteY10" fmla="*/ 140228 h 248178"/>
                  <a:gd name="connsiteX11" fmla="*/ 466668 w 474773"/>
                  <a:gd name="connsiteY11" fmla="*/ 148166 h 248178"/>
                  <a:gd name="connsiteX12" fmla="*/ 474606 w 474773"/>
                  <a:gd name="connsiteY12" fmla="*/ 168803 h 248178"/>
                  <a:gd name="connsiteX13" fmla="*/ 463493 w 474773"/>
                  <a:gd name="connsiteY13" fmla="*/ 202141 h 248178"/>
                  <a:gd name="connsiteX14" fmla="*/ 461906 w 474773"/>
                  <a:gd name="connsiteY14" fmla="*/ 208491 h 248178"/>
                  <a:gd name="connsiteX15" fmla="*/ 442856 w 474773"/>
                  <a:gd name="connsiteY15" fmla="*/ 221191 h 248178"/>
                  <a:gd name="connsiteX16" fmla="*/ 380943 w 474773"/>
                  <a:gd name="connsiteY16" fmla="*/ 240241 h 248178"/>
                  <a:gd name="connsiteX17" fmla="*/ 331731 w 474773"/>
                  <a:gd name="connsiteY17" fmla="*/ 241828 h 248178"/>
                  <a:gd name="connsiteX18" fmla="*/ 241243 w 474773"/>
                  <a:gd name="connsiteY18" fmla="*/ 238653 h 248178"/>
                  <a:gd name="connsiteX19" fmla="*/ 199968 w 474773"/>
                  <a:gd name="connsiteY19" fmla="*/ 232303 h 248178"/>
                  <a:gd name="connsiteX20" fmla="*/ 133293 w 474773"/>
                  <a:gd name="connsiteY20" fmla="*/ 233891 h 248178"/>
                  <a:gd name="connsiteX21" fmla="*/ 107893 w 474773"/>
                  <a:gd name="connsiteY21" fmla="*/ 240241 h 248178"/>
                  <a:gd name="connsiteX22" fmla="*/ 44393 w 474773"/>
                  <a:gd name="connsiteY22" fmla="*/ 248178 h 248178"/>
                  <a:gd name="connsiteX23" fmla="*/ 3118 w 474773"/>
                  <a:gd name="connsiteY23" fmla="*/ 230716 h 248178"/>
                  <a:gd name="connsiteX24" fmla="*/ 3118 w 474773"/>
                  <a:gd name="connsiteY24" fmla="*/ 137053 h 248178"/>
                  <a:gd name="connsiteX25" fmla="*/ 4706 w 474773"/>
                  <a:gd name="connsiteY25" fmla="*/ 110066 h 248178"/>
                  <a:gd name="connsiteX0" fmla="*/ 6555 w 476622"/>
                  <a:gd name="connsiteY0" fmla="*/ 110066 h 248178"/>
                  <a:gd name="connsiteX1" fmla="*/ 57355 w 476622"/>
                  <a:gd name="connsiteY1" fmla="*/ 37041 h 248178"/>
                  <a:gd name="connsiteX2" fmla="*/ 174830 w 476622"/>
                  <a:gd name="connsiteY2" fmla="*/ 2116 h 248178"/>
                  <a:gd name="connsiteX3" fmla="*/ 216105 w 476622"/>
                  <a:gd name="connsiteY3" fmla="*/ 3703 h 248178"/>
                  <a:gd name="connsiteX4" fmla="*/ 220867 w 476622"/>
                  <a:gd name="connsiteY4" fmla="*/ 2116 h 248178"/>
                  <a:gd name="connsiteX5" fmla="*/ 228805 w 476622"/>
                  <a:gd name="connsiteY5" fmla="*/ 38628 h 248178"/>
                  <a:gd name="connsiteX6" fmla="*/ 235155 w 476622"/>
                  <a:gd name="connsiteY6" fmla="*/ 97366 h 248178"/>
                  <a:gd name="connsiteX7" fmla="*/ 239917 w 476622"/>
                  <a:gd name="connsiteY7" fmla="*/ 114828 h 248178"/>
                  <a:gd name="connsiteX8" fmla="*/ 285955 w 476622"/>
                  <a:gd name="connsiteY8" fmla="*/ 127528 h 248178"/>
                  <a:gd name="connsiteX9" fmla="*/ 357392 w 476622"/>
                  <a:gd name="connsiteY9" fmla="*/ 133878 h 248178"/>
                  <a:gd name="connsiteX10" fmla="*/ 428830 w 476622"/>
                  <a:gd name="connsiteY10" fmla="*/ 140228 h 248178"/>
                  <a:gd name="connsiteX11" fmla="*/ 468517 w 476622"/>
                  <a:gd name="connsiteY11" fmla="*/ 148166 h 248178"/>
                  <a:gd name="connsiteX12" fmla="*/ 476455 w 476622"/>
                  <a:gd name="connsiteY12" fmla="*/ 168803 h 248178"/>
                  <a:gd name="connsiteX13" fmla="*/ 465342 w 476622"/>
                  <a:gd name="connsiteY13" fmla="*/ 202141 h 248178"/>
                  <a:gd name="connsiteX14" fmla="*/ 463755 w 476622"/>
                  <a:gd name="connsiteY14" fmla="*/ 208491 h 248178"/>
                  <a:gd name="connsiteX15" fmla="*/ 444705 w 476622"/>
                  <a:gd name="connsiteY15" fmla="*/ 221191 h 248178"/>
                  <a:gd name="connsiteX16" fmla="*/ 382792 w 476622"/>
                  <a:gd name="connsiteY16" fmla="*/ 240241 h 248178"/>
                  <a:gd name="connsiteX17" fmla="*/ 333580 w 476622"/>
                  <a:gd name="connsiteY17" fmla="*/ 241828 h 248178"/>
                  <a:gd name="connsiteX18" fmla="*/ 243092 w 476622"/>
                  <a:gd name="connsiteY18" fmla="*/ 238653 h 248178"/>
                  <a:gd name="connsiteX19" fmla="*/ 201817 w 476622"/>
                  <a:gd name="connsiteY19" fmla="*/ 232303 h 248178"/>
                  <a:gd name="connsiteX20" fmla="*/ 135142 w 476622"/>
                  <a:gd name="connsiteY20" fmla="*/ 233891 h 248178"/>
                  <a:gd name="connsiteX21" fmla="*/ 109742 w 476622"/>
                  <a:gd name="connsiteY21" fmla="*/ 240241 h 248178"/>
                  <a:gd name="connsiteX22" fmla="*/ 46242 w 476622"/>
                  <a:gd name="connsiteY22" fmla="*/ 248178 h 248178"/>
                  <a:gd name="connsiteX23" fmla="*/ 4967 w 476622"/>
                  <a:gd name="connsiteY23" fmla="*/ 230716 h 248178"/>
                  <a:gd name="connsiteX24" fmla="*/ 6555 w 476622"/>
                  <a:gd name="connsiteY24" fmla="*/ 110066 h 248178"/>
                  <a:gd name="connsiteX0" fmla="*/ 11001 w 481068"/>
                  <a:gd name="connsiteY0" fmla="*/ 110066 h 248178"/>
                  <a:gd name="connsiteX1" fmla="*/ 61801 w 481068"/>
                  <a:gd name="connsiteY1" fmla="*/ 37041 h 248178"/>
                  <a:gd name="connsiteX2" fmla="*/ 179276 w 481068"/>
                  <a:gd name="connsiteY2" fmla="*/ 2116 h 248178"/>
                  <a:gd name="connsiteX3" fmla="*/ 220551 w 481068"/>
                  <a:gd name="connsiteY3" fmla="*/ 3703 h 248178"/>
                  <a:gd name="connsiteX4" fmla="*/ 225313 w 481068"/>
                  <a:gd name="connsiteY4" fmla="*/ 2116 h 248178"/>
                  <a:gd name="connsiteX5" fmla="*/ 233251 w 481068"/>
                  <a:gd name="connsiteY5" fmla="*/ 38628 h 248178"/>
                  <a:gd name="connsiteX6" fmla="*/ 239601 w 481068"/>
                  <a:gd name="connsiteY6" fmla="*/ 97366 h 248178"/>
                  <a:gd name="connsiteX7" fmla="*/ 244363 w 481068"/>
                  <a:gd name="connsiteY7" fmla="*/ 114828 h 248178"/>
                  <a:gd name="connsiteX8" fmla="*/ 290401 w 481068"/>
                  <a:gd name="connsiteY8" fmla="*/ 127528 h 248178"/>
                  <a:gd name="connsiteX9" fmla="*/ 361838 w 481068"/>
                  <a:gd name="connsiteY9" fmla="*/ 133878 h 248178"/>
                  <a:gd name="connsiteX10" fmla="*/ 433276 w 481068"/>
                  <a:gd name="connsiteY10" fmla="*/ 140228 h 248178"/>
                  <a:gd name="connsiteX11" fmla="*/ 472963 w 481068"/>
                  <a:gd name="connsiteY11" fmla="*/ 148166 h 248178"/>
                  <a:gd name="connsiteX12" fmla="*/ 480901 w 481068"/>
                  <a:gd name="connsiteY12" fmla="*/ 168803 h 248178"/>
                  <a:gd name="connsiteX13" fmla="*/ 469788 w 481068"/>
                  <a:gd name="connsiteY13" fmla="*/ 202141 h 248178"/>
                  <a:gd name="connsiteX14" fmla="*/ 468201 w 481068"/>
                  <a:gd name="connsiteY14" fmla="*/ 208491 h 248178"/>
                  <a:gd name="connsiteX15" fmla="*/ 449151 w 481068"/>
                  <a:gd name="connsiteY15" fmla="*/ 221191 h 248178"/>
                  <a:gd name="connsiteX16" fmla="*/ 387238 w 481068"/>
                  <a:gd name="connsiteY16" fmla="*/ 240241 h 248178"/>
                  <a:gd name="connsiteX17" fmla="*/ 338026 w 481068"/>
                  <a:gd name="connsiteY17" fmla="*/ 241828 h 248178"/>
                  <a:gd name="connsiteX18" fmla="*/ 247538 w 481068"/>
                  <a:gd name="connsiteY18" fmla="*/ 238653 h 248178"/>
                  <a:gd name="connsiteX19" fmla="*/ 206263 w 481068"/>
                  <a:gd name="connsiteY19" fmla="*/ 232303 h 248178"/>
                  <a:gd name="connsiteX20" fmla="*/ 139588 w 481068"/>
                  <a:gd name="connsiteY20" fmla="*/ 233891 h 248178"/>
                  <a:gd name="connsiteX21" fmla="*/ 114188 w 481068"/>
                  <a:gd name="connsiteY21" fmla="*/ 240241 h 248178"/>
                  <a:gd name="connsiteX22" fmla="*/ 50688 w 481068"/>
                  <a:gd name="connsiteY22" fmla="*/ 248178 h 248178"/>
                  <a:gd name="connsiteX23" fmla="*/ 3063 w 481068"/>
                  <a:gd name="connsiteY23" fmla="*/ 200554 h 248178"/>
                  <a:gd name="connsiteX24" fmla="*/ 11001 w 481068"/>
                  <a:gd name="connsiteY24" fmla="*/ 110066 h 248178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39588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55463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49151 w 481068"/>
                  <a:gd name="connsiteY14" fmla="*/ 221191 h 246591"/>
                  <a:gd name="connsiteX15" fmla="*/ 387238 w 481068"/>
                  <a:gd name="connsiteY15" fmla="*/ 240241 h 246591"/>
                  <a:gd name="connsiteX16" fmla="*/ 338026 w 481068"/>
                  <a:gd name="connsiteY16" fmla="*/ 241828 h 246591"/>
                  <a:gd name="connsiteX17" fmla="*/ 247538 w 481068"/>
                  <a:gd name="connsiteY17" fmla="*/ 238653 h 246591"/>
                  <a:gd name="connsiteX18" fmla="*/ 206263 w 481068"/>
                  <a:gd name="connsiteY18" fmla="*/ 232303 h 246591"/>
                  <a:gd name="connsiteX19" fmla="*/ 155463 w 481068"/>
                  <a:gd name="connsiteY19" fmla="*/ 233891 h 246591"/>
                  <a:gd name="connsiteX20" fmla="*/ 114188 w 481068"/>
                  <a:gd name="connsiteY20" fmla="*/ 240241 h 246591"/>
                  <a:gd name="connsiteX21" fmla="*/ 50688 w 481068"/>
                  <a:gd name="connsiteY21" fmla="*/ 246591 h 246591"/>
                  <a:gd name="connsiteX22" fmla="*/ 3063 w 481068"/>
                  <a:gd name="connsiteY22" fmla="*/ 200554 h 246591"/>
                  <a:gd name="connsiteX23" fmla="*/ 11001 w 481068"/>
                  <a:gd name="connsiteY23" fmla="*/ 110066 h 246591"/>
                  <a:gd name="connsiteX0" fmla="*/ 11001 w 481068"/>
                  <a:gd name="connsiteY0" fmla="*/ 108053 h 244578"/>
                  <a:gd name="connsiteX1" fmla="*/ 61801 w 481068"/>
                  <a:gd name="connsiteY1" fmla="*/ 35028 h 244578"/>
                  <a:gd name="connsiteX2" fmla="*/ 177688 w 481068"/>
                  <a:gd name="connsiteY2" fmla="*/ 17565 h 244578"/>
                  <a:gd name="connsiteX3" fmla="*/ 220551 w 481068"/>
                  <a:gd name="connsiteY3" fmla="*/ 1690 h 244578"/>
                  <a:gd name="connsiteX4" fmla="*/ 225313 w 481068"/>
                  <a:gd name="connsiteY4" fmla="*/ 103 h 244578"/>
                  <a:gd name="connsiteX5" fmla="*/ 233251 w 481068"/>
                  <a:gd name="connsiteY5" fmla="*/ 36615 h 244578"/>
                  <a:gd name="connsiteX6" fmla="*/ 239601 w 481068"/>
                  <a:gd name="connsiteY6" fmla="*/ 95353 h 244578"/>
                  <a:gd name="connsiteX7" fmla="*/ 244363 w 481068"/>
                  <a:gd name="connsiteY7" fmla="*/ 112815 h 244578"/>
                  <a:gd name="connsiteX8" fmla="*/ 290401 w 481068"/>
                  <a:gd name="connsiteY8" fmla="*/ 125515 h 244578"/>
                  <a:gd name="connsiteX9" fmla="*/ 361838 w 481068"/>
                  <a:gd name="connsiteY9" fmla="*/ 131865 h 244578"/>
                  <a:gd name="connsiteX10" fmla="*/ 433276 w 481068"/>
                  <a:gd name="connsiteY10" fmla="*/ 138215 h 244578"/>
                  <a:gd name="connsiteX11" fmla="*/ 472963 w 481068"/>
                  <a:gd name="connsiteY11" fmla="*/ 146153 h 244578"/>
                  <a:gd name="connsiteX12" fmla="*/ 480901 w 481068"/>
                  <a:gd name="connsiteY12" fmla="*/ 166790 h 244578"/>
                  <a:gd name="connsiteX13" fmla="*/ 469788 w 481068"/>
                  <a:gd name="connsiteY13" fmla="*/ 200128 h 244578"/>
                  <a:gd name="connsiteX14" fmla="*/ 449151 w 481068"/>
                  <a:gd name="connsiteY14" fmla="*/ 219178 h 244578"/>
                  <a:gd name="connsiteX15" fmla="*/ 387238 w 481068"/>
                  <a:gd name="connsiteY15" fmla="*/ 238228 h 244578"/>
                  <a:gd name="connsiteX16" fmla="*/ 338026 w 481068"/>
                  <a:gd name="connsiteY16" fmla="*/ 239815 h 244578"/>
                  <a:gd name="connsiteX17" fmla="*/ 247538 w 481068"/>
                  <a:gd name="connsiteY17" fmla="*/ 236640 h 244578"/>
                  <a:gd name="connsiteX18" fmla="*/ 206263 w 481068"/>
                  <a:gd name="connsiteY18" fmla="*/ 230290 h 244578"/>
                  <a:gd name="connsiteX19" fmla="*/ 155463 w 481068"/>
                  <a:gd name="connsiteY19" fmla="*/ 231878 h 244578"/>
                  <a:gd name="connsiteX20" fmla="*/ 114188 w 481068"/>
                  <a:gd name="connsiteY20" fmla="*/ 238228 h 244578"/>
                  <a:gd name="connsiteX21" fmla="*/ 50688 w 481068"/>
                  <a:gd name="connsiteY21" fmla="*/ 244578 h 244578"/>
                  <a:gd name="connsiteX22" fmla="*/ 3063 w 481068"/>
                  <a:gd name="connsiteY22" fmla="*/ 198541 h 244578"/>
                  <a:gd name="connsiteX23" fmla="*/ 11001 w 481068"/>
                  <a:gd name="connsiteY23" fmla="*/ 108053 h 244578"/>
                  <a:gd name="connsiteX0" fmla="*/ 11001 w 481068"/>
                  <a:gd name="connsiteY0" fmla="*/ 106841 h 243366"/>
                  <a:gd name="connsiteX1" fmla="*/ 61801 w 481068"/>
                  <a:gd name="connsiteY1" fmla="*/ 33816 h 243366"/>
                  <a:gd name="connsiteX2" fmla="*/ 177688 w 481068"/>
                  <a:gd name="connsiteY2" fmla="*/ 16353 h 243366"/>
                  <a:gd name="connsiteX3" fmla="*/ 220551 w 481068"/>
                  <a:gd name="connsiteY3" fmla="*/ 478 h 243366"/>
                  <a:gd name="connsiteX4" fmla="*/ 233251 w 481068"/>
                  <a:gd name="connsiteY4" fmla="*/ 35403 h 243366"/>
                  <a:gd name="connsiteX5" fmla="*/ 239601 w 481068"/>
                  <a:gd name="connsiteY5" fmla="*/ 94141 h 243366"/>
                  <a:gd name="connsiteX6" fmla="*/ 244363 w 481068"/>
                  <a:gd name="connsiteY6" fmla="*/ 111603 h 243366"/>
                  <a:gd name="connsiteX7" fmla="*/ 290401 w 481068"/>
                  <a:gd name="connsiteY7" fmla="*/ 124303 h 243366"/>
                  <a:gd name="connsiteX8" fmla="*/ 361838 w 481068"/>
                  <a:gd name="connsiteY8" fmla="*/ 130653 h 243366"/>
                  <a:gd name="connsiteX9" fmla="*/ 433276 w 481068"/>
                  <a:gd name="connsiteY9" fmla="*/ 137003 h 243366"/>
                  <a:gd name="connsiteX10" fmla="*/ 472963 w 481068"/>
                  <a:gd name="connsiteY10" fmla="*/ 144941 h 243366"/>
                  <a:gd name="connsiteX11" fmla="*/ 480901 w 481068"/>
                  <a:gd name="connsiteY11" fmla="*/ 165578 h 243366"/>
                  <a:gd name="connsiteX12" fmla="*/ 469788 w 481068"/>
                  <a:gd name="connsiteY12" fmla="*/ 198916 h 243366"/>
                  <a:gd name="connsiteX13" fmla="*/ 449151 w 481068"/>
                  <a:gd name="connsiteY13" fmla="*/ 217966 h 243366"/>
                  <a:gd name="connsiteX14" fmla="*/ 387238 w 481068"/>
                  <a:gd name="connsiteY14" fmla="*/ 237016 h 243366"/>
                  <a:gd name="connsiteX15" fmla="*/ 338026 w 481068"/>
                  <a:gd name="connsiteY15" fmla="*/ 238603 h 243366"/>
                  <a:gd name="connsiteX16" fmla="*/ 247538 w 481068"/>
                  <a:gd name="connsiteY16" fmla="*/ 235428 h 243366"/>
                  <a:gd name="connsiteX17" fmla="*/ 206263 w 481068"/>
                  <a:gd name="connsiteY17" fmla="*/ 229078 h 243366"/>
                  <a:gd name="connsiteX18" fmla="*/ 155463 w 481068"/>
                  <a:gd name="connsiteY18" fmla="*/ 230666 h 243366"/>
                  <a:gd name="connsiteX19" fmla="*/ 114188 w 481068"/>
                  <a:gd name="connsiteY19" fmla="*/ 237016 h 243366"/>
                  <a:gd name="connsiteX20" fmla="*/ 50688 w 481068"/>
                  <a:gd name="connsiteY20" fmla="*/ 243366 h 243366"/>
                  <a:gd name="connsiteX21" fmla="*/ 3063 w 481068"/>
                  <a:gd name="connsiteY21" fmla="*/ 197329 h 243366"/>
                  <a:gd name="connsiteX22" fmla="*/ 11001 w 481068"/>
                  <a:gd name="connsiteY22" fmla="*/ 106841 h 243366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3276 w 481068"/>
                  <a:gd name="connsiteY9" fmla="*/ 126529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0101 w 481068"/>
                  <a:gd name="connsiteY9" fmla="*/ 112242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2793"/>
                  <a:gd name="connsiteY0" fmla="*/ 96367 h 232892"/>
                  <a:gd name="connsiteX1" fmla="*/ 61801 w 482793"/>
                  <a:gd name="connsiteY1" fmla="*/ 23342 h 232892"/>
                  <a:gd name="connsiteX2" fmla="*/ 177688 w 482793"/>
                  <a:gd name="connsiteY2" fmla="*/ 5879 h 232892"/>
                  <a:gd name="connsiteX3" fmla="*/ 222138 w 482793"/>
                  <a:gd name="connsiteY3" fmla="*/ 1117 h 232892"/>
                  <a:gd name="connsiteX4" fmla="*/ 233251 w 482793"/>
                  <a:gd name="connsiteY4" fmla="*/ 24929 h 232892"/>
                  <a:gd name="connsiteX5" fmla="*/ 239601 w 482793"/>
                  <a:gd name="connsiteY5" fmla="*/ 83667 h 232892"/>
                  <a:gd name="connsiteX6" fmla="*/ 244363 w 482793"/>
                  <a:gd name="connsiteY6" fmla="*/ 101129 h 232892"/>
                  <a:gd name="connsiteX7" fmla="*/ 290401 w 482793"/>
                  <a:gd name="connsiteY7" fmla="*/ 113829 h 232892"/>
                  <a:gd name="connsiteX8" fmla="*/ 361838 w 482793"/>
                  <a:gd name="connsiteY8" fmla="*/ 120179 h 232892"/>
                  <a:gd name="connsiteX9" fmla="*/ 430101 w 482793"/>
                  <a:gd name="connsiteY9" fmla="*/ 112242 h 232892"/>
                  <a:gd name="connsiteX10" fmla="*/ 480901 w 482793"/>
                  <a:gd name="connsiteY10" fmla="*/ 155104 h 232892"/>
                  <a:gd name="connsiteX11" fmla="*/ 469788 w 482793"/>
                  <a:gd name="connsiteY11" fmla="*/ 188442 h 232892"/>
                  <a:gd name="connsiteX12" fmla="*/ 449151 w 482793"/>
                  <a:gd name="connsiteY12" fmla="*/ 207492 h 232892"/>
                  <a:gd name="connsiteX13" fmla="*/ 387238 w 482793"/>
                  <a:gd name="connsiteY13" fmla="*/ 226542 h 232892"/>
                  <a:gd name="connsiteX14" fmla="*/ 338026 w 482793"/>
                  <a:gd name="connsiteY14" fmla="*/ 228129 h 232892"/>
                  <a:gd name="connsiteX15" fmla="*/ 247538 w 482793"/>
                  <a:gd name="connsiteY15" fmla="*/ 224954 h 232892"/>
                  <a:gd name="connsiteX16" fmla="*/ 206263 w 482793"/>
                  <a:gd name="connsiteY16" fmla="*/ 218604 h 232892"/>
                  <a:gd name="connsiteX17" fmla="*/ 155463 w 482793"/>
                  <a:gd name="connsiteY17" fmla="*/ 220192 h 232892"/>
                  <a:gd name="connsiteX18" fmla="*/ 114188 w 482793"/>
                  <a:gd name="connsiteY18" fmla="*/ 226542 h 232892"/>
                  <a:gd name="connsiteX19" fmla="*/ 50688 w 482793"/>
                  <a:gd name="connsiteY19" fmla="*/ 232892 h 232892"/>
                  <a:gd name="connsiteX20" fmla="*/ 3063 w 482793"/>
                  <a:gd name="connsiteY20" fmla="*/ 186855 h 232892"/>
                  <a:gd name="connsiteX21" fmla="*/ 11001 w 482793"/>
                  <a:gd name="connsiteY21" fmla="*/ 96367 h 232892"/>
                  <a:gd name="connsiteX0" fmla="*/ 11001 w 479949"/>
                  <a:gd name="connsiteY0" fmla="*/ 96367 h 232892"/>
                  <a:gd name="connsiteX1" fmla="*/ 61801 w 479949"/>
                  <a:gd name="connsiteY1" fmla="*/ 23342 h 232892"/>
                  <a:gd name="connsiteX2" fmla="*/ 177688 w 479949"/>
                  <a:gd name="connsiteY2" fmla="*/ 5879 h 232892"/>
                  <a:gd name="connsiteX3" fmla="*/ 222138 w 479949"/>
                  <a:gd name="connsiteY3" fmla="*/ 1117 h 232892"/>
                  <a:gd name="connsiteX4" fmla="*/ 233251 w 479949"/>
                  <a:gd name="connsiteY4" fmla="*/ 24929 h 232892"/>
                  <a:gd name="connsiteX5" fmla="*/ 239601 w 479949"/>
                  <a:gd name="connsiteY5" fmla="*/ 83667 h 232892"/>
                  <a:gd name="connsiteX6" fmla="*/ 244363 w 479949"/>
                  <a:gd name="connsiteY6" fmla="*/ 101129 h 232892"/>
                  <a:gd name="connsiteX7" fmla="*/ 290401 w 479949"/>
                  <a:gd name="connsiteY7" fmla="*/ 113829 h 232892"/>
                  <a:gd name="connsiteX8" fmla="*/ 361838 w 479949"/>
                  <a:gd name="connsiteY8" fmla="*/ 120179 h 232892"/>
                  <a:gd name="connsiteX9" fmla="*/ 430101 w 479949"/>
                  <a:gd name="connsiteY9" fmla="*/ 112242 h 232892"/>
                  <a:gd name="connsiteX10" fmla="*/ 477726 w 479949"/>
                  <a:gd name="connsiteY10" fmla="*/ 131291 h 232892"/>
                  <a:gd name="connsiteX11" fmla="*/ 469788 w 479949"/>
                  <a:gd name="connsiteY11" fmla="*/ 188442 h 232892"/>
                  <a:gd name="connsiteX12" fmla="*/ 449151 w 479949"/>
                  <a:gd name="connsiteY12" fmla="*/ 207492 h 232892"/>
                  <a:gd name="connsiteX13" fmla="*/ 387238 w 479949"/>
                  <a:gd name="connsiteY13" fmla="*/ 226542 h 232892"/>
                  <a:gd name="connsiteX14" fmla="*/ 338026 w 479949"/>
                  <a:gd name="connsiteY14" fmla="*/ 228129 h 232892"/>
                  <a:gd name="connsiteX15" fmla="*/ 247538 w 479949"/>
                  <a:gd name="connsiteY15" fmla="*/ 224954 h 232892"/>
                  <a:gd name="connsiteX16" fmla="*/ 206263 w 479949"/>
                  <a:gd name="connsiteY16" fmla="*/ 218604 h 232892"/>
                  <a:gd name="connsiteX17" fmla="*/ 155463 w 479949"/>
                  <a:gd name="connsiteY17" fmla="*/ 220192 h 232892"/>
                  <a:gd name="connsiteX18" fmla="*/ 114188 w 479949"/>
                  <a:gd name="connsiteY18" fmla="*/ 226542 h 232892"/>
                  <a:gd name="connsiteX19" fmla="*/ 50688 w 479949"/>
                  <a:gd name="connsiteY19" fmla="*/ 232892 h 232892"/>
                  <a:gd name="connsiteX20" fmla="*/ 3063 w 479949"/>
                  <a:gd name="connsiteY20" fmla="*/ 186855 h 232892"/>
                  <a:gd name="connsiteX21" fmla="*/ 11001 w 479949"/>
                  <a:gd name="connsiteY21" fmla="*/ 96367 h 232892"/>
                  <a:gd name="connsiteX0" fmla="*/ 11001 w 479949"/>
                  <a:gd name="connsiteY0" fmla="*/ 100639 h 237164"/>
                  <a:gd name="connsiteX1" fmla="*/ 61801 w 479949"/>
                  <a:gd name="connsiteY1" fmla="*/ 27614 h 237164"/>
                  <a:gd name="connsiteX2" fmla="*/ 177688 w 479949"/>
                  <a:gd name="connsiteY2" fmla="*/ 10151 h 237164"/>
                  <a:gd name="connsiteX3" fmla="*/ 222138 w 479949"/>
                  <a:gd name="connsiteY3" fmla="*/ 5389 h 237164"/>
                  <a:gd name="connsiteX4" fmla="*/ 239601 w 479949"/>
                  <a:gd name="connsiteY4" fmla="*/ 87939 h 237164"/>
                  <a:gd name="connsiteX5" fmla="*/ 244363 w 479949"/>
                  <a:gd name="connsiteY5" fmla="*/ 105401 h 237164"/>
                  <a:gd name="connsiteX6" fmla="*/ 290401 w 479949"/>
                  <a:gd name="connsiteY6" fmla="*/ 118101 h 237164"/>
                  <a:gd name="connsiteX7" fmla="*/ 361838 w 479949"/>
                  <a:gd name="connsiteY7" fmla="*/ 124451 h 237164"/>
                  <a:gd name="connsiteX8" fmla="*/ 430101 w 479949"/>
                  <a:gd name="connsiteY8" fmla="*/ 116514 h 237164"/>
                  <a:gd name="connsiteX9" fmla="*/ 477726 w 479949"/>
                  <a:gd name="connsiteY9" fmla="*/ 135563 h 237164"/>
                  <a:gd name="connsiteX10" fmla="*/ 469788 w 479949"/>
                  <a:gd name="connsiteY10" fmla="*/ 192714 h 237164"/>
                  <a:gd name="connsiteX11" fmla="*/ 449151 w 479949"/>
                  <a:gd name="connsiteY11" fmla="*/ 211764 h 237164"/>
                  <a:gd name="connsiteX12" fmla="*/ 387238 w 479949"/>
                  <a:gd name="connsiteY12" fmla="*/ 230814 h 237164"/>
                  <a:gd name="connsiteX13" fmla="*/ 338026 w 479949"/>
                  <a:gd name="connsiteY13" fmla="*/ 232401 h 237164"/>
                  <a:gd name="connsiteX14" fmla="*/ 247538 w 479949"/>
                  <a:gd name="connsiteY14" fmla="*/ 229226 h 237164"/>
                  <a:gd name="connsiteX15" fmla="*/ 206263 w 479949"/>
                  <a:gd name="connsiteY15" fmla="*/ 222876 h 237164"/>
                  <a:gd name="connsiteX16" fmla="*/ 155463 w 479949"/>
                  <a:gd name="connsiteY16" fmla="*/ 224464 h 237164"/>
                  <a:gd name="connsiteX17" fmla="*/ 114188 w 479949"/>
                  <a:gd name="connsiteY17" fmla="*/ 230814 h 237164"/>
                  <a:gd name="connsiteX18" fmla="*/ 50688 w 479949"/>
                  <a:gd name="connsiteY18" fmla="*/ 237164 h 237164"/>
                  <a:gd name="connsiteX19" fmla="*/ 3063 w 479949"/>
                  <a:gd name="connsiteY19" fmla="*/ 191127 h 237164"/>
                  <a:gd name="connsiteX20" fmla="*/ 11001 w 479949"/>
                  <a:gd name="connsiteY20" fmla="*/ 100639 h 237164"/>
                  <a:gd name="connsiteX0" fmla="*/ 11001 w 479949"/>
                  <a:gd name="connsiteY0" fmla="*/ 94758 h 231283"/>
                  <a:gd name="connsiteX1" fmla="*/ 61801 w 479949"/>
                  <a:gd name="connsiteY1" fmla="*/ 21733 h 231283"/>
                  <a:gd name="connsiteX2" fmla="*/ 177688 w 479949"/>
                  <a:gd name="connsiteY2" fmla="*/ 4270 h 231283"/>
                  <a:gd name="connsiteX3" fmla="*/ 226900 w 479949"/>
                  <a:gd name="connsiteY3" fmla="*/ 7445 h 231283"/>
                  <a:gd name="connsiteX4" fmla="*/ 239601 w 479949"/>
                  <a:gd name="connsiteY4" fmla="*/ 82058 h 231283"/>
                  <a:gd name="connsiteX5" fmla="*/ 244363 w 479949"/>
                  <a:gd name="connsiteY5" fmla="*/ 99520 h 231283"/>
                  <a:gd name="connsiteX6" fmla="*/ 290401 w 479949"/>
                  <a:gd name="connsiteY6" fmla="*/ 112220 h 231283"/>
                  <a:gd name="connsiteX7" fmla="*/ 361838 w 479949"/>
                  <a:gd name="connsiteY7" fmla="*/ 118570 h 231283"/>
                  <a:gd name="connsiteX8" fmla="*/ 430101 w 479949"/>
                  <a:gd name="connsiteY8" fmla="*/ 110633 h 231283"/>
                  <a:gd name="connsiteX9" fmla="*/ 477726 w 479949"/>
                  <a:gd name="connsiteY9" fmla="*/ 129682 h 231283"/>
                  <a:gd name="connsiteX10" fmla="*/ 469788 w 479949"/>
                  <a:gd name="connsiteY10" fmla="*/ 186833 h 231283"/>
                  <a:gd name="connsiteX11" fmla="*/ 449151 w 479949"/>
                  <a:gd name="connsiteY11" fmla="*/ 205883 h 231283"/>
                  <a:gd name="connsiteX12" fmla="*/ 387238 w 479949"/>
                  <a:gd name="connsiteY12" fmla="*/ 224933 h 231283"/>
                  <a:gd name="connsiteX13" fmla="*/ 338026 w 479949"/>
                  <a:gd name="connsiteY13" fmla="*/ 226520 h 231283"/>
                  <a:gd name="connsiteX14" fmla="*/ 247538 w 479949"/>
                  <a:gd name="connsiteY14" fmla="*/ 223345 h 231283"/>
                  <a:gd name="connsiteX15" fmla="*/ 206263 w 479949"/>
                  <a:gd name="connsiteY15" fmla="*/ 216995 h 231283"/>
                  <a:gd name="connsiteX16" fmla="*/ 155463 w 479949"/>
                  <a:gd name="connsiteY16" fmla="*/ 218583 h 231283"/>
                  <a:gd name="connsiteX17" fmla="*/ 114188 w 479949"/>
                  <a:gd name="connsiteY17" fmla="*/ 224933 h 231283"/>
                  <a:gd name="connsiteX18" fmla="*/ 50688 w 479949"/>
                  <a:gd name="connsiteY18" fmla="*/ 231283 h 231283"/>
                  <a:gd name="connsiteX19" fmla="*/ 3063 w 479949"/>
                  <a:gd name="connsiteY19" fmla="*/ 185246 h 231283"/>
                  <a:gd name="connsiteX20" fmla="*/ 11001 w 479949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361838 w 479950"/>
                  <a:gd name="connsiteY7" fmla="*/ 118570 h 231283"/>
                  <a:gd name="connsiteX8" fmla="*/ 430101 w 479950"/>
                  <a:gd name="connsiteY8" fmla="*/ 113808 h 231283"/>
                  <a:gd name="connsiteX9" fmla="*/ 477726 w 479950"/>
                  <a:gd name="connsiteY9" fmla="*/ 129682 h 231283"/>
                  <a:gd name="connsiteX10" fmla="*/ 469788 w 479950"/>
                  <a:gd name="connsiteY10" fmla="*/ 186833 h 231283"/>
                  <a:gd name="connsiteX11" fmla="*/ 449151 w 479950"/>
                  <a:gd name="connsiteY11" fmla="*/ 205883 h 231283"/>
                  <a:gd name="connsiteX12" fmla="*/ 387238 w 479950"/>
                  <a:gd name="connsiteY12" fmla="*/ 224933 h 231283"/>
                  <a:gd name="connsiteX13" fmla="*/ 338026 w 479950"/>
                  <a:gd name="connsiteY13" fmla="*/ 226520 h 231283"/>
                  <a:gd name="connsiteX14" fmla="*/ 247538 w 479950"/>
                  <a:gd name="connsiteY14" fmla="*/ 223345 h 231283"/>
                  <a:gd name="connsiteX15" fmla="*/ 206263 w 479950"/>
                  <a:gd name="connsiteY15" fmla="*/ 216995 h 231283"/>
                  <a:gd name="connsiteX16" fmla="*/ 155463 w 479950"/>
                  <a:gd name="connsiteY16" fmla="*/ 218583 h 231283"/>
                  <a:gd name="connsiteX17" fmla="*/ 114188 w 479950"/>
                  <a:gd name="connsiteY17" fmla="*/ 224933 h 231283"/>
                  <a:gd name="connsiteX18" fmla="*/ 50688 w 479950"/>
                  <a:gd name="connsiteY18" fmla="*/ 231283 h 231283"/>
                  <a:gd name="connsiteX19" fmla="*/ 3063 w 479950"/>
                  <a:gd name="connsiteY19" fmla="*/ 185246 h 231283"/>
                  <a:gd name="connsiteX20" fmla="*/ 11001 w 479950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320563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3068 h 229593"/>
                  <a:gd name="connsiteX1" fmla="*/ 61801 w 479950"/>
                  <a:gd name="connsiteY1" fmla="*/ 20043 h 229593"/>
                  <a:gd name="connsiteX2" fmla="*/ 177688 w 479950"/>
                  <a:gd name="connsiteY2" fmla="*/ 2580 h 229593"/>
                  <a:gd name="connsiteX3" fmla="*/ 226900 w 479950"/>
                  <a:gd name="connsiteY3" fmla="*/ 5755 h 229593"/>
                  <a:gd name="connsiteX4" fmla="*/ 238013 w 479950"/>
                  <a:gd name="connsiteY4" fmla="*/ 54968 h 229593"/>
                  <a:gd name="connsiteX5" fmla="*/ 245951 w 479950"/>
                  <a:gd name="connsiteY5" fmla="*/ 110530 h 229593"/>
                  <a:gd name="connsiteX6" fmla="*/ 320563 w 479950"/>
                  <a:gd name="connsiteY6" fmla="*/ 110530 h 229593"/>
                  <a:gd name="connsiteX7" fmla="*/ 430101 w 479950"/>
                  <a:gd name="connsiteY7" fmla="*/ 112118 h 229593"/>
                  <a:gd name="connsiteX8" fmla="*/ 477726 w 479950"/>
                  <a:gd name="connsiteY8" fmla="*/ 127992 h 229593"/>
                  <a:gd name="connsiteX9" fmla="*/ 469788 w 479950"/>
                  <a:gd name="connsiteY9" fmla="*/ 185143 h 229593"/>
                  <a:gd name="connsiteX10" fmla="*/ 449151 w 479950"/>
                  <a:gd name="connsiteY10" fmla="*/ 204193 h 229593"/>
                  <a:gd name="connsiteX11" fmla="*/ 387238 w 479950"/>
                  <a:gd name="connsiteY11" fmla="*/ 223243 h 229593"/>
                  <a:gd name="connsiteX12" fmla="*/ 338026 w 479950"/>
                  <a:gd name="connsiteY12" fmla="*/ 224830 h 229593"/>
                  <a:gd name="connsiteX13" fmla="*/ 247538 w 479950"/>
                  <a:gd name="connsiteY13" fmla="*/ 221655 h 229593"/>
                  <a:gd name="connsiteX14" fmla="*/ 206263 w 479950"/>
                  <a:gd name="connsiteY14" fmla="*/ 215305 h 229593"/>
                  <a:gd name="connsiteX15" fmla="*/ 155463 w 479950"/>
                  <a:gd name="connsiteY15" fmla="*/ 216893 h 229593"/>
                  <a:gd name="connsiteX16" fmla="*/ 114188 w 479950"/>
                  <a:gd name="connsiteY16" fmla="*/ 223243 h 229593"/>
                  <a:gd name="connsiteX17" fmla="*/ 50688 w 479950"/>
                  <a:gd name="connsiteY17" fmla="*/ 229593 h 229593"/>
                  <a:gd name="connsiteX18" fmla="*/ 3063 w 479950"/>
                  <a:gd name="connsiteY18" fmla="*/ 183556 h 229593"/>
                  <a:gd name="connsiteX19" fmla="*/ 11001 w 479950"/>
                  <a:gd name="connsiteY19" fmla="*/ 93068 h 229593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14351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25463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19584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29109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8613 w 477562"/>
                  <a:gd name="connsiteY0" fmla="*/ 95759 h 232284"/>
                  <a:gd name="connsiteX1" fmla="*/ 59413 w 477562"/>
                  <a:gd name="connsiteY1" fmla="*/ 22734 h 232284"/>
                  <a:gd name="connsiteX2" fmla="*/ 175300 w 477562"/>
                  <a:gd name="connsiteY2" fmla="*/ 5271 h 232284"/>
                  <a:gd name="connsiteX3" fmla="*/ 224512 w 477562"/>
                  <a:gd name="connsiteY3" fmla="*/ 8446 h 232284"/>
                  <a:gd name="connsiteX4" fmla="*/ 238800 w 477562"/>
                  <a:gd name="connsiteY4" fmla="*/ 97346 h 232284"/>
                  <a:gd name="connsiteX5" fmla="*/ 318175 w 477562"/>
                  <a:gd name="connsiteY5" fmla="*/ 124333 h 232284"/>
                  <a:gd name="connsiteX6" fmla="*/ 427713 w 477562"/>
                  <a:gd name="connsiteY6" fmla="*/ 114809 h 232284"/>
                  <a:gd name="connsiteX7" fmla="*/ 475338 w 477562"/>
                  <a:gd name="connsiteY7" fmla="*/ 130683 h 232284"/>
                  <a:gd name="connsiteX8" fmla="*/ 467400 w 477562"/>
                  <a:gd name="connsiteY8" fmla="*/ 187834 h 232284"/>
                  <a:gd name="connsiteX9" fmla="*/ 446763 w 477562"/>
                  <a:gd name="connsiteY9" fmla="*/ 206884 h 232284"/>
                  <a:gd name="connsiteX10" fmla="*/ 384850 w 477562"/>
                  <a:gd name="connsiteY10" fmla="*/ 225934 h 232284"/>
                  <a:gd name="connsiteX11" fmla="*/ 335638 w 477562"/>
                  <a:gd name="connsiteY11" fmla="*/ 227521 h 232284"/>
                  <a:gd name="connsiteX12" fmla="*/ 245150 w 477562"/>
                  <a:gd name="connsiteY12" fmla="*/ 224346 h 232284"/>
                  <a:gd name="connsiteX13" fmla="*/ 203875 w 477562"/>
                  <a:gd name="connsiteY13" fmla="*/ 217996 h 232284"/>
                  <a:gd name="connsiteX14" fmla="*/ 153075 w 477562"/>
                  <a:gd name="connsiteY14" fmla="*/ 229109 h 232284"/>
                  <a:gd name="connsiteX15" fmla="*/ 111800 w 477562"/>
                  <a:gd name="connsiteY15" fmla="*/ 225934 h 232284"/>
                  <a:gd name="connsiteX16" fmla="*/ 48300 w 477562"/>
                  <a:gd name="connsiteY16" fmla="*/ 232284 h 232284"/>
                  <a:gd name="connsiteX17" fmla="*/ 3850 w 477562"/>
                  <a:gd name="connsiteY17" fmla="*/ 184660 h 232284"/>
                  <a:gd name="connsiteX18" fmla="*/ 8613 w 477562"/>
                  <a:gd name="connsiteY18" fmla="*/ 95759 h 232284"/>
                  <a:gd name="connsiteX0" fmla="*/ 8539 w 477488"/>
                  <a:gd name="connsiteY0" fmla="*/ 95140 h 231665"/>
                  <a:gd name="connsiteX1" fmla="*/ 57752 w 477488"/>
                  <a:gd name="connsiteY1" fmla="*/ 9415 h 231665"/>
                  <a:gd name="connsiteX2" fmla="*/ 175226 w 477488"/>
                  <a:gd name="connsiteY2" fmla="*/ 4652 h 231665"/>
                  <a:gd name="connsiteX3" fmla="*/ 224438 w 477488"/>
                  <a:gd name="connsiteY3" fmla="*/ 7827 h 231665"/>
                  <a:gd name="connsiteX4" fmla="*/ 238726 w 477488"/>
                  <a:gd name="connsiteY4" fmla="*/ 96727 h 231665"/>
                  <a:gd name="connsiteX5" fmla="*/ 318101 w 477488"/>
                  <a:gd name="connsiteY5" fmla="*/ 123714 h 231665"/>
                  <a:gd name="connsiteX6" fmla="*/ 427639 w 477488"/>
                  <a:gd name="connsiteY6" fmla="*/ 114190 h 231665"/>
                  <a:gd name="connsiteX7" fmla="*/ 475264 w 477488"/>
                  <a:gd name="connsiteY7" fmla="*/ 130064 h 231665"/>
                  <a:gd name="connsiteX8" fmla="*/ 467326 w 477488"/>
                  <a:gd name="connsiteY8" fmla="*/ 187215 h 231665"/>
                  <a:gd name="connsiteX9" fmla="*/ 446689 w 477488"/>
                  <a:gd name="connsiteY9" fmla="*/ 206265 h 231665"/>
                  <a:gd name="connsiteX10" fmla="*/ 384776 w 477488"/>
                  <a:gd name="connsiteY10" fmla="*/ 225315 h 231665"/>
                  <a:gd name="connsiteX11" fmla="*/ 335564 w 477488"/>
                  <a:gd name="connsiteY11" fmla="*/ 226902 h 231665"/>
                  <a:gd name="connsiteX12" fmla="*/ 245076 w 477488"/>
                  <a:gd name="connsiteY12" fmla="*/ 223727 h 231665"/>
                  <a:gd name="connsiteX13" fmla="*/ 203801 w 477488"/>
                  <a:gd name="connsiteY13" fmla="*/ 217377 h 231665"/>
                  <a:gd name="connsiteX14" fmla="*/ 153001 w 477488"/>
                  <a:gd name="connsiteY14" fmla="*/ 228490 h 231665"/>
                  <a:gd name="connsiteX15" fmla="*/ 111726 w 477488"/>
                  <a:gd name="connsiteY15" fmla="*/ 225315 h 231665"/>
                  <a:gd name="connsiteX16" fmla="*/ 48226 w 477488"/>
                  <a:gd name="connsiteY16" fmla="*/ 231665 h 231665"/>
                  <a:gd name="connsiteX17" fmla="*/ 3776 w 477488"/>
                  <a:gd name="connsiteY17" fmla="*/ 184041 h 231665"/>
                  <a:gd name="connsiteX18" fmla="*/ 8539 w 477488"/>
                  <a:gd name="connsiteY18" fmla="*/ 95140 h 231665"/>
                  <a:gd name="connsiteX0" fmla="*/ 8539 w 477488"/>
                  <a:gd name="connsiteY0" fmla="*/ 98235 h 234760"/>
                  <a:gd name="connsiteX1" fmla="*/ 57752 w 477488"/>
                  <a:gd name="connsiteY1" fmla="*/ 12510 h 234760"/>
                  <a:gd name="connsiteX2" fmla="*/ 175226 w 477488"/>
                  <a:gd name="connsiteY2" fmla="*/ 7747 h 234760"/>
                  <a:gd name="connsiteX3" fmla="*/ 224438 w 477488"/>
                  <a:gd name="connsiteY3" fmla="*/ 10922 h 234760"/>
                  <a:gd name="connsiteX4" fmla="*/ 238726 w 477488"/>
                  <a:gd name="connsiteY4" fmla="*/ 99822 h 234760"/>
                  <a:gd name="connsiteX5" fmla="*/ 318101 w 477488"/>
                  <a:gd name="connsiteY5" fmla="*/ 126809 h 234760"/>
                  <a:gd name="connsiteX6" fmla="*/ 427639 w 477488"/>
                  <a:gd name="connsiteY6" fmla="*/ 117285 h 234760"/>
                  <a:gd name="connsiteX7" fmla="*/ 475264 w 477488"/>
                  <a:gd name="connsiteY7" fmla="*/ 133159 h 234760"/>
                  <a:gd name="connsiteX8" fmla="*/ 467326 w 477488"/>
                  <a:gd name="connsiteY8" fmla="*/ 190310 h 234760"/>
                  <a:gd name="connsiteX9" fmla="*/ 446689 w 477488"/>
                  <a:gd name="connsiteY9" fmla="*/ 209360 h 234760"/>
                  <a:gd name="connsiteX10" fmla="*/ 384776 w 477488"/>
                  <a:gd name="connsiteY10" fmla="*/ 228410 h 234760"/>
                  <a:gd name="connsiteX11" fmla="*/ 335564 w 477488"/>
                  <a:gd name="connsiteY11" fmla="*/ 229997 h 234760"/>
                  <a:gd name="connsiteX12" fmla="*/ 245076 w 477488"/>
                  <a:gd name="connsiteY12" fmla="*/ 226822 h 234760"/>
                  <a:gd name="connsiteX13" fmla="*/ 203801 w 477488"/>
                  <a:gd name="connsiteY13" fmla="*/ 220472 h 234760"/>
                  <a:gd name="connsiteX14" fmla="*/ 153001 w 477488"/>
                  <a:gd name="connsiteY14" fmla="*/ 231585 h 234760"/>
                  <a:gd name="connsiteX15" fmla="*/ 111726 w 477488"/>
                  <a:gd name="connsiteY15" fmla="*/ 228410 h 234760"/>
                  <a:gd name="connsiteX16" fmla="*/ 48226 w 477488"/>
                  <a:gd name="connsiteY16" fmla="*/ 234760 h 234760"/>
                  <a:gd name="connsiteX17" fmla="*/ 3776 w 477488"/>
                  <a:gd name="connsiteY17" fmla="*/ 187136 h 234760"/>
                  <a:gd name="connsiteX18" fmla="*/ 8539 w 477488"/>
                  <a:gd name="connsiteY18" fmla="*/ 98235 h 234760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19778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30891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53001 w 477488"/>
                  <a:gd name="connsiteY13" fmla="*/ 230891 h 234066"/>
                  <a:gd name="connsiteX14" fmla="*/ 111726 w 477488"/>
                  <a:gd name="connsiteY14" fmla="*/ 227716 h 234066"/>
                  <a:gd name="connsiteX15" fmla="*/ 48226 w 477488"/>
                  <a:gd name="connsiteY15" fmla="*/ 234066 h 234066"/>
                  <a:gd name="connsiteX16" fmla="*/ 3776 w 477488"/>
                  <a:gd name="connsiteY16" fmla="*/ 186442 h 234066"/>
                  <a:gd name="connsiteX17" fmla="*/ 8539 w 477488"/>
                  <a:gd name="connsiteY17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11726 w 477488"/>
                  <a:gd name="connsiteY13" fmla="*/ 227716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46651 w 477488"/>
                  <a:gd name="connsiteY13" fmla="*/ 224541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194 w 477143"/>
                  <a:gd name="connsiteY0" fmla="*/ 97541 h 230830"/>
                  <a:gd name="connsiteX1" fmla="*/ 57407 w 477143"/>
                  <a:gd name="connsiteY1" fmla="*/ 11816 h 230830"/>
                  <a:gd name="connsiteX2" fmla="*/ 174881 w 477143"/>
                  <a:gd name="connsiteY2" fmla="*/ 7053 h 230830"/>
                  <a:gd name="connsiteX3" fmla="*/ 224093 w 477143"/>
                  <a:gd name="connsiteY3" fmla="*/ 10228 h 230830"/>
                  <a:gd name="connsiteX4" fmla="*/ 238381 w 477143"/>
                  <a:gd name="connsiteY4" fmla="*/ 99128 h 230830"/>
                  <a:gd name="connsiteX5" fmla="*/ 317756 w 477143"/>
                  <a:gd name="connsiteY5" fmla="*/ 126115 h 230830"/>
                  <a:gd name="connsiteX6" fmla="*/ 427294 w 477143"/>
                  <a:gd name="connsiteY6" fmla="*/ 116591 h 230830"/>
                  <a:gd name="connsiteX7" fmla="*/ 474919 w 477143"/>
                  <a:gd name="connsiteY7" fmla="*/ 132465 h 230830"/>
                  <a:gd name="connsiteX8" fmla="*/ 466981 w 477143"/>
                  <a:gd name="connsiteY8" fmla="*/ 189616 h 230830"/>
                  <a:gd name="connsiteX9" fmla="*/ 446344 w 477143"/>
                  <a:gd name="connsiteY9" fmla="*/ 208666 h 230830"/>
                  <a:gd name="connsiteX10" fmla="*/ 384431 w 477143"/>
                  <a:gd name="connsiteY10" fmla="*/ 227716 h 230830"/>
                  <a:gd name="connsiteX11" fmla="*/ 335219 w 477143"/>
                  <a:gd name="connsiteY11" fmla="*/ 229303 h 230830"/>
                  <a:gd name="connsiteX12" fmla="*/ 244731 w 477143"/>
                  <a:gd name="connsiteY12" fmla="*/ 226128 h 230830"/>
                  <a:gd name="connsiteX13" fmla="*/ 146306 w 477143"/>
                  <a:gd name="connsiteY13" fmla="*/ 224541 h 230830"/>
                  <a:gd name="connsiteX14" fmla="*/ 43119 w 477143"/>
                  <a:gd name="connsiteY14" fmla="*/ 229304 h 230830"/>
                  <a:gd name="connsiteX15" fmla="*/ 3431 w 477143"/>
                  <a:gd name="connsiteY15" fmla="*/ 186442 h 230830"/>
                  <a:gd name="connsiteX16" fmla="*/ 8194 w 477143"/>
                  <a:gd name="connsiteY16" fmla="*/ 97541 h 230830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45075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22850 w 477487"/>
                  <a:gd name="connsiteY4" fmla="*/ 97540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87" h="230892">
                    <a:moveTo>
                      <a:pt x="8538" y="97541"/>
                    </a:moveTo>
                    <a:cubicBezTo>
                      <a:pt x="17534" y="68437"/>
                      <a:pt x="33002" y="33436"/>
                      <a:pt x="57751" y="11816"/>
                    </a:cubicBezTo>
                    <a:cubicBezTo>
                      <a:pt x="84777" y="-11793"/>
                      <a:pt x="147444" y="7318"/>
                      <a:pt x="175225" y="7053"/>
                    </a:cubicBezTo>
                    <a:cubicBezTo>
                      <a:pt x="203006" y="6788"/>
                      <a:pt x="216500" y="-4853"/>
                      <a:pt x="224437" y="10228"/>
                    </a:cubicBezTo>
                    <a:cubicBezTo>
                      <a:pt x="232374" y="25309"/>
                      <a:pt x="207239" y="78225"/>
                      <a:pt x="222850" y="97540"/>
                    </a:cubicBezTo>
                    <a:cubicBezTo>
                      <a:pt x="238461" y="116855"/>
                      <a:pt x="287144" y="123734"/>
                      <a:pt x="318100" y="126115"/>
                    </a:cubicBezTo>
                    <a:cubicBezTo>
                      <a:pt x="349056" y="128496"/>
                      <a:pt x="396417" y="113681"/>
                      <a:pt x="427638" y="116591"/>
                    </a:cubicBezTo>
                    <a:cubicBezTo>
                      <a:pt x="458859" y="119501"/>
                      <a:pt x="468649" y="120294"/>
                      <a:pt x="475263" y="132465"/>
                    </a:cubicBezTo>
                    <a:cubicBezTo>
                      <a:pt x="481878" y="144636"/>
                      <a:pt x="472088" y="176916"/>
                      <a:pt x="467325" y="189616"/>
                    </a:cubicBezTo>
                    <a:cubicBezTo>
                      <a:pt x="462563" y="202316"/>
                      <a:pt x="460446" y="202316"/>
                      <a:pt x="446688" y="208666"/>
                    </a:cubicBezTo>
                    <a:cubicBezTo>
                      <a:pt x="432930" y="215016"/>
                      <a:pt x="410583" y="224901"/>
                      <a:pt x="384775" y="227716"/>
                    </a:cubicBezTo>
                    <a:cubicBezTo>
                      <a:pt x="368459" y="229496"/>
                      <a:pt x="351967" y="228774"/>
                      <a:pt x="335563" y="229303"/>
                    </a:cubicBezTo>
                    <a:cubicBezTo>
                      <a:pt x="299325" y="233834"/>
                      <a:pt x="286085" y="226922"/>
                      <a:pt x="254600" y="226128"/>
                    </a:cubicBezTo>
                    <a:cubicBezTo>
                      <a:pt x="221792" y="225599"/>
                      <a:pt x="181046" y="223747"/>
                      <a:pt x="146650" y="224541"/>
                    </a:cubicBezTo>
                    <a:cubicBezTo>
                      <a:pt x="112254" y="225335"/>
                      <a:pt x="76356" y="228883"/>
                      <a:pt x="48226" y="230892"/>
                    </a:cubicBezTo>
                    <a:cubicBezTo>
                      <a:pt x="34073" y="227747"/>
                      <a:pt x="10390" y="208667"/>
                      <a:pt x="3775" y="186442"/>
                    </a:cubicBezTo>
                    <a:cubicBezTo>
                      <a:pt x="-2840" y="164217"/>
                      <a:pt x="-458" y="126645"/>
                      <a:pt x="8538" y="97541"/>
                    </a:cubicBezTo>
                    <a:close/>
                  </a:path>
                </a:pathLst>
              </a:custGeom>
              <a:solidFill>
                <a:srgbClr val="7F7F7F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2" name="矩形 101">
                <a:extLst>
                  <a:ext uri="{FF2B5EF4-FFF2-40B4-BE49-F238E27FC236}">
                    <a16:creationId xmlns:a16="http://schemas.microsoft.com/office/drawing/2014/main" id="{4CEFFB1A-D526-ED23-2755-6AC50D8CB7D0}"/>
                  </a:ext>
                </a:extLst>
              </p:cNvPr>
              <p:cNvSpPr/>
              <p:nvPr/>
            </p:nvSpPr>
            <p:spPr>
              <a:xfrm rot="318150">
                <a:off x="4052003" y="1851645"/>
                <a:ext cx="45719" cy="85900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3" name="椭圆 102">
                <a:extLst>
                  <a:ext uri="{FF2B5EF4-FFF2-40B4-BE49-F238E27FC236}">
                    <a16:creationId xmlns:a16="http://schemas.microsoft.com/office/drawing/2014/main" id="{A4565094-29DE-3375-8185-E950F35CE582}"/>
                  </a:ext>
                </a:extLst>
              </p:cNvPr>
              <p:cNvSpPr/>
              <p:nvPr/>
            </p:nvSpPr>
            <p:spPr>
              <a:xfrm>
                <a:off x="4021332" y="2183928"/>
                <a:ext cx="104309" cy="99418"/>
              </a:xfrm>
              <a:prstGeom prst="ellipse">
                <a:avLst/>
              </a:prstGeom>
              <a:solidFill>
                <a:srgbClr val="333333">
                  <a:alpha val="5000"/>
                </a:srgbClr>
              </a:solidFill>
              <a:ln w="18000">
                <a:solidFill>
                  <a:srgbClr val="3333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4" name="矩形 103">
                <a:extLst>
                  <a:ext uri="{FF2B5EF4-FFF2-40B4-BE49-F238E27FC236}">
                    <a16:creationId xmlns:a16="http://schemas.microsoft.com/office/drawing/2014/main" id="{F43B36CC-8715-CBF0-45B1-7186F02FFA24}"/>
                  </a:ext>
                </a:extLst>
              </p:cNvPr>
              <p:cNvSpPr/>
              <p:nvPr/>
            </p:nvSpPr>
            <p:spPr>
              <a:xfrm>
                <a:off x="4045600" y="1951906"/>
                <a:ext cx="45719" cy="21305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5" name="椭圆 104">
                <a:extLst>
                  <a:ext uri="{FF2B5EF4-FFF2-40B4-BE49-F238E27FC236}">
                    <a16:creationId xmlns:a16="http://schemas.microsoft.com/office/drawing/2014/main" id="{BF8DCEE2-81E4-5E5B-97BA-34DBE1261E9C}"/>
                  </a:ext>
                </a:extLst>
              </p:cNvPr>
              <p:cNvSpPr/>
              <p:nvPr/>
            </p:nvSpPr>
            <p:spPr>
              <a:xfrm>
                <a:off x="4035694" y="2196158"/>
                <a:ext cx="74197" cy="74958"/>
              </a:xfrm>
              <a:prstGeom prst="ellipse">
                <a:avLst/>
              </a:prstGeom>
              <a:solidFill>
                <a:schemeClr val="accent3">
                  <a:lumMod val="40000"/>
                  <a:lumOff val="60000"/>
                  <a:alpha val="5000"/>
                </a:schemeClr>
              </a:solidFill>
              <a:ln w="19050">
                <a:solidFill>
                  <a:schemeClr val="accent3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6" name="矩形 105">
                <a:extLst>
                  <a:ext uri="{FF2B5EF4-FFF2-40B4-BE49-F238E27FC236}">
                    <a16:creationId xmlns:a16="http://schemas.microsoft.com/office/drawing/2014/main" id="{A646911F-9FF0-6E58-07D6-957BB6D52C1C}"/>
                  </a:ext>
                </a:extLst>
              </p:cNvPr>
              <p:cNvSpPr/>
              <p:nvPr/>
            </p:nvSpPr>
            <p:spPr>
              <a:xfrm>
                <a:off x="3975492" y="1820885"/>
                <a:ext cx="156702" cy="6340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7" name="矩形: 圆角 106">
                <a:extLst>
                  <a:ext uri="{FF2B5EF4-FFF2-40B4-BE49-F238E27FC236}">
                    <a16:creationId xmlns:a16="http://schemas.microsoft.com/office/drawing/2014/main" id="{583E7B77-E1AF-5E0A-B18C-0F1C812529F5}"/>
                  </a:ext>
                </a:extLst>
              </p:cNvPr>
              <p:cNvSpPr/>
              <p:nvPr/>
            </p:nvSpPr>
            <p:spPr>
              <a:xfrm>
                <a:off x="3973110" y="1950896"/>
                <a:ext cx="155273" cy="43259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62" name="组合 61">
              <a:extLst>
                <a:ext uri="{FF2B5EF4-FFF2-40B4-BE49-F238E27FC236}">
                  <a16:creationId xmlns:a16="http://schemas.microsoft.com/office/drawing/2014/main" id="{2D7E9BFE-F06B-166C-081E-37C5DBCF8021}"/>
                </a:ext>
              </a:extLst>
            </p:cNvPr>
            <p:cNvGrpSpPr/>
            <p:nvPr/>
          </p:nvGrpSpPr>
          <p:grpSpPr>
            <a:xfrm rot="1738777">
              <a:off x="12043334" y="6053341"/>
              <a:ext cx="265134" cy="305623"/>
              <a:chOff x="3945740" y="1869588"/>
              <a:chExt cx="391675" cy="478460"/>
            </a:xfrm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DBA6AEDE-5475-EC6A-F022-E21B302C7A82}"/>
                  </a:ext>
                </a:extLst>
              </p:cNvPr>
              <p:cNvSpPr/>
              <p:nvPr/>
            </p:nvSpPr>
            <p:spPr>
              <a:xfrm>
                <a:off x="3945740" y="2160534"/>
                <a:ext cx="391675" cy="187514"/>
              </a:xfrm>
              <a:custGeom>
                <a:avLst/>
                <a:gdLst>
                  <a:gd name="connsiteX0" fmla="*/ 52388 w 478005"/>
                  <a:gd name="connsiteY0" fmla="*/ 26987 h 246062"/>
                  <a:gd name="connsiteX1" fmla="*/ 58738 w 478005"/>
                  <a:gd name="connsiteY1" fmla="*/ 34925 h 246062"/>
                  <a:gd name="connsiteX2" fmla="*/ 80963 w 478005"/>
                  <a:gd name="connsiteY2" fmla="*/ 46037 h 246062"/>
                  <a:gd name="connsiteX3" fmla="*/ 90488 w 478005"/>
                  <a:gd name="connsiteY3" fmla="*/ 47625 h 246062"/>
                  <a:gd name="connsiteX4" fmla="*/ 180975 w 478005"/>
                  <a:gd name="connsiteY4" fmla="*/ 25400 h 246062"/>
                  <a:gd name="connsiteX5" fmla="*/ 217488 w 478005"/>
                  <a:gd name="connsiteY5" fmla="*/ 1587 h 246062"/>
                  <a:gd name="connsiteX6" fmla="*/ 222250 w 478005"/>
                  <a:gd name="connsiteY6" fmla="*/ 0 h 246062"/>
                  <a:gd name="connsiteX7" fmla="*/ 230188 w 478005"/>
                  <a:gd name="connsiteY7" fmla="*/ 36512 h 246062"/>
                  <a:gd name="connsiteX8" fmla="*/ 236538 w 478005"/>
                  <a:gd name="connsiteY8" fmla="*/ 95250 h 246062"/>
                  <a:gd name="connsiteX9" fmla="*/ 241300 w 478005"/>
                  <a:gd name="connsiteY9" fmla="*/ 112712 h 246062"/>
                  <a:gd name="connsiteX10" fmla="*/ 261938 w 478005"/>
                  <a:gd name="connsiteY10" fmla="*/ 122237 h 246062"/>
                  <a:gd name="connsiteX11" fmla="*/ 287338 w 478005"/>
                  <a:gd name="connsiteY11" fmla="*/ 125412 h 246062"/>
                  <a:gd name="connsiteX12" fmla="*/ 358775 w 478005"/>
                  <a:gd name="connsiteY12" fmla="*/ 131762 h 246062"/>
                  <a:gd name="connsiteX13" fmla="*/ 430213 w 478005"/>
                  <a:gd name="connsiteY13" fmla="*/ 138112 h 246062"/>
                  <a:gd name="connsiteX14" fmla="*/ 469900 w 478005"/>
                  <a:gd name="connsiteY14" fmla="*/ 146050 h 246062"/>
                  <a:gd name="connsiteX15" fmla="*/ 477838 w 478005"/>
                  <a:gd name="connsiteY15" fmla="*/ 166687 h 246062"/>
                  <a:gd name="connsiteX16" fmla="*/ 466725 w 478005"/>
                  <a:gd name="connsiteY16" fmla="*/ 200025 h 246062"/>
                  <a:gd name="connsiteX17" fmla="*/ 465138 w 478005"/>
                  <a:gd name="connsiteY17" fmla="*/ 206375 h 246062"/>
                  <a:gd name="connsiteX18" fmla="*/ 446088 w 478005"/>
                  <a:gd name="connsiteY18" fmla="*/ 219075 h 246062"/>
                  <a:gd name="connsiteX19" fmla="*/ 384175 w 478005"/>
                  <a:gd name="connsiteY19" fmla="*/ 238125 h 246062"/>
                  <a:gd name="connsiteX20" fmla="*/ 334963 w 478005"/>
                  <a:gd name="connsiteY20" fmla="*/ 239712 h 246062"/>
                  <a:gd name="connsiteX21" fmla="*/ 244475 w 478005"/>
                  <a:gd name="connsiteY21" fmla="*/ 236537 h 246062"/>
                  <a:gd name="connsiteX22" fmla="*/ 225425 w 478005"/>
                  <a:gd name="connsiteY22" fmla="*/ 231775 h 246062"/>
                  <a:gd name="connsiteX23" fmla="*/ 203200 w 478005"/>
                  <a:gd name="connsiteY23" fmla="*/ 230187 h 246062"/>
                  <a:gd name="connsiteX24" fmla="*/ 136525 w 478005"/>
                  <a:gd name="connsiteY24" fmla="*/ 231775 h 246062"/>
                  <a:gd name="connsiteX25" fmla="*/ 111125 w 478005"/>
                  <a:gd name="connsiteY25" fmla="*/ 238125 h 246062"/>
                  <a:gd name="connsiteX26" fmla="*/ 47625 w 478005"/>
                  <a:gd name="connsiteY26" fmla="*/ 246062 h 246062"/>
                  <a:gd name="connsiteX27" fmla="*/ 6350 w 478005"/>
                  <a:gd name="connsiteY27" fmla="*/ 228600 h 246062"/>
                  <a:gd name="connsiteX28" fmla="*/ 0 w 478005"/>
                  <a:gd name="connsiteY28" fmla="*/ 206375 h 246062"/>
                  <a:gd name="connsiteX29" fmla="*/ 6350 w 478005"/>
                  <a:gd name="connsiteY29" fmla="*/ 134937 h 246062"/>
                  <a:gd name="connsiteX30" fmla="*/ 7938 w 478005"/>
                  <a:gd name="connsiteY30" fmla="*/ 107950 h 246062"/>
                  <a:gd name="connsiteX31" fmla="*/ 19050 w 478005"/>
                  <a:gd name="connsiteY31" fmla="*/ 93662 h 246062"/>
                  <a:gd name="connsiteX32" fmla="*/ 60325 w 478005"/>
                  <a:gd name="connsiteY32" fmla="*/ 49212 h 246062"/>
                  <a:gd name="connsiteX33" fmla="*/ 52388 w 478005"/>
                  <a:gd name="connsiteY33" fmla="*/ 26987 h 246062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60325 w 478005"/>
                  <a:gd name="connsiteY32" fmla="*/ 51084 h 247934"/>
                  <a:gd name="connsiteX33" fmla="*/ 52388 w 478005"/>
                  <a:gd name="connsiteY33" fmla="*/ 28859 h 247934"/>
                  <a:gd name="connsiteX0" fmla="*/ 52388 w 478005"/>
                  <a:gd name="connsiteY0" fmla="*/ 28859 h 247934"/>
                  <a:gd name="connsiteX1" fmla="*/ 58738 w 478005"/>
                  <a:gd name="connsiteY1" fmla="*/ 36797 h 247934"/>
                  <a:gd name="connsiteX2" fmla="*/ 80963 w 478005"/>
                  <a:gd name="connsiteY2" fmla="*/ 47909 h 247934"/>
                  <a:gd name="connsiteX3" fmla="*/ 90488 w 478005"/>
                  <a:gd name="connsiteY3" fmla="*/ 49497 h 247934"/>
                  <a:gd name="connsiteX4" fmla="*/ 176213 w 478005"/>
                  <a:gd name="connsiteY4" fmla="*/ 1872 h 247934"/>
                  <a:gd name="connsiteX5" fmla="*/ 217488 w 478005"/>
                  <a:gd name="connsiteY5" fmla="*/ 3459 h 247934"/>
                  <a:gd name="connsiteX6" fmla="*/ 222250 w 478005"/>
                  <a:gd name="connsiteY6" fmla="*/ 1872 h 247934"/>
                  <a:gd name="connsiteX7" fmla="*/ 230188 w 478005"/>
                  <a:gd name="connsiteY7" fmla="*/ 38384 h 247934"/>
                  <a:gd name="connsiteX8" fmla="*/ 236538 w 478005"/>
                  <a:gd name="connsiteY8" fmla="*/ 97122 h 247934"/>
                  <a:gd name="connsiteX9" fmla="*/ 241300 w 478005"/>
                  <a:gd name="connsiteY9" fmla="*/ 114584 h 247934"/>
                  <a:gd name="connsiteX10" fmla="*/ 261938 w 478005"/>
                  <a:gd name="connsiteY10" fmla="*/ 124109 h 247934"/>
                  <a:gd name="connsiteX11" fmla="*/ 287338 w 478005"/>
                  <a:gd name="connsiteY11" fmla="*/ 127284 h 247934"/>
                  <a:gd name="connsiteX12" fmla="*/ 358775 w 478005"/>
                  <a:gd name="connsiteY12" fmla="*/ 133634 h 247934"/>
                  <a:gd name="connsiteX13" fmla="*/ 430213 w 478005"/>
                  <a:gd name="connsiteY13" fmla="*/ 139984 h 247934"/>
                  <a:gd name="connsiteX14" fmla="*/ 469900 w 478005"/>
                  <a:gd name="connsiteY14" fmla="*/ 147922 h 247934"/>
                  <a:gd name="connsiteX15" fmla="*/ 477838 w 478005"/>
                  <a:gd name="connsiteY15" fmla="*/ 168559 h 247934"/>
                  <a:gd name="connsiteX16" fmla="*/ 466725 w 478005"/>
                  <a:gd name="connsiteY16" fmla="*/ 201897 h 247934"/>
                  <a:gd name="connsiteX17" fmla="*/ 465138 w 478005"/>
                  <a:gd name="connsiteY17" fmla="*/ 208247 h 247934"/>
                  <a:gd name="connsiteX18" fmla="*/ 446088 w 478005"/>
                  <a:gd name="connsiteY18" fmla="*/ 220947 h 247934"/>
                  <a:gd name="connsiteX19" fmla="*/ 384175 w 478005"/>
                  <a:gd name="connsiteY19" fmla="*/ 239997 h 247934"/>
                  <a:gd name="connsiteX20" fmla="*/ 334963 w 478005"/>
                  <a:gd name="connsiteY20" fmla="*/ 241584 h 247934"/>
                  <a:gd name="connsiteX21" fmla="*/ 244475 w 478005"/>
                  <a:gd name="connsiteY21" fmla="*/ 238409 h 247934"/>
                  <a:gd name="connsiteX22" fmla="*/ 225425 w 478005"/>
                  <a:gd name="connsiteY22" fmla="*/ 233647 h 247934"/>
                  <a:gd name="connsiteX23" fmla="*/ 203200 w 478005"/>
                  <a:gd name="connsiteY23" fmla="*/ 232059 h 247934"/>
                  <a:gd name="connsiteX24" fmla="*/ 136525 w 478005"/>
                  <a:gd name="connsiteY24" fmla="*/ 233647 h 247934"/>
                  <a:gd name="connsiteX25" fmla="*/ 111125 w 478005"/>
                  <a:gd name="connsiteY25" fmla="*/ 239997 h 247934"/>
                  <a:gd name="connsiteX26" fmla="*/ 47625 w 478005"/>
                  <a:gd name="connsiteY26" fmla="*/ 247934 h 247934"/>
                  <a:gd name="connsiteX27" fmla="*/ 6350 w 478005"/>
                  <a:gd name="connsiteY27" fmla="*/ 230472 h 247934"/>
                  <a:gd name="connsiteX28" fmla="*/ 0 w 478005"/>
                  <a:gd name="connsiteY28" fmla="*/ 208247 h 247934"/>
                  <a:gd name="connsiteX29" fmla="*/ 6350 w 478005"/>
                  <a:gd name="connsiteY29" fmla="*/ 136809 h 247934"/>
                  <a:gd name="connsiteX30" fmla="*/ 7938 w 478005"/>
                  <a:gd name="connsiteY30" fmla="*/ 109822 h 247934"/>
                  <a:gd name="connsiteX31" fmla="*/ 19050 w 478005"/>
                  <a:gd name="connsiteY31" fmla="*/ 95534 h 247934"/>
                  <a:gd name="connsiteX32" fmla="*/ 52388 w 478005"/>
                  <a:gd name="connsiteY32" fmla="*/ 28859 h 247934"/>
                  <a:gd name="connsiteX0" fmla="*/ 52388 w 478005"/>
                  <a:gd name="connsiteY0" fmla="*/ 29912 h 248987"/>
                  <a:gd name="connsiteX1" fmla="*/ 58738 w 478005"/>
                  <a:gd name="connsiteY1" fmla="*/ 37850 h 248987"/>
                  <a:gd name="connsiteX2" fmla="*/ 80963 w 478005"/>
                  <a:gd name="connsiteY2" fmla="*/ 48962 h 248987"/>
                  <a:gd name="connsiteX3" fmla="*/ 176213 w 478005"/>
                  <a:gd name="connsiteY3" fmla="*/ 2925 h 248987"/>
                  <a:gd name="connsiteX4" fmla="*/ 217488 w 478005"/>
                  <a:gd name="connsiteY4" fmla="*/ 4512 h 248987"/>
                  <a:gd name="connsiteX5" fmla="*/ 222250 w 478005"/>
                  <a:gd name="connsiteY5" fmla="*/ 2925 h 248987"/>
                  <a:gd name="connsiteX6" fmla="*/ 230188 w 478005"/>
                  <a:gd name="connsiteY6" fmla="*/ 39437 h 248987"/>
                  <a:gd name="connsiteX7" fmla="*/ 236538 w 478005"/>
                  <a:gd name="connsiteY7" fmla="*/ 98175 h 248987"/>
                  <a:gd name="connsiteX8" fmla="*/ 241300 w 478005"/>
                  <a:gd name="connsiteY8" fmla="*/ 115637 h 248987"/>
                  <a:gd name="connsiteX9" fmla="*/ 261938 w 478005"/>
                  <a:gd name="connsiteY9" fmla="*/ 125162 h 248987"/>
                  <a:gd name="connsiteX10" fmla="*/ 287338 w 478005"/>
                  <a:gd name="connsiteY10" fmla="*/ 128337 h 248987"/>
                  <a:gd name="connsiteX11" fmla="*/ 358775 w 478005"/>
                  <a:gd name="connsiteY11" fmla="*/ 134687 h 248987"/>
                  <a:gd name="connsiteX12" fmla="*/ 430213 w 478005"/>
                  <a:gd name="connsiteY12" fmla="*/ 141037 h 248987"/>
                  <a:gd name="connsiteX13" fmla="*/ 469900 w 478005"/>
                  <a:gd name="connsiteY13" fmla="*/ 148975 h 248987"/>
                  <a:gd name="connsiteX14" fmla="*/ 477838 w 478005"/>
                  <a:gd name="connsiteY14" fmla="*/ 169612 h 248987"/>
                  <a:gd name="connsiteX15" fmla="*/ 466725 w 478005"/>
                  <a:gd name="connsiteY15" fmla="*/ 202950 h 248987"/>
                  <a:gd name="connsiteX16" fmla="*/ 465138 w 478005"/>
                  <a:gd name="connsiteY16" fmla="*/ 209300 h 248987"/>
                  <a:gd name="connsiteX17" fmla="*/ 446088 w 478005"/>
                  <a:gd name="connsiteY17" fmla="*/ 222000 h 248987"/>
                  <a:gd name="connsiteX18" fmla="*/ 384175 w 478005"/>
                  <a:gd name="connsiteY18" fmla="*/ 241050 h 248987"/>
                  <a:gd name="connsiteX19" fmla="*/ 334963 w 478005"/>
                  <a:gd name="connsiteY19" fmla="*/ 242637 h 248987"/>
                  <a:gd name="connsiteX20" fmla="*/ 244475 w 478005"/>
                  <a:gd name="connsiteY20" fmla="*/ 239462 h 248987"/>
                  <a:gd name="connsiteX21" fmla="*/ 225425 w 478005"/>
                  <a:gd name="connsiteY21" fmla="*/ 234700 h 248987"/>
                  <a:gd name="connsiteX22" fmla="*/ 203200 w 478005"/>
                  <a:gd name="connsiteY22" fmla="*/ 233112 h 248987"/>
                  <a:gd name="connsiteX23" fmla="*/ 136525 w 478005"/>
                  <a:gd name="connsiteY23" fmla="*/ 234700 h 248987"/>
                  <a:gd name="connsiteX24" fmla="*/ 111125 w 478005"/>
                  <a:gd name="connsiteY24" fmla="*/ 241050 h 248987"/>
                  <a:gd name="connsiteX25" fmla="*/ 47625 w 478005"/>
                  <a:gd name="connsiteY25" fmla="*/ 248987 h 248987"/>
                  <a:gd name="connsiteX26" fmla="*/ 6350 w 478005"/>
                  <a:gd name="connsiteY26" fmla="*/ 231525 h 248987"/>
                  <a:gd name="connsiteX27" fmla="*/ 0 w 478005"/>
                  <a:gd name="connsiteY27" fmla="*/ 209300 h 248987"/>
                  <a:gd name="connsiteX28" fmla="*/ 6350 w 478005"/>
                  <a:gd name="connsiteY28" fmla="*/ 137862 h 248987"/>
                  <a:gd name="connsiteX29" fmla="*/ 7938 w 478005"/>
                  <a:gd name="connsiteY29" fmla="*/ 110875 h 248987"/>
                  <a:gd name="connsiteX30" fmla="*/ 19050 w 478005"/>
                  <a:gd name="connsiteY30" fmla="*/ 96587 h 248987"/>
                  <a:gd name="connsiteX31" fmla="*/ 52388 w 478005"/>
                  <a:gd name="connsiteY31" fmla="*/ 29912 h 248987"/>
                  <a:gd name="connsiteX0" fmla="*/ 52388 w 478005"/>
                  <a:gd name="connsiteY0" fmla="*/ 29103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52388 w 478005"/>
                  <a:gd name="connsiteY30" fmla="*/ 29103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39688 w 478005"/>
                  <a:gd name="connsiteY0" fmla="*/ 49741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30" fmla="*/ 39688 w 478005"/>
                  <a:gd name="connsiteY30" fmla="*/ 49741 h 248178"/>
                  <a:gd name="connsiteX0" fmla="*/ 19050 w 478005"/>
                  <a:gd name="connsiteY0" fmla="*/ 95778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29" fmla="*/ 19050 w 478005"/>
                  <a:gd name="connsiteY29" fmla="*/ 95778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61938 w 478005"/>
                  <a:gd name="connsiteY8" fmla="*/ 124353 h 248178"/>
                  <a:gd name="connsiteX9" fmla="*/ 287338 w 478005"/>
                  <a:gd name="connsiteY9" fmla="*/ 127528 h 248178"/>
                  <a:gd name="connsiteX10" fmla="*/ 358775 w 478005"/>
                  <a:gd name="connsiteY10" fmla="*/ 133878 h 248178"/>
                  <a:gd name="connsiteX11" fmla="*/ 430213 w 478005"/>
                  <a:gd name="connsiteY11" fmla="*/ 140228 h 248178"/>
                  <a:gd name="connsiteX12" fmla="*/ 469900 w 478005"/>
                  <a:gd name="connsiteY12" fmla="*/ 148166 h 248178"/>
                  <a:gd name="connsiteX13" fmla="*/ 477838 w 478005"/>
                  <a:gd name="connsiteY13" fmla="*/ 168803 h 248178"/>
                  <a:gd name="connsiteX14" fmla="*/ 466725 w 478005"/>
                  <a:gd name="connsiteY14" fmla="*/ 202141 h 248178"/>
                  <a:gd name="connsiteX15" fmla="*/ 465138 w 478005"/>
                  <a:gd name="connsiteY15" fmla="*/ 208491 h 248178"/>
                  <a:gd name="connsiteX16" fmla="*/ 446088 w 478005"/>
                  <a:gd name="connsiteY16" fmla="*/ 221191 h 248178"/>
                  <a:gd name="connsiteX17" fmla="*/ 384175 w 478005"/>
                  <a:gd name="connsiteY17" fmla="*/ 240241 h 248178"/>
                  <a:gd name="connsiteX18" fmla="*/ 334963 w 478005"/>
                  <a:gd name="connsiteY18" fmla="*/ 241828 h 248178"/>
                  <a:gd name="connsiteX19" fmla="*/ 244475 w 478005"/>
                  <a:gd name="connsiteY19" fmla="*/ 238653 h 248178"/>
                  <a:gd name="connsiteX20" fmla="*/ 225425 w 478005"/>
                  <a:gd name="connsiteY20" fmla="*/ 233891 h 248178"/>
                  <a:gd name="connsiteX21" fmla="*/ 203200 w 478005"/>
                  <a:gd name="connsiteY21" fmla="*/ 232303 h 248178"/>
                  <a:gd name="connsiteX22" fmla="*/ 136525 w 478005"/>
                  <a:gd name="connsiteY22" fmla="*/ 233891 h 248178"/>
                  <a:gd name="connsiteX23" fmla="*/ 111125 w 478005"/>
                  <a:gd name="connsiteY23" fmla="*/ 240241 h 248178"/>
                  <a:gd name="connsiteX24" fmla="*/ 47625 w 478005"/>
                  <a:gd name="connsiteY24" fmla="*/ 248178 h 248178"/>
                  <a:gd name="connsiteX25" fmla="*/ 6350 w 478005"/>
                  <a:gd name="connsiteY25" fmla="*/ 230716 h 248178"/>
                  <a:gd name="connsiteX26" fmla="*/ 0 w 478005"/>
                  <a:gd name="connsiteY26" fmla="*/ 208491 h 248178"/>
                  <a:gd name="connsiteX27" fmla="*/ 6350 w 478005"/>
                  <a:gd name="connsiteY27" fmla="*/ 137053 h 248178"/>
                  <a:gd name="connsiteX28" fmla="*/ 7938 w 478005"/>
                  <a:gd name="connsiteY28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25425 w 478005"/>
                  <a:gd name="connsiteY19" fmla="*/ 233891 h 248178"/>
                  <a:gd name="connsiteX20" fmla="*/ 203200 w 478005"/>
                  <a:gd name="connsiteY20" fmla="*/ 232303 h 248178"/>
                  <a:gd name="connsiteX21" fmla="*/ 136525 w 478005"/>
                  <a:gd name="connsiteY21" fmla="*/ 233891 h 248178"/>
                  <a:gd name="connsiteX22" fmla="*/ 111125 w 478005"/>
                  <a:gd name="connsiteY22" fmla="*/ 240241 h 248178"/>
                  <a:gd name="connsiteX23" fmla="*/ 47625 w 478005"/>
                  <a:gd name="connsiteY23" fmla="*/ 248178 h 248178"/>
                  <a:gd name="connsiteX24" fmla="*/ 6350 w 478005"/>
                  <a:gd name="connsiteY24" fmla="*/ 230716 h 248178"/>
                  <a:gd name="connsiteX25" fmla="*/ 0 w 478005"/>
                  <a:gd name="connsiteY25" fmla="*/ 208491 h 248178"/>
                  <a:gd name="connsiteX26" fmla="*/ 6350 w 478005"/>
                  <a:gd name="connsiteY26" fmla="*/ 137053 h 248178"/>
                  <a:gd name="connsiteX27" fmla="*/ 7938 w 478005"/>
                  <a:gd name="connsiteY27" fmla="*/ 110066 h 248178"/>
                  <a:gd name="connsiteX0" fmla="*/ 7938 w 478005"/>
                  <a:gd name="connsiteY0" fmla="*/ 110066 h 248178"/>
                  <a:gd name="connsiteX1" fmla="*/ 58738 w 478005"/>
                  <a:gd name="connsiteY1" fmla="*/ 37041 h 248178"/>
                  <a:gd name="connsiteX2" fmla="*/ 176213 w 478005"/>
                  <a:gd name="connsiteY2" fmla="*/ 2116 h 248178"/>
                  <a:gd name="connsiteX3" fmla="*/ 217488 w 478005"/>
                  <a:gd name="connsiteY3" fmla="*/ 3703 h 248178"/>
                  <a:gd name="connsiteX4" fmla="*/ 222250 w 478005"/>
                  <a:gd name="connsiteY4" fmla="*/ 2116 h 248178"/>
                  <a:gd name="connsiteX5" fmla="*/ 230188 w 478005"/>
                  <a:gd name="connsiteY5" fmla="*/ 38628 h 248178"/>
                  <a:gd name="connsiteX6" fmla="*/ 236538 w 478005"/>
                  <a:gd name="connsiteY6" fmla="*/ 97366 h 248178"/>
                  <a:gd name="connsiteX7" fmla="*/ 241300 w 478005"/>
                  <a:gd name="connsiteY7" fmla="*/ 114828 h 248178"/>
                  <a:gd name="connsiteX8" fmla="*/ 287338 w 478005"/>
                  <a:gd name="connsiteY8" fmla="*/ 127528 h 248178"/>
                  <a:gd name="connsiteX9" fmla="*/ 358775 w 478005"/>
                  <a:gd name="connsiteY9" fmla="*/ 133878 h 248178"/>
                  <a:gd name="connsiteX10" fmla="*/ 430213 w 478005"/>
                  <a:gd name="connsiteY10" fmla="*/ 140228 h 248178"/>
                  <a:gd name="connsiteX11" fmla="*/ 469900 w 478005"/>
                  <a:gd name="connsiteY11" fmla="*/ 148166 h 248178"/>
                  <a:gd name="connsiteX12" fmla="*/ 477838 w 478005"/>
                  <a:gd name="connsiteY12" fmla="*/ 168803 h 248178"/>
                  <a:gd name="connsiteX13" fmla="*/ 466725 w 478005"/>
                  <a:gd name="connsiteY13" fmla="*/ 202141 h 248178"/>
                  <a:gd name="connsiteX14" fmla="*/ 465138 w 478005"/>
                  <a:gd name="connsiteY14" fmla="*/ 208491 h 248178"/>
                  <a:gd name="connsiteX15" fmla="*/ 446088 w 478005"/>
                  <a:gd name="connsiteY15" fmla="*/ 221191 h 248178"/>
                  <a:gd name="connsiteX16" fmla="*/ 384175 w 478005"/>
                  <a:gd name="connsiteY16" fmla="*/ 240241 h 248178"/>
                  <a:gd name="connsiteX17" fmla="*/ 334963 w 478005"/>
                  <a:gd name="connsiteY17" fmla="*/ 241828 h 248178"/>
                  <a:gd name="connsiteX18" fmla="*/ 244475 w 478005"/>
                  <a:gd name="connsiteY18" fmla="*/ 238653 h 248178"/>
                  <a:gd name="connsiteX19" fmla="*/ 203200 w 478005"/>
                  <a:gd name="connsiteY19" fmla="*/ 232303 h 248178"/>
                  <a:gd name="connsiteX20" fmla="*/ 136525 w 478005"/>
                  <a:gd name="connsiteY20" fmla="*/ 233891 h 248178"/>
                  <a:gd name="connsiteX21" fmla="*/ 111125 w 478005"/>
                  <a:gd name="connsiteY21" fmla="*/ 240241 h 248178"/>
                  <a:gd name="connsiteX22" fmla="*/ 47625 w 478005"/>
                  <a:gd name="connsiteY22" fmla="*/ 248178 h 248178"/>
                  <a:gd name="connsiteX23" fmla="*/ 6350 w 478005"/>
                  <a:gd name="connsiteY23" fmla="*/ 230716 h 248178"/>
                  <a:gd name="connsiteX24" fmla="*/ 0 w 478005"/>
                  <a:gd name="connsiteY24" fmla="*/ 208491 h 248178"/>
                  <a:gd name="connsiteX25" fmla="*/ 6350 w 478005"/>
                  <a:gd name="connsiteY25" fmla="*/ 137053 h 248178"/>
                  <a:gd name="connsiteX26" fmla="*/ 7938 w 478005"/>
                  <a:gd name="connsiteY26" fmla="*/ 110066 h 248178"/>
                  <a:gd name="connsiteX0" fmla="*/ 4706 w 474773"/>
                  <a:gd name="connsiteY0" fmla="*/ 110066 h 248178"/>
                  <a:gd name="connsiteX1" fmla="*/ 55506 w 474773"/>
                  <a:gd name="connsiteY1" fmla="*/ 37041 h 248178"/>
                  <a:gd name="connsiteX2" fmla="*/ 172981 w 474773"/>
                  <a:gd name="connsiteY2" fmla="*/ 2116 h 248178"/>
                  <a:gd name="connsiteX3" fmla="*/ 214256 w 474773"/>
                  <a:gd name="connsiteY3" fmla="*/ 3703 h 248178"/>
                  <a:gd name="connsiteX4" fmla="*/ 219018 w 474773"/>
                  <a:gd name="connsiteY4" fmla="*/ 2116 h 248178"/>
                  <a:gd name="connsiteX5" fmla="*/ 226956 w 474773"/>
                  <a:gd name="connsiteY5" fmla="*/ 38628 h 248178"/>
                  <a:gd name="connsiteX6" fmla="*/ 233306 w 474773"/>
                  <a:gd name="connsiteY6" fmla="*/ 97366 h 248178"/>
                  <a:gd name="connsiteX7" fmla="*/ 238068 w 474773"/>
                  <a:gd name="connsiteY7" fmla="*/ 114828 h 248178"/>
                  <a:gd name="connsiteX8" fmla="*/ 284106 w 474773"/>
                  <a:gd name="connsiteY8" fmla="*/ 127528 h 248178"/>
                  <a:gd name="connsiteX9" fmla="*/ 355543 w 474773"/>
                  <a:gd name="connsiteY9" fmla="*/ 133878 h 248178"/>
                  <a:gd name="connsiteX10" fmla="*/ 426981 w 474773"/>
                  <a:gd name="connsiteY10" fmla="*/ 140228 h 248178"/>
                  <a:gd name="connsiteX11" fmla="*/ 466668 w 474773"/>
                  <a:gd name="connsiteY11" fmla="*/ 148166 h 248178"/>
                  <a:gd name="connsiteX12" fmla="*/ 474606 w 474773"/>
                  <a:gd name="connsiteY12" fmla="*/ 168803 h 248178"/>
                  <a:gd name="connsiteX13" fmla="*/ 463493 w 474773"/>
                  <a:gd name="connsiteY13" fmla="*/ 202141 h 248178"/>
                  <a:gd name="connsiteX14" fmla="*/ 461906 w 474773"/>
                  <a:gd name="connsiteY14" fmla="*/ 208491 h 248178"/>
                  <a:gd name="connsiteX15" fmla="*/ 442856 w 474773"/>
                  <a:gd name="connsiteY15" fmla="*/ 221191 h 248178"/>
                  <a:gd name="connsiteX16" fmla="*/ 380943 w 474773"/>
                  <a:gd name="connsiteY16" fmla="*/ 240241 h 248178"/>
                  <a:gd name="connsiteX17" fmla="*/ 331731 w 474773"/>
                  <a:gd name="connsiteY17" fmla="*/ 241828 h 248178"/>
                  <a:gd name="connsiteX18" fmla="*/ 241243 w 474773"/>
                  <a:gd name="connsiteY18" fmla="*/ 238653 h 248178"/>
                  <a:gd name="connsiteX19" fmla="*/ 199968 w 474773"/>
                  <a:gd name="connsiteY19" fmla="*/ 232303 h 248178"/>
                  <a:gd name="connsiteX20" fmla="*/ 133293 w 474773"/>
                  <a:gd name="connsiteY20" fmla="*/ 233891 h 248178"/>
                  <a:gd name="connsiteX21" fmla="*/ 107893 w 474773"/>
                  <a:gd name="connsiteY21" fmla="*/ 240241 h 248178"/>
                  <a:gd name="connsiteX22" fmla="*/ 44393 w 474773"/>
                  <a:gd name="connsiteY22" fmla="*/ 248178 h 248178"/>
                  <a:gd name="connsiteX23" fmla="*/ 3118 w 474773"/>
                  <a:gd name="connsiteY23" fmla="*/ 230716 h 248178"/>
                  <a:gd name="connsiteX24" fmla="*/ 3118 w 474773"/>
                  <a:gd name="connsiteY24" fmla="*/ 137053 h 248178"/>
                  <a:gd name="connsiteX25" fmla="*/ 4706 w 474773"/>
                  <a:gd name="connsiteY25" fmla="*/ 110066 h 248178"/>
                  <a:gd name="connsiteX0" fmla="*/ 6555 w 476622"/>
                  <a:gd name="connsiteY0" fmla="*/ 110066 h 248178"/>
                  <a:gd name="connsiteX1" fmla="*/ 57355 w 476622"/>
                  <a:gd name="connsiteY1" fmla="*/ 37041 h 248178"/>
                  <a:gd name="connsiteX2" fmla="*/ 174830 w 476622"/>
                  <a:gd name="connsiteY2" fmla="*/ 2116 h 248178"/>
                  <a:gd name="connsiteX3" fmla="*/ 216105 w 476622"/>
                  <a:gd name="connsiteY3" fmla="*/ 3703 h 248178"/>
                  <a:gd name="connsiteX4" fmla="*/ 220867 w 476622"/>
                  <a:gd name="connsiteY4" fmla="*/ 2116 h 248178"/>
                  <a:gd name="connsiteX5" fmla="*/ 228805 w 476622"/>
                  <a:gd name="connsiteY5" fmla="*/ 38628 h 248178"/>
                  <a:gd name="connsiteX6" fmla="*/ 235155 w 476622"/>
                  <a:gd name="connsiteY6" fmla="*/ 97366 h 248178"/>
                  <a:gd name="connsiteX7" fmla="*/ 239917 w 476622"/>
                  <a:gd name="connsiteY7" fmla="*/ 114828 h 248178"/>
                  <a:gd name="connsiteX8" fmla="*/ 285955 w 476622"/>
                  <a:gd name="connsiteY8" fmla="*/ 127528 h 248178"/>
                  <a:gd name="connsiteX9" fmla="*/ 357392 w 476622"/>
                  <a:gd name="connsiteY9" fmla="*/ 133878 h 248178"/>
                  <a:gd name="connsiteX10" fmla="*/ 428830 w 476622"/>
                  <a:gd name="connsiteY10" fmla="*/ 140228 h 248178"/>
                  <a:gd name="connsiteX11" fmla="*/ 468517 w 476622"/>
                  <a:gd name="connsiteY11" fmla="*/ 148166 h 248178"/>
                  <a:gd name="connsiteX12" fmla="*/ 476455 w 476622"/>
                  <a:gd name="connsiteY12" fmla="*/ 168803 h 248178"/>
                  <a:gd name="connsiteX13" fmla="*/ 465342 w 476622"/>
                  <a:gd name="connsiteY13" fmla="*/ 202141 h 248178"/>
                  <a:gd name="connsiteX14" fmla="*/ 463755 w 476622"/>
                  <a:gd name="connsiteY14" fmla="*/ 208491 h 248178"/>
                  <a:gd name="connsiteX15" fmla="*/ 444705 w 476622"/>
                  <a:gd name="connsiteY15" fmla="*/ 221191 h 248178"/>
                  <a:gd name="connsiteX16" fmla="*/ 382792 w 476622"/>
                  <a:gd name="connsiteY16" fmla="*/ 240241 h 248178"/>
                  <a:gd name="connsiteX17" fmla="*/ 333580 w 476622"/>
                  <a:gd name="connsiteY17" fmla="*/ 241828 h 248178"/>
                  <a:gd name="connsiteX18" fmla="*/ 243092 w 476622"/>
                  <a:gd name="connsiteY18" fmla="*/ 238653 h 248178"/>
                  <a:gd name="connsiteX19" fmla="*/ 201817 w 476622"/>
                  <a:gd name="connsiteY19" fmla="*/ 232303 h 248178"/>
                  <a:gd name="connsiteX20" fmla="*/ 135142 w 476622"/>
                  <a:gd name="connsiteY20" fmla="*/ 233891 h 248178"/>
                  <a:gd name="connsiteX21" fmla="*/ 109742 w 476622"/>
                  <a:gd name="connsiteY21" fmla="*/ 240241 h 248178"/>
                  <a:gd name="connsiteX22" fmla="*/ 46242 w 476622"/>
                  <a:gd name="connsiteY22" fmla="*/ 248178 h 248178"/>
                  <a:gd name="connsiteX23" fmla="*/ 4967 w 476622"/>
                  <a:gd name="connsiteY23" fmla="*/ 230716 h 248178"/>
                  <a:gd name="connsiteX24" fmla="*/ 6555 w 476622"/>
                  <a:gd name="connsiteY24" fmla="*/ 110066 h 248178"/>
                  <a:gd name="connsiteX0" fmla="*/ 11001 w 481068"/>
                  <a:gd name="connsiteY0" fmla="*/ 110066 h 248178"/>
                  <a:gd name="connsiteX1" fmla="*/ 61801 w 481068"/>
                  <a:gd name="connsiteY1" fmla="*/ 37041 h 248178"/>
                  <a:gd name="connsiteX2" fmla="*/ 179276 w 481068"/>
                  <a:gd name="connsiteY2" fmla="*/ 2116 h 248178"/>
                  <a:gd name="connsiteX3" fmla="*/ 220551 w 481068"/>
                  <a:gd name="connsiteY3" fmla="*/ 3703 h 248178"/>
                  <a:gd name="connsiteX4" fmla="*/ 225313 w 481068"/>
                  <a:gd name="connsiteY4" fmla="*/ 2116 h 248178"/>
                  <a:gd name="connsiteX5" fmla="*/ 233251 w 481068"/>
                  <a:gd name="connsiteY5" fmla="*/ 38628 h 248178"/>
                  <a:gd name="connsiteX6" fmla="*/ 239601 w 481068"/>
                  <a:gd name="connsiteY6" fmla="*/ 97366 h 248178"/>
                  <a:gd name="connsiteX7" fmla="*/ 244363 w 481068"/>
                  <a:gd name="connsiteY7" fmla="*/ 114828 h 248178"/>
                  <a:gd name="connsiteX8" fmla="*/ 290401 w 481068"/>
                  <a:gd name="connsiteY8" fmla="*/ 127528 h 248178"/>
                  <a:gd name="connsiteX9" fmla="*/ 361838 w 481068"/>
                  <a:gd name="connsiteY9" fmla="*/ 133878 h 248178"/>
                  <a:gd name="connsiteX10" fmla="*/ 433276 w 481068"/>
                  <a:gd name="connsiteY10" fmla="*/ 140228 h 248178"/>
                  <a:gd name="connsiteX11" fmla="*/ 472963 w 481068"/>
                  <a:gd name="connsiteY11" fmla="*/ 148166 h 248178"/>
                  <a:gd name="connsiteX12" fmla="*/ 480901 w 481068"/>
                  <a:gd name="connsiteY12" fmla="*/ 168803 h 248178"/>
                  <a:gd name="connsiteX13" fmla="*/ 469788 w 481068"/>
                  <a:gd name="connsiteY13" fmla="*/ 202141 h 248178"/>
                  <a:gd name="connsiteX14" fmla="*/ 468201 w 481068"/>
                  <a:gd name="connsiteY14" fmla="*/ 208491 h 248178"/>
                  <a:gd name="connsiteX15" fmla="*/ 449151 w 481068"/>
                  <a:gd name="connsiteY15" fmla="*/ 221191 h 248178"/>
                  <a:gd name="connsiteX16" fmla="*/ 387238 w 481068"/>
                  <a:gd name="connsiteY16" fmla="*/ 240241 h 248178"/>
                  <a:gd name="connsiteX17" fmla="*/ 338026 w 481068"/>
                  <a:gd name="connsiteY17" fmla="*/ 241828 h 248178"/>
                  <a:gd name="connsiteX18" fmla="*/ 247538 w 481068"/>
                  <a:gd name="connsiteY18" fmla="*/ 238653 h 248178"/>
                  <a:gd name="connsiteX19" fmla="*/ 206263 w 481068"/>
                  <a:gd name="connsiteY19" fmla="*/ 232303 h 248178"/>
                  <a:gd name="connsiteX20" fmla="*/ 139588 w 481068"/>
                  <a:gd name="connsiteY20" fmla="*/ 233891 h 248178"/>
                  <a:gd name="connsiteX21" fmla="*/ 114188 w 481068"/>
                  <a:gd name="connsiteY21" fmla="*/ 240241 h 248178"/>
                  <a:gd name="connsiteX22" fmla="*/ 50688 w 481068"/>
                  <a:gd name="connsiteY22" fmla="*/ 248178 h 248178"/>
                  <a:gd name="connsiteX23" fmla="*/ 3063 w 481068"/>
                  <a:gd name="connsiteY23" fmla="*/ 200554 h 248178"/>
                  <a:gd name="connsiteX24" fmla="*/ 11001 w 481068"/>
                  <a:gd name="connsiteY24" fmla="*/ 110066 h 248178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39588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68201 w 481068"/>
                  <a:gd name="connsiteY14" fmla="*/ 208491 h 246591"/>
                  <a:gd name="connsiteX15" fmla="*/ 449151 w 481068"/>
                  <a:gd name="connsiteY15" fmla="*/ 221191 h 246591"/>
                  <a:gd name="connsiteX16" fmla="*/ 387238 w 481068"/>
                  <a:gd name="connsiteY16" fmla="*/ 240241 h 246591"/>
                  <a:gd name="connsiteX17" fmla="*/ 338026 w 481068"/>
                  <a:gd name="connsiteY17" fmla="*/ 241828 h 246591"/>
                  <a:gd name="connsiteX18" fmla="*/ 247538 w 481068"/>
                  <a:gd name="connsiteY18" fmla="*/ 238653 h 246591"/>
                  <a:gd name="connsiteX19" fmla="*/ 206263 w 481068"/>
                  <a:gd name="connsiteY19" fmla="*/ 232303 h 246591"/>
                  <a:gd name="connsiteX20" fmla="*/ 155463 w 481068"/>
                  <a:gd name="connsiteY20" fmla="*/ 233891 h 246591"/>
                  <a:gd name="connsiteX21" fmla="*/ 114188 w 481068"/>
                  <a:gd name="connsiteY21" fmla="*/ 240241 h 246591"/>
                  <a:gd name="connsiteX22" fmla="*/ 50688 w 481068"/>
                  <a:gd name="connsiteY22" fmla="*/ 246591 h 246591"/>
                  <a:gd name="connsiteX23" fmla="*/ 3063 w 481068"/>
                  <a:gd name="connsiteY23" fmla="*/ 200554 h 246591"/>
                  <a:gd name="connsiteX24" fmla="*/ 11001 w 481068"/>
                  <a:gd name="connsiteY24" fmla="*/ 110066 h 246591"/>
                  <a:gd name="connsiteX0" fmla="*/ 11001 w 481068"/>
                  <a:gd name="connsiteY0" fmla="*/ 110066 h 246591"/>
                  <a:gd name="connsiteX1" fmla="*/ 61801 w 481068"/>
                  <a:gd name="connsiteY1" fmla="*/ 37041 h 246591"/>
                  <a:gd name="connsiteX2" fmla="*/ 179276 w 481068"/>
                  <a:gd name="connsiteY2" fmla="*/ 2116 h 246591"/>
                  <a:gd name="connsiteX3" fmla="*/ 220551 w 481068"/>
                  <a:gd name="connsiteY3" fmla="*/ 3703 h 246591"/>
                  <a:gd name="connsiteX4" fmla="*/ 225313 w 481068"/>
                  <a:gd name="connsiteY4" fmla="*/ 2116 h 246591"/>
                  <a:gd name="connsiteX5" fmla="*/ 233251 w 481068"/>
                  <a:gd name="connsiteY5" fmla="*/ 38628 h 246591"/>
                  <a:gd name="connsiteX6" fmla="*/ 239601 w 481068"/>
                  <a:gd name="connsiteY6" fmla="*/ 97366 h 246591"/>
                  <a:gd name="connsiteX7" fmla="*/ 244363 w 481068"/>
                  <a:gd name="connsiteY7" fmla="*/ 114828 h 246591"/>
                  <a:gd name="connsiteX8" fmla="*/ 290401 w 481068"/>
                  <a:gd name="connsiteY8" fmla="*/ 127528 h 246591"/>
                  <a:gd name="connsiteX9" fmla="*/ 361838 w 481068"/>
                  <a:gd name="connsiteY9" fmla="*/ 133878 h 246591"/>
                  <a:gd name="connsiteX10" fmla="*/ 433276 w 481068"/>
                  <a:gd name="connsiteY10" fmla="*/ 140228 h 246591"/>
                  <a:gd name="connsiteX11" fmla="*/ 472963 w 481068"/>
                  <a:gd name="connsiteY11" fmla="*/ 148166 h 246591"/>
                  <a:gd name="connsiteX12" fmla="*/ 480901 w 481068"/>
                  <a:gd name="connsiteY12" fmla="*/ 168803 h 246591"/>
                  <a:gd name="connsiteX13" fmla="*/ 469788 w 481068"/>
                  <a:gd name="connsiteY13" fmla="*/ 202141 h 246591"/>
                  <a:gd name="connsiteX14" fmla="*/ 449151 w 481068"/>
                  <a:gd name="connsiteY14" fmla="*/ 221191 h 246591"/>
                  <a:gd name="connsiteX15" fmla="*/ 387238 w 481068"/>
                  <a:gd name="connsiteY15" fmla="*/ 240241 h 246591"/>
                  <a:gd name="connsiteX16" fmla="*/ 338026 w 481068"/>
                  <a:gd name="connsiteY16" fmla="*/ 241828 h 246591"/>
                  <a:gd name="connsiteX17" fmla="*/ 247538 w 481068"/>
                  <a:gd name="connsiteY17" fmla="*/ 238653 h 246591"/>
                  <a:gd name="connsiteX18" fmla="*/ 206263 w 481068"/>
                  <a:gd name="connsiteY18" fmla="*/ 232303 h 246591"/>
                  <a:gd name="connsiteX19" fmla="*/ 155463 w 481068"/>
                  <a:gd name="connsiteY19" fmla="*/ 233891 h 246591"/>
                  <a:gd name="connsiteX20" fmla="*/ 114188 w 481068"/>
                  <a:gd name="connsiteY20" fmla="*/ 240241 h 246591"/>
                  <a:gd name="connsiteX21" fmla="*/ 50688 w 481068"/>
                  <a:gd name="connsiteY21" fmla="*/ 246591 h 246591"/>
                  <a:gd name="connsiteX22" fmla="*/ 3063 w 481068"/>
                  <a:gd name="connsiteY22" fmla="*/ 200554 h 246591"/>
                  <a:gd name="connsiteX23" fmla="*/ 11001 w 481068"/>
                  <a:gd name="connsiteY23" fmla="*/ 110066 h 246591"/>
                  <a:gd name="connsiteX0" fmla="*/ 11001 w 481068"/>
                  <a:gd name="connsiteY0" fmla="*/ 108053 h 244578"/>
                  <a:gd name="connsiteX1" fmla="*/ 61801 w 481068"/>
                  <a:gd name="connsiteY1" fmla="*/ 35028 h 244578"/>
                  <a:gd name="connsiteX2" fmla="*/ 177688 w 481068"/>
                  <a:gd name="connsiteY2" fmla="*/ 17565 h 244578"/>
                  <a:gd name="connsiteX3" fmla="*/ 220551 w 481068"/>
                  <a:gd name="connsiteY3" fmla="*/ 1690 h 244578"/>
                  <a:gd name="connsiteX4" fmla="*/ 225313 w 481068"/>
                  <a:gd name="connsiteY4" fmla="*/ 103 h 244578"/>
                  <a:gd name="connsiteX5" fmla="*/ 233251 w 481068"/>
                  <a:gd name="connsiteY5" fmla="*/ 36615 h 244578"/>
                  <a:gd name="connsiteX6" fmla="*/ 239601 w 481068"/>
                  <a:gd name="connsiteY6" fmla="*/ 95353 h 244578"/>
                  <a:gd name="connsiteX7" fmla="*/ 244363 w 481068"/>
                  <a:gd name="connsiteY7" fmla="*/ 112815 h 244578"/>
                  <a:gd name="connsiteX8" fmla="*/ 290401 w 481068"/>
                  <a:gd name="connsiteY8" fmla="*/ 125515 h 244578"/>
                  <a:gd name="connsiteX9" fmla="*/ 361838 w 481068"/>
                  <a:gd name="connsiteY9" fmla="*/ 131865 h 244578"/>
                  <a:gd name="connsiteX10" fmla="*/ 433276 w 481068"/>
                  <a:gd name="connsiteY10" fmla="*/ 138215 h 244578"/>
                  <a:gd name="connsiteX11" fmla="*/ 472963 w 481068"/>
                  <a:gd name="connsiteY11" fmla="*/ 146153 h 244578"/>
                  <a:gd name="connsiteX12" fmla="*/ 480901 w 481068"/>
                  <a:gd name="connsiteY12" fmla="*/ 166790 h 244578"/>
                  <a:gd name="connsiteX13" fmla="*/ 469788 w 481068"/>
                  <a:gd name="connsiteY13" fmla="*/ 200128 h 244578"/>
                  <a:gd name="connsiteX14" fmla="*/ 449151 w 481068"/>
                  <a:gd name="connsiteY14" fmla="*/ 219178 h 244578"/>
                  <a:gd name="connsiteX15" fmla="*/ 387238 w 481068"/>
                  <a:gd name="connsiteY15" fmla="*/ 238228 h 244578"/>
                  <a:gd name="connsiteX16" fmla="*/ 338026 w 481068"/>
                  <a:gd name="connsiteY16" fmla="*/ 239815 h 244578"/>
                  <a:gd name="connsiteX17" fmla="*/ 247538 w 481068"/>
                  <a:gd name="connsiteY17" fmla="*/ 236640 h 244578"/>
                  <a:gd name="connsiteX18" fmla="*/ 206263 w 481068"/>
                  <a:gd name="connsiteY18" fmla="*/ 230290 h 244578"/>
                  <a:gd name="connsiteX19" fmla="*/ 155463 w 481068"/>
                  <a:gd name="connsiteY19" fmla="*/ 231878 h 244578"/>
                  <a:gd name="connsiteX20" fmla="*/ 114188 w 481068"/>
                  <a:gd name="connsiteY20" fmla="*/ 238228 h 244578"/>
                  <a:gd name="connsiteX21" fmla="*/ 50688 w 481068"/>
                  <a:gd name="connsiteY21" fmla="*/ 244578 h 244578"/>
                  <a:gd name="connsiteX22" fmla="*/ 3063 w 481068"/>
                  <a:gd name="connsiteY22" fmla="*/ 198541 h 244578"/>
                  <a:gd name="connsiteX23" fmla="*/ 11001 w 481068"/>
                  <a:gd name="connsiteY23" fmla="*/ 108053 h 244578"/>
                  <a:gd name="connsiteX0" fmla="*/ 11001 w 481068"/>
                  <a:gd name="connsiteY0" fmla="*/ 106841 h 243366"/>
                  <a:gd name="connsiteX1" fmla="*/ 61801 w 481068"/>
                  <a:gd name="connsiteY1" fmla="*/ 33816 h 243366"/>
                  <a:gd name="connsiteX2" fmla="*/ 177688 w 481068"/>
                  <a:gd name="connsiteY2" fmla="*/ 16353 h 243366"/>
                  <a:gd name="connsiteX3" fmla="*/ 220551 w 481068"/>
                  <a:gd name="connsiteY3" fmla="*/ 478 h 243366"/>
                  <a:gd name="connsiteX4" fmla="*/ 233251 w 481068"/>
                  <a:gd name="connsiteY4" fmla="*/ 35403 h 243366"/>
                  <a:gd name="connsiteX5" fmla="*/ 239601 w 481068"/>
                  <a:gd name="connsiteY5" fmla="*/ 94141 h 243366"/>
                  <a:gd name="connsiteX6" fmla="*/ 244363 w 481068"/>
                  <a:gd name="connsiteY6" fmla="*/ 111603 h 243366"/>
                  <a:gd name="connsiteX7" fmla="*/ 290401 w 481068"/>
                  <a:gd name="connsiteY7" fmla="*/ 124303 h 243366"/>
                  <a:gd name="connsiteX8" fmla="*/ 361838 w 481068"/>
                  <a:gd name="connsiteY8" fmla="*/ 130653 h 243366"/>
                  <a:gd name="connsiteX9" fmla="*/ 433276 w 481068"/>
                  <a:gd name="connsiteY9" fmla="*/ 137003 h 243366"/>
                  <a:gd name="connsiteX10" fmla="*/ 472963 w 481068"/>
                  <a:gd name="connsiteY10" fmla="*/ 144941 h 243366"/>
                  <a:gd name="connsiteX11" fmla="*/ 480901 w 481068"/>
                  <a:gd name="connsiteY11" fmla="*/ 165578 h 243366"/>
                  <a:gd name="connsiteX12" fmla="*/ 469788 w 481068"/>
                  <a:gd name="connsiteY12" fmla="*/ 198916 h 243366"/>
                  <a:gd name="connsiteX13" fmla="*/ 449151 w 481068"/>
                  <a:gd name="connsiteY13" fmla="*/ 217966 h 243366"/>
                  <a:gd name="connsiteX14" fmla="*/ 387238 w 481068"/>
                  <a:gd name="connsiteY14" fmla="*/ 237016 h 243366"/>
                  <a:gd name="connsiteX15" fmla="*/ 338026 w 481068"/>
                  <a:gd name="connsiteY15" fmla="*/ 238603 h 243366"/>
                  <a:gd name="connsiteX16" fmla="*/ 247538 w 481068"/>
                  <a:gd name="connsiteY16" fmla="*/ 235428 h 243366"/>
                  <a:gd name="connsiteX17" fmla="*/ 206263 w 481068"/>
                  <a:gd name="connsiteY17" fmla="*/ 229078 h 243366"/>
                  <a:gd name="connsiteX18" fmla="*/ 155463 w 481068"/>
                  <a:gd name="connsiteY18" fmla="*/ 230666 h 243366"/>
                  <a:gd name="connsiteX19" fmla="*/ 114188 w 481068"/>
                  <a:gd name="connsiteY19" fmla="*/ 237016 h 243366"/>
                  <a:gd name="connsiteX20" fmla="*/ 50688 w 481068"/>
                  <a:gd name="connsiteY20" fmla="*/ 243366 h 243366"/>
                  <a:gd name="connsiteX21" fmla="*/ 3063 w 481068"/>
                  <a:gd name="connsiteY21" fmla="*/ 197329 h 243366"/>
                  <a:gd name="connsiteX22" fmla="*/ 11001 w 481068"/>
                  <a:gd name="connsiteY22" fmla="*/ 106841 h 243366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3276 w 481068"/>
                  <a:gd name="connsiteY9" fmla="*/ 126529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1068"/>
                  <a:gd name="connsiteY0" fmla="*/ 96367 h 232892"/>
                  <a:gd name="connsiteX1" fmla="*/ 61801 w 481068"/>
                  <a:gd name="connsiteY1" fmla="*/ 23342 h 232892"/>
                  <a:gd name="connsiteX2" fmla="*/ 177688 w 481068"/>
                  <a:gd name="connsiteY2" fmla="*/ 5879 h 232892"/>
                  <a:gd name="connsiteX3" fmla="*/ 222138 w 481068"/>
                  <a:gd name="connsiteY3" fmla="*/ 1117 h 232892"/>
                  <a:gd name="connsiteX4" fmla="*/ 233251 w 481068"/>
                  <a:gd name="connsiteY4" fmla="*/ 24929 h 232892"/>
                  <a:gd name="connsiteX5" fmla="*/ 239601 w 481068"/>
                  <a:gd name="connsiteY5" fmla="*/ 83667 h 232892"/>
                  <a:gd name="connsiteX6" fmla="*/ 244363 w 481068"/>
                  <a:gd name="connsiteY6" fmla="*/ 101129 h 232892"/>
                  <a:gd name="connsiteX7" fmla="*/ 290401 w 481068"/>
                  <a:gd name="connsiteY7" fmla="*/ 113829 h 232892"/>
                  <a:gd name="connsiteX8" fmla="*/ 361838 w 481068"/>
                  <a:gd name="connsiteY8" fmla="*/ 120179 h 232892"/>
                  <a:gd name="connsiteX9" fmla="*/ 430101 w 481068"/>
                  <a:gd name="connsiteY9" fmla="*/ 112242 h 232892"/>
                  <a:gd name="connsiteX10" fmla="*/ 472963 w 481068"/>
                  <a:gd name="connsiteY10" fmla="*/ 134467 h 232892"/>
                  <a:gd name="connsiteX11" fmla="*/ 480901 w 481068"/>
                  <a:gd name="connsiteY11" fmla="*/ 155104 h 232892"/>
                  <a:gd name="connsiteX12" fmla="*/ 469788 w 481068"/>
                  <a:gd name="connsiteY12" fmla="*/ 188442 h 232892"/>
                  <a:gd name="connsiteX13" fmla="*/ 449151 w 481068"/>
                  <a:gd name="connsiteY13" fmla="*/ 207492 h 232892"/>
                  <a:gd name="connsiteX14" fmla="*/ 387238 w 481068"/>
                  <a:gd name="connsiteY14" fmla="*/ 226542 h 232892"/>
                  <a:gd name="connsiteX15" fmla="*/ 338026 w 481068"/>
                  <a:gd name="connsiteY15" fmla="*/ 228129 h 232892"/>
                  <a:gd name="connsiteX16" fmla="*/ 247538 w 481068"/>
                  <a:gd name="connsiteY16" fmla="*/ 224954 h 232892"/>
                  <a:gd name="connsiteX17" fmla="*/ 206263 w 481068"/>
                  <a:gd name="connsiteY17" fmla="*/ 218604 h 232892"/>
                  <a:gd name="connsiteX18" fmla="*/ 155463 w 481068"/>
                  <a:gd name="connsiteY18" fmla="*/ 220192 h 232892"/>
                  <a:gd name="connsiteX19" fmla="*/ 114188 w 481068"/>
                  <a:gd name="connsiteY19" fmla="*/ 226542 h 232892"/>
                  <a:gd name="connsiteX20" fmla="*/ 50688 w 481068"/>
                  <a:gd name="connsiteY20" fmla="*/ 232892 h 232892"/>
                  <a:gd name="connsiteX21" fmla="*/ 3063 w 481068"/>
                  <a:gd name="connsiteY21" fmla="*/ 186855 h 232892"/>
                  <a:gd name="connsiteX22" fmla="*/ 11001 w 481068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0939"/>
                  <a:gd name="connsiteY0" fmla="*/ 96367 h 232892"/>
                  <a:gd name="connsiteX1" fmla="*/ 61801 w 480939"/>
                  <a:gd name="connsiteY1" fmla="*/ 23342 h 232892"/>
                  <a:gd name="connsiteX2" fmla="*/ 177688 w 480939"/>
                  <a:gd name="connsiteY2" fmla="*/ 5879 h 232892"/>
                  <a:gd name="connsiteX3" fmla="*/ 222138 w 480939"/>
                  <a:gd name="connsiteY3" fmla="*/ 1117 h 232892"/>
                  <a:gd name="connsiteX4" fmla="*/ 233251 w 480939"/>
                  <a:gd name="connsiteY4" fmla="*/ 24929 h 232892"/>
                  <a:gd name="connsiteX5" fmla="*/ 239601 w 480939"/>
                  <a:gd name="connsiteY5" fmla="*/ 83667 h 232892"/>
                  <a:gd name="connsiteX6" fmla="*/ 244363 w 480939"/>
                  <a:gd name="connsiteY6" fmla="*/ 101129 h 232892"/>
                  <a:gd name="connsiteX7" fmla="*/ 290401 w 480939"/>
                  <a:gd name="connsiteY7" fmla="*/ 113829 h 232892"/>
                  <a:gd name="connsiteX8" fmla="*/ 361838 w 480939"/>
                  <a:gd name="connsiteY8" fmla="*/ 120179 h 232892"/>
                  <a:gd name="connsiteX9" fmla="*/ 430101 w 480939"/>
                  <a:gd name="connsiteY9" fmla="*/ 112242 h 232892"/>
                  <a:gd name="connsiteX10" fmla="*/ 472963 w 480939"/>
                  <a:gd name="connsiteY10" fmla="*/ 131292 h 232892"/>
                  <a:gd name="connsiteX11" fmla="*/ 480901 w 480939"/>
                  <a:gd name="connsiteY11" fmla="*/ 155104 h 232892"/>
                  <a:gd name="connsiteX12" fmla="*/ 469788 w 480939"/>
                  <a:gd name="connsiteY12" fmla="*/ 188442 h 232892"/>
                  <a:gd name="connsiteX13" fmla="*/ 449151 w 480939"/>
                  <a:gd name="connsiteY13" fmla="*/ 207492 h 232892"/>
                  <a:gd name="connsiteX14" fmla="*/ 387238 w 480939"/>
                  <a:gd name="connsiteY14" fmla="*/ 226542 h 232892"/>
                  <a:gd name="connsiteX15" fmla="*/ 338026 w 480939"/>
                  <a:gd name="connsiteY15" fmla="*/ 228129 h 232892"/>
                  <a:gd name="connsiteX16" fmla="*/ 247538 w 480939"/>
                  <a:gd name="connsiteY16" fmla="*/ 224954 h 232892"/>
                  <a:gd name="connsiteX17" fmla="*/ 206263 w 480939"/>
                  <a:gd name="connsiteY17" fmla="*/ 218604 h 232892"/>
                  <a:gd name="connsiteX18" fmla="*/ 155463 w 480939"/>
                  <a:gd name="connsiteY18" fmla="*/ 220192 h 232892"/>
                  <a:gd name="connsiteX19" fmla="*/ 114188 w 480939"/>
                  <a:gd name="connsiteY19" fmla="*/ 226542 h 232892"/>
                  <a:gd name="connsiteX20" fmla="*/ 50688 w 480939"/>
                  <a:gd name="connsiteY20" fmla="*/ 232892 h 232892"/>
                  <a:gd name="connsiteX21" fmla="*/ 3063 w 480939"/>
                  <a:gd name="connsiteY21" fmla="*/ 186855 h 232892"/>
                  <a:gd name="connsiteX22" fmla="*/ 11001 w 480939"/>
                  <a:gd name="connsiteY22" fmla="*/ 96367 h 232892"/>
                  <a:gd name="connsiteX0" fmla="*/ 11001 w 482793"/>
                  <a:gd name="connsiteY0" fmla="*/ 96367 h 232892"/>
                  <a:gd name="connsiteX1" fmla="*/ 61801 w 482793"/>
                  <a:gd name="connsiteY1" fmla="*/ 23342 h 232892"/>
                  <a:gd name="connsiteX2" fmla="*/ 177688 w 482793"/>
                  <a:gd name="connsiteY2" fmla="*/ 5879 h 232892"/>
                  <a:gd name="connsiteX3" fmla="*/ 222138 w 482793"/>
                  <a:gd name="connsiteY3" fmla="*/ 1117 h 232892"/>
                  <a:gd name="connsiteX4" fmla="*/ 233251 w 482793"/>
                  <a:gd name="connsiteY4" fmla="*/ 24929 h 232892"/>
                  <a:gd name="connsiteX5" fmla="*/ 239601 w 482793"/>
                  <a:gd name="connsiteY5" fmla="*/ 83667 h 232892"/>
                  <a:gd name="connsiteX6" fmla="*/ 244363 w 482793"/>
                  <a:gd name="connsiteY6" fmla="*/ 101129 h 232892"/>
                  <a:gd name="connsiteX7" fmla="*/ 290401 w 482793"/>
                  <a:gd name="connsiteY7" fmla="*/ 113829 h 232892"/>
                  <a:gd name="connsiteX8" fmla="*/ 361838 w 482793"/>
                  <a:gd name="connsiteY8" fmla="*/ 120179 h 232892"/>
                  <a:gd name="connsiteX9" fmla="*/ 430101 w 482793"/>
                  <a:gd name="connsiteY9" fmla="*/ 112242 h 232892"/>
                  <a:gd name="connsiteX10" fmla="*/ 480901 w 482793"/>
                  <a:gd name="connsiteY10" fmla="*/ 155104 h 232892"/>
                  <a:gd name="connsiteX11" fmla="*/ 469788 w 482793"/>
                  <a:gd name="connsiteY11" fmla="*/ 188442 h 232892"/>
                  <a:gd name="connsiteX12" fmla="*/ 449151 w 482793"/>
                  <a:gd name="connsiteY12" fmla="*/ 207492 h 232892"/>
                  <a:gd name="connsiteX13" fmla="*/ 387238 w 482793"/>
                  <a:gd name="connsiteY13" fmla="*/ 226542 h 232892"/>
                  <a:gd name="connsiteX14" fmla="*/ 338026 w 482793"/>
                  <a:gd name="connsiteY14" fmla="*/ 228129 h 232892"/>
                  <a:gd name="connsiteX15" fmla="*/ 247538 w 482793"/>
                  <a:gd name="connsiteY15" fmla="*/ 224954 h 232892"/>
                  <a:gd name="connsiteX16" fmla="*/ 206263 w 482793"/>
                  <a:gd name="connsiteY16" fmla="*/ 218604 h 232892"/>
                  <a:gd name="connsiteX17" fmla="*/ 155463 w 482793"/>
                  <a:gd name="connsiteY17" fmla="*/ 220192 h 232892"/>
                  <a:gd name="connsiteX18" fmla="*/ 114188 w 482793"/>
                  <a:gd name="connsiteY18" fmla="*/ 226542 h 232892"/>
                  <a:gd name="connsiteX19" fmla="*/ 50688 w 482793"/>
                  <a:gd name="connsiteY19" fmla="*/ 232892 h 232892"/>
                  <a:gd name="connsiteX20" fmla="*/ 3063 w 482793"/>
                  <a:gd name="connsiteY20" fmla="*/ 186855 h 232892"/>
                  <a:gd name="connsiteX21" fmla="*/ 11001 w 482793"/>
                  <a:gd name="connsiteY21" fmla="*/ 96367 h 232892"/>
                  <a:gd name="connsiteX0" fmla="*/ 11001 w 479949"/>
                  <a:gd name="connsiteY0" fmla="*/ 96367 h 232892"/>
                  <a:gd name="connsiteX1" fmla="*/ 61801 w 479949"/>
                  <a:gd name="connsiteY1" fmla="*/ 23342 h 232892"/>
                  <a:gd name="connsiteX2" fmla="*/ 177688 w 479949"/>
                  <a:gd name="connsiteY2" fmla="*/ 5879 h 232892"/>
                  <a:gd name="connsiteX3" fmla="*/ 222138 w 479949"/>
                  <a:gd name="connsiteY3" fmla="*/ 1117 h 232892"/>
                  <a:gd name="connsiteX4" fmla="*/ 233251 w 479949"/>
                  <a:gd name="connsiteY4" fmla="*/ 24929 h 232892"/>
                  <a:gd name="connsiteX5" fmla="*/ 239601 w 479949"/>
                  <a:gd name="connsiteY5" fmla="*/ 83667 h 232892"/>
                  <a:gd name="connsiteX6" fmla="*/ 244363 w 479949"/>
                  <a:gd name="connsiteY6" fmla="*/ 101129 h 232892"/>
                  <a:gd name="connsiteX7" fmla="*/ 290401 w 479949"/>
                  <a:gd name="connsiteY7" fmla="*/ 113829 h 232892"/>
                  <a:gd name="connsiteX8" fmla="*/ 361838 w 479949"/>
                  <a:gd name="connsiteY8" fmla="*/ 120179 h 232892"/>
                  <a:gd name="connsiteX9" fmla="*/ 430101 w 479949"/>
                  <a:gd name="connsiteY9" fmla="*/ 112242 h 232892"/>
                  <a:gd name="connsiteX10" fmla="*/ 477726 w 479949"/>
                  <a:gd name="connsiteY10" fmla="*/ 131291 h 232892"/>
                  <a:gd name="connsiteX11" fmla="*/ 469788 w 479949"/>
                  <a:gd name="connsiteY11" fmla="*/ 188442 h 232892"/>
                  <a:gd name="connsiteX12" fmla="*/ 449151 w 479949"/>
                  <a:gd name="connsiteY12" fmla="*/ 207492 h 232892"/>
                  <a:gd name="connsiteX13" fmla="*/ 387238 w 479949"/>
                  <a:gd name="connsiteY13" fmla="*/ 226542 h 232892"/>
                  <a:gd name="connsiteX14" fmla="*/ 338026 w 479949"/>
                  <a:gd name="connsiteY14" fmla="*/ 228129 h 232892"/>
                  <a:gd name="connsiteX15" fmla="*/ 247538 w 479949"/>
                  <a:gd name="connsiteY15" fmla="*/ 224954 h 232892"/>
                  <a:gd name="connsiteX16" fmla="*/ 206263 w 479949"/>
                  <a:gd name="connsiteY16" fmla="*/ 218604 h 232892"/>
                  <a:gd name="connsiteX17" fmla="*/ 155463 w 479949"/>
                  <a:gd name="connsiteY17" fmla="*/ 220192 h 232892"/>
                  <a:gd name="connsiteX18" fmla="*/ 114188 w 479949"/>
                  <a:gd name="connsiteY18" fmla="*/ 226542 h 232892"/>
                  <a:gd name="connsiteX19" fmla="*/ 50688 w 479949"/>
                  <a:gd name="connsiteY19" fmla="*/ 232892 h 232892"/>
                  <a:gd name="connsiteX20" fmla="*/ 3063 w 479949"/>
                  <a:gd name="connsiteY20" fmla="*/ 186855 h 232892"/>
                  <a:gd name="connsiteX21" fmla="*/ 11001 w 479949"/>
                  <a:gd name="connsiteY21" fmla="*/ 96367 h 232892"/>
                  <a:gd name="connsiteX0" fmla="*/ 11001 w 479949"/>
                  <a:gd name="connsiteY0" fmla="*/ 100639 h 237164"/>
                  <a:gd name="connsiteX1" fmla="*/ 61801 w 479949"/>
                  <a:gd name="connsiteY1" fmla="*/ 27614 h 237164"/>
                  <a:gd name="connsiteX2" fmla="*/ 177688 w 479949"/>
                  <a:gd name="connsiteY2" fmla="*/ 10151 h 237164"/>
                  <a:gd name="connsiteX3" fmla="*/ 222138 w 479949"/>
                  <a:gd name="connsiteY3" fmla="*/ 5389 h 237164"/>
                  <a:gd name="connsiteX4" fmla="*/ 239601 w 479949"/>
                  <a:gd name="connsiteY4" fmla="*/ 87939 h 237164"/>
                  <a:gd name="connsiteX5" fmla="*/ 244363 w 479949"/>
                  <a:gd name="connsiteY5" fmla="*/ 105401 h 237164"/>
                  <a:gd name="connsiteX6" fmla="*/ 290401 w 479949"/>
                  <a:gd name="connsiteY6" fmla="*/ 118101 h 237164"/>
                  <a:gd name="connsiteX7" fmla="*/ 361838 w 479949"/>
                  <a:gd name="connsiteY7" fmla="*/ 124451 h 237164"/>
                  <a:gd name="connsiteX8" fmla="*/ 430101 w 479949"/>
                  <a:gd name="connsiteY8" fmla="*/ 116514 h 237164"/>
                  <a:gd name="connsiteX9" fmla="*/ 477726 w 479949"/>
                  <a:gd name="connsiteY9" fmla="*/ 135563 h 237164"/>
                  <a:gd name="connsiteX10" fmla="*/ 469788 w 479949"/>
                  <a:gd name="connsiteY10" fmla="*/ 192714 h 237164"/>
                  <a:gd name="connsiteX11" fmla="*/ 449151 w 479949"/>
                  <a:gd name="connsiteY11" fmla="*/ 211764 h 237164"/>
                  <a:gd name="connsiteX12" fmla="*/ 387238 w 479949"/>
                  <a:gd name="connsiteY12" fmla="*/ 230814 h 237164"/>
                  <a:gd name="connsiteX13" fmla="*/ 338026 w 479949"/>
                  <a:gd name="connsiteY13" fmla="*/ 232401 h 237164"/>
                  <a:gd name="connsiteX14" fmla="*/ 247538 w 479949"/>
                  <a:gd name="connsiteY14" fmla="*/ 229226 h 237164"/>
                  <a:gd name="connsiteX15" fmla="*/ 206263 w 479949"/>
                  <a:gd name="connsiteY15" fmla="*/ 222876 h 237164"/>
                  <a:gd name="connsiteX16" fmla="*/ 155463 w 479949"/>
                  <a:gd name="connsiteY16" fmla="*/ 224464 h 237164"/>
                  <a:gd name="connsiteX17" fmla="*/ 114188 w 479949"/>
                  <a:gd name="connsiteY17" fmla="*/ 230814 h 237164"/>
                  <a:gd name="connsiteX18" fmla="*/ 50688 w 479949"/>
                  <a:gd name="connsiteY18" fmla="*/ 237164 h 237164"/>
                  <a:gd name="connsiteX19" fmla="*/ 3063 w 479949"/>
                  <a:gd name="connsiteY19" fmla="*/ 191127 h 237164"/>
                  <a:gd name="connsiteX20" fmla="*/ 11001 w 479949"/>
                  <a:gd name="connsiteY20" fmla="*/ 100639 h 237164"/>
                  <a:gd name="connsiteX0" fmla="*/ 11001 w 479949"/>
                  <a:gd name="connsiteY0" fmla="*/ 94758 h 231283"/>
                  <a:gd name="connsiteX1" fmla="*/ 61801 w 479949"/>
                  <a:gd name="connsiteY1" fmla="*/ 21733 h 231283"/>
                  <a:gd name="connsiteX2" fmla="*/ 177688 w 479949"/>
                  <a:gd name="connsiteY2" fmla="*/ 4270 h 231283"/>
                  <a:gd name="connsiteX3" fmla="*/ 226900 w 479949"/>
                  <a:gd name="connsiteY3" fmla="*/ 7445 h 231283"/>
                  <a:gd name="connsiteX4" fmla="*/ 239601 w 479949"/>
                  <a:gd name="connsiteY4" fmla="*/ 82058 h 231283"/>
                  <a:gd name="connsiteX5" fmla="*/ 244363 w 479949"/>
                  <a:gd name="connsiteY5" fmla="*/ 99520 h 231283"/>
                  <a:gd name="connsiteX6" fmla="*/ 290401 w 479949"/>
                  <a:gd name="connsiteY6" fmla="*/ 112220 h 231283"/>
                  <a:gd name="connsiteX7" fmla="*/ 361838 w 479949"/>
                  <a:gd name="connsiteY7" fmla="*/ 118570 h 231283"/>
                  <a:gd name="connsiteX8" fmla="*/ 430101 w 479949"/>
                  <a:gd name="connsiteY8" fmla="*/ 110633 h 231283"/>
                  <a:gd name="connsiteX9" fmla="*/ 477726 w 479949"/>
                  <a:gd name="connsiteY9" fmla="*/ 129682 h 231283"/>
                  <a:gd name="connsiteX10" fmla="*/ 469788 w 479949"/>
                  <a:gd name="connsiteY10" fmla="*/ 186833 h 231283"/>
                  <a:gd name="connsiteX11" fmla="*/ 449151 w 479949"/>
                  <a:gd name="connsiteY11" fmla="*/ 205883 h 231283"/>
                  <a:gd name="connsiteX12" fmla="*/ 387238 w 479949"/>
                  <a:gd name="connsiteY12" fmla="*/ 224933 h 231283"/>
                  <a:gd name="connsiteX13" fmla="*/ 338026 w 479949"/>
                  <a:gd name="connsiteY13" fmla="*/ 226520 h 231283"/>
                  <a:gd name="connsiteX14" fmla="*/ 247538 w 479949"/>
                  <a:gd name="connsiteY14" fmla="*/ 223345 h 231283"/>
                  <a:gd name="connsiteX15" fmla="*/ 206263 w 479949"/>
                  <a:gd name="connsiteY15" fmla="*/ 216995 h 231283"/>
                  <a:gd name="connsiteX16" fmla="*/ 155463 w 479949"/>
                  <a:gd name="connsiteY16" fmla="*/ 218583 h 231283"/>
                  <a:gd name="connsiteX17" fmla="*/ 114188 w 479949"/>
                  <a:gd name="connsiteY17" fmla="*/ 224933 h 231283"/>
                  <a:gd name="connsiteX18" fmla="*/ 50688 w 479949"/>
                  <a:gd name="connsiteY18" fmla="*/ 231283 h 231283"/>
                  <a:gd name="connsiteX19" fmla="*/ 3063 w 479949"/>
                  <a:gd name="connsiteY19" fmla="*/ 185246 h 231283"/>
                  <a:gd name="connsiteX20" fmla="*/ 11001 w 479949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361838 w 479950"/>
                  <a:gd name="connsiteY7" fmla="*/ 118570 h 231283"/>
                  <a:gd name="connsiteX8" fmla="*/ 430101 w 479950"/>
                  <a:gd name="connsiteY8" fmla="*/ 113808 h 231283"/>
                  <a:gd name="connsiteX9" fmla="*/ 477726 w 479950"/>
                  <a:gd name="connsiteY9" fmla="*/ 129682 h 231283"/>
                  <a:gd name="connsiteX10" fmla="*/ 469788 w 479950"/>
                  <a:gd name="connsiteY10" fmla="*/ 186833 h 231283"/>
                  <a:gd name="connsiteX11" fmla="*/ 449151 w 479950"/>
                  <a:gd name="connsiteY11" fmla="*/ 205883 h 231283"/>
                  <a:gd name="connsiteX12" fmla="*/ 387238 w 479950"/>
                  <a:gd name="connsiteY12" fmla="*/ 224933 h 231283"/>
                  <a:gd name="connsiteX13" fmla="*/ 338026 w 479950"/>
                  <a:gd name="connsiteY13" fmla="*/ 226520 h 231283"/>
                  <a:gd name="connsiteX14" fmla="*/ 247538 w 479950"/>
                  <a:gd name="connsiteY14" fmla="*/ 223345 h 231283"/>
                  <a:gd name="connsiteX15" fmla="*/ 206263 w 479950"/>
                  <a:gd name="connsiteY15" fmla="*/ 216995 h 231283"/>
                  <a:gd name="connsiteX16" fmla="*/ 155463 w 479950"/>
                  <a:gd name="connsiteY16" fmla="*/ 218583 h 231283"/>
                  <a:gd name="connsiteX17" fmla="*/ 114188 w 479950"/>
                  <a:gd name="connsiteY17" fmla="*/ 224933 h 231283"/>
                  <a:gd name="connsiteX18" fmla="*/ 50688 w 479950"/>
                  <a:gd name="connsiteY18" fmla="*/ 231283 h 231283"/>
                  <a:gd name="connsiteX19" fmla="*/ 3063 w 479950"/>
                  <a:gd name="connsiteY19" fmla="*/ 185246 h 231283"/>
                  <a:gd name="connsiteX20" fmla="*/ 11001 w 479950"/>
                  <a:gd name="connsiteY20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4363 w 479950"/>
                  <a:gd name="connsiteY5" fmla="*/ 995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290401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4758 h 231283"/>
                  <a:gd name="connsiteX1" fmla="*/ 61801 w 479950"/>
                  <a:gd name="connsiteY1" fmla="*/ 21733 h 231283"/>
                  <a:gd name="connsiteX2" fmla="*/ 177688 w 479950"/>
                  <a:gd name="connsiteY2" fmla="*/ 4270 h 231283"/>
                  <a:gd name="connsiteX3" fmla="*/ 226900 w 479950"/>
                  <a:gd name="connsiteY3" fmla="*/ 7445 h 231283"/>
                  <a:gd name="connsiteX4" fmla="*/ 239601 w 479950"/>
                  <a:gd name="connsiteY4" fmla="*/ 82058 h 231283"/>
                  <a:gd name="connsiteX5" fmla="*/ 245951 w 479950"/>
                  <a:gd name="connsiteY5" fmla="*/ 112220 h 231283"/>
                  <a:gd name="connsiteX6" fmla="*/ 320563 w 479950"/>
                  <a:gd name="connsiteY6" fmla="*/ 112220 h 231283"/>
                  <a:gd name="connsiteX7" fmla="*/ 430101 w 479950"/>
                  <a:gd name="connsiteY7" fmla="*/ 113808 h 231283"/>
                  <a:gd name="connsiteX8" fmla="*/ 477726 w 479950"/>
                  <a:gd name="connsiteY8" fmla="*/ 129682 h 231283"/>
                  <a:gd name="connsiteX9" fmla="*/ 469788 w 479950"/>
                  <a:gd name="connsiteY9" fmla="*/ 186833 h 231283"/>
                  <a:gd name="connsiteX10" fmla="*/ 449151 w 479950"/>
                  <a:gd name="connsiteY10" fmla="*/ 205883 h 231283"/>
                  <a:gd name="connsiteX11" fmla="*/ 387238 w 479950"/>
                  <a:gd name="connsiteY11" fmla="*/ 224933 h 231283"/>
                  <a:gd name="connsiteX12" fmla="*/ 338026 w 479950"/>
                  <a:gd name="connsiteY12" fmla="*/ 226520 h 231283"/>
                  <a:gd name="connsiteX13" fmla="*/ 247538 w 479950"/>
                  <a:gd name="connsiteY13" fmla="*/ 223345 h 231283"/>
                  <a:gd name="connsiteX14" fmla="*/ 206263 w 479950"/>
                  <a:gd name="connsiteY14" fmla="*/ 216995 h 231283"/>
                  <a:gd name="connsiteX15" fmla="*/ 155463 w 479950"/>
                  <a:gd name="connsiteY15" fmla="*/ 218583 h 231283"/>
                  <a:gd name="connsiteX16" fmla="*/ 114188 w 479950"/>
                  <a:gd name="connsiteY16" fmla="*/ 224933 h 231283"/>
                  <a:gd name="connsiteX17" fmla="*/ 50688 w 479950"/>
                  <a:gd name="connsiteY17" fmla="*/ 231283 h 231283"/>
                  <a:gd name="connsiteX18" fmla="*/ 3063 w 479950"/>
                  <a:gd name="connsiteY18" fmla="*/ 185246 h 231283"/>
                  <a:gd name="connsiteX19" fmla="*/ 11001 w 479950"/>
                  <a:gd name="connsiteY19" fmla="*/ 94758 h 231283"/>
                  <a:gd name="connsiteX0" fmla="*/ 11001 w 479950"/>
                  <a:gd name="connsiteY0" fmla="*/ 93068 h 229593"/>
                  <a:gd name="connsiteX1" fmla="*/ 61801 w 479950"/>
                  <a:gd name="connsiteY1" fmla="*/ 20043 h 229593"/>
                  <a:gd name="connsiteX2" fmla="*/ 177688 w 479950"/>
                  <a:gd name="connsiteY2" fmla="*/ 2580 h 229593"/>
                  <a:gd name="connsiteX3" fmla="*/ 226900 w 479950"/>
                  <a:gd name="connsiteY3" fmla="*/ 5755 h 229593"/>
                  <a:gd name="connsiteX4" fmla="*/ 238013 w 479950"/>
                  <a:gd name="connsiteY4" fmla="*/ 54968 h 229593"/>
                  <a:gd name="connsiteX5" fmla="*/ 245951 w 479950"/>
                  <a:gd name="connsiteY5" fmla="*/ 110530 h 229593"/>
                  <a:gd name="connsiteX6" fmla="*/ 320563 w 479950"/>
                  <a:gd name="connsiteY6" fmla="*/ 110530 h 229593"/>
                  <a:gd name="connsiteX7" fmla="*/ 430101 w 479950"/>
                  <a:gd name="connsiteY7" fmla="*/ 112118 h 229593"/>
                  <a:gd name="connsiteX8" fmla="*/ 477726 w 479950"/>
                  <a:gd name="connsiteY8" fmla="*/ 127992 h 229593"/>
                  <a:gd name="connsiteX9" fmla="*/ 469788 w 479950"/>
                  <a:gd name="connsiteY9" fmla="*/ 185143 h 229593"/>
                  <a:gd name="connsiteX10" fmla="*/ 449151 w 479950"/>
                  <a:gd name="connsiteY10" fmla="*/ 204193 h 229593"/>
                  <a:gd name="connsiteX11" fmla="*/ 387238 w 479950"/>
                  <a:gd name="connsiteY11" fmla="*/ 223243 h 229593"/>
                  <a:gd name="connsiteX12" fmla="*/ 338026 w 479950"/>
                  <a:gd name="connsiteY12" fmla="*/ 224830 h 229593"/>
                  <a:gd name="connsiteX13" fmla="*/ 247538 w 479950"/>
                  <a:gd name="connsiteY13" fmla="*/ 221655 h 229593"/>
                  <a:gd name="connsiteX14" fmla="*/ 206263 w 479950"/>
                  <a:gd name="connsiteY14" fmla="*/ 215305 h 229593"/>
                  <a:gd name="connsiteX15" fmla="*/ 155463 w 479950"/>
                  <a:gd name="connsiteY15" fmla="*/ 216893 h 229593"/>
                  <a:gd name="connsiteX16" fmla="*/ 114188 w 479950"/>
                  <a:gd name="connsiteY16" fmla="*/ 223243 h 229593"/>
                  <a:gd name="connsiteX17" fmla="*/ 50688 w 479950"/>
                  <a:gd name="connsiteY17" fmla="*/ 229593 h 229593"/>
                  <a:gd name="connsiteX18" fmla="*/ 3063 w 479950"/>
                  <a:gd name="connsiteY18" fmla="*/ 183556 h 229593"/>
                  <a:gd name="connsiteX19" fmla="*/ 11001 w 479950"/>
                  <a:gd name="connsiteY19" fmla="*/ 93068 h 229593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14351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6889 h 233414"/>
                  <a:gd name="connsiteX1" fmla="*/ 61801 w 479950"/>
                  <a:gd name="connsiteY1" fmla="*/ 23864 h 233414"/>
                  <a:gd name="connsiteX2" fmla="*/ 177688 w 479950"/>
                  <a:gd name="connsiteY2" fmla="*/ 6401 h 233414"/>
                  <a:gd name="connsiteX3" fmla="*/ 226900 w 479950"/>
                  <a:gd name="connsiteY3" fmla="*/ 9576 h 233414"/>
                  <a:gd name="connsiteX4" fmla="*/ 245951 w 479950"/>
                  <a:gd name="connsiteY4" fmla="*/ 114351 h 233414"/>
                  <a:gd name="connsiteX5" fmla="*/ 320563 w 479950"/>
                  <a:gd name="connsiteY5" fmla="*/ 125463 h 233414"/>
                  <a:gd name="connsiteX6" fmla="*/ 430101 w 479950"/>
                  <a:gd name="connsiteY6" fmla="*/ 115939 h 233414"/>
                  <a:gd name="connsiteX7" fmla="*/ 477726 w 479950"/>
                  <a:gd name="connsiteY7" fmla="*/ 131813 h 233414"/>
                  <a:gd name="connsiteX8" fmla="*/ 469788 w 479950"/>
                  <a:gd name="connsiteY8" fmla="*/ 188964 h 233414"/>
                  <a:gd name="connsiteX9" fmla="*/ 449151 w 479950"/>
                  <a:gd name="connsiteY9" fmla="*/ 208014 h 233414"/>
                  <a:gd name="connsiteX10" fmla="*/ 387238 w 479950"/>
                  <a:gd name="connsiteY10" fmla="*/ 227064 h 233414"/>
                  <a:gd name="connsiteX11" fmla="*/ 338026 w 479950"/>
                  <a:gd name="connsiteY11" fmla="*/ 228651 h 233414"/>
                  <a:gd name="connsiteX12" fmla="*/ 247538 w 479950"/>
                  <a:gd name="connsiteY12" fmla="*/ 225476 h 233414"/>
                  <a:gd name="connsiteX13" fmla="*/ 206263 w 479950"/>
                  <a:gd name="connsiteY13" fmla="*/ 219126 h 233414"/>
                  <a:gd name="connsiteX14" fmla="*/ 155463 w 479950"/>
                  <a:gd name="connsiteY14" fmla="*/ 220714 h 233414"/>
                  <a:gd name="connsiteX15" fmla="*/ 114188 w 479950"/>
                  <a:gd name="connsiteY15" fmla="*/ 227064 h 233414"/>
                  <a:gd name="connsiteX16" fmla="*/ 50688 w 479950"/>
                  <a:gd name="connsiteY16" fmla="*/ 233414 h 233414"/>
                  <a:gd name="connsiteX17" fmla="*/ 3063 w 479950"/>
                  <a:gd name="connsiteY17" fmla="*/ 187377 h 233414"/>
                  <a:gd name="connsiteX18" fmla="*/ 11001 w 479950"/>
                  <a:gd name="connsiteY18" fmla="*/ 96889 h 23341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19584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11001 w 479950"/>
                  <a:gd name="connsiteY0" fmla="*/ 95759 h 232284"/>
                  <a:gd name="connsiteX1" fmla="*/ 61801 w 479950"/>
                  <a:gd name="connsiteY1" fmla="*/ 22734 h 232284"/>
                  <a:gd name="connsiteX2" fmla="*/ 177688 w 479950"/>
                  <a:gd name="connsiteY2" fmla="*/ 5271 h 232284"/>
                  <a:gd name="connsiteX3" fmla="*/ 226900 w 479950"/>
                  <a:gd name="connsiteY3" fmla="*/ 8446 h 232284"/>
                  <a:gd name="connsiteX4" fmla="*/ 241188 w 479950"/>
                  <a:gd name="connsiteY4" fmla="*/ 97346 h 232284"/>
                  <a:gd name="connsiteX5" fmla="*/ 320563 w 479950"/>
                  <a:gd name="connsiteY5" fmla="*/ 124333 h 232284"/>
                  <a:gd name="connsiteX6" fmla="*/ 430101 w 479950"/>
                  <a:gd name="connsiteY6" fmla="*/ 114809 h 232284"/>
                  <a:gd name="connsiteX7" fmla="*/ 477726 w 479950"/>
                  <a:gd name="connsiteY7" fmla="*/ 130683 h 232284"/>
                  <a:gd name="connsiteX8" fmla="*/ 469788 w 479950"/>
                  <a:gd name="connsiteY8" fmla="*/ 187834 h 232284"/>
                  <a:gd name="connsiteX9" fmla="*/ 449151 w 479950"/>
                  <a:gd name="connsiteY9" fmla="*/ 206884 h 232284"/>
                  <a:gd name="connsiteX10" fmla="*/ 387238 w 479950"/>
                  <a:gd name="connsiteY10" fmla="*/ 225934 h 232284"/>
                  <a:gd name="connsiteX11" fmla="*/ 338026 w 479950"/>
                  <a:gd name="connsiteY11" fmla="*/ 227521 h 232284"/>
                  <a:gd name="connsiteX12" fmla="*/ 247538 w 479950"/>
                  <a:gd name="connsiteY12" fmla="*/ 224346 h 232284"/>
                  <a:gd name="connsiteX13" fmla="*/ 206263 w 479950"/>
                  <a:gd name="connsiteY13" fmla="*/ 217996 h 232284"/>
                  <a:gd name="connsiteX14" fmla="*/ 155463 w 479950"/>
                  <a:gd name="connsiteY14" fmla="*/ 229109 h 232284"/>
                  <a:gd name="connsiteX15" fmla="*/ 114188 w 479950"/>
                  <a:gd name="connsiteY15" fmla="*/ 225934 h 232284"/>
                  <a:gd name="connsiteX16" fmla="*/ 50688 w 479950"/>
                  <a:gd name="connsiteY16" fmla="*/ 232284 h 232284"/>
                  <a:gd name="connsiteX17" fmla="*/ 3063 w 479950"/>
                  <a:gd name="connsiteY17" fmla="*/ 186247 h 232284"/>
                  <a:gd name="connsiteX18" fmla="*/ 11001 w 479950"/>
                  <a:gd name="connsiteY18" fmla="*/ 95759 h 232284"/>
                  <a:gd name="connsiteX0" fmla="*/ 8613 w 477562"/>
                  <a:gd name="connsiteY0" fmla="*/ 95759 h 232284"/>
                  <a:gd name="connsiteX1" fmla="*/ 59413 w 477562"/>
                  <a:gd name="connsiteY1" fmla="*/ 22734 h 232284"/>
                  <a:gd name="connsiteX2" fmla="*/ 175300 w 477562"/>
                  <a:gd name="connsiteY2" fmla="*/ 5271 h 232284"/>
                  <a:gd name="connsiteX3" fmla="*/ 224512 w 477562"/>
                  <a:gd name="connsiteY3" fmla="*/ 8446 h 232284"/>
                  <a:gd name="connsiteX4" fmla="*/ 238800 w 477562"/>
                  <a:gd name="connsiteY4" fmla="*/ 97346 h 232284"/>
                  <a:gd name="connsiteX5" fmla="*/ 318175 w 477562"/>
                  <a:gd name="connsiteY5" fmla="*/ 124333 h 232284"/>
                  <a:gd name="connsiteX6" fmla="*/ 427713 w 477562"/>
                  <a:gd name="connsiteY6" fmla="*/ 114809 h 232284"/>
                  <a:gd name="connsiteX7" fmla="*/ 475338 w 477562"/>
                  <a:gd name="connsiteY7" fmla="*/ 130683 h 232284"/>
                  <a:gd name="connsiteX8" fmla="*/ 467400 w 477562"/>
                  <a:gd name="connsiteY8" fmla="*/ 187834 h 232284"/>
                  <a:gd name="connsiteX9" fmla="*/ 446763 w 477562"/>
                  <a:gd name="connsiteY9" fmla="*/ 206884 h 232284"/>
                  <a:gd name="connsiteX10" fmla="*/ 384850 w 477562"/>
                  <a:gd name="connsiteY10" fmla="*/ 225934 h 232284"/>
                  <a:gd name="connsiteX11" fmla="*/ 335638 w 477562"/>
                  <a:gd name="connsiteY11" fmla="*/ 227521 h 232284"/>
                  <a:gd name="connsiteX12" fmla="*/ 245150 w 477562"/>
                  <a:gd name="connsiteY12" fmla="*/ 224346 h 232284"/>
                  <a:gd name="connsiteX13" fmla="*/ 203875 w 477562"/>
                  <a:gd name="connsiteY13" fmla="*/ 217996 h 232284"/>
                  <a:gd name="connsiteX14" fmla="*/ 153075 w 477562"/>
                  <a:gd name="connsiteY14" fmla="*/ 229109 h 232284"/>
                  <a:gd name="connsiteX15" fmla="*/ 111800 w 477562"/>
                  <a:gd name="connsiteY15" fmla="*/ 225934 h 232284"/>
                  <a:gd name="connsiteX16" fmla="*/ 48300 w 477562"/>
                  <a:gd name="connsiteY16" fmla="*/ 232284 h 232284"/>
                  <a:gd name="connsiteX17" fmla="*/ 3850 w 477562"/>
                  <a:gd name="connsiteY17" fmla="*/ 184660 h 232284"/>
                  <a:gd name="connsiteX18" fmla="*/ 8613 w 477562"/>
                  <a:gd name="connsiteY18" fmla="*/ 95759 h 232284"/>
                  <a:gd name="connsiteX0" fmla="*/ 8539 w 477488"/>
                  <a:gd name="connsiteY0" fmla="*/ 95140 h 231665"/>
                  <a:gd name="connsiteX1" fmla="*/ 57752 w 477488"/>
                  <a:gd name="connsiteY1" fmla="*/ 9415 h 231665"/>
                  <a:gd name="connsiteX2" fmla="*/ 175226 w 477488"/>
                  <a:gd name="connsiteY2" fmla="*/ 4652 h 231665"/>
                  <a:gd name="connsiteX3" fmla="*/ 224438 w 477488"/>
                  <a:gd name="connsiteY3" fmla="*/ 7827 h 231665"/>
                  <a:gd name="connsiteX4" fmla="*/ 238726 w 477488"/>
                  <a:gd name="connsiteY4" fmla="*/ 96727 h 231665"/>
                  <a:gd name="connsiteX5" fmla="*/ 318101 w 477488"/>
                  <a:gd name="connsiteY5" fmla="*/ 123714 h 231665"/>
                  <a:gd name="connsiteX6" fmla="*/ 427639 w 477488"/>
                  <a:gd name="connsiteY6" fmla="*/ 114190 h 231665"/>
                  <a:gd name="connsiteX7" fmla="*/ 475264 w 477488"/>
                  <a:gd name="connsiteY7" fmla="*/ 130064 h 231665"/>
                  <a:gd name="connsiteX8" fmla="*/ 467326 w 477488"/>
                  <a:gd name="connsiteY8" fmla="*/ 187215 h 231665"/>
                  <a:gd name="connsiteX9" fmla="*/ 446689 w 477488"/>
                  <a:gd name="connsiteY9" fmla="*/ 206265 h 231665"/>
                  <a:gd name="connsiteX10" fmla="*/ 384776 w 477488"/>
                  <a:gd name="connsiteY10" fmla="*/ 225315 h 231665"/>
                  <a:gd name="connsiteX11" fmla="*/ 335564 w 477488"/>
                  <a:gd name="connsiteY11" fmla="*/ 226902 h 231665"/>
                  <a:gd name="connsiteX12" fmla="*/ 245076 w 477488"/>
                  <a:gd name="connsiteY12" fmla="*/ 223727 h 231665"/>
                  <a:gd name="connsiteX13" fmla="*/ 203801 w 477488"/>
                  <a:gd name="connsiteY13" fmla="*/ 217377 h 231665"/>
                  <a:gd name="connsiteX14" fmla="*/ 153001 w 477488"/>
                  <a:gd name="connsiteY14" fmla="*/ 228490 h 231665"/>
                  <a:gd name="connsiteX15" fmla="*/ 111726 w 477488"/>
                  <a:gd name="connsiteY15" fmla="*/ 225315 h 231665"/>
                  <a:gd name="connsiteX16" fmla="*/ 48226 w 477488"/>
                  <a:gd name="connsiteY16" fmla="*/ 231665 h 231665"/>
                  <a:gd name="connsiteX17" fmla="*/ 3776 w 477488"/>
                  <a:gd name="connsiteY17" fmla="*/ 184041 h 231665"/>
                  <a:gd name="connsiteX18" fmla="*/ 8539 w 477488"/>
                  <a:gd name="connsiteY18" fmla="*/ 95140 h 231665"/>
                  <a:gd name="connsiteX0" fmla="*/ 8539 w 477488"/>
                  <a:gd name="connsiteY0" fmla="*/ 98235 h 234760"/>
                  <a:gd name="connsiteX1" fmla="*/ 57752 w 477488"/>
                  <a:gd name="connsiteY1" fmla="*/ 12510 h 234760"/>
                  <a:gd name="connsiteX2" fmla="*/ 175226 w 477488"/>
                  <a:gd name="connsiteY2" fmla="*/ 7747 h 234760"/>
                  <a:gd name="connsiteX3" fmla="*/ 224438 w 477488"/>
                  <a:gd name="connsiteY3" fmla="*/ 10922 h 234760"/>
                  <a:gd name="connsiteX4" fmla="*/ 238726 w 477488"/>
                  <a:gd name="connsiteY4" fmla="*/ 99822 h 234760"/>
                  <a:gd name="connsiteX5" fmla="*/ 318101 w 477488"/>
                  <a:gd name="connsiteY5" fmla="*/ 126809 h 234760"/>
                  <a:gd name="connsiteX6" fmla="*/ 427639 w 477488"/>
                  <a:gd name="connsiteY6" fmla="*/ 117285 h 234760"/>
                  <a:gd name="connsiteX7" fmla="*/ 475264 w 477488"/>
                  <a:gd name="connsiteY7" fmla="*/ 133159 h 234760"/>
                  <a:gd name="connsiteX8" fmla="*/ 467326 w 477488"/>
                  <a:gd name="connsiteY8" fmla="*/ 190310 h 234760"/>
                  <a:gd name="connsiteX9" fmla="*/ 446689 w 477488"/>
                  <a:gd name="connsiteY9" fmla="*/ 209360 h 234760"/>
                  <a:gd name="connsiteX10" fmla="*/ 384776 w 477488"/>
                  <a:gd name="connsiteY10" fmla="*/ 228410 h 234760"/>
                  <a:gd name="connsiteX11" fmla="*/ 335564 w 477488"/>
                  <a:gd name="connsiteY11" fmla="*/ 229997 h 234760"/>
                  <a:gd name="connsiteX12" fmla="*/ 245076 w 477488"/>
                  <a:gd name="connsiteY12" fmla="*/ 226822 h 234760"/>
                  <a:gd name="connsiteX13" fmla="*/ 203801 w 477488"/>
                  <a:gd name="connsiteY13" fmla="*/ 220472 h 234760"/>
                  <a:gd name="connsiteX14" fmla="*/ 153001 w 477488"/>
                  <a:gd name="connsiteY14" fmla="*/ 231585 h 234760"/>
                  <a:gd name="connsiteX15" fmla="*/ 111726 w 477488"/>
                  <a:gd name="connsiteY15" fmla="*/ 228410 h 234760"/>
                  <a:gd name="connsiteX16" fmla="*/ 48226 w 477488"/>
                  <a:gd name="connsiteY16" fmla="*/ 234760 h 234760"/>
                  <a:gd name="connsiteX17" fmla="*/ 3776 w 477488"/>
                  <a:gd name="connsiteY17" fmla="*/ 187136 h 234760"/>
                  <a:gd name="connsiteX18" fmla="*/ 8539 w 477488"/>
                  <a:gd name="connsiteY18" fmla="*/ 98235 h 234760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19778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203801 w 477488"/>
                  <a:gd name="connsiteY13" fmla="*/ 230891 h 234066"/>
                  <a:gd name="connsiteX14" fmla="*/ 153001 w 477488"/>
                  <a:gd name="connsiteY14" fmla="*/ 230891 h 234066"/>
                  <a:gd name="connsiteX15" fmla="*/ 111726 w 477488"/>
                  <a:gd name="connsiteY15" fmla="*/ 227716 h 234066"/>
                  <a:gd name="connsiteX16" fmla="*/ 48226 w 477488"/>
                  <a:gd name="connsiteY16" fmla="*/ 234066 h 234066"/>
                  <a:gd name="connsiteX17" fmla="*/ 3776 w 477488"/>
                  <a:gd name="connsiteY17" fmla="*/ 186442 h 234066"/>
                  <a:gd name="connsiteX18" fmla="*/ 8539 w 477488"/>
                  <a:gd name="connsiteY18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53001 w 477488"/>
                  <a:gd name="connsiteY13" fmla="*/ 230891 h 234066"/>
                  <a:gd name="connsiteX14" fmla="*/ 111726 w 477488"/>
                  <a:gd name="connsiteY14" fmla="*/ 227716 h 234066"/>
                  <a:gd name="connsiteX15" fmla="*/ 48226 w 477488"/>
                  <a:gd name="connsiteY15" fmla="*/ 234066 h 234066"/>
                  <a:gd name="connsiteX16" fmla="*/ 3776 w 477488"/>
                  <a:gd name="connsiteY16" fmla="*/ 186442 h 234066"/>
                  <a:gd name="connsiteX17" fmla="*/ 8539 w 477488"/>
                  <a:gd name="connsiteY17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11726 w 477488"/>
                  <a:gd name="connsiteY13" fmla="*/ 227716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539 w 477488"/>
                  <a:gd name="connsiteY0" fmla="*/ 97541 h 234066"/>
                  <a:gd name="connsiteX1" fmla="*/ 57752 w 477488"/>
                  <a:gd name="connsiteY1" fmla="*/ 11816 h 234066"/>
                  <a:gd name="connsiteX2" fmla="*/ 175226 w 477488"/>
                  <a:gd name="connsiteY2" fmla="*/ 7053 h 234066"/>
                  <a:gd name="connsiteX3" fmla="*/ 224438 w 477488"/>
                  <a:gd name="connsiteY3" fmla="*/ 10228 h 234066"/>
                  <a:gd name="connsiteX4" fmla="*/ 238726 w 477488"/>
                  <a:gd name="connsiteY4" fmla="*/ 99128 h 234066"/>
                  <a:gd name="connsiteX5" fmla="*/ 318101 w 477488"/>
                  <a:gd name="connsiteY5" fmla="*/ 126115 h 234066"/>
                  <a:gd name="connsiteX6" fmla="*/ 427639 w 477488"/>
                  <a:gd name="connsiteY6" fmla="*/ 116591 h 234066"/>
                  <a:gd name="connsiteX7" fmla="*/ 475264 w 477488"/>
                  <a:gd name="connsiteY7" fmla="*/ 132465 h 234066"/>
                  <a:gd name="connsiteX8" fmla="*/ 467326 w 477488"/>
                  <a:gd name="connsiteY8" fmla="*/ 189616 h 234066"/>
                  <a:gd name="connsiteX9" fmla="*/ 446689 w 477488"/>
                  <a:gd name="connsiteY9" fmla="*/ 208666 h 234066"/>
                  <a:gd name="connsiteX10" fmla="*/ 384776 w 477488"/>
                  <a:gd name="connsiteY10" fmla="*/ 227716 h 234066"/>
                  <a:gd name="connsiteX11" fmla="*/ 335564 w 477488"/>
                  <a:gd name="connsiteY11" fmla="*/ 229303 h 234066"/>
                  <a:gd name="connsiteX12" fmla="*/ 245076 w 477488"/>
                  <a:gd name="connsiteY12" fmla="*/ 226128 h 234066"/>
                  <a:gd name="connsiteX13" fmla="*/ 146651 w 477488"/>
                  <a:gd name="connsiteY13" fmla="*/ 224541 h 234066"/>
                  <a:gd name="connsiteX14" fmla="*/ 48226 w 477488"/>
                  <a:gd name="connsiteY14" fmla="*/ 234066 h 234066"/>
                  <a:gd name="connsiteX15" fmla="*/ 3776 w 477488"/>
                  <a:gd name="connsiteY15" fmla="*/ 186442 h 234066"/>
                  <a:gd name="connsiteX16" fmla="*/ 8539 w 477488"/>
                  <a:gd name="connsiteY16" fmla="*/ 97541 h 234066"/>
                  <a:gd name="connsiteX0" fmla="*/ 8194 w 477143"/>
                  <a:gd name="connsiteY0" fmla="*/ 97541 h 230830"/>
                  <a:gd name="connsiteX1" fmla="*/ 57407 w 477143"/>
                  <a:gd name="connsiteY1" fmla="*/ 11816 h 230830"/>
                  <a:gd name="connsiteX2" fmla="*/ 174881 w 477143"/>
                  <a:gd name="connsiteY2" fmla="*/ 7053 h 230830"/>
                  <a:gd name="connsiteX3" fmla="*/ 224093 w 477143"/>
                  <a:gd name="connsiteY3" fmla="*/ 10228 h 230830"/>
                  <a:gd name="connsiteX4" fmla="*/ 238381 w 477143"/>
                  <a:gd name="connsiteY4" fmla="*/ 99128 h 230830"/>
                  <a:gd name="connsiteX5" fmla="*/ 317756 w 477143"/>
                  <a:gd name="connsiteY5" fmla="*/ 126115 h 230830"/>
                  <a:gd name="connsiteX6" fmla="*/ 427294 w 477143"/>
                  <a:gd name="connsiteY6" fmla="*/ 116591 h 230830"/>
                  <a:gd name="connsiteX7" fmla="*/ 474919 w 477143"/>
                  <a:gd name="connsiteY7" fmla="*/ 132465 h 230830"/>
                  <a:gd name="connsiteX8" fmla="*/ 466981 w 477143"/>
                  <a:gd name="connsiteY8" fmla="*/ 189616 h 230830"/>
                  <a:gd name="connsiteX9" fmla="*/ 446344 w 477143"/>
                  <a:gd name="connsiteY9" fmla="*/ 208666 h 230830"/>
                  <a:gd name="connsiteX10" fmla="*/ 384431 w 477143"/>
                  <a:gd name="connsiteY10" fmla="*/ 227716 h 230830"/>
                  <a:gd name="connsiteX11" fmla="*/ 335219 w 477143"/>
                  <a:gd name="connsiteY11" fmla="*/ 229303 h 230830"/>
                  <a:gd name="connsiteX12" fmla="*/ 244731 w 477143"/>
                  <a:gd name="connsiteY12" fmla="*/ 226128 h 230830"/>
                  <a:gd name="connsiteX13" fmla="*/ 146306 w 477143"/>
                  <a:gd name="connsiteY13" fmla="*/ 224541 h 230830"/>
                  <a:gd name="connsiteX14" fmla="*/ 43119 w 477143"/>
                  <a:gd name="connsiteY14" fmla="*/ 229304 h 230830"/>
                  <a:gd name="connsiteX15" fmla="*/ 3431 w 477143"/>
                  <a:gd name="connsiteY15" fmla="*/ 186442 h 230830"/>
                  <a:gd name="connsiteX16" fmla="*/ 8194 w 477143"/>
                  <a:gd name="connsiteY16" fmla="*/ 97541 h 230830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45075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38725 w 477487"/>
                  <a:gd name="connsiteY4" fmla="*/ 99128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  <a:gd name="connsiteX0" fmla="*/ 8538 w 477487"/>
                  <a:gd name="connsiteY0" fmla="*/ 97541 h 230892"/>
                  <a:gd name="connsiteX1" fmla="*/ 57751 w 477487"/>
                  <a:gd name="connsiteY1" fmla="*/ 11816 h 230892"/>
                  <a:gd name="connsiteX2" fmla="*/ 175225 w 477487"/>
                  <a:gd name="connsiteY2" fmla="*/ 7053 h 230892"/>
                  <a:gd name="connsiteX3" fmla="*/ 224437 w 477487"/>
                  <a:gd name="connsiteY3" fmla="*/ 10228 h 230892"/>
                  <a:gd name="connsiteX4" fmla="*/ 222850 w 477487"/>
                  <a:gd name="connsiteY4" fmla="*/ 97540 h 230892"/>
                  <a:gd name="connsiteX5" fmla="*/ 318100 w 477487"/>
                  <a:gd name="connsiteY5" fmla="*/ 126115 h 230892"/>
                  <a:gd name="connsiteX6" fmla="*/ 427638 w 477487"/>
                  <a:gd name="connsiteY6" fmla="*/ 116591 h 230892"/>
                  <a:gd name="connsiteX7" fmla="*/ 475263 w 477487"/>
                  <a:gd name="connsiteY7" fmla="*/ 132465 h 230892"/>
                  <a:gd name="connsiteX8" fmla="*/ 467325 w 477487"/>
                  <a:gd name="connsiteY8" fmla="*/ 189616 h 230892"/>
                  <a:gd name="connsiteX9" fmla="*/ 446688 w 477487"/>
                  <a:gd name="connsiteY9" fmla="*/ 208666 h 230892"/>
                  <a:gd name="connsiteX10" fmla="*/ 384775 w 477487"/>
                  <a:gd name="connsiteY10" fmla="*/ 227716 h 230892"/>
                  <a:gd name="connsiteX11" fmla="*/ 335563 w 477487"/>
                  <a:gd name="connsiteY11" fmla="*/ 229303 h 230892"/>
                  <a:gd name="connsiteX12" fmla="*/ 254600 w 477487"/>
                  <a:gd name="connsiteY12" fmla="*/ 226128 h 230892"/>
                  <a:gd name="connsiteX13" fmla="*/ 146650 w 477487"/>
                  <a:gd name="connsiteY13" fmla="*/ 224541 h 230892"/>
                  <a:gd name="connsiteX14" fmla="*/ 48226 w 477487"/>
                  <a:gd name="connsiteY14" fmla="*/ 230892 h 230892"/>
                  <a:gd name="connsiteX15" fmla="*/ 3775 w 477487"/>
                  <a:gd name="connsiteY15" fmla="*/ 186442 h 230892"/>
                  <a:gd name="connsiteX16" fmla="*/ 8538 w 477487"/>
                  <a:gd name="connsiteY16" fmla="*/ 97541 h 230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87" h="230892">
                    <a:moveTo>
                      <a:pt x="8538" y="97541"/>
                    </a:moveTo>
                    <a:cubicBezTo>
                      <a:pt x="17534" y="68437"/>
                      <a:pt x="33002" y="33436"/>
                      <a:pt x="57751" y="11816"/>
                    </a:cubicBezTo>
                    <a:cubicBezTo>
                      <a:pt x="84777" y="-11793"/>
                      <a:pt x="147444" y="7318"/>
                      <a:pt x="175225" y="7053"/>
                    </a:cubicBezTo>
                    <a:cubicBezTo>
                      <a:pt x="203006" y="6788"/>
                      <a:pt x="216500" y="-4853"/>
                      <a:pt x="224437" y="10228"/>
                    </a:cubicBezTo>
                    <a:cubicBezTo>
                      <a:pt x="232374" y="25309"/>
                      <a:pt x="207239" y="78225"/>
                      <a:pt x="222850" y="97540"/>
                    </a:cubicBezTo>
                    <a:cubicBezTo>
                      <a:pt x="238461" y="116855"/>
                      <a:pt x="287144" y="123734"/>
                      <a:pt x="318100" y="126115"/>
                    </a:cubicBezTo>
                    <a:cubicBezTo>
                      <a:pt x="349056" y="128496"/>
                      <a:pt x="396417" y="113681"/>
                      <a:pt x="427638" y="116591"/>
                    </a:cubicBezTo>
                    <a:cubicBezTo>
                      <a:pt x="458859" y="119501"/>
                      <a:pt x="468649" y="120294"/>
                      <a:pt x="475263" y="132465"/>
                    </a:cubicBezTo>
                    <a:cubicBezTo>
                      <a:pt x="481878" y="144636"/>
                      <a:pt x="472088" y="176916"/>
                      <a:pt x="467325" y="189616"/>
                    </a:cubicBezTo>
                    <a:cubicBezTo>
                      <a:pt x="462563" y="202316"/>
                      <a:pt x="460446" y="202316"/>
                      <a:pt x="446688" y="208666"/>
                    </a:cubicBezTo>
                    <a:cubicBezTo>
                      <a:pt x="432930" y="215016"/>
                      <a:pt x="410583" y="224901"/>
                      <a:pt x="384775" y="227716"/>
                    </a:cubicBezTo>
                    <a:cubicBezTo>
                      <a:pt x="368459" y="229496"/>
                      <a:pt x="351967" y="228774"/>
                      <a:pt x="335563" y="229303"/>
                    </a:cubicBezTo>
                    <a:cubicBezTo>
                      <a:pt x="299325" y="233834"/>
                      <a:pt x="286085" y="226922"/>
                      <a:pt x="254600" y="226128"/>
                    </a:cubicBezTo>
                    <a:cubicBezTo>
                      <a:pt x="221792" y="225599"/>
                      <a:pt x="181046" y="223747"/>
                      <a:pt x="146650" y="224541"/>
                    </a:cubicBezTo>
                    <a:cubicBezTo>
                      <a:pt x="112254" y="225335"/>
                      <a:pt x="76356" y="228883"/>
                      <a:pt x="48226" y="230892"/>
                    </a:cubicBezTo>
                    <a:cubicBezTo>
                      <a:pt x="34073" y="227747"/>
                      <a:pt x="10390" y="208667"/>
                      <a:pt x="3775" y="186442"/>
                    </a:cubicBezTo>
                    <a:cubicBezTo>
                      <a:pt x="-2840" y="164217"/>
                      <a:pt x="-458" y="126645"/>
                      <a:pt x="8538" y="97541"/>
                    </a:cubicBezTo>
                    <a:close/>
                  </a:path>
                </a:pathLst>
              </a:custGeom>
              <a:solidFill>
                <a:srgbClr val="7F7F7F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95" name="矩形 94">
                <a:extLst>
                  <a:ext uri="{FF2B5EF4-FFF2-40B4-BE49-F238E27FC236}">
                    <a16:creationId xmlns:a16="http://schemas.microsoft.com/office/drawing/2014/main" id="{7225C4D0-A8D4-B69F-10E3-DC395DC5B26E}"/>
                  </a:ext>
                </a:extLst>
              </p:cNvPr>
              <p:cNvSpPr/>
              <p:nvPr/>
            </p:nvSpPr>
            <p:spPr>
              <a:xfrm rot="318150">
                <a:off x="4053530" y="1873794"/>
                <a:ext cx="45719" cy="85900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96" name="椭圆 95">
                <a:extLst>
                  <a:ext uri="{FF2B5EF4-FFF2-40B4-BE49-F238E27FC236}">
                    <a16:creationId xmlns:a16="http://schemas.microsoft.com/office/drawing/2014/main" id="{55828F94-6DC8-1409-9FD5-CB1AA23B022B}"/>
                  </a:ext>
                </a:extLst>
              </p:cNvPr>
              <p:cNvSpPr/>
              <p:nvPr/>
            </p:nvSpPr>
            <p:spPr>
              <a:xfrm>
                <a:off x="4021332" y="2183928"/>
                <a:ext cx="104309" cy="99418"/>
              </a:xfrm>
              <a:prstGeom prst="ellipse">
                <a:avLst/>
              </a:prstGeom>
              <a:solidFill>
                <a:srgbClr val="333333">
                  <a:alpha val="5000"/>
                </a:srgbClr>
              </a:solidFill>
              <a:ln w="18000">
                <a:solidFill>
                  <a:srgbClr val="3333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97" name="矩形 96">
                <a:extLst>
                  <a:ext uri="{FF2B5EF4-FFF2-40B4-BE49-F238E27FC236}">
                    <a16:creationId xmlns:a16="http://schemas.microsoft.com/office/drawing/2014/main" id="{29900869-392E-88FA-F81E-5E7A7CB5FAED}"/>
                  </a:ext>
                </a:extLst>
              </p:cNvPr>
              <p:cNvSpPr/>
              <p:nvPr/>
            </p:nvSpPr>
            <p:spPr>
              <a:xfrm>
                <a:off x="4045600" y="1951906"/>
                <a:ext cx="45719" cy="21305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98" name="椭圆 97">
                <a:extLst>
                  <a:ext uri="{FF2B5EF4-FFF2-40B4-BE49-F238E27FC236}">
                    <a16:creationId xmlns:a16="http://schemas.microsoft.com/office/drawing/2014/main" id="{B10659BC-1BB2-E084-5B01-CF2FB659393B}"/>
                  </a:ext>
                </a:extLst>
              </p:cNvPr>
              <p:cNvSpPr/>
              <p:nvPr/>
            </p:nvSpPr>
            <p:spPr>
              <a:xfrm>
                <a:off x="4035694" y="2196158"/>
                <a:ext cx="74197" cy="74958"/>
              </a:xfrm>
              <a:prstGeom prst="ellipse">
                <a:avLst/>
              </a:prstGeom>
              <a:solidFill>
                <a:schemeClr val="accent3">
                  <a:lumMod val="40000"/>
                  <a:lumOff val="60000"/>
                  <a:alpha val="5000"/>
                </a:schemeClr>
              </a:solidFill>
              <a:ln w="19050">
                <a:solidFill>
                  <a:schemeClr val="accent3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>
                  <a:solidFill>
                    <a:srgbClr val="3333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99" name="矩形 98">
                <a:extLst>
                  <a:ext uri="{FF2B5EF4-FFF2-40B4-BE49-F238E27FC236}">
                    <a16:creationId xmlns:a16="http://schemas.microsoft.com/office/drawing/2014/main" id="{7638EF91-77E6-8DD2-F7C3-68ADC36496AD}"/>
                  </a:ext>
                </a:extLst>
              </p:cNvPr>
              <p:cNvSpPr/>
              <p:nvPr/>
            </p:nvSpPr>
            <p:spPr>
              <a:xfrm>
                <a:off x="4000009" y="1869588"/>
                <a:ext cx="156702" cy="6340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  <p:sp>
            <p:nvSpPr>
              <p:cNvPr id="100" name="矩形: 圆角 99">
                <a:extLst>
                  <a:ext uri="{FF2B5EF4-FFF2-40B4-BE49-F238E27FC236}">
                    <a16:creationId xmlns:a16="http://schemas.microsoft.com/office/drawing/2014/main" id="{177DB20F-BE10-187E-5070-E4C43B321EE0}"/>
                  </a:ext>
                </a:extLst>
              </p:cNvPr>
              <p:cNvSpPr/>
              <p:nvPr/>
            </p:nvSpPr>
            <p:spPr>
              <a:xfrm>
                <a:off x="3976833" y="1992032"/>
                <a:ext cx="155273" cy="43258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cs typeface="Calibri" panose="020F0502020204030204" pitchFamily="34" charset="0"/>
                </a:endParaRPr>
              </a:p>
            </p:txBody>
          </p:sp>
        </p:grpSp>
      </p:grpSp>
      <p:grpSp>
        <p:nvGrpSpPr>
          <p:cNvPr id="212" name="组合 211">
            <a:extLst>
              <a:ext uri="{FF2B5EF4-FFF2-40B4-BE49-F238E27FC236}">
                <a16:creationId xmlns:a16="http://schemas.microsoft.com/office/drawing/2014/main" id="{2B0684BD-5414-C3AF-CAD8-82EC8E82ED47}"/>
              </a:ext>
            </a:extLst>
          </p:cNvPr>
          <p:cNvGrpSpPr/>
          <p:nvPr/>
        </p:nvGrpSpPr>
        <p:grpSpPr>
          <a:xfrm>
            <a:off x="10276800" y="5218586"/>
            <a:ext cx="1266104" cy="1138701"/>
            <a:chOff x="11252732" y="6932617"/>
            <a:chExt cx="1929869" cy="1592258"/>
          </a:xfrm>
        </p:grpSpPr>
        <p:grpSp>
          <p:nvGrpSpPr>
            <p:cNvPr id="213" name="组合 212">
              <a:extLst>
                <a:ext uri="{FF2B5EF4-FFF2-40B4-BE49-F238E27FC236}">
                  <a16:creationId xmlns:a16="http://schemas.microsoft.com/office/drawing/2014/main" id="{8951864E-BCBA-5070-A3F3-D07A16C7C095}"/>
                </a:ext>
              </a:extLst>
            </p:cNvPr>
            <p:cNvGrpSpPr/>
            <p:nvPr/>
          </p:nvGrpSpPr>
          <p:grpSpPr>
            <a:xfrm>
              <a:off x="11593039" y="6932617"/>
              <a:ext cx="1589562" cy="1592258"/>
              <a:chOff x="11593039" y="6932617"/>
              <a:chExt cx="1589562" cy="1592258"/>
            </a:xfrm>
          </p:grpSpPr>
          <p:grpSp>
            <p:nvGrpSpPr>
              <p:cNvPr id="215" name="组合 214">
                <a:extLst>
                  <a:ext uri="{FF2B5EF4-FFF2-40B4-BE49-F238E27FC236}">
                    <a16:creationId xmlns:a16="http://schemas.microsoft.com/office/drawing/2014/main" id="{02C16839-74B3-2E80-14E3-FBAC4C1894D7}"/>
                  </a:ext>
                </a:extLst>
              </p:cNvPr>
              <p:cNvGrpSpPr/>
              <p:nvPr/>
            </p:nvGrpSpPr>
            <p:grpSpPr>
              <a:xfrm>
                <a:off x="11593039" y="6932617"/>
                <a:ext cx="1589562" cy="1592258"/>
                <a:chOff x="10276248" y="4862771"/>
                <a:chExt cx="984462" cy="899620"/>
              </a:xfrm>
            </p:grpSpPr>
            <p:cxnSp>
              <p:nvCxnSpPr>
                <p:cNvPr id="220" name="直接箭头连接符 219">
                  <a:extLst>
                    <a:ext uri="{FF2B5EF4-FFF2-40B4-BE49-F238E27FC236}">
                      <a16:creationId xmlns:a16="http://schemas.microsoft.com/office/drawing/2014/main" id="{BF1648B4-D8BF-C396-D1F7-AAA959C563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81165" y="5501894"/>
                  <a:ext cx="979545" cy="0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w="sm" len="sm"/>
                  <a:tailEnd type="triangle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直接箭头连接符 220">
                  <a:extLst>
                    <a:ext uri="{FF2B5EF4-FFF2-40B4-BE49-F238E27FC236}">
                      <a16:creationId xmlns:a16="http://schemas.microsoft.com/office/drawing/2014/main" id="{27878D68-9667-14B4-BE9D-DF5AC59E1A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0281165" y="4862771"/>
                  <a:ext cx="0" cy="899620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w="sm" len="sm"/>
                  <a:tailEnd type="triangle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2" name="任意多边形: 形状 221">
                  <a:extLst>
                    <a:ext uri="{FF2B5EF4-FFF2-40B4-BE49-F238E27FC236}">
                      <a16:creationId xmlns:a16="http://schemas.microsoft.com/office/drawing/2014/main" id="{AB9D0743-8DF9-B4A0-17ED-A91581EEEC29}"/>
                    </a:ext>
                  </a:extLst>
                </p:cNvPr>
                <p:cNvSpPr/>
                <p:nvPr/>
              </p:nvSpPr>
              <p:spPr>
                <a:xfrm flipH="1" flipV="1">
                  <a:off x="10283001" y="4931246"/>
                  <a:ext cx="873436" cy="580212"/>
                </a:xfrm>
                <a:custGeom>
                  <a:avLst/>
                  <a:gdLst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01930 w 1737360"/>
                    <a:gd name="connsiteY4" fmla="*/ 133350 h 655320"/>
                    <a:gd name="connsiteX5" fmla="*/ 293370 w 1737360"/>
                    <a:gd name="connsiteY5" fmla="*/ 266700 h 655320"/>
                    <a:gd name="connsiteX6" fmla="*/ 502920 w 1737360"/>
                    <a:gd name="connsiteY6" fmla="*/ 510540 h 655320"/>
                    <a:gd name="connsiteX7" fmla="*/ 655320 w 1737360"/>
                    <a:gd name="connsiteY7" fmla="*/ 636270 h 655320"/>
                    <a:gd name="connsiteX8" fmla="*/ 697230 w 1737360"/>
                    <a:gd name="connsiteY8" fmla="*/ 651510 h 655320"/>
                    <a:gd name="connsiteX9" fmla="*/ 750570 w 1737360"/>
                    <a:gd name="connsiteY9" fmla="*/ 655320 h 655320"/>
                    <a:gd name="connsiteX10" fmla="*/ 1219200 w 1737360"/>
                    <a:gd name="connsiteY10" fmla="*/ 388620 h 655320"/>
                    <a:gd name="connsiteX11" fmla="*/ 1474470 w 1737360"/>
                    <a:gd name="connsiteY11" fmla="*/ 201930 h 655320"/>
                    <a:gd name="connsiteX12" fmla="*/ 1600200 w 1737360"/>
                    <a:gd name="connsiteY12" fmla="*/ 148590 h 655320"/>
                    <a:gd name="connsiteX13" fmla="*/ 1714500 w 1737360"/>
                    <a:gd name="connsiteY13" fmla="*/ 129540 h 655320"/>
                    <a:gd name="connsiteX14" fmla="*/ 1737360 w 1737360"/>
                    <a:gd name="connsiteY14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01930 w 1737360"/>
                    <a:gd name="connsiteY4" fmla="*/ 133350 h 655320"/>
                    <a:gd name="connsiteX5" fmla="*/ 293370 w 1737360"/>
                    <a:gd name="connsiteY5" fmla="*/ 266700 h 655320"/>
                    <a:gd name="connsiteX6" fmla="*/ 502920 w 1737360"/>
                    <a:gd name="connsiteY6" fmla="*/ 510540 h 655320"/>
                    <a:gd name="connsiteX7" fmla="*/ 655320 w 1737360"/>
                    <a:gd name="connsiteY7" fmla="*/ 636270 h 655320"/>
                    <a:gd name="connsiteX8" fmla="*/ 697230 w 1737360"/>
                    <a:gd name="connsiteY8" fmla="*/ 651510 h 655320"/>
                    <a:gd name="connsiteX9" fmla="*/ 750570 w 1737360"/>
                    <a:gd name="connsiteY9" fmla="*/ 655320 h 655320"/>
                    <a:gd name="connsiteX10" fmla="*/ 1219200 w 1737360"/>
                    <a:gd name="connsiteY10" fmla="*/ 388620 h 655320"/>
                    <a:gd name="connsiteX11" fmla="*/ 1474470 w 1737360"/>
                    <a:gd name="connsiteY11" fmla="*/ 201930 h 655320"/>
                    <a:gd name="connsiteX12" fmla="*/ 1714500 w 1737360"/>
                    <a:gd name="connsiteY12" fmla="*/ 129540 h 655320"/>
                    <a:gd name="connsiteX13" fmla="*/ 1737360 w 1737360"/>
                    <a:gd name="connsiteY13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93370 w 1737360"/>
                    <a:gd name="connsiteY4" fmla="*/ 266700 h 655320"/>
                    <a:gd name="connsiteX5" fmla="*/ 502920 w 1737360"/>
                    <a:gd name="connsiteY5" fmla="*/ 510540 h 655320"/>
                    <a:gd name="connsiteX6" fmla="*/ 655320 w 1737360"/>
                    <a:gd name="connsiteY6" fmla="*/ 636270 h 655320"/>
                    <a:gd name="connsiteX7" fmla="*/ 697230 w 1737360"/>
                    <a:gd name="connsiteY7" fmla="*/ 651510 h 655320"/>
                    <a:gd name="connsiteX8" fmla="*/ 750570 w 1737360"/>
                    <a:gd name="connsiteY8" fmla="*/ 655320 h 655320"/>
                    <a:gd name="connsiteX9" fmla="*/ 1219200 w 1737360"/>
                    <a:gd name="connsiteY9" fmla="*/ 388620 h 655320"/>
                    <a:gd name="connsiteX10" fmla="*/ 1474470 w 1737360"/>
                    <a:gd name="connsiteY10" fmla="*/ 201930 h 655320"/>
                    <a:gd name="connsiteX11" fmla="*/ 1714500 w 1737360"/>
                    <a:gd name="connsiteY11" fmla="*/ 129540 h 655320"/>
                    <a:gd name="connsiteX12" fmla="*/ 1737360 w 1737360"/>
                    <a:gd name="connsiteY12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293370 w 1737360"/>
                    <a:gd name="connsiteY3" fmla="*/ 266700 h 655320"/>
                    <a:gd name="connsiteX4" fmla="*/ 502920 w 1737360"/>
                    <a:gd name="connsiteY4" fmla="*/ 510540 h 655320"/>
                    <a:gd name="connsiteX5" fmla="*/ 655320 w 1737360"/>
                    <a:gd name="connsiteY5" fmla="*/ 636270 h 655320"/>
                    <a:gd name="connsiteX6" fmla="*/ 697230 w 1737360"/>
                    <a:gd name="connsiteY6" fmla="*/ 651510 h 655320"/>
                    <a:gd name="connsiteX7" fmla="*/ 750570 w 1737360"/>
                    <a:gd name="connsiteY7" fmla="*/ 655320 h 655320"/>
                    <a:gd name="connsiteX8" fmla="*/ 1219200 w 1737360"/>
                    <a:gd name="connsiteY8" fmla="*/ 388620 h 655320"/>
                    <a:gd name="connsiteX9" fmla="*/ 1474470 w 1737360"/>
                    <a:gd name="connsiteY9" fmla="*/ 201930 h 655320"/>
                    <a:gd name="connsiteX10" fmla="*/ 1714500 w 1737360"/>
                    <a:gd name="connsiteY10" fmla="*/ 129540 h 655320"/>
                    <a:gd name="connsiteX11" fmla="*/ 1737360 w 1737360"/>
                    <a:gd name="connsiteY11" fmla="*/ 121920 h 655320"/>
                    <a:gd name="connsiteX0" fmla="*/ 0 w 1737360"/>
                    <a:gd name="connsiteY0" fmla="*/ 0 h 667838"/>
                    <a:gd name="connsiteX1" fmla="*/ 57150 w 1737360"/>
                    <a:gd name="connsiteY1" fmla="*/ 19050 h 667838"/>
                    <a:gd name="connsiteX2" fmla="*/ 133350 w 1737360"/>
                    <a:gd name="connsiteY2" fmla="*/ 60960 h 667838"/>
                    <a:gd name="connsiteX3" fmla="*/ 293370 w 1737360"/>
                    <a:gd name="connsiteY3" fmla="*/ 266700 h 667838"/>
                    <a:gd name="connsiteX4" fmla="*/ 502920 w 1737360"/>
                    <a:gd name="connsiteY4" fmla="*/ 510540 h 667838"/>
                    <a:gd name="connsiteX5" fmla="*/ 655320 w 1737360"/>
                    <a:gd name="connsiteY5" fmla="*/ 636270 h 667838"/>
                    <a:gd name="connsiteX6" fmla="*/ 697230 w 1737360"/>
                    <a:gd name="connsiteY6" fmla="*/ 651510 h 667838"/>
                    <a:gd name="connsiteX7" fmla="*/ 1219200 w 1737360"/>
                    <a:gd name="connsiteY7" fmla="*/ 388620 h 667838"/>
                    <a:gd name="connsiteX8" fmla="*/ 1474470 w 1737360"/>
                    <a:gd name="connsiteY8" fmla="*/ 201930 h 667838"/>
                    <a:gd name="connsiteX9" fmla="*/ 1714500 w 1737360"/>
                    <a:gd name="connsiteY9" fmla="*/ 129540 h 667838"/>
                    <a:gd name="connsiteX10" fmla="*/ 1737360 w 1737360"/>
                    <a:gd name="connsiteY10" fmla="*/ 121920 h 667838"/>
                    <a:gd name="connsiteX0" fmla="*/ 0 w 1737360"/>
                    <a:gd name="connsiteY0" fmla="*/ 0 h 667838"/>
                    <a:gd name="connsiteX1" fmla="*/ 133350 w 1737360"/>
                    <a:gd name="connsiteY1" fmla="*/ 60960 h 667838"/>
                    <a:gd name="connsiteX2" fmla="*/ 293370 w 1737360"/>
                    <a:gd name="connsiteY2" fmla="*/ 266700 h 667838"/>
                    <a:gd name="connsiteX3" fmla="*/ 502920 w 1737360"/>
                    <a:gd name="connsiteY3" fmla="*/ 510540 h 667838"/>
                    <a:gd name="connsiteX4" fmla="*/ 655320 w 1737360"/>
                    <a:gd name="connsiteY4" fmla="*/ 636270 h 667838"/>
                    <a:gd name="connsiteX5" fmla="*/ 697230 w 1737360"/>
                    <a:gd name="connsiteY5" fmla="*/ 651510 h 667838"/>
                    <a:gd name="connsiteX6" fmla="*/ 1219200 w 1737360"/>
                    <a:gd name="connsiteY6" fmla="*/ 388620 h 667838"/>
                    <a:gd name="connsiteX7" fmla="*/ 1474470 w 1737360"/>
                    <a:gd name="connsiteY7" fmla="*/ 201930 h 667838"/>
                    <a:gd name="connsiteX8" fmla="*/ 1714500 w 1737360"/>
                    <a:gd name="connsiteY8" fmla="*/ 129540 h 667838"/>
                    <a:gd name="connsiteX9" fmla="*/ 1737360 w 1737360"/>
                    <a:gd name="connsiteY9" fmla="*/ 121920 h 667838"/>
                    <a:gd name="connsiteX0" fmla="*/ 0 w 1737360"/>
                    <a:gd name="connsiteY0" fmla="*/ 0 h 681554"/>
                    <a:gd name="connsiteX1" fmla="*/ 133350 w 1737360"/>
                    <a:gd name="connsiteY1" fmla="*/ 60960 h 681554"/>
                    <a:gd name="connsiteX2" fmla="*/ 293370 w 1737360"/>
                    <a:gd name="connsiteY2" fmla="*/ 266700 h 681554"/>
                    <a:gd name="connsiteX3" fmla="*/ 502920 w 1737360"/>
                    <a:gd name="connsiteY3" fmla="*/ 510540 h 681554"/>
                    <a:gd name="connsiteX4" fmla="*/ 655320 w 1737360"/>
                    <a:gd name="connsiteY4" fmla="*/ 636270 h 681554"/>
                    <a:gd name="connsiteX5" fmla="*/ 697230 w 1737360"/>
                    <a:gd name="connsiteY5" fmla="*/ 651510 h 681554"/>
                    <a:gd name="connsiteX6" fmla="*/ 1474470 w 1737360"/>
                    <a:gd name="connsiteY6" fmla="*/ 201930 h 681554"/>
                    <a:gd name="connsiteX7" fmla="*/ 1714500 w 1737360"/>
                    <a:gd name="connsiteY7" fmla="*/ 129540 h 681554"/>
                    <a:gd name="connsiteX8" fmla="*/ 1737360 w 1737360"/>
                    <a:gd name="connsiteY8" fmla="*/ 121920 h 681554"/>
                    <a:gd name="connsiteX0" fmla="*/ 0 w 1737360"/>
                    <a:gd name="connsiteY0" fmla="*/ 0 h 640617"/>
                    <a:gd name="connsiteX1" fmla="*/ 133350 w 1737360"/>
                    <a:gd name="connsiteY1" fmla="*/ 60960 h 640617"/>
                    <a:gd name="connsiteX2" fmla="*/ 293370 w 1737360"/>
                    <a:gd name="connsiteY2" fmla="*/ 266700 h 640617"/>
                    <a:gd name="connsiteX3" fmla="*/ 502920 w 1737360"/>
                    <a:gd name="connsiteY3" fmla="*/ 510540 h 640617"/>
                    <a:gd name="connsiteX4" fmla="*/ 655320 w 1737360"/>
                    <a:gd name="connsiteY4" fmla="*/ 636270 h 640617"/>
                    <a:gd name="connsiteX5" fmla="*/ 826770 w 1737360"/>
                    <a:gd name="connsiteY5" fmla="*/ 571500 h 640617"/>
                    <a:gd name="connsiteX6" fmla="*/ 1474470 w 1737360"/>
                    <a:gd name="connsiteY6" fmla="*/ 201930 h 640617"/>
                    <a:gd name="connsiteX7" fmla="*/ 1714500 w 1737360"/>
                    <a:gd name="connsiteY7" fmla="*/ 129540 h 640617"/>
                    <a:gd name="connsiteX8" fmla="*/ 1737360 w 1737360"/>
                    <a:gd name="connsiteY8" fmla="*/ 121920 h 640617"/>
                    <a:gd name="connsiteX0" fmla="*/ 0 w 1737360"/>
                    <a:gd name="connsiteY0" fmla="*/ 0 h 640617"/>
                    <a:gd name="connsiteX1" fmla="*/ 133350 w 1737360"/>
                    <a:gd name="connsiteY1" fmla="*/ 60960 h 640617"/>
                    <a:gd name="connsiteX2" fmla="*/ 293370 w 1737360"/>
                    <a:gd name="connsiteY2" fmla="*/ 266700 h 640617"/>
                    <a:gd name="connsiteX3" fmla="*/ 502920 w 1737360"/>
                    <a:gd name="connsiteY3" fmla="*/ 510540 h 640617"/>
                    <a:gd name="connsiteX4" fmla="*/ 655320 w 1737360"/>
                    <a:gd name="connsiteY4" fmla="*/ 636270 h 640617"/>
                    <a:gd name="connsiteX5" fmla="*/ 826770 w 1737360"/>
                    <a:gd name="connsiteY5" fmla="*/ 571500 h 640617"/>
                    <a:gd name="connsiteX6" fmla="*/ 1474470 w 1737360"/>
                    <a:gd name="connsiteY6" fmla="*/ 201930 h 640617"/>
                    <a:gd name="connsiteX7" fmla="*/ 1714500 w 1737360"/>
                    <a:gd name="connsiteY7" fmla="*/ 129540 h 640617"/>
                    <a:gd name="connsiteX8" fmla="*/ 1737360 w 1737360"/>
                    <a:gd name="connsiteY8" fmla="*/ 121920 h 640617"/>
                    <a:gd name="connsiteX0" fmla="*/ 0 w 1737360"/>
                    <a:gd name="connsiteY0" fmla="*/ 0 h 637660"/>
                    <a:gd name="connsiteX1" fmla="*/ 133350 w 1737360"/>
                    <a:gd name="connsiteY1" fmla="*/ 60960 h 637660"/>
                    <a:gd name="connsiteX2" fmla="*/ 293370 w 1737360"/>
                    <a:gd name="connsiteY2" fmla="*/ 266700 h 637660"/>
                    <a:gd name="connsiteX3" fmla="*/ 502920 w 1737360"/>
                    <a:gd name="connsiteY3" fmla="*/ 510540 h 637660"/>
                    <a:gd name="connsiteX4" fmla="*/ 655320 w 1737360"/>
                    <a:gd name="connsiteY4" fmla="*/ 636270 h 637660"/>
                    <a:gd name="connsiteX5" fmla="*/ 1021080 w 1737360"/>
                    <a:gd name="connsiteY5" fmla="*/ 434340 h 637660"/>
                    <a:gd name="connsiteX6" fmla="*/ 1474470 w 1737360"/>
                    <a:gd name="connsiteY6" fmla="*/ 201930 h 637660"/>
                    <a:gd name="connsiteX7" fmla="*/ 1714500 w 1737360"/>
                    <a:gd name="connsiteY7" fmla="*/ 129540 h 637660"/>
                    <a:gd name="connsiteX8" fmla="*/ 1737360 w 1737360"/>
                    <a:gd name="connsiteY8" fmla="*/ 121920 h 637660"/>
                    <a:gd name="connsiteX0" fmla="*/ 0 w 1737360"/>
                    <a:gd name="connsiteY0" fmla="*/ 0 h 636480"/>
                    <a:gd name="connsiteX1" fmla="*/ 133350 w 1737360"/>
                    <a:gd name="connsiteY1" fmla="*/ 60960 h 636480"/>
                    <a:gd name="connsiteX2" fmla="*/ 293370 w 1737360"/>
                    <a:gd name="connsiteY2" fmla="*/ 266700 h 636480"/>
                    <a:gd name="connsiteX3" fmla="*/ 483870 w 1737360"/>
                    <a:gd name="connsiteY3" fmla="*/ 468630 h 636480"/>
                    <a:gd name="connsiteX4" fmla="*/ 655320 w 1737360"/>
                    <a:gd name="connsiteY4" fmla="*/ 636270 h 636480"/>
                    <a:gd name="connsiteX5" fmla="*/ 1021080 w 1737360"/>
                    <a:gd name="connsiteY5" fmla="*/ 434340 h 636480"/>
                    <a:gd name="connsiteX6" fmla="*/ 1474470 w 1737360"/>
                    <a:gd name="connsiteY6" fmla="*/ 201930 h 636480"/>
                    <a:gd name="connsiteX7" fmla="*/ 1714500 w 1737360"/>
                    <a:gd name="connsiteY7" fmla="*/ 129540 h 636480"/>
                    <a:gd name="connsiteX8" fmla="*/ 1737360 w 1737360"/>
                    <a:gd name="connsiteY8" fmla="*/ 121920 h 636480"/>
                    <a:gd name="connsiteX0" fmla="*/ 0 w 1741170"/>
                    <a:gd name="connsiteY0" fmla="*/ 0 h 636480"/>
                    <a:gd name="connsiteX1" fmla="*/ 133350 w 1741170"/>
                    <a:gd name="connsiteY1" fmla="*/ 60960 h 636480"/>
                    <a:gd name="connsiteX2" fmla="*/ 293370 w 1741170"/>
                    <a:gd name="connsiteY2" fmla="*/ 266700 h 636480"/>
                    <a:gd name="connsiteX3" fmla="*/ 483870 w 1741170"/>
                    <a:gd name="connsiteY3" fmla="*/ 468630 h 636480"/>
                    <a:gd name="connsiteX4" fmla="*/ 655320 w 1741170"/>
                    <a:gd name="connsiteY4" fmla="*/ 636270 h 636480"/>
                    <a:gd name="connsiteX5" fmla="*/ 1021080 w 1741170"/>
                    <a:gd name="connsiteY5" fmla="*/ 434340 h 636480"/>
                    <a:gd name="connsiteX6" fmla="*/ 1474470 w 1741170"/>
                    <a:gd name="connsiteY6" fmla="*/ 201930 h 636480"/>
                    <a:gd name="connsiteX7" fmla="*/ 1714500 w 1741170"/>
                    <a:gd name="connsiteY7" fmla="*/ 129540 h 636480"/>
                    <a:gd name="connsiteX8" fmla="*/ 1741170 w 1741170"/>
                    <a:gd name="connsiteY8" fmla="*/ 110490 h 636480"/>
                    <a:gd name="connsiteX0" fmla="*/ 0 w 1741170"/>
                    <a:gd name="connsiteY0" fmla="*/ 0 h 636279"/>
                    <a:gd name="connsiteX1" fmla="*/ 133350 w 1741170"/>
                    <a:gd name="connsiteY1" fmla="*/ 60960 h 636279"/>
                    <a:gd name="connsiteX2" fmla="*/ 293370 w 1741170"/>
                    <a:gd name="connsiteY2" fmla="*/ 266700 h 636279"/>
                    <a:gd name="connsiteX3" fmla="*/ 483870 w 1741170"/>
                    <a:gd name="connsiteY3" fmla="*/ 468630 h 636279"/>
                    <a:gd name="connsiteX4" fmla="*/ 655320 w 1741170"/>
                    <a:gd name="connsiteY4" fmla="*/ 636270 h 636279"/>
                    <a:gd name="connsiteX5" fmla="*/ 1024890 w 1741170"/>
                    <a:gd name="connsiteY5" fmla="*/ 476251 h 636279"/>
                    <a:gd name="connsiteX6" fmla="*/ 1021080 w 1741170"/>
                    <a:gd name="connsiteY6" fmla="*/ 434340 h 636279"/>
                    <a:gd name="connsiteX7" fmla="*/ 1474470 w 1741170"/>
                    <a:gd name="connsiteY7" fmla="*/ 201930 h 636279"/>
                    <a:gd name="connsiteX8" fmla="*/ 1714500 w 1741170"/>
                    <a:gd name="connsiteY8" fmla="*/ 129540 h 636279"/>
                    <a:gd name="connsiteX9" fmla="*/ 1741170 w 1741170"/>
                    <a:gd name="connsiteY9" fmla="*/ 110490 h 636279"/>
                    <a:gd name="connsiteX0" fmla="*/ 0 w 1741170"/>
                    <a:gd name="connsiteY0" fmla="*/ 0 h 636754"/>
                    <a:gd name="connsiteX1" fmla="*/ 133350 w 1741170"/>
                    <a:gd name="connsiteY1" fmla="*/ 60960 h 636754"/>
                    <a:gd name="connsiteX2" fmla="*/ 293370 w 1741170"/>
                    <a:gd name="connsiteY2" fmla="*/ 266700 h 636754"/>
                    <a:gd name="connsiteX3" fmla="*/ 483870 w 1741170"/>
                    <a:gd name="connsiteY3" fmla="*/ 468630 h 636754"/>
                    <a:gd name="connsiteX4" fmla="*/ 655320 w 1741170"/>
                    <a:gd name="connsiteY4" fmla="*/ 636270 h 636754"/>
                    <a:gd name="connsiteX5" fmla="*/ 1024890 w 1741170"/>
                    <a:gd name="connsiteY5" fmla="*/ 476251 h 636754"/>
                    <a:gd name="connsiteX6" fmla="*/ 1021080 w 1741170"/>
                    <a:gd name="connsiteY6" fmla="*/ 434340 h 636754"/>
                    <a:gd name="connsiteX7" fmla="*/ 1474470 w 1741170"/>
                    <a:gd name="connsiteY7" fmla="*/ 201930 h 636754"/>
                    <a:gd name="connsiteX8" fmla="*/ 1714500 w 1741170"/>
                    <a:gd name="connsiteY8" fmla="*/ 129540 h 636754"/>
                    <a:gd name="connsiteX9" fmla="*/ 1741170 w 1741170"/>
                    <a:gd name="connsiteY9" fmla="*/ 110490 h 636754"/>
                    <a:gd name="connsiteX0" fmla="*/ 0 w 1741170"/>
                    <a:gd name="connsiteY0" fmla="*/ 0 h 641190"/>
                    <a:gd name="connsiteX1" fmla="*/ 133350 w 1741170"/>
                    <a:gd name="connsiteY1" fmla="*/ 60960 h 641190"/>
                    <a:gd name="connsiteX2" fmla="*/ 293370 w 1741170"/>
                    <a:gd name="connsiteY2" fmla="*/ 266700 h 641190"/>
                    <a:gd name="connsiteX3" fmla="*/ 655320 w 1741170"/>
                    <a:gd name="connsiteY3" fmla="*/ 636270 h 641190"/>
                    <a:gd name="connsiteX4" fmla="*/ 1024890 w 1741170"/>
                    <a:gd name="connsiteY4" fmla="*/ 476251 h 641190"/>
                    <a:gd name="connsiteX5" fmla="*/ 1021080 w 1741170"/>
                    <a:gd name="connsiteY5" fmla="*/ 434340 h 641190"/>
                    <a:gd name="connsiteX6" fmla="*/ 1474470 w 1741170"/>
                    <a:gd name="connsiteY6" fmla="*/ 201930 h 641190"/>
                    <a:gd name="connsiteX7" fmla="*/ 1714500 w 1741170"/>
                    <a:gd name="connsiteY7" fmla="*/ 129540 h 641190"/>
                    <a:gd name="connsiteX8" fmla="*/ 1741170 w 1741170"/>
                    <a:gd name="connsiteY8" fmla="*/ 110490 h 641190"/>
                    <a:gd name="connsiteX0" fmla="*/ 0 w 1741170"/>
                    <a:gd name="connsiteY0" fmla="*/ 0 h 642398"/>
                    <a:gd name="connsiteX1" fmla="*/ 133350 w 1741170"/>
                    <a:gd name="connsiteY1" fmla="*/ 60960 h 642398"/>
                    <a:gd name="connsiteX2" fmla="*/ 293370 w 1741170"/>
                    <a:gd name="connsiteY2" fmla="*/ 266700 h 642398"/>
                    <a:gd name="connsiteX3" fmla="*/ 655320 w 1741170"/>
                    <a:gd name="connsiteY3" fmla="*/ 636270 h 642398"/>
                    <a:gd name="connsiteX4" fmla="*/ 1024890 w 1741170"/>
                    <a:gd name="connsiteY4" fmla="*/ 476251 h 642398"/>
                    <a:gd name="connsiteX5" fmla="*/ 1474470 w 1741170"/>
                    <a:gd name="connsiteY5" fmla="*/ 201930 h 642398"/>
                    <a:gd name="connsiteX6" fmla="*/ 1714500 w 1741170"/>
                    <a:gd name="connsiteY6" fmla="*/ 129540 h 642398"/>
                    <a:gd name="connsiteX7" fmla="*/ 1741170 w 1741170"/>
                    <a:gd name="connsiteY7" fmla="*/ 110490 h 642398"/>
                    <a:gd name="connsiteX0" fmla="*/ 0 w 1741170"/>
                    <a:gd name="connsiteY0" fmla="*/ 0 h 637762"/>
                    <a:gd name="connsiteX1" fmla="*/ 133350 w 1741170"/>
                    <a:gd name="connsiteY1" fmla="*/ 60960 h 637762"/>
                    <a:gd name="connsiteX2" fmla="*/ 293370 w 1741170"/>
                    <a:gd name="connsiteY2" fmla="*/ 266700 h 637762"/>
                    <a:gd name="connsiteX3" fmla="*/ 655320 w 1741170"/>
                    <a:gd name="connsiteY3" fmla="*/ 636270 h 637762"/>
                    <a:gd name="connsiteX4" fmla="*/ 1186815 w 1741170"/>
                    <a:gd name="connsiteY4" fmla="*/ 389335 h 637762"/>
                    <a:gd name="connsiteX5" fmla="*/ 1474470 w 1741170"/>
                    <a:gd name="connsiteY5" fmla="*/ 201930 h 637762"/>
                    <a:gd name="connsiteX6" fmla="*/ 1714500 w 1741170"/>
                    <a:gd name="connsiteY6" fmla="*/ 129540 h 637762"/>
                    <a:gd name="connsiteX7" fmla="*/ 1741170 w 1741170"/>
                    <a:gd name="connsiteY7" fmla="*/ 110490 h 637762"/>
                    <a:gd name="connsiteX0" fmla="*/ 0 w 1741170"/>
                    <a:gd name="connsiteY0" fmla="*/ 0 h 636485"/>
                    <a:gd name="connsiteX1" fmla="*/ 133350 w 1741170"/>
                    <a:gd name="connsiteY1" fmla="*/ 60960 h 636485"/>
                    <a:gd name="connsiteX2" fmla="*/ 293370 w 1741170"/>
                    <a:gd name="connsiteY2" fmla="*/ 266700 h 636485"/>
                    <a:gd name="connsiteX3" fmla="*/ 655320 w 1741170"/>
                    <a:gd name="connsiteY3" fmla="*/ 636270 h 636485"/>
                    <a:gd name="connsiteX4" fmla="*/ 1186815 w 1741170"/>
                    <a:gd name="connsiteY4" fmla="*/ 389335 h 636485"/>
                    <a:gd name="connsiteX5" fmla="*/ 1474470 w 1741170"/>
                    <a:gd name="connsiteY5" fmla="*/ 201930 h 636485"/>
                    <a:gd name="connsiteX6" fmla="*/ 1714500 w 1741170"/>
                    <a:gd name="connsiteY6" fmla="*/ 129540 h 636485"/>
                    <a:gd name="connsiteX7" fmla="*/ 1741170 w 1741170"/>
                    <a:gd name="connsiteY7" fmla="*/ 110490 h 636485"/>
                    <a:gd name="connsiteX0" fmla="*/ 0 w 1741170"/>
                    <a:gd name="connsiteY0" fmla="*/ 0 h 636485"/>
                    <a:gd name="connsiteX1" fmla="*/ 133350 w 1741170"/>
                    <a:gd name="connsiteY1" fmla="*/ 60960 h 636485"/>
                    <a:gd name="connsiteX2" fmla="*/ 293370 w 1741170"/>
                    <a:gd name="connsiteY2" fmla="*/ 266700 h 636485"/>
                    <a:gd name="connsiteX3" fmla="*/ 655320 w 1741170"/>
                    <a:gd name="connsiteY3" fmla="*/ 636270 h 636485"/>
                    <a:gd name="connsiteX4" fmla="*/ 1186815 w 1741170"/>
                    <a:gd name="connsiteY4" fmla="*/ 389335 h 636485"/>
                    <a:gd name="connsiteX5" fmla="*/ 1474470 w 1741170"/>
                    <a:gd name="connsiteY5" fmla="*/ 201930 h 636485"/>
                    <a:gd name="connsiteX6" fmla="*/ 1714500 w 1741170"/>
                    <a:gd name="connsiteY6" fmla="*/ 129540 h 636485"/>
                    <a:gd name="connsiteX7" fmla="*/ 1741170 w 1741170"/>
                    <a:gd name="connsiteY7" fmla="*/ 110490 h 636485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7197"/>
                    <a:gd name="connsiteX1" fmla="*/ 133350 w 1741170"/>
                    <a:gd name="connsiteY1" fmla="*/ 60960 h 637197"/>
                    <a:gd name="connsiteX2" fmla="*/ 293370 w 1741170"/>
                    <a:gd name="connsiteY2" fmla="*/ 266700 h 637197"/>
                    <a:gd name="connsiteX3" fmla="*/ 655320 w 1741170"/>
                    <a:gd name="connsiteY3" fmla="*/ 636270 h 637197"/>
                    <a:gd name="connsiteX4" fmla="*/ 1186815 w 1741170"/>
                    <a:gd name="connsiteY4" fmla="*/ 389335 h 637197"/>
                    <a:gd name="connsiteX5" fmla="*/ 1474470 w 1741170"/>
                    <a:gd name="connsiteY5" fmla="*/ 201930 h 637197"/>
                    <a:gd name="connsiteX6" fmla="*/ 1714500 w 1741170"/>
                    <a:gd name="connsiteY6" fmla="*/ 129540 h 637197"/>
                    <a:gd name="connsiteX7" fmla="*/ 1741170 w 1741170"/>
                    <a:gd name="connsiteY7" fmla="*/ 110490 h 637197"/>
                    <a:gd name="connsiteX0" fmla="*/ 0 w 1741170"/>
                    <a:gd name="connsiteY0" fmla="*/ 0 h 639038"/>
                    <a:gd name="connsiteX1" fmla="*/ 133350 w 1741170"/>
                    <a:gd name="connsiteY1" fmla="*/ 60960 h 639038"/>
                    <a:gd name="connsiteX2" fmla="*/ 293370 w 1741170"/>
                    <a:gd name="connsiteY2" fmla="*/ 266700 h 639038"/>
                    <a:gd name="connsiteX3" fmla="*/ 655320 w 1741170"/>
                    <a:gd name="connsiteY3" fmla="*/ 636270 h 639038"/>
                    <a:gd name="connsiteX4" fmla="*/ 1186815 w 1741170"/>
                    <a:gd name="connsiteY4" fmla="*/ 389335 h 639038"/>
                    <a:gd name="connsiteX5" fmla="*/ 1474470 w 1741170"/>
                    <a:gd name="connsiteY5" fmla="*/ 201930 h 639038"/>
                    <a:gd name="connsiteX6" fmla="*/ 1714500 w 1741170"/>
                    <a:gd name="connsiteY6" fmla="*/ 129540 h 639038"/>
                    <a:gd name="connsiteX7" fmla="*/ 1741170 w 1741170"/>
                    <a:gd name="connsiteY7" fmla="*/ 110490 h 639038"/>
                    <a:gd name="connsiteX0" fmla="*/ 0 w 1741170"/>
                    <a:gd name="connsiteY0" fmla="*/ 0 h 636589"/>
                    <a:gd name="connsiteX1" fmla="*/ 133350 w 1741170"/>
                    <a:gd name="connsiteY1" fmla="*/ 60960 h 636589"/>
                    <a:gd name="connsiteX2" fmla="*/ 293370 w 1741170"/>
                    <a:gd name="connsiteY2" fmla="*/ 266700 h 636589"/>
                    <a:gd name="connsiteX3" fmla="*/ 655320 w 1741170"/>
                    <a:gd name="connsiteY3" fmla="*/ 636270 h 636589"/>
                    <a:gd name="connsiteX4" fmla="*/ 1474470 w 1741170"/>
                    <a:gd name="connsiteY4" fmla="*/ 201930 h 636589"/>
                    <a:gd name="connsiteX5" fmla="*/ 1714500 w 1741170"/>
                    <a:gd name="connsiteY5" fmla="*/ 129540 h 636589"/>
                    <a:gd name="connsiteX6" fmla="*/ 1741170 w 1741170"/>
                    <a:gd name="connsiteY6" fmla="*/ 110490 h 636589"/>
                    <a:gd name="connsiteX0" fmla="*/ 0 w 1741170"/>
                    <a:gd name="connsiteY0" fmla="*/ 0 h 637680"/>
                    <a:gd name="connsiteX1" fmla="*/ 133350 w 1741170"/>
                    <a:gd name="connsiteY1" fmla="*/ 60960 h 637680"/>
                    <a:gd name="connsiteX2" fmla="*/ 293370 w 1741170"/>
                    <a:gd name="connsiteY2" fmla="*/ 266700 h 637680"/>
                    <a:gd name="connsiteX3" fmla="*/ 655320 w 1741170"/>
                    <a:gd name="connsiteY3" fmla="*/ 636270 h 637680"/>
                    <a:gd name="connsiteX4" fmla="*/ 1474470 w 1741170"/>
                    <a:gd name="connsiteY4" fmla="*/ 201930 h 637680"/>
                    <a:gd name="connsiteX5" fmla="*/ 1714500 w 1741170"/>
                    <a:gd name="connsiteY5" fmla="*/ 129540 h 637680"/>
                    <a:gd name="connsiteX6" fmla="*/ 1741170 w 1741170"/>
                    <a:gd name="connsiteY6" fmla="*/ 110490 h 637680"/>
                    <a:gd name="connsiteX0" fmla="*/ 0 w 1741170"/>
                    <a:gd name="connsiteY0" fmla="*/ 0 h 637691"/>
                    <a:gd name="connsiteX1" fmla="*/ 133350 w 1741170"/>
                    <a:gd name="connsiteY1" fmla="*/ 60960 h 637691"/>
                    <a:gd name="connsiteX2" fmla="*/ 293370 w 1741170"/>
                    <a:gd name="connsiteY2" fmla="*/ 266700 h 637691"/>
                    <a:gd name="connsiteX3" fmla="*/ 655320 w 1741170"/>
                    <a:gd name="connsiteY3" fmla="*/ 636270 h 637691"/>
                    <a:gd name="connsiteX4" fmla="*/ 1474470 w 1741170"/>
                    <a:gd name="connsiteY4" fmla="*/ 201930 h 637691"/>
                    <a:gd name="connsiteX5" fmla="*/ 1741170 w 1741170"/>
                    <a:gd name="connsiteY5" fmla="*/ 110490 h 637691"/>
                    <a:gd name="connsiteX0" fmla="*/ 0 w 1741170"/>
                    <a:gd name="connsiteY0" fmla="*/ 0 h 637020"/>
                    <a:gd name="connsiteX1" fmla="*/ 133350 w 1741170"/>
                    <a:gd name="connsiteY1" fmla="*/ 60960 h 637020"/>
                    <a:gd name="connsiteX2" fmla="*/ 293370 w 1741170"/>
                    <a:gd name="connsiteY2" fmla="*/ 266700 h 637020"/>
                    <a:gd name="connsiteX3" fmla="*/ 655320 w 1741170"/>
                    <a:gd name="connsiteY3" fmla="*/ 636270 h 637020"/>
                    <a:gd name="connsiteX4" fmla="*/ 1474470 w 1741170"/>
                    <a:gd name="connsiteY4" fmla="*/ 201930 h 637020"/>
                    <a:gd name="connsiteX5" fmla="*/ 1741170 w 1741170"/>
                    <a:gd name="connsiteY5" fmla="*/ 110490 h 637020"/>
                    <a:gd name="connsiteX0" fmla="*/ 0 w 1741170"/>
                    <a:gd name="connsiteY0" fmla="*/ 0 h 636464"/>
                    <a:gd name="connsiteX1" fmla="*/ 133350 w 1741170"/>
                    <a:gd name="connsiteY1" fmla="*/ 60960 h 636464"/>
                    <a:gd name="connsiteX2" fmla="*/ 293370 w 1741170"/>
                    <a:gd name="connsiteY2" fmla="*/ 266700 h 636464"/>
                    <a:gd name="connsiteX3" fmla="*/ 655320 w 1741170"/>
                    <a:gd name="connsiteY3" fmla="*/ 636270 h 636464"/>
                    <a:gd name="connsiteX4" fmla="*/ 1493376 w 1741170"/>
                    <a:gd name="connsiteY4" fmla="*/ 216578 h 636464"/>
                    <a:gd name="connsiteX5" fmla="*/ 1741170 w 1741170"/>
                    <a:gd name="connsiteY5" fmla="*/ 110490 h 636464"/>
                    <a:gd name="connsiteX0" fmla="*/ 0 w 1741170"/>
                    <a:gd name="connsiteY0" fmla="*/ 0 h 637086"/>
                    <a:gd name="connsiteX1" fmla="*/ 133350 w 1741170"/>
                    <a:gd name="connsiteY1" fmla="*/ 60960 h 637086"/>
                    <a:gd name="connsiteX2" fmla="*/ 293370 w 1741170"/>
                    <a:gd name="connsiteY2" fmla="*/ 266700 h 637086"/>
                    <a:gd name="connsiteX3" fmla="*/ 655320 w 1741170"/>
                    <a:gd name="connsiteY3" fmla="*/ 636270 h 637086"/>
                    <a:gd name="connsiteX4" fmla="*/ 1493376 w 1741170"/>
                    <a:gd name="connsiteY4" fmla="*/ 216578 h 637086"/>
                    <a:gd name="connsiteX5" fmla="*/ 1741170 w 1741170"/>
                    <a:gd name="connsiteY5" fmla="*/ 110490 h 637086"/>
                    <a:gd name="connsiteX0" fmla="*/ 0 w 2087076"/>
                    <a:gd name="connsiteY0" fmla="*/ 142252 h 779338"/>
                    <a:gd name="connsiteX1" fmla="*/ 133350 w 2087076"/>
                    <a:gd name="connsiteY1" fmla="*/ 203212 h 779338"/>
                    <a:gd name="connsiteX2" fmla="*/ 293370 w 2087076"/>
                    <a:gd name="connsiteY2" fmla="*/ 408952 h 779338"/>
                    <a:gd name="connsiteX3" fmla="*/ 655320 w 2087076"/>
                    <a:gd name="connsiteY3" fmla="*/ 778522 h 779338"/>
                    <a:gd name="connsiteX4" fmla="*/ 1493376 w 2087076"/>
                    <a:gd name="connsiteY4" fmla="*/ 358830 h 779338"/>
                    <a:gd name="connsiteX5" fmla="*/ 2087076 w 2087076"/>
                    <a:gd name="connsiteY5" fmla="*/ 0 h 779338"/>
                    <a:gd name="connsiteX0" fmla="*/ 0 w 2087076"/>
                    <a:gd name="connsiteY0" fmla="*/ 142252 h 779996"/>
                    <a:gd name="connsiteX1" fmla="*/ 133350 w 2087076"/>
                    <a:gd name="connsiteY1" fmla="*/ 203212 h 779996"/>
                    <a:gd name="connsiteX2" fmla="*/ 293370 w 2087076"/>
                    <a:gd name="connsiteY2" fmla="*/ 408952 h 779996"/>
                    <a:gd name="connsiteX3" fmla="*/ 655320 w 2087076"/>
                    <a:gd name="connsiteY3" fmla="*/ 778522 h 779996"/>
                    <a:gd name="connsiteX4" fmla="*/ 1807352 w 2087076"/>
                    <a:gd name="connsiteY4" fmla="*/ 527324 h 779996"/>
                    <a:gd name="connsiteX5" fmla="*/ 2087076 w 2087076"/>
                    <a:gd name="connsiteY5" fmla="*/ 0 h 779996"/>
                    <a:gd name="connsiteX0" fmla="*/ 0 w 2087076"/>
                    <a:gd name="connsiteY0" fmla="*/ 142252 h 555270"/>
                    <a:gd name="connsiteX1" fmla="*/ 133350 w 2087076"/>
                    <a:gd name="connsiteY1" fmla="*/ 203212 h 555270"/>
                    <a:gd name="connsiteX2" fmla="*/ 293370 w 2087076"/>
                    <a:gd name="connsiteY2" fmla="*/ 408952 h 555270"/>
                    <a:gd name="connsiteX3" fmla="*/ 1336489 w 2087076"/>
                    <a:gd name="connsiteY3" fmla="*/ 450559 h 555270"/>
                    <a:gd name="connsiteX4" fmla="*/ 1807352 w 2087076"/>
                    <a:gd name="connsiteY4" fmla="*/ 527324 h 555270"/>
                    <a:gd name="connsiteX5" fmla="*/ 2087076 w 2087076"/>
                    <a:gd name="connsiteY5" fmla="*/ 0 h 555270"/>
                    <a:gd name="connsiteX0" fmla="*/ 0 w 2087076"/>
                    <a:gd name="connsiteY0" fmla="*/ 142252 h 561612"/>
                    <a:gd name="connsiteX1" fmla="*/ 133350 w 2087076"/>
                    <a:gd name="connsiteY1" fmla="*/ 203212 h 561612"/>
                    <a:gd name="connsiteX2" fmla="*/ 575417 w 2087076"/>
                    <a:gd name="connsiteY2" fmla="*/ 144175 h 561612"/>
                    <a:gd name="connsiteX3" fmla="*/ 1336489 w 2087076"/>
                    <a:gd name="connsiteY3" fmla="*/ 450559 h 561612"/>
                    <a:gd name="connsiteX4" fmla="*/ 1807352 w 2087076"/>
                    <a:gd name="connsiteY4" fmla="*/ 527324 h 561612"/>
                    <a:gd name="connsiteX5" fmla="*/ 2087076 w 2087076"/>
                    <a:gd name="connsiteY5" fmla="*/ 0 h 561612"/>
                    <a:gd name="connsiteX0" fmla="*/ 0 w 2363801"/>
                    <a:gd name="connsiteY0" fmla="*/ 0 h 587855"/>
                    <a:gd name="connsiteX1" fmla="*/ 410075 w 2363801"/>
                    <a:gd name="connsiteY1" fmla="*/ 229455 h 587855"/>
                    <a:gd name="connsiteX2" fmla="*/ 852142 w 2363801"/>
                    <a:gd name="connsiteY2" fmla="*/ 170418 h 587855"/>
                    <a:gd name="connsiteX3" fmla="*/ 1613214 w 2363801"/>
                    <a:gd name="connsiteY3" fmla="*/ 476802 h 587855"/>
                    <a:gd name="connsiteX4" fmla="*/ 2084077 w 2363801"/>
                    <a:gd name="connsiteY4" fmla="*/ 553567 h 587855"/>
                    <a:gd name="connsiteX5" fmla="*/ 2363801 w 2363801"/>
                    <a:gd name="connsiteY5" fmla="*/ 26243 h 587855"/>
                    <a:gd name="connsiteX0" fmla="*/ 0 w 2363801"/>
                    <a:gd name="connsiteY0" fmla="*/ 0 h 666919"/>
                    <a:gd name="connsiteX1" fmla="*/ 468613 w 2363801"/>
                    <a:gd name="connsiteY1" fmla="*/ 665737 h 666919"/>
                    <a:gd name="connsiteX2" fmla="*/ 852142 w 2363801"/>
                    <a:gd name="connsiteY2" fmla="*/ 170418 h 666919"/>
                    <a:gd name="connsiteX3" fmla="*/ 1613214 w 2363801"/>
                    <a:gd name="connsiteY3" fmla="*/ 476802 h 666919"/>
                    <a:gd name="connsiteX4" fmla="*/ 2084077 w 2363801"/>
                    <a:gd name="connsiteY4" fmla="*/ 553567 h 666919"/>
                    <a:gd name="connsiteX5" fmla="*/ 2363801 w 2363801"/>
                    <a:gd name="connsiteY5" fmla="*/ 26243 h 666919"/>
                    <a:gd name="connsiteX0" fmla="*/ 0 w 2363801"/>
                    <a:gd name="connsiteY0" fmla="*/ 0 h 681680"/>
                    <a:gd name="connsiteX1" fmla="*/ 468613 w 2363801"/>
                    <a:gd name="connsiteY1" fmla="*/ 665737 h 681680"/>
                    <a:gd name="connsiteX2" fmla="*/ 873429 w 2363801"/>
                    <a:gd name="connsiteY2" fmla="*/ 474310 h 681680"/>
                    <a:gd name="connsiteX3" fmla="*/ 1613214 w 2363801"/>
                    <a:gd name="connsiteY3" fmla="*/ 476802 h 681680"/>
                    <a:gd name="connsiteX4" fmla="*/ 2084077 w 2363801"/>
                    <a:gd name="connsiteY4" fmla="*/ 553567 h 681680"/>
                    <a:gd name="connsiteX5" fmla="*/ 2363801 w 2363801"/>
                    <a:gd name="connsiteY5" fmla="*/ 26243 h 681680"/>
                    <a:gd name="connsiteX0" fmla="*/ 0 w 2363801"/>
                    <a:gd name="connsiteY0" fmla="*/ 0 h 966316"/>
                    <a:gd name="connsiteX1" fmla="*/ 415396 w 2363801"/>
                    <a:gd name="connsiteY1" fmla="*/ 957594 h 966316"/>
                    <a:gd name="connsiteX2" fmla="*/ 873429 w 2363801"/>
                    <a:gd name="connsiteY2" fmla="*/ 474310 h 966316"/>
                    <a:gd name="connsiteX3" fmla="*/ 1613214 w 2363801"/>
                    <a:gd name="connsiteY3" fmla="*/ 476802 h 966316"/>
                    <a:gd name="connsiteX4" fmla="*/ 2084077 w 2363801"/>
                    <a:gd name="connsiteY4" fmla="*/ 553567 h 966316"/>
                    <a:gd name="connsiteX5" fmla="*/ 2363801 w 2363801"/>
                    <a:gd name="connsiteY5" fmla="*/ 26243 h 966316"/>
                    <a:gd name="connsiteX0" fmla="*/ 0 w 2363801"/>
                    <a:gd name="connsiteY0" fmla="*/ 0 h 973184"/>
                    <a:gd name="connsiteX1" fmla="*/ 415396 w 2363801"/>
                    <a:gd name="connsiteY1" fmla="*/ 957594 h 973184"/>
                    <a:gd name="connsiteX2" fmla="*/ 916002 w 2363801"/>
                    <a:gd name="connsiteY2" fmla="*/ 585637 h 973184"/>
                    <a:gd name="connsiteX3" fmla="*/ 1613214 w 2363801"/>
                    <a:gd name="connsiteY3" fmla="*/ 476802 h 973184"/>
                    <a:gd name="connsiteX4" fmla="*/ 2084077 w 2363801"/>
                    <a:gd name="connsiteY4" fmla="*/ 553567 h 973184"/>
                    <a:gd name="connsiteX5" fmla="*/ 2363801 w 2363801"/>
                    <a:gd name="connsiteY5" fmla="*/ 26243 h 973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63801" h="973184">
                      <a:moveTo>
                        <a:pt x="0" y="0"/>
                      </a:moveTo>
                      <a:cubicBezTo>
                        <a:pt x="27781" y="12700"/>
                        <a:pt x="262729" y="859988"/>
                        <a:pt x="415396" y="957594"/>
                      </a:cubicBezTo>
                      <a:cubicBezTo>
                        <a:pt x="568063" y="1055200"/>
                        <a:pt x="716366" y="665769"/>
                        <a:pt x="916002" y="585637"/>
                      </a:cubicBezTo>
                      <a:cubicBezTo>
                        <a:pt x="1115638" y="505505"/>
                        <a:pt x="1418535" y="482147"/>
                        <a:pt x="1613214" y="476802"/>
                      </a:cubicBezTo>
                      <a:cubicBezTo>
                        <a:pt x="1807893" y="471457"/>
                        <a:pt x="1903102" y="641197"/>
                        <a:pt x="2084077" y="553567"/>
                      </a:cubicBezTo>
                      <a:cubicBezTo>
                        <a:pt x="2265052" y="465937"/>
                        <a:pt x="2308239" y="45293"/>
                        <a:pt x="2363801" y="26243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23" name="任意多边形: 形状 222">
                  <a:extLst>
                    <a:ext uri="{FF2B5EF4-FFF2-40B4-BE49-F238E27FC236}">
                      <a16:creationId xmlns:a16="http://schemas.microsoft.com/office/drawing/2014/main" id="{A514E974-1CF3-D956-F252-2DF627C7395C}"/>
                    </a:ext>
                  </a:extLst>
                </p:cNvPr>
                <p:cNvSpPr/>
                <p:nvPr/>
              </p:nvSpPr>
              <p:spPr>
                <a:xfrm flipH="1" flipV="1">
                  <a:off x="10276248" y="5233242"/>
                  <a:ext cx="882284" cy="268725"/>
                </a:xfrm>
                <a:custGeom>
                  <a:avLst/>
                  <a:gdLst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01930 w 1737360"/>
                    <a:gd name="connsiteY4" fmla="*/ 133350 h 655320"/>
                    <a:gd name="connsiteX5" fmla="*/ 293370 w 1737360"/>
                    <a:gd name="connsiteY5" fmla="*/ 266700 h 655320"/>
                    <a:gd name="connsiteX6" fmla="*/ 502920 w 1737360"/>
                    <a:gd name="connsiteY6" fmla="*/ 510540 h 655320"/>
                    <a:gd name="connsiteX7" fmla="*/ 655320 w 1737360"/>
                    <a:gd name="connsiteY7" fmla="*/ 636270 h 655320"/>
                    <a:gd name="connsiteX8" fmla="*/ 697230 w 1737360"/>
                    <a:gd name="connsiteY8" fmla="*/ 651510 h 655320"/>
                    <a:gd name="connsiteX9" fmla="*/ 750570 w 1737360"/>
                    <a:gd name="connsiteY9" fmla="*/ 655320 h 655320"/>
                    <a:gd name="connsiteX10" fmla="*/ 1219200 w 1737360"/>
                    <a:gd name="connsiteY10" fmla="*/ 388620 h 655320"/>
                    <a:gd name="connsiteX11" fmla="*/ 1474470 w 1737360"/>
                    <a:gd name="connsiteY11" fmla="*/ 201930 h 655320"/>
                    <a:gd name="connsiteX12" fmla="*/ 1600200 w 1737360"/>
                    <a:gd name="connsiteY12" fmla="*/ 148590 h 655320"/>
                    <a:gd name="connsiteX13" fmla="*/ 1714500 w 1737360"/>
                    <a:gd name="connsiteY13" fmla="*/ 129540 h 655320"/>
                    <a:gd name="connsiteX14" fmla="*/ 1737360 w 1737360"/>
                    <a:gd name="connsiteY14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01930 w 1737360"/>
                    <a:gd name="connsiteY4" fmla="*/ 133350 h 655320"/>
                    <a:gd name="connsiteX5" fmla="*/ 293370 w 1737360"/>
                    <a:gd name="connsiteY5" fmla="*/ 266700 h 655320"/>
                    <a:gd name="connsiteX6" fmla="*/ 502920 w 1737360"/>
                    <a:gd name="connsiteY6" fmla="*/ 510540 h 655320"/>
                    <a:gd name="connsiteX7" fmla="*/ 655320 w 1737360"/>
                    <a:gd name="connsiteY7" fmla="*/ 636270 h 655320"/>
                    <a:gd name="connsiteX8" fmla="*/ 697230 w 1737360"/>
                    <a:gd name="connsiteY8" fmla="*/ 651510 h 655320"/>
                    <a:gd name="connsiteX9" fmla="*/ 750570 w 1737360"/>
                    <a:gd name="connsiteY9" fmla="*/ 655320 h 655320"/>
                    <a:gd name="connsiteX10" fmla="*/ 1219200 w 1737360"/>
                    <a:gd name="connsiteY10" fmla="*/ 388620 h 655320"/>
                    <a:gd name="connsiteX11" fmla="*/ 1474470 w 1737360"/>
                    <a:gd name="connsiteY11" fmla="*/ 201930 h 655320"/>
                    <a:gd name="connsiteX12" fmla="*/ 1714500 w 1737360"/>
                    <a:gd name="connsiteY12" fmla="*/ 129540 h 655320"/>
                    <a:gd name="connsiteX13" fmla="*/ 1737360 w 1737360"/>
                    <a:gd name="connsiteY13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93370 w 1737360"/>
                    <a:gd name="connsiteY4" fmla="*/ 266700 h 655320"/>
                    <a:gd name="connsiteX5" fmla="*/ 502920 w 1737360"/>
                    <a:gd name="connsiteY5" fmla="*/ 510540 h 655320"/>
                    <a:gd name="connsiteX6" fmla="*/ 655320 w 1737360"/>
                    <a:gd name="connsiteY6" fmla="*/ 636270 h 655320"/>
                    <a:gd name="connsiteX7" fmla="*/ 697230 w 1737360"/>
                    <a:gd name="connsiteY7" fmla="*/ 651510 h 655320"/>
                    <a:gd name="connsiteX8" fmla="*/ 750570 w 1737360"/>
                    <a:gd name="connsiteY8" fmla="*/ 655320 h 655320"/>
                    <a:gd name="connsiteX9" fmla="*/ 1219200 w 1737360"/>
                    <a:gd name="connsiteY9" fmla="*/ 388620 h 655320"/>
                    <a:gd name="connsiteX10" fmla="*/ 1474470 w 1737360"/>
                    <a:gd name="connsiteY10" fmla="*/ 201930 h 655320"/>
                    <a:gd name="connsiteX11" fmla="*/ 1714500 w 1737360"/>
                    <a:gd name="connsiteY11" fmla="*/ 129540 h 655320"/>
                    <a:gd name="connsiteX12" fmla="*/ 1737360 w 1737360"/>
                    <a:gd name="connsiteY12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293370 w 1737360"/>
                    <a:gd name="connsiteY3" fmla="*/ 266700 h 655320"/>
                    <a:gd name="connsiteX4" fmla="*/ 502920 w 1737360"/>
                    <a:gd name="connsiteY4" fmla="*/ 510540 h 655320"/>
                    <a:gd name="connsiteX5" fmla="*/ 655320 w 1737360"/>
                    <a:gd name="connsiteY5" fmla="*/ 636270 h 655320"/>
                    <a:gd name="connsiteX6" fmla="*/ 697230 w 1737360"/>
                    <a:gd name="connsiteY6" fmla="*/ 651510 h 655320"/>
                    <a:gd name="connsiteX7" fmla="*/ 750570 w 1737360"/>
                    <a:gd name="connsiteY7" fmla="*/ 655320 h 655320"/>
                    <a:gd name="connsiteX8" fmla="*/ 1219200 w 1737360"/>
                    <a:gd name="connsiteY8" fmla="*/ 388620 h 655320"/>
                    <a:gd name="connsiteX9" fmla="*/ 1474470 w 1737360"/>
                    <a:gd name="connsiteY9" fmla="*/ 201930 h 655320"/>
                    <a:gd name="connsiteX10" fmla="*/ 1714500 w 1737360"/>
                    <a:gd name="connsiteY10" fmla="*/ 129540 h 655320"/>
                    <a:gd name="connsiteX11" fmla="*/ 1737360 w 1737360"/>
                    <a:gd name="connsiteY11" fmla="*/ 121920 h 655320"/>
                    <a:gd name="connsiteX0" fmla="*/ 0 w 1737360"/>
                    <a:gd name="connsiteY0" fmla="*/ 0 h 667838"/>
                    <a:gd name="connsiteX1" fmla="*/ 57150 w 1737360"/>
                    <a:gd name="connsiteY1" fmla="*/ 19050 h 667838"/>
                    <a:gd name="connsiteX2" fmla="*/ 133350 w 1737360"/>
                    <a:gd name="connsiteY2" fmla="*/ 60960 h 667838"/>
                    <a:gd name="connsiteX3" fmla="*/ 293370 w 1737360"/>
                    <a:gd name="connsiteY3" fmla="*/ 266700 h 667838"/>
                    <a:gd name="connsiteX4" fmla="*/ 502920 w 1737360"/>
                    <a:gd name="connsiteY4" fmla="*/ 510540 h 667838"/>
                    <a:gd name="connsiteX5" fmla="*/ 655320 w 1737360"/>
                    <a:gd name="connsiteY5" fmla="*/ 636270 h 667838"/>
                    <a:gd name="connsiteX6" fmla="*/ 697230 w 1737360"/>
                    <a:gd name="connsiteY6" fmla="*/ 651510 h 667838"/>
                    <a:gd name="connsiteX7" fmla="*/ 1219200 w 1737360"/>
                    <a:gd name="connsiteY7" fmla="*/ 388620 h 667838"/>
                    <a:gd name="connsiteX8" fmla="*/ 1474470 w 1737360"/>
                    <a:gd name="connsiteY8" fmla="*/ 201930 h 667838"/>
                    <a:gd name="connsiteX9" fmla="*/ 1714500 w 1737360"/>
                    <a:gd name="connsiteY9" fmla="*/ 129540 h 667838"/>
                    <a:gd name="connsiteX10" fmla="*/ 1737360 w 1737360"/>
                    <a:gd name="connsiteY10" fmla="*/ 121920 h 667838"/>
                    <a:gd name="connsiteX0" fmla="*/ 0 w 1737360"/>
                    <a:gd name="connsiteY0" fmla="*/ 0 h 667838"/>
                    <a:gd name="connsiteX1" fmla="*/ 133350 w 1737360"/>
                    <a:gd name="connsiteY1" fmla="*/ 60960 h 667838"/>
                    <a:gd name="connsiteX2" fmla="*/ 293370 w 1737360"/>
                    <a:gd name="connsiteY2" fmla="*/ 266700 h 667838"/>
                    <a:gd name="connsiteX3" fmla="*/ 502920 w 1737360"/>
                    <a:gd name="connsiteY3" fmla="*/ 510540 h 667838"/>
                    <a:gd name="connsiteX4" fmla="*/ 655320 w 1737360"/>
                    <a:gd name="connsiteY4" fmla="*/ 636270 h 667838"/>
                    <a:gd name="connsiteX5" fmla="*/ 697230 w 1737360"/>
                    <a:gd name="connsiteY5" fmla="*/ 651510 h 667838"/>
                    <a:gd name="connsiteX6" fmla="*/ 1219200 w 1737360"/>
                    <a:gd name="connsiteY6" fmla="*/ 388620 h 667838"/>
                    <a:gd name="connsiteX7" fmla="*/ 1474470 w 1737360"/>
                    <a:gd name="connsiteY7" fmla="*/ 201930 h 667838"/>
                    <a:gd name="connsiteX8" fmla="*/ 1714500 w 1737360"/>
                    <a:gd name="connsiteY8" fmla="*/ 129540 h 667838"/>
                    <a:gd name="connsiteX9" fmla="*/ 1737360 w 1737360"/>
                    <a:gd name="connsiteY9" fmla="*/ 121920 h 667838"/>
                    <a:gd name="connsiteX0" fmla="*/ 0 w 1737360"/>
                    <a:gd name="connsiteY0" fmla="*/ 0 h 681554"/>
                    <a:gd name="connsiteX1" fmla="*/ 133350 w 1737360"/>
                    <a:gd name="connsiteY1" fmla="*/ 60960 h 681554"/>
                    <a:gd name="connsiteX2" fmla="*/ 293370 w 1737360"/>
                    <a:gd name="connsiteY2" fmla="*/ 266700 h 681554"/>
                    <a:gd name="connsiteX3" fmla="*/ 502920 w 1737360"/>
                    <a:gd name="connsiteY3" fmla="*/ 510540 h 681554"/>
                    <a:gd name="connsiteX4" fmla="*/ 655320 w 1737360"/>
                    <a:gd name="connsiteY4" fmla="*/ 636270 h 681554"/>
                    <a:gd name="connsiteX5" fmla="*/ 697230 w 1737360"/>
                    <a:gd name="connsiteY5" fmla="*/ 651510 h 681554"/>
                    <a:gd name="connsiteX6" fmla="*/ 1474470 w 1737360"/>
                    <a:gd name="connsiteY6" fmla="*/ 201930 h 681554"/>
                    <a:gd name="connsiteX7" fmla="*/ 1714500 w 1737360"/>
                    <a:gd name="connsiteY7" fmla="*/ 129540 h 681554"/>
                    <a:gd name="connsiteX8" fmla="*/ 1737360 w 1737360"/>
                    <a:gd name="connsiteY8" fmla="*/ 121920 h 681554"/>
                    <a:gd name="connsiteX0" fmla="*/ 0 w 1737360"/>
                    <a:gd name="connsiteY0" fmla="*/ 0 h 640617"/>
                    <a:gd name="connsiteX1" fmla="*/ 133350 w 1737360"/>
                    <a:gd name="connsiteY1" fmla="*/ 60960 h 640617"/>
                    <a:gd name="connsiteX2" fmla="*/ 293370 w 1737360"/>
                    <a:gd name="connsiteY2" fmla="*/ 266700 h 640617"/>
                    <a:gd name="connsiteX3" fmla="*/ 502920 w 1737360"/>
                    <a:gd name="connsiteY3" fmla="*/ 510540 h 640617"/>
                    <a:gd name="connsiteX4" fmla="*/ 655320 w 1737360"/>
                    <a:gd name="connsiteY4" fmla="*/ 636270 h 640617"/>
                    <a:gd name="connsiteX5" fmla="*/ 826770 w 1737360"/>
                    <a:gd name="connsiteY5" fmla="*/ 571500 h 640617"/>
                    <a:gd name="connsiteX6" fmla="*/ 1474470 w 1737360"/>
                    <a:gd name="connsiteY6" fmla="*/ 201930 h 640617"/>
                    <a:gd name="connsiteX7" fmla="*/ 1714500 w 1737360"/>
                    <a:gd name="connsiteY7" fmla="*/ 129540 h 640617"/>
                    <a:gd name="connsiteX8" fmla="*/ 1737360 w 1737360"/>
                    <a:gd name="connsiteY8" fmla="*/ 121920 h 640617"/>
                    <a:gd name="connsiteX0" fmla="*/ 0 w 1737360"/>
                    <a:gd name="connsiteY0" fmla="*/ 0 h 640617"/>
                    <a:gd name="connsiteX1" fmla="*/ 133350 w 1737360"/>
                    <a:gd name="connsiteY1" fmla="*/ 60960 h 640617"/>
                    <a:gd name="connsiteX2" fmla="*/ 293370 w 1737360"/>
                    <a:gd name="connsiteY2" fmla="*/ 266700 h 640617"/>
                    <a:gd name="connsiteX3" fmla="*/ 502920 w 1737360"/>
                    <a:gd name="connsiteY3" fmla="*/ 510540 h 640617"/>
                    <a:gd name="connsiteX4" fmla="*/ 655320 w 1737360"/>
                    <a:gd name="connsiteY4" fmla="*/ 636270 h 640617"/>
                    <a:gd name="connsiteX5" fmla="*/ 826770 w 1737360"/>
                    <a:gd name="connsiteY5" fmla="*/ 571500 h 640617"/>
                    <a:gd name="connsiteX6" fmla="*/ 1474470 w 1737360"/>
                    <a:gd name="connsiteY6" fmla="*/ 201930 h 640617"/>
                    <a:gd name="connsiteX7" fmla="*/ 1714500 w 1737360"/>
                    <a:gd name="connsiteY7" fmla="*/ 129540 h 640617"/>
                    <a:gd name="connsiteX8" fmla="*/ 1737360 w 1737360"/>
                    <a:gd name="connsiteY8" fmla="*/ 121920 h 640617"/>
                    <a:gd name="connsiteX0" fmla="*/ 0 w 1737360"/>
                    <a:gd name="connsiteY0" fmla="*/ 0 h 637660"/>
                    <a:gd name="connsiteX1" fmla="*/ 133350 w 1737360"/>
                    <a:gd name="connsiteY1" fmla="*/ 60960 h 637660"/>
                    <a:gd name="connsiteX2" fmla="*/ 293370 w 1737360"/>
                    <a:gd name="connsiteY2" fmla="*/ 266700 h 637660"/>
                    <a:gd name="connsiteX3" fmla="*/ 502920 w 1737360"/>
                    <a:gd name="connsiteY3" fmla="*/ 510540 h 637660"/>
                    <a:gd name="connsiteX4" fmla="*/ 655320 w 1737360"/>
                    <a:gd name="connsiteY4" fmla="*/ 636270 h 637660"/>
                    <a:gd name="connsiteX5" fmla="*/ 1021080 w 1737360"/>
                    <a:gd name="connsiteY5" fmla="*/ 434340 h 637660"/>
                    <a:gd name="connsiteX6" fmla="*/ 1474470 w 1737360"/>
                    <a:gd name="connsiteY6" fmla="*/ 201930 h 637660"/>
                    <a:gd name="connsiteX7" fmla="*/ 1714500 w 1737360"/>
                    <a:gd name="connsiteY7" fmla="*/ 129540 h 637660"/>
                    <a:gd name="connsiteX8" fmla="*/ 1737360 w 1737360"/>
                    <a:gd name="connsiteY8" fmla="*/ 121920 h 637660"/>
                    <a:gd name="connsiteX0" fmla="*/ 0 w 1737360"/>
                    <a:gd name="connsiteY0" fmla="*/ 0 h 636480"/>
                    <a:gd name="connsiteX1" fmla="*/ 133350 w 1737360"/>
                    <a:gd name="connsiteY1" fmla="*/ 60960 h 636480"/>
                    <a:gd name="connsiteX2" fmla="*/ 293370 w 1737360"/>
                    <a:gd name="connsiteY2" fmla="*/ 266700 h 636480"/>
                    <a:gd name="connsiteX3" fmla="*/ 483870 w 1737360"/>
                    <a:gd name="connsiteY3" fmla="*/ 468630 h 636480"/>
                    <a:gd name="connsiteX4" fmla="*/ 655320 w 1737360"/>
                    <a:gd name="connsiteY4" fmla="*/ 636270 h 636480"/>
                    <a:gd name="connsiteX5" fmla="*/ 1021080 w 1737360"/>
                    <a:gd name="connsiteY5" fmla="*/ 434340 h 636480"/>
                    <a:gd name="connsiteX6" fmla="*/ 1474470 w 1737360"/>
                    <a:gd name="connsiteY6" fmla="*/ 201930 h 636480"/>
                    <a:gd name="connsiteX7" fmla="*/ 1714500 w 1737360"/>
                    <a:gd name="connsiteY7" fmla="*/ 129540 h 636480"/>
                    <a:gd name="connsiteX8" fmla="*/ 1737360 w 1737360"/>
                    <a:gd name="connsiteY8" fmla="*/ 121920 h 636480"/>
                    <a:gd name="connsiteX0" fmla="*/ 0 w 1741170"/>
                    <a:gd name="connsiteY0" fmla="*/ 0 h 636480"/>
                    <a:gd name="connsiteX1" fmla="*/ 133350 w 1741170"/>
                    <a:gd name="connsiteY1" fmla="*/ 60960 h 636480"/>
                    <a:gd name="connsiteX2" fmla="*/ 293370 w 1741170"/>
                    <a:gd name="connsiteY2" fmla="*/ 266700 h 636480"/>
                    <a:gd name="connsiteX3" fmla="*/ 483870 w 1741170"/>
                    <a:gd name="connsiteY3" fmla="*/ 468630 h 636480"/>
                    <a:gd name="connsiteX4" fmla="*/ 655320 w 1741170"/>
                    <a:gd name="connsiteY4" fmla="*/ 636270 h 636480"/>
                    <a:gd name="connsiteX5" fmla="*/ 1021080 w 1741170"/>
                    <a:gd name="connsiteY5" fmla="*/ 434340 h 636480"/>
                    <a:gd name="connsiteX6" fmla="*/ 1474470 w 1741170"/>
                    <a:gd name="connsiteY6" fmla="*/ 201930 h 636480"/>
                    <a:gd name="connsiteX7" fmla="*/ 1714500 w 1741170"/>
                    <a:gd name="connsiteY7" fmla="*/ 129540 h 636480"/>
                    <a:gd name="connsiteX8" fmla="*/ 1741170 w 1741170"/>
                    <a:gd name="connsiteY8" fmla="*/ 110490 h 636480"/>
                    <a:gd name="connsiteX0" fmla="*/ 0 w 1741170"/>
                    <a:gd name="connsiteY0" fmla="*/ 0 h 636279"/>
                    <a:gd name="connsiteX1" fmla="*/ 133350 w 1741170"/>
                    <a:gd name="connsiteY1" fmla="*/ 60960 h 636279"/>
                    <a:gd name="connsiteX2" fmla="*/ 293370 w 1741170"/>
                    <a:gd name="connsiteY2" fmla="*/ 266700 h 636279"/>
                    <a:gd name="connsiteX3" fmla="*/ 483870 w 1741170"/>
                    <a:gd name="connsiteY3" fmla="*/ 468630 h 636279"/>
                    <a:gd name="connsiteX4" fmla="*/ 655320 w 1741170"/>
                    <a:gd name="connsiteY4" fmla="*/ 636270 h 636279"/>
                    <a:gd name="connsiteX5" fmla="*/ 1024890 w 1741170"/>
                    <a:gd name="connsiteY5" fmla="*/ 476251 h 636279"/>
                    <a:gd name="connsiteX6" fmla="*/ 1021080 w 1741170"/>
                    <a:gd name="connsiteY6" fmla="*/ 434340 h 636279"/>
                    <a:gd name="connsiteX7" fmla="*/ 1474470 w 1741170"/>
                    <a:gd name="connsiteY7" fmla="*/ 201930 h 636279"/>
                    <a:gd name="connsiteX8" fmla="*/ 1714500 w 1741170"/>
                    <a:gd name="connsiteY8" fmla="*/ 129540 h 636279"/>
                    <a:gd name="connsiteX9" fmla="*/ 1741170 w 1741170"/>
                    <a:gd name="connsiteY9" fmla="*/ 110490 h 636279"/>
                    <a:gd name="connsiteX0" fmla="*/ 0 w 1741170"/>
                    <a:gd name="connsiteY0" fmla="*/ 0 h 636754"/>
                    <a:gd name="connsiteX1" fmla="*/ 133350 w 1741170"/>
                    <a:gd name="connsiteY1" fmla="*/ 60960 h 636754"/>
                    <a:gd name="connsiteX2" fmla="*/ 293370 w 1741170"/>
                    <a:gd name="connsiteY2" fmla="*/ 266700 h 636754"/>
                    <a:gd name="connsiteX3" fmla="*/ 483870 w 1741170"/>
                    <a:gd name="connsiteY3" fmla="*/ 468630 h 636754"/>
                    <a:gd name="connsiteX4" fmla="*/ 655320 w 1741170"/>
                    <a:gd name="connsiteY4" fmla="*/ 636270 h 636754"/>
                    <a:gd name="connsiteX5" fmla="*/ 1024890 w 1741170"/>
                    <a:gd name="connsiteY5" fmla="*/ 476251 h 636754"/>
                    <a:gd name="connsiteX6" fmla="*/ 1021080 w 1741170"/>
                    <a:gd name="connsiteY6" fmla="*/ 434340 h 636754"/>
                    <a:gd name="connsiteX7" fmla="*/ 1474470 w 1741170"/>
                    <a:gd name="connsiteY7" fmla="*/ 201930 h 636754"/>
                    <a:gd name="connsiteX8" fmla="*/ 1714500 w 1741170"/>
                    <a:gd name="connsiteY8" fmla="*/ 129540 h 636754"/>
                    <a:gd name="connsiteX9" fmla="*/ 1741170 w 1741170"/>
                    <a:gd name="connsiteY9" fmla="*/ 110490 h 636754"/>
                    <a:gd name="connsiteX0" fmla="*/ 0 w 1741170"/>
                    <a:gd name="connsiteY0" fmla="*/ 0 h 641190"/>
                    <a:gd name="connsiteX1" fmla="*/ 133350 w 1741170"/>
                    <a:gd name="connsiteY1" fmla="*/ 60960 h 641190"/>
                    <a:gd name="connsiteX2" fmla="*/ 293370 w 1741170"/>
                    <a:gd name="connsiteY2" fmla="*/ 266700 h 641190"/>
                    <a:gd name="connsiteX3" fmla="*/ 655320 w 1741170"/>
                    <a:gd name="connsiteY3" fmla="*/ 636270 h 641190"/>
                    <a:gd name="connsiteX4" fmla="*/ 1024890 w 1741170"/>
                    <a:gd name="connsiteY4" fmla="*/ 476251 h 641190"/>
                    <a:gd name="connsiteX5" fmla="*/ 1021080 w 1741170"/>
                    <a:gd name="connsiteY5" fmla="*/ 434340 h 641190"/>
                    <a:gd name="connsiteX6" fmla="*/ 1474470 w 1741170"/>
                    <a:gd name="connsiteY6" fmla="*/ 201930 h 641190"/>
                    <a:gd name="connsiteX7" fmla="*/ 1714500 w 1741170"/>
                    <a:gd name="connsiteY7" fmla="*/ 129540 h 641190"/>
                    <a:gd name="connsiteX8" fmla="*/ 1741170 w 1741170"/>
                    <a:gd name="connsiteY8" fmla="*/ 110490 h 641190"/>
                    <a:gd name="connsiteX0" fmla="*/ 0 w 1741170"/>
                    <a:gd name="connsiteY0" fmla="*/ 0 h 642398"/>
                    <a:gd name="connsiteX1" fmla="*/ 133350 w 1741170"/>
                    <a:gd name="connsiteY1" fmla="*/ 60960 h 642398"/>
                    <a:gd name="connsiteX2" fmla="*/ 293370 w 1741170"/>
                    <a:gd name="connsiteY2" fmla="*/ 266700 h 642398"/>
                    <a:gd name="connsiteX3" fmla="*/ 655320 w 1741170"/>
                    <a:gd name="connsiteY3" fmla="*/ 636270 h 642398"/>
                    <a:gd name="connsiteX4" fmla="*/ 1024890 w 1741170"/>
                    <a:gd name="connsiteY4" fmla="*/ 476251 h 642398"/>
                    <a:gd name="connsiteX5" fmla="*/ 1474470 w 1741170"/>
                    <a:gd name="connsiteY5" fmla="*/ 201930 h 642398"/>
                    <a:gd name="connsiteX6" fmla="*/ 1714500 w 1741170"/>
                    <a:gd name="connsiteY6" fmla="*/ 129540 h 642398"/>
                    <a:gd name="connsiteX7" fmla="*/ 1741170 w 1741170"/>
                    <a:gd name="connsiteY7" fmla="*/ 110490 h 642398"/>
                    <a:gd name="connsiteX0" fmla="*/ 0 w 1741170"/>
                    <a:gd name="connsiteY0" fmla="*/ 0 h 637762"/>
                    <a:gd name="connsiteX1" fmla="*/ 133350 w 1741170"/>
                    <a:gd name="connsiteY1" fmla="*/ 60960 h 637762"/>
                    <a:gd name="connsiteX2" fmla="*/ 293370 w 1741170"/>
                    <a:gd name="connsiteY2" fmla="*/ 266700 h 637762"/>
                    <a:gd name="connsiteX3" fmla="*/ 655320 w 1741170"/>
                    <a:gd name="connsiteY3" fmla="*/ 636270 h 637762"/>
                    <a:gd name="connsiteX4" fmla="*/ 1186815 w 1741170"/>
                    <a:gd name="connsiteY4" fmla="*/ 389335 h 637762"/>
                    <a:gd name="connsiteX5" fmla="*/ 1474470 w 1741170"/>
                    <a:gd name="connsiteY5" fmla="*/ 201930 h 637762"/>
                    <a:gd name="connsiteX6" fmla="*/ 1714500 w 1741170"/>
                    <a:gd name="connsiteY6" fmla="*/ 129540 h 637762"/>
                    <a:gd name="connsiteX7" fmla="*/ 1741170 w 1741170"/>
                    <a:gd name="connsiteY7" fmla="*/ 110490 h 637762"/>
                    <a:gd name="connsiteX0" fmla="*/ 0 w 1741170"/>
                    <a:gd name="connsiteY0" fmla="*/ 0 h 636485"/>
                    <a:gd name="connsiteX1" fmla="*/ 133350 w 1741170"/>
                    <a:gd name="connsiteY1" fmla="*/ 60960 h 636485"/>
                    <a:gd name="connsiteX2" fmla="*/ 293370 w 1741170"/>
                    <a:gd name="connsiteY2" fmla="*/ 266700 h 636485"/>
                    <a:gd name="connsiteX3" fmla="*/ 655320 w 1741170"/>
                    <a:gd name="connsiteY3" fmla="*/ 636270 h 636485"/>
                    <a:gd name="connsiteX4" fmla="*/ 1186815 w 1741170"/>
                    <a:gd name="connsiteY4" fmla="*/ 389335 h 636485"/>
                    <a:gd name="connsiteX5" fmla="*/ 1474470 w 1741170"/>
                    <a:gd name="connsiteY5" fmla="*/ 201930 h 636485"/>
                    <a:gd name="connsiteX6" fmla="*/ 1714500 w 1741170"/>
                    <a:gd name="connsiteY6" fmla="*/ 129540 h 636485"/>
                    <a:gd name="connsiteX7" fmla="*/ 1741170 w 1741170"/>
                    <a:gd name="connsiteY7" fmla="*/ 110490 h 636485"/>
                    <a:gd name="connsiteX0" fmla="*/ 0 w 1741170"/>
                    <a:gd name="connsiteY0" fmla="*/ 0 h 636485"/>
                    <a:gd name="connsiteX1" fmla="*/ 133350 w 1741170"/>
                    <a:gd name="connsiteY1" fmla="*/ 60960 h 636485"/>
                    <a:gd name="connsiteX2" fmla="*/ 293370 w 1741170"/>
                    <a:gd name="connsiteY2" fmla="*/ 266700 h 636485"/>
                    <a:gd name="connsiteX3" fmla="*/ 655320 w 1741170"/>
                    <a:gd name="connsiteY3" fmla="*/ 636270 h 636485"/>
                    <a:gd name="connsiteX4" fmla="*/ 1186815 w 1741170"/>
                    <a:gd name="connsiteY4" fmla="*/ 389335 h 636485"/>
                    <a:gd name="connsiteX5" fmla="*/ 1474470 w 1741170"/>
                    <a:gd name="connsiteY5" fmla="*/ 201930 h 636485"/>
                    <a:gd name="connsiteX6" fmla="*/ 1714500 w 1741170"/>
                    <a:gd name="connsiteY6" fmla="*/ 129540 h 636485"/>
                    <a:gd name="connsiteX7" fmla="*/ 1741170 w 1741170"/>
                    <a:gd name="connsiteY7" fmla="*/ 110490 h 636485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7197"/>
                    <a:gd name="connsiteX1" fmla="*/ 133350 w 1741170"/>
                    <a:gd name="connsiteY1" fmla="*/ 60960 h 637197"/>
                    <a:gd name="connsiteX2" fmla="*/ 293370 w 1741170"/>
                    <a:gd name="connsiteY2" fmla="*/ 266700 h 637197"/>
                    <a:gd name="connsiteX3" fmla="*/ 655320 w 1741170"/>
                    <a:gd name="connsiteY3" fmla="*/ 636270 h 637197"/>
                    <a:gd name="connsiteX4" fmla="*/ 1186815 w 1741170"/>
                    <a:gd name="connsiteY4" fmla="*/ 389335 h 637197"/>
                    <a:gd name="connsiteX5" fmla="*/ 1474470 w 1741170"/>
                    <a:gd name="connsiteY5" fmla="*/ 201930 h 637197"/>
                    <a:gd name="connsiteX6" fmla="*/ 1714500 w 1741170"/>
                    <a:gd name="connsiteY6" fmla="*/ 129540 h 637197"/>
                    <a:gd name="connsiteX7" fmla="*/ 1741170 w 1741170"/>
                    <a:gd name="connsiteY7" fmla="*/ 110490 h 637197"/>
                    <a:gd name="connsiteX0" fmla="*/ 0 w 1741170"/>
                    <a:gd name="connsiteY0" fmla="*/ 0 h 639038"/>
                    <a:gd name="connsiteX1" fmla="*/ 133350 w 1741170"/>
                    <a:gd name="connsiteY1" fmla="*/ 60960 h 639038"/>
                    <a:gd name="connsiteX2" fmla="*/ 293370 w 1741170"/>
                    <a:gd name="connsiteY2" fmla="*/ 266700 h 639038"/>
                    <a:gd name="connsiteX3" fmla="*/ 655320 w 1741170"/>
                    <a:gd name="connsiteY3" fmla="*/ 636270 h 639038"/>
                    <a:gd name="connsiteX4" fmla="*/ 1186815 w 1741170"/>
                    <a:gd name="connsiteY4" fmla="*/ 389335 h 639038"/>
                    <a:gd name="connsiteX5" fmla="*/ 1474470 w 1741170"/>
                    <a:gd name="connsiteY5" fmla="*/ 201930 h 639038"/>
                    <a:gd name="connsiteX6" fmla="*/ 1714500 w 1741170"/>
                    <a:gd name="connsiteY6" fmla="*/ 129540 h 639038"/>
                    <a:gd name="connsiteX7" fmla="*/ 1741170 w 1741170"/>
                    <a:gd name="connsiteY7" fmla="*/ 110490 h 639038"/>
                    <a:gd name="connsiteX0" fmla="*/ 0 w 1741170"/>
                    <a:gd name="connsiteY0" fmla="*/ 0 h 636589"/>
                    <a:gd name="connsiteX1" fmla="*/ 133350 w 1741170"/>
                    <a:gd name="connsiteY1" fmla="*/ 60960 h 636589"/>
                    <a:gd name="connsiteX2" fmla="*/ 293370 w 1741170"/>
                    <a:gd name="connsiteY2" fmla="*/ 266700 h 636589"/>
                    <a:gd name="connsiteX3" fmla="*/ 655320 w 1741170"/>
                    <a:gd name="connsiteY3" fmla="*/ 636270 h 636589"/>
                    <a:gd name="connsiteX4" fmla="*/ 1474470 w 1741170"/>
                    <a:gd name="connsiteY4" fmla="*/ 201930 h 636589"/>
                    <a:gd name="connsiteX5" fmla="*/ 1714500 w 1741170"/>
                    <a:gd name="connsiteY5" fmla="*/ 129540 h 636589"/>
                    <a:gd name="connsiteX6" fmla="*/ 1741170 w 1741170"/>
                    <a:gd name="connsiteY6" fmla="*/ 110490 h 636589"/>
                    <a:gd name="connsiteX0" fmla="*/ 0 w 1741170"/>
                    <a:gd name="connsiteY0" fmla="*/ 0 h 637680"/>
                    <a:gd name="connsiteX1" fmla="*/ 133350 w 1741170"/>
                    <a:gd name="connsiteY1" fmla="*/ 60960 h 637680"/>
                    <a:gd name="connsiteX2" fmla="*/ 293370 w 1741170"/>
                    <a:gd name="connsiteY2" fmla="*/ 266700 h 637680"/>
                    <a:gd name="connsiteX3" fmla="*/ 655320 w 1741170"/>
                    <a:gd name="connsiteY3" fmla="*/ 636270 h 637680"/>
                    <a:gd name="connsiteX4" fmla="*/ 1474470 w 1741170"/>
                    <a:gd name="connsiteY4" fmla="*/ 201930 h 637680"/>
                    <a:gd name="connsiteX5" fmla="*/ 1714500 w 1741170"/>
                    <a:gd name="connsiteY5" fmla="*/ 129540 h 637680"/>
                    <a:gd name="connsiteX6" fmla="*/ 1741170 w 1741170"/>
                    <a:gd name="connsiteY6" fmla="*/ 110490 h 637680"/>
                    <a:gd name="connsiteX0" fmla="*/ 0 w 1741170"/>
                    <a:gd name="connsiteY0" fmla="*/ 0 h 637691"/>
                    <a:gd name="connsiteX1" fmla="*/ 133350 w 1741170"/>
                    <a:gd name="connsiteY1" fmla="*/ 60960 h 637691"/>
                    <a:gd name="connsiteX2" fmla="*/ 293370 w 1741170"/>
                    <a:gd name="connsiteY2" fmla="*/ 266700 h 637691"/>
                    <a:gd name="connsiteX3" fmla="*/ 655320 w 1741170"/>
                    <a:gd name="connsiteY3" fmla="*/ 636270 h 637691"/>
                    <a:gd name="connsiteX4" fmla="*/ 1474470 w 1741170"/>
                    <a:gd name="connsiteY4" fmla="*/ 201930 h 637691"/>
                    <a:gd name="connsiteX5" fmla="*/ 1741170 w 1741170"/>
                    <a:gd name="connsiteY5" fmla="*/ 110490 h 637691"/>
                    <a:gd name="connsiteX0" fmla="*/ 0 w 1741170"/>
                    <a:gd name="connsiteY0" fmla="*/ 0 h 637020"/>
                    <a:gd name="connsiteX1" fmla="*/ 133350 w 1741170"/>
                    <a:gd name="connsiteY1" fmla="*/ 60960 h 637020"/>
                    <a:gd name="connsiteX2" fmla="*/ 293370 w 1741170"/>
                    <a:gd name="connsiteY2" fmla="*/ 266700 h 637020"/>
                    <a:gd name="connsiteX3" fmla="*/ 655320 w 1741170"/>
                    <a:gd name="connsiteY3" fmla="*/ 636270 h 637020"/>
                    <a:gd name="connsiteX4" fmla="*/ 1474470 w 1741170"/>
                    <a:gd name="connsiteY4" fmla="*/ 201930 h 637020"/>
                    <a:gd name="connsiteX5" fmla="*/ 1741170 w 1741170"/>
                    <a:gd name="connsiteY5" fmla="*/ 110490 h 637020"/>
                    <a:gd name="connsiteX0" fmla="*/ 0 w 1741170"/>
                    <a:gd name="connsiteY0" fmla="*/ 0 h 636464"/>
                    <a:gd name="connsiteX1" fmla="*/ 133350 w 1741170"/>
                    <a:gd name="connsiteY1" fmla="*/ 60960 h 636464"/>
                    <a:gd name="connsiteX2" fmla="*/ 293370 w 1741170"/>
                    <a:gd name="connsiteY2" fmla="*/ 266700 h 636464"/>
                    <a:gd name="connsiteX3" fmla="*/ 655320 w 1741170"/>
                    <a:gd name="connsiteY3" fmla="*/ 636270 h 636464"/>
                    <a:gd name="connsiteX4" fmla="*/ 1493376 w 1741170"/>
                    <a:gd name="connsiteY4" fmla="*/ 216578 h 636464"/>
                    <a:gd name="connsiteX5" fmla="*/ 1741170 w 1741170"/>
                    <a:gd name="connsiteY5" fmla="*/ 110490 h 636464"/>
                    <a:gd name="connsiteX0" fmla="*/ 0 w 1741170"/>
                    <a:gd name="connsiteY0" fmla="*/ 0 h 637086"/>
                    <a:gd name="connsiteX1" fmla="*/ 133350 w 1741170"/>
                    <a:gd name="connsiteY1" fmla="*/ 60960 h 637086"/>
                    <a:gd name="connsiteX2" fmla="*/ 293370 w 1741170"/>
                    <a:gd name="connsiteY2" fmla="*/ 266700 h 637086"/>
                    <a:gd name="connsiteX3" fmla="*/ 655320 w 1741170"/>
                    <a:gd name="connsiteY3" fmla="*/ 636270 h 637086"/>
                    <a:gd name="connsiteX4" fmla="*/ 1493376 w 1741170"/>
                    <a:gd name="connsiteY4" fmla="*/ 216578 h 637086"/>
                    <a:gd name="connsiteX5" fmla="*/ 1741170 w 1741170"/>
                    <a:gd name="connsiteY5" fmla="*/ 110490 h 637086"/>
                    <a:gd name="connsiteX0" fmla="*/ 0 w 1820995"/>
                    <a:gd name="connsiteY0" fmla="*/ 124199 h 761285"/>
                    <a:gd name="connsiteX1" fmla="*/ 133350 w 1820995"/>
                    <a:gd name="connsiteY1" fmla="*/ 185159 h 761285"/>
                    <a:gd name="connsiteX2" fmla="*/ 293370 w 1820995"/>
                    <a:gd name="connsiteY2" fmla="*/ 390899 h 761285"/>
                    <a:gd name="connsiteX3" fmla="*/ 655320 w 1820995"/>
                    <a:gd name="connsiteY3" fmla="*/ 760469 h 761285"/>
                    <a:gd name="connsiteX4" fmla="*/ 1493376 w 1820995"/>
                    <a:gd name="connsiteY4" fmla="*/ 340777 h 761285"/>
                    <a:gd name="connsiteX5" fmla="*/ 1820995 w 1820995"/>
                    <a:gd name="connsiteY5" fmla="*/ 0 h 761285"/>
                    <a:gd name="connsiteX0" fmla="*/ 0 w 1820995"/>
                    <a:gd name="connsiteY0" fmla="*/ 124199 h 761594"/>
                    <a:gd name="connsiteX1" fmla="*/ 133350 w 1820995"/>
                    <a:gd name="connsiteY1" fmla="*/ 185159 h 761594"/>
                    <a:gd name="connsiteX2" fmla="*/ 293370 w 1820995"/>
                    <a:gd name="connsiteY2" fmla="*/ 390899 h 761594"/>
                    <a:gd name="connsiteX3" fmla="*/ 655320 w 1820995"/>
                    <a:gd name="connsiteY3" fmla="*/ 760469 h 761594"/>
                    <a:gd name="connsiteX4" fmla="*/ 1408230 w 1820995"/>
                    <a:gd name="connsiteY4" fmla="*/ 265556 h 761594"/>
                    <a:gd name="connsiteX5" fmla="*/ 1820995 w 1820995"/>
                    <a:gd name="connsiteY5" fmla="*/ 0 h 761594"/>
                    <a:gd name="connsiteX0" fmla="*/ 0 w 1820995"/>
                    <a:gd name="connsiteY0" fmla="*/ 124199 h 760554"/>
                    <a:gd name="connsiteX1" fmla="*/ 133350 w 1820995"/>
                    <a:gd name="connsiteY1" fmla="*/ 185159 h 760554"/>
                    <a:gd name="connsiteX2" fmla="*/ 261441 w 1820995"/>
                    <a:gd name="connsiteY2" fmla="*/ 303642 h 760554"/>
                    <a:gd name="connsiteX3" fmla="*/ 655320 w 1820995"/>
                    <a:gd name="connsiteY3" fmla="*/ 760469 h 760554"/>
                    <a:gd name="connsiteX4" fmla="*/ 1408230 w 1820995"/>
                    <a:gd name="connsiteY4" fmla="*/ 265556 h 760554"/>
                    <a:gd name="connsiteX5" fmla="*/ 1820995 w 1820995"/>
                    <a:gd name="connsiteY5" fmla="*/ 0 h 760554"/>
                    <a:gd name="connsiteX0" fmla="*/ 0 w 2395732"/>
                    <a:gd name="connsiteY0" fmla="*/ 0 h 834938"/>
                    <a:gd name="connsiteX1" fmla="*/ 708087 w 2395732"/>
                    <a:gd name="connsiteY1" fmla="*/ 259543 h 834938"/>
                    <a:gd name="connsiteX2" fmla="*/ 836178 w 2395732"/>
                    <a:gd name="connsiteY2" fmla="*/ 378026 h 834938"/>
                    <a:gd name="connsiteX3" fmla="*/ 1230057 w 2395732"/>
                    <a:gd name="connsiteY3" fmla="*/ 834853 h 834938"/>
                    <a:gd name="connsiteX4" fmla="*/ 1982967 w 2395732"/>
                    <a:gd name="connsiteY4" fmla="*/ 339940 h 834938"/>
                    <a:gd name="connsiteX5" fmla="*/ 2395732 w 2395732"/>
                    <a:gd name="connsiteY5" fmla="*/ 74384 h 834938"/>
                    <a:gd name="connsiteX0" fmla="*/ 0 w 2395732"/>
                    <a:gd name="connsiteY0" fmla="*/ 0 h 834938"/>
                    <a:gd name="connsiteX1" fmla="*/ 708087 w 2395732"/>
                    <a:gd name="connsiteY1" fmla="*/ 259543 h 834938"/>
                    <a:gd name="connsiteX2" fmla="*/ 836178 w 2395732"/>
                    <a:gd name="connsiteY2" fmla="*/ 378026 h 834938"/>
                    <a:gd name="connsiteX3" fmla="*/ 1230057 w 2395732"/>
                    <a:gd name="connsiteY3" fmla="*/ 834853 h 834938"/>
                    <a:gd name="connsiteX4" fmla="*/ 1982967 w 2395732"/>
                    <a:gd name="connsiteY4" fmla="*/ 339940 h 834938"/>
                    <a:gd name="connsiteX5" fmla="*/ 2395732 w 2395732"/>
                    <a:gd name="connsiteY5" fmla="*/ 74384 h 834938"/>
                    <a:gd name="connsiteX0" fmla="*/ 0 w 2395732"/>
                    <a:gd name="connsiteY0" fmla="*/ 0 h 834934"/>
                    <a:gd name="connsiteX1" fmla="*/ 330250 w 2395732"/>
                    <a:gd name="connsiteY1" fmla="*/ 247508 h 834934"/>
                    <a:gd name="connsiteX2" fmla="*/ 836178 w 2395732"/>
                    <a:gd name="connsiteY2" fmla="*/ 378026 h 834934"/>
                    <a:gd name="connsiteX3" fmla="*/ 1230057 w 2395732"/>
                    <a:gd name="connsiteY3" fmla="*/ 834853 h 834934"/>
                    <a:gd name="connsiteX4" fmla="*/ 1982967 w 2395732"/>
                    <a:gd name="connsiteY4" fmla="*/ 339940 h 834934"/>
                    <a:gd name="connsiteX5" fmla="*/ 2395732 w 2395732"/>
                    <a:gd name="connsiteY5" fmla="*/ 74384 h 834934"/>
                    <a:gd name="connsiteX0" fmla="*/ 0 w 2395732"/>
                    <a:gd name="connsiteY0" fmla="*/ 0 h 835391"/>
                    <a:gd name="connsiteX1" fmla="*/ 330250 w 2395732"/>
                    <a:gd name="connsiteY1" fmla="*/ 247508 h 835391"/>
                    <a:gd name="connsiteX2" fmla="*/ 825535 w 2395732"/>
                    <a:gd name="connsiteY2" fmla="*/ 233601 h 835391"/>
                    <a:gd name="connsiteX3" fmla="*/ 1230057 w 2395732"/>
                    <a:gd name="connsiteY3" fmla="*/ 834853 h 835391"/>
                    <a:gd name="connsiteX4" fmla="*/ 1982967 w 2395732"/>
                    <a:gd name="connsiteY4" fmla="*/ 339940 h 835391"/>
                    <a:gd name="connsiteX5" fmla="*/ 2395732 w 2395732"/>
                    <a:gd name="connsiteY5" fmla="*/ 74384 h 835391"/>
                    <a:gd name="connsiteX0" fmla="*/ 0 w 2395732"/>
                    <a:gd name="connsiteY0" fmla="*/ 0 h 511957"/>
                    <a:gd name="connsiteX1" fmla="*/ 330250 w 2395732"/>
                    <a:gd name="connsiteY1" fmla="*/ 247508 h 511957"/>
                    <a:gd name="connsiteX2" fmla="*/ 825535 w 2395732"/>
                    <a:gd name="connsiteY2" fmla="*/ 233601 h 511957"/>
                    <a:gd name="connsiteX3" fmla="*/ 1432279 w 2395732"/>
                    <a:gd name="connsiteY3" fmla="*/ 509898 h 511957"/>
                    <a:gd name="connsiteX4" fmla="*/ 1982967 w 2395732"/>
                    <a:gd name="connsiteY4" fmla="*/ 339940 h 511957"/>
                    <a:gd name="connsiteX5" fmla="*/ 2395732 w 2395732"/>
                    <a:gd name="connsiteY5" fmla="*/ 74384 h 511957"/>
                    <a:gd name="connsiteX0" fmla="*/ 0 w 2395732"/>
                    <a:gd name="connsiteY0" fmla="*/ 0 h 453847"/>
                    <a:gd name="connsiteX1" fmla="*/ 330250 w 2395732"/>
                    <a:gd name="connsiteY1" fmla="*/ 247508 h 453847"/>
                    <a:gd name="connsiteX2" fmla="*/ 825535 w 2395732"/>
                    <a:gd name="connsiteY2" fmla="*/ 233601 h 453847"/>
                    <a:gd name="connsiteX3" fmla="*/ 1442922 w 2395732"/>
                    <a:gd name="connsiteY3" fmla="*/ 449721 h 453847"/>
                    <a:gd name="connsiteX4" fmla="*/ 1982967 w 2395732"/>
                    <a:gd name="connsiteY4" fmla="*/ 339940 h 453847"/>
                    <a:gd name="connsiteX5" fmla="*/ 2395732 w 2395732"/>
                    <a:gd name="connsiteY5" fmla="*/ 74384 h 453847"/>
                    <a:gd name="connsiteX0" fmla="*/ 0 w 2395732"/>
                    <a:gd name="connsiteY0" fmla="*/ 0 h 450626"/>
                    <a:gd name="connsiteX1" fmla="*/ 330250 w 2395732"/>
                    <a:gd name="connsiteY1" fmla="*/ 247508 h 450626"/>
                    <a:gd name="connsiteX2" fmla="*/ 825535 w 2395732"/>
                    <a:gd name="connsiteY2" fmla="*/ 233601 h 450626"/>
                    <a:gd name="connsiteX3" fmla="*/ 1442922 w 2395732"/>
                    <a:gd name="connsiteY3" fmla="*/ 449721 h 450626"/>
                    <a:gd name="connsiteX4" fmla="*/ 1881856 w 2395732"/>
                    <a:gd name="connsiteY4" fmla="*/ 294807 h 450626"/>
                    <a:gd name="connsiteX5" fmla="*/ 2395732 w 2395732"/>
                    <a:gd name="connsiteY5" fmla="*/ 74384 h 450626"/>
                    <a:gd name="connsiteX0" fmla="*/ 0 w 2395732"/>
                    <a:gd name="connsiteY0" fmla="*/ 0 h 450733"/>
                    <a:gd name="connsiteX1" fmla="*/ 330250 w 2395732"/>
                    <a:gd name="connsiteY1" fmla="*/ 247508 h 450733"/>
                    <a:gd name="connsiteX2" fmla="*/ 825535 w 2395732"/>
                    <a:gd name="connsiteY2" fmla="*/ 233601 h 450733"/>
                    <a:gd name="connsiteX3" fmla="*/ 1442922 w 2395732"/>
                    <a:gd name="connsiteY3" fmla="*/ 449721 h 450733"/>
                    <a:gd name="connsiteX4" fmla="*/ 1881856 w 2395732"/>
                    <a:gd name="connsiteY4" fmla="*/ 294807 h 450733"/>
                    <a:gd name="connsiteX5" fmla="*/ 2395732 w 2395732"/>
                    <a:gd name="connsiteY5" fmla="*/ 74384 h 450733"/>
                    <a:gd name="connsiteX0" fmla="*/ 0 w 2387749"/>
                    <a:gd name="connsiteY0" fmla="*/ 0 h 450733"/>
                    <a:gd name="connsiteX1" fmla="*/ 330250 w 2387749"/>
                    <a:gd name="connsiteY1" fmla="*/ 247508 h 450733"/>
                    <a:gd name="connsiteX2" fmla="*/ 825535 w 2387749"/>
                    <a:gd name="connsiteY2" fmla="*/ 233601 h 450733"/>
                    <a:gd name="connsiteX3" fmla="*/ 1442922 w 2387749"/>
                    <a:gd name="connsiteY3" fmla="*/ 449721 h 450733"/>
                    <a:gd name="connsiteX4" fmla="*/ 1881856 w 2387749"/>
                    <a:gd name="connsiteY4" fmla="*/ 294807 h 450733"/>
                    <a:gd name="connsiteX5" fmla="*/ 2387749 w 2387749"/>
                    <a:gd name="connsiteY5" fmla="*/ 11198 h 450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87749" h="450733">
                      <a:moveTo>
                        <a:pt x="0" y="0"/>
                      </a:moveTo>
                      <a:cubicBezTo>
                        <a:pt x="27781" y="12700"/>
                        <a:pt x="192661" y="208575"/>
                        <a:pt x="330250" y="247508"/>
                      </a:cubicBezTo>
                      <a:cubicBezTo>
                        <a:pt x="467839" y="286441"/>
                        <a:pt x="640090" y="199899"/>
                        <a:pt x="825535" y="233601"/>
                      </a:cubicBezTo>
                      <a:cubicBezTo>
                        <a:pt x="1010980" y="267303"/>
                        <a:pt x="1266869" y="466600"/>
                        <a:pt x="1442922" y="449721"/>
                      </a:cubicBezTo>
                      <a:cubicBezTo>
                        <a:pt x="1618975" y="432842"/>
                        <a:pt x="1700881" y="382437"/>
                        <a:pt x="1881856" y="294807"/>
                      </a:cubicBezTo>
                      <a:cubicBezTo>
                        <a:pt x="2062831" y="207177"/>
                        <a:pt x="2332187" y="30248"/>
                        <a:pt x="2387749" y="11198"/>
                      </a:cubicBezTo>
                    </a:path>
                  </a:pathLst>
                </a:custGeom>
                <a:noFill/>
                <a:ln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24" name="任意多边形: 形状 223">
                  <a:extLst>
                    <a:ext uri="{FF2B5EF4-FFF2-40B4-BE49-F238E27FC236}">
                      <a16:creationId xmlns:a16="http://schemas.microsoft.com/office/drawing/2014/main" id="{8D6AE534-2A2F-9F71-DD94-9F4E58CFD3F3}"/>
                    </a:ext>
                  </a:extLst>
                </p:cNvPr>
                <p:cNvSpPr/>
                <p:nvPr/>
              </p:nvSpPr>
              <p:spPr>
                <a:xfrm flipH="1" flipV="1">
                  <a:off x="10283174" y="5397749"/>
                  <a:ext cx="845777" cy="301967"/>
                </a:xfrm>
                <a:custGeom>
                  <a:avLst/>
                  <a:gdLst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01930 w 1737360"/>
                    <a:gd name="connsiteY4" fmla="*/ 133350 h 655320"/>
                    <a:gd name="connsiteX5" fmla="*/ 293370 w 1737360"/>
                    <a:gd name="connsiteY5" fmla="*/ 266700 h 655320"/>
                    <a:gd name="connsiteX6" fmla="*/ 502920 w 1737360"/>
                    <a:gd name="connsiteY6" fmla="*/ 510540 h 655320"/>
                    <a:gd name="connsiteX7" fmla="*/ 655320 w 1737360"/>
                    <a:gd name="connsiteY7" fmla="*/ 636270 h 655320"/>
                    <a:gd name="connsiteX8" fmla="*/ 697230 w 1737360"/>
                    <a:gd name="connsiteY8" fmla="*/ 651510 h 655320"/>
                    <a:gd name="connsiteX9" fmla="*/ 750570 w 1737360"/>
                    <a:gd name="connsiteY9" fmla="*/ 655320 h 655320"/>
                    <a:gd name="connsiteX10" fmla="*/ 1219200 w 1737360"/>
                    <a:gd name="connsiteY10" fmla="*/ 388620 h 655320"/>
                    <a:gd name="connsiteX11" fmla="*/ 1474470 w 1737360"/>
                    <a:gd name="connsiteY11" fmla="*/ 201930 h 655320"/>
                    <a:gd name="connsiteX12" fmla="*/ 1600200 w 1737360"/>
                    <a:gd name="connsiteY12" fmla="*/ 148590 h 655320"/>
                    <a:gd name="connsiteX13" fmla="*/ 1714500 w 1737360"/>
                    <a:gd name="connsiteY13" fmla="*/ 129540 h 655320"/>
                    <a:gd name="connsiteX14" fmla="*/ 1737360 w 1737360"/>
                    <a:gd name="connsiteY14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01930 w 1737360"/>
                    <a:gd name="connsiteY4" fmla="*/ 133350 h 655320"/>
                    <a:gd name="connsiteX5" fmla="*/ 293370 w 1737360"/>
                    <a:gd name="connsiteY5" fmla="*/ 266700 h 655320"/>
                    <a:gd name="connsiteX6" fmla="*/ 502920 w 1737360"/>
                    <a:gd name="connsiteY6" fmla="*/ 510540 h 655320"/>
                    <a:gd name="connsiteX7" fmla="*/ 655320 w 1737360"/>
                    <a:gd name="connsiteY7" fmla="*/ 636270 h 655320"/>
                    <a:gd name="connsiteX8" fmla="*/ 697230 w 1737360"/>
                    <a:gd name="connsiteY8" fmla="*/ 651510 h 655320"/>
                    <a:gd name="connsiteX9" fmla="*/ 750570 w 1737360"/>
                    <a:gd name="connsiteY9" fmla="*/ 655320 h 655320"/>
                    <a:gd name="connsiteX10" fmla="*/ 1219200 w 1737360"/>
                    <a:gd name="connsiteY10" fmla="*/ 388620 h 655320"/>
                    <a:gd name="connsiteX11" fmla="*/ 1474470 w 1737360"/>
                    <a:gd name="connsiteY11" fmla="*/ 201930 h 655320"/>
                    <a:gd name="connsiteX12" fmla="*/ 1714500 w 1737360"/>
                    <a:gd name="connsiteY12" fmla="*/ 129540 h 655320"/>
                    <a:gd name="connsiteX13" fmla="*/ 1737360 w 1737360"/>
                    <a:gd name="connsiteY13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167640 w 1737360"/>
                    <a:gd name="connsiteY3" fmla="*/ 87630 h 655320"/>
                    <a:gd name="connsiteX4" fmla="*/ 293370 w 1737360"/>
                    <a:gd name="connsiteY4" fmla="*/ 266700 h 655320"/>
                    <a:gd name="connsiteX5" fmla="*/ 502920 w 1737360"/>
                    <a:gd name="connsiteY5" fmla="*/ 510540 h 655320"/>
                    <a:gd name="connsiteX6" fmla="*/ 655320 w 1737360"/>
                    <a:gd name="connsiteY6" fmla="*/ 636270 h 655320"/>
                    <a:gd name="connsiteX7" fmla="*/ 697230 w 1737360"/>
                    <a:gd name="connsiteY7" fmla="*/ 651510 h 655320"/>
                    <a:gd name="connsiteX8" fmla="*/ 750570 w 1737360"/>
                    <a:gd name="connsiteY8" fmla="*/ 655320 h 655320"/>
                    <a:gd name="connsiteX9" fmla="*/ 1219200 w 1737360"/>
                    <a:gd name="connsiteY9" fmla="*/ 388620 h 655320"/>
                    <a:gd name="connsiteX10" fmla="*/ 1474470 w 1737360"/>
                    <a:gd name="connsiteY10" fmla="*/ 201930 h 655320"/>
                    <a:gd name="connsiteX11" fmla="*/ 1714500 w 1737360"/>
                    <a:gd name="connsiteY11" fmla="*/ 129540 h 655320"/>
                    <a:gd name="connsiteX12" fmla="*/ 1737360 w 1737360"/>
                    <a:gd name="connsiteY12" fmla="*/ 121920 h 655320"/>
                    <a:gd name="connsiteX0" fmla="*/ 0 w 1737360"/>
                    <a:gd name="connsiteY0" fmla="*/ 0 h 655320"/>
                    <a:gd name="connsiteX1" fmla="*/ 57150 w 1737360"/>
                    <a:gd name="connsiteY1" fmla="*/ 19050 h 655320"/>
                    <a:gd name="connsiteX2" fmla="*/ 133350 w 1737360"/>
                    <a:gd name="connsiteY2" fmla="*/ 60960 h 655320"/>
                    <a:gd name="connsiteX3" fmla="*/ 293370 w 1737360"/>
                    <a:gd name="connsiteY3" fmla="*/ 266700 h 655320"/>
                    <a:gd name="connsiteX4" fmla="*/ 502920 w 1737360"/>
                    <a:gd name="connsiteY4" fmla="*/ 510540 h 655320"/>
                    <a:gd name="connsiteX5" fmla="*/ 655320 w 1737360"/>
                    <a:gd name="connsiteY5" fmla="*/ 636270 h 655320"/>
                    <a:gd name="connsiteX6" fmla="*/ 697230 w 1737360"/>
                    <a:gd name="connsiteY6" fmla="*/ 651510 h 655320"/>
                    <a:gd name="connsiteX7" fmla="*/ 750570 w 1737360"/>
                    <a:gd name="connsiteY7" fmla="*/ 655320 h 655320"/>
                    <a:gd name="connsiteX8" fmla="*/ 1219200 w 1737360"/>
                    <a:gd name="connsiteY8" fmla="*/ 388620 h 655320"/>
                    <a:gd name="connsiteX9" fmla="*/ 1474470 w 1737360"/>
                    <a:gd name="connsiteY9" fmla="*/ 201930 h 655320"/>
                    <a:gd name="connsiteX10" fmla="*/ 1714500 w 1737360"/>
                    <a:gd name="connsiteY10" fmla="*/ 129540 h 655320"/>
                    <a:gd name="connsiteX11" fmla="*/ 1737360 w 1737360"/>
                    <a:gd name="connsiteY11" fmla="*/ 121920 h 655320"/>
                    <a:gd name="connsiteX0" fmla="*/ 0 w 1737360"/>
                    <a:gd name="connsiteY0" fmla="*/ 0 h 667838"/>
                    <a:gd name="connsiteX1" fmla="*/ 57150 w 1737360"/>
                    <a:gd name="connsiteY1" fmla="*/ 19050 h 667838"/>
                    <a:gd name="connsiteX2" fmla="*/ 133350 w 1737360"/>
                    <a:gd name="connsiteY2" fmla="*/ 60960 h 667838"/>
                    <a:gd name="connsiteX3" fmla="*/ 293370 w 1737360"/>
                    <a:gd name="connsiteY3" fmla="*/ 266700 h 667838"/>
                    <a:gd name="connsiteX4" fmla="*/ 502920 w 1737360"/>
                    <a:gd name="connsiteY4" fmla="*/ 510540 h 667838"/>
                    <a:gd name="connsiteX5" fmla="*/ 655320 w 1737360"/>
                    <a:gd name="connsiteY5" fmla="*/ 636270 h 667838"/>
                    <a:gd name="connsiteX6" fmla="*/ 697230 w 1737360"/>
                    <a:gd name="connsiteY6" fmla="*/ 651510 h 667838"/>
                    <a:gd name="connsiteX7" fmla="*/ 1219200 w 1737360"/>
                    <a:gd name="connsiteY7" fmla="*/ 388620 h 667838"/>
                    <a:gd name="connsiteX8" fmla="*/ 1474470 w 1737360"/>
                    <a:gd name="connsiteY8" fmla="*/ 201930 h 667838"/>
                    <a:gd name="connsiteX9" fmla="*/ 1714500 w 1737360"/>
                    <a:gd name="connsiteY9" fmla="*/ 129540 h 667838"/>
                    <a:gd name="connsiteX10" fmla="*/ 1737360 w 1737360"/>
                    <a:gd name="connsiteY10" fmla="*/ 121920 h 667838"/>
                    <a:gd name="connsiteX0" fmla="*/ 0 w 1737360"/>
                    <a:gd name="connsiteY0" fmla="*/ 0 h 667838"/>
                    <a:gd name="connsiteX1" fmla="*/ 133350 w 1737360"/>
                    <a:gd name="connsiteY1" fmla="*/ 60960 h 667838"/>
                    <a:gd name="connsiteX2" fmla="*/ 293370 w 1737360"/>
                    <a:gd name="connsiteY2" fmla="*/ 266700 h 667838"/>
                    <a:gd name="connsiteX3" fmla="*/ 502920 w 1737360"/>
                    <a:gd name="connsiteY3" fmla="*/ 510540 h 667838"/>
                    <a:gd name="connsiteX4" fmla="*/ 655320 w 1737360"/>
                    <a:gd name="connsiteY4" fmla="*/ 636270 h 667838"/>
                    <a:gd name="connsiteX5" fmla="*/ 697230 w 1737360"/>
                    <a:gd name="connsiteY5" fmla="*/ 651510 h 667838"/>
                    <a:gd name="connsiteX6" fmla="*/ 1219200 w 1737360"/>
                    <a:gd name="connsiteY6" fmla="*/ 388620 h 667838"/>
                    <a:gd name="connsiteX7" fmla="*/ 1474470 w 1737360"/>
                    <a:gd name="connsiteY7" fmla="*/ 201930 h 667838"/>
                    <a:gd name="connsiteX8" fmla="*/ 1714500 w 1737360"/>
                    <a:gd name="connsiteY8" fmla="*/ 129540 h 667838"/>
                    <a:gd name="connsiteX9" fmla="*/ 1737360 w 1737360"/>
                    <a:gd name="connsiteY9" fmla="*/ 121920 h 667838"/>
                    <a:gd name="connsiteX0" fmla="*/ 0 w 1737360"/>
                    <a:gd name="connsiteY0" fmla="*/ 0 h 681554"/>
                    <a:gd name="connsiteX1" fmla="*/ 133350 w 1737360"/>
                    <a:gd name="connsiteY1" fmla="*/ 60960 h 681554"/>
                    <a:gd name="connsiteX2" fmla="*/ 293370 w 1737360"/>
                    <a:gd name="connsiteY2" fmla="*/ 266700 h 681554"/>
                    <a:gd name="connsiteX3" fmla="*/ 502920 w 1737360"/>
                    <a:gd name="connsiteY3" fmla="*/ 510540 h 681554"/>
                    <a:gd name="connsiteX4" fmla="*/ 655320 w 1737360"/>
                    <a:gd name="connsiteY4" fmla="*/ 636270 h 681554"/>
                    <a:gd name="connsiteX5" fmla="*/ 697230 w 1737360"/>
                    <a:gd name="connsiteY5" fmla="*/ 651510 h 681554"/>
                    <a:gd name="connsiteX6" fmla="*/ 1474470 w 1737360"/>
                    <a:gd name="connsiteY6" fmla="*/ 201930 h 681554"/>
                    <a:gd name="connsiteX7" fmla="*/ 1714500 w 1737360"/>
                    <a:gd name="connsiteY7" fmla="*/ 129540 h 681554"/>
                    <a:gd name="connsiteX8" fmla="*/ 1737360 w 1737360"/>
                    <a:gd name="connsiteY8" fmla="*/ 121920 h 681554"/>
                    <a:gd name="connsiteX0" fmla="*/ 0 w 1737360"/>
                    <a:gd name="connsiteY0" fmla="*/ 0 h 640617"/>
                    <a:gd name="connsiteX1" fmla="*/ 133350 w 1737360"/>
                    <a:gd name="connsiteY1" fmla="*/ 60960 h 640617"/>
                    <a:gd name="connsiteX2" fmla="*/ 293370 w 1737360"/>
                    <a:gd name="connsiteY2" fmla="*/ 266700 h 640617"/>
                    <a:gd name="connsiteX3" fmla="*/ 502920 w 1737360"/>
                    <a:gd name="connsiteY3" fmla="*/ 510540 h 640617"/>
                    <a:gd name="connsiteX4" fmla="*/ 655320 w 1737360"/>
                    <a:gd name="connsiteY4" fmla="*/ 636270 h 640617"/>
                    <a:gd name="connsiteX5" fmla="*/ 826770 w 1737360"/>
                    <a:gd name="connsiteY5" fmla="*/ 571500 h 640617"/>
                    <a:gd name="connsiteX6" fmla="*/ 1474470 w 1737360"/>
                    <a:gd name="connsiteY6" fmla="*/ 201930 h 640617"/>
                    <a:gd name="connsiteX7" fmla="*/ 1714500 w 1737360"/>
                    <a:gd name="connsiteY7" fmla="*/ 129540 h 640617"/>
                    <a:gd name="connsiteX8" fmla="*/ 1737360 w 1737360"/>
                    <a:gd name="connsiteY8" fmla="*/ 121920 h 640617"/>
                    <a:gd name="connsiteX0" fmla="*/ 0 w 1737360"/>
                    <a:gd name="connsiteY0" fmla="*/ 0 h 640617"/>
                    <a:gd name="connsiteX1" fmla="*/ 133350 w 1737360"/>
                    <a:gd name="connsiteY1" fmla="*/ 60960 h 640617"/>
                    <a:gd name="connsiteX2" fmla="*/ 293370 w 1737360"/>
                    <a:gd name="connsiteY2" fmla="*/ 266700 h 640617"/>
                    <a:gd name="connsiteX3" fmla="*/ 502920 w 1737360"/>
                    <a:gd name="connsiteY3" fmla="*/ 510540 h 640617"/>
                    <a:gd name="connsiteX4" fmla="*/ 655320 w 1737360"/>
                    <a:gd name="connsiteY4" fmla="*/ 636270 h 640617"/>
                    <a:gd name="connsiteX5" fmla="*/ 826770 w 1737360"/>
                    <a:gd name="connsiteY5" fmla="*/ 571500 h 640617"/>
                    <a:gd name="connsiteX6" fmla="*/ 1474470 w 1737360"/>
                    <a:gd name="connsiteY6" fmla="*/ 201930 h 640617"/>
                    <a:gd name="connsiteX7" fmla="*/ 1714500 w 1737360"/>
                    <a:gd name="connsiteY7" fmla="*/ 129540 h 640617"/>
                    <a:gd name="connsiteX8" fmla="*/ 1737360 w 1737360"/>
                    <a:gd name="connsiteY8" fmla="*/ 121920 h 640617"/>
                    <a:gd name="connsiteX0" fmla="*/ 0 w 1737360"/>
                    <a:gd name="connsiteY0" fmla="*/ 0 h 637660"/>
                    <a:gd name="connsiteX1" fmla="*/ 133350 w 1737360"/>
                    <a:gd name="connsiteY1" fmla="*/ 60960 h 637660"/>
                    <a:gd name="connsiteX2" fmla="*/ 293370 w 1737360"/>
                    <a:gd name="connsiteY2" fmla="*/ 266700 h 637660"/>
                    <a:gd name="connsiteX3" fmla="*/ 502920 w 1737360"/>
                    <a:gd name="connsiteY3" fmla="*/ 510540 h 637660"/>
                    <a:gd name="connsiteX4" fmla="*/ 655320 w 1737360"/>
                    <a:gd name="connsiteY4" fmla="*/ 636270 h 637660"/>
                    <a:gd name="connsiteX5" fmla="*/ 1021080 w 1737360"/>
                    <a:gd name="connsiteY5" fmla="*/ 434340 h 637660"/>
                    <a:gd name="connsiteX6" fmla="*/ 1474470 w 1737360"/>
                    <a:gd name="connsiteY6" fmla="*/ 201930 h 637660"/>
                    <a:gd name="connsiteX7" fmla="*/ 1714500 w 1737360"/>
                    <a:gd name="connsiteY7" fmla="*/ 129540 h 637660"/>
                    <a:gd name="connsiteX8" fmla="*/ 1737360 w 1737360"/>
                    <a:gd name="connsiteY8" fmla="*/ 121920 h 637660"/>
                    <a:gd name="connsiteX0" fmla="*/ 0 w 1737360"/>
                    <a:gd name="connsiteY0" fmla="*/ 0 h 636480"/>
                    <a:gd name="connsiteX1" fmla="*/ 133350 w 1737360"/>
                    <a:gd name="connsiteY1" fmla="*/ 60960 h 636480"/>
                    <a:gd name="connsiteX2" fmla="*/ 293370 w 1737360"/>
                    <a:gd name="connsiteY2" fmla="*/ 266700 h 636480"/>
                    <a:gd name="connsiteX3" fmla="*/ 483870 w 1737360"/>
                    <a:gd name="connsiteY3" fmla="*/ 468630 h 636480"/>
                    <a:gd name="connsiteX4" fmla="*/ 655320 w 1737360"/>
                    <a:gd name="connsiteY4" fmla="*/ 636270 h 636480"/>
                    <a:gd name="connsiteX5" fmla="*/ 1021080 w 1737360"/>
                    <a:gd name="connsiteY5" fmla="*/ 434340 h 636480"/>
                    <a:gd name="connsiteX6" fmla="*/ 1474470 w 1737360"/>
                    <a:gd name="connsiteY6" fmla="*/ 201930 h 636480"/>
                    <a:gd name="connsiteX7" fmla="*/ 1714500 w 1737360"/>
                    <a:gd name="connsiteY7" fmla="*/ 129540 h 636480"/>
                    <a:gd name="connsiteX8" fmla="*/ 1737360 w 1737360"/>
                    <a:gd name="connsiteY8" fmla="*/ 121920 h 636480"/>
                    <a:gd name="connsiteX0" fmla="*/ 0 w 1741170"/>
                    <a:gd name="connsiteY0" fmla="*/ 0 h 636480"/>
                    <a:gd name="connsiteX1" fmla="*/ 133350 w 1741170"/>
                    <a:gd name="connsiteY1" fmla="*/ 60960 h 636480"/>
                    <a:gd name="connsiteX2" fmla="*/ 293370 w 1741170"/>
                    <a:gd name="connsiteY2" fmla="*/ 266700 h 636480"/>
                    <a:gd name="connsiteX3" fmla="*/ 483870 w 1741170"/>
                    <a:gd name="connsiteY3" fmla="*/ 468630 h 636480"/>
                    <a:gd name="connsiteX4" fmla="*/ 655320 w 1741170"/>
                    <a:gd name="connsiteY4" fmla="*/ 636270 h 636480"/>
                    <a:gd name="connsiteX5" fmla="*/ 1021080 w 1741170"/>
                    <a:gd name="connsiteY5" fmla="*/ 434340 h 636480"/>
                    <a:gd name="connsiteX6" fmla="*/ 1474470 w 1741170"/>
                    <a:gd name="connsiteY6" fmla="*/ 201930 h 636480"/>
                    <a:gd name="connsiteX7" fmla="*/ 1714500 w 1741170"/>
                    <a:gd name="connsiteY7" fmla="*/ 129540 h 636480"/>
                    <a:gd name="connsiteX8" fmla="*/ 1741170 w 1741170"/>
                    <a:gd name="connsiteY8" fmla="*/ 110490 h 636480"/>
                    <a:gd name="connsiteX0" fmla="*/ 0 w 1741170"/>
                    <a:gd name="connsiteY0" fmla="*/ 0 h 636279"/>
                    <a:gd name="connsiteX1" fmla="*/ 133350 w 1741170"/>
                    <a:gd name="connsiteY1" fmla="*/ 60960 h 636279"/>
                    <a:gd name="connsiteX2" fmla="*/ 293370 w 1741170"/>
                    <a:gd name="connsiteY2" fmla="*/ 266700 h 636279"/>
                    <a:gd name="connsiteX3" fmla="*/ 483870 w 1741170"/>
                    <a:gd name="connsiteY3" fmla="*/ 468630 h 636279"/>
                    <a:gd name="connsiteX4" fmla="*/ 655320 w 1741170"/>
                    <a:gd name="connsiteY4" fmla="*/ 636270 h 636279"/>
                    <a:gd name="connsiteX5" fmla="*/ 1024890 w 1741170"/>
                    <a:gd name="connsiteY5" fmla="*/ 476251 h 636279"/>
                    <a:gd name="connsiteX6" fmla="*/ 1021080 w 1741170"/>
                    <a:gd name="connsiteY6" fmla="*/ 434340 h 636279"/>
                    <a:gd name="connsiteX7" fmla="*/ 1474470 w 1741170"/>
                    <a:gd name="connsiteY7" fmla="*/ 201930 h 636279"/>
                    <a:gd name="connsiteX8" fmla="*/ 1714500 w 1741170"/>
                    <a:gd name="connsiteY8" fmla="*/ 129540 h 636279"/>
                    <a:gd name="connsiteX9" fmla="*/ 1741170 w 1741170"/>
                    <a:gd name="connsiteY9" fmla="*/ 110490 h 636279"/>
                    <a:gd name="connsiteX0" fmla="*/ 0 w 1741170"/>
                    <a:gd name="connsiteY0" fmla="*/ 0 h 636754"/>
                    <a:gd name="connsiteX1" fmla="*/ 133350 w 1741170"/>
                    <a:gd name="connsiteY1" fmla="*/ 60960 h 636754"/>
                    <a:gd name="connsiteX2" fmla="*/ 293370 w 1741170"/>
                    <a:gd name="connsiteY2" fmla="*/ 266700 h 636754"/>
                    <a:gd name="connsiteX3" fmla="*/ 483870 w 1741170"/>
                    <a:gd name="connsiteY3" fmla="*/ 468630 h 636754"/>
                    <a:gd name="connsiteX4" fmla="*/ 655320 w 1741170"/>
                    <a:gd name="connsiteY4" fmla="*/ 636270 h 636754"/>
                    <a:gd name="connsiteX5" fmla="*/ 1024890 w 1741170"/>
                    <a:gd name="connsiteY5" fmla="*/ 476251 h 636754"/>
                    <a:gd name="connsiteX6" fmla="*/ 1021080 w 1741170"/>
                    <a:gd name="connsiteY6" fmla="*/ 434340 h 636754"/>
                    <a:gd name="connsiteX7" fmla="*/ 1474470 w 1741170"/>
                    <a:gd name="connsiteY7" fmla="*/ 201930 h 636754"/>
                    <a:gd name="connsiteX8" fmla="*/ 1714500 w 1741170"/>
                    <a:gd name="connsiteY8" fmla="*/ 129540 h 636754"/>
                    <a:gd name="connsiteX9" fmla="*/ 1741170 w 1741170"/>
                    <a:gd name="connsiteY9" fmla="*/ 110490 h 636754"/>
                    <a:gd name="connsiteX0" fmla="*/ 0 w 1741170"/>
                    <a:gd name="connsiteY0" fmla="*/ 0 h 641190"/>
                    <a:gd name="connsiteX1" fmla="*/ 133350 w 1741170"/>
                    <a:gd name="connsiteY1" fmla="*/ 60960 h 641190"/>
                    <a:gd name="connsiteX2" fmla="*/ 293370 w 1741170"/>
                    <a:gd name="connsiteY2" fmla="*/ 266700 h 641190"/>
                    <a:gd name="connsiteX3" fmla="*/ 655320 w 1741170"/>
                    <a:gd name="connsiteY3" fmla="*/ 636270 h 641190"/>
                    <a:gd name="connsiteX4" fmla="*/ 1024890 w 1741170"/>
                    <a:gd name="connsiteY4" fmla="*/ 476251 h 641190"/>
                    <a:gd name="connsiteX5" fmla="*/ 1021080 w 1741170"/>
                    <a:gd name="connsiteY5" fmla="*/ 434340 h 641190"/>
                    <a:gd name="connsiteX6" fmla="*/ 1474470 w 1741170"/>
                    <a:gd name="connsiteY6" fmla="*/ 201930 h 641190"/>
                    <a:gd name="connsiteX7" fmla="*/ 1714500 w 1741170"/>
                    <a:gd name="connsiteY7" fmla="*/ 129540 h 641190"/>
                    <a:gd name="connsiteX8" fmla="*/ 1741170 w 1741170"/>
                    <a:gd name="connsiteY8" fmla="*/ 110490 h 641190"/>
                    <a:gd name="connsiteX0" fmla="*/ 0 w 1741170"/>
                    <a:gd name="connsiteY0" fmla="*/ 0 h 642398"/>
                    <a:gd name="connsiteX1" fmla="*/ 133350 w 1741170"/>
                    <a:gd name="connsiteY1" fmla="*/ 60960 h 642398"/>
                    <a:gd name="connsiteX2" fmla="*/ 293370 w 1741170"/>
                    <a:gd name="connsiteY2" fmla="*/ 266700 h 642398"/>
                    <a:gd name="connsiteX3" fmla="*/ 655320 w 1741170"/>
                    <a:gd name="connsiteY3" fmla="*/ 636270 h 642398"/>
                    <a:gd name="connsiteX4" fmla="*/ 1024890 w 1741170"/>
                    <a:gd name="connsiteY4" fmla="*/ 476251 h 642398"/>
                    <a:gd name="connsiteX5" fmla="*/ 1474470 w 1741170"/>
                    <a:gd name="connsiteY5" fmla="*/ 201930 h 642398"/>
                    <a:gd name="connsiteX6" fmla="*/ 1714500 w 1741170"/>
                    <a:gd name="connsiteY6" fmla="*/ 129540 h 642398"/>
                    <a:gd name="connsiteX7" fmla="*/ 1741170 w 1741170"/>
                    <a:gd name="connsiteY7" fmla="*/ 110490 h 642398"/>
                    <a:gd name="connsiteX0" fmla="*/ 0 w 1741170"/>
                    <a:gd name="connsiteY0" fmla="*/ 0 h 637762"/>
                    <a:gd name="connsiteX1" fmla="*/ 133350 w 1741170"/>
                    <a:gd name="connsiteY1" fmla="*/ 60960 h 637762"/>
                    <a:gd name="connsiteX2" fmla="*/ 293370 w 1741170"/>
                    <a:gd name="connsiteY2" fmla="*/ 266700 h 637762"/>
                    <a:gd name="connsiteX3" fmla="*/ 655320 w 1741170"/>
                    <a:gd name="connsiteY3" fmla="*/ 636270 h 637762"/>
                    <a:gd name="connsiteX4" fmla="*/ 1186815 w 1741170"/>
                    <a:gd name="connsiteY4" fmla="*/ 389335 h 637762"/>
                    <a:gd name="connsiteX5" fmla="*/ 1474470 w 1741170"/>
                    <a:gd name="connsiteY5" fmla="*/ 201930 h 637762"/>
                    <a:gd name="connsiteX6" fmla="*/ 1714500 w 1741170"/>
                    <a:gd name="connsiteY6" fmla="*/ 129540 h 637762"/>
                    <a:gd name="connsiteX7" fmla="*/ 1741170 w 1741170"/>
                    <a:gd name="connsiteY7" fmla="*/ 110490 h 637762"/>
                    <a:gd name="connsiteX0" fmla="*/ 0 w 1741170"/>
                    <a:gd name="connsiteY0" fmla="*/ 0 h 636485"/>
                    <a:gd name="connsiteX1" fmla="*/ 133350 w 1741170"/>
                    <a:gd name="connsiteY1" fmla="*/ 60960 h 636485"/>
                    <a:gd name="connsiteX2" fmla="*/ 293370 w 1741170"/>
                    <a:gd name="connsiteY2" fmla="*/ 266700 h 636485"/>
                    <a:gd name="connsiteX3" fmla="*/ 655320 w 1741170"/>
                    <a:gd name="connsiteY3" fmla="*/ 636270 h 636485"/>
                    <a:gd name="connsiteX4" fmla="*/ 1186815 w 1741170"/>
                    <a:gd name="connsiteY4" fmla="*/ 389335 h 636485"/>
                    <a:gd name="connsiteX5" fmla="*/ 1474470 w 1741170"/>
                    <a:gd name="connsiteY5" fmla="*/ 201930 h 636485"/>
                    <a:gd name="connsiteX6" fmla="*/ 1714500 w 1741170"/>
                    <a:gd name="connsiteY6" fmla="*/ 129540 h 636485"/>
                    <a:gd name="connsiteX7" fmla="*/ 1741170 w 1741170"/>
                    <a:gd name="connsiteY7" fmla="*/ 110490 h 636485"/>
                    <a:gd name="connsiteX0" fmla="*/ 0 w 1741170"/>
                    <a:gd name="connsiteY0" fmla="*/ 0 h 636485"/>
                    <a:gd name="connsiteX1" fmla="*/ 133350 w 1741170"/>
                    <a:gd name="connsiteY1" fmla="*/ 60960 h 636485"/>
                    <a:gd name="connsiteX2" fmla="*/ 293370 w 1741170"/>
                    <a:gd name="connsiteY2" fmla="*/ 266700 h 636485"/>
                    <a:gd name="connsiteX3" fmla="*/ 655320 w 1741170"/>
                    <a:gd name="connsiteY3" fmla="*/ 636270 h 636485"/>
                    <a:gd name="connsiteX4" fmla="*/ 1186815 w 1741170"/>
                    <a:gd name="connsiteY4" fmla="*/ 389335 h 636485"/>
                    <a:gd name="connsiteX5" fmla="*/ 1474470 w 1741170"/>
                    <a:gd name="connsiteY5" fmla="*/ 201930 h 636485"/>
                    <a:gd name="connsiteX6" fmla="*/ 1714500 w 1741170"/>
                    <a:gd name="connsiteY6" fmla="*/ 129540 h 636485"/>
                    <a:gd name="connsiteX7" fmla="*/ 1741170 w 1741170"/>
                    <a:gd name="connsiteY7" fmla="*/ 110490 h 636485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6270"/>
                    <a:gd name="connsiteX1" fmla="*/ 133350 w 1741170"/>
                    <a:gd name="connsiteY1" fmla="*/ 60960 h 636270"/>
                    <a:gd name="connsiteX2" fmla="*/ 293370 w 1741170"/>
                    <a:gd name="connsiteY2" fmla="*/ 266700 h 636270"/>
                    <a:gd name="connsiteX3" fmla="*/ 655320 w 1741170"/>
                    <a:gd name="connsiteY3" fmla="*/ 636270 h 636270"/>
                    <a:gd name="connsiteX4" fmla="*/ 1186815 w 1741170"/>
                    <a:gd name="connsiteY4" fmla="*/ 389335 h 636270"/>
                    <a:gd name="connsiteX5" fmla="*/ 1474470 w 1741170"/>
                    <a:gd name="connsiteY5" fmla="*/ 201930 h 636270"/>
                    <a:gd name="connsiteX6" fmla="*/ 1714500 w 1741170"/>
                    <a:gd name="connsiteY6" fmla="*/ 129540 h 636270"/>
                    <a:gd name="connsiteX7" fmla="*/ 1741170 w 1741170"/>
                    <a:gd name="connsiteY7" fmla="*/ 110490 h 636270"/>
                    <a:gd name="connsiteX0" fmla="*/ 0 w 1741170"/>
                    <a:gd name="connsiteY0" fmla="*/ 0 h 637197"/>
                    <a:gd name="connsiteX1" fmla="*/ 133350 w 1741170"/>
                    <a:gd name="connsiteY1" fmla="*/ 60960 h 637197"/>
                    <a:gd name="connsiteX2" fmla="*/ 293370 w 1741170"/>
                    <a:gd name="connsiteY2" fmla="*/ 266700 h 637197"/>
                    <a:gd name="connsiteX3" fmla="*/ 655320 w 1741170"/>
                    <a:gd name="connsiteY3" fmla="*/ 636270 h 637197"/>
                    <a:gd name="connsiteX4" fmla="*/ 1186815 w 1741170"/>
                    <a:gd name="connsiteY4" fmla="*/ 389335 h 637197"/>
                    <a:gd name="connsiteX5" fmla="*/ 1474470 w 1741170"/>
                    <a:gd name="connsiteY5" fmla="*/ 201930 h 637197"/>
                    <a:gd name="connsiteX6" fmla="*/ 1714500 w 1741170"/>
                    <a:gd name="connsiteY6" fmla="*/ 129540 h 637197"/>
                    <a:gd name="connsiteX7" fmla="*/ 1741170 w 1741170"/>
                    <a:gd name="connsiteY7" fmla="*/ 110490 h 637197"/>
                    <a:gd name="connsiteX0" fmla="*/ 0 w 1741170"/>
                    <a:gd name="connsiteY0" fmla="*/ 0 h 639038"/>
                    <a:gd name="connsiteX1" fmla="*/ 133350 w 1741170"/>
                    <a:gd name="connsiteY1" fmla="*/ 60960 h 639038"/>
                    <a:gd name="connsiteX2" fmla="*/ 293370 w 1741170"/>
                    <a:gd name="connsiteY2" fmla="*/ 266700 h 639038"/>
                    <a:gd name="connsiteX3" fmla="*/ 655320 w 1741170"/>
                    <a:gd name="connsiteY3" fmla="*/ 636270 h 639038"/>
                    <a:gd name="connsiteX4" fmla="*/ 1186815 w 1741170"/>
                    <a:gd name="connsiteY4" fmla="*/ 389335 h 639038"/>
                    <a:gd name="connsiteX5" fmla="*/ 1474470 w 1741170"/>
                    <a:gd name="connsiteY5" fmla="*/ 201930 h 639038"/>
                    <a:gd name="connsiteX6" fmla="*/ 1714500 w 1741170"/>
                    <a:gd name="connsiteY6" fmla="*/ 129540 h 639038"/>
                    <a:gd name="connsiteX7" fmla="*/ 1741170 w 1741170"/>
                    <a:gd name="connsiteY7" fmla="*/ 110490 h 639038"/>
                    <a:gd name="connsiteX0" fmla="*/ 0 w 1741170"/>
                    <a:gd name="connsiteY0" fmla="*/ 0 h 636589"/>
                    <a:gd name="connsiteX1" fmla="*/ 133350 w 1741170"/>
                    <a:gd name="connsiteY1" fmla="*/ 60960 h 636589"/>
                    <a:gd name="connsiteX2" fmla="*/ 293370 w 1741170"/>
                    <a:gd name="connsiteY2" fmla="*/ 266700 h 636589"/>
                    <a:gd name="connsiteX3" fmla="*/ 655320 w 1741170"/>
                    <a:gd name="connsiteY3" fmla="*/ 636270 h 636589"/>
                    <a:gd name="connsiteX4" fmla="*/ 1474470 w 1741170"/>
                    <a:gd name="connsiteY4" fmla="*/ 201930 h 636589"/>
                    <a:gd name="connsiteX5" fmla="*/ 1714500 w 1741170"/>
                    <a:gd name="connsiteY5" fmla="*/ 129540 h 636589"/>
                    <a:gd name="connsiteX6" fmla="*/ 1741170 w 1741170"/>
                    <a:gd name="connsiteY6" fmla="*/ 110490 h 636589"/>
                    <a:gd name="connsiteX0" fmla="*/ 0 w 1741170"/>
                    <a:gd name="connsiteY0" fmla="*/ 0 h 637680"/>
                    <a:gd name="connsiteX1" fmla="*/ 133350 w 1741170"/>
                    <a:gd name="connsiteY1" fmla="*/ 60960 h 637680"/>
                    <a:gd name="connsiteX2" fmla="*/ 293370 w 1741170"/>
                    <a:gd name="connsiteY2" fmla="*/ 266700 h 637680"/>
                    <a:gd name="connsiteX3" fmla="*/ 655320 w 1741170"/>
                    <a:gd name="connsiteY3" fmla="*/ 636270 h 637680"/>
                    <a:gd name="connsiteX4" fmla="*/ 1474470 w 1741170"/>
                    <a:gd name="connsiteY4" fmla="*/ 201930 h 637680"/>
                    <a:gd name="connsiteX5" fmla="*/ 1714500 w 1741170"/>
                    <a:gd name="connsiteY5" fmla="*/ 129540 h 637680"/>
                    <a:gd name="connsiteX6" fmla="*/ 1741170 w 1741170"/>
                    <a:gd name="connsiteY6" fmla="*/ 110490 h 637680"/>
                    <a:gd name="connsiteX0" fmla="*/ 0 w 1741170"/>
                    <a:gd name="connsiteY0" fmla="*/ 0 h 637691"/>
                    <a:gd name="connsiteX1" fmla="*/ 133350 w 1741170"/>
                    <a:gd name="connsiteY1" fmla="*/ 60960 h 637691"/>
                    <a:gd name="connsiteX2" fmla="*/ 293370 w 1741170"/>
                    <a:gd name="connsiteY2" fmla="*/ 266700 h 637691"/>
                    <a:gd name="connsiteX3" fmla="*/ 655320 w 1741170"/>
                    <a:gd name="connsiteY3" fmla="*/ 636270 h 637691"/>
                    <a:gd name="connsiteX4" fmla="*/ 1474470 w 1741170"/>
                    <a:gd name="connsiteY4" fmla="*/ 201930 h 637691"/>
                    <a:gd name="connsiteX5" fmla="*/ 1741170 w 1741170"/>
                    <a:gd name="connsiteY5" fmla="*/ 110490 h 637691"/>
                    <a:gd name="connsiteX0" fmla="*/ 0 w 1741170"/>
                    <a:gd name="connsiteY0" fmla="*/ 0 h 637020"/>
                    <a:gd name="connsiteX1" fmla="*/ 133350 w 1741170"/>
                    <a:gd name="connsiteY1" fmla="*/ 60960 h 637020"/>
                    <a:gd name="connsiteX2" fmla="*/ 293370 w 1741170"/>
                    <a:gd name="connsiteY2" fmla="*/ 266700 h 637020"/>
                    <a:gd name="connsiteX3" fmla="*/ 655320 w 1741170"/>
                    <a:gd name="connsiteY3" fmla="*/ 636270 h 637020"/>
                    <a:gd name="connsiteX4" fmla="*/ 1474470 w 1741170"/>
                    <a:gd name="connsiteY4" fmla="*/ 201930 h 637020"/>
                    <a:gd name="connsiteX5" fmla="*/ 1741170 w 1741170"/>
                    <a:gd name="connsiteY5" fmla="*/ 110490 h 637020"/>
                    <a:gd name="connsiteX0" fmla="*/ 0 w 1741170"/>
                    <a:gd name="connsiteY0" fmla="*/ 0 h 636464"/>
                    <a:gd name="connsiteX1" fmla="*/ 133350 w 1741170"/>
                    <a:gd name="connsiteY1" fmla="*/ 60960 h 636464"/>
                    <a:gd name="connsiteX2" fmla="*/ 293370 w 1741170"/>
                    <a:gd name="connsiteY2" fmla="*/ 266700 h 636464"/>
                    <a:gd name="connsiteX3" fmla="*/ 655320 w 1741170"/>
                    <a:gd name="connsiteY3" fmla="*/ 636270 h 636464"/>
                    <a:gd name="connsiteX4" fmla="*/ 1493376 w 1741170"/>
                    <a:gd name="connsiteY4" fmla="*/ 216578 h 636464"/>
                    <a:gd name="connsiteX5" fmla="*/ 1741170 w 1741170"/>
                    <a:gd name="connsiteY5" fmla="*/ 110490 h 636464"/>
                    <a:gd name="connsiteX0" fmla="*/ 0 w 1741170"/>
                    <a:gd name="connsiteY0" fmla="*/ 0 h 637086"/>
                    <a:gd name="connsiteX1" fmla="*/ 133350 w 1741170"/>
                    <a:gd name="connsiteY1" fmla="*/ 60960 h 637086"/>
                    <a:gd name="connsiteX2" fmla="*/ 293370 w 1741170"/>
                    <a:gd name="connsiteY2" fmla="*/ 266700 h 637086"/>
                    <a:gd name="connsiteX3" fmla="*/ 655320 w 1741170"/>
                    <a:gd name="connsiteY3" fmla="*/ 636270 h 637086"/>
                    <a:gd name="connsiteX4" fmla="*/ 1493376 w 1741170"/>
                    <a:gd name="connsiteY4" fmla="*/ 216578 h 637086"/>
                    <a:gd name="connsiteX5" fmla="*/ 1741170 w 1741170"/>
                    <a:gd name="connsiteY5" fmla="*/ 110490 h 637086"/>
                    <a:gd name="connsiteX0" fmla="*/ 0 w 1892982"/>
                    <a:gd name="connsiteY0" fmla="*/ 0 h 636275"/>
                    <a:gd name="connsiteX1" fmla="*/ 133350 w 1892982"/>
                    <a:gd name="connsiteY1" fmla="*/ 60960 h 636275"/>
                    <a:gd name="connsiteX2" fmla="*/ 293370 w 1892982"/>
                    <a:gd name="connsiteY2" fmla="*/ 266700 h 636275"/>
                    <a:gd name="connsiteX3" fmla="*/ 655320 w 1892982"/>
                    <a:gd name="connsiteY3" fmla="*/ 636270 h 636275"/>
                    <a:gd name="connsiteX4" fmla="*/ 1838680 w 1892982"/>
                    <a:gd name="connsiteY4" fmla="*/ 258702 h 636275"/>
                    <a:gd name="connsiteX5" fmla="*/ 1741170 w 1892982"/>
                    <a:gd name="connsiteY5" fmla="*/ 110490 h 636275"/>
                    <a:gd name="connsiteX0" fmla="*/ 0 w 2086474"/>
                    <a:gd name="connsiteY0" fmla="*/ 0 h 636275"/>
                    <a:gd name="connsiteX1" fmla="*/ 133350 w 2086474"/>
                    <a:gd name="connsiteY1" fmla="*/ 60960 h 636275"/>
                    <a:gd name="connsiteX2" fmla="*/ 293370 w 2086474"/>
                    <a:gd name="connsiteY2" fmla="*/ 266700 h 636275"/>
                    <a:gd name="connsiteX3" fmla="*/ 655320 w 2086474"/>
                    <a:gd name="connsiteY3" fmla="*/ 636270 h 636275"/>
                    <a:gd name="connsiteX4" fmla="*/ 1838680 w 2086474"/>
                    <a:gd name="connsiteY4" fmla="*/ 258702 h 636275"/>
                    <a:gd name="connsiteX5" fmla="*/ 2086474 w 2086474"/>
                    <a:gd name="connsiteY5" fmla="*/ 98454 h 636275"/>
                    <a:gd name="connsiteX0" fmla="*/ 0 w 2086474"/>
                    <a:gd name="connsiteY0" fmla="*/ 2781 h 642913"/>
                    <a:gd name="connsiteX1" fmla="*/ 133350 w 2086474"/>
                    <a:gd name="connsiteY1" fmla="*/ 63741 h 642913"/>
                    <a:gd name="connsiteX2" fmla="*/ 293370 w 2086474"/>
                    <a:gd name="connsiteY2" fmla="*/ 269481 h 642913"/>
                    <a:gd name="connsiteX3" fmla="*/ 655320 w 2086474"/>
                    <a:gd name="connsiteY3" fmla="*/ 639051 h 642913"/>
                    <a:gd name="connsiteX4" fmla="*/ 1728182 w 2086474"/>
                    <a:gd name="connsiteY4" fmla="*/ 23784 h 642913"/>
                    <a:gd name="connsiteX5" fmla="*/ 2086474 w 2086474"/>
                    <a:gd name="connsiteY5" fmla="*/ 101235 h 642913"/>
                    <a:gd name="connsiteX0" fmla="*/ 0 w 2107192"/>
                    <a:gd name="connsiteY0" fmla="*/ 24365 h 664497"/>
                    <a:gd name="connsiteX1" fmla="*/ 133350 w 2107192"/>
                    <a:gd name="connsiteY1" fmla="*/ 85325 h 664497"/>
                    <a:gd name="connsiteX2" fmla="*/ 293370 w 2107192"/>
                    <a:gd name="connsiteY2" fmla="*/ 291065 h 664497"/>
                    <a:gd name="connsiteX3" fmla="*/ 655320 w 2107192"/>
                    <a:gd name="connsiteY3" fmla="*/ 660635 h 664497"/>
                    <a:gd name="connsiteX4" fmla="*/ 1728182 w 2107192"/>
                    <a:gd name="connsiteY4" fmla="*/ 45368 h 664497"/>
                    <a:gd name="connsiteX5" fmla="*/ 2107192 w 2107192"/>
                    <a:gd name="connsiteY5" fmla="*/ 8483 h 664497"/>
                    <a:gd name="connsiteX0" fmla="*/ 0 w 2107192"/>
                    <a:gd name="connsiteY0" fmla="*/ 15882 h 652822"/>
                    <a:gd name="connsiteX1" fmla="*/ 133350 w 2107192"/>
                    <a:gd name="connsiteY1" fmla="*/ 76842 h 652822"/>
                    <a:gd name="connsiteX2" fmla="*/ 293370 w 2107192"/>
                    <a:gd name="connsiteY2" fmla="*/ 282582 h 652822"/>
                    <a:gd name="connsiteX3" fmla="*/ 655320 w 2107192"/>
                    <a:gd name="connsiteY3" fmla="*/ 652152 h 652822"/>
                    <a:gd name="connsiteX4" fmla="*/ 1735088 w 2107192"/>
                    <a:gd name="connsiteY4" fmla="*/ 187326 h 652822"/>
                    <a:gd name="connsiteX5" fmla="*/ 2107192 w 2107192"/>
                    <a:gd name="connsiteY5" fmla="*/ 0 h 652822"/>
                    <a:gd name="connsiteX0" fmla="*/ 0 w 2107192"/>
                    <a:gd name="connsiteY0" fmla="*/ 15882 h 653832"/>
                    <a:gd name="connsiteX1" fmla="*/ 133350 w 2107192"/>
                    <a:gd name="connsiteY1" fmla="*/ 76842 h 653832"/>
                    <a:gd name="connsiteX2" fmla="*/ 293370 w 2107192"/>
                    <a:gd name="connsiteY2" fmla="*/ 282582 h 653832"/>
                    <a:gd name="connsiteX3" fmla="*/ 655320 w 2107192"/>
                    <a:gd name="connsiteY3" fmla="*/ 652152 h 653832"/>
                    <a:gd name="connsiteX4" fmla="*/ 1666027 w 2107192"/>
                    <a:gd name="connsiteY4" fmla="*/ 127149 h 653832"/>
                    <a:gd name="connsiteX5" fmla="*/ 2107192 w 2107192"/>
                    <a:gd name="connsiteY5" fmla="*/ 0 h 653832"/>
                    <a:gd name="connsiteX0" fmla="*/ 0 w 2107192"/>
                    <a:gd name="connsiteY0" fmla="*/ 15882 h 285838"/>
                    <a:gd name="connsiteX1" fmla="*/ 133350 w 2107192"/>
                    <a:gd name="connsiteY1" fmla="*/ 76842 h 285838"/>
                    <a:gd name="connsiteX2" fmla="*/ 293370 w 2107192"/>
                    <a:gd name="connsiteY2" fmla="*/ 282582 h 285838"/>
                    <a:gd name="connsiteX3" fmla="*/ 966093 w 2107192"/>
                    <a:gd name="connsiteY3" fmla="*/ 197817 h 285838"/>
                    <a:gd name="connsiteX4" fmla="*/ 1666027 w 2107192"/>
                    <a:gd name="connsiteY4" fmla="*/ 127149 h 285838"/>
                    <a:gd name="connsiteX5" fmla="*/ 2107192 w 2107192"/>
                    <a:gd name="connsiteY5" fmla="*/ 0 h 285838"/>
                    <a:gd name="connsiteX0" fmla="*/ 0 w 2107192"/>
                    <a:gd name="connsiteY0" fmla="*/ 15882 h 200335"/>
                    <a:gd name="connsiteX1" fmla="*/ 133350 w 2107192"/>
                    <a:gd name="connsiteY1" fmla="*/ 76842 h 200335"/>
                    <a:gd name="connsiteX2" fmla="*/ 362431 w 2107192"/>
                    <a:gd name="connsiteY2" fmla="*/ 174264 h 200335"/>
                    <a:gd name="connsiteX3" fmla="*/ 966093 w 2107192"/>
                    <a:gd name="connsiteY3" fmla="*/ 197817 h 200335"/>
                    <a:gd name="connsiteX4" fmla="*/ 1666027 w 2107192"/>
                    <a:gd name="connsiteY4" fmla="*/ 127149 h 200335"/>
                    <a:gd name="connsiteX5" fmla="*/ 2107192 w 2107192"/>
                    <a:gd name="connsiteY5" fmla="*/ 0 h 200335"/>
                    <a:gd name="connsiteX0" fmla="*/ 0 w 2970453"/>
                    <a:gd name="connsiteY0" fmla="*/ 0 h 235603"/>
                    <a:gd name="connsiteX1" fmla="*/ 996611 w 2970453"/>
                    <a:gd name="connsiteY1" fmla="*/ 112110 h 235603"/>
                    <a:gd name="connsiteX2" fmla="*/ 1225692 w 2970453"/>
                    <a:gd name="connsiteY2" fmla="*/ 209532 h 235603"/>
                    <a:gd name="connsiteX3" fmla="*/ 1829354 w 2970453"/>
                    <a:gd name="connsiteY3" fmla="*/ 233085 h 235603"/>
                    <a:gd name="connsiteX4" fmla="*/ 2529288 w 2970453"/>
                    <a:gd name="connsiteY4" fmla="*/ 162417 h 235603"/>
                    <a:gd name="connsiteX5" fmla="*/ 2970453 w 2970453"/>
                    <a:gd name="connsiteY5" fmla="*/ 35268 h 235603"/>
                    <a:gd name="connsiteX0" fmla="*/ 0 w 2970453"/>
                    <a:gd name="connsiteY0" fmla="*/ 0 h 234911"/>
                    <a:gd name="connsiteX1" fmla="*/ 699649 w 2970453"/>
                    <a:gd name="connsiteY1" fmla="*/ 160251 h 234911"/>
                    <a:gd name="connsiteX2" fmla="*/ 1225692 w 2970453"/>
                    <a:gd name="connsiteY2" fmla="*/ 209532 h 234911"/>
                    <a:gd name="connsiteX3" fmla="*/ 1829354 w 2970453"/>
                    <a:gd name="connsiteY3" fmla="*/ 233085 h 234911"/>
                    <a:gd name="connsiteX4" fmla="*/ 2529288 w 2970453"/>
                    <a:gd name="connsiteY4" fmla="*/ 162417 h 234911"/>
                    <a:gd name="connsiteX5" fmla="*/ 2970453 w 2970453"/>
                    <a:gd name="connsiteY5" fmla="*/ 35268 h 234911"/>
                    <a:gd name="connsiteX0" fmla="*/ 0 w 2970453"/>
                    <a:gd name="connsiteY0" fmla="*/ 0 h 234044"/>
                    <a:gd name="connsiteX1" fmla="*/ 699649 w 2970453"/>
                    <a:gd name="connsiteY1" fmla="*/ 160251 h 234044"/>
                    <a:gd name="connsiteX2" fmla="*/ 1204974 w 2970453"/>
                    <a:gd name="connsiteY2" fmla="*/ 167408 h 234044"/>
                    <a:gd name="connsiteX3" fmla="*/ 1829354 w 2970453"/>
                    <a:gd name="connsiteY3" fmla="*/ 233085 h 234044"/>
                    <a:gd name="connsiteX4" fmla="*/ 2529288 w 2970453"/>
                    <a:gd name="connsiteY4" fmla="*/ 162417 h 234044"/>
                    <a:gd name="connsiteX5" fmla="*/ 2970453 w 2970453"/>
                    <a:gd name="connsiteY5" fmla="*/ 35268 h 234044"/>
                    <a:gd name="connsiteX0" fmla="*/ 0 w 2970453"/>
                    <a:gd name="connsiteY0" fmla="*/ 0 h 199326"/>
                    <a:gd name="connsiteX1" fmla="*/ 699649 w 2970453"/>
                    <a:gd name="connsiteY1" fmla="*/ 160251 h 199326"/>
                    <a:gd name="connsiteX2" fmla="*/ 1204974 w 2970453"/>
                    <a:gd name="connsiteY2" fmla="*/ 167408 h 199326"/>
                    <a:gd name="connsiteX3" fmla="*/ 1822448 w 2970453"/>
                    <a:gd name="connsiteY3" fmla="*/ 154855 h 199326"/>
                    <a:gd name="connsiteX4" fmla="*/ 2529288 w 2970453"/>
                    <a:gd name="connsiteY4" fmla="*/ 162417 h 199326"/>
                    <a:gd name="connsiteX5" fmla="*/ 2970453 w 2970453"/>
                    <a:gd name="connsiteY5" fmla="*/ 35268 h 199326"/>
                    <a:gd name="connsiteX0" fmla="*/ 0 w 2970453"/>
                    <a:gd name="connsiteY0" fmla="*/ 0 h 175087"/>
                    <a:gd name="connsiteX1" fmla="*/ 699649 w 2970453"/>
                    <a:gd name="connsiteY1" fmla="*/ 160251 h 175087"/>
                    <a:gd name="connsiteX2" fmla="*/ 1204974 w 2970453"/>
                    <a:gd name="connsiteY2" fmla="*/ 167408 h 175087"/>
                    <a:gd name="connsiteX3" fmla="*/ 1822448 w 2970453"/>
                    <a:gd name="connsiteY3" fmla="*/ 154855 h 175087"/>
                    <a:gd name="connsiteX4" fmla="*/ 2522382 w 2970453"/>
                    <a:gd name="connsiteY4" fmla="*/ 108258 h 175087"/>
                    <a:gd name="connsiteX5" fmla="*/ 2970453 w 2970453"/>
                    <a:gd name="connsiteY5" fmla="*/ 35268 h 175087"/>
                    <a:gd name="connsiteX0" fmla="*/ 0 w 2970453"/>
                    <a:gd name="connsiteY0" fmla="*/ 0 h 179125"/>
                    <a:gd name="connsiteX1" fmla="*/ 699649 w 2970453"/>
                    <a:gd name="connsiteY1" fmla="*/ 160251 h 179125"/>
                    <a:gd name="connsiteX2" fmla="*/ 1204974 w 2970453"/>
                    <a:gd name="connsiteY2" fmla="*/ 167408 h 179125"/>
                    <a:gd name="connsiteX3" fmla="*/ 1822448 w 2970453"/>
                    <a:gd name="connsiteY3" fmla="*/ 175916 h 179125"/>
                    <a:gd name="connsiteX4" fmla="*/ 2522382 w 2970453"/>
                    <a:gd name="connsiteY4" fmla="*/ 108258 h 179125"/>
                    <a:gd name="connsiteX5" fmla="*/ 2970453 w 2970453"/>
                    <a:gd name="connsiteY5" fmla="*/ 35268 h 179125"/>
                    <a:gd name="connsiteX0" fmla="*/ 0 w 2970453"/>
                    <a:gd name="connsiteY0" fmla="*/ 0 h 192361"/>
                    <a:gd name="connsiteX1" fmla="*/ 699649 w 2970453"/>
                    <a:gd name="connsiteY1" fmla="*/ 160251 h 192361"/>
                    <a:gd name="connsiteX2" fmla="*/ 1204974 w 2970453"/>
                    <a:gd name="connsiteY2" fmla="*/ 167408 h 192361"/>
                    <a:gd name="connsiteX3" fmla="*/ 1822448 w 2970453"/>
                    <a:gd name="connsiteY3" fmla="*/ 175916 h 192361"/>
                    <a:gd name="connsiteX4" fmla="*/ 2639785 w 2970453"/>
                    <a:gd name="connsiteY4" fmla="*/ 144363 h 192361"/>
                    <a:gd name="connsiteX5" fmla="*/ 2970453 w 2970453"/>
                    <a:gd name="connsiteY5" fmla="*/ 35268 h 192361"/>
                    <a:gd name="connsiteX0" fmla="*/ 0 w 2970453"/>
                    <a:gd name="connsiteY0" fmla="*/ 0 h 180866"/>
                    <a:gd name="connsiteX1" fmla="*/ 699649 w 2970453"/>
                    <a:gd name="connsiteY1" fmla="*/ 160251 h 180866"/>
                    <a:gd name="connsiteX2" fmla="*/ 1204974 w 2970453"/>
                    <a:gd name="connsiteY2" fmla="*/ 167408 h 180866"/>
                    <a:gd name="connsiteX3" fmla="*/ 2008912 w 2970453"/>
                    <a:gd name="connsiteY3" fmla="*/ 55565 h 180866"/>
                    <a:gd name="connsiteX4" fmla="*/ 2639785 w 2970453"/>
                    <a:gd name="connsiteY4" fmla="*/ 144363 h 180866"/>
                    <a:gd name="connsiteX5" fmla="*/ 2970453 w 2970453"/>
                    <a:gd name="connsiteY5" fmla="*/ 35268 h 180866"/>
                    <a:gd name="connsiteX0" fmla="*/ 0 w 2970453"/>
                    <a:gd name="connsiteY0" fmla="*/ 0 h 170433"/>
                    <a:gd name="connsiteX1" fmla="*/ 699649 w 2970453"/>
                    <a:gd name="connsiteY1" fmla="*/ 160251 h 170433"/>
                    <a:gd name="connsiteX2" fmla="*/ 1198068 w 2970453"/>
                    <a:gd name="connsiteY2" fmla="*/ 143338 h 170433"/>
                    <a:gd name="connsiteX3" fmla="*/ 2008912 w 2970453"/>
                    <a:gd name="connsiteY3" fmla="*/ 55565 h 170433"/>
                    <a:gd name="connsiteX4" fmla="*/ 2639785 w 2970453"/>
                    <a:gd name="connsiteY4" fmla="*/ 144363 h 170433"/>
                    <a:gd name="connsiteX5" fmla="*/ 2970453 w 2970453"/>
                    <a:gd name="connsiteY5" fmla="*/ 35268 h 170433"/>
                    <a:gd name="connsiteX0" fmla="*/ 0 w 2970453"/>
                    <a:gd name="connsiteY0" fmla="*/ 0 h 168794"/>
                    <a:gd name="connsiteX1" fmla="*/ 692743 w 2970453"/>
                    <a:gd name="connsiteY1" fmla="*/ 148215 h 168794"/>
                    <a:gd name="connsiteX2" fmla="*/ 1198068 w 2970453"/>
                    <a:gd name="connsiteY2" fmla="*/ 143338 h 168794"/>
                    <a:gd name="connsiteX3" fmla="*/ 2008912 w 2970453"/>
                    <a:gd name="connsiteY3" fmla="*/ 55565 h 168794"/>
                    <a:gd name="connsiteX4" fmla="*/ 2639785 w 2970453"/>
                    <a:gd name="connsiteY4" fmla="*/ 144363 h 168794"/>
                    <a:gd name="connsiteX5" fmla="*/ 2970453 w 2970453"/>
                    <a:gd name="connsiteY5" fmla="*/ 35268 h 168794"/>
                    <a:gd name="connsiteX0" fmla="*/ 0 w 2970453"/>
                    <a:gd name="connsiteY0" fmla="*/ 331077 h 510016"/>
                    <a:gd name="connsiteX1" fmla="*/ 692743 w 2970453"/>
                    <a:gd name="connsiteY1" fmla="*/ 479292 h 510016"/>
                    <a:gd name="connsiteX2" fmla="*/ 1146271 w 2970453"/>
                    <a:gd name="connsiteY2" fmla="*/ 536 h 510016"/>
                    <a:gd name="connsiteX3" fmla="*/ 2008912 w 2970453"/>
                    <a:gd name="connsiteY3" fmla="*/ 386642 h 510016"/>
                    <a:gd name="connsiteX4" fmla="*/ 2639785 w 2970453"/>
                    <a:gd name="connsiteY4" fmla="*/ 475440 h 510016"/>
                    <a:gd name="connsiteX5" fmla="*/ 2970453 w 2970453"/>
                    <a:gd name="connsiteY5" fmla="*/ 366345 h 510016"/>
                    <a:gd name="connsiteX0" fmla="*/ 0 w 2970453"/>
                    <a:gd name="connsiteY0" fmla="*/ 331412 h 506476"/>
                    <a:gd name="connsiteX1" fmla="*/ 692743 w 2970453"/>
                    <a:gd name="connsiteY1" fmla="*/ 479627 h 506476"/>
                    <a:gd name="connsiteX2" fmla="*/ 1146271 w 2970453"/>
                    <a:gd name="connsiteY2" fmla="*/ 871 h 506476"/>
                    <a:gd name="connsiteX3" fmla="*/ 2008912 w 2970453"/>
                    <a:gd name="connsiteY3" fmla="*/ 364411 h 506476"/>
                    <a:gd name="connsiteX4" fmla="*/ 2639785 w 2970453"/>
                    <a:gd name="connsiteY4" fmla="*/ 475775 h 506476"/>
                    <a:gd name="connsiteX5" fmla="*/ 2970453 w 2970453"/>
                    <a:gd name="connsiteY5" fmla="*/ 366680 h 506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70453" h="506476">
                      <a:moveTo>
                        <a:pt x="0" y="331412"/>
                      </a:moveTo>
                      <a:cubicBezTo>
                        <a:pt x="27781" y="344112"/>
                        <a:pt x="501698" y="534717"/>
                        <a:pt x="692743" y="479627"/>
                      </a:cubicBezTo>
                      <a:cubicBezTo>
                        <a:pt x="883788" y="424537"/>
                        <a:pt x="926910" y="20074"/>
                        <a:pt x="1146271" y="871"/>
                      </a:cubicBezTo>
                      <a:cubicBezTo>
                        <a:pt x="1365632" y="-18332"/>
                        <a:pt x="1759993" y="285260"/>
                        <a:pt x="2008912" y="364411"/>
                      </a:cubicBezTo>
                      <a:cubicBezTo>
                        <a:pt x="2257831" y="443562"/>
                        <a:pt x="2458810" y="563405"/>
                        <a:pt x="2639785" y="475775"/>
                      </a:cubicBezTo>
                      <a:cubicBezTo>
                        <a:pt x="2820760" y="388145"/>
                        <a:pt x="2914891" y="385730"/>
                        <a:pt x="2970453" y="366680"/>
                      </a:cubicBezTo>
                    </a:path>
                  </a:pathLst>
                </a:custGeom>
                <a:noFill/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16" name="矩形 215">
                <a:extLst>
                  <a:ext uri="{FF2B5EF4-FFF2-40B4-BE49-F238E27FC236}">
                    <a16:creationId xmlns:a16="http://schemas.microsoft.com/office/drawing/2014/main" id="{7B6A0187-BB12-EB31-7DF6-63D877254AC7}"/>
                  </a:ext>
                </a:extLst>
              </p:cNvPr>
              <p:cNvSpPr/>
              <p:nvPr/>
            </p:nvSpPr>
            <p:spPr>
              <a:xfrm>
                <a:off x="11798200" y="7161963"/>
                <a:ext cx="521043" cy="318208"/>
              </a:xfrm>
              <a:prstGeom prst="rect">
                <a:avLst/>
              </a:prstGeom>
              <a:noFill/>
              <a:ln w="285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>
                  <a:lnSpc>
                    <a:spcPct val="125000"/>
                  </a:lnSpc>
                </a:pPr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z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7" name="矩形 216">
                <a:extLst>
                  <a:ext uri="{FF2B5EF4-FFF2-40B4-BE49-F238E27FC236}">
                    <a16:creationId xmlns:a16="http://schemas.microsoft.com/office/drawing/2014/main" id="{EB6736FE-BB7F-8044-B409-F7ABF975AE0D}"/>
                  </a:ext>
                </a:extLst>
              </p:cNvPr>
              <p:cNvSpPr/>
              <p:nvPr/>
            </p:nvSpPr>
            <p:spPr>
              <a:xfrm>
                <a:off x="12462887" y="7418557"/>
                <a:ext cx="521043" cy="318208"/>
              </a:xfrm>
              <a:prstGeom prst="rect">
                <a:avLst/>
              </a:prstGeom>
              <a:noFill/>
              <a:ln w="285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>
                  <a:lnSpc>
                    <a:spcPct val="125000"/>
                  </a:lnSpc>
                </a:pPr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8" name="矩形 217">
                <a:extLst>
                  <a:ext uri="{FF2B5EF4-FFF2-40B4-BE49-F238E27FC236}">
                    <a16:creationId xmlns:a16="http://schemas.microsoft.com/office/drawing/2014/main" id="{B797E6C2-11A4-3185-AB03-72641B13D91A}"/>
                  </a:ext>
                </a:extLst>
              </p:cNvPr>
              <p:cNvSpPr/>
              <p:nvPr/>
            </p:nvSpPr>
            <p:spPr>
              <a:xfrm>
                <a:off x="12044806" y="8002188"/>
                <a:ext cx="521043" cy="318208"/>
              </a:xfrm>
              <a:prstGeom prst="rect">
                <a:avLst/>
              </a:prstGeom>
              <a:noFill/>
              <a:ln w="285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>
                  <a:lnSpc>
                    <a:spcPct val="125000"/>
                  </a:lnSpc>
                </a:pPr>
                <a:r>
                  <a:rPr lang="en-US" altLang="zh-CN" sz="1000" dirty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y</a:t>
                </a:r>
                <a:endParaRPr lang="zh-CN" altLang="en-US" sz="1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14" name="矩形 213">
              <a:extLst>
                <a:ext uri="{FF2B5EF4-FFF2-40B4-BE49-F238E27FC236}">
                  <a16:creationId xmlns:a16="http://schemas.microsoft.com/office/drawing/2014/main" id="{3998BBB0-C55F-80D9-C735-7A47DB7390A0}"/>
                </a:ext>
              </a:extLst>
            </p:cNvPr>
            <p:cNvSpPr/>
            <p:nvPr/>
          </p:nvSpPr>
          <p:spPr>
            <a:xfrm rot="16200000">
              <a:off x="10772879" y="7471684"/>
              <a:ext cx="1277913" cy="318208"/>
            </a:xfrm>
            <a:prstGeom prst="rect">
              <a:avLst/>
            </a:prstGeom>
            <a:solidFill>
              <a:srgbClr val="F5F5F5"/>
            </a:solidFill>
            <a:ln w="285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>
                <a:lnSpc>
                  <a:spcPct val="125000"/>
                </a:lnSpc>
              </a:pPr>
              <a:r>
                <a:rPr lang="en-US" altLang="zh-CN" sz="8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Handrail force (N)</a:t>
              </a:r>
              <a:endPara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5" name="组合 224">
            <a:extLst>
              <a:ext uri="{FF2B5EF4-FFF2-40B4-BE49-F238E27FC236}">
                <a16:creationId xmlns:a16="http://schemas.microsoft.com/office/drawing/2014/main" id="{867AE41C-2FD5-3670-1C2E-BF0ED5E3D05F}"/>
              </a:ext>
            </a:extLst>
          </p:cNvPr>
          <p:cNvGrpSpPr/>
          <p:nvPr/>
        </p:nvGrpSpPr>
        <p:grpSpPr>
          <a:xfrm>
            <a:off x="7453732" y="5268857"/>
            <a:ext cx="1373106" cy="1088430"/>
            <a:chOff x="2226380" y="5272199"/>
            <a:chExt cx="1508560" cy="1195802"/>
          </a:xfrm>
        </p:grpSpPr>
        <p:pic>
          <p:nvPicPr>
            <p:cNvPr id="226" name="图片 225">
              <a:extLst>
                <a:ext uri="{FF2B5EF4-FFF2-40B4-BE49-F238E27FC236}">
                  <a16:creationId xmlns:a16="http://schemas.microsoft.com/office/drawing/2014/main" id="{925B36AC-BE52-D387-B89C-9C08AF37AA9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6527"/>
            <a:stretch/>
          </p:blipFill>
          <p:spPr>
            <a:xfrm>
              <a:off x="2295720" y="5272199"/>
              <a:ext cx="1439220" cy="1195802"/>
            </a:xfrm>
            <a:prstGeom prst="rect">
              <a:avLst/>
            </a:prstGeom>
          </p:spPr>
        </p:pic>
        <p:sp>
          <p:nvSpPr>
            <p:cNvPr id="227" name="矩形 226">
              <a:extLst>
                <a:ext uri="{FF2B5EF4-FFF2-40B4-BE49-F238E27FC236}">
                  <a16:creationId xmlns:a16="http://schemas.microsoft.com/office/drawing/2014/main" id="{FA90277D-67D9-F2E2-FB29-57E8D9FEF11C}"/>
                </a:ext>
              </a:extLst>
            </p:cNvPr>
            <p:cNvSpPr/>
            <p:nvPr/>
          </p:nvSpPr>
          <p:spPr>
            <a:xfrm rot="16200000">
              <a:off x="1883214" y="5659364"/>
              <a:ext cx="913898" cy="227566"/>
            </a:xfrm>
            <a:prstGeom prst="rect">
              <a:avLst/>
            </a:prstGeom>
            <a:solidFill>
              <a:srgbClr val="F5F5F5"/>
            </a:solidFill>
            <a:ln w="285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>
                <a:lnSpc>
                  <a:spcPct val="125000"/>
                </a:lnSpc>
              </a:pPr>
              <a:r>
                <a:rPr lang="en-US" altLang="zh-CN" sz="8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EXO force (N)</a:t>
              </a:r>
              <a:endParaRPr lang="zh-CN" altLang="en-US" sz="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cxnSp>
        <p:nvCxnSpPr>
          <p:cNvPr id="229" name="连接符: 肘形 228">
            <a:extLst>
              <a:ext uri="{FF2B5EF4-FFF2-40B4-BE49-F238E27FC236}">
                <a16:creationId xmlns:a16="http://schemas.microsoft.com/office/drawing/2014/main" id="{6FCCFC16-D1B6-F4F6-0343-67CFA191D1CD}"/>
              </a:ext>
            </a:extLst>
          </p:cNvPr>
          <p:cNvCxnSpPr>
            <a:cxnSpLocks/>
            <a:stCxn id="94" idx="15"/>
            <a:endCxn id="226" idx="0"/>
          </p:cNvCxnSpPr>
          <p:nvPr/>
        </p:nvCxnSpPr>
        <p:spPr>
          <a:xfrm flipH="1" flipV="1">
            <a:off x="8171842" y="5268857"/>
            <a:ext cx="930019" cy="910793"/>
          </a:xfrm>
          <a:prstGeom prst="bentConnector4">
            <a:avLst>
              <a:gd name="adj1" fmla="val -7449"/>
              <a:gd name="adj2" fmla="val 125099"/>
            </a:avLst>
          </a:prstGeom>
          <a:ln w="1270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" name="矩形 234">
            <a:extLst>
              <a:ext uri="{FF2B5EF4-FFF2-40B4-BE49-F238E27FC236}">
                <a16:creationId xmlns:a16="http://schemas.microsoft.com/office/drawing/2014/main" id="{DF05DCD2-22A9-7221-FB13-D672BD4F712D}"/>
              </a:ext>
            </a:extLst>
          </p:cNvPr>
          <p:cNvSpPr/>
          <p:nvPr/>
        </p:nvSpPr>
        <p:spPr>
          <a:xfrm>
            <a:off x="9482376" y="4776728"/>
            <a:ext cx="2061789" cy="276646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25000"/>
              </a:lnSpc>
            </a:pPr>
            <a:r>
              <a:rPr lang="zh-CN" altLang="en-US" sz="15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关键词</a:t>
            </a:r>
          </a:p>
        </p:txBody>
      </p:sp>
      <p:pic>
        <p:nvPicPr>
          <p:cNvPr id="247" name="图片 246">
            <a:extLst>
              <a:ext uri="{FF2B5EF4-FFF2-40B4-BE49-F238E27FC236}">
                <a16:creationId xmlns:a16="http://schemas.microsoft.com/office/drawing/2014/main" id="{582C4833-0CFE-712D-D1DA-6DF5558908AF}"/>
              </a:ext>
            </a:extLst>
          </p:cNvPr>
          <p:cNvPicPr>
            <a:picLocks noChangeAspect="1"/>
          </p:cNvPicPr>
          <p:nvPr/>
        </p:nvPicPr>
        <p:blipFill rotWithShape="1">
          <a:blip r:embed="rId10"/>
          <a:srcRect b="2992"/>
          <a:stretch/>
        </p:blipFill>
        <p:spPr>
          <a:xfrm>
            <a:off x="10230955" y="1099101"/>
            <a:ext cx="1181610" cy="1400469"/>
          </a:xfrm>
          <a:prstGeom prst="rect">
            <a:avLst/>
          </a:prstGeom>
          <a:ln>
            <a:noFill/>
            <a:prstDash val="dash"/>
          </a:ln>
        </p:spPr>
      </p:pic>
      <p:sp>
        <p:nvSpPr>
          <p:cNvPr id="250" name="矩形: 圆角 249">
            <a:extLst>
              <a:ext uri="{FF2B5EF4-FFF2-40B4-BE49-F238E27FC236}">
                <a16:creationId xmlns:a16="http://schemas.microsoft.com/office/drawing/2014/main" id="{0E0DA3E1-E81F-CB16-D958-B619C65E1354}"/>
              </a:ext>
            </a:extLst>
          </p:cNvPr>
          <p:cNvSpPr/>
          <p:nvPr/>
        </p:nvSpPr>
        <p:spPr>
          <a:xfrm>
            <a:off x="8208959" y="1099250"/>
            <a:ext cx="289775" cy="248714"/>
          </a:xfrm>
          <a:prstGeom prst="roundRect">
            <a:avLst>
              <a:gd name="adj" fmla="val 6719"/>
            </a:avLst>
          </a:prstGeom>
          <a:noFill/>
          <a:ln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65" name="图片 264">
            <a:extLst>
              <a:ext uri="{FF2B5EF4-FFF2-40B4-BE49-F238E27FC236}">
                <a16:creationId xmlns:a16="http://schemas.microsoft.com/office/drawing/2014/main" id="{AD06A095-6BF8-2E90-0B49-0CA3BCF96C50}"/>
              </a:ext>
            </a:extLst>
          </p:cNvPr>
          <p:cNvPicPr>
            <a:picLocks noChangeAspect="1"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8307416" y="1153283"/>
            <a:ext cx="133215" cy="164620"/>
          </a:xfrm>
          <a:prstGeom prst="rect">
            <a:avLst/>
          </a:prstGeom>
        </p:spPr>
      </p:pic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C9DC145-6D07-75EA-3A4B-E95BF1FA1C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12</a:t>
            </a:fld>
            <a:endParaRPr lang="zh-CN" altLang="en-US" dirty="0"/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65F300AB-25C3-9C5C-CB3B-BDF03704CDC1}"/>
              </a:ext>
            </a:extLst>
          </p:cNvPr>
          <p:cNvSpPr/>
          <p:nvPr/>
        </p:nvSpPr>
        <p:spPr>
          <a:xfrm>
            <a:off x="4873229" y="0"/>
            <a:ext cx="2445542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关键技术与创新点</a:t>
            </a:r>
          </a:p>
        </p:txBody>
      </p:sp>
    </p:spTree>
    <p:extLst>
      <p:ext uri="{BB962C8B-B14F-4D97-AF65-F5344CB8AC3E}">
        <p14:creationId xmlns:p14="http://schemas.microsoft.com/office/powerpoint/2010/main" val="32237838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3184"/>
    </mc:Choice>
    <mc:Fallback xmlns="">
      <p:transition spd="slow" advTm="33184"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: 圆角 4">
            <a:extLst>
              <a:ext uri="{FF2B5EF4-FFF2-40B4-BE49-F238E27FC236}">
                <a16:creationId xmlns:a16="http://schemas.microsoft.com/office/drawing/2014/main" id="{D9076AB0-C035-7075-5FE9-D53E2C44AA53}"/>
              </a:ext>
            </a:extLst>
          </p:cNvPr>
          <p:cNvSpPr/>
          <p:nvPr/>
        </p:nvSpPr>
        <p:spPr>
          <a:xfrm>
            <a:off x="631228" y="1157485"/>
            <a:ext cx="11059433" cy="701998"/>
          </a:xfrm>
          <a:prstGeom prst="roundRect">
            <a:avLst>
              <a:gd name="adj" fmla="val 461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n"/>
            </a:pP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初步进行日常</a:t>
            </a: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*******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测试，试验设置：</a:t>
            </a: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**** 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**** 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，获取</a:t>
            </a: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等数据，计算了</a:t>
            </a: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****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等指标</a:t>
            </a:r>
          </a:p>
        </p:txBody>
      </p:sp>
      <p:sp>
        <p:nvSpPr>
          <p:cNvPr id="7" name="矩形: 圆角 6">
            <a:extLst>
              <a:ext uri="{FF2B5EF4-FFF2-40B4-BE49-F238E27FC236}">
                <a16:creationId xmlns:a16="http://schemas.microsoft.com/office/drawing/2014/main" id="{471AE742-03F0-6346-64FE-3616E1FAD604}"/>
              </a:ext>
            </a:extLst>
          </p:cNvPr>
          <p:cNvSpPr/>
          <p:nvPr/>
        </p:nvSpPr>
        <p:spPr>
          <a:xfrm>
            <a:off x="1136822" y="5924292"/>
            <a:ext cx="1330610" cy="85634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这里输入图片内容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0D9119F3-BB4F-23C3-A05F-915DCEEA14F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9118" y="2405289"/>
            <a:ext cx="2810179" cy="2305051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C6CE5082-148E-60FF-257E-15E962EF6A8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92420" y="4533839"/>
            <a:ext cx="8063576" cy="2102548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41ED828C-9942-9481-8027-7902684ADC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97781" y="2523464"/>
            <a:ext cx="2616210" cy="2070791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id="{1CBDBF9A-C26A-A995-4684-8480A0EC448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06229" y="2442374"/>
            <a:ext cx="2644018" cy="2164886"/>
          </a:xfrm>
          <a:prstGeom prst="rect">
            <a:avLst/>
          </a:prstGeom>
        </p:spPr>
      </p:pic>
      <p:sp>
        <p:nvSpPr>
          <p:cNvPr id="18" name="矩形: 圆角 17">
            <a:extLst>
              <a:ext uri="{FF2B5EF4-FFF2-40B4-BE49-F238E27FC236}">
                <a16:creationId xmlns:a16="http://schemas.microsoft.com/office/drawing/2014/main" id="{92FC769C-040C-B54B-9538-13B55EB217BA}"/>
              </a:ext>
            </a:extLst>
          </p:cNvPr>
          <p:cNvSpPr/>
          <p:nvPr/>
        </p:nvSpPr>
        <p:spPr>
          <a:xfrm>
            <a:off x="3636895" y="2062938"/>
            <a:ext cx="2261597" cy="49052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这里输入你的结果标题</a:t>
            </a:r>
          </a:p>
        </p:txBody>
      </p:sp>
      <p:sp>
        <p:nvSpPr>
          <p:cNvPr id="19" name="矩形: 圆角 18">
            <a:extLst>
              <a:ext uri="{FF2B5EF4-FFF2-40B4-BE49-F238E27FC236}">
                <a16:creationId xmlns:a16="http://schemas.microsoft.com/office/drawing/2014/main" id="{88FE3A1A-7B9C-6481-D9B6-993C50C55357}"/>
              </a:ext>
            </a:extLst>
          </p:cNvPr>
          <p:cNvSpPr/>
          <p:nvPr/>
        </p:nvSpPr>
        <p:spPr>
          <a:xfrm>
            <a:off x="7875692" y="2062938"/>
            <a:ext cx="2341457" cy="49052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这里输入你的结果标题</a:t>
            </a: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D4C416EF-1863-2B30-CADD-B19F36A83BD2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3339"/>
          <a:stretch/>
        </p:blipFill>
        <p:spPr>
          <a:xfrm>
            <a:off x="736004" y="2442374"/>
            <a:ext cx="2261597" cy="3331521"/>
          </a:xfrm>
          <a:prstGeom prst="rect">
            <a:avLst/>
          </a:prstGeom>
        </p:spPr>
      </p:pic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7F709D74-0971-A4D1-FFD2-C658A1B325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13</a:t>
            </a:fld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E3362233-EA9A-AB51-A8AF-2ED94F0E8FA9}"/>
              </a:ext>
            </a:extLst>
          </p:cNvPr>
          <p:cNvSpPr/>
          <p:nvPr/>
        </p:nvSpPr>
        <p:spPr>
          <a:xfrm>
            <a:off x="7334251" y="0"/>
            <a:ext cx="2457450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已开展工作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4060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9876"/>
    </mc:Choice>
    <mc:Fallback xmlns="">
      <p:transition spd="slow" advTm="9876"/>
    </mc:Fallback>
  </mc:AlternateContent>
  <p:extLst>
    <p:ext uri="{E180D4A7-C9FB-4DFB-919C-405C955672EB}">
      <p14:showEvtLst xmlns:p14="http://schemas.microsoft.com/office/powerpoint/2010/main">
        <p14:playEvt time="9136" objId="6"/>
        <p14:stopEvt time="9876" objId="6"/>
      </p14:showEvtLst>
    </p:ext>
  </p:extLs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图片 13">
            <a:extLst>
              <a:ext uri="{FF2B5EF4-FFF2-40B4-BE49-F238E27FC236}">
                <a16:creationId xmlns:a16="http://schemas.microsoft.com/office/drawing/2014/main" id="{FF084F36-B7E3-4B33-B3D5-2080E4CFDF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0448" y="1444150"/>
            <a:ext cx="4711547" cy="3111938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id="{2076F2AC-C9B9-7373-4F4E-423F5F006F1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163" y="4142905"/>
            <a:ext cx="6003850" cy="2365385"/>
          </a:xfrm>
          <a:prstGeom prst="rect">
            <a:avLst/>
          </a:prstGeom>
        </p:spPr>
      </p:pic>
      <p:sp>
        <p:nvSpPr>
          <p:cNvPr id="18" name="矩形: 圆角 17">
            <a:extLst>
              <a:ext uri="{FF2B5EF4-FFF2-40B4-BE49-F238E27FC236}">
                <a16:creationId xmlns:a16="http://schemas.microsoft.com/office/drawing/2014/main" id="{93C2301F-186D-1C08-B50C-4F32E4518CA1}"/>
              </a:ext>
            </a:extLst>
          </p:cNvPr>
          <p:cNvSpPr/>
          <p:nvPr/>
        </p:nvSpPr>
        <p:spPr>
          <a:xfrm>
            <a:off x="2503260" y="953628"/>
            <a:ext cx="2240190" cy="49052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这里输入你的结果标题</a:t>
            </a:r>
          </a:p>
        </p:txBody>
      </p:sp>
      <p:sp>
        <p:nvSpPr>
          <p:cNvPr id="19" name="矩形: 圆角 18">
            <a:extLst>
              <a:ext uri="{FF2B5EF4-FFF2-40B4-BE49-F238E27FC236}">
                <a16:creationId xmlns:a16="http://schemas.microsoft.com/office/drawing/2014/main" id="{98318F44-11A0-8C0B-EEEF-D251C41893A1}"/>
              </a:ext>
            </a:extLst>
          </p:cNvPr>
          <p:cNvSpPr/>
          <p:nvPr/>
        </p:nvSpPr>
        <p:spPr>
          <a:xfrm>
            <a:off x="8122719" y="920285"/>
            <a:ext cx="2240190" cy="49052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这里输入你的结果标题</a:t>
            </a:r>
          </a:p>
        </p:txBody>
      </p:sp>
      <p:pic>
        <p:nvPicPr>
          <p:cNvPr id="25" name="图片 24">
            <a:extLst>
              <a:ext uri="{FF2B5EF4-FFF2-40B4-BE49-F238E27FC236}">
                <a16:creationId xmlns:a16="http://schemas.microsoft.com/office/drawing/2014/main" id="{C2973F71-AF36-18F9-2DC8-CAA64E3B98A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8346" y="1573113"/>
            <a:ext cx="3031825" cy="2419863"/>
          </a:xfrm>
          <a:prstGeom prst="rect">
            <a:avLst/>
          </a:prstGeom>
        </p:spPr>
      </p:pic>
      <p:pic>
        <p:nvPicPr>
          <p:cNvPr id="27" name="图片 26">
            <a:extLst>
              <a:ext uri="{FF2B5EF4-FFF2-40B4-BE49-F238E27FC236}">
                <a16:creationId xmlns:a16="http://schemas.microsoft.com/office/drawing/2014/main" id="{80D9378D-EE7E-77E5-26A1-1E0952F7E1B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44772" y="1573114"/>
            <a:ext cx="3009342" cy="2419863"/>
          </a:xfrm>
          <a:prstGeom prst="rect">
            <a:avLst/>
          </a:prstGeom>
        </p:spPr>
      </p:pic>
      <p:sp>
        <p:nvSpPr>
          <p:cNvPr id="30" name="矩形: 圆角 29">
            <a:extLst>
              <a:ext uri="{FF2B5EF4-FFF2-40B4-BE49-F238E27FC236}">
                <a16:creationId xmlns:a16="http://schemas.microsoft.com/office/drawing/2014/main" id="{E2B0E39D-CC13-6973-8A4D-D5E47A54081A}"/>
              </a:ext>
            </a:extLst>
          </p:cNvPr>
          <p:cNvSpPr/>
          <p:nvPr/>
        </p:nvSpPr>
        <p:spPr>
          <a:xfrm>
            <a:off x="2503260" y="3844054"/>
            <a:ext cx="2253008" cy="49052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这里输入你的结果标题</a:t>
            </a:r>
          </a:p>
        </p:txBody>
      </p:sp>
      <p:sp>
        <p:nvSpPr>
          <p:cNvPr id="31" name="矩形: 圆角 30">
            <a:extLst>
              <a:ext uri="{FF2B5EF4-FFF2-40B4-BE49-F238E27FC236}">
                <a16:creationId xmlns:a16="http://schemas.microsoft.com/office/drawing/2014/main" id="{CE4C206E-1EBF-A3DD-4765-8F3646F8C4B3}"/>
              </a:ext>
            </a:extLst>
          </p:cNvPr>
          <p:cNvSpPr/>
          <p:nvPr/>
        </p:nvSpPr>
        <p:spPr>
          <a:xfrm>
            <a:off x="6938748" y="4703817"/>
            <a:ext cx="4918290" cy="1652534"/>
          </a:xfrm>
          <a:prstGeom prst="roundRect">
            <a:avLst>
              <a:gd name="adj" fmla="val 461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marL="285750" indent="-285750">
              <a:lnSpc>
                <a:spcPct val="125000"/>
              </a:lnSpc>
              <a:buFont typeface="Arial" panose="020B0604020202020204" pitchFamily="34" charset="0"/>
              <a:buChar char="•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初步结果：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这里输入你的初步研究结果</a:t>
            </a:r>
            <a:b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启发：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这里输入你从实验结果中获取的启发，如何指导你的下一步研究内容</a:t>
            </a:r>
          </a:p>
        </p:txBody>
      </p:sp>
      <p:pic>
        <p:nvPicPr>
          <p:cNvPr id="36" name="图片 35">
            <a:extLst>
              <a:ext uri="{FF2B5EF4-FFF2-40B4-BE49-F238E27FC236}">
                <a16:creationId xmlns:a16="http://schemas.microsoft.com/office/drawing/2014/main" id="{809AE83C-5F31-4017-996A-4D554A49DC28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r="51233"/>
          <a:stretch/>
        </p:blipFill>
        <p:spPr>
          <a:xfrm>
            <a:off x="1874258" y="4121939"/>
            <a:ext cx="587205" cy="534592"/>
          </a:xfrm>
          <a:prstGeom prst="rect">
            <a:avLst/>
          </a:prstGeom>
        </p:spPr>
      </p:pic>
      <p:pic>
        <p:nvPicPr>
          <p:cNvPr id="37" name="图片 36">
            <a:extLst>
              <a:ext uri="{FF2B5EF4-FFF2-40B4-BE49-F238E27FC236}">
                <a16:creationId xmlns:a16="http://schemas.microsoft.com/office/drawing/2014/main" id="{C684279C-47C8-1C94-9FD4-81F4D49BE331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l="55970" r="2501"/>
          <a:stretch/>
        </p:blipFill>
        <p:spPr>
          <a:xfrm>
            <a:off x="4761917" y="4067280"/>
            <a:ext cx="500063" cy="534592"/>
          </a:xfrm>
          <a:prstGeom prst="rect">
            <a:avLst/>
          </a:prstGeom>
        </p:spPr>
      </p:pic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32F25386-EA8B-C9A1-9104-92AB2C51E7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14</a:t>
            </a:fld>
            <a:endParaRPr lang="zh-CN" altLang="en-US" dirty="0"/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BDE25F7-AABC-BC64-D13A-C2C4FF87B07F}"/>
              </a:ext>
            </a:extLst>
          </p:cNvPr>
          <p:cNvSpPr/>
          <p:nvPr/>
        </p:nvSpPr>
        <p:spPr>
          <a:xfrm>
            <a:off x="7334251" y="0"/>
            <a:ext cx="2457450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已开展工作</a:t>
            </a:r>
          </a:p>
        </p:txBody>
      </p:sp>
    </p:spTree>
    <p:extLst>
      <p:ext uri="{BB962C8B-B14F-4D97-AF65-F5344CB8AC3E}">
        <p14:creationId xmlns:p14="http://schemas.microsoft.com/office/powerpoint/2010/main" val="4181499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1191"/>
    </mc:Choice>
    <mc:Fallback xmlns="">
      <p:transition spd="slow" advTm="21191"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: 圆角 3">
            <a:extLst>
              <a:ext uri="{FF2B5EF4-FFF2-40B4-BE49-F238E27FC236}">
                <a16:creationId xmlns:a16="http://schemas.microsoft.com/office/drawing/2014/main" id="{BD3045E5-F6C1-67AA-4F5B-572F7DC4C42B}"/>
              </a:ext>
            </a:extLst>
          </p:cNvPr>
          <p:cNvSpPr/>
          <p:nvPr/>
        </p:nvSpPr>
        <p:spPr>
          <a:xfrm>
            <a:off x="408143" y="5020192"/>
            <a:ext cx="5267623" cy="1494457"/>
          </a:xfrm>
          <a:prstGeom prst="roundRect">
            <a:avLst>
              <a:gd name="adj" fmla="val 461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marL="285750" indent="-285750">
              <a:lnSpc>
                <a:spcPct val="125000"/>
              </a:lnSpc>
              <a:buFont typeface="Arial" panose="020B0604020202020204" pitchFamily="34" charset="0"/>
              <a:buChar char="•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初步结果：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这里输入你的初步研究结果</a:t>
            </a:r>
            <a:b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启发：</a:t>
            </a:r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这里输入你从实验结果中获取的启发，如何指导你的下一步研究内容</a:t>
            </a:r>
          </a:p>
        </p:txBody>
      </p:sp>
      <p:pic>
        <p:nvPicPr>
          <p:cNvPr id="26" name="Picture 54" descr="A picture containing diagram&#10;&#10;Description automatically generated">
            <a:extLst>
              <a:ext uri="{FF2B5EF4-FFF2-40B4-BE49-F238E27FC236}">
                <a16:creationId xmlns:a16="http://schemas.microsoft.com/office/drawing/2014/main" id="{399B0AB6-099D-C273-670C-2CDB61E70B0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3549" b="64380"/>
          <a:stretch/>
        </p:blipFill>
        <p:spPr>
          <a:xfrm>
            <a:off x="477054" y="3167598"/>
            <a:ext cx="5239180" cy="1630621"/>
          </a:xfrm>
          <a:prstGeom prst="rect">
            <a:avLst/>
          </a:prstGeom>
        </p:spPr>
      </p:pic>
      <p:sp>
        <p:nvSpPr>
          <p:cNvPr id="7" name="矩形: 圆角 6">
            <a:extLst>
              <a:ext uri="{FF2B5EF4-FFF2-40B4-BE49-F238E27FC236}">
                <a16:creationId xmlns:a16="http://schemas.microsoft.com/office/drawing/2014/main" id="{D86A9178-0413-DC8E-65CB-C94F1AB588C7}"/>
              </a:ext>
            </a:extLst>
          </p:cNvPr>
          <p:cNvSpPr/>
          <p:nvPr/>
        </p:nvSpPr>
        <p:spPr>
          <a:xfrm>
            <a:off x="6910940" y="979255"/>
            <a:ext cx="4107110" cy="49052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这里输入你的结果标题</a:t>
            </a:r>
          </a:p>
        </p:txBody>
      </p:sp>
      <p:pic>
        <p:nvPicPr>
          <p:cNvPr id="50" name="图片 49">
            <a:extLst>
              <a:ext uri="{FF2B5EF4-FFF2-40B4-BE49-F238E27FC236}">
                <a16:creationId xmlns:a16="http://schemas.microsoft.com/office/drawing/2014/main" id="{BD8551A2-F7A7-2F3D-6E70-2A2E6B3A3E4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1394" t="-79" r="20418" b="94134"/>
          <a:stretch/>
        </p:blipFill>
        <p:spPr>
          <a:xfrm>
            <a:off x="6704062" y="6445113"/>
            <a:ext cx="4629460" cy="148171"/>
          </a:xfrm>
          <a:prstGeom prst="rect">
            <a:avLst/>
          </a:prstGeom>
        </p:spPr>
      </p:pic>
      <p:pic>
        <p:nvPicPr>
          <p:cNvPr id="51" name="图片 50">
            <a:extLst>
              <a:ext uri="{FF2B5EF4-FFF2-40B4-BE49-F238E27FC236}">
                <a16:creationId xmlns:a16="http://schemas.microsoft.com/office/drawing/2014/main" id="{E882A2F7-9CC3-1709-8322-72CDD127A8D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8619"/>
          <a:stretch/>
        </p:blipFill>
        <p:spPr>
          <a:xfrm>
            <a:off x="5979551" y="4595342"/>
            <a:ext cx="6078482" cy="1687159"/>
          </a:xfrm>
          <a:prstGeom prst="rect">
            <a:avLst/>
          </a:prstGeom>
        </p:spPr>
      </p:pic>
      <p:grpSp>
        <p:nvGrpSpPr>
          <p:cNvPr id="53" name="组合 52">
            <a:extLst>
              <a:ext uri="{FF2B5EF4-FFF2-40B4-BE49-F238E27FC236}">
                <a16:creationId xmlns:a16="http://schemas.microsoft.com/office/drawing/2014/main" id="{F75AC3D1-90C4-4702-8A8F-569DDE5B4AB0}"/>
              </a:ext>
            </a:extLst>
          </p:cNvPr>
          <p:cNvGrpSpPr/>
          <p:nvPr/>
        </p:nvGrpSpPr>
        <p:grpSpPr>
          <a:xfrm>
            <a:off x="7543779" y="2778453"/>
            <a:ext cx="2485379" cy="1776877"/>
            <a:chOff x="3348047" y="823881"/>
            <a:chExt cx="2787166" cy="1992634"/>
          </a:xfrm>
        </p:grpSpPr>
        <p:pic>
          <p:nvPicPr>
            <p:cNvPr id="33" name="图片 32">
              <a:extLst>
                <a:ext uri="{FF2B5EF4-FFF2-40B4-BE49-F238E27FC236}">
                  <a16:creationId xmlns:a16="http://schemas.microsoft.com/office/drawing/2014/main" id="{BA202220-4590-27CE-F87D-F245AF06FEA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348047" y="823881"/>
              <a:ext cx="2787166" cy="1992634"/>
            </a:xfrm>
            <a:prstGeom prst="rect">
              <a:avLst/>
            </a:prstGeom>
          </p:spPr>
        </p:pic>
        <p:grpSp>
          <p:nvGrpSpPr>
            <p:cNvPr id="35" name="组合 34">
              <a:extLst>
                <a:ext uri="{FF2B5EF4-FFF2-40B4-BE49-F238E27FC236}">
                  <a16:creationId xmlns:a16="http://schemas.microsoft.com/office/drawing/2014/main" id="{A95B18B9-6AFF-6438-DE64-E30A3BBEF16E}"/>
                </a:ext>
              </a:extLst>
            </p:cNvPr>
            <p:cNvGrpSpPr/>
            <p:nvPr/>
          </p:nvGrpSpPr>
          <p:grpSpPr>
            <a:xfrm>
              <a:off x="4431878" y="1671677"/>
              <a:ext cx="1381912" cy="921350"/>
              <a:chOff x="12579448" y="4369587"/>
              <a:chExt cx="1178552" cy="785766"/>
            </a:xfrm>
          </p:grpSpPr>
          <p:grpSp>
            <p:nvGrpSpPr>
              <p:cNvPr id="36" name="组合 35">
                <a:extLst>
                  <a:ext uri="{FF2B5EF4-FFF2-40B4-BE49-F238E27FC236}">
                    <a16:creationId xmlns:a16="http://schemas.microsoft.com/office/drawing/2014/main" id="{7C005BEE-7DC3-E6E6-64A3-BA86001521D7}"/>
                  </a:ext>
                </a:extLst>
              </p:cNvPr>
              <p:cNvGrpSpPr/>
              <p:nvPr/>
            </p:nvGrpSpPr>
            <p:grpSpPr>
              <a:xfrm>
                <a:off x="12579448" y="4369587"/>
                <a:ext cx="1178552" cy="785766"/>
                <a:chOff x="8463952" y="2131712"/>
                <a:chExt cx="2659098" cy="1772878"/>
              </a:xfrm>
            </p:grpSpPr>
            <p:pic>
              <p:nvPicPr>
                <p:cNvPr id="38" name="图片 37">
                  <a:extLst>
                    <a:ext uri="{FF2B5EF4-FFF2-40B4-BE49-F238E27FC236}">
                      <a16:creationId xmlns:a16="http://schemas.microsoft.com/office/drawing/2014/main" id="{46493285-6169-8669-13A7-284EA07084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7">
                  <a:alphaModFix amt="70000"/>
                </a:blip>
                <a:srcRect r="52178" b="46776"/>
                <a:stretch/>
              </p:blipFill>
              <p:spPr>
                <a:xfrm>
                  <a:off x="9173882" y="2131712"/>
                  <a:ext cx="1949168" cy="1772878"/>
                </a:xfrm>
                <a:prstGeom prst="rect">
                  <a:avLst/>
                </a:prstGeom>
              </p:spPr>
            </p:pic>
            <p:sp>
              <p:nvSpPr>
                <p:cNvPr id="39" name="矩形 38">
                  <a:extLst>
                    <a:ext uri="{FF2B5EF4-FFF2-40B4-BE49-F238E27FC236}">
                      <a16:creationId xmlns:a16="http://schemas.microsoft.com/office/drawing/2014/main" id="{3C54D3FA-6749-90B8-8ECA-8C8336E4FBB6}"/>
                    </a:ext>
                  </a:extLst>
                </p:cNvPr>
                <p:cNvSpPr/>
                <p:nvPr/>
              </p:nvSpPr>
              <p:spPr>
                <a:xfrm rot="4543899">
                  <a:off x="9996371" y="3443269"/>
                  <a:ext cx="114496" cy="52010"/>
                </a:xfrm>
                <a:prstGeom prst="rect">
                  <a:avLst/>
                </a:prstGeom>
                <a:solidFill>
                  <a:srgbClr val="33AB73"/>
                </a:solidFill>
                <a:ln w="0" cap="flat" cmpd="sng" algn="ctr">
                  <a:noFill/>
                  <a:prstDash val="solid"/>
                  <a:miter lim="800000"/>
                </a:ln>
                <a:effectLst/>
                <a:scene3d>
                  <a:camera prst="isometricOffAxis2Right">
                    <a:rot lat="3446485" lon="13955709" rev="18998061"/>
                  </a:camera>
                  <a:lightRig rig="balanced" dir="t"/>
                </a:scene3d>
                <a:sp3d z="30163" extrusionH="127000">
                  <a:extrusionClr>
                    <a:srgbClr val="33AB73"/>
                  </a:extrusionClr>
                  <a:contourClr>
                    <a:srgbClr val="33AB73"/>
                  </a:contourClr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050" dirty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0" name="组合 39">
                  <a:extLst>
                    <a:ext uri="{FF2B5EF4-FFF2-40B4-BE49-F238E27FC236}">
                      <a16:creationId xmlns:a16="http://schemas.microsoft.com/office/drawing/2014/main" id="{44CEF1B0-E0E2-2208-8E14-CD3D9D78C99E}"/>
                    </a:ext>
                  </a:extLst>
                </p:cNvPr>
                <p:cNvGrpSpPr/>
                <p:nvPr/>
              </p:nvGrpSpPr>
              <p:grpSpPr>
                <a:xfrm>
                  <a:off x="9786613" y="2815929"/>
                  <a:ext cx="1097146" cy="1088661"/>
                  <a:chOff x="10353343" y="2185216"/>
                  <a:chExt cx="1097146" cy="1088661"/>
                </a:xfrm>
              </p:grpSpPr>
              <p:grpSp>
                <p:nvGrpSpPr>
                  <p:cNvPr id="43" name="组合 42">
                    <a:extLst>
                      <a:ext uri="{FF2B5EF4-FFF2-40B4-BE49-F238E27FC236}">
                        <a16:creationId xmlns:a16="http://schemas.microsoft.com/office/drawing/2014/main" id="{2B8F18CE-CA9F-A4FE-216E-B1B07A7925C0}"/>
                      </a:ext>
                    </a:extLst>
                  </p:cNvPr>
                  <p:cNvGrpSpPr/>
                  <p:nvPr/>
                </p:nvGrpSpPr>
                <p:grpSpPr>
                  <a:xfrm>
                    <a:off x="10460021" y="2430193"/>
                    <a:ext cx="620866" cy="614409"/>
                    <a:chOff x="7204588" y="1299842"/>
                    <a:chExt cx="620866" cy="614409"/>
                  </a:xfrm>
                </p:grpSpPr>
                <p:cxnSp>
                  <p:nvCxnSpPr>
                    <p:cNvPr id="47" name="直接箭头连接符 46">
                      <a:extLst>
                        <a:ext uri="{FF2B5EF4-FFF2-40B4-BE49-F238E27FC236}">
                          <a16:creationId xmlns:a16="http://schemas.microsoft.com/office/drawing/2014/main" id="{1C632B00-CB07-5FE6-22B0-1FF6197579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7204588" y="1683646"/>
                      <a:ext cx="155819" cy="230605"/>
                    </a:xfrm>
                    <a:prstGeom prst="straightConnector1">
                      <a:avLst/>
                    </a:prstGeom>
                    <a:ln>
                      <a:solidFill>
                        <a:schemeClr val="tx1"/>
                      </a:solidFill>
                      <a:tailEnd type="triangle" w="sm" len="sm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8" name="直接箭头连接符 47">
                      <a:extLst>
                        <a:ext uri="{FF2B5EF4-FFF2-40B4-BE49-F238E27FC236}">
                          <a16:creationId xmlns:a16="http://schemas.microsoft.com/office/drawing/2014/main" id="{8DFD2F33-0193-AF56-6D9D-CC805A3533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360406" y="1683646"/>
                      <a:ext cx="465048" cy="0"/>
                    </a:xfrm>
                    <a:prstGeom prst="straightConnector1">
                      <a:avLst/>
                    </a:prstGeom>
                    <a:ln>
                      <a:solidFill>
                        <a:schemeClr val="tx1"/>
                      </a:solidFill>
                      <a:tailEnd type="triangle" w="sm" len="sm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9" name="直接箭头连接符 48">
                      <a:extLst>
                        <a:ext uri="{FF2B5EF4-FFF2-40B4-BE49-F238E27FC236}">
                          <a16:creationId xmlns:a16="http://schemas.microsoft.com/office/drawing/2014/main" id="{42560321-38FB-EF9B-0E46-2C30C5E9F3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7360406" y="1299842"/>
                      <a:ext cx="784" cy="383805"/>
                    </a:xfrm>
                    <a:prstGeom prst="straightConnector1">
                      <a:avLst/>
                    </a:prstGeom>
                    <a:ln>
                      <a:solidFill>
                        <a:schemeClr val="tx1"/>
                      </a:solidFill>
                      <a:tailEnd type="triangle" w="sm" len="sm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44" name="文本框 43">
                    <a:extLst>
                      <a:ext uri="{FF2B5EF4-FFF2-40B4-BE49-F238E27FC236}">
                        <a16:creationId xmlns:a16="http://schemas.microsoft.com/office/drawing/2014/main" id="{E6C61EAE-3BFF-FEDF-E334-50082E23A43F}"/>
                      </a:ext>
                    </a:extLst>
                  </p:cNvPr>
                  <p:cNvSpPr txBox="1"/>
                  <p:nvPr/>
                </p:nvSpPr>
                <p:spPr>
                  <a:xfrm>
                    <a:off x="10474801" y="2185216"/>
                    <a:ext cx="575789" cy="59025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altLang="zh-CN" sz="1050" b="1" dirty="0"/>
                      <a:t>x</a:t>
                    </a:r>
                  </a:p>
                </p:txBody>
              </p:sp>
              <p:sp>
                <p:nvSpPr>
                  <p:cNvPr id="45" name="文本框 44">
                    <a:extLst>
                      <a:ext uri="{FF2B5EF4-FFF2-40B4-BE49-F238E27FC236}">
                        <a16:creationId xmlns:a16="http://schemas.microsoft.com/office/drawing/2014/main" id="{9149A187-F239-358A-50E8-36E27D4FA9EE}"/>
                      </a:ext>
                    </a:extLst>
                  </p:cNvPr>
                  <p:cNvSpPr txBox="1"/>
                  <p:nvPr/>
                </p:nvSpPr>
                <p:spPr>
                  <a:xfrm>
                    <a:off x="10353343" y="2683622"/>
                    <a:ext cx="564941" cy="59025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altLang="zh-CN" sz="1050" b="1" dirty="0"/>
                      <a:t>z</a:t>
                    </a:r>
                  </a:p>
                </p:txBody>
              </p:sp>
              <p:sp>
                <p:nvSpPr>
                  <p:cNvPr id="46" name="文本框 45">
                    <a:extLst>
                      <a:ext uri="{FF2B5EF4-FFF2-40B4-BE49-F238E27FC236}">
                        <a16:creationId xmlns:a16="http://schemas.microsoft.com/office/drawing/2014/main" id="{0F3F5273-36E3-AABD-F6D5-D7121F6C81F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71081" y="2407738"/>
                    <a:ext cx="579408" cy="59025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altLang="zh-CN" sz="1050" b="1" dirty="0"/>
                      <a:t>y</a:t>
                    </a:r>
                  </a:p>
                </p:txBody>
              </p:sp>
            </p:grpSp>
            <p:sp>
              <p:nvSpPr>
                <p:cNvPr id="41" name="任意多边形: 形状 40">
                  <a:extLst>
                    <a:ext uri="{FF2B5EF4-FFF2-40B4-BE49-F238E27FC236}">
                      <a16:creationId xmlns:a16="http://schemas.microsoft.com/office/drawing/2014/main" id="{4FBE7D2A-B37F-09DB-8496-1A593B13F050}"/>
                    </a:ext>
                  </a:extLst>
                </p:cNvPr>
                <p:cNvSpPr/>
                <p:nvPr/>
              </p:nvSpPr>
              <p:spPr>
                <a:xfrm>
                  <a:off x="10593275" y="3223389"/>
                  <a:ext cx="447036" cy="307777"/>
                </a:xfrm>
                <a:custGeom>
                  <a:avLst/>
                  <a:gdLst>
                    <a:gd name="connsiteX0" fmla="*/ 0 w 615954"/>
                    <a:gd name="connsiteY0" fmla="*/ 0 h 702733"/>
                    <a:gd name="connsiteX1" fmla="*/ 381000 w 615954"/>
                    <a:gd name="connsiteY1" fmla="*/ 639233 h 702733"/>
                    <a:gd name="connsiteX2" fmla="*/ 287866 w 615954"/>
                    <a:gd name="connsiteY2" fmla="*/ 702733 h 702733"/>
                    <a:gd name="connsiteX0" fmla="*/ 0 w 688490"/>
                    <a:gd name="connsiteY0" fmla="*/ 0 h 702733"/>
                    <a:gd name="connsiteX1" fmla="*/ 482600 w 688490"/>
                    <a:gd name="connsiteY1" fmla="*/ 554566 h 702733"/>
                    <a:gd name="connsiteX2" fmla="*/ 287866 w 688490"/>
                    <a:gd name="connsiteY2" fmla="*/ 702733 h 702733"/>
                    <a:gd name="connsiteX0" fmla="*/ 0 w 485220"/>
                    <a:gd name="connsiteY0" fmla="*/ 0 h 702733"/>
                    <a:gd name="connsiteX1" fmla="*/ 372533 w 485220"/>
                    <a:gd name="connsiteY1" fmla="*/ 190500 h 702733"/>
                    <a:gd name="connsiteX2" fmla="*/ 482600 w 485220"/>
                    <a:gd name="connsiteY2" fmla="*/ 554566 h 702733"/>
                    <a:gd name="connsiteX3" fmla="*/ 287866 w 485220"/>
                    <a:gd name="connsiteY3" fmla="*/ 702733 h 702733"/>
                    <a:gd name="connsiteX0" fmla="*/ 0 w 489910"/>
                    <a:gd name="connsiteY0" fmla="*/ 0 h 702733"/>
                    <a:gd name="connsiteX1" fmla="*/ 372533 w 489910"/>
                    <a:gd name="connsiteY1" fmla="*/ 190500 h 702733"/>
                    <a:gd name="connsiteX2" fmla="*/ 482600 w 489910"/>
                    <a:gd name="connsiteY2" fmla="*/ 554566 h 702733"/>
                    <a:gd name="connsiteX3" fmla="*/ 287866 w 489910"/>
                    <a:gd name="connsiteY3" fmla="*/ 702733 h 702733"/>
                    <a:gd name="connsiteX0" fmla="*/ 0 w 538009"/>
                    <a:gd name="connsiteY0" fmla="*/ 0 h 702733"/>
                    <a:gd name="connsiteX1" fmla="*/ 372533 w 538009"/>
                    <a:gd name="connsiteY1" fmla="*/ 190500 h 702733"/>
                    <a:gd name="connsiteX2" fmla="*/ 533400 w 538009"/>
                    <a:gd name="connsiteY2" fmla="*/ 441854 h 702733"/>
                    <a:gd name="connsiteX3" fmla="*/ 287866 w 538009"/>
                    <a:gd name="connsiteY3" fmla="*/ 702733 h 702733"/>
                    <a:gd name="connsiteX0" fmla="*/ 0 w 538491"/>
                    <a:gd name="connsiteY0" fmla="*/ 0 h 702733"/>
                    <a:gd name="connsiteX1" fmla="*/ 421745 w 538491"/>
                    <a:gd name="connsiteY1" fmla="*/ 85725 h 702733"/>
                    <a:gd name="connsiteX2" fmla="*/ 533400 w 538491"/>
                    <a:gd name="connsiteY2" fmla="*/ 441854 h 702733"/>
                    <a:gd name="connsiteX3" fmla="*/ 287866 w 538491"/>
                    <a:gd name="connsiteY3" fmla="*/ 702733 h 702733"/>
                    <a:gd name="connsiteX0" fmla="*/ 0 w 538491"/>
                    <a:gd name="connsiteY0" fmla="*/ 0 h 702733"/>
                    <a:gd name="connsiteX1" fmla="*/ 421745 w 538491"/>
                    <a:gd name="connsiteY1" fmla="*/ 85725 h 702733"/>
                    <a:gd name="connsiteX2" fmla="*/ 533400 w 538491"/>
                    <a:gd name="connsiteY2" fmla="*/ 441854 h 702733"/>
                    <a:gd name="connsiteX3" fmla="*/ 287866 w 538491"/>
                    <a:gd name="connsiteY3" fmla="*/ 702733 h 702733"/>
                    <a:gd name="connsiteX0" fmla="*/ 0 w 538491"/>
                    <a:gd name="connsiteY0" fmla="*/ 3674 h 706407"/>
                    <a:gd name="connsiteX1" fmla="*/ 421745 w 538491"/>
                    <a:gd name="connsiteY1" fmla="*/ 89399 h 706407"/>
                    <a:gd name="connsiteX2" fmla="*/ 533400 w 538491"/>
                    <a:gd name="connsiteY2" fmla="*/ 445528 h 706407"/>
                    <a:gd name="connsiteX3" fmla="*/ 287866 w 538491"/>
                    <a:gd name="connsiteY3" fmla="*/ 706407 h 706407"/>
                    <a:gd name="connsiteX0" fmla="*/ 0 w 441654"/>
                    <a:gd name="connsiteY0" fmla="*/ 2553 h 716399"/>
                    <a:gd name="connsiteX1" fmla="*/ 324908 w 441654"/>
                    <a:gd name="connsiteY1" fmla="*/ 99391 h 716399"/>
                    <a:gd name="connsiteX2" fmla="*/ 436563 w 441654"/>
                    <a:gd name="connsiteY2" fmla="*/ 455520 h 716399"/>
                    <a:gd name="connsiteX3" fmla="*/ 191029 w 441654"/>
                    <a:gd name="connsiteY3" fmla="*/ 716399 h 716399"/>
                    <a:gd name="connsiteX0" fmla="*/ 0 w 447036"/>
                    <a:gd name="connsiteY0" fmla="*/ 2553 h 716399"/>
                    <a:gd name="connsiteX1" fmla="*/ 356658 w 447036"/>
                    <a:gd name="connsiteY1" fmla="*/ 99391 h 716399"/>
                    <a:gd name="connsiteX2" fmla="*/ 436563 w 447036"/>
                    <a:gd name="connsiteY2" fmla="*/ 455520 h 716399"/>
                    <a:gd name="connsiteX3" fmla="*/ 191029 w 447036"/>
                    <a:gd name="connsiteY3" fmla="*/ 716399 h 716399"/>
                    <a:gd name="connsiteX0" fmla="*/ 0 w 447036"/>
                    <a:gd name="connsiteY0" fmla="*/ 2553 h 716399"/>
                    <a:gd name="connsiteX1" fmla="*/ 356658 w 447036"/>
                    <a:gd name="connsiteY1" fmla="*/ 99391 h 716399"/>
                    <a:gd name="connsiteX2" fmla="*/ 436563 w 447036"/>
                    <a:gd name="connsiteY2" fmla="*/ 455520 h 716399"/>
                    <a:gd name="connsiteX3" fmla="*/ 191029 w 447036"/>
                    <a:gd name="connsiteY3" fmla="*/ 716399 h 716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036" h="716399">
                      <a:moveTo>
                        <a:pt x="0" y="2553"/>
                      </a:moveTo>
                      <a:cubicBezTo>
                        <a:pt x="116064" y="-6972"/>
                        <a:pt x="276225" y="6963"/>
                        <a:pt x="356658" y="99391"/>
                      </a:cubicBezTo>
                      <a:cubicBezTo>
                        <a:pt x="437091" y="191819"/>
                        <a:pt x="464168" y="352685"/>
                        <a:pt x="436563" y="455520"/>
                      </a:cubicBezTo>
                      <a:cubicBezTo>
                        <a:pt x="408958" y="558355"/>
                        <a:pt x="222074" y="695232"/>
                        <a:pt x="191029" y="716399"/>
                      </a:cubicBezTo>
                    </a:path>
                  </a:pathLst>
                </a:custGeom>
                <a:noFill/>
                <a:ln w="9525">
                  <a:solidFill>
                    <a:srgbClr val="FF0000"/>
                  </a:solidFill>
                  <a:headEnd type="none" w="med" len="med"/>
                  <a:tailEnd type="triangle" w="sm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200" dirty="0"/>
                </a:p>
              </p:txBody>
            </p:sp>
            <p:sp>
              <p:nvSpPr>
                <p:cNvPr id="42" name="文本框 41">
                  <a:extLst>
                    <a:ext uri="{FF2B5EF4-FFF2-40B4-BE49-F238E27FC236}">
                      <a16:creationId xmlns:a16="http://schemas.microsoft.com/office/drawing/2014/main" id="{D6123DE0-9B00-1CC7-4CE3-722840DEA2CF}"/>
                    </a:ext>
                  </a:extLst>
                </p:cNvPr>
                <p:cNvSpPr txBox="1"/>
                <p:nvPr/>
              </p:nvSpPr>
              <p:spPr>
                <a:xfrm>
                  <a:off x="8463952" y="3158260"/>
                  <a:ext cx="1451045" cy="48609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altLang="zh-CN" sz="800" b="1" dirty="0" err="1"/>
                    <a:t>Acc_norm</a:t>
                  </a:r>
                  <a:endParaRPr lang="en-US" altLang="zh-CN" sz="800" b="1" dirty="0"/>
                </a:p>
              </p:txBody>
            </p:sp>
          </p:grpSp>
          <p:sp>
            <p:nvSpPr>
              <p:cNvPr id="37" name="任意多边形: 形状 36">
                <a:extLst>
                  <a:ext uri="{FF2B5EF4-FFF2-40B4-BE49-F238E27FC236}">
                    <a16:creationId xmlns:a16="http://schemas.microsoft.com/office/drawing/2014/main" id="{73A50A50-7AE8-C7F4-A2A6-22305BDDF692}"/>
                  </a:ext>
                </a:extLst>
              </p:cNvPr>
              <p:cNvSpPr/>
              <p:nvPr/>
            </p:nvSpPr>
            <p:spPr>
              <a:xfrm rot="10800000">
                <a:off x="13077641" y="4894806"/>
                <a:ext cx="198133" cy="136411"/>
              </a:xfrm>
              <a:custGeom>
                <a:avLst/>
                <a:gdLst>
                  <a:gd name="connsiteX0" fmla="*/ 0 w 615954"/>
                  <a:gd name="connsiteY0" fmla="*/ 0 h 702733"/>
                  <a:gd name="connsiteX1" fmla="*/ 381000 w 615954"/>
                  <a:gd name="connsiteY1" fmla="*/ 639233 h 702733"/>
                  <a:gd name="connsiteX2" fmla="*/ 287866 w 615954"/>
                  <a:gd name="connsiteY2" fmla="*/ 702733 h 702733"/>
                  <a:gd name="connsiteX0" fmla="*/ 0 w 688490"/>
                  <a:gd name="connsiteY0" fmla="*/ 0 h 702733"/>
                  <a:gd name="connsiteX1" fmla="*/ 482600 w 688490"/>
                  <a:gd name="connsiteY1" fmla="*/ 554566 h 702733"/>
                  <a:gd name="connsiteX2" fmla="*/ 287866 w 688490"/>
                  <a:gd name="connsiteY2" fmla="*/ 702733 h 702733"/>
                  <a:gd name="connsiteX0" fmla="*/ 0 w 485220"/>
                  <a:gd name="connsiteY0" fmla="*/ 0 h 702733"/>
                  <a:gd name="connsiteX1" fmla="*/ 372533 w 485220"/>
                  <a:gd name="connsiteY1" fmla="*/ 190500 h 702733"/>
                  <a:gd name="connsiteX2" fmla="*/ 482600 w 485220"/>
                  <a:gd name="connsiteY2" fmla="*/ 554566 h 702733"/>
                  <a:gd name="connsiteX3" fmla="*/ 287866 w 485220"/>
                  <a:gd name="connsiteY3" fmla="*/ 702733 h 702733"/>
                  <a:gd name="connsiteX0" fmla="*/ 0 w 489910"/>
                  <a:gd name="connsiteY0" fmla="*/ 0 h 702733"/>
                  <a:gd name="connsiteX1" fmla="*/ 372533 w 489910"/>
                  <a:gd name="connsiteY1" fmla="*/ 190500 h 702733"/>
                  <a:gd name="connsiteX2" fmla="*/ 482600 w 489910"/>
                  <a:gd name="connsiteY2" fmla="*/ 554566 h 702733"/>
                  <a:gd name="connsiteX3" fmla="*/ 287866 w 489910"/>
                  <a:gd name="connsiteY3" fmla="*/ 702733 h 702733"/>
                  <a:gd name="connsiteX0" fmla="*/ 0 w 538009"/>
                  <a:gd name="connsiteY0" fmla="*/ 0 h 702733"/>
                  <a:gd name="connsiteX1" fmla="*/ 372533 w 538009"/>
                  <a:gd name="connsiteY1" fmla="*/ 190500 h 702733"/>
                  <a:gd name="connsiteX2" fmla="*/ 533400 w 538009"/>
                  <a:gd name="connsiteY2" fmla="*/ 441854 h 702733"/>
                  <a:gd name="connsiteX3" fmla="*/ 287866 w 538009"/>
                  <a:gd name="connsiteY3" fmla="*/ 702733 h 702733"/>
                  <a:gd name="connsiteX0" fmla="*/ 0 w 538491"/>
                  <a:gd name="connsiteY0" fmla="*/ 0 h 702733"/>
                  <a:gd name="connsiteX1" fmla="*/ 421745 w 538491"/>
                  <a:gd name="connsiteY1" fmla="*/ 85725 h 702733"/>
                  <a:gd name="connsiteX2" fmla="*/ 533400 w 538491"/>
                  <a:gd name="connsiteY2" fmla="*/ 441854 h 702733"/>
                  <a:gd name="connsiteX3" fmla="*/ 287866 w 538491"/>
                  <a:gd name="connsiteY3" fmla="*/ 702733 h 702733"/>
                  <a:gd name="connsiteX0" fmla="*/ 0 w 538491"/>
                  <a:gd name="connsiteY0" fmla="*/ 0 h 702733"/>
                  <a:gd name="connsiteX1" fmla="*/ 421745 w 538491"/>
                  <a:gd name="connsiteY1" fmla="*/ 85725 h 702733"/>
                  <a:gd name="connsiteX2" fmla="*/ 533400 w 538491"/>
                  <a:gd name="connsiteY2" fmla="*/ 441854 h 702733"/>
                  <a:gd name="connsiteX3" fmla="*/ 287866 w 538491"/>
                  <a:gd name="connsiteY3" fmla="*/ 702733 h 702733"/>
                  <a:gd name="connsiteX0" fmla="*/ 0 w 538491"/>
                  <a:gd name="connsiteY0" fmla="*/ 3674 h 706407"/>
                  <a:gd name="connsiteX1" fmla="*/ 421745 w 538491"/>
                  <a:gd name="connsiteY1" fmla="*/ 89399 h 706407"/>
                  <a:gd name="connsiteX2" fmla="*/ 533400 w 538491"/>
                  <a:gd name="connsiteY2" fmla="*/ 445528 h 706407"/>
                  <a:gd name="connsiteX3" fmla="*/ 287866 w 538491"/>
                  <a:gd name="connsiteY3" fmla="*/ 706407 h 706407"/>
                  <a:gd name="connsiteX0" fmla="*/ 0 w 441654"/>
                  <a:gd name="connsiteY0" fmla="*/ 2553 h 716399"/>
                  <a:gd name="connsiteX1" fmla="*/ 324908 w 441654"/>
                  <a:gd name="connsiteY1" fmla="*/ 99391 h 716399"/>
                  <a:gd name="connsiteX2" fmla="*/ 436563 w 441654"/>
                  <a:gd name="connsiteY2" fmla="*/ 455520 h 716399"/>
                  <a:gd name="connsiteX3" fmla="*/ 191029 w 441654"/>
                  <a:gd name="connsiteY3" fmla="*/ 716399 h 716399"/>
                  <a:gd name="connsiteX0" fmla="*/ 0 w 447036"/>
                  <a:gd name="connsiteY0" fmla="*/ 2553 h 716399"/>
                  <a:gd name="connsiteX1" fmla="*/ 356658 w 447036"/>
                  <a:gd name="connsiteY1" fmla="*/ 99391 h 716399"/>
                  <a:gd name="connsiteX2" fmla="*/ 436563 w 447036"/>
                  <a:gd name="connsiteY2" fmla="*/ 455520 h 716399"/>
                  <a:gd name="connsiteX3" fmla="*/ 191029 w 447036"/>
                  <a:gd name="connsiteY3" fmla="*/ 716399 h 716399"/>
                  <a:gd name="connsiteX0" fmla="*/ 0 w 447036"/>
                  <a:gd name="connsiteY0" fmla="*/ 2553 h 716399"/>
                  <a:gd name="connsiteX1" fmla="*/ 356658 w 447036"/>
                  <a:gd name="connsiteY1" fmla="*/ 99391 h 716399"/>
                  <a:gd name="connsiteX2" fmla="*/ 436563 w 447036"/>
                  <a:gd name="connsiteY2" fmla="*/ 455520 h 716399"/>
                  <a:gd name="connsiteX3" fmla="*/ 191029 w 447036"/>
                  <a:gd name="connsiteY3" fmla="*/ 716399 h 71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036" h="716399">
                    <a:moveTo>
                      <a:pt x="0" y="2553"/>
                    </a:moveTo>
                    <a:cubicBezTo>
                      <a:pt x="116064" y="-6972"/>
                      <a:pt x="276225" y="6963"/>
                      <a:pt x="356658" y="99391"/>
                    </a:cubicBezTo>
                    <a:cubicBezTo>
                      <a:pt x="437091" y="191819"/>
                      <a:pt x="464168" y="352685"/>
                      <a:pt x="436563" y="455520"/>
                    </a:cubicBezTo>
                    <a:cubicBezTo>
                      <a:pt x="408958" y="558355"/>
                      <a:pt x="222074" y="695232"/>
                      <a:pt x="191029" y="716399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headEnd type="none" w="med" len="med"/>
                <a:tailEnd type="triangle" w="sm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200"/>
              </a:p>
            </p:txBody>
          </p:sp>
        </p:grpSp>
      </p:grpSp>
      <p:sp>
        <p:nvSpPr>
          <p:cNvPr id="54" name="文本框 53">
            <a:extLst>
              <a:ext uri="{FF2B5EF4-FFF2-40B4-BE49-F238E27FC236}">
                <a16:creationId xmlns:a16="http://schemas.microsoft.com/office/drawing/2014/main" id="{9DFF4F72-7D56-B639-E6D8-0A9F15A29B64}"/>
              </a:ext>
            </a:extLst>
          </p:cNvPr>
          <p:cNvSpPr txBox="1"/>
          <p:nvPr/>
        </p:nvSpPr>
        <p:spPr>
          <a:xfrm>
            <a:off x="5942594" y="1595979"/>
            <a:ext cx="6078482" cy="6798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25000"/>
              </a:lnSpc>
              <a:buFont typeface="Arial" panose="020B0604020202020204" pitchFamily="34" charset="0"/>
              <a:buChar char="•"/>
            </a:pP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对比了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①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②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③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④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</a:t>
            </a: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⑤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*******</a:t>
            </a:r>
            <a:b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</a:b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⑥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*********</a:t>
            </a:r>
            <a:endParaRPr lang="zh-CN" altLang="en-US" sz="16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pic>
        <p:nvPicPr>
          <p:cNvPr id="219" name="图片 218">
            <a:extLst>
              <a:ext uri="{FF2B5EF4-FFF2-40B4-BE49-F238E27FC236}">
                <a16:creationId xmlns:a16="http://schemas.microsoft.com/office/drawing/2014/main" id="{F48DF08C-115B-C912-5BDB-14FF37506E4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942594" y="3566505"/>
            <a:ext cx="1605849" cy="1005585"/>
          </a:xfrm>
          <a:prstGeom prst="rect">
            <a:avLst/>
          </a:prstGeom>
        </p:spPr>
      </p:pic>
      <p:pic>
        <p:nvPicPr>
          <p:cNvPr id="220" name="图片 219">
            <a:extLst>
              <a:ext uri="{FF2B5EF4-FFF2-40B4-BE49-F238E27FC236}">
                <a16:creationId xmlns:a16="http://schemas.microsoft.com/office/drawing/2014/main" id="{2699FF8A-6A65-C6CC-1CC4-E59316E5360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948461" y="2558857"/>
            <a:ext cx="1661333" cy="1072951"/>
          </a:xfrm>
          <a:prstGeom prst="rect">
            <a:avLst/>
          </a:prstGeom>
        </p:spPr>
      </p:pic>
      <p:pic>
        <p:nvPicPr>
          <p:cNvPr id="34" name="图片 33">
            <a:extLst>
              <a:ext uri="{FF2B5EF4-FFF2-40B4-BE49-F238E27FC236}">
                <a16:creationId xmlns:a16="http://schemas.microsoft.com/office/drawing/2014/main" id="{B4BE60AE-527C-0831-350D-E2F16B426042}"/>
              </a:ext>
            </a:extLst>
          </p:cNvPr>
          <p:cNvPicPr>
            <a:picLocks noChangeAspect="1"/>
          </p:cNvPicPr>
          <p:nvPr/>
        </p:nvPicPr>
        <p:blipFill rotWithShape="1">
          <a:blip r:embed="rId10"/>
          <a:srcRect r="6528"/>
          <a:stretch/>
        </p:blipFill>
        <p:spPr>
          <a:xfrm>
            <a:off x="9749061" y="2835854"/>
            <a:ext cx="2286601" cy="1687159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929922B0-8E29-571D-5AC9-1CA895108480}"/>
              </a:ext>
            </a:extLst>
          </p:cNvPr>
          <p:cNvGrpSpPr/>
          <p:nvPr/>
        </p:nvGrpSpPr>
        <p:grpSpPr>
          <a:xfrm>
            <a:off x="3478607" y="1540383"/>
            <a:ext cx="1802454" cy="1563853"/>
            <a:chOff x="364029" y="4467174"/>
            <a:chExt cx="1983792" cy="1721188"/>
          </a:xfrm>
        </p:grpSpPr>
        <p:pic>
          <p:nvPicPr>
            <p:cNvPr id="19" name="图片 18">
              <a:extLst>
                <a:ext uri="{FF2B5EF4-FFF2-40B4-BE49-F238E27FC236}">
                  <a16:creationId xmlns:a16="http://schemas.microsoft.com/office/drawing/2014/main" id="{9A87817A-5D8F-B394-9F10-1080271E5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64029" y="4541324"/>
              <a:ext cx="1983792" cy="1647038"/>
            </a:xfrm>
            <a:prstGeom prst="rect">
              <a:avLst/>
            </a:prstGeom>
          </p:spPr>
        </p:pic>
        <p:sp>
          <p:nvSpPr>
            <p:cNvPr id="25" name="文本框 24">
              <a:extLst>
                <a:ext uri="{FF2B5EF4-FFF2-40B4-BE49-F238E27FC236}">
                  <a16:creationId xmlns:a16="http://schemas.microsoft.com/office/drawing/2014/main" id="{365DA30C-960A-F89A-FBBF-5D825F59E0DC}"/>
                </a:ext>
              </a:extLst>
            </p:cNvPr>
            <p:cNvSpPr txBox="1"/>
            <p:nvPr/>
          </p:nvSpPr>
          <p:spPr>
            <a:xfrm>
              <a:off x="921679" y="4467174"/>
              <a:ext cx="1088292" cy="2302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Step width</a:t>
              </a:r>
              <a:endParaRPr lang="zh-CN" altLang="en-US" sz="8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7" name="文本框 26">
            <a:extLst>
              <a:ext uri="{FF2B5EF4-FFF2-40B4-BE49-F238E27FC236}">
                <a16:creationId xmlns:a16="http://schemas.microsoft.com/office/drawing/2014/main" id="{2FE32660-E029-6D0A-DB72-07DCAD3DFAC1}"/>
              </a:ext>
            </a:extLst>
          </p:cNvPr>
          <p:cNvSpPr txBox="1"/>
          <p:nvPr/>
        </p:nvSpPr>
        <p:spPr>
          <a:xfrm>
            <a:off x="778172" y="4770195"/>
            <a:ext cx="475674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000" b="1" i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已发表：这里输入你已经发表的文章信息</a:t>
            </a:r>
            <a:r>
              <a:rPr lang="en-US" altLang="zh-CN" sz="1000" b="1" i="1" dirty="0"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, 2023, 8(10): 634353-6450.</a:t>
            </a:r>
          </a:p>
        </p:txBody>
      </p:sp>
      <p:sp>
        <p:nvSpPr>
          <p:cNvPr id="28" name="矩形: 圆角 27">
            <a:extLst>
              <a:ext uri="{FF2B5EF4-FFF2-40B4-BE49-F238E27FC236}">
                <a16:creationId xmlns:a16="http://schemas.microsoft.com/office/drawing/2014/main" id="{6AA14014-CDC2-4A2B-7E0E-4076FF7AA7B5}"/>
              </a:ext>
            </a:extLst>
          </p:cNvPr>
          <p:cNvSpPr/>
          <p:nvPr/>
        </p:nvSpPr>
        <p:spPr>
          <a:xfrm>
            <a:off x="1698810" y="979255"/>
            <a:ext cx="2686292" cy="490522"/>
          </a:xfrm>
          <a:prstGeom prst="roundRect">
            <a:avLst>
              <a:gd name="adj" fmla="val 46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algn="ctr"/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这里输入你的结果标题</a:t>
            </a: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1AC0AE5C-12EB-7BC3-953E-E8508CDCF54C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3339"/>
          <a:stretch/>
        </p:blipFill>
        <p:spPr>
          <a:xfrm>
            <a:off x="520981" y="1451168"/>
            <a:ext cx="1177829" cy="1735040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B341CAD3-D9CB-7252-F39B-AA6AECCFAF8F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3339"/>
          <a:stretch/>
        </p:blipFill>
        <p:spPr>
          <a:xfrm>
            <a:off x="1757124" y="1432558"/>
            <a:ext cx="1177829" cy="1735040"/>
          </a:xfrm>
          <a:prstGeom prst="rect">
            <a:avLst/>
          </a:prstGeom>
        </p:spPr>
      </p:pic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BF69591B-E726-E735-7921-BDE60506D9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15</a:t>
            </a:fld>
            <a:endParaRPr lang="zh-CN" altLang="en-US" dirty="0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F8EC49CA-18E2-588C-B438-916BA83AA26D}"/>
              </a:ext>
            </a:extLst>
          </p:cNvPr>
          <p:cNvSpPr/>
          <p:nvPr/>
        </p:nvSpPr>
        <p:spPr>
          <a:xfrm>
            <a:off x="7334251" y="0"/>
            <a:ext cx="2457450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已开展工作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35436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50547"/>
    </mc:Choice>
    <mc:Fallback xmlns="">
      <p:transition spd="slow" advTm="50547"/>
    </mc:Fallback>
  </mc:AlternateContent>
  <p:extLst>
    <p:ext uri="{E180D4A7-C9FB-4DFB-919C-405C955672EB}">
      <p14:showEvtLst xmlns:p14="http://schemas.microsoft.com/office/powerpoint/2010/main">
        <p14:playEvt time="48711" objId="12"/>
        <p14:playEvt time="49408" objId="9"/>
        <p14:stopEvt time="50547" objId="12"/>
        <p14:stopEvt time="50547" objId="9"/>
      </p14:showEvtLst>
    </p:ext>
  </p:extLs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: 圆角 4">
            <a:extLst>
              <a:ext uri="{FF2B5EF4-FFF2-40B4-BE49-F238E27FC236}">
                <a16:creationId xmlns:a16="http://schemas.microsoft.com/office/drawing/2014/main" id="{FA87493C-ED83-3350-D286-CC6B5D384D3B}"/>
              </a:ext>
            </a:extLst>
          </p:cNvPr>
          <p:cNvSpPr/>
          <p:nvPr/>
        </p:nvSpPr>
        <p:spPr>
          <a:xfrm>
            <a:off x="587670" y="1610540"/>
            <a:ext cx="11016659" cy="4148907"/>
          </a:xfrm>
          <a:prstGeom prst="roundRect">
            <a:avLst>
              <a:gd name="adj" fmla="val 1988"/>
            </a:avLst>
          </a:prstGeom>
          <a:solidFill>
            <a:schemeClr val="bg1">
              <a:lumMod val="85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marL="285750" indent="-285750">
              <a:lnSpc>
                <a:spcPct val="125000"/>
              </a:lnSpc>
              <a:buClr>
                <a:schemeClr val="accent1"/>
              </a:buClr>
              <a:buFont typeface="Wingdings" panose="05000000000000000000" pitchFamily="2" charset="2"/>
              <a:buChar char="n"/>
            </a:pPr>
            <a:r>
              <a:rPr lang="zh-CN" altLang="en-US" sz="2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理论可行性</a:t>
            </a:r>
            <a:endParaRPr lang="en-US" altLang="zh-CN" sz="2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这里输入你的理论可行性，从研究背景出发；</a:t>
            </a:r>
            <a:endParaRPr lang="en-US" altLang="zh-CN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这里输入你的理论可行性，从研究背景出发；这里输入你的理论可行性，从研究背景出发；</a:t>
            </a:r>
            <a:endParaRPr lang="en-US" altLang="zh-CN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Clr>
                <a:schemeClr val="accent1"/>
              </a:buClr>
              <a:buFont typeface="Wingdings" panose="05000000000000000000" pitchFamily="2" charset="2"/>
              <a:buChar char="n"/>
            </a:pPr>
            <a:r>
              <a:rPr lang="zh-CN" altLang="en-US" sz="2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技术可行性</a:t>
            </a:r>
            <a:endParaRPr lang="en-US" altLang="zh-CN" sz="2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spcAft>
                <a:spcPts val="600"/>
              </a:spcAft>
              <a:buFont typeface="Wingdings" panose="05000000000000000000" pitchFamily="2" charset="2"/>
              <a:buChar char="ü"/>
            </a:pP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这里输入你的技术可行性，从研究背景和课题组的技术基础出发；这里输入你的技术可行性，从研究背景和课题组的技术基础出发；</a:t>
            </a:r>
            <a:endParaRPr lang="en-US" altLang="zh-CN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Clr>
                <a:schemeClr val="accent1"/>
              </a:buClr>
              <a:buFont typeface="Wingdings" panose="05000000000000000000" pitchFamily="2" charset="2"/>
              <a:buChar char="n"/>
            </a:pPr>
            <a:r>
              <a:rPr lang="zh-CN" altLang="en-US" sz="2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研究基础</a:t>
            </a:r>
            <a:endParaRPr lang="en-US" altLang="zh-CN" sz="20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25000"/>
              </a:lnSpc>
              <a:buFont typeface="Wingdings" panose="05000000000000000000" pitchFamily="2" charset="2"/>
              <a:buChar char="ü"/>
            </a:pPr>
            <a:r>
              <a:rPr lang="zh-CN" altLang="en-US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输入你的研究基础，从你的研究背景和课题组积累的研究基础出发；这里输入你的研究基础，从你的研究背景和课题组积累的研究基础出发；这里输入你的研究基础，从你的研究背景和课题组积累的研究基础出发；</a:t>
            </a:r>
            <a:endParaRPr lang="en-US" altLang="zh-CN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9D8EB557-02E6-F904-C899-ACB5E4C8D2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16</a:t>
            </a:fld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F0A79BCC-E48B-2193-6ABF-3BD6D0BB23C2}"/>
              </a:ext>
            </a:extLst>
          </p:cNvPr>
          <p:cNvSpPr/>
          <p:nvPr/>
        </p:nvSpPr>
        <p:spPr>
          <a:xfrm>
            <a:off x="7334251" y="0"/>
            <a:ext cx="2457450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已开展工作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84BD26A7-2B8A-7B31-CDB0-5627FA125B30}"/>
              </a:ext>
            </a:extLst>
          </p:cNvPr>
          <p:cNvSpPr txBox="1"/>
          <p:nvPr/>
        </p:nvSpPr>
        <p:spPr>
          <a:xfrm>
            <a:off x="334963" y="906621"/>
            <a:ext cx="775172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zh-CN" altLang="en-US" sz="2400" b="1" kern="1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可行性分析</a:t>
            </a:r>
            <a:endParaRPr lang="zh-CN" altLang="en-US" sz="2400" b="1" kern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47683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7902"/>
    </mc:Choice>
    <mc:Fallback xmlns="">
      <p:transition spd="slow" advTm="7902"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F89E7B22-A949-B197-01C8-2E98B37368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078910"/>
              </p:ext>
            </p:extLst>
          </p:nvPr>
        </p:nvGraphicFramePr>
        <p:xfrm>
          <a:off x="279155" y="1037729"/>
          <a:ext cx="10410420" cy="5178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11078">
                  <a:extLst>
                    <a:ext uri="{9D8B030D-6E8A-4147-A177-3AD203B41FA5}">
                      <a16:colId xmlns:a16="http://schemas.microsoft.com/office/drawing/2014/main" val="230824812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11586393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0155827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8455509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9169769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62126625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0562344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1477696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0944006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7144365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66216211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9221264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71934852"/>
                    </a:ext>
                  </a:extLst>
                </a:gridCol>
                <a:gridCol w="209542">
                  <a:extLst>
                    <a:ext uri="{9D8B030D-6E8A-4147-A177-3AD203B41FA5}">
                      <a16:colId xmlns:a16="http://schemas.microsoft.com/office/drawing/2014/main" val="308015806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45421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46868924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237795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94269631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231635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6552210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3811787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9611027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3530463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9908961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46160114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6139606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892352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953325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284174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1259217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6121177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8617499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64994992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0221918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8254587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12300240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073201659"/>
                    </a:ext>
                  </a:extLst>
                </a:gridCol>
              </a:tblGrid>
              <a:tr h="348886">
                <a:tc>
                  <a:txBody>
                    <a:bodyPr/>
                    <a:lstStyle/>
                    <a:p>
                      <a:pPr algn="r"/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2024</a:t>
                      </a:r>
                      <a:r>
                        <a:rPr lang="zh-CN" altLang="en-US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/>
                      <a:r>
                        <a:rPr lang="en-US" altLang="zh-CN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2025</a:t>
                      </a:r>
                      <a:r>
                        <a:rPr lang="zh-CN" altLang="en-US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/>
                      <a:r>
                        <a:rPr lang="en-US" altLang="zh-CN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2026</a:t>
                      </a:r>
                      <a:r>
                        <a:rPr lang="zh-CN" altLang="en-US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2027</a:t>
                      </a:r>
                      <a:r>
                        <a:rPr lang="zh-CN" altLang="en-US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9078267"/>
                  </a:ext>
                </a:extLst>
              </a:tr>
              <a:tr h="319812">
                <a:tc>
                  <a:txBody>
                    <a:bodyPr/>
                    <a:lstStyle/>
                    <a:p>
                      <a:pPr algn="r"/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altLang="en-US" sz="12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8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9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22</a:t>
                      </a:r>
                      <a:endParaRPr lang="zh-CN" altLang="en-US" sz="12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2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3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5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6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8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9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2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3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5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6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三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8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9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四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2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3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altLang="en-US" sz="12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7610599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en-US" altLang="zh-CN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********</a:t>
                      </a:r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数据处理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96479855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en-US" altLang="zh-CN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**********</a:t>
                      </a:r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69137213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en-US" altLang="zh-CN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***********</a:t>
                      </a:r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测试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55177444"/>
                  </a:ext>
                </a:extLst>
              </a:tr>
              <a:tr h="400538">
                <a:tc>
                  <a:txBody>
                    <a:bodyPr/>
                    <a:lstStyle/>
                    <a:p>
                      <a:pPr algn="r"/>
                      <a:r>
                        <a:rPr lang="en-US" altLang="zh-CN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*****</a:t>
                      </a:r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数据处理分析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41936367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en-US" altLang="zh-CN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********</a:t>
                      </a:r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实验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58937397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en-US" altLang="zh-CN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********</a:t>
                      </a:r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数据处理分析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79162837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en-US" altLang="zh-CN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********</a:t>
                      </a:r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实验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86473"/>
                  </a:ext>
                </a:extLst>
              </a:tr>
              <a:tr h="392473">
                <a:tc>
                  <a:txBody>
                    <a:bodyPr/>
                    <a:lstStyle/>
                    <a:p>
                      <a:pPr algn="r"/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数据处理分析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84796965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中期考核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08065317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结果分析，实验补充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29200492"/>
                  </a:ext>
                </a:extLst>
              </a:tr>
              <a:tr h="392666">
                <a:tc>
                  <a:txBody>
                    <a:bodyPr/>
                    <a:lstStyle/>
                    <a:p>
                      <a:pPr algn="r"/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撰写毕业论文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37642256"/>
                  </a:ext>
                </a:extLst>
              </a:tr>
              <a:tr h="348886">
                <a:tc>
                  <a:txBody>
                    <a:bodyPr/>
                    <a:lstStyle/>
                    <a:p>
                      <a:pPr algn="r"/>
                      <a:r>
                        <a:rPr lang="zh-CN" altLang="en-US" sz="16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准备毕业答辩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95023743"/>
                  </a:ext>
                </a:extLst>
              </a:tr>
            </a:tbl>
          </a:graphicData>
        </a:graphic>
      </p:graphicFrame>
      <p:sp>
        <p:nvSpPr>
          <p:cNvPr id="7" name="矩形: 圆角 6">
            <a:extLst>
              <a:ext uri="{FF2B5EF4-FFF2-40B4-BE49-F238E27FC236}">
                <a16:creationId xmlns:a16="http://schemas.microsoft.com/office/drawing/2014/main" id="{CDB4DB1C-396F-DC46-98EC-E27FFF6F6303}"/>
              </a:ext>
            </a:extLst>
          </p:cNvPr>
          <p:cNvSpPr/>
          <p:nvPr/>
        </p:nvSpPr>
        <p:spPr>
          <a:xfrm>
            <a:off x="1823452" y="6285024"/>
            <a:ext cx="10259036" cy="404866"/>
          </a:xfrm>
          <a:prstGeom prst="roundRect">
            <a:avLst>
              <a:gd name="adj" fmla="val 13272"/>
            </a:avLst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16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预期成果：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完成所有研究内容，发表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2-3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篇高水平学术论文，完成学位论文</a:t>
            </a:r>
            <a:endParaRPr lang="en-US" altLang="zh-CN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8" name="TextBox 15">
            <a:extLst>
              <a:ext uri="{FF2B5EF4-FFF2-40B4-BE49-F238E27FC236}">
                <a16:creationId xmlns:a16="http://schemas.microsoft.com/office/drawing/2014/main" id="{B8103C85-C611-5D58-744F-E93D61EEAB6C}"/>
              </a:ext>
            </a:extLst>
          </p:cNvPr>
          <p:cNvSpPr txBox="1"/>
          <p:nvPr/>
        </p:nvSpPr>
        <p:spPr>
          <a:xfrm>
            <a:off x="4320260" y="1816195"/>
            <a:ext cx="2439503" cy="4633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前期准备</a:t>
            </a:r>
            <a:endParaRPr lang="en-US" altLang="zh-CN" b="1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9" name="TextBox 15">
            <a:extLst>
              <a:ext uri="{FF2B5EF4-FFF2-40B4-BE49-F238E27FC236}">
                <a16:creationId xmlns:a16="http://schemas.microsoft.com/office/drawing/2014/main" id="{1760A5E2-F6FE-084C-BF7D-64ABCB528F48}"/>
              </a:ext>
            </a:extLst>
          </p:cNvPr>
          <p:cNvSpPr txBox="1"/>
          <p:nvPr/>
        </p:nvSpPr>
        <p:spPr>
          <a:xfrm>
            <a:off x="4892312" y="2407847"/>
            <a:ext cx="2439503" cy="4633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研究内容一</a:t>
            </a:r>
            <a:endParaRPr lang="en-US" altLang="zh-CN" b="1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10" name="矩形: 圆角 9">
            <a:extLst>
              <a:ext uri="{FF2B5EF4-FFF2-40B4-BE49-F238E27FC236}">
                <a16:creationId xmlns:a16="http://schemas.microsoft.com/office/drawing/2014/main" id="{9874C494-0A35-0DBB-AF26-6921EABAE6B5}"/>
              </a:ext>
            </a:extLst>
          </p:cNvPr>
          <p:cNvSpPr/>
          <p:nvPr/>
        </p:nvSpPr>
        <p:spPr>
          <a:xfrm>
            <a:off x="3182575" y="1811402"/>
            <a:ext cx="414338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: 圆角 10">
            <a:extLst>
              <a:ext uri="{FF2B5EF4-FFF2-40B4-BE49-F238E27FC236}">
                <a16:creationId xmlns:a16="http://schemas.microsoft.com/office/drawing/2014/main" id="{41458912-0AC5-C437-ED7D-BDA222901D0C}"/>
              </a:ext>
            </a:extLst>
          </p:cNvPr>
          <p:cNvSpPr/>
          <p:nvPr/>
        </p:nvSpPr>
        <p:spPr>
          <a:xfrm>
            <a:off x="3182574" y="2175677"/>
            <a:ext cx="1062037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: 圆角 11">
            <a:extLst>
              <a:ext uri="{FF2B5EF4-FFF2-40B4-BE49-F238E27FC236}">
                <a16:creationId xmlns:a16="http://schemas.microsoft.com/office/drawing/2014/main" id="{8603D920-60EF-7D40-F1AB-42DC7106CA79}"/>
              </a:ext>
            </a:extLst>
          </p:cNvPr>
          <p:cNvSpPr/>
          <p:nvPr/>
        </p:nvSpPr>
        <p:spPr>
          <a:xfrm>
            <a:off x="3401650" y="2559123"/>
            <a:ext cx="842961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: 圆角 12">
            <a:extLst>
              <a:ext uri="{FF2B5EF4-FFF2-40B4-BE49-F238E27FC236}">
                <a16:creationId xmlns:a16="http://schemas.microsoft.com/office/drawing/2014/main" id="{F96E588D-7F3B-AEE5-36E7-F2529ED8E19B}"/>
              </a:ext>
            </a:extLst>
          </p:cNvPr>
          <p:cNvSpPr/>
          <p:nvPr/>
        </p:nvSpPr>
        <p:spPr>
          <a:xfrm>
            <a:off x="3596913" y="2927895"/>
            <a:ext cx="1304925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" name="矩形: 圆角 13">
            <a:extLst>
              <a:ext uri="{FF2B5EF4-FFF2-40B4-BE49-F238E27FC236}">
                <a16:creationId xmlns:a16="http://schemas.microsoft.com/office/drawing/2014/main" id="{110571AE-A666-851B-CE02-86D661C2829C}"/>
              </a:ext>
            </a:extLst>
          </p:cNvPr>
          <p:cNvSpPr/>
          <p:nvPr/>
        </p:nvSpPr>
        <p:spPr>
          <a:xfrm>
            <a:off x="4244611" y="3303397"/>
            <a:ext cx="1490661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: 圆角 14">
            <a:extLst>
              <a:ext uri="{FF2B5EF4-FFF2-40B4-BE49-F238E27FC236}">
                <a16:creationId xmlns:a16="http://schemas.microsoft.com/office/drawing/2014/main" id="{67025EFA-65E1-6407-E003-3148933B274E}"/>
              </a:ext>
            </a:extLst>
          </p:cNvPr>
          <p:cNvSpPr/>
          <p:nvPr/>
        </p:nvSpPr>
        <p:spPr>
          <a:xfrm>
            <a:off x="4892312" y="3647613"/>
            <a:ext cx="1295401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矩形: 圆角 17">
            <a:extLst>
              <a:ext uri="{FF2B5EF4-FFF2-40B4-BE49-F238E27FC236}">
                <a16:creationId xmlns:a16="http://schemas.microsoft.com/office/drawing/2014/main" id="{5279D1BD-3630-7ECA-2176-0A8FF9C9BAE6}"/>
              </a:ext>
            </a:extLst>
          </p:cNvPr>
          <p:cNvSpPr/>
          <p:nvPr/>
        </p:nvSpPr>
        <p:spPr>
          <a:xfrm>
            <a:off x="4541793" y="4020884"/>
            <a:ext cx="1645920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矩形: 圆角 18">
            <a:extLst>
              <a:ext uri="{FF2B5EF4-FFF2-40B4-BE49-F238E27FC236}">
                <a16:creationId xmlns:a16="http://schemas.microsoft.com/office/drawing/2014/main" id="{DDC6ACE4-BD0D-C2E4-F7AD-186B4E783C5E}"/>
              </a:ext>
            </a:extLst>
          </p:cNvPr>
          <p:cNvSpPr/>
          <p:nvPr/>
        </p:nvSpPr>
        <p:spPr>
          <a:xfrm>
            <a:off x="4892312" y="4391698"/>
            <a:ext cx="2589258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矩形: 圆角 19">
            <a:extLst>
              <a:ext uri="{FF2B5EF4-FFF2-40B4-BE49-F238E27FC236}">
                <a16:creationId xmlns:a16="http://schemas.microsoft.com/office/drawing/2014/main" id="{75B08595-C491-B4D8-57FB-317D782EFCF7}"/>
              </a:ext>
            </a:extLst>
          </p:cNvPr>
          <p:cNvSpPr/>
          <p:nvPr/>
        </p:nvSpPr>
        <p:spPr>
          <a:xfrm>
            <a:off x="4901838" y="4755973"/>
            <a:ext cx="638175" cy="213223"/>
          </a:xfrm>
          <a:prstGeom prst="roundRect">
            <a:avLst>
              <a:gd name="adj" fmla="val 11491"/>
            </a:avLst>
          </a:prstGeom>
          <a:solidFill>
            <a:schemeClr val="accent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矩形: 圆角 21">
            <a:extLst>
              <a:ext uri="{FF2B5EF4-FFF2-40B4-BE49-F238E27FC236}">
                <a16:creationId xmlns:a16="http://schemas.microsoft.com/office/drawing/2014/main" id="{C18219BA-1C44-7ACB-79BD-BC406C9B8FDB}"/>
              </a:ext>
            </a:extLst>
          </p:cNvPr>
          <p:cNvSpPr/>
          <p:nvPr/>
        </p:nvSpPr>
        <p:spPr>
          <a:xfrm>
            <a:off x="7043105" y="5127200"/>
            <a:ext cx="1967344" cy="213223"/>
          </a:xfrm>
          <a:prstGeom prst="roundRect">
            <a:avLst>
              <a:gd name="adj" fmla="val 11491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" name="矩形: 圆角 22">
            <a:extLst>
              <a:ext uri="{FF2B5EF4-FFF2-40B4-BE49-F238E27FC236}">
                <a16:creationId xmlns:a16="http://schemas.microsoft.com/office/drawing/2014/main" id="{1F241371-6202-39A4-DE16-245604D11AD5}"/>
              </a:ext>
            </a:extLst>
          </p:cNvPr>
          <p:cNvSpPr/>
          <p:nvPr/>
        </p:nvSpPr>
        <p:spPr>
          <a:xfrm>
            <a:off x="7728857" y="5500472"/>
            <a:ext cx="1910443" cy="213223"/>
          </a:xfrm>
          <a:prstGeom prst="roundRect">
            <a:avLst>
              <a:gd name="adj" fmla="val 11491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TextBox 15">
            <a:extLst>
              <a:ext uri="{FF2B5EF4-FFF2-40B4-BE49-F238E27FC236}">
                <a16:creationId xmlns:a16="http://schemas.microsoft.com/office/drawing/2014/main" id="{25112F5E-F2AD-04AD-0038-5456D3610150}"/>
              </a:ext>
            </a:extLst>
          </p:cNvPr>
          <p:cNvSpPr txBox="1"/>
          <p:nvPr/>
        </p:nvSpPr>
        <p:spPr>
          <a:xfrm>
            <a:off x="6272886" y="3160582"/>
            <a:ext cx="2439503" cy="4633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研究内容二</a:t>
            </a:r>
            <a:endParaRPr lang="en-US" altLang="zh-CN" b="1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25" name="TextBox 15">
            <a:extLst>
              <a:ext uri="{FF2B5EF4-FFF2-40B4-BE49-F238E27FC236}">
                <a16:creationId xmlns:a16="http://schemas.microsoft.com/office/drawing/2014/main" id="{7735DA51-5D1C-8EB7-6CCC-3ADB8FDB7D98}"/>
              </a:ext>
            </a:extLst>
          </p:cNvPr>
          <p:cNvSpPr txBox="1"/>
          <p:nvPr/>
        </p:nvSpPr>
        <p:spPr>
          <a:xfrm>
            <a:off x="7377375" y="3843120"/>
            <a:ext cx="2439503" cy="4633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研究内容三</a:t>
            </a:r>
            <a:endParaRPr lang="en-US" altLang="zh-CN" b="1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26" name="矩形: 圆角 25">
            <a:extLst>
              <a:ext uri="{FF2B5EF4-FFF2-40B4-BE49-F238E27FC236}">
                <a16:creationId xmlns:a16="http://schemas.microsoft.com/office/drawing/2014/main" id="{E797384C-6D9B-506A-639B-398C711A9B0E}"/>
              </a:ext>
            </a:extLst>
          </p:cNvPr>
          <p:cNvSpPr/>
          <p:nvPr/>
        </p:nvSpPr>
        <p:spPr>
          <a:xfrm>
            <a:off x="8178437" y="5941927"/>
            <a:ext cx="1910443" cy="213223"/>
          </a:xfrm>
          <a:prstGeom prst="roundRect">
            <a:avLst>
              <a:gd name="adj" fmla="val 11491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TextBox 15">
            <a:extLst>
              <a:ext uri="{FF2B5EF4-FFF2-40B4-BE49-F238E27FC236}">
                <a16:creationId xmlns:a16="http://schemas.microsoft.com/office/drawing/2014/main" id="{0DFF2CEC-5F60-75A8-B6CC-2568899E69FC}"/>
              </a:ext>
            </a:extLst>
          </p:cNvPr>
          <p:cNvSpPr txBox="1"/>
          <p:nvPr/>
        </p:nvSpPr>
        <p:spPr>
          <a:xfrm>
            <a:off x="9561218" y="5127200"/>
            <a:ext cx="2439503" cy="4633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学位论文</a:t>
            </a:r>
            <a:endParaRPr lang="en-US" altLang="zh-CN" b="1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libri" panose="020F0502020204030204" pitchFamily="34" charset="0"/>
            </a:endParaRP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2615406B-C3E3-8824-4BB4-4BA96F9702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EABFD-C142-48D2-8272-3C2D8BEF2F38}" type="slidenum">
              <a:rPr lang="zh-CN" altLang="en-US" smtClean="0"/>
              <a:pPr/>
              <a:t>17</a:t>
            </a:fld>
            <a:endParaRPr lang="zh-CN" altLang="en-US" dirty="0"/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CF75A3AA-16AF-2564-C6AD-A6E28C03160E}"/>
              </a:ext>
            </a:extLst>
          </p:cNvPr>
          <p:cNvSpPr/>
          <p:nvPr/>
        </p:nvSpPr>
        <p:spPr>
          <a:xfrm>
            <a:off x="9734550" y="0"/>
            <a:ext cx="2457450" cy="66436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libri" panose="020F0502020204030204" pitchFamily="34" charset="0"/>
              </a:rPr>
              <a:t>进度安排</a:t>
            </a:r>
          </a:p>
        </p:txBody>
      </p:sp>
    </p:spTree>
    <p:extLst>
      <p:ext uri="{BB962C8B-B14F-4D97-AF65-F5344CB8AC3E}">
        <p14:creationId xmlns:p14="http://schemas.microsoft.com/office/powerpoint/2010/main" val="656426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0194"/>
    </mc:Choice>
    <mc:Fallback xmlns="">
      <p:transition spd="slow" advTm="10194"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59C41027-84C1-4932-96E5-35B6C31E1FA4}"/>
              </a:ext>
            </a:extLst>
          </p:cNvPr>
          <p:cNvPicPr>
            <a:picLocks/>
          </p:cNvPicPr>
          <p:nvPr/>
        </p:nvPicPr>
        <p:blipFill>
          <a:blip r:embed="rId3">
            <a:alphaModFix amt="17000"/>
          </a:blip>
          <a:srcRect r="77735"/>
          <a:stretch>
            <a:fillRect/>
          </a:stretch>
        </p:blipFill>
        <p:spPr>
          <a:xfrm>
            <a:off x="1097555" y="955033"/>
            <a:ext cx="5381447" cy="5000783"/>
          </a:xfrm>
          <a:prstGeom prst="rect">
            <a:avLst/>
          </a:prstGeom>
        </p:spPr>
      </p:pic>
      <p:sp>
        <p:nvSpPr>
          <p:cNvPr id="5" name="标题 1">
            <a:extLst>
              <a:ext uri="{FF2B5EF4-FFF2-40B4-BE49-F238E27FC236}">
                <a16:creationId xmlns:a16="http://schemas.microsoft.com/office/drawing/2014/main" id="{A37DA9FA-9D18-A7BE-9C8D-105F29AA406C}"/>
              </a:ext>
            </a:extLst>
          </p:cNvPr>
          <p:cNvSpPr txBox="1">
            <a:spLocks/>
          </p:cNvSpPr>
          <p:nvPr/>
        </p:nvSpPr>
        <p:spPr>
          <a:xfrm>
            <a:off x="961008" y="2391912"/>
            <a:ext cx="5134992" cy="719987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敬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请各位老师批评指正</a:t>
            </a:r>
            <a:endParaRPr lang="zh-CN" altLang="en-US" dirty="0"/>
          </a:p>
        </p:txBody>
      </p:sp>
      <p:sp>
        <p:nvSpPr>
          <p:cNvPr id="6" name="任意多边形 25">
            <a:extLst>
              <a:ext uri="{FF2B5EF4-FFF2-40B4-BE49-F238E27FC236}">
                <a16:creationId xmlns:a16="http://schemas.microsoft.com/office/drawing/2014/main" id="{D7B60CEB-0D09-A488-1E66-FD93D6826A94}"/>
              </a:ext>
            </a:extLst>
          </p:cNvPr>
          <p:cNvSpPr/>
          <p:nvPr/>
        </p:nvSpPr>
        <p:spPr>
          <a:xfrm rot="10800000">
            <a:off x="2496042" y="1305082"/>
            <a:ext cx="8258441" cy="4597885"/>
          </a:xfrm>
          <a:custGeom>
            <a:avLst/>
            <a:gdLst>
              <a:gd name="connsiteX0" fmla="*/ 6762786 w 6826313"/>
              <a:gd name="connsiteY0" fmla="*/ 1876457 h 4508626"/>
              <a:gd name="connsiteX1" fmla="*/ 6826313 w 6826313"/>
              <a:gd name="connsiteY1" fmla="*/ 1876457 h 4508626"/>
              <a:gd name="connsiteX2" fmla="*/ 6826313 w 6826313"/>
              <a:gd name="connsiteY2" fmla="*/ 2139756 h 4508626"/>
              <a:gd name="connsiteX3" fmla="*/ 6762786 w 6826313"/>
              <a:gd name="connsiteY3" fmla="*/ 2139756 h 4508626"/>
              <a:gd name="connsiteX4" fmla="*/ 0 w 6826313"/>
              <a:gd name="connsiteY4" fmla="*/ 0 h 4508626"/>
              <a:gd name="connsiteX5" fmla="*/ 6826313 w 6826313"/>
              <a:gd name="connsiteY5" fmla="*/ 0 h 4508626"/>
              <a:gd name="connsiteX6" fmla="*/ 6826313 w 6826313"/>
              <a:gd name="connsiteY6" fmla="*/ 959382 h 4508626"/>
              <a:gd name="connsiteX7" fmla="*/ 6762786 w 6826313"/>
              <a:gd name="connsiteY7" fmla="*/ 959382 h 4508626"/>
              <a:gd name="connsiteX8" fmla="*/ 6762786 w 6826313"/>
              <a:gd name="connsiteY8" fmla="*/ 63527 h 4508626"/>
              <a:gd name="connsiteX9" fmla="*/ 63527 w 6826313"/>
              <a:gd name="connsiteY9" fmla="*/ 63527 h 4508626"/>
              <a:gd name="connsiteX10" fmla="*/ 63527 w 6826313"/>
              <a:gd name="connsiteY10" fmla="*/ 4445099 h 4508626"/>
              <a:gd name="connsiteX11" fmla="*/ 6762786 w 6826313"/>
              <a:gd name="connsiteY11" fmla="*/ 4445099 h 4508626"/>
              <a:gd name="connsiteX12" fmla="*/ 6762786 w 6826313"/>
              <a:gd name="connsiteY12" fmla="*/ 3756057 h 4508626"/>
              <a:gd name="connsiteX13" fmla="*/ 6826313 w 6826313"/>
              <a:gd name="connsiteY13" fmla="*/ 3756057 h 4508626"/>
              <a:gd name="connsiteX14" fmla="*/ 6826313 w 6826313"/>
              <a:gd name="connsiteY14" fmla="*/ 4508626 h 4508626"/>
              <a:gd name="connsiteX15" fmla="*/ 0 w 6826313"/>
              <a:gd name="connsiteY15" fmla="*/ 4508626 h 4508626"/>
              <a:gd name="connsiteX0-1" fmla="*/ 6762786 w 6826313"/>
              <a:gd name="connsiteY0-2" fmla="*/ 1876457 h 4508626"/>
              <a:gd name="connsiteX1-3" fmla="*/ 6826313 w 6826313"/>
              <a:gd name="connsiteY1-4" fmla="*/ 1876457 h 4508626"/>
              <a:gd name="connsiteX2-5" fmla="*/ 6826313 w 6826313"/>
              <a:gd name="connsiteY2-6" fmla="*/ 2476058 h 4508626"/>
              <a:gd name="connsiteX3-7" fmla="*/ 6762786 w 6826313"/>
              <a:gd name="connsiteY3-8" fmla="*/ 2139756 h 4508626"/>
              <a:gd name="connsiteX4-9" fmla="*/ 6762786 w 6826313"/>
              <a:gd name="connsiteY4-10" fmla="*/ 1876457 h 4508626"/>
              <a:gd name="connsiteX5-11" fmla="*/ 0 w 6826313"/>
              <a:gd name="connsiteY5-12" fmla="*/ 0 h 4508626"/>
              <a:gd name="connsiteX6-13" fmla="*/ 6826313 w 6826313"/>
              <a:gd name="connsiteY6-14" fmla="*/ 0 h 4508626"/>
              <a:gd name="connsiteX7-15" fmla="*/ 6826313 w 6826313"/>
              <a:gd name="connsiteY7-16" fmla="*/ 959382 h 4508626"/>
              <a:gd name="connsiteX8-17" fmla="*/ 6762786 w 6826313"/>
              <a:gd name="connsiteY8-18" fmla="*/ 959382 h 4508626"/>
              <a:gd name="connsiteX9-19" fmla="*/ 6762786 w 6826313"/>
              <a:gd name="connsiteY9-20" fmla="*/ 63527 h 4508626"/>
              <a:gd name="connsiteX10-21" fmla="*/ 63527 w 6826313"/>
              <a:gd name="connsiteY10-22" fmla="*/ 63527 h 4508626"/>
              <a:gd name="connsiteX11-23" fmla="*/ 63527 w 6826313"/>
              <a:gd name="connsiteY11-24" fmla="*/ 4445099 h 4508626"/>
              <a:gd name="connsiteX12-25" fmla="*/ 6762786 w 6826313"/>
              <a:gd name="connsiteY12-26" fmla="*/ 4445099 h 4508626"/>
              <a:gd name="connsiteX13-27" fmla="*/ 6762786 w 6826313"/>
              <a:gd name="connsiteY13-28" fmla="*/ 3756057 h 4508626"/>
              <a:gd name="connsiteX14-29" fmla="*/ 6826313 w 6826313"/>
              <a:gd name="connsiteY14-30" fmla="*/ 3756057 h 4508626"/>
              <a:gd name="connsiteX15-31" fmla="*/ 6826313 w 6826313"/>
              <a:gd name="connsiteY15-32" fmla="*/ 4508626 h 4508626"/>
              <a:gd name="connsiteX16" fmla="*/ 0 w 6826313"/>
              <a:gd name="connsiteY16" fmla="*/ 4508626 h 4508626"/>
              <a:gd name="connsiteX17" fmla="*/ 0 w 6826313"/>
              <a:gd name="connsiteY17" fmla="*/ 0 h 4508626"/>
              <a:gd name="connsiteX0-33" fmla="*/ 6762786 w 6826313"/>
              <a:gd name="connsiteY0-34" fmla="*/ 1876457 h 4508626"/>
              <a:gd name="connsiteX1-35" fmla="*/ 6826313 w 6826313"/>
              <a:gd name="connsiteY1-36" fmla="*/ 1876457 h 4508626"/>
              <a:gd name="connsiteX2-37" fmla="*/ 6826313 w 6826313"/>
              <a:gd name="connsiteY2-38" fmla="*/ 2476058 h 4508626"/>
              <a:gd name="connsiteX3-39" fmla="*/ 6762786 w 6826313"/>
              <a:gd name="connsiteY3-40" fmla="*/ 2455298 h 4508626"/>
              <a:gd name="connsiteX4-41" fmla="*/ 6762786 w 6826313"/>
              <a:gd name="connsiteY4-42" fmla="*/ 1876457 h 4508626"/>
              <a:gd name="connsiteX5-43" fmla="*/ 0 w 6826313"/>
              <a:gd name="connsiteY5-44" fmla="*/ 0 h 4508626"/>
              <a:gd name="connsiteX6-45" fmla="*/ 6826313 w 6826313"/>
              <a:gd name="connsiteY6-46" fmla="*/ 0 h 4508626"/>
              <a:gd name="connsiteX7-47" fmla="*/ 6826313 w 6826313"/>
              <a:gd name="connsiteY7-48" fmla="*/ 959382 h 4508626"/>
              <a:gd name="connsiteX8-49" fmla="*/ 6762786 w 6826313"/>
              <a:gd name="connsiteY8-50" fmla="*/ 959382 h 4508626"/>
              <a:gd name="connsiteX9-51" fmla="*/ 6762786 w 6826313"/>
              <a:gd name="connsiteY9-52" fmla="*/ 63527 h 4508626"/>
              <a:gd name="connsiteX10-53" fmla="*/ 63527 w 6826313"/>
              <a:gd name="connsiteY10-54" fmla="*/ 63527 h 4508626"/>
              <a:gd name="connsiteX11-55" fmla="*/ 63527 w 6826313"/>
              <a:gd name="connsiteY11-56" fmla="*/ 4445099 h 4508626"/>
              <a:gd name="connsiteX12-57" fmla="*/ 6762786 w 6826313"/>
              <a:gd name="connsiteY12-58" fmla="*/ 4445099 h 4508626"/>
              <a:gd name="connsiteX13-59" fmla="*/ 6762786 w 6826313"/>
              <a:gd name="connsiteY13-60" fmla="*/ 3756057 h 4508626"/>
              <a:gd name="connsiteX14-61" fmla="*/ 6826313 w 6826313"/>
              <a:gd name="connsiteY14-62" fmla="*/ 3756057 h 4508626"/>
              <a:gd name="connsiteX15-63" fmla="*/ 6826313 w 6826313"/>
              <a:gd name="connsiteY15-64" fmla="*/ 4508626 h 4508626"/>
              <a:gd name="connsiteX16-65" fmla="*/ 0 w 6826313"/>
              <a:gd name="connsiteY16-66" fmla="*/ 4508626 h 4508626"/>
              <a:gd name="connsiteX17-67" fmla="*/ 0 w 6826313"/>
              <a:gd name="connsiteY17-68" fmla="*/ 0 h 4508626"/>
              <a:gd name="connsiteX0-69" fmla="*/ 6762786 w 6826313"/>
              <a:gd name="connsiteY0-70" fmla="*/ 1876457 h 4508626"/>
              <a:gd name="connsiteX1-71" fmla="*/ 6826313 w 6826313"/>
              <a:gd name="connsiteY1-72" fmla="*/ 1876457 h 4508626"/>
              <a:gd name="connsiteX2-73" fmla="*/ 6826313 w 6826313"/>
              <a:gd name="connsiteY2-74" fmla="*/ 2476058 h 4508626"/>
              <a:gd name="connsiteX3-75" fmla="*/ 6762786 w 6826313"/>
              <a:gd name="connsiteY3-76" fmla="*/ 2476058 h 4508626"/>
              <a:gd name="connsiteX4-77" fmla="*/ 6762786 w 6826313"/>
              <a:gd name="connsiteY4-78" fmla="*/ 1876457 h 4508626"/>
              <a:gd name="connsiteX5-79" fmla="*/ 0 w 6826313"/>
              <a:gd name="connsiteY5-80" fmla="*/ 0 h 4508626"/>
              <a:gd name="connsiteX6-81" fmla="*/ 6826313 w 6826313"/>
              <a:gd name="connsiteY6-82" fmla="*/ 0 h 4508626"/>
              <a:gd name="connsiteX7-83" fmla="*/ 6826313 w 6826313"/>
              <a:gd name="connsiteY7-84" fmla="*/ 959382 h 4508626"/>
              <a:gd name="connsiteX8-85" fmla="*/ 6762786 w 6826313"/>
              <a:gd name="connsiteY8-86" fmla="*/ 959382 h 4508626"/>
              <a:gd name="connsiteX9-87" fmla="*/ 6762786 w 6826313"/>
              <a:gd name="connsiteY9-88" fmla="*/ 63527 h 4508626"/>
              <a:gd name="connsiteX10-89" fmla="*/ 63527 w 6826313"/>
              <a:gd name="connsiteY10-90" fmla="*/ 63527 h 4508626"/>
              <a:gd name="connsiteX11-91" fmla="*/ 63527 w 6826313"/>
              <a:gd name="connsiteY11-92" fmla="*/ 4445099 h 4508626"/>
              <a:gd name="connsiteX12-93" fmla="*/ 6762786 w 6826313"/>
              <a:gd name="connsiteY12-94" fmla="*/ 4445099 h 4508626"/>
              <a:gd name="connsiteX13-95" fmla="*/ 6762786 w 6826313"/>
              <a:gd name="connsiteY13-96" fmla="*/ 3756057 h 4508626"/>
              <a:gd name="connsiteX14-97" fmla="*/ 6826313 w 6826313"/>
              <a:gd name="connsiteY14-98" fmla="*/ 3756057 h 4508626"/>
              <a:gd name="connsiteX15-99" fmla="*/ 6826313 w 6826313"/>
              <a:gd name="connsiteY15-100" fmla="*/ 4508626 h 4508626"/>
              <a:gd name="connsiteX16-101" fmla="*/ 0 w 6826313"/>
              <a:gd name="connsiteY16-102" fmla="*/ 4508626 h 4508626"/>
              <a:gd name="connsiteX17-103" fmla="*/ 0 w 6826313"/>
              <a:gd name="connsiteY17-104" fmla="*/ 0 h 4508626"/>
              <a:gd name="connsiteX0-105" fmla="*/ 6762786 w 6826313"/>
              <a:gd name="connsiteY0-106" fmla="*/ 1876457 h 4508626"/>
              <a:gd name="connsiteX1-107" fmla="*/ 6826313 w 6826313"/>
              <a:gd name="connsiteY1-108" fmla="*/ 1876457 h 4508626"/>
              <a:gd name="connsiteX2-109" fmla="*/ 6826313 w 6826313"/>
              <a:gd name="connsiteY2-110" fmla="*/ 2476058 h 4508626"/>
              <a:gd name="connsiteX3-111" fmla="*/ 6762786 w 6826313"/>
              <a:gd name="connsiteY3-112" fmla="*/ 2476058 h 4508626"/>
              <a:gd name="connsiteX4-113" fmla="*/ 6762786 w 6826313"/>
              <a:gd name="connsiteY4-114" fmla="*/ 1876457 h 4508626"/>
              <a:gd name="connsiteX5-115" fmla="*/ 0 w 6826313"/>
              <a:gd name="connsiteY5-116" fmla="*/ 0 h 4508626"/>
              <a:gd name="connsiteX6-117" fmla="*/ 6826313 w 6826313"/>
              <a:gd name="connsiteY6-118" fmla="*/ 0 h 4508626"/>
              <a:gd name="connsiteX7-119" fmla="*/ 6826313 w 6826313"/>
              <a:gd name="connsiteY7-120" fmla="*/ 959382 h 4508626"/>
              <a:gd name="connsiteX8-121" fmla="*/ 6762786 w 6826313"/>
              <a:gd name="connsiteY8-122" fmla="*/ 959382 h 4508626"/>
              <a:gd name="connsiteX9-123" fmla="*/ 6762786 w 6826313"/>
              <a:gd name="connsiteY9-124" fmla="*/ 63527 h 4508626"/>
              <a:gd name="connsiteX10-125" fmla="*/ 63527 w 6826313"/>
              <a:gd name="connsiteY10-126" fmla="*/ 63527 h 4508626"/>
              <a:gd name="connsiteX11-127" fmla="*/ 63527 w 6826313"/>
              <a:gd name="connsiteY11-128" fmla="*/ 4445099 h 4508626"/>
              <a:gd name="connsiteX12-129" fmla="*/ 6762786 w 6826313"/>
              <a:gd name="connsiteY12-130" fmla="*/ 4445099 h 4508626"/>
              <a:gd name="connsiteX13-131" fmla="*/ 6762786 w 6826313"/>
              <a:gd name="connsiteY13-132" fmla="*/ 3403147 h 4508626"/>
              <a:gd name="connsiteX14-133" fmla="*/ 6826313 w 6826313"/>
              <a:gd name="connsiteY14-134" fmla="*/ 3756057 h 4508626"/>
              <a:gd name="connsiteX15-135" fmla="*/ 6826313 w 6826313"/>
              <a:gd name="connsiteY15-136" fmla="*/ 4508626 h 4508626"/>
              <a:gd name="connsiteX16-137" fmla="*/ 0 w 6826313"/>
              <a:gd name="connsiteY16-138" fmla="*/ 4508626 h 4508626"/>
              <a:gd name="connsiteX17-139" fmla="*/ 0 w 6826313"/>
              <a:gd name="connsiteY17-140" fmla="*/ 0 h 4508626"/>
              <a:gd name="connsiteX0-141" fmla="*/ 6762786 w 6829816"/>
              <a:gd name="connsiteY0-142" fmla="*/ 1876457 h 4508626"/>
              <a:gd name="connsiteX1-143" fmla="*/ 6826313 w 6829816"/>
              <a:gd name="connsiteY1-144" fmla="*/ 1876457 h 4508626"/>
              <a:gd name="connsiteX2-145" fmla="*/ 6826313 w 6829816"/>
              <a:gd name="connsiteY2-146" fmla="*/ 2476058 h 4508626"/>
              <a:gd name="connsiteX3-147" fmla="*/ 6762786 w 6829816"/>
              <a:gd name="connsiteY3-148" fmla="*/ 2476058 h 4508626"/>
              <a:gd name="connsiteX4-149" fmla="*/ 6762786 w 6829816"/>
              <a:gd name="connsiteY4-150" fmla="*/ 1876457 h 4508626"/>
              <a:gd name="connsiteX5-151" fmla="*/ 0 w 6829816"/>
              <a:gd name="connsiteY5-152" fmla="*/ 0 h 4508626"/>
              <a:gd name="connsiteX6-153" fmla="*/ 6826313 w 6829816"/>
              <a:gd name="connsiteY6-154" fmla="*/ 0 h 4508626"/>
              <a:gd name="connsiteX7-155" fmla="*/ 6826313 w 6829816"/>
              <a:gd name="connsiteY7-156" fmla="*/ 959382 h 4508626"/>
              <a:gd name="connsiteX8-157" fmla="*/ 6762786 w 6829816"/>
              <a:gd name="connsiteY8-158" fmla="*/ 959382 h 4508626"/>
              <a:gd name="connsiteX9-159" fmla="*/ 6762786 w 6829816"/>
              <a:gd name="connsiteY9-160" fmla="*/ 63527 h 4508626"/>
              <a:gd name="connsiteX10-161" fmla="*/ 63527 w 6829816"/>
              <a:gd name="connsiteY10-162" fmla="*/ 63527 h 4508626"/>
              <a:gd name="connsiteX11-163" fmla="*/ 63527 w 6829816"/>
              <a:gd name="connsiteY11-164" fmla="*/ 4445099 h 4508626"/>
              <a:gd name="connsiteX12-165" fmla="*/ 6762786 w 6829816"/>
              <a:gd name="connsiteY12-166" fmla="*/ 4445099 h 4508626"/>
              <a:gd name="connsiteX13-167" fmla="*/ 6762786 w 6829816"/>
              <a:gd name="connsiteY13-168" fmla="*/ 3403147 h 4508626"/>
              <a:gd name="connsiteX14-169" fmla="*/ 6829816 w 6829816"/>
              <a:gd name="connsiteY14-170" fmla="*/ 3415603 h 4508626"/>
              <a:gd name="connsiteX15-171" fmla="*/ 6826313 w 6829816"/>
              <a:gd name="connsiteY15-172" fmla="*/ 4508626 h 4508626"/>
              <a:gd name="connsiteX16-173" fmla="*/ 0 w 6829816"/>
              <a:gd name="connsiteY16-174" fmla="*/ 4508626 h 4508626"/>
              <a:gd name="connsiteX17-175" fmla="*/ 0 w 6829816"/>
              <a:gd name="connsiteY17-176" fmla="*/ 0 h 4508626"/>
              <a:gd name="connsiteX0-177" fmla="*/ 6762786 w 6833319"/>
              <a:gd name="connsiteY0-178" fmla="*/ 1876457 h 4508626"/>
              <a:gd name="connsiteX1-179" fmla="*/ 6826313 w 6833319"/>
              <a:gd name="connsiteY1-180" fmla="*/ 1876457 h 4508626"/>
              <a:gd name="connsiteX2-181" fmla="*/ 6826313 w 6833319"/>
              <a:gd name="connsiteY2-182" fmla="*/ 2476058 h 4508626"/>
              <a:gd name="connsiteX3-183" fmla="*/ 6762786 w 6833319"/>
              <a:gd name="connsiteY3-184" fmla="*/ 2476058 h 4508626"/>
              <a:gd name="connsiteX4-185" fmla="*/ 6762786 w 6833319"/>
              <a:gd name="connsiteY4-186" fmla="*/ 1876457 h 4508626"/>
              <a:gd name="connsiteX5-187" fmla="*/ 0 w 6833319"/>
              <a:gd name="connsiteY5-188" fmla="*/ 0 h 4508626"/>
              <a:gd name="connsiteX6-189" fmla="*/ 6826313 w 6833319"/>
              <a:gd name="connsiteY6-190" fmla="*/ 0 h 4508626"/>
              <a:gd name="connsiteX7-191" fmla="*/ 6826313 w 6833319"/>
              <a:gd name="connsiteY7-192" fmla="*/ 959382 h 4508626"/>
              <a:gd name="connsiteX8-193" fmla="*/ 6762786 w 6833319"/>
              <a:gd name="connsiteY8-194" fmla="*/ 959382 h 4508626"/>
              <a:gd name="connsiteX9-195" fmla="*/ 6762786 w 6833319"/>
              <a:gd name="connsiteY9-196" fmla="*/ 63527 h 4508626"/>
              <a:gd name="connsiteX10-197" fmla="*/ 63527 w 6833319"/>
              <a:gd name="connsiteY10-198" fmla="*/ 63527 h 4508626"/>
              <a:gd name="connsiteX11-199" fmla="*/ 63527 w 6833319"/>
              <a:gd name="connsiteY11-200" fmla="*/ 4445099 h 4508626"/>
              <a:gd name="connsiteX12-201" fmla="*/ 6762786 w 6833319"/>
              <a:gd name="connsiteY12-202" fmla="*/ 4445099 h 4508626"/>
              <a:gd name="connsiteX13-203" fmla="*/ 6762786 w 6833319"/>
              <a:gd name="connsiteY13-204" fmla="*/ 3403147 h 4508626"/>
              <a:gd name="connsiteX14-205" fmla="*/ 6833319 w 6833319"/>
              <a:gd name="connsiteY14-206" fmla="*/ 3394844 h 4508626"/>
              <a:gd name="connsiteX15-207" fmla="*/ 6826313 w 6833319"/>
              <a:gd name="connsiteY15-208" fmla="*/ 4508626 h 4508626"/>
              <a:gd name="connsiteX16-209" fmla="*/ 0 w 6833319"/>
              <a:gd name="connsiteY16-210" fmla="*/ 4508626 h 4508626"/>
              <a:gd name="connsiteX17-211" fmla="*/ 0 w 6833319"/>
              <a:gd name="connsiteY17-212" fmla="*/ 0 h 450862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65" y="connsiteY16-66"/>
              </a:cxn>
              <a:cxn ang="0">
                <a:pos x="connsiteX17-67" y="connsiteY17-68"/>
              </a:cxn>
            </a:cxnLst>
            <a:rect l="l" t="t" r="r" b="b"/>
            <a:pathLst>
              <a:path w="6833319" h="4508626">
                <a:moveTo>
                  <a:pt x="6762786" y="1876457"/>
                </a:moveTo>
                <a:lnTo>
                  <a:pt x="6826313" y="1876457"/>
                </a:lnTo>
                <a:lnTo>
                  <a:pt x="6826313" y="2476058"/>
                </a:lnTo>
                <a:lnTo>
                  <a:pt x="6762786" y="2476058"/>
                </a:lnTo>
                <a:lnTo>
                  <a:pt x="6762786" y="1876457"/>
                </a:lnTo>
                <a:close/>
                <a:moveTo>
                  <a:pt x="0" y="0"/>
                </a:moveTo>
                <a:lnTo>
                  <a:pt x="6826313" y="0"/>
                </a:lnTo>
                <a:lnTo>
                  <a:pt x="6826313" y="959382"/>
                </a:lnTo>
                <a:lnTo>
                  <a:pt x="6762786" y="959382"/>
                </a:lnTo>
                <a:lnTo>
                  <a:pt x="6762786" y="63527"/>
                </a:lnTo>
                <a:lnTo>
                  <a:pt x="63527" y="63527"/>
                </a:lnTo>
                <a:lnTo>
                  <a:pt x="63527" y="4445099"/>
                </a:lnTo>
                <a:lnTo>
                  <a:pt x="6762786" y="4445099"/>
                </a:lnTo>
                <a:lnTo>
                  <a:pt x="6762786" y="3403147"/>
                </a:lnTo>
                <a:lnTo>
                  <a:pt x="6833319" y="3394844"/>
                </a:lnTo>
                <a:cubicBezTo>
                  <a:pt x="6832151" y="3759185"/>
                  <a:pt x="6827481" y="4144285"/>
                  <a:pt x="6826313" y="4508626"/>
                </a:cubicBezTo>
                <a:lnTo>
                  <a:pt x="0" y="4508626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129249FE-932D-AC01-8DDF-19C76ABEE34C}"/>
              </a:ext>
            </a:extLst>
          </p:cNvPr>
          <p:cNvSpPr txBox="1"/>
          <p:nvPr/>
        </p:nvSpPr>
        <p:spPr>
          <a:xfrm>
            <a:off x="2732784" y="3877729"/>
            <a:ext cx="124425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谢 谢</a:t>
            </a:r>
          </a:p>
        </p:txBody>
      </p:sp>
      <p:sp>
        <p:nvSpPr>
          <p:cNvPr id="4" name="任意多边形 25">
            <a:extLst>
              <a:ext uri="{FF2B5EF4-FFF2-40B4-BE49-F238E27FC236}">
                <a16:creationId xmlns:a16="http://schemas.microsoft.com/office/drawing/2014/main" id="{89DA2C91-B998-286E-F987-C358E19C78AE}"/>
              </a:ext>
            </a:extLst>
          </p:cNvPr>
          <p:cNvSpPr/>
          <p:nvPr/>
        </p:nvSpPr>
        <p:spPr>
          <a:xfrm rot="10800000">
            <a:off x="3262047" y="1130497"/>
            <a:ext cx="8258441" cy="4597885"/>
          </a:xfrm>
          <a:custGeom>
            <a:avLst/>
            <a:gdLst>
              <a:gd name="connsiteX0" fmla="*/ 6762786 w 6826313"/>
              <a:gd name="connsiteY0" fmla="*/ 1876457 h 4508626"/>
              <a:gd name="connsiteX1" fmla="*/ 6826313 w 6826313"/>
              <a:gd name="connsiteY1" fmla="*/ 1876457 h 4508626"/>
              <a:gd name="connsiteX2" fmla="*/ 6826313 w 6826313"/>
              <a:gd name="connsiteY2" fmla="*/ 2139756 h 4508626"/>
              <a:gd name="connsiteX3" fmla="*/ 6762786 w 6826313"/>
              <a:gd name="connsiteY3" fmla="*/ 2139756 h 4508626"/>
              <a:gd name="connsiteX4" fmla="*/ 0 w 6826313"/>
              <a:gd name="connsiteY4" fmla="*/ 0 h 4508626"/>
              <a:gd name="connsiteX5" fmla="*/ 6826313 w 6826313"/>
              <a:gd name="connsiteY5" fmla="*/ 0 h 4508626"/>
              <a:gd name="connsiteX6" fmla="*/ 6826313 w 6826313"/>
              <a:gd name="connsiteY6" fmla="*/ 959382 h 4508626"/>
              <a:gd name="connsiteX7" fmla="*/ 6762786 w 6826313"/>
              <a:gd name="connsiteY7" fmla="*/ 959382 h 4508626"/>
              <a:gd name="connsiteX8" fmla="*/ 6762786 w 6826313"/>
              <a:gd name="connsiteY8" fmla="*/ 63527 h 4508626"/>
              <a:gd name="connsiteX9" fmla="*/ 63527 w 6826313"/>
              <a:gd name="connsiteY9" fmla="*/ 63527 h 4508626"/>
              <a:gd name="connsiteX10" fmla="*/ 63527 w 6826313"/>
              <a:gd name="connsiteY10" fmla="*/ 4445099 h 4508626"/>
              <a:gd name="connsiteX11" fmla="*/ 6762786 w 6826313"/>
              <a:gd name="connsiteY11" fmla="*/ 4445099 h 4508626"/>
              <a:gd name="connsiteX12" fmla="*/ 6762786 w 6826313"/>
              <a:gd name="connsiteY12" fmla="*/ 3756057 h 4508626"/>
              <a:gd name="connsiteX13" fmla="*/ 6826313 w 6826313"/>
              <a:gd name="connsiteY13" fmla="*/ 3756057 h 4508626"/>
              <a:gd name="connsiteX14" fmla="*/ 6826313 w 6826313"/>
              <a:gd name="connsiteY14" fmla="*/ 4508626 h 4508626"/>
              <a:gd name="connsiteX15" fmla="*/ 0 w 6826313"/>
              <a:gd name="connsiteY15" fmla="*/ 4508626 h 4508626"/>
              <a:gd name="connsiteX0-1" fmla="*/ 6762786 w 6826313"/>
              <a:gd name="connsiteY0-2" fmla="*/ 1876457 h 4508626"/>
              <a:gd name="connsiteX1-3" fmla="*/ 6826313 w 6826313"/>
              <a:gd name="connsiteY1-4" fmla="*/ 1876457 h 4508626"/>
              <a:gd name="connsiteX2-5" fmla="*/ 6826313 w 6826313"/>
              <a:gd name="connsiteY2-6" fmla="*/ 2476058 h 4508626"/>
              <a:gd name="connsiteX3-7" fmla="*/ 6762786 w 6826313"/>
              <a:gd name="connsiteY3-8" fmla="*/ 2139756 h 4508626"/>
              <a:gd name="connsiteX4-9" fmla="*/ 6762786 w 6826313"/>
              <a:gd name="connsiteY4-10" fmla="*/ 1876457 h 4508626"/>
              <a:gd name="connsiteX5-11" fmla="*/ 0 w 6826313"/>
              <a:gd name="connsiteY5-12" fmla="*/ 0 h 4508626"/>
              <a:gd name="connsiteX6-13" fmla="*/ 6826313 w 6826313"/>
              <a:gd name="connsiteY6-14" fmla="*/ 0 h 4508626"/>
              <a:gd name="connsiteX7-15" fmla="*/ 6826313 w 6826313"/>
              <a:gd name="connsiteY7-16" fmla="*/ 959382 h 4508626"/>
              <a:gd name="connsiteX8-17" fmla="*/ 6762786 w 6826313"/>
              <a:gd name="connsiteY8-18" fmla="*/ 959382 h 4508626"/>
              <a:gd name="connsiteX9-19" fmla="*/ 6762786 w 6826313"/>
              <a:gd name="connsiteY9-20" fmla="*/ 63527 h 4508626"/>
              <a:gd name="connsiteX10-21" fmla="*/ 63527 w 6826313"/>
              <a:gd name="connsiteY10-22" fmla="*/ 63527 h 4508626"/>
              <a:gd name="connsiteX11-23" fmla="*/ 63527 w 6826313"/>
              <a:gd name="connsiteY11-24" fmla="*/ 4445099 h 4508626"/>
              <a:gd name="connsiteX12-25" fmla="*/ 6762786 w 6826313"/>
              <a:gd name="connsiteY12-26" fmla="*/ 4445099 h 4508626"/>
              <a:gd name="connsiteX13-27" fmla="*/ 6762786 w 6826313"/>
              <a:gd name="connsiteY13-28" fmla="*/ 3756057 h 4508626"/>
              <a:gd name="connsiteX14-29" fmla="*/ 6826313 w 6826313"/>
              <a:gd name="connsiteY14-30" fmla="*/ 3756057 h 4508626"/>
              <a:gd name="connsiteX15-31" fmla="*/ 6826313 w 6826313"/>
              <a:gd name="connsiteY15-32" fmla="*/ 4508626 h 4508626"/>
              <a:gd name="connsiteX16" fmla="*/ 0 w 6826313"/>
              <a:gd name="connsiteY16" fmla="*/ 4508626 h 4508626"/>
              <a:gd name="connsiteX17" fmla="*/ 0 w 6826313"/>
              <a:gd name="connsiteY17" fmla="*/ 0 h 4508626"/>
              <a:gd name="connsiteX0-33" fmla="*/ 6762786 w 6826313"/>
              <a:gd name="connsiteY0-34" fmla="*/ 1876457 h 4508626"/>
              <a:gd name="connsiteX1-35" fmla="*/ 6826313 w 6826313"/>
              <a:gd name="connsiteY1-36" fmla="*/ 1876457 h 4508626"/>
              <a:gd name="connsiteX2-37" fmla="*/ 6826313 w 6826313"/>
              <a:gd name="connsiteY2-38" fmla="*/ 2476058 h 4508626"/>
              <a:gd name="connsiteX3-39" fmla="*/ 6762786 w 6826313"/>
              <a:gd name="connsiteY3-40" fmla="*/ 2455298 h 4508626"/>
              <a:gd name="connsiteX4-41" fmla="*/ 6762786 w 6826313"/>
              <a:gd name="connsiteY4-42" fmla="*/ 1876457 h 4508626"/>
              <a:gd name="connsiteX5-43" fmla="*/ 0 w 6826313"/>
              <a:gd name="connsiteY5-44" fmla="*/ 0 h 4508626"/>
              <a:gd name="connsiteX6-45" fmla="*/ 6826313 w 6826313"/>
              <a:gd name="connsiteY6-46" fmla="*/ 0 h 4508626"/>
              <a:gd name="connsiteX7-47" fmla="*/ 6826313 w 6826313"/>
              <a:gd name="connsiteY7-48" fmla="*/ 959382 h 4508626"/>
              <a:gd name="connsiteX8-49" fmla="*/ 6762786 w 6826313"/>
              <a:gd name="connsiteY8-50" fmla="*/ 959382 h 4508626"/>
              <a:gd name="connsiteX9-51" fmla="*/ 6762786 w 6826313"/>
              <a:gd name="connsiteY9-52" fmla="*/ 63527 h 4508626"/>
              <a:gd name="connsiteX10-53" fmla="*/ 63527 w 6826313"/>
              <a:gd name="connsiteY10-54" fmla="*/ 63527 h 4508626"/>
              <a:gd name="connsiteX11-55" fmla="*/ 63527 w 6826313"/>
              <a:gd name="connsiteY11-56" fmla="*/ 4445099 h 4508626"/>
              <a:gd name="connsiteX12-57" fmla="*/ 6762786 w 6826313"/>
              <a:gd name="connsiteY12-58" fmla="*/ 4445099 h 4508626"/>
              <a:gd name="connsiteX13-59" fmla="*/ 6762786 w 6826313"/>
              <a:gd name="connsiteY13-60" fmla="*/ 3756057 h 4508626"/>
              <a:gd name="connsiteX14-61" fmla="*/ 6826313 w 6826313"/>
              <a:gd name="connsiteY14-62" fmla="*/ 3756057 h 4508626"/>
              <a:gd name="connsiteX15-63" fmla="*/ 6826313 w 6826313"/>
              <a:gd name="connsiteY15-64" fmla="*/ 4508626 h 4508626"/>
              <a:gd name="connsiteX16-65" fmla="*/ 0 w 6826313"/>
              <a:gd name="connsiteY16-66" fmla="*/ 4508626 h 4508626"/>
              <a:gd name="connsiteX17-67" fmla="*/ 0 w 6826313"/>
              <a:gd name="connsiteY17-68" fmla="*/ 0 h 4508626"/>
              <a:gd name="connsiteX0-69" fmla="*/ 6762786 w 6826313"/>
              <a:gd name="connsiteY0-70" fmla="*/ 1876457 h 4508626"/>
              <a:gd name="connsiteX1-71" fmla="*/ 6826313 w 6826313"/>
              <a:gd name="connsiteY1-72" fmla="*/ 1876457 h 4508626"/>
              <a:gd name="connsiteX2-73" fmla="*/ 6826313 w 6826313"/>
              <a:gd name="connsiteY2-74" fmla="*/ 2476058 h 4508626"/>
              <a:gd name="connsiteX3-75" fmla="*/ 6762786 w 6826313"/>
              <a:gd name="connsiteY3-76" fmla="*/ 2476058 h 4508626"/>
              <a:gd name="connsiteX4-77" fmla="*/ 6762786 w 6826313"/>
              <a:gd name="connsiteY4-78" fmla="*/ 1876457 h 4508626"/>
              <a:gd name="connsiteX5-79" fmla="*/ 0 w 6826313"/>
              <a:gd name="connsiteY5-80" fmla="*/ 0 h 4508626"/>
              <a:gd name="connsiteX6-81" fmla="*/ 6826313 w 6826313"/>
              <a:gd name="connsiteY6-82" fmla="*/ 0 h 4508626"/>
              <a:gd name="connsiteX7-83" fmla="*/ 6826313 w 6826313"/>
              <a:gd name="connsiteY7-84" fmla="*/ 959382 h 4508626"/>
              <a:gd name="connsiteX8-85" fmla="*/ 6762786 w 6826313"/>
              <a:gd name="connsiteY8-86" fmla="*/ 959382 h 4508626"/>
              <a:gd name="connsiteX9-87" fmla="*/ 6762786 w 6826313"/>
              <a:gd name="connsiteY9-88" fmla="*/ 63527 h 4508626"/>
              <a:gd name="connsiteX10-89" fmla="*/ 63527 w 6826313"/>
              <a:gd name="connsiteY10-90" fmla="*/ 63527 h 4508626"/>
              <a:gd name="connsiteX11-91" fmla="*/ 63527 w 6826313"/>
              <a:gd name="connsiteY11-92" fmla="*/ 4445099 h 4508626"/>
              <a:gd name="connsiteX12-93" fmla="*/ 6762786 w 6826313"/>
              <a:gd name="connsiteY12-94" fmla="*/ 4445099 h 4508626"/>
              <a:gd name="connsiteX13-95" fmla="*/ 6762786 w 6826313"/>
              <a:gd name="connsiteY13-96" fmla="*/ 3756057 h 4508626"/>
              <a:gd name="connsiteX14-97" fmla="*/ 6826313 w 6826313"/>
              <a:gd name="connsiteY14-98" fmla="*/ 3756057 h 4508626"/>
              <a:gd name="connsiteX15-99" fmla="*/ 6826313 w 6826313"/>
              <a:gd name="connsiteY15-100" fmla="*/ 4508626 h 4508626"/>
              <a:gd name="connsiteX16-101" fmla="*/ 0 w 6826313"/>
              <a:gd name="connsiteY16-102" fmla="*/ 4508626 h 4508626"/>
              <a:gd name="connsiteX17-103" fmla="*/ 0 w 6826313"/>
              <a:gd name="connsiteY17-104" fmla="*/ 0 h 4508626"/>
              <a:gd name="connsiteX0-105" fmla="*/ 6762786 w 6826313"/>
              <a:gd name="connsiteY0-106" fmla="*/ 1876457 h 4508626"/>
              <a:gd name="connsiteX1-107" fmla="*/ 6826313 w 6826313"/>
              <a:gd name="connsiteY1-108" fmla="*/ 1876457 h 4508626"/>
              <a:gd name="connsiteX2-109" fmla="*/ 6826313 w 6826313"/>
              <a:gd name="connsiteY2-110" fmla="*/ 2476058 h 4508626"/>
              <a:gd name="connsiteX3-111" fmla="*/ 6762786 w 6826313"/>
              <a:gd name="connsiteY3-112" fmla="*/ 2476058 h 4508626"/>
              <a:gd name="connsiteX4-113" fmla="*/ 6762786 w 6826313"/>
              <a:gd name="connsiteY4-114" fmla="*/ 1876457 h 4508626"/>
              <a:gd name="connsiteX5-115" fmla="*/ 0 w 6826313"/>
              <a:gd name="connsiteY5-116" fmla="*/ 0 h 4508626"/>
              <a:gd name="connsiteX6-117" fmla="*/ 6826313 w 6826313"/>
              <a:gd name="connsiteY6-118" fmla="*/ 0 h 4508626"/>
              <a:gd name="connsiteX7-119" fmla="*/ 6826313 w 6826313"/>
              <a:gd name="connsiteY7-120" fmla="*/ 959382 h 4508626"/>
              <a:gd name="connsiteX8-121" fmla="*/ 6762786 w 6826313"/>
              <a:gd name="connsiteY8-122" fmla="*/ 959382 h 4508626"/>
              <a:gd name="connsiteX9-123" fmla="*/ 6762786 w 6826313"/>
              <a:gd name="connsiteY9-124" fmla="*/ 63527 h 4508626"/>
              <a:gd name="connsiteX10-125" fmla="*/ 63527 w 6826313"/>
              <a:gd name="connsiteY10-126" fmla="*/ 63527 h 4508626"/>
              <a:gd name="connsiteX11-127" fmla="*/ 63527 w 6826313"/>
              <a:gd name="connsiteY11-128" fmla="*/ 4445099 h 4508626"/>
              <a:gd name="connsiteX12-129" fmla="*/ 6762786 w 6826313"/>
              <a:gd name="connsiteY12-130" fmla="*/ 4445099 h 4508626"/>
              <a:gd name="connsiteX13-131" fmla="*/ 6762786 w 6826313"/>
              <a:gd name="connsiteY13-132" fmla="*/ 3403147 h 4508626"/>
              <a:gd name="connsiteX14-133" fmla="*/ 6826313 w 6826313"/>
              <a:gd name="connsiteY14-134" fmla="*/ 3756057 h 4508626"/>
              <a:gd name="connsiteX15-135" fmla="*/ 6826313 w 6826313"/>
              <a:gd name="connsiteY15-136" fmla="*/ 4508626 h 4508626"/>
              <a:gd name="connsiteX16-137" fmla="*/ 0 w 6826313"/>
              <a:gd name="connsiteY16-138" fmla="*/ 4508626 h 4508626"/>
              <a:gd name="connsiteX17-139" fmla="*/ 0 w 6826313"/>
              <a:gd name="connsiteY17-140" fmla="*/ 0 h 4508626"/>
              <a:gd name="connsiteX0-141" fmla="*/ 6762786 w 6829816"/>
              <a:gd name="connsiteY0-142" fmla="*/ 1876457 h 4508626"/>
              <a:gd name="connsiteX1-143" fmla="*/ 6826313 w 6829816"/>
              <a:gd name="connsiteY1-144" fmla="*/ 1876457 h 4508626"/>
              <a:gd name="connsiteX2-145" fmla="*/ 6826313 w 6829816"/>
              <a:gd name="connsiteY2-146" fmla="*/ 2476058 h 4508626"/>
              <a:gd name="connsiteX3-147" fmla="*/ 6762786 w 6829816"/>
              <a:gd name="connsiteY3-148" fmla="*/ 2476058 h 4508626"/>
              <a:gd name="connsiteX4-149" fmla="*/ 6762786 w 6829816"/>
              <a:gd name="connsiteY4-150" fmla="*/ 1876457 h 4508626"/>
              <a:gd name="connsiteX5-151" fmla="*/ 0 w 6829816"/>
              <a:gd name="connsiteY5-152" fmla="*/ 0 h 4508626"/>
              <a:gd name="connsiteX6-153" fmla="*/ 6826313 w 6829816"/>
              <a:gd name="connsiteY6-154" fmla="*/ 0 h 4508626"/>
              <a:gd name="connsiteX7-155" fmla="*/ 6826313 w 6829816"/>
              <a:gd name="connsiteY7-156" fmla="*/ 959382 h 4508626"/>
              <a:gd name="connsiteX8-157" fmla="*/ 6762786 w 6829816"/>
              <a:gd name="connsiteY8-158" fmla="*/ 959382 h 4508626"/>
              <a:gd name="connsiteX9-159" fmla="*/ 6762786 w 6829816"/>
              <a:gd name="connsiteY9-160" fmla="*/ 63527 h 4508626"/>
              <a:gd name="connsiteX10-161" fmla="*/ 63527 w 6829816"/>
              <a:gd name="connsiteY10-162" fmla="*/ 63527 h 4508626"/>
              <a:gd name="connsiteX11-163" fmla="*/ 63527 w 6829816"/>
              <a:gd name="connsiteY11-164" fmla="*/ 4445099 h 4508626"/>
              <a:gd name="connsiteX12-165" fmla="*/ 6762786 w 6829816"/>
              <a:gd name="connsiteY12-166" fmla="*/ 4445099 h 4508626"/>
              <a:gd name="connsiteX13-167" fmla="*/ 6762786 w 6829816"/>
              <a:gd name="connsiteY13-168" fmla="*/ 3403147 h 4508626"/>
              <a:gd name="connsiteX14-169" fmla="*/ 6829816 w 6829816"/>
              <a:gd name="connsiteY14-170" fmla="*/ 3415603 h 4508626"/>
              <a:gd name="connsiteX15-171" fmla="*/ 6826313 w 6829816"/>
              <a:gd name="connsiteY15-172" fmla="*/ 4508626 h 4508626"/>
              <a:gd name="connsiteX16-173" fmla="*/ 0 w 6829816"/>
              <a:gd name="connsiteY16-174" fmla="*/ 4508626 h 4508626"/>
              <a:gd name="connsiteX17-175" fmla="*/ 0 w 6829816"/>
              <a:gd name="connsiteY17-176" fmla="*/ 0 h 4508626"/>
              <a:gd name="connsiteX0-177" fmla="*/ 6762786 w 6833319"/>
              <a:gd name="connsiteY0-178" fmla="*/ 1876457 h 4508626"/>
              <a:gd name="connsiteX1-179" fmla="*/ 6826313 w 6833319"/>
              <a:gd name="connsiteY1-180" fmla="*/ 1876457 h 4508626"/>
              <a:gd name="connsiteX2-181" fmla="*/ 6826313 w 6833319"/>
              <a:gd name="connsiteY2-182" fmla="*/ 2476058 h 4508626"/>
              <a:gd name="connsiteX3-183" fmla="*/ 6762786 w 6833319"/>
              <a:gd name="connsiteY3-184" fmla="*/ 2476058 h 4508626"/>
              <a:gd name="connsiteX4-185" fmla="*/ 6762786 w 6833319"/>
              <a:gd name="connsiteY4-186" fmla="*/ 1876457 h 4508626"/>
              <a:gd name="connsiteX5-187" fmla="*/ 0 w 6833319"/>
              <a:gd name="connsiteY5-188" fmla="*/ 0 h 4508626"/>
              <a:gd name="connsiteX6-189" fmla="*/ 6826313 w 6833319"/>
              <a:gd name="connsiteY6-190" fmla="*/ 0 h 4508626"/>
              <a:gd name="connsiteX7-191" fmla="*/ 6826313 w 6833319"/>
              <a:gd name="connsiteY7-192" fmla="*/ 959382 h 4508626"/>
              <a:gd name="connsiteX8-193" fmla="*/ 6762786 w 6833319"/>
              <a:gd name="connsiteY8-194" fmla="*/ 959382 h 4508626"/>
              <a:gd name="connsiteX9-195" fmla="*/ 6762786 w 6833319"/>
              <a:gd name="connsiteY9-196" fmla="*/ 63527 h 4508626"/>
              <a:gd name="connsiteX10-197" fmla="*/ 63527 w 6833319"/>
              <a:gd name="connsiteY10-198" fmla="*/ 63527 h 4508626"/>
              <a:gd name="connsiteX11-199" fmla="*/ 63527 w 6833319"/>
              <a:gd name="connsiteY11-200" fmla="*/ 4445099 h 4508626"/>
              <a:gd name="connsiteX12-201" fmla="*/ 6762786 w 6833319"/>
              <a:gd name="connsiteY12-202" fmla="*/ 4445099 h 4508626"/>
              <a:gd name="connsiteX13-203" fmla="*/ 6762786 w 6833319"/>
              <a:gd name="connsiteY13-204" fmla="*/ 3403147 h 4508626"/>
              <a:gd name="connsiteX14-205" fmla="*/ 6833319 w 6833319"/>
              <a:gd name="connsiteY14-206" fmla="*/ 3394844 h 4508626"/>
              <a:gd name="connsiteX15-207" fmla="*/ 6826313 w 6833319"/>
              <a:gd name="connsiteY15-208" fmla="*/ 4508626 h 4508626"/>
              <a:gd name="connsiteX16-209" fmla="*/ 0 w 6833319"/>
              <a:gd name="connsiteY16-210" fmla="*/ 4508626 h 4508626"/>
              <a:gd name="connsiteX17-211" fmla="*/ 0 w 6833319"/>
              <a:gd name="connsiteY17-212" fmla="*/ 0 h 450862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65" y="connsiteY16-66"/>
              </a:cxn>
              <a:cxn ang="0">
                <a:pos x="connsiteX17-67" y="connsiteY17-68"/>
              </a:cxn>
            </a:cxnLst>
            <a:rect l="l" t="t" r="r" b="b"/>
            <a:pathLst>
              <a:path w="6833319" h="4508626">
                <a:moveTo>
                  <a:pt x="6762786" y="1876457"/>
                </a:moveTo>
                <a:lnTo>
                  <a:pt x="6826313" y="1876457"/>
                </a:lnTo>
                <a:lnTo>
                  <a:pt x="6826313" y="2476058"/>
                </a:lnTo>
                <a:lnTo>
                  <a:pt x="6762786" y="2476058"/>
                </a:lnTo>
                <a:lnTo>
                  <a:pt x="6762786" y="1876457"/>
                </a:lnTo>
                <a:close/>
                <a:moveTo>
                  <a:pt x="0" y="0"/>
                </a:moveTo>
                <a:lnTo>
                  <a:pt x="6826313" y="0"/>
                </a:lnTo>
                <a:lnTo>
                  <a:pt x="6826313" y="959382"/>
                </a:lnTo>
                <a:lnTo>
                  <a:pt x="6762786" y="959382"/>
                </a:lnTo>
                <a:lnTo>
                  <a:pt x="6762786" y="63527"/>
                </a:lnTo>
                <a:lnTo>
                  <a:pt x="63527" y="63527"/>
                </a:lnTo>
                <a:lnTo>
                  <a:pt x="63527" y="4445099"/>
                </a:lnTo>
                <a:lnTo>
                  <a:pt x="6762786" y="4445099"/>
                </a:lnTo>
                <a:lnTo>
                  <a:pt x="6762786" y="3403147"/>
                </a:lnTo>
                <a:lnTo>
                  <a:pt x="6833319" y="3394844"/>
                </a:lnTo>
                <a:cubicBezTo>
                  <a:pt x="6832151" y="3759185"/>
                  <a:pt x="6827481" y="4144285"/>
                  <a:pt x="6826313" y="4508626"/>
                </a:cubicBezTo>
                <a:lnTo>
                  <a:pt x="0" y="4508626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27328E8C-E3B1-FC5D-1AEA-ADEE39BAF5C0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2674" r="41628"/>
          <a:stretch/>
        </p:blipFill>
        <p:spPr>
          <a:xfrm>
            <a:off x="8243008" y="1302584"/>
            <a:ext cx="3036637" cy="42528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089644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36.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9.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48.7|0.6"/>
</p:tagLst>
</file>

<file path=ppt/theme/theme1.xml><?xml version="1.0" encoding="utf-8"?>
<a:theme xmlns:a="http://schemas.openxmlformats.org/drawingml/2006/main" name="Office Theme">
  <a:themeElements>
    <a:clrScheme name="浙大蓝色">
      <a:dk1>
        <a:sysClr val="windowText" lastClr="000000"/>
      </a:dk1>
      <a:lt1>
        <a:sysClr val="window" lastClr="FFFFFF"/>
      </a:lt1>
      <a:dk2>
        <a:srgbClr val="44546A"/>
      </a:dk2>
      <a:lt2>
        <a:srgbClr val="FFFFFF"/>
      </a:lt2>
      <a:accent1>
        <a:srgbClr val="003E87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39324</TotalTime>
  <Words>2967</Words>
  <Application>Microsoft Office PowerPoint</Application>
  <PresentationFormat>宽屏</PresentationFormat>
  <Paragraphs>457</Paragraphs>
  <Slides>18</Slides>
  <Notes>18</Notes>
  <HiddenSlides>0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18</vt:i4>
      </vt:variant>
    </vt:vector>
  </HeadingPairs>
  <TitlesOfParts>
    <vt:vector size="29" baseType="lpstr">
      <vt:lpstr>PingFang SC</vt:lpstr>
      <vt:lpstr>等线</vt:lpstr>
      <vt:lpstr>宋体</vt:lpstr>
      <vt:lpstr>微软雅黑</vt:lpstr>
      <vt:lpstr>微软雅黑 Light</vt:lpstr>
      <vt:lpstr>Arial</vt:lpstr>
      <vt:lpstr>Calibri</vt:lpstr>
      <vt:lpstr>Calibri Light</vt:lpstr>
      <vt:lpstr>Times New Roman</vt:lpstr>
      <vt:lpstr>Wingdings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博士学长的百宝箱</dc:creator>
  <cp:lastModifiedBy>浩鹏 唐</cp:lastModifiedBy>
  <cp:revision>921</cp:revision>
  <cp:lastPrinted>2023-12-14T09:48:28Z</cp:lastPrinted>
  <dcterms:created xsi:type="dcterms:W3CDTF">2019-10-11T01:48:00Z</dcterms:created>
  <dcterms:modified xsi:type="dcterms:W3CDTF">2025-12-28T05:18:32Z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4906065B6EC44E2087E3D933E1C47C3B</vt:lpwstr>
  </property>
  <property fmtid="{D5CDD505-2E9C-101B-9397-08002B2CF9AE}" pid="3" name="KSOProductBuildVer">
    <vt:lpwstr>2052-11.1.0.10700</vt:lpwstr>
  </property>
</Properties>
</file>